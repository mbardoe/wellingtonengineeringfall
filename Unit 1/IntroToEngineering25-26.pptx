
<file path=[Content_Types].xml><?xml version="1.0" encoding="utf-8"?>
<Types xmlns="http://schemas.openxmlformats.org/package/2006/content-types">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saveSubsetFonts="1" autoCompressPictures="0">
  <p:sldMasterIdLst>
    <p:sldMasterId id="2147483660" r:id="rId1"/>
    <p:sldMasterId id="2147483694" r:id="rId2"/>
  </p:sldMasterIdLst>
  <p:notesMasterIdLst>
    <p:notesMasterId r:id="rId30"/>
  </p:notesMasterIdLst>
  <p:sldIdLst>
    <p:sldId id="256" r:id="rId3"/>
    <p:sldId id="257" r:id="rId4"/>
    <p:sldId id="258" r:id="rId5"/>
    <p:sldId id="259" r:id="rId6"/>
    <p:sldId id="260" r:id="rId7"/>
    <p:sldId id="261" r:id="rId8"/>
    <p:sldId id="262" r:id="rId9"/>
    <p:sldId id="263" r:id="rId10"/>
    <p:sldId id="265" r:id="rId11"/>
    <p:sldId id="266" r:id="rId12"/>
    <p:sldId id="267" r:id="rId13"/>
    <p:sldId id="268" r:id="rId14"/>
    <p:sldId id="270" r:id="rId15"/>
    <p:sldId id="271" r:id="rId16"/>
    <p:sldId id="272" r:id="rId17"/>
    <p:sldId id="273" r:id="rId18"/>
    <p:sldId id="274" r:id="rId19"/>
    <p:sldId id="275" r:id="rId20"/>
    <p:sldId id="276" r:id="rId21"/>
    <p:sldId id="277" r:id="rId22"/>
    <p:sldId id="278" r:id="rId23"/>
    <p:sldId id="279" r:id="rId24"/>
    <p:sldId id="280" r:id="rId25"/>
    <p:sldId id="281" r:id="rId26"/>
    <p:sldId id="282" r:id="rId27"/>
    <p:sldId id="283" r:id="rId28"/>
    <p:sldId id="284" r:id="rId29"/>
  </p:sldIdLst>
  <p:sldSz cx="9144000" cy="5143500" type="screen16x9"/>
  <p:notesSz cx="6858000" cy="9144000"/>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15:guide id="1" orient="horz" pos="1620">
          <p15:clr>
            <a:srgbClr val="A4A3A4"/>
          </p15:clr>
        </p15:guide>
        <p15:guide id="2" pos="288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p:cViewPr>
        <p:scale>
          <a:sx n="78" d="100"/>
          <a:sy n="78" d="100"/>
        </p:scale>
        <p:origin x="940" y="52"/>
      </p:cViewPr>
      <p:guideLst>
        <p:guide orient="horz" pos="1620"/>
        <p:guide pos="2880"/>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11.xml"/><Relationship Id="rId18" Type="http://schemas.openxmlformats.org/officeDocument/2006/relationships/slide" Target="slides/slide16.xml"/><Relationship Id="rId26" Type="http://schemas.openxmlformats.org/officeDocument/2006/relationships/slide" Target="slides/slide24.xml"/><Relationship Id="rId3" Type="http://schemas.openxmlformats.org/officeDocument/2006/relationships/slide" Target="slides/slide1.xml"/><Relationship Id="rId21" Type="http://schemas.openxmlformats.org/officeDocument/2006/relationships/slide" Target="slides/slide19.xml"/><Relationship Id="rId34" Type="http://schemas.openxmlformats.org/officeDocument/2006/relationships/tableStyles" Target="tableStyles.xml"/><Relationship Id="rId7" Type="http://schemas.openxmlformats.org/officeDocument/2006/relationships/slide" Target="slides/slide5.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theme" Target="theme/theme1.xml"/><Relationship Id="rId2" Type="http://schemas.openxmlformats.org/officeDocument/2006/relationships/slideMaster" Target="slideMasters/slideMaster2.xml"/><Relationship Id="rId16" Type="http://schemas.openxmlformats.org/officeDocument/2006/relationships/slide" Target="slides/slide14.xml"/><Relationship Id="rId20" Type="http://schemas.openxmlformats.org/officeDocument/2006/relationships/slide" Target="slides/slide18.xml"/><Relationship Id="rId29" Type="http://schemas.openxmlformats.org/officeDocument/2006/relationships/slide" Target="slides/slide27.xml"/><Relationship Id="rId1" Type="http://schemas.openxmlformats.org/officeDocument/2006/relationships/slideMaster" Target="slideMasters/slideMaster1.xml"/><Relationship Id="rId6" Type="http://schemas.openxmlformats.org/officeDocument/2006/relationships/slide" Target="slides/slide4.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viewProps" Target="viewProps.xml"/><Relationship Id="rId5" Type="http://schemas.openxmlformats.org/officeDocument/2006/relationships/slide" Target="slides/slide3.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10" Type="http://schemas.openxmlformats.org/officeDocument/2006/relationships/slide" Target="slides/slide8.xml"/><Relationship Id="rId19" Type="http://schemas.openxmlformats.org/officeDocument/2006/relationships/slide" Target="slides/slide17.xml"/><Relationship Id="rId31" Type="http://schemas.openxmlformats.org/officeDocument/2006/relationships/presProps" Target="presProps.xml"/><Relationship Id="rId4" Type="http://schemas.openxmlformats.org/officeDocument/2006/relationships/slide" Target="slides/slide2.xml"/><Relationship Id="rId9" Type="http://schemas.openxmlformats.org/officeDocument/2006/relationships/slide" Target="slides/slide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notesMaster" Target="notesMasters/notesMaster1.xml"/><Relationship Id="rId8" Type="http://schemas.openxmlformats.org/officeDocument/2006/relationships/slide" Target="slides/slide6.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0"/>
        <p:cNvGrpSpPr/>
        <p:nvPr/>
      </p:nvGrpSpPr>
      <p:grpSpPr>
        <a:xfrm>
          <a:off x="0" y="0"/>
          <a:ext cx="0" cy="0"/>
          <a:chOff x="0" y="0"/>
          <a:chExt cx="0" cy="0"/>
        </a:xfrm>
      </p:grpSpPr>
      <p:sp>
        <p:nvSpPr>
          <p:cNvPr id="51" name="Google Shape;51;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2" name="Google Shape;52;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6"/>
        <p:cNvGrpSpPr/>
        <p:nvPr/>
      </p:nvGrpSpPr>
      <p:grpSpPr>
        <a:xfrm>
          <a:off x="0" y="0"/>
          <a:ext cx="0" cy="0"/>
          <a:chOff x="0" y="0"/>
          <a:chExt cx="0" cy="0"/>
        </a:xfrm>
      </p:grpSpPr>
      <p:sp>
        <p:nvSpPr>
          <p:cNvPr id="57" name="Google Shape;57;g8eee4b45d4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8" name="Google Shape;58;g8eee4b45d4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2"/>
        <p:cNvGrpSpPr/>
        <p:nvPr/>
      </p:nvGrpSpPr>
      <p:grpSpPr>
        <a:xfrm>
          <a:off x="0" y="0"/>
          <a:ext cx="0" cy="0"/>
          <a:chOff x="0" y="0"/>
          <a:chExt cx="0" cy="0"/>
        </a:xfrm>
      </p:grpSpPr>
      <p:sp>
        <p:nvSpPr>
          <p:cNvPr id="63" name="Google Shape;63;g9313515b6f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4" name="Google Shape;64;g9313515b6f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8"/>
        <p:cNvGrpSpPr/>
        <p:nvPr/>
      </p:nvGrpSpPr>
      <p:grpSpPr>
        <a:xfrm>
          <a:off x="0" y="0"/>
          <a:ext cx="0" cy="0"/>
          <a:chOff x="0" y="0"/>
          <a:chExt cx="0" cy="0"/>
        </a:xfrm>
      </p:grpSpPr>
      <p:sp>
        <p:nvSpPr>
          <p:cNvPr id="69" name="Google Shape;69;g2f03765d5f7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0" name="Google Shape;70;g2f03765d5f7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4"/>
        <p:cNvGrpSpPr/>
        <p:nvPr/>
      </p:nvGrpSpPr>
      <p:grpSpPr>
        <a:xfrm>
          <a:off x="0" y="0"/>
          <a:ext cx="0" cy="0"/>
          <a:chOff x="0" y="0"/>
          <a:chExt cx="0" cy="0"/>
        </a:xfrm>
      </p:grpSpPr>
      <p:sp>
        <p:nvSpPr>
          <p:cNvPr id="75" name="Google Shape;75;g9313515b6f_0_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6" name="Google Shape;76;g9313515b6f_0_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0"/>
        <p:cNvGrpSpPr/>
        <p:nvPr/>
      </p:nvGrpSpPr>
      <p:grpSpPr>
        <a:xfrm>
          <a:off x="0" y="0"/>
          <a:ext cx="0" cy="0"/>
          <a:chOff x="0" y="0"/>
          <a:chExt cx="0" cy="0"/>
        </a:xfrm>
      </p:grpSpPr>
      <p:sp>
        <p:nvSpPr>
          <p:cNvPr id="81" name="Google Shape;81;g8eb316912c_1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2" name="Google Shape;82;g8eb316912c_1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6"/>
        <p:cNvGrpSpPr/>
        <p:nvPr/>
      </p:nvGrpSpPr>
      <p:grpSpPr>
        <a:xfrm>
          <a:off x="0" y="0"/>
          <a:ext cx="0" cy="0"/>
          <a:chOff x="0" y="0"/>
          <a:chExt cx="0" cy="0"/>
        </a:xfrm>
      </p:grpSpPr>
      <p:sp>
        <p:nvSpPr>
          <p:cNvPr id="87" name="Google Shape;87;g8eee4b45d4_0_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8" name="Google Shape;88;g8eee4b45d4_0_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2"/>
        <p:cNvGrpSpPr/>
        <p:nvPr/>
      </p:nvGrpSpPr>
      <p:grpSpPr>
        <a:xfrm>
          <a:off x="0" y="0"/>
          <a:ext cx="0" cy="0"/>
          <a:chOff x="0" y="0"/>
          <a:chExt cx="0" cy="0"/>
        </a:xfrm>
      </p:grpSpPr>
      <p:sp>
        <p:nvSpPr>
          <p:cNvPr id="93" name="Google Shape;93;g94f7d28054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4" name="Google Shape;94;g94f7d28054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4"/>
        <p:cNvGrpSpPr/>
        <p:nvPr/>
      </p:nvGrpSpPr>
      <p:grpSpPr>
        <a:xfrm>
          <a:off x="0" y="0"/>
          <a:ext cx="0" cy="0"/>
          <a:chOff x="0" y="0"/>
          <a:chExt cx="0" cy="0"/>
        </a:xfrm>
      </p:grpSpPr>
      <p:sp>
        <p:nvSpPr>
          <p:cNvPr id="105" name="Google Shape;105;g8eee4b45d4_0_1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6" name="Google Shape;106;g8eee4b45d4_0_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0"/>
        <p:cNvGrpSpPr/>
        <p:nvPr/>
      </p:nvGrpSpPr>
      <p:grpSpPr>
        <a:xfrm>
          <a:off x="0" y="0"/>
          <a:ext cx="0" cy="0"/>
          <a:chOff x="0" y="0"/>
          <a:chExt cx="0" cy="0"/>
        </a:xfrm>
      </p:grpSpPr>
      <p:sp>
        <p:nvSpPr>
          <p:cNvPr id="111" name="Google Shape;111;g8eee4b45d4_0_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2" name="Google Shape;112;g8eee4b45d4_0_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8"/>
        <p:cNvGrpSpPr/>
        <p:nvPr/>
      </p:nvGrpSpPr>
      <p:grpSpPr>
        <a:xfrm>
          <a:off x="0" y="0"/>
          <a:ext cx="0" cy="0"/>
          <a:chOff x="0" y="0"/>
          <a:chExt cx="0" cy="0"/>
        </a:xfrm>
      </p:grpSpPr>
      <p:sp>
        <p:nvSpPr>
          <p:cNvPr id="119" name="Google Shape;119;g8eee4b45d4_0_2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0" name="Google Shape;120;g8eee4b45d4_0_2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7"/>
        <p:cNvGrpSpPr/>
        <p:nvPr/>
      </p:nvGrpSpPr>
      <p:grpSpPr>
        <a:xfrm>
          <a:off x="0" y="0"/>
          <a:ext cx="0" cy="0"/>
          <a:chOff x="0" y="0"/>
          <a:chExt cx="0" cy="0"/>
        </a:xfrm>
      </p:grpSpPr>
      <p:sp>
        <p:nvSpPr>
          <p:cNvPr id="128" name="Google Shape;128;g8eee4b45d4_0_2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9" name="Google Shape;129;g8eee4b45d4_0_2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4"/>
        <p:cNvGrpSpPr/>
        <p:nvPr/>
      </p:nvGrpSpPr>
      <p:grpSpPr>
        <a:xfrm>
          <a:off x="0" y="0"/>
          <a:ext cx="0" cy="0"/>
          <a:chOff x="0" y="0"/>
          <a:chExt cx="0" cy="0"/>
        </a:xfrm>
      </p:grpSpPr>
      <p:sp>
        <p:nvSpPr>
          <p:cNvPr id="145" name="Google Shape;145;g932969c0f0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6" name="Google Shape;146;g932969c0f0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0"/>
        <p:cNvGrpSpPr/>
        <p:nvPr/>
      </p:nvGrpSpPr>
      <p:grpSpPr>
        <a:xfrm>
          <a:off x="0" y="0"/>
          <a:ext cx="0" cy="0"/>
          <a:chOff x="0" y="0"/>
          <a:chExt cx="0" cy="0"/>
        </a:xfrm>
      </p:grpSpPr>
      <p:sp>
        <p:nvSpPr>
          <p:cNvPr id="151" name="Google Shape;151;g8eee4b45d4_0_4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2" name="Google Shape;152;g8eee4b45d4_0_4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6"/>
        <p:cNvGrpSpPr/>
        <p:nvPr/>
      </p:nvGrpSpPr>
      <p:grpSpPr>
        <a:xfrm>
          <a:off x="0" y="0"/>
          <a:ext cx="0" cy="0"/>
          <a:chOff x="0" y="0"/>
          <a:chExt cx="0" cy="0"/>
        </a:xfrm>
      </p:grpSpPr>
      <p:sp>
        <p:nvSpPr>
          <p:cNvPr id="157" name="Google Shape;157;g8eb316912c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8" name="Google Shape;158;g8eb316912c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2"/>
        <p:cNvGrpSpPr/>
        <p:nvPr/>
      </p:nvGrpSpPr>
      <p:grpSpPr>
        <a:xfrm>
          <a:off x="0" y="0"/>
          <a:ext cx="0" cy="0"/>
          <a:chOff x="0" y="0"/>
          <a:chExt cx="0" cy="0"/>
        </a:xfrm>
      </p:grpSpPr>
      <p:sp>
        <p:nvSpPr>
          <p:cNvPr id="163" name="Google Shape;163;g8eb316912c_0_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4" name="Google Shape;164;g8eb316912c_0_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8"/>
        <p:cNvGrpSpPr/>
        <p:nvPr/>
      </p:nvGrpSpPr>
      <p:grpSpPr>
        <a:xfrm>
          <a:off x="0" y="0"/>
          <a:ext cx="0" cy="0"/>
          <a:chOff x="0" y="0"/>
          <a:chExt cx="0" cy="0"/>
        </a:xfrm>
      </p:grpSpPr>
      <p:sp>
        <p:nvSpPr>
          <p:cNvPr id="169" name="Google Shape;169;g8eb316912c_0_1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0" name="Google Shape;170;g8eb316912c_0_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4"/>
        <p:cNvGrpSpPr/>
        <p:nvPr/>
      </p:nvGrpSpPr>
      <p:grpSpPr>
        <a:xfrm>
          <a:off x="0" y="0"/>
          <a:ext cx="0" cy="0"/>
          <a:chOff x="0" y="0"/>
          <a:chExt cx="0" cy="0"/>
        </a:xfrm>
      </p:grpSpPr>
      <p:sp>
        <p:nvSpPr>
          <p:cNvPr id="175" name="Google Shape;175;g8fa262f606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6" name="Google Shape;176;g8fa262f606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0"/>
        <p:cNvGrpSpPr/>
        <p:nvPr/>
      </p:nvGrpSpPr>
      <p:grpSpPr>
        <a:xfrm>
          <a:off x="0" y="0"/>
          <a:ext cx="0" cy="0"/>
          <a:chOff x="0" y="0"/>
          <a:chExt cx="0" cy="0"/>
        </a:xfrm>
      </p:grpSpPr>
      <p:sp>
        <p:nvSpPr>
          <p:cNvPr id="181" name="Google Shape;181;g8fa262f606_0_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2" name="Google Shape;182;g8fa262f606_0_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6"/>
        <p:cNvGrpSpPr/>
        <p:nvPr/>
      </p:nvGrpSpPr>
      <p:grpSpPr>
        <a:xfrm>
          <a:off x="0" y="0"/>
          <a:ext cx="0" cy="0"/>
          <a:chOff x="0" y="0"/>
          <a:chExt cx="0" cy="0"/>
        </a:xfrm>
      </p:grpSpPr>
      <p:sp>
        <p:nvSpPr>
          <p:cNvPr id="187" name="Google Shape;187;g8fa262f606_0_1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8" name="Google Shape;188;g8fa262f606_0_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2"/>
        <p:cNvGrpSpPr/>
        <p:nvPr/>
      </p:nvGrpSpPr>
      <p:grpSpPr>
        <a:xfrm>
          <a:off x="0" y="0"/>
          <a:ext cx="0" cy="0"/>
          <a:chOff x="0" y="0"/>
          <a:chExt cx="0" cy="0"/>
        </a:xfrm>
      </p:grpSpPr>
      <p:sp>
        <p:nvSpPr>
          <p:cNvPr id="193" name="Google Shape;193;g8fa262f606_0_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4" name="Google Shape;194;g8fa262f606_0_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8"/>
        <p:cNvGrpSpPr/>
        <p:nvPr/>
      </p:nvGrpSpPr>
      <p:grpSpPr>
        <a:xfrm>
          <a:off x="0" y="0"/>
          <a:ext cx="0" cy="0"/>
          <a:chOff x="0" y="0"/>
          <a:chExt cx="0" cy="0"/>
        </a:xfrm>
      </p:grpSpPr>
      <p:sp>
        <p:nvSpPr>
          <p:cNvPr id="199" name="Google Shape;199;g8fa262f606_0_2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0" name="Google Shape;200;g8fa262f606_0_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4"/>
        <p:cNvGrpSpPr/>
        <p:nvPr/>
      </p:nvGrpSpPr>
      <p:grpSpPr>
        <a:xfrm>
          <a:off x="0" y="0"/>
          <a:ext cx="0" cy="0"/>
          <a:chOff x="0" y="0"/>
          <a:chExt cx="0" cy="0"/>
        </a:xfrm>
      </p:grpSpPr>
      <p:sp>
        <p:nvSpPr>
          <p:cNvPr id="205" name="Google Shape;205;g8fa262f606_0_2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6" name="Google Shape;206;g8fa262f606_0_2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0"/>
        <p:cNvGrpSpPr/>
        <p:nvPr/>
      </p:nvGrpSpPr>
      <p:grpSpPr>
        <a:xfrm>
          <a:off x="0" y="0"/>
          <a:ext cx="0" cy="0"/>
          <a:chOff x="0" y="0"/>
          <a:chExt cx="0" cy="0"/>
        </a:xfrm>
      </p:grpSpPr>
      <p:sp>
        <p:nvSpPr>
          <p:cNvPr id="211" name="Google Shape;211;g8fa262f606_0_3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2" name="Google Shape;212;g8fa262f606_0_3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6"/>
        <p:cNvGrpSpPr/>
        <p:nvPr/>
      </p:nvGrpSpPr>
      <p:grpSpPr>
        <a:xfrm>
          <a:off x="0" y="0"/>
          <a:ext cx="0" cy="0"/>
          <a:chOff x="0" y="0"/>
          <a:chExt cx="0" cy="0"/>
        </a:xfrm>
      </p:grpSpPr>
      <p:sp>
        <p:nvSpPr>
          <p:cNvPr id="217" name="Google Shape;217;g8fa262f606_0_3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8" name="Google Shape;218;g8fa262f606_0_3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3"/>
        <p:cNvGrpSpPr/>
        <p:nvPr/>
      </p:nvGrpSpPr>
      <p:grpSpPr>
        <a:xfrm>
          <a:off x="0" y="0"/>
          <a:ext cx="0" cy="0"/>
          <a:chOff x="0" y="0"/>
          <a:chExt cx="0" cy="0"/>
        </a:xfrm>
      </p:grpSpPr>
      <p:sp>
        <p:nvSpPr>
          <p:cNvPr id="224" name="Google Shape;224;g279fc0bc38e_1_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5" name="Google Shape;225;g279fc0bc38e_1_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0"/>
        <p:cNvGrpSpPr/>
        <p:nvPr/>
      </p:nvGrpSpPr>
      <p:grpSpPr>
        <a:xfrm>
          <a:off x="0" y="0"/>
          <a:ext cx="0" cy="0"/>
          <a:chOff x="0" y="0"/>
          <a:chExt cx="0" cy="0"/>
        </a:xfrm>
      </p:grpSpPr>
      <p:sp>
        <p:nvSpPr>
          <p:cNvPr id="231" name="Google Shape;231;g8fa262f606_0_4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2" name="Google Shape;232;g8fa262f606_0_4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s://bit.ly/3A1uf1Q" TargetMode="External"/><Relationship Id="rId1" Type="http://schemas.openxmlformats.org/officeDocument/2006/relationships/slideMaster" Target="../slideMasters/slideMaster1.xml"/><Relationship Id="rId4" Type="http://schemas.openxmlformats.org/officeDocument/2006/relationships/hyperlink" Target="http://bit.ly/2TtBDfr" TargetMode="Externa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slide">
    <p:bg>
      <p:bgPr>
        <a:solidFill>
          <a:schemeClr val="dk1"/>
        </a:solidFill>
        <a:effectLst/>
      </p:bgPr>
    </p:bg>
    <p:spTree>
      <p:nvGrpSpPr>
        <p:cNvPr id="1" name="Shape 8"/>
        <p:cNvGrpSpPr/>
        <p:nvPr/>
      </p:nvGrpSpPr>
      <p:grpSpPr>
        <a:xfrm>
          <a:off x="0" y="0"/>
          <a:ext cx="0" cy="0"/>
          <a:chOff x="0" y="0"/>
          <a:chExt cx="0" cy="0"/>
        </a:xfrm>
      </p:grpSpPr>
      <p:grpSp>
        <p:nvGrpSpPr>
          <p:cNvPr id="9" name="Google Shape;9;p2"/>
          <p:cNvGrpSpPr/>
          <p:nvPr/>
        </p:nvGrpSpPr>
        <p:grpSpPr>
          <a:xfrm rot="5400000">
            <a:off x="1416205" y="-2099758"/>
            <a:ext cx="6311597" cy="9467556"/>
            <a:chOff x="635875" y="1065050"/>
            <a:chExt cx="2940550" cy="4410900"/>
          </a:xfrm>
        </p:grpSpPr>
        <p:sp>
          <p:nvSpPr>
            <p:cNvPr id="10" name="Google Shape;10;p2"/>
            <p:cNvSpPr/>
            <p:nvPr/>
          </p:nvSpPr>
          <p:spPr>
            <a:xfrm>
              <a:off x="676400" y="11059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11;p2"/>
            <p:cNvSpPr/>
            <p:nvPr/>
          </p:nvSpPr>
          <p:spPr>
            <a:xfrm>
              <a:off x="768325" y="1105900"/>
              <a:ext cx="12400" cy="12600"/>
            </a:xfrm>
            <a:custGeom>
              <a:avLst/>
              <a:gdLst/>
              <a:ahLst/>
              <a:cxnLst/>
              <a:rect l="l" t="t" r="r" b="b"/>
              <a:pathLst>
                <a:path w="496" h="504"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12;p2"/>
            <p:cNvSpPr/>
            <p:nvPr/>
          </p:nvSpPr>
          <p:spPr>
            <a:xfrm>
              <a:off x="860125" y="1105900"/>
              <a:ext cx="12525" cy="12600"/>
            </a:xfrm>
            <a:custGeom>
              <a:avLst/>
              <a:gdLst/>
              <a:ahLst/>
              <a:cxnLst/>
              <a:rect l="l" t="t" r="r" b="b"/>
              <a:pathLst>
                <a:path w="501" h="504"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13;p2"/>
            <p:cNvSpPr/>
            <p:nvPr/>
          </p:nvSpPr>
          <p:spPr>
            <a:xfrm>
              <a:off x="951850" y="11059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14;p2"/>
            <p:cNvSpPr/>
            <p:nvPr/>
          </p:nvSpPr>
          <p:spPr>
            <a:xfrm>
              <a:off x="1043825" y="110590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5;p2"/>
            <p:cNvSpPr/>
            <p:nvPr/>
          </p:nvSpPr>
          <p:spPr>
            <a:xfrm>
              <a:off x="1135575" y="110590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16;p2"/>
            <p:cNvSpPr/>
            <p:nvPr/>
          </p:nvSpPr>
          <p:spPr>
            <a:xfrm>
              <a:off x="1227500" y="1105900"/>
              <a:ext cx="12400" cy="12600"/>
            </a:xfrm>
            <a:custGeom>
              <a:avLst/>
              <a:gdLst/>
              <a:ahLst/>
              <a:cxnLst/>
              <a:rect l="l" t="t" r="r" b="b"/>
              <a:pathLst>
                <a:path w="496" h="504"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7;p2"/>
            <p:cNvSpPr/>
            <p:nvPr/>
          </p:nvSpPr>
          <p:spPr>
            <a:xfrm>
              <a:off x="1319275" y="110590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18;p2"/>
            <p:cNvSpPr/>
            <p:nvPr/>
          </p:nvSpPr>
          <p:spPr>
            <a:xfrm>
              <a:off x="1411200" y="1105900"/>
              <a:ext cx="12425" cy="12600"/>
            </a:xfrm>
            <a:custGeom>
              <a:avLst/>
              <a:gdLst/>
              <a:ahLst/>
              <a:cxnLst/>
              <a:rect l="l" t="t" r="r" b="b"/>
              <a:pathLst>
                <a:path w="497" h="504"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9;p2"/>
            <p:cNvSpPr/>
            <p:nvPr/>
          </p:nvSpPr>
          <p:spPr>
            <a:xfrm>
              <a:off x="1503000" y="1105900"/>
              <a:ext cx="12525" cy="12600"/>
            </a:xfrm>
            <a:custGeom>
              <a:avLst/>
              <a:gdLst/>
              <a:ahLst/>
              <a:cxnLst/>
              <a:rect l="l" t="t" r="r" b="b"/>
              <a:pathLst>
                <a:path w="501" h="504"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20;p2"/>
            <p:cNvSpPr/>
            <p:nvPr/>
          </p:nvSpPr>
          <p:spPr>
            <a:xfrm>
              <a:off x="1594750" y="110590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21;p2"/>
            <p:cNvSpPr/>
            <p:nvPr/>
          </p:nvSpPr>
          <p:spPr>
            <a:xfrm>
              <a:off x="1686650" y="11059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22;p2"/>
            <p:cNvSpPr/>
            <p:nvPr/>
          </p:nvSpPr>
          <p:spPr>
            <a:xfrm>
              <a:off x="1778450" y="110590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23;p2"/>
            <p:cNvSpPr/>
            <p:nvPr/>
          </p:nvSpPr>
          <p:spPr>
            <a:xfrm>
              <a:off x="1870375" y="1105900"/>
              <a:ext cx="12400" cy="12600"/>
            </a:xfrm>
            <a:custGeom>
              <a:avLst/>
              <a:gdLst/>
              <a:ahLst/>
              <a:cxnLst/>
              <a:rect l="l" t="t" r="r" b="b"/>
              <a:pathLst>
                <a:path w="496" h="504"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24;p2"/>
            <p:cNvSpPr/>
            <p:nvPr/>
          </p:nvSpPr>
          <p:spPr>
            <a:xfrm>
              <a:off x="1962150" y="110590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25;p2"/>
            <p:cNvSpPr/>
            <p:nvPr/>
          </p:nvSpPr>
          <p:spPr>
            <a:xfrm>
              <a:off x="2054075" y="1105900"/>
              <a:ext cx="12425" cy="12600"/>
            </a:xfrm>
            <a:custGeom>
              <a:avLst/>
              <a:gdLst/>
              <a:ahLst/>
              <a:cxnLst/>
              <a:rect l="l" t="t" r="r" b="b"/>
              <a:pathLst>
                <a:path w="497" h="504"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26;p2"/>
            <p:cNvSpPr/>
            <p:nvPr/>
          </p:nvSpPr>
          <p:spPr>
            <a:xfrm>
              <a:off x="2145825" y="11059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27;p2"/>
            <p:cNvSpPr/>
            <p:nvPr/>
          </p:nvSpPr>
          <p:spPr>
            <a:xfrm>
              <a:off x="2237800" y="1105900"/>
              <a:ext cx="12350" cy="12600"/>
            </a:xfrm>
            <a:custGeom>
              <a:avLst/>
              <a:gdLst/>
              <a:ahLst/>
              <a:cxnLst/>
              <a:rect l="l" t="t" r="r" b="b"/>
              <a:pathLst>
                <a:path w="494" h="504"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28;p2"/>
            <p:cNvSpPr/>
            <p:nvPr/>
          </p:nvSpPr>
          <p:spPr>
            <a:xfrm>
              <a:off x="2329550" y="110590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29;p2"/>
            <p:cNvSpPr/>
            <p:nvPr/>
          </p:nvSpPr>
          <p:spPr>
            <a:xfrm>
              <a:off x="2421325" y="110590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30;p2"/>
            <p:cNvSpPr/>
            <p:nvPr/>
          </p:nvSpPr>
          <p:spPr>
            <a:xfrm>
              <a:off x="2513250" y="1105900"/>
              <a:ext cx="12575" cy="12600"/>
            </a:xfrm>
            <a:custGeom>
              <a:avLst/>
              <a:gdLst/>
              <a:ahLst/>
              <a:cxnLst/>
              <a:rect l="l" t="t" r="r" b="b"/>
              <a:pathLst>
                <a:path w="503" h="504"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31;p2"/>
            <p:cNvSpPr/>
            <p:nvPr/>
          </p:nvSpPr>
          <p:spPr>
            <a:xfrm>
              <a:off x="2605000" y="110590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32;p2"/>
            <p:cNvSpPr/>
            <p:nvPr/>
          </p:nvSpPr>
          <p:spPr>
            <a:xfrm>
              <a:off x="2696950" y="1105900"/>
              <a:ext cx="12375" cy="12600"/>
            </a:xfrm>
            <a:custGeom>
              <a:avLst/>
              <a:gdLst/>
              <a:ahLst/>
              <a:cxnLst/>
              <a:rect l="l" t="t" r="r" b="b"/>
              <a:pathLst>
                <a:path w="495" h="504"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33;p2"/>
            <p:cNvSpPr/>
            <p:nvPr/>
          </p:nvSpPr>
          <p:spPr>
            <a:xfrm>
              <a:off x="2788700" y="11059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34;p2"/>
            <p:cNvSpPr/>
            <p:nvPr/>
          </p:nvSpPr>
          <p:spPr>
            <a:xfrm>
              <a:off x="2880675" y="1105900"/>
              <a:ext cx="12375" cy="12600"/>
            </a:xfrm>
            <a:custGeom>
              <a:avLst/>
              <a:gdLst/>
              <a:ahLst/>
              <a:cxnLst/>
              <a:rect l="l" t="t" r="r" b="b"/>
              <a:pathLst>
                <a:path w="495" h="504"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35;p2"/>
            <p:cNvSpPr/>
            <p:nvPr/>
          </p:nvSpPr>
          <p:spPr>
            <a:xfrm>
              <a:off x="2972425" y="110590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36;p2"/>
            <p:cNvSpPr/>
            <p:nvPr/>
          </p:nvSpPr>
          <p:spPr>
            <a:xfrm>
              <a:off x="3064375" y="1105900"/>
              <a:ext cx="12375" cy="12600"/>
            </a:xfrm>
            <a:custGeom>
              <a:avLst/>
              <a:gdLst/>
              <a:ahLst/>
              <a:cxnLst/>
              <a:rect l="l" t="t" r="r" b="b"/>
              <a:pathLst>
                <a:path w="495" h="504"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37;p2"/>
            <p:cNvSpPr/>
            <p:nvPr/>
          </p:nvSpPr>
          <p:spPr>
            <a:xfrm>
              <a:off x="3156125" y="11059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38;p2"/>
            <p:cNvSpPr/>
            <p:nvPr/>
          </p:nvSpPr>
          <p:spPr>
            <a:xfrm>
              <a:off x="3247875" y="1105900"/>
              <a:ext cx="12575" cy="12600"/>
            </a:xfrm>
            <a:custGeom>
              <a:avLst/>
              <a:gdLst/>
              <a:ahLst/>
              <a:cxnLst/>
              <a:rect l="l" t="t" r="r" b="b"/>
              <a:pathLst>
                <a:path w="503"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39;p2"/>
            <p:cNvSpPr/>
            <p:nvPr/>
          </p:nvSpPr>
          <p:spPr>
            <a:xfrm>
              <a:off x="3339850" y="1105900"/>
              <a:ext cx="12525" cy="12600"/>
            </a:xfrm>
            <a:custGeom>
              <a:avLst/>
              <a:gdLst/>
              <a:ahLst/>
              <a:cxnLst/>
              <a:rect l="l" t="t" r="r" b="b"/>
              <a:pathLst>
                <a:path w="501" h="504"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40;p2"/>
            <p:cNvSpPr/>
            <p:nvPr/>
          </p:nvSpPr>
          <p:spPr>
            <a:xfrm>
              <a:off x="3431575" y="11059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1;p2"/>
            <p:cNvSpPr/>
            <p:nvPr/>
          </p:nvSpPr>
          <p:spPr>
            <a:xfrm>
              <a:off x="3523550" y="110590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42;p2"/>
            <p:cNvSpPr/>
            <p:nvPr/>
          </p:nvSpPr>
          <p:spPr>
            <a:xfrm>
              <a:off x="676400" y="1197875"/>
              <a:ext cx="12600" cy="12375"/>
            </a:xfrm>
            <a:custGeom>
              <a:avLst/>
              <a:gdLst/>
              <a:ahLst/>
              <a:cxnLst/>
              <a:rect l="l" t="t" r="r" b="b"/>
              <a:pathLst>
                <a:path w="504" h="495" extrusionOk="0">
                  <a:moveTo>
                    <a:pt x="252" y="0"/>
                  </a:moveTo>
                  <a:cubicBezTo>
                    <a:pt x="116" y="0"/>
                    <a:pt x="1" y="107"/>
                    <a:pt x="1" y="243"/>
                  </a:cubicBezTo>
                  <a:cubicBezTo>
                    <a:pt x="1" y="388"/>
                    <a:pt x="116" y="494"/>
                    <a:pt x="252" y="494"/>
                  </a:cubicBezTo>
                  <a:cubicBezTo>
                    <a:pt x="388" y="494"/>
                    <a:pt x="503" y="388"/>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43;p2"/>
            <p:cNvSpPr/>
            <p:nvPr/>
          </p:nvSpPr>
          <p:spPr>
            <a:xfrm>
              <a:off x="768325" y="1197875"/>
              <a:ext cx="12400" cy="12375"/>
            </a:xfrm>
            <a:custGeom>
              <a:avLst/>
              <a:gdLst/>
              <a:ahLst/>
              <a:cxnLst/>
              <a:rect l="l" t="t" r="r" b="b"/>
              <a:pathLst>
                <a:path w="496" h="495" extrusionOk="0">
                  <a:moveTo>
                    <a:pt x="245" y="0"/>
                  </a:moveTo>
                  <a:cubicBezTo>
                    <a:pt x="109" y="0"/>
                    <a:pt x="0" y="107"/>
                    <a:pt x="0" y="243"/>
                  </a:cubicBezTo>
                  <a:cubicBezTo>
                    <a:pt x="0" y="388"/>
                    <a:pt x="109" y="494"/>
                    <a:pt x="245" y="494"/>
                  </a:cubicBezTo>
                  <a:cubicBezTo>
                    <a:pt x="388" y="494"/>
                    <a:pt x="496" y="388"/>
                    <a:pt x="496" y="243"/>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44;p2"/>
            <p:cNvSpPr/>
            <p:nvPr/>
          </p:nvSpPr>
          <p:spPr>
            <a:xfrm>
              <a:off x="860125" y="1197875"/>
              <a:ext cx="12525" cy="12375"/>
            </a:xfrm>
            <a:custGeom>
              <a:avLst/>
              <a:gdLst/>
              <a:ahLst/>
              <a:cxnLst/>
              <a:rect l="l" t="t" r="r" b="b"/>
              <a:pathLst>
                <a:path w="501" h="495" extrusionOk="0">
                  <a:moveTo>
                    <a:pt x="251" y="0"/>
                  </a:moveTo>
                  <a:cubicBezTo>
                    <a:pt x="114" y="0"/>
                    <a:pt x="0" y="107"/>
                    <a:pt x="0" y="243"/>
                  </a:cubicBezTo>
                  <a:cubicBezTo>
                    <a:pt x="0" y="388"/>
                    <a:pt x="114" y="494"/>
                    <a:pt x="251" y="494"/>
                  </a:cubicBezTo>
                  <a:cubicBezTo>
                    <a:pt x="387" y="494"/>
                    <a:pt x="501" y="388"/>
                    <a:pt x="501" y="243"/>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45;p2"/>
            <p:cNvSpPr/>
            <p:nvPr/>
          </p:nvSpPr>
          <p:spPr>
            <a:xfrm>
              <a:off x="951850" y="1197875"/>
              <a:ext cx="12600" cy="12375"/>
            </a:xfrm>
            <a:custGeom>
              <a:avLst/>
              <a:gdLst/>
              <a:ahLst/>
              <a:cxnLst/>
              <a:rect l="l" t="t" r="r" b="b"/>
              <a:pathLst>
                <a:path w="504" h="495" extrusionOk="0">
                  <a:moveTo>
                    <a:pt x="252" y="0"/>
                  </a:moveTo>
                  <a:cubicBezTo>
                    <a:pt x="116" y="0"/>
                    <a:pt x="1" y="107"/>
                    <a:pt x="1" y="243"/>
                  </a:cubicBezTo>
                  <a:cubicBezTo>
                    <a:pt x="1" y="388"/>
                    <a:pt x="116" y="494"/>
                    <a:pt x="252" y="494"/>
                  </a:cubicBezTo>
                  <a:cubicBezTo>
                    <a:pt x="388" y="494"/>
                    <a:pt x="503" y="388"/>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46;p2"/>
            <p:cNvSpPr/>
            <p:nvPr/>
          </p:nvSpPr>
          <p:spPr>
            <a:xfrm>
              <a:off x="1043825" y="1197875"/>
              <a:ext cx="12375" cy="12375"/>
            </a:xfrm>
            <a:custGeom>
              <a:avLst/>
              <a:gdLst/>
              <a:ahLst/>
              <a:cxnLst/>
              <a:rect l="l" t="t" r="r" b="b"/>
              <a:pathLst>
                <a:path w="495" h="495" extrusionOk="0">
                  <a:moveTo>
                    <a:pt x="250" y="0"/>
                  </a:moveTo>
                  <a:cubicBezTo>
                    <a:pt x="107" y="0"/>
                    <a:pt x="0" y="107"/>
                    <a:pt x="0" y="243"/>
                  </a:cubicBezTo>
                  <a:cubicBezTo>
                    <a:pt x="0" y="388"/>
                    <a:pt x="107" y="494"/>
                    <a:pt x="250" y="494"/>
                  </a:cubicBezTo>
                  <a:cubicBezTo>
                    <a:pt x="388" y="494"/>
                    <a:pt x="494" y="388"/>
                    <a:pt x="494" y="243"/>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47;p2"/>
            <p:cNvSpPr/>
            <p:nvPr/>
          </p:nvSpPr>
          <p:spPr>
            <a:xfrm>
              <a:off x="1135575" y="1197875"/>
              <a:ext cx="12575" cy="12375"/>
            </a:xfrm>
            <a:custGeom>
              <a:avLst/>
              <a:gdLst/>
              <a:ahLst/>
              <a:cxnLst/>
              <a:rect l="l" t="t" r="r" b="b"/>
              <a:pathLst>
                <a:path w="503" h="495" extrusionOk="0">
                  <a:moveTo>
                    <a:pt x="252" y="0"/>
                  </a:moveTo>
                  <a:cubicBezTo>
                    <a:pt x="116" y="0"/>
                    <a:pt x="0" y="107"/>
                    <a:pt x="0" y="243"/>
                  </a:cubicBezTo>
                  <a:cubicBezTo>
                    <a:pt x="0" y="388"/>
                    <a:pt x="116" y="494"/>
                    <a:pt x="252" y="494"/>
                  </a:cubicBezTo>
                  <a:cubicBezTo>
                    <a:pt x="387" y="494"/>
                    <a:pt x="503" y="388"/>
                    <a:pt x="503" y="243"/>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48;p2"/>
            <p:cNvSpPr/>
            <p:nvPr/>
          </p:nvSpPr>
          <p:spPr>
            <a:xfrm>
              <a:off x="1227500" y="1197875"/>
              <a:ext cx="12400" cy="12375"/>
            </a:xfrm>
            <a:custGeom>
              <a:avLst/>
              <a:gdLst/>
              <a:ahLst/>
              <a:cxnLst/>
              <a:rect l="l" t="t" r="r" b="b"/>
              <a:pathLst>
                <a:path w="496" h="495" extrusionOk="0">
                  <a:moveTo>
                    <a:pt x="251" y="0"/>
                  </a:moveTo>
                  <a:cubicBezTo>
                    <a:pt x="109" y="0"/>
                    <a:pt x="0" y="107"/>
                    <a:pt x="0" y="243"/>
                  </a:cubicBezTo>
                  <a:cubicBezTo>
                    <a:pt x="0" y="388"/>
                    <a:pt x="109" y="494"/>
                    <a:pt x="251" y="494"/>
                  </a:cubicBezTo>
                  <a:cubicBezTo>
                    <a:pt x="387" y="494"/>
                    <a:pt x="496" y="388"/>
                    <a:pt x="496" y="243"/>
                  </a:cubicBezTo>
                  <a:cubicBezTo>
                    <a:pt x="496"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49;p2"/>
            <p:cNvSpPr/>
            <p:nvPr/>
          </p:nvSpPr>
          <p:spPr>
            <a:xfrm>
              <a:off x="1319275" y="1197875"/>
              <a:ext cx="12550" cy="12375"/>
            </a:xfrm>
            <a:custGeom>
              <a:avLst/>
              <a:gdLst/>
              <a:ahLst/>
              <a:cxnLst/>
              <a:rect l="l" t="t" r="r" b="b"/>
              <a:pathLst>
                <a:path w="502" h="495" extrusionOk="0">
                  <a:moveTo>
                    <a:pt x="252" y="0"/>
                  </a:moveTo>
                  <a:cubicBezTo>
                    <a:pt x="114" y="0"/>
                    <a:pt x="1" y="107"/>
                    <a:pt x="1" y="243"/>
                  </a:cubicBezTo>
                  <a:cubicBezTo>
                    <a:pt x="1" y="388"/>
                    <a:pt x="114" y="494"/>
                    <a:pt x="252" y="494"/>
                  </a:cubicBezTo>
                  <a:cubicBezTo>
                    <a:pt x="388" y="494"/>
                    <a:pt x="501" y="388"/>
                    <a:pt x="501" y="243"/>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50;p2"/>
            <p:cNvSpPr/>
            <p:nvPr/>
          </p:nvSpPr>
          <p:spPr>
            <a:xfrm>
              <a:off x="1411200" y="1197875"/>
              <a:ext cx="12425" cy="12375"/>
            </a:xfrm>
            <a:custGeom>
              <a:avLst/>
              <a:gdLst/>
              <a:ahLst/>
              <a:cxnLst/>
              <a:rect l="l" t="t" r="r" b="b"/>
              <a:pathLst>
                <a:path w="497" h="495" extrusionOk="0">
                  <a:moveTo>
                    <a:pt x="245" y="0"/>
                  </a:moveTo>
                  <a:cubicBezTo>
                    <a:pt x="109" y="0"/>
                    <a:pt x="1" y="107"/>
                    <a:pt x="1" y="243"/>
                  </a:cubicBezTo>
                  <a:cubicBezTo>
                    <a:pt x="1" y="388"/>
                    <a:pt x="109" y="494"/>
                    <a:pt x="245" y="494"/>
                  </a:cubicBezTo>
                  <a:cubicBezTo>
                    <a:pt x="388" y="494"/>
                    <a:pt x="496" y="388"/>
                    <a:pt x="496" y="243"/>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51;p2"/>
            <p:cNvSpPr/>
            <p:nvPr/>
          </p:nvSpPr>
          <p:spPr>
            <a:xfrm>
              <a:off x="1503000" y="1197875"/>
              <a:ext cx="12525" cy="12375"/>
            </a:xfrm>
            <a:custGeom>
              <a:avLst/>
              <a:gdLst/>
              <a:ahLst/>
              <a:cxnLst/>
              <a:rect l="l" t="t" r="r" b="b"/>
              <a:pathLst>
                <a:path w="501" h="495" extrusionOk="0">
                  <a:moveTo>
                    <a:pt x="250" y="0"/>
                  </a:moveTo>
                  <a:cubicBezTo>
                    <a:pt x="114" y="0"/>
                    <a:pt x="0" y="107"/>
                    <a:pt x="0" y="243"/>
                  </a:cubicBezTo>
                  <a:cubicBezTo>
                    <a:pt x="0" y="388"/>
                    <a:pt x="114" y="494"/>
                    <a:pt x="250" y="494"/>
                  </a:cubicBezTo>
                  <a:cubicBezTo>
                    <a:pt x="387" y="494"/>
                    <a:pt x="501" y="388"/>
                    <a:pt x="501" y="243"/>
                  </a:cubicBezTo>
                  <a:cubicBezTo>
                    <a:pt x="501" y="107"/>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52;p2"/>
            <p:cNvSpPr/>
            <p:nvPr/>
          </p:nvSpPr>
          <p:spPr>
            <a:xfrm>
              <a:off x="1594750" y="1197875"/>
              <a:ext cx="12575" cy="12375"/>
            </a:xfrm>
            <a:custGeom>
              <a:avLst/>
              <a:gdLst/>
              <a:ahLst/>
              <a:cxnLst/>
              <a:rect l="l" t="t" r="r" b="b"/>
              <a:pathLst>
                <a:path w="503" h="495" extrusionOk="0">
                  <a:moveTo>
                    <a:pt x="251" y="0"/>
                  </a:moveTo>
                  <a:cubicBezTo>
                    <a:pt x="115" y="0"/>
                    <a:pt x="0" y="107"/>
                    <a:pt x="0" y="243"/>
                  </a:cubicBezTo>
                  <a:cubicBezTo>
                    <a:pt x="0" y="388"/>
                    <a:pt x="115" y="494"/>
                    <a:pt x="251" y="494"/>
                  </a:cubicBezTo>
                  <a:cubicBezTo>
                    <a:pt x="394" y="494"/>
                    <a:pt x="503" y="388"/>
                    <a:pt x="503" y="243"/>
                  </a:cubicBezTo>
                  <a:cubicBezTo>
                    <a:pt x="503" y="107"/>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53;p2"/>
            <p:cNvSpPr/>
            <p:nvPr/>
          </p:nvSpPr>
          <p:spPr>
            <a:xfrm>
              <a:off x="1686650" y="1197875"/>
              <a:ext cx="12600" cy="12375"/>
            </a:xfrm>
            <a:custGeom>
              <a:avLst/>
              <a:gdLst/>
              <a:ahLst/>
              <a:cxnLst/>
              <a:rect l="l" t="t" r="r" b="b"/>
              <a:pathLst>
                <a:path w="504" h="495" extrusionOk="0">
                  <a:moveTo>
                    <a:pt x="252" y="0"/>
                  </a:moveTo>
                  <a:cubicBezTo>
                    <a:pt x="116" y="0"/>
                    <a:pt x="1" y="107"/>
                    <a:pt x="1" y="243"/>
                  </a:cubicBezTo>
                  <a:cubicBezTo>
                    <a:pt x="1" y="388"/>
                    <a:pt x="116" y="494"/>
                    <a:pt x="252" y="494"/>
                  </a:cubicBezTo>
                  <a:cubicBezTo>
                    <a:pt x="388" y="494"/>
                    <a:pt x="503" y="388"/>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54;p2"/>
            <p:cNvSpPr/>
            <p:nvPr/>
          </p:nvSpPr>
          <p:spPr>
            <a:xfrm>
              <a:off x="1778450" y="1197875"/>
              <a:ext cx="12550" cy="12375"/>
            </a:xfrm>
            <a:custGeom>
              <a:avLst/>
              <a:gdLst/>
              <a:ahLst/>
              <a:cxnLst/>
              <a:rect l="l" t="t" r="r" b="b"/>
              <a:pathLst>
                <a:path w="502" h="495" extrusionOk="0">
                  <a:moveTo>
                    <a:pt x="252" y="0"/>
                  </a:moveTo>
                  <a:cubicBezTo>
                    <a:pt x="114" y="0"/>
                    <a:pt x="1" y="107"/>
                    <a:pt x="1" y="243"/>
                  </a:cubicBezTo>
                  <a:cubicBezTo>
                    <a:pt x="1" y="388"/>
                    <a:pt x="114" y="494"/>
                    <a:pt x="252" y="494"/>
                  </a:cubicBezTo>
                  <a:cubicBezTo>
                    <a:pt x="388" y="494"/>
                    <a:pt x="501" y="388"/>
                    <a:pt x="501" y="243"/>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55;p2"/>
            <p:cNvSpPr/>
            <p:nvPr/>
          </p:nvSpPr>
          <p:spPr>
            <a:xfrm>
              <a:off x="1870375" y="1197875"/>
              <a:ext cx="12400" cy="12375"/>
            </a:xfrm>
            <a:custGeom>
              <a:avLst/>
              <a:gdLst/>
              <a:ahLst/>
              <a:cxnLst/>
              <a:rect l="l" t="t" r="r" b="b"/>
              <a:pathLst>
                <a:path w="496" h="495" extrusionOk="0">
                  <a:moveTo>
                    <a:pt x="252" y="0"/>
                  </a:moveTo>
                  <a:cubicBezTo>
                    <a:pt x="109" y="0"/>
                    <a:pt x="0" y="107"/>
                    <a:pt x="0" y="243"/>
                  </a:cubicBezTo>
                  <a:cubicBezTo>
                    <a:pt x="0" y="388"/>
                    <a:pt x="109" y="494"/>
                    <a:pt x="252" y="494"/>
                  </a:cubicBezTo>
                  <a:cubicBezTo>
                    <a:pt x="387" y="494"/>
                    <a:pt x="496" y="388"/>
                    <a:pt x="496" y="243"/>
                  </a:cubicBezTo>
                  <a:cubicBezTo>
                    <a:pt x="496"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56;p2"/>
            <p:cNvSpPr/>
            <p:nvPr/>
          </p:nvSpPr>
          <p:spPr>
            <a:xfrm>
              <a:off x="1962150" y="1197875"/>
              <a:ext cx="12550" cy="12375"/>
            </a:xfrm>
            <a:custGeom>
              <a:avLst/>
              <a:gdLst/>
              <a:ahLst/>
              <a:cxnLst/>
              <a:rect l="l" t="t" r="r" b="b"/>
              <a:pathLst>
                <a:path w="502" h="495" extrusionOk="0">
                  <a:moveTo>
                    <a:pt x="250" y="0"/>
                  </a:moveTo>
                  <a:cubicBezTo>
                    <a:pt x="114" y="0"/>
                    <a:pt x="1" y="107"/>
                    <a:pt x="1" y="243"/>
                  </a:cubicBezTo>
                  <a:cubicBezTo>
                    <a:pt x="1" y="388"/>
                    <a:pt x="114" y="494"/>
                    <a:pt x="250" y="494"/>
                  </a:cubicBezTo>
                  <a:cubicBezTo>
                    <a:pt x="388" y="494"/>
                    <a:pt x="502" y="388"/>
                    <a:pt x="502" y="243"/>
                  </a:cubicBezTo>
                  <a:cubicBezTo>
                    <a:pt x="502"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57;p2"/>
            <p:cNvSpPr/>
            <p:nvPr/>
          </p:nvSpPr>
          <p:spPr>
            <a:xfrm>
              <a:off x="2054075" y="1197875"/>
              <a:ext cx="12425" cy="12375"/>
            </a:xfrm>
            <a:custGeom>
              <a:avLst/>
              <a:gdLst/>
              <a:ahLst/>
              <a:cxnLst/>
              <a:rect l="l" t="t" r="r" b="b"/>
              <a:pathLst>
                <a:path w="497" h="495" extrusionOk="0">
                  <a:moveTo>
                    <a:pt x="252" y="0"/>
                  </a:moveTo>
                  <a:cubicBezTo>
                    <a:pt x="109" y="0"/>
                    <a:pt x="1" y="107"/>
                    <a:pt x="1" y="243"/>
                  </a:cubicBezTo>
                  <a:cubicBezTo>
                    <a:pt x="1" y="388"/>
                    <a:pt x="109" y="494"/>
                    <a:pt x="252" y="494"/>
                  </a:cubicBezTo>
                  <a:cubicBezTo>
                    <a:pt x="388" y="494"/>
                    <a:pt x="496" y="388"/>
                    <a:pt x="496" y="243"/>
                  </a:cubicBezTo>
                  <a:cubicBezTo>
                    <a:pt x="496"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58;p2"/>
            <p:cNvSpPr/>
            <p:nvPr/>
          </p:nvSpPr>
          <p:spPr>
            <a:xfrm>
              <a:off x="2145825" y="1197875"/>
              <a:ext cx="12600" cy="12375"/>
            </a:xfrm>
            <a:custGeom>
              <a:avLst/>
              <a:gdLst/>
              <a:ahLst/>
              <a:cxnLst/>
              <a:rect l="l" t="t" r="r" b="b"/>
              <a:pathLst>
                <a:path w="504" h="495" extrusionOk="0">
                  <a:moveTo>
                    <a:pt x="252" y="0"/>
                  </a:moveTo>
                  <a:cubicBezTo>
                    <a:pt x="116" y="0"/>
                    <a:pt x="1" y="107"/>
                    <a:pt x="1" y="243"/>
                  </a:cubicBezTo>
                  <a:cubicBezTo>
                    <a:pt x="1" y="388"/>
                    <a:pt x="116" y="494"/>
                    <a:pt x="252" y="494"/>
                  </a:cubicBezTo>
                  <a:cubicBezTo>
                    <a:pt x="388" y="494"/>
                    <a:pt x="503" y="388"/>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59;p2"/>
            <p:cNvSpPr/>
            <p:nvPr/>
          </p:nvSpPr>
          <p:spPr>
            <a:xfrm>
              <a:off x="2237800" y="1197875"/>
              <a:ext cx="12350" cy="12375"/>
            </a:xfrm>
            <a:custGeom>
              <a:avLst/>
              <a:gdLst/>
              <a:ahLst/>
              <a:cxnLst/>
              <a:rect l="l" t="t" r="r" b="b"/>
              <a:pathLst>
                <a:path w="494" h="495" extrusionOk="0">
                  <a:moveTo>
                    <a:pt x="244" y="0"/>
                  </a:moveTo>
                  <a:cubicBezTo>
                    <a:pt x="107" y="0"/>
                    <a:pt x="0" y="107"/>
                    <a:pt x="0" y="243"/>
                  </a:cubicBezTo>
                  <a:cubicBezTo>
                    <a:pt x="0" y="388"/>
                    <a:pt x="107" y="494"/>
                    <a:pt x="244" y="494"/>
                  </a:cubicBezTo>
                  <a:cubicBezTo>
                    <a:pt x="387" y="494"/>
                    <a:pt x="494" y="388"/>
                    <a:pt x="494" y="243"/>
                  </a:cubicBezTo>
                  <a:cubicBezTo>
                    <a:pt x="494" y="107"/>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60;p2"/>
            <p:cNvSpPr/>
            <p:nvPr/>
          </p:nvSpPr>
          <p:spPr>
            <a:xfrm>
              <a:off x="2329550" y="1197875"/>
              <a:ext cx="12575" cy="12375"/>
            </a:xfrm>
            <a:custGeom>
              <a:avLst/>
              <a:gdLst/>
              <a:ahLst/>
              <a:cxnLst/>
              <a:rect l="l" t="t" r="r" b="b"/>
              <a:pathLst>
                <a:path w="503" h="495" extrusionOk="0">
                  <a:moveTo>
                    <a:pt x="251" y="0"/>
                  </a:moveTo>
                  <a:cubicBezTo>
                    <a:pt x="115" y="0"/>
                    <a:pt x="0" y="107"/>
                    <a:pt x="0" y="243"/>
                  </a:cubicBezTo>
                  <a:cubicBezTo>
                    <a:pt x="0" y="388"/>
                    <a:pt x="115" y="494"/>
                    <a:pt x="251" y="494"/>
                  </a:cubicBezTo>
                  <a:cubicBezTo>
                    <a:pt x="387" y="494"/>
                    <a:pt x="502" y="388"/>
                    <a:pt x="502" y="243"/>
                  </a:cubicBezTo>
                  <a:cubicBezTo>
                    <a:pt x="502"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61;p2"/>
            <p:cNvSpPr/>
            <p:nvPr/>
          </p:nvSpPr>
          <p:spPr>
            <a:xfrm>
              <a:off x="2421325" y="1197875"/>
              <a:ext cx="12550" cy="12375"/>
            </a:xfrm>
            <a:custGeom>
              <a:avLst/>
              <a:gdLst/>
              <a:ahLst/>
              <a:cxnLst/>
              <a:rect l="l" t="t" r="r" b="b"/>
              <a:pathLst>
                <a:path w="502" h="495" extrusionOk="0">
                  <a:moveTo>
                    <a:pt x="250" y="0"/>
                  </a:moveTo>
                  <a:cubicBezTo>
                    <a:pt x="114" y="0"/>
                    <a:pt x="1" y="107"/>
                    <a:pt x="1" y="243"/>
                  </a:cubicBezTo>
                  <a:cubicBezTo>
                    <a:pt x="1" y="388"/>
                    <a:pt x="114" y="494"/>
                    <a:pt x="250" y="494"/>
                  </a:cubicBezTo>
                  <a:cubicBezTo>
                    <a:pt x="395" y="494"/>
                    <a:pt x="501" y="388"/>
                    <a:pt x="501" y="243"/>
                  </a:cubicBezTo>
                  <a:cubicBezTo>
                    <a:pt x="501" y="107"/>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62;p2"/>
            <p:cNvSpPr/>
            <p:nvPr/>
          </p:nvSpPr>
          <p:spPr>
            <a:xfrm>
              <a:off x="2513250" y="1197875"/>
              <a:ext cx="12575" cy="12375"/>
            </a:xfrm>
            <a:custGeom>
              <a:avLst/>
              <a:gdLst/>
              <a:ahLst/>
              <a:cxnLst/>
              <a:rect l="l" t="t" r="r" b="b"/>
              <a:pathLst>
                <a:path w="503" h="495" extrusionOk="0">
                  <a:moveTo>
                    <a:pt x="252" y="0"/>
                  </a:moveTo>
                  <a:cubicBezTo>
                    <a:pt x="109" y="0"/>
                    <a:pt x="0" y="107"/>
                    <a:pt x="0" y="243"/>
                  </a:cubicBezTo>
                  <a:cubicBezTo>
                    <a:pt x="0" y="388"/>
                    <a:pt x="109" y="494"/>
                    <a:pt x="252" y="494"/>
                  </a:cubicBezTo>
                  <a:cubicBezTo>
                    <a:pt x="388" y="494"/>
                    <a:pt x="503" y="388"/>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63;p2"/>
            <p:cNvSpPr/>
            <p:nvPr/>
          </p:nvSpPr>
          <p:spPr>
            <a:xfrm>
              <a:off x="2605000" y="1197875"/>
              <a:ext cx="12575" cy="12375"/>
            </a:xfrm>
            <a:custGeom>
              <a:avLst/>
              <a:gdLst/>
              <a:ahLst/>
              <a:cxnLst/>
              <a:rect l="l" t="t" r="r" b="b"/>
              <a:pathLst>
                <a:path w="503" h="495" extrusionOk="0">
                  <a:moveTo>
                    <a:pt x="252" y="0"/>
                  </a:moveTo>
                  <a:cubicBezTo>
                    <a:pt x="116" y="0"/>
                    <a:pt x="0" y="107"/>
                    <a:pt x="0" y="243"/>
                  </a:cubicBezTo>
                  <a:cubicBezTo>
                    <a:pt x="0" y="388"/>
                    <a:pt x="116" y="494"/>
                    <a:pt x="252" y="494"/>
                  </a:cubicBezTo>
                  <a:cubicBezTo>
                    <a:pt x="387" y="494"/>
                    <a:pt x="503" y="388"/>
                    <a:pt x="503" y="243"/>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64;p2"/>
            <p:cNvSpPr/>
            <p:nvPr/>
          </p:nvSpPr>
          <p:spPr>
            <a:xfrm>
              <a:off x="2696950" y="1197875"/>
              <a:ext cx="12375" cy="12375"/>
            </a:xfrm>
            <a:custGeom>
              <a:avLst/>
              <a:gdLst/>
              <a:ahLst/>
              <a:cxnLst/>
              <a:rect l="l" t="t" r="r" b="b"/>
              <a:pathLst>
                <a:path w="495" h="495" extrusionOk="0">
                  <a:moveTo>
                    <a:pt x="252" y="0"/>
                  </a:moveTo>
                  <a:cubicBezTo>
                    <a:pt x="108" y="0"/>
                    <a:pt x="1" y="107"/>
                    <a:pt x="1" y="243"/>
                  </a:cubicBezTo>
                  <a:cubicBezTo>
                    <a:pt x="1" y="388"/>
                    <a:pt x="108" y="494"/>
                    <a:pt x="252" y="494"/>
                  </a:cubicBezTo>
                  <a:cubicBezTo>
                    <a:pt x="388" y="494"/>
                    <a:pt x="495" y="388"/>
                    <a:pt x="495" y="243"/>
                  </a:cubicBezTo>
                  <a:cubicBezTo>
                    <a:pt x="495"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65;p2"/>
            <p:cNvSpPr/>
            <p:nvPr/>
          </p:nvSpPr>
          <p:spPr>
            <a:xfrm>
              <a:off x="2788700" y="1197875"/>
              <a:ext cx="12600" cy="12375"/>
            </a:xfrm>
            <a:custGeom>
              <a:avLst/>
              <a:gdLst/>
              <a:ahLst/>
              <a:cxnLst/>
              <a:rect l="l" t="t" r="r" b="b"/>
              <a:pathLst>
                <a:path w="504" h="495" extrusionOk="0">
                  <a:moveTo>
                    <a:pt x="252" y="0"/>
                  </a:moveTo>
                  <a:cubicBezTo>
                    <a:pt x="116" y="0"/>
                    <a:pt x="1" y="107"/>
                    <a:pt x="1" y="243"/>
                  </a:cubicBezTo>
                  <a:cubicBezTo>
                    <a:pt x="1" y="388"/>
                    <a:pt x="116" y="494"/>
                    <a:pt x="252" y="494"/>
                  </a:cubicBezTo>
                  <a:cubicBezTo>
                    <a:pt x="388" y="494"/>
                    <a:pt x="503" y="388"/>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66;p2"/>
            <p:cNvSpPr/>
            <p:nvPr/>
          </p:nvSpPr>
          <p:spPr>
            <a:xfrm>
              <a:off x="2880675" y="1197875"/>
              <a:ext cx="12375" cy="12375"/>
            </a:xfrm>
            <a:custGeom>
              <a:avLst/>
              <a:gdLst/>
              <a:ahLst/>
              <a:cxnLst/>
              <a:rect l="l" t="t" r="r" b="b"/>
              <a:pathLst>
                <a:path w="495" h="495" extrusionOk="0">
                  <a:moveTo>
                    <a:pt x="243" y="0"/>
                  </a:moveTo>
                  <a:cubicBezTo>
                    <a:pt x="107" y="0"/>
                    <a:pt x="0" y="107"/>
                    <a:pt x="0" y="243"/>
                  </a:cubicBezTo>
                  <a:cubicBezTo>
                    <a:pt x="0" y="388"/>
                    <a:pt x="107" y="494"/>
                    <a:pt x="243" y="494"/>
                  </a:cubicBezTo>
                  <a:cubicBezTo>
                    <a:pt x="387" y="494"/>
                    <a:pt x="494" y="388"/>
                    <a:pt x="494" y="243"/>
                  </a:cubicBezTo>
                  <a:cubicBezTo>
                    <a:pt x="494" y="107"/>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67;p2"/>
            <p:cNvSpPr/>
            <p:nvPr/>
          </p:nvSpPr>
          <p:spPr>
            <a:xfrm>
              <a:off x="2972425" y="1197875"/>
              <a:ext cx="12575" cy="12375"/>
            </a:xfrm>
            <a:custGeom>
              <a:avLst/>
              <a:gdLst/>
              <a:ahLst/>
              <a:cxnLst/>
              <a:rect l="l" t="t" r="r" b="b"/>
              <a:pathLst>
                <a:path w="503" h="495" extrusionOk="0">
                  <a:moveTo>
                    <a:pt x="251" y="0"/>
                  </a:moveTo>
                  <a:cubicBezTo>
                    <a:pt x="115" y="0"/>
                    <a:pt x="0" y="107"/>
                    <a:pt x="0" y="243"/>
                  </a:cubicBezTo>
                  <a:cubicBezTo>
                    <a:pt x="0" y="388"/>
                    <a:pt x="115" y="494"/>
                    <a:pt x="251" y="494"/>
                  </a:cubicBezTo>
                  <a:cubicBezTo>
                    <a:pt x="387" y="494"/>
                    <a:pt x="503" y="388"/>
                    <a:pt x="503" y="243"/>
                  </a:cubicBezTo>
                  <a:cubicBezTo>
                    <a:pt x="503"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68;p2"/>
            <p:cNvSpPr/>
            <p:nvPr/>
          </p:nvSpPr>
          <p:spPr>
            <a:xfrm>
              <a:off x="3064375" y="1197875"/>
              <a:ext cx="12375" cy="12375"/>
            </a:xfrm>
            <a:custGeom>
              <a:avLst/>
              <a:gdLst/>
              <a:ahLst/>
              <a:cxnLst/>
              <a:rect l="l" t="t" r="r" b="b"/>
              <a:pathLst>
                <a:path w="495" h="495" extrusionOk="0">
                  <a:moveTo>
                    <a:pt x="243" y="0"/>
                  </a:moveTo>
                  <a:cubicBezTo>
                    <a:pt x="107" y="0"/>
                    <a:pt x="1" y="107"/>
                    <a:pt x="1" y="243"/>
                  </a:cubicBezTo>
                  <a:cubicBezTo>
                    <a:pt x="1" y="388"/>
                    <a:pt x="107" y="494"/>
                    <a:pt x="243" y="494"/>
                  </a:cubicBezTo>
                  <a:cubicBezTo>
                    <a:pt x="388" y="494"/>
                    <a:pt x="495" y="388"/>
                    <a:pt x="495" y="243"/>
                  </a:cubicBezTo>
                  <a:cubicBezTo>
                    <a:pt x="495" y="107"/>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69;p2"/>
            <p:cNvSpPr/>
            <p:nvPr/>
          </p:nvSpPr>
          <p:spPr>
            <a:xfrm>
              <a:off x="3156125" y="1197875"/>
              <a:ext cx="12600" cy="12375"/>
            </a:xfrm>
            <a:custGeom>
              <a:avLst/>
              <a:gdLst/>
              <a:ahLst/>
              <a:cxnLst/>
              <a:rect l="l" t="t" r="r" b="b"/>
              <a:pathLst>
                <a:path w="504" h="495" extrusionOk="0">
                  <a:moveTo>
                    <a:pt x="252" y="0"/>
                  </a:moveTo>
                  <a:cubicBezTo>
                    <a:pt x="116" y="0"/>
                    <a:pt x="1" y="107"/>
                    <a:pt x="1" y="243"/>
                  </a:cubicBezTo>
                  <a:cubicBezTo>
                    <a:pt x="1" y="388"/>
                    <a:pt x="116" y="494"/>
                    <a:pt x="252" y="494"/>
                  </a:cubicBezTo>
                  <a:cubicBezTo>
                    <a:pt x="388" y="494"/>
                    <a:pt x="503" y="388"/>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70;p2"/>
            <p:cNvSpPr/>
            <p:nvPr/>
          </p:nvSpPr>
          <p:spPr>
            <a:xfrm>
              <a:off x="3247875" y="1197875"/>
              <a:ext cx="12575" cy="12375"/>
            </a:xfrm>
            <a:custGeom>
              <a:avLst/>
              <a:gdLst/>
              <a:ahLst/>
              <a:cxnLst/>
              <a:rect l="l" t="t" r="r" b="b"/>
              <a:pathLst>
                <a:path w="503" h="495" extrusionOk="0">
                  <a:moveTo>
                    <a:pt x="252" y="0"/>
                  </a:moveTo>
                  <a:cubicBezTo>
                    <a:pt x="116" y="0"/>
                    <a:pt x="1" y="107"/>
                    <a:pt x="1" y="243"/>
                  </a:cubicBezTo>
                  <a:cubicBezTo>
                    <a:pt x="1" y="388"/>
                    <a:pt x="116" y="494"/>
                    <a:pt x="252" y="494"/>
                  </a:cubicBezTo>
                  <a:cubicBezTo>
                    <a:pt x="388" y="494"/>
                    <a:pt x="503" y="388"/>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71;p2"/>
            <p:cNvSpPr/>
            <p:nvPr/>
          </p:nvSpPr>
          <p:spPr>
            <a:xfrm>
              <a:off x="3339850" y="1197875"/>
              <a:ext cx="12525" cy="12375"/>
            </a:xfrm>
            <a:custGeom>
              <a:avLst/>
              <a:gdLst/>
              <a:ahLst/>
              <a:cxnLst/>
              <a:rect l="l" t="t" r="r" b="b"/>
              <a:pathLst>
                <a:path w="501" h="495" extrusionOk="0">
                  <a:moveTo>
                    <a:pt x="251" y="0"/>
                  </a:moveTo>
                  <a:cubicBezTo>
                    <a:pt x="107" y="0"/>
                    <a:pt x="0" y="107"/>
                    <a:pt x="0" y="243"/>
                  </a:cubicBezTo>
                  <a:cubicBezTo>
                    <a:pt x="0" y="388"/>
                    <a:pt x="107" y="494"/>
                    <a:pt x="251" y="494"/>
                  </a:cubicBezTo>
                  <a:cubicBezTo>
                    <a:pt x="387" y="494"/>
                    <a:pt x="501" y="388"/>
                    <a:pt x="501" y="243"/>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72;p2"/>
            <p:cNvSpPr/>
            <p:nvPr/>
          </p:nvSpPr>
          <p:spPr>
            <a:xfrm>
              <a:off x="3431575" y="1197875"/>
              <a:ext cx="12600" cy="12375"/>
            </a:xfrm>
            <a:custGeom>
              <a:avLst/>
              <a:gdLst/>
              <a:ahLst/>
              <a:cxnLst/>
              <a:rect l="l" t="t" r="r" b="b"/>
              <a:pathLst>
                <a:path w="504" h="495" extrusionOk="0">
                  <a:moveTo>
                    <a:pt x="252" y="0"/>
                  </a:moveTo>
                  <a:cubicBezTo>
                    <a:pt x="116" y="0"/>
                    <a:pt x="1" y="107"/>
                    <a:pt x="1" y="243"/>
                  </a:cubicBezTo>
                  <a:cubicBezTo>
                    <a:pt x="1" y="388"/>
                    <a:pt x="116" y="494"/>
                    <a:pt x="252" y="494"/>
                  </a:cubicBezTo>
                  <a:cubicBezTo>
                    <a:pt x="388" y="494"/>
                    <a:pt x="503" y="388"/>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73;p2"/>
            <p:cNvSpPr/>
            <p:nvPr/>
          </p:nvSpPr>
          <p:spPr>
            <a:xfrm>
              <a:off x="3523550" y="1197875"/>
              <a:ext cx="12375" cy="12375"/>
            </a:xfrm>
            <a:custGeom>
              <a:avLst/>
              <a:gdLst/>
              <a:ahLst/>
              <a:cxnLst/>
              <a:rect l="l" t="t" r="r" b="b"/>
              <a:pathLst>
                <a:path w="495" h="495" extrusionOk="0">
                  <a:moveTo>
                    <a:pt x="250" y="0"/>
                  </a:moveTo>
                  <a:cubicBezTo>
                    <a:pt x="107" y="0"/>
                    <a:pt x="0" y="107"/>
                    <a:pt x="0" y="243"/>
                  </a:cubicBezTo>
                  <a:cubicBezTo>
                    <a:pt x="0" y="388"/>
                    <a:pt x="107" y="494"/>
                    <a:pt x="250" y="494"/>
                  </a:cubicBezTo>
                  <a:cubicBezTo>
                    <a:pt x="388" y="494"/>
                    <a:pt x="494" y="388"/>
                    <a:pt x="494" y="243"/>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74;p2"/>
            <p:cNvSpPr/>
            <p:nvPr/>
          </p:nvSpPr>
          <p:spPr>
            <a:xfrm>
              <a:off x="676400" y="12896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75;p2"/>
            <p:cNvSpPr/>
            <p:nvPr/>
          </p:nvSpPr>
          <p:spPr>
            <a:xfrm>
              <a:off x="768325" y="1289625"/>
              <a:ext cx="12400" cy="12575"/>
            </a:xfrm>
            <a:custGeom>
              <a:avLst/>
              <a:gdLst/>
              <a:ahLst/>
              <a:cxnLst/>
              <a:rect l="l" t="t" r="r" b="b"/>
              <a:pathLst>
                <a:path w="496" h="503" extrusionOk="0">
                  <a:moveTo>
                    <a:pt x="245" y="0"/>
                  </a:moveTo>
                  <a:cubicBezTo>
                    <a:pt x="109" y="0"/>
                    <a:pt x="0" y="116"/>
                    <a:pt x="0" y="252"/>
                  </a:cubicBezTo>
                  <a:cubicBezTo>
                    <a:pt x="0" y="387"/>
                    <a:pt x="109" y="503"/>
                    <a:pt x="245" y="503"/>
                  </a:cubicBezTo>
                  <a:cubicBezTo>
                    <a:pt x="388" y="503"/>
                    <a:pt x="496" y="387"/>
                    <a:pt x="496" y="252"/>
                  </a:cubicBezTo>
                  <a:cubicBezTo>
                    <a:pt x="496" y="116"/>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76;p2"/>
            <p:cNvSpPr/>
            <p:nvPr/>
          </p:nvSpPr>
          <p:spPr>
            <a:xfrm>
              <a:off x="860125" y="1289625"/>
              <a:ext cx="12525" cy="12575"/>
            </a:xfrm>
            <a:custGeom>
              <a:avLst/>
              <a:gdLst/>
              <a:ahLst/>
              <a:cxnLst/>
              <a:rect l="l" t="t" r="r" b="b"/>
              <a:pathLst>
                <a:path w="501" h="503" extrusionOk="0">
                  <a:moveTo>
                    <a:pt x="251" y="0"/>
                  </a:moveTo>
                  <a:cubicBezTo>
                    <a:pt x="114" y="0"/>
                    <a:pt x="0" y="116"/>
                    <a:pt x="0" y="252"/>
                  </a:cubicBezTo>
                  <a:cubicBezTo>
                    <a:pt x="0" y="387"/>
                    <a:pt x="114" y="503"/>
                    <a:pt x="251" y="503"/>
                  </a:cubicBezTo>
                  <a:cubicBezTo>
                    <a:pt x="387" y="503"/>
                    <a:pt x="501" y="387"/>
                    <a:pt x="501" y="252"/>
                  </a:cubicBezTo>
                  <a:cubicBezTo>
                    <a:pt x="501"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77;p2"/>
            <p:cNvSpPr/>
            <p:nvPr/>
          </p:nvSpPr>
          <p:spPr>
            <a:xfrm>
              <a:off x="951850" y="12896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78;p2"/>
            <p:cNvSpPr/>
            <p:nvPr/>
          </p:nvSpPr>
          <p:spPr>
            <a:xfrm>
              <a:off x="1043825" y="1289625"/>
              <a:ext cx="12375" cy="12575"/>
            </a:xfrm>
            <a:custGeom>
              <a:avLst/>
              <a:gdLst/>
              <a:ahLst/>
              <a:cxnLst/>
              <a:rect l="l" t="t" r="r" b="b"/>
              <a:pathLst>
                <a:path w="495" h="503" extrusionOk="0">
                  <a:moveTo>
                    <a:pt x="250" y="0"/>
                  </a:moveTo>
                  <a:cubicBezTo>
                    <a:pt x="107" y="0"/>
                    <a:pt x="0" y="116"/>
                    <a:pt x="0" y="252"/>
                  </a:cubicBezTo>
                  <a:cubicBezTo>
                    <a:pt x="0" y="387"/>
                    <a:pt x="107" y="503"/>
                    <a:pt x="250" y="503"/>
                  </a:cubicBezTo>
                  <a:cubicBezTo>
                    <a:pt x="388" y="503"/>
                    <a:pt x="494" y="387"/>
                    <a:pt x="494" y="252"/>
                  </a:cubicBezTo>
                  <a:cubicBezTo>
                    <a:pt x="494"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79;p2"/>
            <p:cNvSpPr/>
            <p:nvPr/>
          </p:nvSpPr>
          <p:spPr>
            <a:xfrm>
              <a:off x="1135575" y="1289625"/>
              <a:ext cx="12575" cy="12575"/>
            </a:xfrm>
            <a:custGeom>
              <a:avLst/>
              <a:gdLst/>
              <a:ahLst/>
              <a:cxnLst/>
              <a:rect l="l" t="t" r="r" b="b"/>
              <a:pathLst>
                <a:path w="503" h="503" extrusionOk="0">
                  <a:moveTo>
                    <a:pt x="252" y="0"/>
                  </a:moveTo>
                  <a:cubicBezTo>
                    <a:pt x="116" y="0"/>
                    <a:pt x="0" y="116"/>
                    <a:pt x="0" y="252"/>
                  </a:cubicBezTo>
                  <a:cubicBezTo>
                    <a:pt x="0" y="387"/>
                    <a:pt x="116" y="503"/>
                    <a:pt x="252" y="503"/>
                  </a:cubicBezTo>
                  <a:cubicBezTo>
                    <a:pt x="387" y="503"/>
                    <a:pt x="503" y="387"/>
                    <a:pt x="503" y="252"/>
                  </a:cubicBezTo>
                  <a:cubicBezTo>
                    <a:pt x="503"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80;p2"/>
            <p:cNvSpPr/>
            <p:nvPr/>
          </p:nvSpPr>
          <p:spPr>
            <a:xfrm>
              <a:off x="1227500" y="1289625"/>
              <a:ext cx="12400" cy="12575"/>
            </a:xfrm>
            <a:custGeom>
              <a:avLst/>
              <a:gdLst/>
              <a:ahLst/>
              <a:cxnLst/>
              <a:rect l="l" t="t" r="r" b="b"/>
              <a:pathLst>
                <a:path w="496" h="503" extrusionOk="0">
                  <a:moveTo>
                    <a:pt x="251" y="0"/>
                  </a:moveTo>
                  <a:cubicBezTo>
                    <a:pt x="109" y="0"/>
                    <a:pt x="0" y="116"/>
                    <a:pt x="0" y="252"/>
                  </a:cubicBezTo>
                  <a:cubicBezTo>
                    <a:pt x="0" y="387"/>
                    <a:pt x="109" y="503"/>
                    <a:pt x="251" y="503"/>
                  </a:cubicBezTo>
                  <a:cubicBezTo>
                    <a:pt x="387" y="503"/>
                    <a:pt x="496" y="387"/>
                    <a:pt x="496" y="252"/>
                  </a:cubicBezTo>
                  <a:cubicBezTo>
                    <a:pt x="496"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81;p2"/>
            <p:cNvSpPr/>
            <p:nvPr/>
          </p:nvSpPr>
          <p:spPr>
            <a:xfrm>
              <a:off x="1319275" y="1289625"/>
              <a:ext cx="12550" cy="12575"/>
            </a:xfrm>
            <a:custGeom>
              <a:avLst/>
              <a:gdLst/>
              <a:ahLst/>
              <a:cxnLst/>
              <a:rect l="l" t="t" r="r" b="b"/>
              <a:pathLst>
                <a:path w="502" h="503" extrusionOk="0">
                  <a:moveTo>
                    <a:pt x="252" y="0"/>
                  </a:moveTo>
                  <a:cubicBezTo>
                    <a:pt x="114" y="0"/>
                    <a:pt x="1" y="116"/>
                    <a:pt x="1" y="252"/>
                  </a:cubicBezTo>
                  <a:cubicBezTo>
                    <a:pt x="1" y="387"/>
                    <a:pt x="114" y="503"/>
                    <a:pt x="252" y="503"/>
                  </a:cubicBezTo>
                  <a:cubicBezTo>
                    <a:pt x="388" y="503"/>
                    <a:pt x="501" y="387"/>
                    <a:pt x="501" y="252"/>
                  </a:cubicBezTo>
                  <a:cubicBezTo>
                    <a:pt x="501"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82;p2"/>
            <p:cNvSpPr/>
            <p:nvPr/>
          </p:nvSpPr>
          <p:spPr>
            <a:xfrm>
              <a:off x="1411200" y="1289625"/>
              <a:ext cx="12425" cy="12575"/>
            </a:xfrm>
            <a:custGeom>
              <a:avLst/>
              <a:gdLst/>
              <a:ahLst/>
              <a:cxnLst/>
              <a:rect l="l" t="t" r="r" b="b"/>
              <a:pathLst>
                <a:path w="497" h="503" extrusionOk="0">
                  <a:moveTo>
                    <a:pt x="245" y="0"/>
                  </a:moveTo>
                  <a:cubicBezTo>
                    <a:pt x="109" y="0"/>
                    <a:pt x="1" y="116"/>
                    <a:pt x="1" y="252"/>
                  </a:cubicBezTo>
                  <a:cubicBezTo>
                    <a:pt x="1" y="387"/>
                    <a:pt x="109" y="503"/>
                    <a:pt x="245" y="503"/>
                  </a:cubicBezTo>
                  <a:cubicBezTo>
                    <a:pt x="388" y="503"/>
                    <a:pt x="496" y="387"/>
                    <a:pt x="496" y="252"/>
                  </a:cubicBezTo>
                  <a:cubicBezTo>
                    <a:pt x="496" y="116"/>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83;p2"/>
            <p:cNvSpPr/>
            <p:nvPr/>
          </p:nvSpPr>
          <p:spPr>
            <a:xfrm>
              <a:off x="1503000" y="1289625"/>
              <a:ext cx="12525" cy="12575"/>
            </a:xfrm>
            <a:custGeom>
              <a:avLst/>
              <a:gdLst/>
              <a:ahLst/>
              <a:cxnLst/>
              <a:rect l="l" t="t" r="r" b="b"/>
              <a:pathLst>
                <a:path w="501" h="503" extrusionOk="0">
                  <a:moveTo>
                    <a:pt x="250" y="0"/>
                  </a:moveTo>
                  <a:cubicBezTo>
                    <a:pt x="114" y="0"/>
                    <a:pt x="0" y="116"/>
                    <a:pt x="0" y="252"/>
                  </a:cubicBezTo>
                  <a:cubicBezTo>
                    <a:pt x="0" y="387"/>
                    <a:pt x="114" y="503"/>
                    <a:pt x="250" y="503"/>
                  </a:cubicBezTo>
                  <a:cubicBezTo>
                    <a:pt x="387" y="503"/>
                    <a:pt x="501" y="387"/>
                    <a:pt x="501" y="252"/>
                  </a:cubicBezTo>
                  <a:cubicBezTo>
                    <a:pt x="501" y="116"/>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84;p2"/>
            <p:cNvSpPr/>
            <p:nvPr/>
          </p:nvSpPr>
          <p:spPr>
            <a:xfrm>
              <a:off x="1594750" y="1289625"/>
              <a:ext cx="12575" cy="12575"/>
            </a:xfrm>
            <a:custGeom>
              <a:avLst/>
              <a:gdLst/>
              <a:ahLst/>
              <a:cxnLst/>
              <a:rect l="l" t="t" r="r" b="b"/>
              <a:pathLst>
                <a:path w="503" h="503" extrusionOk="0">
                  <a:moveTo>
                    <a:pt x="251" y="0"/>
                  </a:moveTo>
                  <a:cubicBezTo>
                    <a:pt x="115" y="0"/>
                    <a:pt x="0" y="116"/>
                    <a:pt x="0" y="252"/>
                  </a:cubicBezTo>
                  <a:cubicBezTo>
                    <a:pt x="0" y="387"/>
                    <a:pt x="115" y="503"/>
                    <a:pt x="251" y="503"/>
                  </a:cubicBezTo>
                  <a:cubicBezTo>
                    <a:pt x="394" y="503"/>
                    <a:pt x="503" y="387"/>
                    <a:pt x="503" y="252"/>
                  </a:cubicBezTo>
                  <a:cubicBezTo>
                    <a:pt x="503" y="116"/>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85;p2"/>
            <p:cNvSpPr/>
            <p:nvPr/>
          </p:nvSpPr>
          <p:spPr>
            <a:xfrm>
              <a:off x="1686650" y="12896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86;p2"/>
            <p:cNvSpPr/>
            <p:nvPr/>
          </p:nvSpPr>
          <p:spPr>
            <a:xfrm>
              <a:off x="1778450" y="1289625"/>
              <a:ext cx="12550" cy="12575"/>
            </a:xfrm>
            <a:custGeom>
              <a:avLst/>
              <a:gdLst/>
              <a:ahLst/>
              <a:cxnLst/>
              <a:rect l="l" t="t" r="r" b="b"/>
              <a:pathLst>
                <a:path w="502" h="503" extrusionOk="0">
                  <a:moveTo>
                    <a:pt x="252" y="0"/>
                  </a:moveTo>
                  <a:cubicBezTo>
                    <a:pt x="114" y="0"/>
                    <a:pt x="1" y="116"/>
                    <a:pt x="1" y="252"/>
                  </a:cubicBezTo>
                  <a:cubicBezTo>
                    <a:pt x="1" y="387"/>
                    <a:pt x="114" y="503"/>
                    <a:pt x="252" y="503"/>
                  </a:cubicBezTo>
                  <a:cubicBezTo>
                    <a:pt x="388" y="503"/>
                    <a:pt x="501" y="387"/>
                    <a:pt x="501" y="252"/>
                  </a:cubicBezTo>
                  <a:cubicBezTo>
                    <a:pt x="501"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87;p2"/>
            <p:cNvSpPr/>
            <p:nvPr/>
          </p:nvSpPr>
          <p:spPr>
            <a:xfrm>
              <a:off x="1870375" y="1289625"/>
              <a:ext cx="12400" cy="12575"/>
            </a:xfrm>
            <a:custGeom>
              <a:avLst/>
              <a:gdLst/>
              <a:ahLst/>
              <a:cxnLst/>
              <a:rect l="l" t="t" r="r" b="b"/>
              <a:pathLst>
                <a:path w="496" h="503" extrusionOk="0">
                  <a:moveTo>
                    <a:pt x="252" y="0"/>
                  </a:moveTo>
                  <a:cubicBezTo>
                    <a:pt x="109" y="0"/>
                    <a:pt x="0" y="116"/>
                    <a:pt x="0" y="252"/>
                  </a:cubicBezTo>
                  <a:cubicBezTo>
                    <a:pt x="0" y="387"/>
                    <a:pt x="109" y="503"/>
                    <a:pt x="252" y="503"/>
                  </a:cubicBezTo>
                  <a:cubicBezTo>
                    <a:pt x="387" y="503"/>
                    <a:pt x="496" y="387"/>
                    <a:pt x="496" y="252"/>
                  </a:cubicBezTo>
                  <a:cubicBezTo>
                    <a:pt x="496"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88;p2"/>
            <p:cNvSpPr/>
            <p:nvPr/>
          </p:nvSpPr>
          <p:spPr>
            <a:xfrm>
              <a:off x="1962150" y="1289625"/>
              <a:ext cx="12550" cy="12575"/>
            </a:xfrm>
            <a:custGeom>
              <a:avLst/>
              <a:gdLst/>
              <a:ahLst/>
              <a:cxnLst/>
              <a:rect l="l" t="t" r="r" b="b"/>
              <a:pathLst>
                <a:path w="502" h="503" extrusionOk="0">
                  <a:moveTo>
                    <a:pt x="250" y="0"/>
                  </a:moveTo>
                  <a:cubicBezTo>
                    <a:pt x="114" y="0"/>
                    <a:pt x="1" y="116"/>
                    <a:pt x="1" y="252"/>
                  </a:cubicBezTo>
                  <a:cubicBezTo>
                    <a:pt x="1" y="387"/>
                    <a:pt x="114" y="503"/>
                    <a:pt x="250" y="503"/>
                  </a:cubicBezTo>
                  <a:cubicBezTo>
                    <a:pt x="388" y="503"/>
                    <a:pt x="502" y="387"/>
                    <a:pt x="502" y="252"/>
                  </a:cubicBezTo>
                  <a:cubicBezTo>
                    <a:pt x="502"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89;p2"/>
            <p:cNvSpPr/>
            <p:nvPr/>
          </p:nvSpPr>
          <p:spPr>
            <a:xfrm>
              <a:off x="2054075" y="1289625"/>
              <a:ext cx="12425" cy="12575"/>
            </a:xfrm>
            <a:custGeom>
              <a:avLst/>
              <a:gdLst/>
              <a:ahLst/>
              <a:cxnLst/>
              <a:rect l="l" t="t" r="r" b="b"/>
              <a:pathLst>
                <a:path w="497" h="503" extrusionOk="0">
                  <a:moveTo>
                    <a:pt x="252" y="0"/>
                  </a:moveTo>
                  <a:cubicBezTo>
                    <a:pt x="109" y="0"/>
                    <a:pt x="1" y="116"/>
                    <a:pt x="1" y="252"/>
                  </a:cubicBezTo>
                  <a:cubicBezTo>
                    <a:pt x="1" y="387"/>
                    <a:pt x="109" y="503"/>
                    <a:pt x="252" y="503"/>
                  </a:cubicBezTo>
                  <a:cubicBezTo>
                    <a:pt x="388" y="503"/>
                    <a:pt x="496" y="387"/>
                    <a:pt x="496" y="252"/>
                  </a:cubicBezTo>
                  <a:cubicBezTo>
                    <a:pt x="496"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2"/>
            <p:cNvSpPr/>
            <p:nvPr/>
          </p:nvSpPr>
          <p:spPr>
            <a:xfrm>
              <a:off x="2145825" y="12896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91;p2"/>
            <p:cNvSpPr/>
            <p:nvPr/>
          </p:nvSpPr>
          <p:spPr>
            <a:xfrm>
              <a:off x="2237800" y="1289625"/>
              <a:ext cx="12350" cy="12575"/>
            </a:xfrm>
            <a:custGeom>
              <a:avLst/>
              <a:gdLst/>
              <a:ahLst/>
              <a:cxnLst/>
              <a:rect l="l" t="t" r="r" b="b"/>
              <a:pathLst>
                <a:path w="494" h="503" extrusionOk="0">
                  <a:moveTo>
                    <a:pt x="244" y="0"/>
                  </a:moveTo>
                  <a:cubicBezTo>
                    <a:pt x="107" y="0"/>
                    <a:pt x="0" y="116"/>
                    <a:pt x="0" y="252"/>
                  </a:cubicBezTo>
                  <a:cubicBezTo>
                    <a:pt x="0" y="387"/>
                    <a:pt x="107" y="503"/>
                    <a:pt x="244" y="503"/>
                  </a:cubicBezTo>
                  <a:cubicBezTo>
                    <a:pt x="387" y="503"/>
                    <a:pt x="494" y="387"/>
                    <a:pt x="494" y="252"/>
                  </a:cubicBezTo>
                  <a:cubicBezTo>
                    <a:pt x="494" y="116"/>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92;p2"/>
            <p:cNvSpPr/>
            <p:nvPr/>
          </p:nvSpPr>
          <p:spPr>
            <a:xfrm>
              <a:off x="2329550" y="1289625"/>
              <a:ext cx="12575" cy="12575"/>
            </a:xfrm>
            <a:custGeom>
              <a:avLst/>
              <a:gdLst/>
              <a:ahLst/>
              <a:cxnLst/>
              <a:rect l="l" t="t" r="r" b="b"/>
              <a:pathLst>
                <a:path w="503" h="503" extrusionOk="0">
                  <a:moveTo>
                    <a:pt x="251" y="0"/>
                  </a:moveTo>
                  <a:cubicBezTo>
                    <a:pt x="115" y="0"/>
                    <a:pt x="0" y="116"/>
                    <a:pt x="0" y="252"/>
                  </a:cubicBezTo>
                  <a:cubicBezTo>
                    <a:pt x="0" y="387"/>
                    <a:pt x="115" y="503"/>
                    <a:pt x="251" y="503"/>
                  </a:cubicBezTo>
                  <a:cubicBezTo>
                    <a:pt x="387" y="503"/>
                    <a:pt x="502" y="387"/>
                    <a:pt x="502" y="252"/>
                  </a:cubicBezTo>
                  <a:cubicBezTo>
                    <a:pt x="502"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93;p2"/>
            <p:cNvSpPr/>
            <p:nvPr/>
          </p:nvSpPr>
          <p:spPr>
            <a:xfrm>
              <a:off x="2421325" y="1289625"/>
              <a:ext cx="12550" cy="12575"/>
            </a:xfrm>
            <a:custGeom>
              <a:avLst/>
              <a:gdLst/>
              <a:ahLst/>
              <a:cxnLst/>
              <a:rect l="l" t="t" r="r" b="b"/>
              <a:pathLst>
                <a:path w="502" h="503" extrusionOk="0">
                  <a:moveTo>
                    <a:pt x="250" y="0"/>
                  </a:moveTo>
                  <a:cubicBezTo>
                    <a:pt x="114" y="0"/>
                    <a:pt x="1" y="116"/>
                    <a:pt x="1" y="252"/>
                  </a:cubicBezTo>
                  <a:cubicBezTo>
                    <a:pt x="1" y="387"/>
                    <a:pt x="114" y="503"/>
                    <a:pt x="250" y="503"/>
                  </a:cubicBezTo>
                  <a:cubicBezTo>
                    <a:pt x="395" y="503"/>
                    <a:pt x="501" y="387"/>
                    <a:pt x="501" y="252"/>
                  </a:cubicBezTo>
                  <a:cubicBezTo>
                    <a:pt x="501" y="116"/>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94;p2"/>
            <p:cNvSpPr/>
            <p:nvPr/>
          </p:nvSpPr>
          <p:spPr>
            <a:xfrm>
              <a:off x="2513250" y="1289625"/>
              <a:ext cx="12575" cy="12575"/>
            </a:xfrm>
            <a:custGeom>
              <a:avLst/>
              <a:gdLst/>
              <a:ahLst/>
              <a:cxnLst/>
              <a:rect l="l" t="t" r="r" b="b"/>
              <a:pathLst>
                <a:path w="503" h="503" extrusionOk="0">
                  <a:moveTo>
                    <a:pt x="252" y="0"/>
                  </a:moveTo>
                  <a:cubicBezTo>
                    <a:pt x="109" y="0"/>
                    <a:pt x="0" y="116"/>
                    <a:pt x="0" y="252"/>
                  </a:cubicBezTo>
                  <a:cubicBezTo>
                    <a:pt x="0" y="387"/>
                    <a:pt x="109"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95;p2"/>
            <p:cNvSpPr/>
            <p:nvPr/>
          </p:nvSpPr>
          <p:spPr>
            <a:xfrm>
              <a:off x="2605000" y="1289625"/>
              <a:ext cx="12575" cy="12575"/>
            </a:xfrm>
            <a:custGeom>
              <a:avLst/>
              <a:gdLst/>
              <a:ahLst/>
              <a:cxnLst/>
              <a:rect l="l" t="t" r="r" b="b"/>
              <a:pathLst>
                <a:path w="503" h="503" extrusionOk="0">
                  <a:moveTo>
                    <a:pt x="252" y="0"/>
                  </a:moveTo>
                  <a:cubicBezTo>
                    <a:pt x="116" y="0"/>
                    <a:pt x="0" y="116"/>
                    <a:pt x="0" y="252"/>
                  </a:cubicBezTo>
                  <a:cubicBezTo>
                    <a:pt x="0" y="387"/>
                    <a:pt x="116" y="503"/>
                    <a:pt x="252" y="503"/>
                  </a:cubicBezTo>
                  <a:cubicBezTo>
                    <a:pt x="387" y="503"/>
                    <a:pt x="503" y="387"/>
                    <a:pt x="503" y="252"/>
                  </a:cubicBezTo>
                  <a:cubicBezTo>
                    <a:pt x="503"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96;p2"/>
            <p:cNvSpPr/>
            <p:nvPr/>
          </p:nvSpPr>
          <p:spPr>
            <a:xfrm>
              <a:off x="2696950" y="1289625"/>
              <a:ext cx="12375" cy="12575"/>
            </a:xfrm>
            <a:custGeom>
              <a:avLst/>
              <a:gdLst/>
              <a:ahLst/>
              <a:cxnLst/>
              <a:rect l="l" t="t" r="r" b="b"/>
              <a:pathLst>
                <a:path w="495" h="503" extrusionOk="0">
                  <a:moveTo>
                    <a:pt x="252" y="0"/>
                  </a:moveTo>
                  <a:cubicBezTo>
                    <a:pt x="108" y="0"/>
                    <a:pt x="1" y="116"/>
                    <a:pt x="1" y="252"/>
                  </a:cubicBezTo>
                  <a:cubicBezTo>
                    <a:pt x="1" y="387"/>
                    <a:pt x="108" y="503"/>
                    <a:pt x="252" y="503"/>
                  </a:cubicBezTo>
                  <a:cubicBezTo>
                    <a:pt x="388" y="503"/>
                    <a:pt x="495" y="387"/>
                    <a:pt x="495" y="252"/>
                  </a:cubicBezTo>
                  <a:cubicBezTo>
                    <a:pt x="495"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97;p2"/>
            <p:cNvSpPr/>
            <p:nvPr/>
          </p:nvSpPr>
          <p:spPr>
            <a:xfrm>
              <a:off x="2788700" y="12896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98;p2"/>
            <p:cNvSpPr/>
            <p:nvPr/>
          </p:nvSpPr>
          <p:spPr>
            <a:xfrm>
              <a:off x="2880675" y="1289625"/>
              <a:ext cx="12375" cy="12575"/>
            </a:xfrm>
            <a:custGeom>
              <a:avLst/>
              <a:gdLst/>
              <a:ahLst/>
              <a:cxnLst/>
              <a:rect l="l" t="t" r="r" b="b"/>
              <a:pathLst>
                <a:path w="495" h="503" extrusionOk="0">
                  <a:moveTo>
                    <a:pt x="243" y="0"/>
                  </a:moveTo>
                  <a:cubicBezTo>
                    <a:pt x="107" y="0"/>
                    <a:pt x="0" y="116"/>
                    <a:pt x="0" y="252"/>
                  </a:cubicBezTo>
                  <a:cubicBezTo>
                    <a:pt x="0" y="387"/>
                    <a:pt x="107" y="503"/>
                    <a:pt x="243" y="503"/>
                  </a:cubicBezTo>
                  <a:cubicBezTo>
                    <a:pt x="387" y="503"/>
                    <a:pt x="494" y="387"/>
                    <a:pt x="494" y="252"/>
                  </a:cubicBezTo>
                  <a:cubicBezTo>
                    <a:pt x="494" y="116"/>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99;p2"/>
            <p:cNvSpPr/>
            <p:nvPr/>
          </p:nvSpPr>
          <p:spPr>
            <a:xfrm>
              <a:off x="2972425" y="1289625"/>
              <a:ext cx="12575" cy="12575"/>
            </a:xfrm>
            <a:custGeom>
              <a:avLst/>
              <a:gdLst/>
              <a:ahLst/>
              <a:cxnLst/>
              <a:rect l="l" t="t" r="r" b="b"/>
              <a:pathLst>
                <a:path w="503" h="503" extrusionOk="0">
                  <a:moveTo>
                    <a:pt x="251" y="0"/>
                  </a:moveTo>
                  <a:cubicBezTo>
                    <a:pt x="115" y="0"/>
                    <a:pt x="0" y="116"/>
                    <a:pt x="0" y="252"/>
                  </a:cubicBezTo>
                  <a:cubicBezTo>
                    <a:pt x="0" y="387"/>
                    <a:pt x="115" y="503"/>
                    <a:pt x="251" y="503"/>
                  </a:cubicBezTo>
                  <a:cubicBezTo>
                    <a:pt x="387" y="503"/>
                    <a:pt x="503" y="387"/>
                    <a:pt x="503" y="252"/>
                  </a:cubicBezTo>
                  <a:cubicBezTo>
                    <a:pt x="503"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0;p2"/>
            <p:cNvSpPr/>
            <p:nvPr/>
          </p:nvSpPr>
          <p:spPr>
            <a:xfrm>
              <a:off x="3064375" y="1289625"/>
              <a:ext cx="12375" cy="12575"/>
            </a:xfrm>
            <a:custGeom>
              <a:avLst/>
              <a:gdLst/>
              <a:ahLst/>
              <a:cxnLst/>
              <a:rect l="l" t="t" r="r" b="b"/>
              <a:pathLst>
                <a:path w="495" h="503" extrusionOk="0">
                  <a:moveTo>
                    <a:pt x="243" y="0"/>
                  </a:moveTo>
                  <a:cubicBezTo>
                    <a:pt x="107" y="0"/>
                    <a:pt x="1" y="116"/>
                    <a:pt x="1" y="252"/>
                  </a:cubicBezTo>
                  <a:cubicBezTo>
                    <a:pt x="1" y="387"/>
                    <a:pt x="107" y="503"/>
                    <a:pt x="243" y="503"/>
                  </a:cubicBezTo>
                  <a:cubicBezTo>
                    <a:pt x="388" y="503"/>
                    <a:pt x="495" y="387"/>
                    <a:pt x="495" y="252"/>
                  </a:cubicBezTo>
                  <a:cubicBezTo>
                    <a:pt x="495" y="116"/>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101;p2"/>
            <p:cNvSpPr/>
            <p:nvPr/>
          </p:nvSpPr>
          <p:spPr>
            <a:xfrm>
              <a:off x="3156125" y="12896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2;p2"/>
            <p:cNvSpPr/>
            <p:nvPr/>
          </p:nvSpPr>
          <p:spPr>
            <a:xfrm>
              <a:off x="3247875" y="1289625"/>
              <a:ext cx="12575" cy="12575"/>
            </a:xfrm>
            <a:custGeom>
              <a:avLst/>
              <a:gdLst/>
              <a:ahLst/>
              <a:cxnLst/>
              <a:rect l="l" t="t" r="r" b="b"/>
              <a:pathLst>
                <a:path w="503"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3;p2"/>
            <p:cNvSpPr/>
            <p:nvPr/>
          </p:nvSpPr>
          <p:spPr>
            <a:xfrm>
              <a:off x="3339850" y="1289625"/>
              <a:ext cx="12525" cy="12575"/>
            </a:xfrm>
            <a:custGeom>
              <a:avLst/>
              <a:gdLst/>
              <a:ahLst/>
              <a:cxnLst/>
              <a:rect l="l" t="t" r="r" b="b"/>
              <a:pathLst>
                <a:path w="501" h="503" extrusionOk="0">
                  <a:moveTo>
                    <a:pt x="251" y="0"/>
                  </a:moveTo>
                  <a:cubicBezTo>
                    <a:pt x="107" y="0"/>
                    <a:pt x="0" y="116"/>
                    <a:pt x="0" y="252"/>
                  </a:cubicBezTo>
                  <a:cubicBezTo>
                    <a:pt x="0" y="387"/>
                    <a:pt x="107" y="503"/>
                    <a:pt x="251" y="503"/>
                  </a:cubicBezTo>
                  <a:cubicBezTo>
                    <a:pt x="387" y="503"/>
                    <a:pt x="501" y="387"/>
                    <a:pt x="501" y="252"/>
                  </a:cubicBezTo>
                  <a:cubicBezTo>
                    <a:pt x="501"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4;p2"/>
            <p:cNvSpPr/>
            <p:nvPr/>
          </p:nvSpPr>
          <p:spPr>
            <a:xfrm>
              <a:off x="3431575" y="12896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5;p2"/>
            <p:cNvSpPr/>
            <p:nvPr/>
          </p:nvSpPr>
          <p:spPr>
            <a:xfrm>
              <a:off x="3523550" y="1289625"/>
              <a:ext cx="12375" cy="12575"/>
            </a:xfrm>
            <a:custGeom>
              <a:avLst/>
              <a:gdLst/>
              <a:ahLst/>
              <a:cxnLst/>
              <a:rect l="l" t="t" r="r" b="b"/>
              <a:pathLst>
                <a:path w="495" h="503" extrusionOk="0">
                  <a:moveTo>
                    <a:pt x="250" y="0"/>
                  </a:moveTo>
                  <a:cubicBezTo>
                    <a:pt x="107" y="0"/>
                    <a:pt x="0" y="116"/>
                    <a:pt x="0" y="252"/>
                  </a:cubicBezTo>
                  <a:cubicBezTo>
                    <a:pt x="0" y="387"/>
                    <a:pt x="107" y="503"/>
                    <a:pt x="250" y="503"/>
                  </a:cubicBezTo>
                  <a:cubicBezTo>
                    <a:pt x="388" y="503"/>
                    <a:pt x="494" y="387"/>
                    <a:pt x="494" y="252"/>
                  </a:cubicBezTo>
                  <a:cubicBezTo>
                    <a:pt x="494"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6;p2"/>
            <p:cNvSpPr/>
            <p:nvPr/>
          </p:nvSpPr>
          <p:spPr>
            <a:xfrm>
              <a:off x="676400" y="1381375"/>
              <a:ext cx="12600" cy="12575"/>
            </a:xfrm>
            <a:custGeom>
              <a:avLst/>
              <a:gdLst/>
              <a:ahLst/>
              <a:cxnLst/>
              <a:rect l="l" t="t" r="r" b="b"/>
              <a:pathLst>
                <a:path w="504" h="503" extrusionOk="0">
                  <a:moveTo>
                    <a:pt x="252" y="0"/>
                  </a:moveTo>
                  <a:cubicBezTo>
                    <a:pt x="116" y="0"/>
                    <a:pt x="1" y="116"/>
                    <a:pt x="1" y="251"/>
                  </a:cubicBezTo>
                  <a:cubicBezTo>
                    <a:pt x="1" y="394"/>
                    <a:pt x="116" y="503"/>
                    <a:pt x="252" y="503"/>
                  </a:cubicBezTo>
                  <a:cubicBezTo>
                    <a:pt x="388" y="503"/>
                    <a:pt x="503" y="394"/>
                    <a:pt x="503" y="251"/>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7;p2"/>
            <p:cNvSpPr/>
            <p:nvPr/>
          </p:nvSpPr>
          <p:spPr>
            <a:xfrm>
              <a:off x="768325" y="1381375"/>
              <a:ext cx="12400" cy="12575"/>
            </a:xfrm>
            <a:custGeom>
              <a:avLst/>
              <a:gdLst/>
              <a:ahLst/>
              <a:cxnLst/>
              <a:rect l="l" t="t" r="r" b="b"/>
              <a:pathLst>
                <a:path w="496" h="503" extrusionOk="0">
                  <a:moveTo>
                    <a:pt x="245" y="0"/>
                  </a:moveTo>
                  <a:cubicBezTo>
                    <a:pt x="109" y="0"/>
                    <a:pt x="0" y="116"/>
                    <a:pt x="0" y="251"/>
                  </a:cubicBezTo>
                  <a:cubicBezTo>
                    <a:pt x="0" y="394"/>
                    <a:pt x="109" y="503"/>
                    <a:pt x="245" y="503"/>
                  </a:cubicBezTo>
                  <a:cubicBezTo>
                    <a:pt x="388" y="503"/>
                    <a:pt x="496" y="394"/>
                    <a:pt x="496" y="251"/>
                  </a:cubicBezTo>
                  <a:cubicBezTo>
                    <a:pt x="496" y="116"/>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p2"/>
            <p:cNvSpPr/>
            <p:nvPr/>
          </p:nvSpPr>
          <p:spPr>
            <a:xfrm>
              <a:off x="860125" y="1381375"/>
              <a:ext cx="12525" cy="12575"/>
            </a:xfrm>
            <a:custGeom>
              <a:avLst/>
              <a:gdLst/>
              <a:ahLst/>
              <a:cxnLst/>
              <a:rect l="l" t="t" r="r" b="b"/>
              <a:pathLst>
                <a:path w="501" h="503" extrusionOk="0">
                  <a:moveTo>
                    <a:pt x="251" y="0"/>
                  </a:moveTo>
                  <a:cubicBezTo>
                    <a:pt x="114" y="0"/>
                    <a:pt x="0" y="116"/>
                    <a:pt x="0" y="251"/>
                  </a:cubicBezTo>
                  <a:cubicBezTo>
                    <a:pt x="0" y="394"/>
                    <a:pt x="114" y="503"/>
                    <a:pt x="251" y="503"/>
                  </a:cubicBezTo>
                  <a:cubicBezTo>
                    <a:pt x="387" y="503"/>
                    <a:pt x="501" y="394"/>
                    <a:pt x="501" y="251"/>
                  </a:cubicBezTo>
                  <a:cubicBezTo>
                    <a:pt x="501"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9;p2"/>
            <p:cNvSpPr/>
            <p:nvPr/>
          </p:nvSpPr>
          <p:spPr>
            <a:xfrm>
              <a:off x="951850" y="1381375"/>
              <a:ext cx="12600" cy="12575"/>
            </a:xfrm>
            <a:custGeom>
              <a:avLst/>
              <a:gdLst/>
              <a:ahLst/>
              <a:cxnLst/>
              <a:rect l="l" t="t" r="r" b="b"/>
              <a:pathLst>
                <a:path w="504" h="503" extrusionOk="0">
                  <a:moveTo>
                    <a:pt x="252" y="0"/>
                  </a:moveTo>
                  <a:cubicBezTo>
                    <a:pt x="116" y="0"/>
                    <a:pt x="1" y="116"/>
                    <a:pt x="1" y="251"/>
                  </a:cubicBezTo>
                  <a:cubicBezTo>
                    <a:pt x="1" y="394"/>
                    <a:pt x="116" y="503"/>
                    <a:pt x="252" y="503"/>
                  </a:cubicBezTo>
                  <a:cubicBezTo>
                    <a:pt x="388" y="503"/>
                    <a:pt x="503" y="394"/>
                    <a:pt x="503" y="251"/>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10;p2"/>
            <p:cNvSpPr/>
            <p:nvPr/>
          </p:nvSpPr>
          <p:spPr>
            <a:xfrm>
              <a:off x="1043825" y="1381375"/>
              <a:ext cx="12375" cy="12575"/>
            </a:xfrm>
            <a:custGeom>
              <a:avLst/>
              <a:gdLst/>
              <a:ahLst/>
              <a:cxnLst/>
              <a:rect l="l" t="t" r="r" b="b"/>
              <a:pathLst>
                <a:path w="495" h="503" extrusionOk="0">
                  <a:moveTo>
                    <a:pt x="250" y="0"/>
                  </a:moveTo>
                  <a:cubicBezTo>
                    <a:pt x="107" y="0"/>
                    <a:pt x="0" y="116"/>
                    <a:pt x="0" y="251"/>
                  </a:cubicBezTo>
                  <a:cubicBezTo>
                    <a:pt x="0" y="394"/>
                    <a:pt x="107" y="503"/>
                    <a:pt x="250" y="503"/>
                  </a:cubicBezTo>
                  <a:cubicBezTo>
                    <a:pt x="388" y="503"/>
                    <a:pt x="494" y="394"/>
                    <a:pt x="494" y="251"/>
                  </a:cubicBezTo>
                  <a:cubicBezTo>
                    <a:pt x="494"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11;p2"/>
            <p:cNvSpPr/>
            <p:nvPr/>
          </p:nvSpPr>
          <p:spPr>
            <a:xfrm>
              <a:off x="1135575" y="1381375"/>
              <a:ext cx="12575" cy="12575"/>
            </a:xfrm>
            <a:custGeom>
              <a:avLst/>
              <a:gdLst/>
              <a:ahLst/>
              <a:cxnLst/>
              <a:rect l="l" t="t" r="r" b="b"/>
              <a:pathLst>
                <a:path w="503" h="503" extrusionOk="0">
                  <a:moveTo>
                    <a:pt x="252" y="0"/>
                  </a:moveTo>
                  <a:cubicBezTo>
                    <a:pt x="116" y="0"/>
                    <a:pt x="0" y="116"/>
                    <a:pt x="0" y="251"/>
                  </a:cubicBezTo>
                  <a:cubicBezTo>
                    <a:pt x="0" y="394"/>
                    <a:pt x="116" y="503"/>
                    <a:pt x="252" y="503"/>
                  </a:cubicBezTo>
                  <a:cubicBezTo>
                    <a:pt x="387" y="503"/>
                    <a:pt x="503" y="394"/>
                    <a:pt x="503" y="251"/>
                  </a:cubicBezTo>
                  <a:cubicBezTo>
                    <a:pt x="503"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12;p2"/>
            <p:cNvSpPr/>
            <p:nvPr/>
          </p:nvSpPr>
          <p:spPr>
            <a:xfrm>
              <a:off x="1227500" y="1381375"/>
              <a:ext cx="12400" cy="12575"/>
            </a:xfrm>
            <a:custGeom>
              <a:avLst/>
              <a:gdLst/>
              <a:ahLst/>
              <a:cxnLst/>
              <a:rect l="l" t="t" r="r" b="b"/>
              <a:pathLst>
                <a:path w="496" h="503" extrusionOk="0">
                  <a:moveTo>
                    <a:pt x="251" y="0"/>
                  </a:moveTo>
                  <a:cubicBezTo>
                    <a:pt x="109" y="0"/>
                    <a:pt x="0" y="116"/>
                    <a:pt x="0" y="251"/>
                  </a:cubicBezTo>
                  <a:cubicBezTo>
                    <a:pt x="0" y="394"/>
                    <a:pt x="109" y="503"/>
                    <a:pt x="251" y="503"/>
                  </a:cubicBezTo>
                  <a:cubicBezTo>
                    <a:pt x="387" y="503"/>
                    <a:pt x="496" y="394"/>
                    <a:pt x="496" y="251"/>
                  </a:cubicBezTo>
                  <a:cubicBezTo>
                    <a:pt x="496"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13;p2"/>
            <p:cNvSpPr/>
            <p:nvPr/>
          </p:nvSpPr>
          <p:spPr>
            <a:xfrm>
              <a:off x="1319275" y="1381375"/>
              <a:ext cx="12550" cy="12575"/>
            </a:xfrm>
            <a:custGeom>
              <a:avLst/>
              <a:gdLst/>
              <a:ahLst/>
              <a:cxnLst/>
              <a:rect l="l" t="t" r="r" b="b"/>
              <a:pathLst>
                <a:path w="502" h="503" extrusionOk="0">
                  <a:moveTo>
                    <a:pt x="252" y="0"/>
                  </a:moveTo>
                  <a:cubicBezTo>
                    <a:pt x="114" y="0"/>
                    <a:pt x="1" y="116"/>
                    <a:pt x="1" y="251"/>
                  </a:cubicBezTo>
                  <a:cubicBezTo>
                    <a:pt x="1" y="394"/>
                    <a:pt x="114" y="503"/>
                    <a:pt x="252" y="503"/>
                  </a:cubicBezTo>
                  <a:cubicBezTo>
                    <a:pt x="388" y="503"/>
                    <a:pt x="501" y="394"/>
                    <a:pt x="501" y="251"/>
                  </a:cubicBezTo>
                  <a:cubicBezTo>
                    <a:pt x="501"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14;p2"/>
            <p:cNvSpPr/>
            <p:nvPr/>
          </p:nvSpPr>
          <p:spPr>
            <a:xfrm>
              <a:off x="1411200" y="1381375"/>
              <a:ext cx="12425" cy="12575"/>
            </a:xfrm>
            <a:custGeom>
              <a:avLst/>
              <a:gdLst/>
              <a:ahLst/>
              <a:cxnLst/>
              <a:rect l="l" t="t" r="r" b="b"/>
              <a:pathLst>
                <a:path w="497" h="503" extrusionOk="0">
                  <a:moveTo>
                    <a:pt x="245" y="0"/>
                  </a:moveTo>
                  <a:cubicBezTo>
                    <a:pt x="109" y="0"/>
                    <a:pt x="1" y="116"/>
                    <a:pt x="1" y="251"/>
                  </a:cubicBezTo>
                  <a:cubicBezTo>
                    <a:pt x="1" y="394"/>
                    <a:pt x="109" y="503"/>
                    <a:pt x="245" y="503"/>
                  </a:cubicBezTo>
                  <a:cubicBezTo>
                    <a:pt x="388" y="503"/>
                    <a:pt x="496" y="394"/>
                    <a:pt x="496" y="251"/>
                  </a:cubicBezTo>
                  <a:cubicBezTo>
                    <a:pt x="496" y="116"/>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15;p2"/>
            <p:cNvSpPr/>
            <p:nvPr/>
          </p:nvSpPr>
          <p:spPr>
            <a:xfrm>
              <a:off x="1503000" y="1381375"/>
              <a:ext cx="12525" cy="12575"/>
            </a:xfrm>
            <a:custGeom>
              <a:avLst/>
              <a:gdLst/>
              <a:ahLst/>
              <a:cxnLst/>
              <a:rect l="l" t="t" r="r" b="b"/>
              <a:pathLst>
                <a:path w="501" h="503" extrusionOk="0">
                  <a:moveTo>
                    <a:pt x="250" y="0"/>
                  </a:moveTo>
                  <a:cubicBezTo>
                    <a:pt x="114" y="0"/>
                    <a:pt x="0" y="116"/>
                    <a:pt x="0" y="251"/>
                  </a:cubicBezTo>
                  <a:cubicBezTo>
                    <a:pt x="0" y="394"/>
                    <a:pt x="114" y="503"/>
                    <a:pt x="250" y="503"/>
                  </a:cubicBezTo>
                  <a:cubicBezTo>
                    <a:pt x="387" y="503"/>
                    <a:pt x="501" y="394"/>
                    <a:pt x="501" y="251"/>
                  </a:cubicBezTo>
                  <a:cubicBezTo>
                    <a:pt x="501" y="116"/>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16;p2"/>
            <p:cNvSpPr/>
            <p:nvPr/>
          </p:nvSpPr>
          <p:spPr>
            <a:xfrm>
              <a:off x="1594750" y="1381375"/>
              <a:ext cx="12575" cy="12575"/>
            </a:xfrm>
            <a:custGeom>
              <a:avLst/>
              <a:gdLst/>
              <a:ahLst/>
              <a:cxnLst/>
              <a:rect l="l" t="t" r="r" b="b"/>
              <a:pathLst>
                <a:path w="503" h="503" extrusionOk="0">
                  <a:moveTo>
                    <a:pt x="251" y="0"/>
                  </a:moveTo>
                  <a:cubicBezTo>
                    <a:pt x="115" y="0"/>
                    <a:pt x="0" y="116"/>
                    <a:pt x="0" y="251"/>
                  </a:cubicBezTo>
                  <a:cubicBezTo>
                    <a:pt x="0" y="394"/>
                    <a:pt x="115" y="503"/>
                    <a:pt x="251" y="503"/>
                  </a:cubicBezTo>
                  <a:cubicBezTo>
                    <a:pt x="394" y="503"/>
                    <a:pt x="503" y="394"/>
                    <a:pt x="503" y="251"/>
                  </a:cubicBezTo>
                  <a:cubicBezTo>
                    <a:pt x="503" y="116"/>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17;p2"/>
            <p:cNvSpPr/>
            <p:nvPr/>
          </p:nvSpPr>
          <p:spPr>
            <a:xfrm>
              <a:off x="1686650" y="1381375"/>
              <a:ext cx="12600" cy="12575"/>
            </a:xfrm>
            <a:custGeom>
              <a:avLst/>
              <a:gdLst/>
              <a:ahLst/>
              <a:cxnLst/>
              <a:rect l="l" t="t" r="r" b="b"/>
              <a:pathLst>
                <a:path w="504" h="503" extrusionOk="0">
                  <a:moveTo>
                    <a:pt x="252" y="0"/>
                  </a:moveTo>
                  <a:cubicBezTo>
                    <a:pt x="116" y="0"/>
                    <a:pt x="1" y="116"/>
                    <a:pt x="1" y="251"/>
                  </a:cubicBezTo>
                  <a:cubicBezTo>
                    <a:pt x="1" y="394"/>
                    <a:pt x="116" y="503"/>
                    <a:pt x="252" y="503"/>
                  </a:cubicBezTo>
                  <a:cubicBezTo>
                    <a:pt x="388" y="503"/>
                    <a:pt x="503" y="394"/>
                    <a:pt x="503" y="251"/>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18;p2"/>
            <p:cNvSpPr/>
            <p:nvPr/>
          </p:nvSpPr>
          <p:spPr>
            <a:xfrm>
              <a:off x="1778450" y="1381375"/>
              <a:ext cx="12550" cy="12575"/>
            </a:xfrm>
            <a:custGeom>
              <a:avLst/>
              <a:gdLst/>
              <a:ahLst/>
              <a:cxnLst/>
              <a:rect l="l" t="t" r="r" b="b"/>
              <a:pathLst>
                <a:path w="502" h="503" extrusionOk="0">
                  <a:moveTo>
                    <a:pt x="252" y="0"/>
                  </a:moveTo>
                  <a:cubicBezTo>
                    <a:pt x="114" y="0"/>
                    <a:pt x="1" y="116"/>
                    <a:pt x="1" y="251"/>
                  </a:cubicBezTo>
                  <a:cubicBezTo>
                    <a:pt x="1" y="394"/>
                    <a:pt x="114" y="503"/>
                    <a:pt x="252" y="503"/>
                  </a:cubicBezTo>
                  <a:cubicBezTo>
                    <a:pt x="388" y="503"/>
                    <a:pt x="501" y="394"/>
                    <a:pt x="501" y="251"/>
                  </a:cubicBezTo>
                  <a:cubicBezTo>
                    <a:pt x="501"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19;p2"/>
            <p:cNvSpPr/>
            <p:nvPr/>
          </p:nvSpPr>
          <p:spPr>
            <a:xfrm>
              <a:off x="1870375" y="1381375"/>
              <a:ext cx="12400" cy="12575"/>
            </a:xfrm>
            <a:custGeom>
              <a:avLst/>
              <a:gdLst/>
              <a:ahLst/>
              <a:cxnLst/>
              <a:rect l="l" t="t" r="r" b="b"/>
              <a:pathLst>
                <a:path w="496" h="503" extrusionOk="0">
                  <a:moveTo>
                    <a:pt x="252" y="0"/>
                  </a:moveTo>
                  <a:cubicBezTo>
                    <a:pt x="109" y="0"/>
                    <a:pt x="0" y="116"/>
                    <a:pt x="0" y="251"/>
                  </a:cubicBezTo>
                  <a:cubicBezTo>
                    <a:pt x="0" y="394"/>
                    <a:pt x="109" y="503"/>
                    <a:pt x="252" y="503"/>
                  </a:cubicBezTo>
                  <a:cubicBezTo>
                    <a:pt x="387" y="503"/>
                    <a:pt x="496" y="394"/>
                    <a:pt x="496" y="251"/>
                  </a:cubicBezTo>
                  <a:cubicBezTo>
                    <a:pt x="496"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20;p2"/>
            <p:cNvSpPr/>
            <p:nvPr/>
          </p:nvSpPr>
          <p:spPr>
            <a:xfrm>
              <a:off x="1962150" y="1381375"/>
              <a:ext cx="12550" cy="12575"/>
            </a:xfrm>
            <a:custGeom>
              <a:avLst/>
              <a:gdLst/>
              <a:ahLst/>
              <a:cxnLst/>
              <a:rect l="l" t="t" r="r" b="b"/>
              <a:pathLst>
                <a:path w="502" h="503" extrusionOk="0">
                  <a:moveTo>
                    <a:pt x="250" y="0"/>
                  </a:moveTo>
                  <a:cubicBezTo>
                    <a:pt x="114" y="0"/>
                    <a:pt x="1" y="116"/>
                    <a:pt x="1" y="251"/>
                  </a:cubicBezTo>
                  <a:cubicBezTo>
                    <a:pt x="1" y="394"/>
                    <a:pt x="114" y="503"/>
                    <a:pt x="250" y="503"/>
                  </a:cubicBezTo>
                  <a:cubicBezTo>
                    <a:pt x="388" y="503"/>
                    <a:pt x="502" y="394"/>
                    <a:pt x="502" y="251"/>
                  </a:cubicBezTo>
                  <a:cubicBezTo>
                    <a:pt x="502"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21;p2"/>
            <p:cNvSpPr/>
            <p:nvPr/>
          </p:nvSpPr>
          <p:spPr>
            <a:xfrm>
              <a:off x="2054075" y="1381375"/>
              <a:ext cx="12425" cy="12575"/>
            </a:xfrm>
            <a:custGeom>
              <a:avLst/>
              <a:gdLst/>
              <a:ahLst/>
              <a:cxnLst/>
              <a:rect l="l" t="t" r="r" b="b"/>
              <a:pathLst>
                <a:path w="497" h="503" extrusionOk="0">
                  <a:moveTo>
                    <a:pt x="252" y="0"/>
                  </a:moveTo>
                  <a:cubicBezTo>
                    <a:pt x="109" y="0"/>
                    <a:pt x="1" y="116"/>
                    <a:pt x="1" y="251"/>
                  </a:cubicBezTo>
                  <a:cubicBezTo>
                    <a:pt x="1" y="394"/>
                    <a:pt x="109" y="503"/>
                    <a:pt x="252" y="503"/>
                  </a:cubicBezTo>
                  <a:cubicBezTo>
                    <a:pt x="388" y="503"/>
                    <a:pt x="496" y="394"/>
                    <a:pt x="496" y="251"/>
                  </a:cubicBezTo>
                  <a:cubicBezTo>
                    <a:pt x="496"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22;p2"/>
            <p:cNvSpPr/>
            <p:nvPr/>
          </p:nvSpPr>
          <p:spPr>
            <a:xfrm>
              <a:off x="2145825" y="1381375"/>
              <a:ext cx="12600" cy="12575"/>
            </a:xfrm>
            <a:custGeom>
              <a:avLst/>
              <a:gdLst/>
              <a:ahLst/>
              <a:cxnLst/>
              <a:rect l="l" t="t" r="r" b="b"/>
              <a:pathLst>
                <a:path w="504" h="503" extrusionOk="0">
                  <a:moveTo>
                    <a:pt x="252" y="0"/>
                  </a:moveTo>
                  <a:cubicBezTo>
                    <a:pt x="116" y="0"/>
                    <a:pt x="1" y="116"/>
                    <a:pt x="1" y="251"/>
                  </a:cubicBezTo>
                  <a:cubicBezTo>
                    <a:pt x="1" y="394"/>
                    <a:pt x="116" y="503"/>
                    <a:pt x="252" y="503"/>
                  </a:cubicBezTo>
                  <a:cubicBezTo>
                    <a:pt x="388" y="503"/>
                    <a:pt x="503" y="394"/>
                    <a:pt x="503" y="251"/>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23;p2"/>
            <p:cNvSpPr/>
            <p:nvPr/>
          </p:nvSpPr>
          <p:spPr>
            <a:xfrm>
              <a:off x="2237800" y="1381375"/>
              <a:ext cx="12350" cy="12575"/>
            </a:xfrm>
            <a:custGeom>
              <a:avLst/>
              <a:gdLst/>
              <a:ahLst/>
              <a:cxnLst/>
              <a:rect l="l" t="t" r="r" b="b"/>
              <a:pathLst>
                <a:path w="494" h="503" extrusionOk="0">
                  <a:moveTo>
                    <a:pt x="244" y="0"/>
                  </a:moveTo>
                  <a:cubicBezTo>
                    <a:pt x="107" y="0"/>
                    <a:pt x="0" y="116"/>
                    <a:pt x="0" y="251"/>
                  </a:cubicBezTo>
                  <a:cubicBezTo>
                    <a:pt x="0" y="394"/>
                    <a:pt x="107" y="503"/>
                    <a:pt x="244" y="503"/>
                  </a:cubicBezTo>
                  <a:cubicBezTo>
                    <a:pt x="387" y="503"/>
                    <a:pt x="494" y="394"/>
                    <a:pt x="494" y="251"/>
                  </a:cubicBezTo>
                  <a:cubicBezTo>
                    <a:pt x="494" y="116"/>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4;p2"/>
            <p:cNvSpPr/>
            <p:nvPr/>
          </p:nvSpPr>
          <p:spPr>
            <a:xfrm>
              <a:off x="2329550" y="1381375"/>
              <a:ext cx="12575" cy="12575"/>
            </a:xfrm>
            <a:custGeom>
              <a:avLst/>
              <a:gdLst/>
              <a:ahLst/>
              <a:cxnLst/>
              <a:rect l="l" t="t" r="r" b="b"/>
              <a:pathLst>
                <a:path w="503" h="503" extrusionOk="0">
                  <a:moveTo>
                    <a:pt x="251" y="0"/>
                  </a:moveTo>
                  <a:cubicBezTo>
                    <a:pt x="115" y="0"/>
                    <a:pt x="0" y="116"/>
                    <a:pt x="0" y="251"/>
                  </a:cubicBezTo>
                  <a:cubicBezTo>
                    <a:pt x="0" y="394"/>
                    <a:pt x="115" y="503"/>
                    <a:pt x="251" y="503"/>
                  </a:cubicBezTo>
                  <a:cubicBezTo>
                    <a:pt x="387" y="503"/>
                    <a:pt x="502" y="394"/>
                    <a:pt x="502" y="251"/>
                  </a:cubicBezTo>
                  <a:cubicBezTo>
                    <a:pt x="502"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25;p2"/>
            <p:cNvSpPr/>
            <p:nvPr/>
          </p:nvSpPr>
          <p:spPr>
            <a:xfrm>
              <a:off x="2421325" y="1381375"/>
              <a:ext cx="12550" cy="12575"/>
            </a:xfrm>
            <a:custGeom>
              <a:avLst/>
              <a:gdLst/>
              <a:ahLst/>
              <a:cxnLst/>
              <a:rect l="l" t="t" r="r" b="b"/>
              <a:pathLst>
                <a:path w="502" h="503" extrusionOk="0">
                  <a:moveTo>
                    <a:pt x="250" y="0"/>
                  </a:moveTo>
                  <a:cubicBezTo>
                    <a:pt x="114" y="0"/>
                    <a:pt x="1" y="116"/>
                    <a:pt x="1" y="251"/>
                  </a:cubicBezTo>
                  <a:cubicBezTo>
                    <a:pt x="1" y="394"/>
                    <a:pt x="114" y="503"/>
                    <a:pt x="250" y="503"/>
                  </a:cubicBezTo>
                  <a:cubicBezTo>
                    <a:pt x="395" y="503"/>
                    <a:pt x="501" y="394"/>
                    <a:pt x="501" y="251"/>
                  </a:cubicBezTo>
                  <a:cubicBezTo>
                    <a:pt x="501" y="116"/>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26;p2"/>
            <p:cNvSpPr/>
            <p:nvPr/>
          </p:nvSpPr>
          <p:spPr>
            <a:xfrm>
              <a:off x="2513250" y="1381375"/>
              <a:ext cx="12575" cy="12575"/>
            </a:xfrm>
            <a:custGeom>
              <a:avLst/>
              <a:gdLst/>
              <a:ahLst/>
              <a:cxnLst/>
              <a:rect l="l" t="t" r="r" b="b"/>
              <a:pathLst>
                <a:path w="503" h="503" extrusionOk="0">
                  <a:moveTo>
                    <a:pt x="252" y="0"/>
                  </a:moveTo>
                  <a:cubicBezTo>
                    <a:pt x="109" y="0"/>
                    <a:pt x="0" y="116"/>
                    <a:pt x="0" y="251"/>
                  </a:cubicBezTo>
                  <a:cubicBezTo>
                    <a:pt x="0" y="394"/>
                    <a:pt x="109" y="503"/>
                    <a:pt x="252" y="503"/>
                  </a:cubicBezTo>
                  <a:cubicBezTo>
                    <a:pt x="388" y="503"/>
                    <a:pt x="503" y="394"/>
                    <a:pt x="503" y="251"/>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27;p2"/>
            <p:cNvSpPr/>
            <p:nvPr/>
          </p:nvSpPr>
          <p:spPr>
            <a:xfrm>
              <a:off x="2605000" y="1381375"/>
              <a:ext cx="12575" cy="12575"/>
            </a:xfrm>
            <a:custGeom>
              <a:avLst/>
              <a:gdLst/>
              <a:ahLst/>
              <a:cxnLst/>
              <a:rect l="l" t="t" r="r" b="b"/>
              <a:pathLst>
                <a:path w="503" h="503" extrusionOk="0">
                  <a:moveTo>
                    <a:pt x="252" y="0"/>
                  </a:moveTo>
                  <a:cubicBezTo>
                    <a:pt x="116" y="0"/>
                    <a:pt x="0" y="116"/>
                    <a:pt x="0" y="251"/>
                  </a:cubicBezTo>
                  <a:cubicBezTo>
                    <a:pt x="0" y="394"/>
                    <a:pt x="116" y="503"/>
                    <a:pt x="252" y="503"/>
                  </a:cubicBezTo>
                  <a:cubicBezTo>
                    <a:pt x="387" y="503"/>
                    <a:pt x="503" y="394"/>
                    <a:pt x="503" y="251"/>
                  </a:cubicBezTo>
                  <a:cubicBezTo>
                    <a:pt x="503"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28;p2"/>
            <p:cNvSpPr/>
            <p:nvPr/>
          </p:nvSpPr>
          <p:spPr>
            <a:xfrm>
              <a:off x="2696950" y="1381375"/>
              <a:ext cx="12375" cy="12575"/>
            </a:xfrm>
            <a:custGeom>
              <a:avLst/>
              <a:gdLst/>
              <a:ahLst/>
              <a:cxnLst/>
              <a:rect l="l" t="t" r="r" b="b"/>
              <a:pathLst>
                <a:path w="495" h="503" extrusionOk="0">
                  <a:moveTo>
                    <a:pt x="252" y="0"/>
                  </a:moveTo>
                  <a:cubicBezTo>
                    <a:pt x="108" y="0"/>
                    <a:pt x="1" y="116"/>
                    <a:pt x="1" y="251"/>
                  </a:cubicBezTo>
                  <a:cubicBezTo>
                    <a:pt x="1" y="394"/>
                    <a:pt x="108" y="503"/>
                    <a:pt x="252" y="503"/>
                  </a:cubicBezTo>
                  <a:cubicBezTo>
                    <a:pt x="388" y="503"/>
                    <a:pt x="495" y="394"/>
                    <a:pt x="495" y="251"/>
                  </a:cubicBezTo>
                  <a:cubicBezTo>
                    <a:pt x="495"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29;p2"/>
            <p:cNvSpPr/>
            <p:nvPr/>
          </p:nvSpPr>
          <p:spPr>
            <a:xfrm>
              <a:off x="2788700" y="1381375"/>
              <a:ext cx="12600" cy="12575"/>
            </a:xfrm>
            <a:custGeom>
              <a:avLst/>
              <a:gdLst/>
              <a:ahLst/>
              <a:cxnLst/>
              <a:rect l="l" t="t" r="r" b="b"/>
              <a:pathLst>
                <a:path w="504" h="503" extrusionOk="0">
                  <a:moveTo>
                    <a:pt x="252" y="0"/>
                  </a:moveTo>
                  <a:cubicBezTo>
                    <a:pt x="116" y="0"/>
                    <a:pt x="1" y="116"/>
                    <a:pt x="1" y="251"/>
                  </a:cubicBezTo>
                  <a:cubicBezTo>
                    <a:pt x="1" y="394"/>
                    <a:pt x="116" y="503"/>
                    <a:pt x="252" y="503"/>
                  </a:cubicBezTo>
                  <a:cubicBezTo>
                    <a:pt x="388" y="503"/>
                    <a:pt x="503" y="394"/>
                    <a:pt x="503" y="251"/>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30;p2"/>
            <p:cNvSpPr/>
            <p:nvPr/>
          </p:nvSpPr>
          <p:spPr>
            <a:xfrm>
              <a:off x="2880675" y="1381375"/>
              <a:ext cx="12375" cy="12575"/>
            </a:xfrm>
            <a:custGeom>
              <a:avLst/>
              <a:gdLst/>
              <a:ahLst/>
              <a:cxnLst/>
              <a:rect l="l" t="t" r="r" b="b"/>
              <a:pathLst>
                <a:path w="495" h="503" extrusionOk="0">
                  <a:moveTo>
                    <a:pt x="243" y="0"/>
                  </a:moveTo>
                  <a:cubicBezTo>
                    <a:pt x="107" y="0"/>
                    <a:pt x="0" y="116"/>
                    <a:pt x="0" y="251"/>
                  </a:cubicBezTo>
                  <a:cubicBezTo>
                    <a:pt x="0" y="394"/>
                    <a:pt x="107" y="503"/>
                    <a:pt x="243" y="503"/>
                  </a:cubicBezTo>
                  <a:cubicBezTo>
                    <a:pt x="387" y="503"/>
                    <a:pt x="494" y="394"/>
                    <a:pt x="494" y="251"/>
                  </a:cubicBezTo>
                  <a:cubicBezTo>
                    <a:pt x="494" y="116"/>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31;p2"/>
            <p:cNvSpPr/>
            <p:nvPr/>
          </p:nvSpPr>
          <p:spPr>
            <a:xfrm>
              <a:off x="2972425" y="1381375"/>
              <a:ext cx="12575" cy="12575"/>
            </a:xfrm>
            <a:custGeom>
              <a:avLst/>
              <a:gdLst/>
              <a:ahLst/>
              <a:cxnLst/>
              <a:rect l="l" t="t" r="r" b="b"/>
              <a:pathLst>
                <a:path w="503" h="503" extrusionOk="0">
                  <a:moveTo>
                    <a:pt x="251" y="0"/>
                  </a:moveTo>
                  <a:cubicBezTo>
                    <a:pt x="115" y="0"/>
                    <a:pt x="0" y="116"/>
                    <a:pt x="0" y="251"/>
                  </a:cubicBezTo>
                  <a:cubicBezTo>
                    <a:pt x="0" y="394"/>
                    <a:pt x="115" y="503"/>
                    <a:pt x="251" y="503"/>
                  </a:cubicBezTo>
                  <a:cubicBezTo>
                    <a:pt x="387" y="503"/>
                    <a:pt x="503" y="394"/>
                    <a:pt x="503" y="251"/>
                  </a:cubicBezTo>
                  <a:cubicBezTo>
                    <a:pt x="503"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32;p2"/>
            <p:cNvSpPr/>
            <p:nvPr/>
          </p:nvSpPr>
          <p:spPr>
            <a:xfrm>
              <a:off x="3064375" y="1381375"/>
              <a:ext cx="12375" cy="12575"/>
            </a:xfrm>
            <a:custGeom>
              <a:avLst/>
              <a:gdLst/>
              <a:ahLst/>
              <a:cxnLst/>
              <a:rect l="l" t="t" r="r" b="b"/>
              <a:pathLst>
                <a:path w="495" h="503" extrusionOk="0">
                  <a:moveTo>
                    <a:pt x="243" y="0"/>
                  </a:moveTo>
                  <a:cubicBezTo>
                    <a:pt x="107" y="0"/>
                    <a:pt x="1" y="116"/>
                    <a:pt x="1" y="251"/>
                  </a:cubicBezTo>
                  <a:cubicBezTo>
                    <a:pt x="1" y="394"/>
                    <a:pt x="107" y="503"/>
                    <a:pt x="243" y="503"/>
                  </a:cubicBezTo>
                  <a:cubicBezTo>
                    <a:pt x="388" y="503"/>
                    <a:pt x="495" y="394"/>
                    <a:pt x="495" y="251"/>
                  </a:cubicBezTo>
                  <a:cubicBezTo>
                    <a:pt x="495" y="116"/>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33;p2"/>
            <p:cNvSpPr/>
            <p:nvPr/>
          </p:nvSpPr>
          <p:spPr>
            <a:xfrm>
              <a:off x="3156125" y="1381375"/>
              <a:ext cx="12600" cy="12575"/>
            </a:xfrm>
            <a:custGeom>
              <a:avLst/>
              <a:gdLst/>
              <a:ahLst/>
              <a:cxnLst/>
              <a:rect l="l" t="t" r="r" b="b"/>
              <a:pathLst>
                <a:path w="504" h="503" extrusionOk="0">
                  <a:moveTo>
                    <a:pt x="252" y="0"/>
                  </a:moveTo>
                  <a:cubicBezTo>
                    <a:pt x="116" y="0"/>
                    <a:pt x="1" y="116"/>
                    <a:pt x="1" y="251"/>
                  </a:cubicBezTo>
                  <a:cubicBezTo>
                    <a:pt x="1" y="394"/>
                    <a:pt x="116" y="503"/>
                    <a:pt x="252" y="503"/>
                  </a:cubicBezTo>
                  <a:cubicBezTo>
                    <a:pt x="388" y="503"/>
                    <a:pt x="503" y="394"/>
                    <a:pt x="503" y="251"/>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4;p2"/>
            <p:cNvSpPr/>
            <p:nvPr/>
          </p:nvSpPr>
          <p:spPr>
            <a:xfrm>
              <a:off x="3247875" y="1381375"/>
              <a:ext cx="12575" cy="12575"/>
            </a:xfrm>
            <a:custGeom>
              <a:avLst/>
              <a:gdLst/>
              <a:ahLst/>
              <a:cxnLst/>
              <a:rect l="l" t="t" r="r" b="b"/>
              <a:pathLst>
                <a:path w="503" h="503" extrusionOk="0">
                  <a:moveTo>
                    <a:pt x="252" y="0"/>
                  </a:moveTo>
                  <a:cubicBezTo>
                    <a:pt x="116" y="0"/>
                    <a:pt x="1" y="116"/>
                    <a:pt x="1" y="251"/>
                  </a:cubicBezTo>
                  <a:cubicBezTo>
                    <a:pt x="1" y="394"/>
                    <a:pt x="116" y="503"/>
                    <a:pt x="252" y="503"/>
                  </a:cubicBezTo>
                  <a:cubicBezTo>
                    <a:pt x="388" y="503"/>
                    <a:pt x="503" y="394"/>
                    <a:pt x="503" y="251"/>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35;p2"/>
            <p:cNvSpPr/>
            <p:nvPr/>
          </p:nvSpPr>
          <p:spPr>
            <a:xfrm>
              <a:off x="3339850" y="1381375"/>
              <a:ext cx="12525" cy="12575"/>
            </a:xfrm>
            <a:custGeom>
              <a:avLst/>
              <a:gdLst/>
              <a:ahLst/>
              <a:cxnLst/>
              <a:rect l="l" t="t" r="r" b="b"/>
              <a:pathLst>
                <a:path w="501" h="503" extrusionOk="0">
                  <a:moveTo>
                    <a:pt x="251" y="0"/>
                  </a:moveTo>
                  <a:cubicBezTo>
                    <a:pt x="107" y="0"/>
                    <a:pt x="0" y="116"/>
                    <a:pt x="0" y="251"/>
                  </a:cubicBezTo>
                  <a:cubicBezTo>
                    <a:pt x="0" y="394"/>
                    <a:pt x="107" y="503"/>
                    <a:pt x="251" y="503"/>
                  </a:cubicBezTo>
                  <a:cubicBezTo>
                    <a:pt x="387" y="503"/>
                    <a:pt x="501" y="394"/>
                    <a:pt x="501" y="251"/>
                  </a:cubicBezTo>
                  <a:cubicBezTo>
                    <a:pt x="501"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36;p2"/>
            <p:cNvSpPr/>
            <p:nvPr/>
          </p:nvSpPr>
          <p:spPr>
            <a:xfrm>
              <a:off x="3431575" y="1381375"/>
              <a:ext cx="12600" cy="12575"/>
            </a:xfrm>
            <a:custGeom>
              <a:avLst/>
              <a:gdLst/>
              <a:ahLst/>
              <a:cxnLst/>
              <a:rect l="l" t="t" r="r" b="b"/>
              <a:pathLst>
                <a:path w="504" h="503" extrusionOk="0">
                  <a:moveTo>
                    <a:pt x="252" y="0"/>
                  </a:moveTo>
                  <a:cubicBezTo>
                    <a:pt x="116" y="0"/>
                    <a:pt x="1" y="116"/>
                    <a:pt x="1" y="251"/>
                  </a:cubicBezTo>
                  <a:cubicBezTo>
                    <a:pt x="1" y="394"/>
                    <a:pt x="116" y="503"/>
                    <a:pt x="252" y="503"/>
                  </a:cubicBezTo>
                  <a:cubicBezTo>
                    <a:pt x="388" y="503"/>
                    <a:pt x="503" y="394"/>
                    <a:pt x="503" y="251"/>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37;p2"/>
            <p:cNvSpPr/>
            <p:nvPr/>
          </p:nvSpPr>
          <p:spPr>
            <a:xfrm>
              <a:off x="3523550" y="1381375"/>
              <a:ext cx="12375" cy="12575"/>
            </a:xfrm>
            <a:custGeom>
              <a:avLst/>
              <a:gdLst/>
              <a:ahLst/>
              <a:cxnLst/>
              <a:rect l="l" t="t" r="r" b="b"/>
              <a:pathLst>
                <a:path w="495" h="503" extrusionOk="0">
                  <a:moveTo>
                    <a:pt x="250" y="0"/>
                  </a:moveTo>
                  <a:cubicBezTo>
                    <a:pt x="107" y="0"/>
                    <a:pt x="0" y="116"/>
                    <a:pt x="0" y="251"/>
                  </a:cubicBezTo>
                  <a:cubicBezTo>
                    <a:pt x="0" y="394"/>
                    <a:pt x="107" y="503"/>
                    <a:pt x="250" y="503"/>
                  </a:cubicBezTo>
                  <a:cubicBezTo>
                    <a:pt x="388" y="503"/>
                    <a:pt x="494" y="394"/>
                    <a:pt x="494" y="251"/>
                  </a:cubicBezTo>
                  <a:cubicBezTo>
                    <a:pt x="494"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38;p2"/>
            <p:cNvSpPr/>
            <p:nvPr/>
          </p:nvSpPr>
          <p:spPr>
            <a:xfrm>
              <a:off x="676400" y="1473325"/>
              <a:ext cx="12600" cy="12550"/>
            </a:xfrm>
            <a:custGeom>
              <a:avLst/>
              <a:gdLst/>
              <a:ahLst/>
              <a:cxnLst/>
              <a:rect l="l" t="t" r="r" b="b"/>
              <a:pathLst>
                <a:path w="504" h="502" extrusionOk="0">
                  <a:moveTo>
                    <a:pt x="252" y="1"/>
                  </a:moveTo>
                  <a:cubicBezTo>
                    <a:pt x="116" y="1"/>
                    <a:pt x="1" y="107"/>
                    <a:pt x="1" y="252"/>
                  </a:cubicBezTo>
                  <a:cubicBezTo>
                    <a:pt x="1" y="388"/>
                    <a:pt x="116" y="501"/>
                    <a:pt x="252" y="501"/>
                  </a:cubicBezTo>
                  <a:cubicBezTo>
                    <a:pt x="388" y="501"/>
                    <a:pt x="503" y="388"/>
                    <a:pt x="503" y="252"/>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39;p2"/>
            <p:cNvSpPr/>
            <p:nvPr/>
          </p:nvSpPr>
          <p:spPr>
            <a:xfrm>
              <a:off x="768325" y="1473325"/>
              <a:ext cx="12400" cy="12550"/>
            </a:xfrm>
            <a:custGeom>
              <a:avLst/>
              <a:gdLst/>
              <a:ahLst/>
              <a:cxnLst/>
              <a:rect l="l" t="t" r="r" b="b"/>
              <a:pathLst>
                <a:path w="496" h="502" extrusionOk="0">
                  <a:moveTo>
                    <a:pt x="245" y="1"/>
                  </a:moveTo>
                  <a:cubicBezTo>
                    <a:pt x="109" y="1"/>
                    <a:pt x="0" y="107"/>
                    <a:pt x="0" y="252"/>
                  </a:cubicBezTo>
                  <a:cubicBezTo>
                    <a:pt x="0" y="388"/>
                    <a:pt x="109" y="501"/>
                    <a:pt x="245" y="501"/>
                  </a:cubicBezTo>
                  <a:cubicBezTo>
                    <a:pt x="388" y="501"/>
                    <a:pt x="496" y="388"/>
                    <a:pt x="496" y="252"/>
                  </a:cubicBezTo>
                  <a:cubicBezTo>
                    <a:pt x="496" y="107"/>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40;p2"/>
            <p:cNvSpPr/>
            <p:nvPr/>
          </p:nvSpPr>
          <p:spPr>
            <a:xfrm>
              <a:off x="860125" y="1473325"/>
              <a:ext cx="12525" cy="12550"/>
            </a:xfrm>
            <a:custGeom>
              <a:avLst/>
              <a:gdLst/>
              <a:ahLst/>
              <a:cxnLst/>
              <a:rect l="l" t="t" r="r" b="b"/>
              <a:pathLst>
                <a:path w="501" h="502" extrusionOk="0">
                  <a:moveTo>
                    <a:pt x="251" y="1"/>
                  </a:moveTo>
                  <a:cubicBezTo>
                    <a:pt x="114" y="1"/>
                    <a:pt x="0" y="107"/>
                    <a:pt x="0" y="252"/>
                  </a:cubicBezTo>
                  <a:cubicBezTo>
                    <a:pt x="0" y="388"/>
                    <a:pt x="114" y="501"/>
                    <a:pt x="251" y="501"/>
                  </a:cubicBezTo>
                  <a:cubicBezTo>
                    <a:pt x="387" y="501"/>
                    <a:pt x="501" y="388"/>
                    <a:pt x="501" y="252"/>
                  </a:cubicBezTo>
                  <a:cubicBezTo>
                    <a:pt x="501"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41;p2"/>
            <p:cNvSpPr/>
            <p:nvPr/>
          </p:nvSpPr>
          <p:spPr>
            <a:xfrm>
              <a:off x="951850" y="1473325"/>
              <a:ext cx="12600" cy="12550"/>
            </a:xfrm>
            <a:custGeom>
              <a:avLst/>
              <a:gdLst/>
              <a:ahLst/>
              <a:cxnLst/>
              <a:rect l="l" t="t" r="r" b="b"/>
              <a:pathLst>
                <a:path w="504" h="502" extrusionOk="0">
                  <a:moveTo>
                    <a:pt x="252" y="1"/>
                  </a:moveTo>
                  <a:cubicBezTo>
                    <a:pt x="116" y="1"/>
                    <a:pt x="1" y="107"/>
                    <a:pt x="1" y="252"/>
                  </a:cubicBezTo>
                  <a:cubicBezTo>
                    <a:pt x="1" y="388"/>
                    <a:pt x="116" y="501"/>
                    <a:pt x="252" y="501"/>
                  </a:cubicBezTo>
                  <a:cubicBezTo>
                    <a:pt x="388" y="501"/>
                    <a:pt x="503" y="388"/>
                    <a:pt x="503" y="252"/>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142;p2"/>
            <p:cNvSpPr/>
            <p:nvPr/>
          </p:nvSpPr>
          <p:spPr>
            <a:xfrm>
              <a:off x="1043825" y="1473325"/>
              <a:ext cx="12375" cy="12550"/>
            </a:xfrm>
            <a:custGeom>
              <a:avLst/>
              <a:gdLst/>
              <a:ahLst/>
              <a:cxnLst/>
              <a:rect l="l" t="t" r="r" b="b"/>
              <a:pathLst>
                <a:path w="495" h="502" extrusionOk="0">
                  <a:moveTo>
                    <a:pt x="250" y="1"/>
                  </a:moveTo>
                  <a:cubicBezTo>
                    <a:pt x="107" y="1"/>
                    <a:pt x="0" y="107"/>
                    <a:pt x="0" y="252"/>
                  </a:cubicBezTo>
                  <a:cubicBezTo>
                    <a:pt x="0" y="388"/>
                    <a:pt x="107" y="501"/>
                    <a:pt x="250" y="501"/>
                  </a:cubicBezTo>
                  <a:cubicBezTo>
                    <a:pt x="388" y="501"/>
                    <a:pt x="494" y="388"/>
                    <a:pt x="494" y="252"/>
                  </a:cubicBezTo>
                  <a:cubicBezTo>
                    <a:pt x="494" y="107"/>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143;p2"/>
            <p:cNvSpPr/>
            <p:nvPr/>
          </p:nvSpPr>
          <p:spPr>
            <a:xfrm>
              <a:off x="1135575" y="1473325"/>
              <a:ext cx="12575" cy="12550"/>
            </a:xfrm>
            <a:custGeom>
              <a:avLst/>
              <a:gdLst/>
              <a:ahLst/>
              <a:cxnLst/>
              <a:rect l="l" t="t" r="r" b="b"/>
              <a:pathLst>
                <a:path w="503" h="502" extrusionOk="0">
                  <a:moveTo>
                    <a:pt x="252" y="1"/>
                  </a:moveTo>
                  <a:cubicBezTo>
                    <a:pt x="116" y="1"/>
                    <a:pt x="0" y="107"/>
                    <a:pt x="0" y="252"/>
                  </a:cubicBezTo>
                  <a:cubicBezTo>
                    <a:pt x="0" y="388"/>
                    <a:pt x="116" y="501"/>
                    <a:pt x="252" y="501"/>
                  </a:cubicBezTo>
                  <a:cubicBezTo>
                    <a:pt x="387" y="501"/>
                    <a:pt x="503" y="388"/>
                    <a:pt x="503" y="252"/>
                  </a:cubicBezTo>
                  <a:cubicBezTo>
                    <a:pt x="503" y="107"/>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144;p2"/>
            <p:cNvSpPr/>
            <p:nvPr/>
          </p:nvSpPr>
          <p:spPr>
            <a:xfrm>
              <a:off x="1227500" y="1473325"/>
              <a:ext cx="12400" cy="12550"/>
            </a:xfrm>
            <a:custGeom>
              <a:avLst/>
              <a:gdLst/>
              <a:ahLst/>
              <a:cxnLst/>
              <a:rect l="l" t="t" r="r" b="b"/>
              <a:pathLst>
                <a:path w="496" h="502" extrusionOk="0">
                  <a:moveTo>
                    <a:pt x="251" y="1"/>
                  </a:moveTo>
                  <a:cubicBezTo>
                    <a:pt x="109" y="1"/>
                    <a:pt x="0" y="107"/>
                    <a:pt x="0" y="252"/>
                  </a:cubicBezTo>
                  <a:cubicBezTo>
                    <a:pt x="0" y="388"/>
                    <a:pt x="109" y="501"/>
                    <a:pt x="251" y="501"/>
                  </a:cubicBezTo>
                  <a:cubicBezTo>
                    <a:pt x="387" y="501"/>
                    <a:pt x="496" y="388"/>
                    <a:pt x="496" y="252"/>
                  </a:cubicBezTo>
                  <a:cubicBezTo>
                    <a:pt x="496"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145;p2"/>
            <p:cNvSpPr/>
            <p:nvPr/>
          </p:nvSpPr>
          <p:spPr>
            <a:xfrm>
              <a:off x="1319275" y="1473325"/>
              <a:ext cx="12550" cy="12550"/>
            </a:xfrm>
            <a:custGeom>
              <a:avLst/>
              <a:gdLst/>
              <a:ahLst/>
              <a:cxnLst/>
              <a:rect l="l" t="t" r="r" b="b"/>
              <a:pathLst>
                <a:path w="502" h="502" extrusionOk="0">
                  <a:moveTo>
                    <a:pt x="252" y="1"/>
                  </a:moveTo>
                  <a:cubicBezTo>
                    <a:pt x="114" y="1"/>
                    <a:pt x="1" y="107"/>
                    <a:pt x="1" y="252"/>
                  </a:cubicBezTo>
                  <a:cubicBezTo>
                    <a:pt x="1" y="388"/>
                    <a:pt x="114" y="501"/>
                    <a:pt x="252" y="501"/>
                  </a:cubicBezTo>
                  <a:cubicBezTo>
                    <a:pt x="388" y="501"/>
                    <a:pt x="501" y="388"/>
                    <a:pt x="501" y="252"/>
                  </a:cubicBezTo>
                  <a:cubicBezTo>
                    <a:pt x="501"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46;p2"/>
            <p:cNvSpPr/>
            <p:nvPr/>
          </p:nvSpPr>
          <p:spPr>
            <a:xfrm>
              <a:off x="1411200" y="1473325"/>
              <a:ext cx="12425" cy="12550"/>
            </a:xfrm>
            <a:custGeom>
              <a:avLst/>
              <a:gdLst/>
              <a:ahLst/>
              <a:cxnLst/>
              <a:rect l="l" t="t" r="r" b="b"/>
              <a:pathLst>
                <a:path w="497" h="502" extrusionOk="0">
                  <a:moveTo>
                    <a:pt x="245" y="1"/>
                  </a:moveTo>
                  <a:cubicBezTo>
                    <a:pt x="109" y="1"/>
                    <a:pt x="1" y="107"/>
                    <a:pt x="1" y="252"/>
                  </a:cubicBezTo>
                  <a:cubicBezTo>
                    <a:pt x="1" y="388"/>
                    <a:pt x="109" y="501"/>
                    <a:pt x="245" y="501"/>
                  </a:cubicBezTo>
                  <a:cubicBezTo>
                    <a:pt x="388" y="501"/>
                    <a:pt x="496" y="388"/>
                    <a:pt x="496" y="252"/>
                  </a:cubicBezTo>
                  <a:cubicBezTo>
                    <a:pt x="496" y="107"/>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47;p2"/>
            <p:cNvSpPr/>
            <p:nvPr/>
          </p:nvSpPr>
          <p:spPr>
            <a:xfrm>
              <a:off x="1503000" y="1473325"/>
              <a:ext cx="12525" cy="12550"/>
            </a:xfrm>
            <a:custGeom>
              <a:avLst/>
              <a:gdLst/>
              <a:ahLst/>
              <a:cxnLst/>
              <a:rect l="l" t="t" r="r" b="b"/>
              <a:pathLst>
                <a:path w="501" h="502" extrusionOk="0">
                  <a:moveTo>
                    <a:pt x="250" y="1"/>
                  </a:moveTo>
                  <a:cubicBezTo>
                    <a:pt x="114" y="1"/>
                    <a:pt x="0" y="107"/>
                    <a:pt x="0" y="252"/>
                  </a:cubicBezTo>
                  <a:cubicBezTo>
                    <a:pt x="0" y="388"/>
                    <a:pt x="114" y="501"/>
                    <a:pt x="250" y="501"/>
                  </a:cubicBezTo>
                  <a:cubicBezTo>
                    <a:pt x="387" y="501"/>
                    <a:pt x="501" y="388"/>
                    <a:pt x="501" y="252"/>
                  </a:cubicBezTo>
                  <a:cubicBezTo>
                    <a:pt x="501" y="107"/>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148;p2"/>
            <p:cNvSpPr/>
            <p:nvPr/>
          </p:nvSpPr>
          <p:spPr>
            <a:xfrm>
              <a:off x="1594750" y="1473325"/>
              <a:ext cx="12575" cy="12550"/>
            </a:xfrm>
            <a:custGeom>
              <a:avLst/>
              <a:gdLst/>
              <a:ahLst/>
              <a:cxnLst/>
              <a:rect l="l" t="t" r="r" b="b"/>
              <a:pathLst>
                <a:path w="503" h="502" extrusionOk="0">
                  <a:moveTo>
                    <a:pt x="251" y="1"/>
                  </a:moveTo>
                  <a:cubicBezTo>
                    <a:pt x="115" y="1"/>
                    <a:pt x="0" y="107"/>
                    <a:pt x="0" y="252"/>
                  </a:cubicBezTo>
                  <a:cubicBezTo>
                    <a:pt x="0" y="388"/>
                    <a:pt x="115" y="501"/>
                    <a:pt x="251" y="501"/>
                  </a:cubicBezTo>
                  <a:cubicBezTo>
                    <a:pt x="394" y="501"/>
                    <a:pt x="503" y="388"/>
                    <a:pt x="503" y="252"/>
                  </a:cubicBezTo>
                  <a:cubicBezTo>
                    <a:pt x="503" y="107"/>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149;p2"/>
            <p:cNvSpPr/>
            <p:nvPr/>
          </p:nvSpPr>
          <p:spPr>
            <a:xfrm>
              <a:off x="1686650" y="1473325"/>
              <a:ext cx="12600" cy="12550"/>
            </a:xfrm>
            <a:custGeom>
              <a:avLst/>
              <a:gdLst/>
              <a:ahLst/>
              <a:cxnLst/>
              <a:rect l="l" t="t" r="r" b="b"/>
              <a:pathLst>
                <a:path w="504" h="502" extrusionOk="0">
                  <a:moveTo>
                    <a:pt x="252" y="1"/>
                  </a:moveTo>
                  <a:cubicBezTo>
                    <a:pt x="116" y="1"/>
                    <a:pt x="1" y="107"/>
                    <a:pt x="1" y="252"/>
                  </a:cubicBezTo>
                  <a:cubicBezTo>
                    <a:pt x="1" y="388"/>
                    <a:pt x="116" y="501"/>
                    <a:pt x="252" y="501"/>
                  </a:cubicBezTo>
                  <a:cubicBezTo>
                    <a:pt x="388" y="501"/>
                    <a:pt x="503" y="388"/>
                    <a:pt x="503" y="252"/>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150;p2"/>
            <p:cNvSpPr/>
            <p:nvPr/>
          </p:nvSpPr>
          <p:spPr>
            <a:xfrm>
              <a:off x="1778450" y="1473325"/>
              <a:ext cx="12550" cy="12550"/>
            </a:xfrm>
            <a:custGeom>
              <a:avLst/>
              <a:gdLst/>
              <a:ahLst/>
              <a:cxnLst/>
              <a:rect l="l" t="t" r="r" b="b"/>
              <a:pathLst>
                <a:path w="502" h="502" extrusionOk="0">
                  <a:moveTo>
                    <a:pt x="252" y="1"/>
                  </a:moveTo>
                  <a:cubicBezTo>
                    <a:pt x="114" y="1"/>
                    <a:pt x="1" y="107"/>
                    <a:pt x="1" y="252"/>
                  </a:cubicBezTo>
                  <a:cubicBezTo>
                    <a:pt x="1" y="388"/>
                    <a:pt x="114" y="501"/>
                    <a:pt x="252" y="501"/>
                  </a:cubicBezTo>
                  <a:cubicBezTo>
                    <a:pt x="388" y="501"/>
                    <a:pt x="501" y="388"/>
                    <a:pt x="501" y="252"/>
                  </a:cubicBezTo>
                  <a:cubicBezTo>
                    <a:pt x="501"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151;p2"/>
            <p:cNvSpPr/>
            <p:nvPr/>
          </p:nvSpPr>
          <p:spPr>
            <a:xfrm>
              <a:off x="1870375" y="1473325"/>
              <a:ext cx="12400" cy="12550"/>
            </a:xfrm>
            <a:custGeom>
              <a:avLst/>
              <a:gdLst/>
              <a:ahLst/>
              <a:cxnLst/>
              <a:rect l="l" t="t" r="r" b="b"/>
              <a:pathLst>
                <a:path w="496" h="502" extrusionOk="0">
                  <a:moveTo>
                    <a:pt x="252" y="1"/>
                  </a:moveTo>
                  <a:cubicBezTo>
                    <a:pt x="109" y="1"/>
                    <a:pt x="0" y="107"/>
                    <a:pt x="0" y="252"/>
                  </a:cubicBezTo>
                  <a:cubicBezTo>
                    <a:pt x="0" y="388"/>
                    <a:pt x="109" y="501"/>
                    <a:pt x="252" y="501"/>
                  </a:cubicBezTo>
                  <a:cubicBezTo>
                    <a:pt x="387" y="501"/>
                    <a:pt x="496" y="388"/>
                    <a:pt x="496" y="252"/>
                  </a:cubicBezTo>
                  <a:cubicBezTo>
                    <a:pt x="496" y="107"/>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152;p2"/>
            <p:cNvSpPr/>
            <p:nvPr/>
          </p:nvSpPr>
          <p:spPr>
            <a:xfrm>
              <a:off x="1962150" y="1473325"/>
              <a:ext cx="12550" cy="12550"/>
            </a:xfrm>
            <a:custGeom>
              <a:avLst/>
              <a:gdLst/>
              <a:ahLst/>
              <a:cxnLst/>
              <a:rect l="l" t="t" r="r" b="b"/>
              <a:pathLst>
                <a:path w="502" h="502" extrusionOk="0">
                  <a:moveTo>
                    <a:pt x="250" y="1"/>
                  </a:moveTo>
                  <a:cubicBezTo>
                    <a:pt x="114" y="1"/>
                    <a:pt x="1" y="107"/>
                    <a:pt x="1" y="252"/>
                  </a:cubicBezTo>
                  <a:cubicBezTo>
                    <a:pt x="1" y="388"/>
                    <a:pt x="114" y="501"/>
                    <a:pt x="250" y="501"/>
                  </a:cubicBezTo>
                  <a:cubicBezTo>
                    <a:pt x="388" y="501"/>
                    <a:pt x="502" y="388"/>
                    <a:pt x="502" y="252"/>
                  </a:cubicBezTo>
                  <a:cubicBezTo>
                    <a:pt x="502" y="107"/>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53;p2"/>
            <p:cNvSpPr/>
            <p:nvPr/>
          </p:nvSpPr>
          <p:spPr>
            <a:xfrm>
              <a:off x="2054075" y="1473325"/>
              <a:ext cx="12425" cy="12550"/>
            </a:xfrm>
            <a:custGeom>
              <a:avLst/>
              <a:gdLst/>
              <a:ahLst/>
              <a:cxnLst/>
              <a:rect l="l" t="t" r="r" b="b"/>
              <a:pathLst>
                <a:path w="497" h="502" extrusionOk="0">
                  <a:moveTo>
                    <a:pt x="252" y="1"/>
                  </a:moveTo>
                  <a:cubicBezTo>
                    <a:pt x="109" y="1"/>
                    <a:pt x="1" y="107"/>
                    <a:pt x="1" y="252"/>
                  </a:cubicBezTo>
                  <a:cubicBezTo>
                    <a:pt x="1" y="388"/>
                    <a:pt x="109" y="501"/>
                    <a:pt x="252" y="501"/>
                  </a:cubicBezTo>
                  <a:cubicBezTo>
                    <a:pt x="388" y="501"/>
                    <a:pt x="496" y="388"/>
                    <a:pt x="496" y="252"/>
                  </a:cubicBezTo>
                  <a:cubicBezTo>
                    <a:pt x="496"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154;p2"/>
            <p:cNvSpPr/>
            <p:nvPr/>
          </p:nvSpPr>
          <p:spPr>
            <a:xfrm>
              <a:off x="2145825" y="1473325"/>
              <a:ext cx="12600" cy="12550"/>
            </a:xfrm>
            <a:custGeom>
              <a:avLst/>
              <a:gdLst/>
              <a:ahLst/>
              <a:cxnLst/>
              <a:rect l="l" t="t" r="r" b="b"/>
              <a:pathLst>
                <a:path w="504" h="502" extrusionOk="0">
                  <a:moveTo>
                    <a:pt x="252" y="1"/>
                  </a:moveTo>
                  <a:cubicBezTo>
                    <a:pt x="116" y="1"/>
                    <a:pt x="1" y="107"/>
                    <a:pt x="1" y="252"/>
                  </a:cubicBezTo>
                  <a:cubicBezTo>
                    <a:pt x="1" y="388"/>
                    <a:pt x="116" y="501"/>
                    <a:pt x="252" y="501"/>
                  </a:cubicBezTo>
                  <a:cubicBezTo>
                    <a:pt x="388" y="501"/>
                    <a:pt x="503" y="388"/>
                    <a:pt x="503" y="252"/>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155;p2"/>
            <p:cNvSpPr/>
            <p:nvPr/>
          </p:nvSpPr>
          <p:spPr>
            <a:xfrm>
              <a:off x="2237800" y="1473325"/>
              <a:ext cx="12350" cy="12550"/>
            </a:xfrm>
            <a:custGeom>
              <a:avLst/>
              <a:gdLst/>
              <a:ahLst/>
              <a:cxnLst/>
              <a:rect l="l" t="t" r="r" b="b"/>
              <a:pathLst>
                <a:path w="494" h="502" extrusionOk="0">
                  <a:moveTo>
                    <a:pt x="244" y="1"/>
                  </a:moveTo>
                  <a:cubicBezTo>
                    <a:pt x="107" y="1"/>
                    <a:pt x="0" y="107"/>
                    <a:pt x="0" y="252"/>
                  </a:cubicBezTo>
                  <a:cubicBezTo>
                    <a:pt x="0" y="388"/>
                    <a:pt x="107" y="501"/>
                    <a:pt x="244" y="501"/>
                  </a:cubicBezTo>
                  <a:cubicBezTo>
                    <a:pt x="387" y="501"/>
                    <a:pt x="494" y="388"/>
                    <a:pt x="494" y="252"/>
                  </a:cubicBezTo>
                  <a:cubicBezTo>
                    <a:pt x="494" y="107"/>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156;p2"/>
            <p:cNvSpPr/>
            <p:nvPr/>
          </p:nvSpPr>
          <p:spPr>
            <a:xfrm>
              <a:off x="2329550" y="1473325"/>
              <a:ext cx="12575" cy="12550"/>
            </a:xfrm>
            <a:custGeom>
              <a:avLst/>
              <a:gdLst/>
              <a:ahLst/>
              <a:cxnLst/>
              <a:rect l="l" t="t" r="r" b="b"/>
              <a:pathLst>
                <a:path w="503" h="502" extrusionOk="0">
                  <a:moveTo>
                    <a:pt x="251" y="1"/>
                  </a:moveTo>
                  <a:cubicBezTo>
                    <a:pt x="115" y="1"/>
                    <a:pt x="0" y="107"/>
                    <a:pt x="0" y="252"/>
                  </a:cubicBezTo>
                  <a:cubicBezTo>
                    <a:pt x="0" y="388"/>
                    <a:pt x="115" y="501"/>
                    <a:pt x="251" y="501"/>
                  </a:cubicBezTo>
                  <a:cubicBezTo>
                    <a:pt x="387" y="501"/>
                    <a:pt x="502" y="388"/>
                    <a:pt x="502" y="252"/>
                  </a:cubicBezTo>
                  <a:cubicBezTo>
                    <a:pt x="502"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157;p2"/>
            <p:cNvSpPr/>
            <p:nvPr/>
          </p:nvSpPr>
          <p:spPr>
            <a:xfrm>
              <a:off x="2421325" y="1473325"/>
              <a:ext cx="12550" cy="12550"/>
            </a:xfrm>
            <a:custGeom>
              <a:avLst/>
              <a:gdLst/>
              <a:ahLst/>
              <a:cxnLst/>
              <a:rect l="l" t="t" r="r" b="b"/>
              <a:pathLst>
                <a:path w="502" h="502" extrusionOk="0">
                  <a:moveTo>
                    <a:pt x="250" y="1"/>
                  </a:moveTo>
                  <a:cubicBezTo>
                    <a:pt x="114" y="1"/>
                    <a:pt x="1" y="107"/>
                    <a:pt x="1" y="252"/>
                  </a:cubicBezTo>
                  <a:cubicBezTo>
                    <a:pt x="1" y="388"/>
                    <a:pt x="114" y="501"/>
                    <a:pt x="250" y="501"/>
                  </a:cubicBezTo>
                  <a:cubicBezTo>
                    <a:pt x="395" y="501"/>
                    <a:pt x="501" y="388"/>
                    <a:pt x="501" y="252"/>
                  </a:cubicBezTo>
                  <a:cubicBezTo>
                    <a:pt x="501" y="107"/>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158;p2"/>
            <p:cNvSpPr/>
            <p:nvPr/>
          </p:nvSpPr>
          <p:spPr>
            <a:xfrm>
              <a:off x="2513250" y="1473325"/>
              <a:ext cx="12575" cy="12550"/>
            </a:xfrm>
            <a:custGeom>
              <a:avLst/>
              <a:gdLst/>
              <a:ahLst/>
              <a:cxnLst/>
              <a:rect l="l" t="t" r="r" b="b"/>
              <a:pathLst>
                <a:path w="503" h="502" extrusionOk="0">
                  <a:moveTo>
                    <a:pt x="252" y="1"/>
                  </a:moveTo>
                  <a:cubicBezTo>
                    <a:pt x="109" y="1"/>
                    <a:pt x="0" y="107"/>
                    <a:pt x="0" y="252"/>
                  </a:cubicBezTo>
                  <a:cubicBezTo>
                    <a:pt x="0" y="388"/>
                    <a:pt x="109" y="501"/>
                    <a:pt x="252" y="501"/>
                  </a:cubicBezTo>
                  <a:cubicBezTo>
                    <a:pt x="388" y="501"/>
                    <a:pt x="503" y="388"/>
                    <a:pt x="503" y="252"/>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159;p2"/>
            <p:cNvSpPr/>
            <p:nvPr/>
          </p:nvSpPr>
          <p:spPr>
            <a:xfrm>
              <a:off x="2605000" y="1473325"/>
              <a:ext cx="12575" cy="12550"/>
            </a:xfrm>
            <a:custGeom>
              <a:avLst/>
              <a:gdLst/>
              <a:ahLst/>
              <a:cxnLst/>
              <a:rect l="l" t="t" r="r" b="b"/>
              <a:pathLst>
                <a:path w="503" h="502" extrusionOk="0">
                  <a:moveTo>
                    <a:pt x="252" y="1"/>
                  </a:moveTo>
                  <a:cubicBezTo>
                    <a:pt x="116" y="1"/>
                    <a:pt x="0" y="107"/>
                    <a:pt x="0" y="252"/>
                  </a:cubicBezTo>
                  <a:cubicBezTo>
                    <a:pt x="0" y="388"/>
                    <a:pt x="116" y="501"/>
                    <a:pt x="252" y="501"/>
                  </a:cubicBezTo>
                  <a:cubicBezTo>
                    <a:pt x="387" y="501"/>
                    <a:pt x="503" y="388"/>
                    <a:pt x="503" y="252"/>
                  </a:cubicBezTo>
                  <a:cubicBezTo>
                    <a:pt x="503" y="107"/>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160;p2"/>
            <p:cNvSpPr/>
            <p:nvPr/>
          </p:nvSpPr>
          <p:spPr>
            <a:xfrm>
              <a:off x="2696950" y="1473325"/>
              <a:ext cx="12375" cy="12550"/>
            </a:xfrm>
            <a:custGeom>
              <a:avLst/>
              <a:gdLst/>
              <a:ahLst/>
              <a:cxnLst/>
              <a:rect l="l" t="t" r="r" b="b"/>
              <a:pathLst>
                <a:path w="495" h="502" extrusionOk="0">
                  <a:moveTo>
                    <a:pt x="252" y="1"/>
                  </a:moveTo>
                  <a:cubicBezTo>
                    <a:pt x="108" y="1"/>
                    <a:pt x="1" y="107"/>
                    <a:pt x="1" y="252"/>
                  </a:cubicBezTo>
                  <a:cubicBezTo>
                    <a:pt x="1" y="388"/>
                    <a:pt x="108" y="501"/>
                    <a:pt x="252" y="501"/>
                  </a:cubicBezTo>
                  <a:cubicBezTo>
                    <a:pt x="388" y="501"/>
                    <a:pt x="495" y="388"/>
                    <a:pt x="495" y="252"/>
                  </a:cubicBezTo>
                  <a:cubicBezTo>
                    <a:pt x="495"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161;p2"/>
            <p:cNvSpPr/>
            <p:nvPr/>
          </p:nvSpPr>
          <p:spPr>
            <a:xfrm>
              <a:off x="2788700" y="1473325"/>
              <a:ext cx="12600" cy="12550"/>
            </a:xfrm>
            <a:custGeom>
              <a:avLst/>
              <a:gdLst/>
              <a:ahLst/>
              <a:cxnLst/>
              <a:rect l="l" t="t" r="r" b="b"/>
              <a:pathLst>
                <a:path w="504" h="502" extrusionOk="0">
                  <a:moveTo>
                    <a:pt x="252" y="1"/>
                  </a:moveTo>
                  <a:cubicBezTo>
                    <a:pt x="116" y="1"/>
                    <a:pt x="1" y="107"/>
                    <a:pt x="1" y="252"/>
                  </a:cubicBezTo>
                  <a:cubicBezTo>
                    <a:pt x="1" y="388"/>
                    <a:pt x="116" y="501"/>
                    <a:pt x="252" y="501"/>
                  </a:cubicBezTo>
                  <a:cubicBezTo>
                    <a:pt x="388" y="501"/>
                    <a:pt x="503" y="388"/>
                    <a:pt x="503" y="252"/>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62;p2"/>
            <p:cNvSpPr/>
            <p:nvPr/>
          </p:nvSpPr>
          <p:spPr>
            <a:xfrm>
              <a:off x="2880675" y="1473325"/>
              <a:ext cx="12375" cy="12550"/>
            </a:xfrm>
            <a:custGeom>
              <a:avLst/>
              <a:gdLst/>
              <a:ahLst/>
              <a:cxnLst/>
              <a:rect l="l" t="t" r="r" b="b"/>
              <a:pathLst>
                <a:path w="495" h="502" extrusionOk="0">
                  <a:moveTo>
                    <a:pt x="243" y="1"/>
                  </a:moveTo>
                  <a:cubicBezTo>
                    <a:pt x="107" y="1"/>
                    <a:pt x="0" y="107"/>
                    <a:pt x="0" y="252"/>
                  </a:cubicBezTo>
                  <a:cubicBezTo>
                    <a:pt x="0" y="388"/>
                    <a:pt x="107" y="501"/>
                    <a:pt x="243" y="501"/>
                  </a:cubicBezTo>
                  <a:cubicBezTo>
                    <a:pt x="387" y="501"/>
                    <a:pt x="494" y="388"/>
                    <a:pt x="494" y="252"/>
                  </a:cubicBezTo>
                  <a:cubicBezTo>
                    <a:pt x="494" y="107"/>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163;p2"/>
            <p:cNvSpPr/>
            <p:nvPr/>
          </p:nvSpPr>
          <p:spPr>
            <a:xfrm>
              <a:off x="2972425" y="1473325"/>
              <a:ext cx="12575" cy="12550"/>
            </a:xfrm>
            <a:custGeom>
              <a:avLst/>
              <a:gdLst/>
              <a:ahLst/>
              <a:cxnLst/>
              <a:rect l="l" t="t" r="r" b="b"/>
              <a:pathLst>
                <a:path w="503" h="502" extrusionOk="0">
                  <a:moveTo>
                    <a:pt x="251" y="1"/>
                  </a:moveTo>
                  <a:cubicBezTo>
                    <a:pt x="115" y="1"/>
                    <a:pt x="0" y="107"/>
                    <a:pt x="0" y="252"/>
                  </a:cubicBezTo>
                  <a:cubicBezTo>
                    <a:pt x="0" y="388"/>
                    <a:pt x="115" y="501"/>
                    <a:pt x="251" y="501"/>
                  </a:cubicBezTo>
                  <a:cubicBezTo>
                    <a:pt x="387" y="501"/>
                    <a:pt x="503" y="388"/>
                    <a:pt x="503" y="252"/>
                  </a:cubicBezTo>
                  <a:cubicBezTo>
                    <a:pt x="503"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164;p2"/>
            <p:cNvSpPr/>
            <p:nvPr/>
          </p:nvSpPr>
          <p:spPr>
            <a:xfrm>
              <a:off x="3064375" y="1473325"/>
              <a:ext cx="12375" cy="12550"/>
            </a:xfrm>
            <a:custGeom>
              <a:avLst/>
              <a:gdLst/>
              <a:ahLst/>
              <a:cxnLst/>
              <a:rect l="l" t="t" r="r" b="b"/>
              <a:pathLst>
                <a:path w="495" h="502" extrusionOk="0">
                  <a:moveTo>
                    <a:pt x="243" y="1"/>
                  </a:moveTo>
                  <a:cubicBezTo>
                    <a:pt x="107" y="1"/>
                    <a:pt x="1" y="107"/>
                    <a:pt x="1" y="252"/>
                  </a:cubicBezTo>
                  <a:cubicBezTo>
                    <a:pt x="1" y="388"/>
                    <a:pt x="107" y="501"/>
                    <a:pt x="243" y="501"/>
                  </a:cubicBezTo>
                  <a:cubicBezTo>
                    <a:pt x="388" y="501"/>
                    <a:pt x="495" y="388"/>
                    <a:pt x="495" y="252"/>
                  </a:cubicBezTo>
                  <a:cubicBezTo>
                    <a:pt x="495" y="107"/>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165;p2"/>
            <p:cNvSpPr/>
            <p:nvPr/>
          </p:nvSpPr>
          <p:spPr>
            <a:xfrm>
              <a:off x="3156125" y="1473325"/>
              <a:ext cx="12600" cy="12550"/>
            </a:xfrm>
            <a:custGeom>
              <a:avLst/>
              <a:gdLst/>
              <a:ahLst/>
              <a:cxnLst/>
              <a:rect l="l" t="t" r="r" b="b"/>
              <a:pathLst>
                <a:path w="504" h="502" extrusionOk="0">
                  <a:moveTo>
                    <a:pt x="252" y="1"/>
                  </a:moveTo>
                  <a:cubicBezTo>
                    <a:pt x="116" y="1"/>
                    <a:pt x="1" y="107"/>
                    <a:pt x="1" y="252"/>
                  </a:cubicBezTo>
                  <a:cubicBezTo>
                    <a:pt x="1" y="388"/>
                    <a:pt x="116" y="501"/>
                    <a:pt x="252" y="501"/>
                  </a:cubicBezTo>
                  <a:cubicBezTo>
                    <a:pt x="388" y="501"/>
                    <a:pt x="503" y="388"/>
                    <a:pt x="503" y="252"/>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2"/>
            <p:cNvSpPr/>
            <p:nvPr/>
          </p:nvSpPr>
          <p:spPr>
            <a:xfrm>
              <a:off x="3247875" y="1473325"/>
              <a:ext cx="12575" cy="12550"/>
            </a:xfrm>
            <a:custGeom>
              <a:avLst/>
              <a:gdLst/>
              <a:ahLst/>
              <a:cxnLst/>
              <a:rect l="l" t="t" r="r" b="b"/>
              <a:pathLst>
                <a:path w="503" h="502" extrusionOk="0">
                  <a:moveTo>
                    <a:pt x="252" y="1"/>
                  </a:moveTo>
                  <a:cubicBezTo>
                    <a:pt x="116" y="1"/>
                    <a:pt x="1" y="107"/>
                    <a:pt x="1" y="252"/>
                  </a:cubicBezTo>
                  <a:cubicBezTo>
                    <a:pt x="1" y="388"/>
                    <a:pt x="116" y="501"/>
                    <a:pt x="252" y="501"/>
                  </a:cubicBezTo>
                  <a:cubicBezTo>
                    <a:pt x="388" y="501"/>
                    <a:pt x="503" y="388"/>
                    <a:pt x="503" y="252"/>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2"/>
            <p:cNvSpPr/>
            <p:nvPr/>
          </p:nvSpPr>
          <p:spPr>
            <a:xfrm>
              <a:off x="3339850" y="1473325"/>
              <a:ext cx="12525" cy="12550"/>
            </a:xfrm>
            <a:custGeom>
              <a:avLst/>
              <a:gdLst/>
              <a:ahLst/>
              <a:cxnLst/>
              <a:rect l="l" t="t" r="r" b="b"/>
              <a:pathLst>
                <a:path w="501" h="502" extrusionOk="0">
                  <a:moveTo>
                    <a:pt x="251" y="1"/>
                  </a:moveTo>
                  <a:cubicBezTo>
                    <a:pt x="107" y="1"/>
                    <a:pt x="0" y="107"/>
                    <a:pt x="0" y="252"/>
                  </a:cubicBezTo>
                  <a:cubicBezTo>
                    <a:pt x="0" y="388"/>
                    <a:pt x="107" y="501"/>
                    <a:pt x="251" y="501"/>
                  </a:cubicBezTo>
                  <a:cubicBezTo>
                    <a:pt x="387" y="501"/>
                    <a:pt x="501" y="388"/>
                    <a:pt x="501" y="252"/>
                  </a:cubicBezTo>
                  <a:cubicBezTo>
                    <a:pt x="501"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168;p2"/>
            <p:cNvSpPr/>
            <p:nvPr/>
          </p:nvSpPr>
          <p:spPr>
            <a:xfrm>
              <a:off x="3431575" y="1473325"/>
              <a:ext cx="12600" cy="12550"/>
            </a:xfrm>
            <a:custGeom>
              <a:avLst/>
              <a:gdLst/>
              <a:ahLst/>
              <a:cxnLst/>
              <a:rect l="l" t="t" r="r" b="b"/>
              <a:pathLst>
                <a:path w="504" h="502" extrusionOk="0">
                  <a:moveTo>
                    <a:pt x="252" y="1"/>
                  </a:moveTo>
                  <a:cubicBezTo>
                    <a:pt x="116" y="1"/>
                    <a:pt x="1" y="107"/>
                    <a:pt x="1" y="252"/>
                  </a:cubicBezTo>
                  <a:cubicBezTo>
                    <a:pt x="1" y="388"/>
                    <a:pt x="116" y="501"/>
                    <a:pt x="252" y="501"/>
                  </a:cubicBezTo>
                  <a:cubicBezTo>
                    <a:pt x="388" y="501"/>
                    <a:pt x="503" y="388"/>
                    <a:pt x="503" y="252"/>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169;p2"/>
            <p:cNvSpPr/>
            <p:nvPr/>
          </p:nvSpPr>
          <p:spPr>
            <a:xfrm>
              <a:off x="3523550" y="1473325"/>
              <a:ext cx="12375" cy="12550"/>
            </a:xfrm>
            <a:custGeom>
              <a:avLst/>
              <a:gdLst/>
              <a:ahLst/>
              <a:cxnLst/>
              <a:rect l="l" t="t" r="r" b="b"/>
              <a:pathLst>
                <a:path w="495" h="502" extrusionOk="0">
                  <a:moveTo>
                    <a:pt x="250" y="1"/>
                  </a:moveTo>
                  <a:cubicBezTo>
                    <a:pt x="107" y="1"/>
                    <a:pt x="0" y="107"/>
                    <a:pt x="0" y="252"/>
                  </a:cubicBezTo>
                  <a:cubicBezTo>
                    <a:pt x="0" y="388"/>
                    <a:pt x="107" y="501"/>
                    <a:pt x="250" y="501"/>
                  </a:cubicBezTo>
                  <a:cubicBezTo>
                    <a:pt x="388" y="501"/>
                    <a:pt x="494" y="388"/>
                    <a:pt x="494" y="252"/>
                  </a:cubicBezTo>
                  <a:cubicBezTo>
                    <a:pt x="494" y="107"/>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170;p2"/>
            <p:cNvSpPr/>
            <p:nvPr/>
          </p:nvSpPr>
          <p:spPr>
            <a:xfrm>
              <a:off x="676400" y="15650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171;p2"/>
            <p:cNvSpPr/>
            <p:nvPr/>
          </p:nvSpPr>
          <p:spPr>
            <a:xfrm>
              <a:off x="768325" y="1565075"/>
              <a:ext cx="12400" cy="12600"/>
            </a:xfrm>
            <a:custGeom>
              <a:avLst/>
              <a:gdLst/>
              <a:ahLst/>
              <a:cxnLst/>
              <a:rect l="l" t="t" r="r" b="b"/>
              <a:pathLst>
                <a:path w="496" h="504"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72;p2"/>
            <p:cNvSpPr/>
            <p:nvPr/>
          </p:nvSpPr>
          <p:spPr>
            <a:xfrm>
              <a:off x="860125" y="1565075"/>
              <a:ext cx="12525" cy="12600"/>
            </a:xfrm>
            <a:custGeom>
              <a:avLst/>
              <a:gdLst/>
              <a:ahLst/>
              <a:cxnLst/>
              <a:rect l="l" t="t" r="r" b="b"/>
              <a:pathLst>
                <a:path w="501" h="504"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73;p2"/>
            <p:cNvSpPr/>
            <p:nvPr/>
          </p:nvSpPr>
          <p:spPr>
            <a:xfrm>
              <a:off x="951850" y="15650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174;p2"/>
            <p:cNvSpPr/>
            <p:nvPr/>
          </p:nvSpPr>
          <p:spPr>
            <a:xfrm>
              <a:off x="1043825" y="1565075"/>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175;p2"/>
            <p:cNvSpPr/>
            <p:nvPr/>
          </p:nvSpPr>
          <p:spPr>
            <a:xfrm>
              <a:off x="1135575" y="1565075"/>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176;p2"/>
            <p:cNvSpPr/>
            <p:nvPr/>
          </p:nvSpPr>
          <p:spPr>
            <a:xfrm>
              <a:off x="1227500" y="1565075"/>
              <a:ext cx="12400" cy="12600"/>
            </a:xfrm>
            <a:custGeom>
              <a:avLst/>
              <a:gdLst/>
              <a:ahLst/>
              <a:cxnLst/>
              <a:rect l="l" t="t" r="r" b="b"/>
              <a:pathLst>
                <a:path w="496" h="504"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177;p2"/>
            <p:cNvSpPr/>
            <p:nvPr/>
          </p:nvSpPr>
          <p:spPr>
            <a:xfrm>
              <a:off x="1319275" y="1565075"/>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178;p2"/>
            <p:cNvSpPr/>
            <p:nvPr/>
          </p:nvSpPr>
          <p:spPr>
            <a:xfrm>
              <a:off x="1411200" y="1565075"/>
              <a:ext cx="12425" cy="12600"/>
            </a:xfrm>
            <a:custGeom>
              <a:avLst/>
              <a:gdLst/>
              <a:ahLst/>
              <a:cxnLst/>
              <a:rect l="l" t="t" r="r" b="b"/>
              <a:pathLst>
                <a:path w="497" h="504"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179;p2"/>
            <p:cNvSpPr/>
            <p:nvPr/>
          </p:nvSpPr>
          <p:spPr>
            <a:xfrm>
              <a:off x="1503000" y="1565075"/>
              <a:ext cx="12525" cy="12600"/>
            </a:xfrm>
            <a:custGeom>
              <a:avLst/>
              <a:gdLst/>
              <a:ahLst/>
              <a:cxnLst/>
              <a:rect l="l" t="t" r="r" b="b"/>
              <a:pathLst>
                <a:path w="501" h="504"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180;p2"/>
            <p:cNvSpPr/>
            <p:nvPr/>
          </p:nvSpPr>
          <p:spPr>
            <a:xfrm>
              <a:off x="1594750" y="1565075"/>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181;p2"/>
            <p:cNvSpPr/>
            <p:nvPr/>
          </p:nvSpPr>
          <p:spPr>
            <a:xfrm>
              <a:off x="1686650" y="15650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182;p2"/>
            <p:cNvSpPr/>
            <p:nvPr/>
          </p:nvSpPr>
          <p:spPr>
            <a:xfrm>
              <a:off x="1778450" y="1565075"/>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183;p2"/>
            <p:cNvSpPr/>
            <p:nvPr/>
          </p:nvSpPr>
          <p:spPr>
            <a:xfrm>
              <a:off x="1870375" y="1565075"/>
              <a:ext cx="12400" cy="12600"/>
            </a:xfrm>
            <a:custGeom>
              <a:avLst/>
              <a:gdLst/>
              <a:ahLst/>
              <a:cxnLst/>
              <a:rect l="l" t="t" r="r" b="b"/>
              <a:pathLst>
                <a:path w="496" h="504"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84;p2"/>
            <p:cNvSpPr/>
            <p:nvPr/>
          </p:nvSpPr>
          <p:spPr>
            <a:xfrm>
              <a:off x="1962150" y="1565075"/>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85;p2"/>
            <p:cNvSpPr/>
            <p:nvPr/>
          </p:nvSpPr>
          <p:spPr>
            <a:xfrm>
              <a:off x="2054075" y="1565075"/>
              <a:ext cx="12425" cy="12600"/>
            </a:xfrm>
            <a:custGeom>
              <a:avLst/>
              <a:gdLst/>
              <a:ahLst/>
              <a:cxnLst/>
              <a:rect l="l" t="t" r="r" b="b"/>
              <a:pathLst>
                <a:path w="497" h="504"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86;p2"/>
            <p:cNvSpPr/>
            <p:nvPr/>
          </p:nvSpPr>
          <p:spPr>
            <a:xfrm>
              <a:off x="2145825" y="15650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87;p2"/>
            <p:cNvSpPr/>
            <p:nvPr/>
          </p:nvSpPr>
          <p:spPr>
            <a:xfrm>
              <a:off x="2237800" y="1565075"/>
              <a:ext cx="12350" cy="12600"/>
            </a:xfrm>
            <a:custGeom>
              <a:avLst/>
              <a:gdLst/>
              <a:ahLst/>
              <a:cxnLst/>
              <a:rect l="l" t="t" r="r" b="b"/>
              <a:pathLst>
                <a:path w="494" h="504"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188;p2"/>
            <p:cNvSpPr/>
            <p:nvPr/>
          </p:nvSpPr>
          <p:spPr>
            <a:xfrm>
              <a:off x="2329550" y="1565075"/>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189;p2"/>
            <p:cNvSpPr/>
            <p:nvPr/>
          </p:nvSpPr>
          <p:spPr>
            <a:xfrm>
              <a:off x="2421325" y="1565075"/>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90;p2"/>
            <p:cNvSpPr/>
            <p:nvPr/>
          </p:nvSpPr>
          <p:spPr>
            <a:xfrm>
              <a:off x="2513250" y="1565075"/>
              <a:ext cx="12575" cy="12600"/>
            </a:xfrm>
            <a:custGeom>
              <a:avLst/>
              <a:gdLst/>
              <a:ahLst/>
              <a:cxnLst/>
              <a:rect l="l" t="t" r="r" b="b"/>
              <a:pathLst>
                <a:path w="503" h="504"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91;p2"/>
            <p:cNvSpPr/>
            <p:nvPr/>
          </p:nvSpPr>
          <p:spPr>
            <a:xfrm>
              <a:off x="2605000" y="1565075"/>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192;p2"/>
            <p:cNvSpPr/>
            <p:nvPr/>
          </p:nvSpPr>
          <p:spPr>
            <a:xfrm>
              <a:off x="2696950" y="1565075"/>
              <a:ext cx="12375" cy="12600"/>
            </a:xfrm>
            <a:custGeom>
              <a:avLst/>
              <a:gdLst/>
              <a:ahLst/>
              <a:cxnLst/>
              <a:rect l="l" t="t" r="r" b="b"/>
              <a:pathLst>
                <a:path w="495" h="504"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193;p2"/>
            <p:cNvSpPr/>
            <p:nvPr/>
          </p:nvSpPr>
          <p:spPr>
            <a:xfrm>
              <a:off x="2788700" y="15650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194;p2"/>
            <p:cNvSpPr/>
            <p:nvPr/>
          </p:nvSpPr>
          <p:spPr>
            <a:xfrm>
              <a:off x="2880675" y="1565075"/>
              <a:ext cx="12375" cy="12600"/>
            </a:xfrm>
            <a:custGeom>
              <a:avLst/>
              <a:gdLst/>
              <a:ahLst/>
              <a:cxnLst/>
              <a:rect l="l" t="t" r="r" b="b"/>
              <a:pathLst>
                <a:path w="495" h="504"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95;p2"/>
            <p:cNvSpPr/>
            <p:nvPr/>
          </p:nvSpPr>
          <p:spPr>
            <a:xfrm>
              <a:off x="2972425" y="1565075"/>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196;p2"/>
            <p:cNvSpPr/>
            <p:nvPr/>
          </p:nvSpPr>
          <p:spPr>
            <a:xfrm>
              <a:off x="3064375" y="1565075"/>
              <a:ext cx="12375" cy="12600"/>
            </a:xfrm>
            <a:custGeom>
              <a:avLst/>
              <a:gdLst/>
              <a:ahLst/>
              <a:cxnLst/>
              <a:rect l="l" t="t" r="r" b="b"/>
              <a:pathLst>
                <a:path w="495" h="504"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197;p2"/>
            <p:cNvSpPr/>
            <p:nvPr/>
          </p:nvSpPr>
          <p:spPr>
            <a:xfrm>
              <a:off x="3156125" y="15650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198;p2"/>
            <p:cNvSpPr/>
            <p:nvPr/>
          </p:nvSpPr>
          <p:spPr>
            <a:xfrm>
              <a:off x="3247875" y="1565075"/>
              <a:ext cx="12575" cy="12600"/>
            </a:xfrm>
            <a:custGeom>
              <a:avLst/>
              <a:gdLst/>
              <a:ahLst/>
              <a:cxnLst/>
              <a:rect l="l" t="t" r="r" b="b"/>
              <a:pathLst>
                <a:path w="503"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99;p2"/>
            <p:cNvSpPr/>
            <p:nvPr/>
          </p:nvSpPr>
          <p:spPr>
            <a:xfrm>
              <a:off x="3339850" y="1565075"/>
              <a:ext cx="12525" cy="12600"/>
            </a:xfrm>
            <a:custGeom>
              <a:avLst/>
              <a:gdLst/>
              <a:ahLst/>
              <a:cxnLst/>
              <a:rect l="l" t="t" r="r" b="b"/>
              <a:pathLst>
                <a:path w="501" h="504"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200;p2"/>
            <p:cNvSpPr/>
            <p:nvPr/>
          </p:nvSpPr>
          <p:spPr>
            <a:xfrm>
              <a:off x="3431575" y="15650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01;p2"/>
            <p:cNvSpPr/>
            <p:nvPr/>
          </p:nvSpPr>
          <p:spPr>
            <a:xfrm>
              <a:off x="3523550" y="1565075"/>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2"/>
            <p:cNvSpPr/>
            <p:nvPr/>
          </p:nvSpPr>
          <p:spPr>
            <a:xfrm>
              <a:off x="676400" y="1657050"/>
              <a:ext cx="12600" cy="12375"/>
            </a:xfrm>
            <a:custGeom>
              <a:avLst/>
              <a:gdLst/>
              <a:ahLst/>
              <a:cxnLst/>
              <a:rect l="l" t="t" r="r" b="b"/>
              <a:pathLst>
                <a:path w="504" h="495" extrusionOk="0">
                  <a:moveTo>
                    <a:pt x="252" y="0"/>
                  </a:moveTo>
                  <a:cubicBezTo>
                    <a:pt x="116" y="0"/>
                    <a:pt x="1" y="107"/>
                    <a:pt x="1" y="250"/>
                  </a:cubicBezTo>
                  <a:cubicBezTo>
                    <a:pt x="1" y="387"/>
                    <a:pt x="116" y="494"/>
                    <a:pt x="252" y="494"/>
                  </a:cubicBezTo>
                  <a:cubicBezTo>
                    <a:pt x="388" y="494"/>
                    <a:pt x="503" y="387"/>
                    <a:pt x="503" y="250"/>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03;p2"/>
            <p:cNvSpPr/>
            <p:nvPr/>
          </p:nvSpPr>
          <p:spPr>
            <a:xfrm>
              <a:off x="768325" y="1657050"/>
              <a:ext cx="12400" cy="12375"/>
            </a:xfrm>
            <a:custGeom>
              <a:avLst/>
              <a:gdLst/>
              <a:ahLst/>
              <a:cxnLst/>
              <a:rect l="l" t="t" r="r" b="b"/>
              <a:pathLst>
                <a:path w="496" h="495" extrusionOk="0">
                  <a:moveTo>
                    <a:pt x="245" y="0"/>
                  </a:moveTo>
                  <a:cubicBezTo>
                    <a:pt x="109" y="0"/>
                    <a:pt x="0" y="107"/>
                    <a:pt x="0" y="250"/>
                  </a:cubicBezTo>
                  <a:cubicBezTo>
                    <a:pt x="0" y="387"/>
                    <a:pt x="109" y="494"/>
                    <a:pt x="245" y="494"/>
                  </a:cubicBezTo>
                  <a:cubicBezTo>
                    <a:pt x="388" y="494"/>
                    <a:pt x="496" y="387"/>
                    <a:pt x="496" y="250"/>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04;p2"/>
            <p:cNvSpPr/>
            <p:nvPr/>
          </p:nvSpPr>
          <p:spPr>
            <a:xfrm>
              <a:off x="860125" y="1657050"/>
              <a:ext cx="12525" cy="12375"/>
            </a:xfrm>
            <a:custGeom>
              <a:avLst/>
              <a:gdLst/>
              <a:ahLst/>
              <a:cxnLst/>
              <a:rect l="l" t="t" r="r" b="b"/>
              <a:pathLst>
                <a:path w="501" h="495" extrusionOk="0">
                  <a:moveTo>
                    <a:pt x="251" y="0"/>
                  </a:moveTo>
                  <a:cubicBezTo>
                    <a:pt x="114" y="0"/>
                    <a:pt x="0" y="107"/>
                    <a:pt x="0" y="250"/>
                  </a:cubicBezTo>
                  <a:cubicBezTo>
                    <a:pt x="0" y="387"/>
                    <a:pt x="114" y="494"/>
                    <a:pt x="251" y="494"/>
                  </a:cubicBezTo>
                  <a:cubicBezTo>
                    <a:pt x="387" y="494"/>
                    <a:pt x="501" y="387"/>
                    <a:pt x="501" y="250"/>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05;p2"/>
            <p:cNvSpPr/>
            <p:nvPr/>
          </p:nvSpPr>
          <p:spPr>
            <a:xfrm>
              <a:off x="951850" y="1657050"/>
              <a:ext cx="12600" cy="12375"/>
            </a:xfrm>
            <a:custGeom>
              <a:avLst/>
              <a:gdLst/>
              <a:ahLst/>
              <a:cxnLst/>
              <a:rect l="l" t="t" r="r" b="b"/>
              <a:pathLst>
                <a:path w="504" h="495" extrusionOk="0">
                  <a:moveTo>
                    <a:pt x="252" y="0"/>
                  </a:moveTo>
                  <a:cubicBezTo>
                    <a:pt x="116" y="0"/>
                    <a:pt x="1" y="107"/>
                    <a:pt x="1" y="250"/>
                  </a:cubicBezTo>
                  <a:cubicBezTo>
                    <a:pt x="1" y="387"/>
                    <a:pt x="116" y="494"/>
                    <a:pt x="252" y="494"/>
                  </a:cubicBezTo>
                  <a:cubicBezTo>
                    <a:pt x="388" y="494"/>
                    <a:pt x="503" y="387"/>
                    <a:pt x="503" y="250"/>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206;p2"/>
            <p:cNvSpPr/>
            <p:nvPr/>
          </p:nvSpPr>
          <p:spPr>
            <a:xfrm>
              <a:off x="1043825" y="1657050"/>
              <a:ext cx="12375" cy="12375"/>
            </a:xfrm>
            <a:custGeom>
              <a:avLst/>
              <a:gdLst/>
              <a:ahLst/>
              <a:cxnLst/>
              <a:rect l="l" t="t" r="r" b="b"/>
              <a:pathLst>
                <a:path w="495" h="495" extrusionOk="0">
                  <a:moveTo>
                    <a:pt x="250" y="0"/>
                  </a:moveTo>
                  <a:cubicBezTo>
                    <a:pt x="107" y="0"/>
                    <a:pt x="0" y="107"/>
                    <a:pt x="0" y="250"/>
                  </a:cubicBezTo>
                  <a:cubicBezTo>
                    <a:pt x="0" y="387"/>
                    <a:pt x="107" y="494"/>
                    <a:pt x="250" y="494"/>
                  </a:cubicBezTo>
                  <a:cubicBezTo>
                    <a:pt x="388" y="494"/>
                    <a:pt x="494" y="387"/>
                    <a:pt x="494" y="250"/>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07;p2"/>
            <p:cNvSpPr/>
            <p:nvPr/>
          </p:nvSpPr>
          <p:spPr>
            <a:xfrm>
              <a:off x="1135575" y="1657050"/>
              <a:ext cx="12575" cy="12375"/>
            </a:xfrm>
            <a:custGeom>
              <a:avLst/>
              <a:gdLst/>
              <a:ahLst/>
              <a:cxnLst/>
              <a:rect l="l" t="t" r="r" b="b"/>
              <a:pathLst>
                <a:path w="503" h="495" extrusionOk="0">
                  <a:moveTo>
                    <a:pt x="252" y="0"/>
                  </a:moveTo>
                  <a:cubicBezTo>
                    <a:pt x="116" y="0"/>
                    <a:pt x="0" y="107"/>
                    <a:pt x="0" y="250"/>
                  </a:cubicBezTo>
                  <a:cubicBezTo>
                    <a:pt x="0" y="387"/>
                    <a:pt x="116" y="494"/>
                    <a:pt x="252" y="494"/>
                  </a:cubicBezTo>
                  <a:cubicBezTo>
                    <a:pt x="387" y="494"/>
                    <a:pt x="503" y="387"/>
                    <a:pt x="503" y="250"/>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08;p2"/>
            <p:cNvSpPr/>
            <p:nvPr/>
          </p:nvSpPr>
          <p:spPr>
            <a:xfrm>
              <a:off x="1227500" y="1657050"/>
              <a:ext cx="12400" cy="12375"/>
            </a:xfrm>
            <a:custGeom>
              <a:avLst/>
              <a:gdLst/>
              <a:ahLst/>
              <a:cxnLst/>
              <a:rect l="l" t="t" r="r" b="b"/>
              <a:pathLst>
                <a:path w="496" h="495" extrusionOk="0">
                  <a:moveTo>
                    <a:pt x="251" y="0"/>
                  </a:moveTo>
                  <a:cubicBezTo>
                    <a:pt x="109" y="0"/>
                    <a:pt x="0" y="107"/>
                    <a:pt x="0" y="250"/>
                  </a:cubicBezTo>
                  <a:cubicBezTo>
                    <a:pt x="0" y="387"/>
                    <a:pt x="109" y="494"/>
                    <a:pt x="251" y="494"/>
                  </a:cubicBezTo>
                  <a:cubicBezTo>
                    <a:pt x="387" y="494"/>
                    <a:pt x="496" y="387"/>
                    <a:pt x="496" y="250"/>
                  </a:cubicBezTo>
                  <a:cubicBezTo>
                    <a:pt x="496"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09;p2"/>
            <p:cNvSpPr/>
            <p:nvPr/>
          </p:nvSpPr>
          <p:spPr>
            <a:xfrm>
              <a:off x="1319275" y="1657050"/>
              <a:ext cx="12550" cy="12375"/>
            </a:xfrm>
            <a:custGeom>
              <a:avLst/>
              <a:gdLst/>
              <a:ahLst/>
              <a:cxnLst/>
              <a:rect l="l" t="t" r="r" b="b"/>
              <a:pathLst>
                <a:path w="502" h="495" extrusionOk="0">
                  <a:moveTo>
                    <a:pt x="252" y="0"/>
                  </a:moveTo>
                  <a:cubicBezTo>
                    <a:pt x="114" y="0"/>
                    <a:pt x="1" y="107"/>
                    <a:pt x="1" y="250"/>
                  </a:cubicBezTo>
                  <a:cubicBezTo>
                    <a:pt x="1" y="387"/>
                    <a:pt x="114" y="494"/>
                    <a:pt x="252" y="494"/>
                  </a:cubicBezTo>
                  <a:cubicBezTo>
                    <a:pt x="388" y="494"/>
                    <a:pt x="501" y="387"/>
                    <a:pt x="501" y="250"/>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0;p2"/>
            <p:cNvSpPr/>
            <p:nvPr/>
          </p:nvSpPr>
          <p:spPr>
            <a:xfrm>
              <a:off x="1411200" y="1657050"/>
              <a:ext cx="12425" cy="12375"/>
            </a:xfrm>
            <a:custGeom>
              <a:avLst/>
              <a:gdLst/>
              <a:ahLst/>
              <a:cxnLst/>
              <a:rect l="l" t="t" r="r" b="b"/>
              <a:pathLst>
                <a:path w="497" h="495" extrusionOk="0">
                  <a:moveTo>
                    <a:pt x="245" y="0"/>
                  </a:moveTo>
                  <a:cubicBezTo>
                    <a:pt x="109" y="0"/>
                    <a:pt x="1" y="107"/>
                    <a:pt x="1" y="250"/>
                  </a:cubicBezTo>
                  <a:cubicBezTo>
                    <a:pt x="1" y="387"/>
                    <a:pt x="109" y="494"/>
                    <a:pt x="245" y="494"/>
                  </a:cubicBezTo>
                  <a:cubicBezTo>
                    <a:pt x="388" y="494"/>
                    <a:pt x="496" y="387"/>
                    <a:pt x="496" y="250"/>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11;p2"/>
            <p:cNvSpPr/>
            <p:nvPr/>
          </p:nvSpPr>
          <p:spPr>
            <a:xfrm>
              <a:off x="1503000" y="1657050"/>
              <a:ext cx="12525" cy="12375"/>
            </a:xfrm>
            <a:custGeom>
              <a:avLst/>
              <a:gdLst/>
              <a:ahLst/>
              <a:cxnLst/>
              <a:rect l="l" t="t" r="r" b="b"/>
              <a:pathLst>
                <a:path w="501" h="495" extrusionOk="0">
                  <a:moveTo>
                    <a:pt x="250" y="0"/>
                  </a:moveTo>
                  <a:cubicBezTo>
                    <a:pt x="114" y="0"/>
                    <a:pt x="0" y="107"/>
                    <a:pt x="0" y="250"/>
                  </a:cubicBezTo>
                  <a:cubicBezTo>
                    <a:pt x="0" y="387"/>
                    <a:pt x="114" y="494"/>
                    <a:pt x="250" y="494"/>
                  </a:cubicBezTo>
                  <a:cubicBezTo>
                    <a:pt x="387" y="494"/>
                    <a:pt x="501" y="387"/>
                    <a:pt x="501" y="250"/>
                  </a:cubicBezTo>
                  <a:cubicBezTo>
                    <a:pt x="501" y="107"/>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2"/>
            <p:cNvSpPr/>
            <p:nvPr/>
          </p:nvSpPr>
          <p:spPr>
            <a:xfrm>
              <a:off x="1594750" y="1657050"/>
              <a:ext cx="12575" cy="12375"/>
            </a:xfrm>
            <a:custGeom>
              <a:avLst/>
              <a:gdLst/>
              <a:ahLst/>
              <a:cxnLst/>
              <a:rect l="l" t="t" r="r" b="b"/>
              <a:pathLst>
                <a:path w="503" h="495" extrusionOk="0">
                  <a:moveTo>
                    <a:pt x="251" y="0"/>
                  </a:moveTo>
                  <a:cubicBezTo>
                    <a:pt x="115" y="0"/>
                    <a:pt x="0" y="107"/>
                    <a:pt x="0" y="250"/>
                  </a:cubicBezTo>
                  <a:cubicBezTo>
                    <a:pt x="0" y="387"/>
                    <a:pt x="115" y="494"/>
                    <a:pt x="251" y="494"/>
                  </a:cubicBezTo>
                  <a:cubicBezTo>
                    <a:pt x="394" y="494"/>
                    <a:pt x="503" y="387"/>
                    <a:pt x="503" y="250"/>
                  </a:cubicBezTo>
                  <a:cubicBezTo>
                    <a:pt x="503" y="107"/>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2"/>
            <p:cNvSpPr/>
            <p:nvPr/>
          </p:nvSpPr>
          <p:spPr>
            <a:xfrm>
              <a:off x="1686650" y="1657050"/>
              <a:ext cx="12600" cy="12375"/>
            </a:xfrm>
            <a:custGeom>
              <a:avLst/>
              <a:gdLst/>
              <a:ahLst/>
              <a:cxnLst/>
              <a:rect l="l" t="t" r="r" b="b"/>
              <a:pathLst>
                <a:path w="504" h="495" extrusionOk="0">
                  <a:moveTo>
                    <a:pt x="252" y="0"/>
                  </a:moveTo>
                  <a:cubicBezTo>
                    <a:pt x="116" y="0"/>
                    <a:pt x="1" y="107"/>
                    <a:pt x="1" y="250"/>
                  </a:cubicBezTo>
                  <a:cubicBezTo>
                    <a:pt x="1" y="387"/>
                    <a:pt x="116" y="494"/>
                    <a:pt x="252" y="494"/>
                  </a:cubicBezTo>
                  <a:cubicBezTo>
                    <a:pt x="388" y="494"/>
                    <a:pt x="503" y="387"/>
                    <a:pt x="503" y="250"/>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14;p2"/>
            <p:cNvSpPr/>
            <p:nvPr/>
          </p:nvSpPr>
          <p:spPr>
            <a:xfrm>
              <a:off x="1778450" y="1657050"/>
              <a:ext cx="12550" cy="12375"/>
            </a:xfrm>
            <a:custGeom>
              <a:avLst/>
              <a:gdLst/>
              <a:ahLst/>
              <a:cxnLst/>
              <a:rect l="l" t="t" r="r" b="b"/>
              <a:pathLst>
                <a:path w="502" h="495" extrusionOk="0">
                  <a:moveTo>
                    <a:pt x="252" y="0"/>
                  </a:moveTo>
                  <a:cubicBezTo>
                    <a:pt x="114" y="0"/>
                    <a:pt x="1" y="107"/>
                    <a:pt x="1" y="250"/>
                  </a:cubicBezTo>
                  <a:cubicBezTo>
                    <a:pt x="1" y="387"/>
                    <a:pt x="114" y="494"/>
                    <a:pt x="252" y="494"/>
                  </a:cubicBezTo>
                  <a:cubicBezTo>
                    <a:pt x="388" y="494"/>
                    <a:pt x="501" y="387"/>
                    <a:pt x="501" y="250"/>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15;p2"/>
            <p:cNvSpPr/>
            <p:nvPr/>
          </p:nvSpPr>
          <p:spPr>
            <a:xfrm>
              <a:off x="1870375" y="1657050"/>
              <a:ext cx="12400" cy="12375"/>
            </a:xfrm>
            <a:custGeom>
              <a:avLst/>
              <a:gdLst/>
              <a:ahLst/>
              <a:cxnLst/>
              <a:rect l="l" t="t" r="r" b="b"/>
              <a:pathLst>
                <a:path w="496" h="495" extrusionOk="0">
                  <a:moveTo>
                    <a:pt x="252" y="0"/>
                  </a:moveTo>
                  <a:cubicBezTo>
                    <a:pt x="109" y="0"/>
                    <a:pt x="0" y="107"/>
                    <a:pt x="0" y="250"/>
                  </a:cubicBezTo>
                  <a:cubicBezTo>
                    <a:pt x="0" y="387"/>
                    <a:pt x="109" y="494"/>
                    <a:pt x="252" y="494"/>
                  </a:cubicBezTo>
                  <a:cubicBezTo>
                    <a:pt x="387" y="494"/>
                    <a:pt x="496" y="387"/>
                    <a:pt x="496" y="250"/>
                  </a:cubicBezTo>
                  <a:cubicBezTo>
                    <a:pt x="496"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2"/>
            <p:cNvSpPr/>
            <p:nvPr/>
          </p:nvSpPr>
          <p:spPr>
            <a:xfrm>
              <a:off x="1962150" y="1657050"/>
              <a:ext cx="12550" cy="12375"/>
            </a:xfrm>
            <a:custGeom>
              <a:avLst/>
              <a:gdLst/>
              <a:ahLst/>
              <a:cxnLst/>
              <a:rect l="l" t="t" r="r" b="b"/>
              <a:pathLst>
                <a:path w="502" h="495" extrusionOk="0">
                  <a:moveTo>
                    <a:pt x="250" y="0"/>
                  </a:moveTo>
                  <a:cubicBezTo>
                    <a:pt x="114" y="0"/>
                    <a:pt x="1" y="107"/>
                    <a:pt x="1" y="250"/>
                  </a:cubicBezTo>
                  <a:cubicBezTo>
                    <a:pt x="1" y="387"/>
                    <a:pt x="114" y="494"/>
                    <a:pt x="250" y="494"/>
                  </a:cubicBezTo>
                  <a:cubicBezTo>
                    <a:pt x="388" y="494"/>
                    <a:pt x="502" y="387"/>
                    <a:pt x="502" y="250"/>
                  </a:cubicBezTo>
                  <a:cubicBezTo>
                    <a:pt x="502"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2"/>
            <p:cNvSpPr/>
            <p:nvPr/>
          </p:nvSpPr>
          <p:spPr>
            <a:xfrm>
              <a:off x="2054075" y="1657050"/>
              <a:ext cx="12425" cy="12375"/>
            </a:xfrm>
            <a:custGeom>
              <a:avLst/>
              <a:gdLst/>
              <a:ahLst/>
              <a:cxnLst/>
              <a:rect l="l" t="t" r="r" b="b"/>
              <a:pathLst>
                <a:path w="497" h="495" extrusionOk="0">
                  <a:moveTo>
                    <a:pt x="252" y="0"/>
                  </a:moveTo>
                  <a:cubicBezTo>
                    <a:pt x="109" y="0"/>
                    <a:pt x="1" y="107"/>
                    <a:pt x="1" y="250"/>
                  </a:cubicBezTo>
                  <a:cubicBezTo>
                    <a:pt x="1" y="387"/>
                    <a:pt x="109" y="494"/>
                    <a:pt x="252" y="494"/>
                  </a:cubicBezTo>
                  <a:cubicBezTo>
                    <a:pt x="388" y="494"/>
                    <a:pt x="496" y="387"/>
                    <a:pt x="496" y="250"/>
                  </a:cubicBezTo>
                  <a:cubicBezTo>
                    <a:pt x="496"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2"/>
            <p:cNvSpPr/>
            <p:nvPr/>
          </p:nvSpPr>
          <p:spPr>
            <a:xfrm>
              <a:off x="2145825" y="1657050"/>
              <a:ext cx="12600" cy="12375"/>
            </a:xfrm>
            <a:custGeom>
              <a:avLst/>
              <a:gdLst/>
              <a:ahLst/>
              <a:cxnLst/>
              <a:rect l="l" t="t" r="r" b="b"/>
              <a:pathLst>
                <a:path w="504" h="495" extrusionOk="0">
                  <a:moveTo>
                    <a:pt x="252" y="0"/>
                  </a:moveTo>
                  <a:cubicBezTo>
                    <a:pt x="116" y="0"/>
                    <a:pt x="1" y="107"/>
                    <a:pt x="1" y="250"/>
                  </a:cubicBezTo>
                  <a:cubicBezTo>
                    <a:pt x="1" y="387"/>
                    <a:pt x="116" y="494"/>
                    <a:pt x="252" y="494"/>
                  </a:cubicBezTo>
                  <a:cubicBezTo>
                    <a:pt x="388" y="494"/>
                    <a:pt x="503" y="387"/>
                    <a:pt x="503" y="250"/>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2"/>
            <p:cNvSpPr/>
            <p:nvPr/>
          </p:nvSpPr>
          <p:spPr>
            <a:xfrm>
              <a:off x="2237800" y="1657050"/>
              <a:ext cx="12350" cy="12375"/>
            </a:xfrm>
            <a:custGeom>
              <a:avLst/>
              <a:gdLst/>
              <a:ahLst/>
              <a:cxnLst/>
              <a:rect l="l" t="t" r="r" b="b"/>
              <a:pathLst>
                <a:path w="494" h="495" extrusionOk="0">
                  <a:moveTo>
                    <a:pt x="244" y="0"/>
                  </a:moveTo>
                  <a:cubicBezTo>
                    <a:pt x="107" y="0"/>
                    <a:pt x="0" y="107"/>
                    <a:pt x="0" y="250"/>
                  </a:cubicBezTo>
                  <a:cubicBezTo>
                    <a:pt x="0" y="387"/>
                    <a:pt x="107" y="494"/>
                    <a:pt x="244" y="494"/>
                  </a:cubicBezTo>
                  <a:cubicBezTo>
                    <a:pt x="387" y="494"/>
                    <a:pt x="494" y="387"/>
                    <a:pt x="494" y="250"/>
                  </a:cubicBezTo>
                  <a:cubicBezTo>
                    <a:pt x="494" y="107"/>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0;p2"/>
            <p:cNvSpPr/>
            <p:nvPr/>
          </p:nvSpPr>
          <p:spPr>
            <a:xfrm>
              <a:off x="2329550" y="1657050"/>
              <a:ext cx="12575" cy="12375"/>
            </a:xfrm>
            <a:custGeom>
              <a:avLst/>
              <a:gdLst/>
              <a:ahLst/>
              <a:cxnLst/>
              <a:rect l="l" t="t" r="r" b="b"/>
              <a:pathLst>
                <a:path w="503" h="495" extrusionOk="0">
                  <a:moveTo>
                    <a:pt x="251" y="0"/>
                  </a:moveTo>
                  <a:cubicBezTo>
                    <a:pt x="115" y="0"/>
                    <a:pt x="0" y="107"/>
                    <a:pt x="0" y="250"/>
                  </a:cubicBezTo>
                  <a:cubicBezTo>
                    <a:pt x="0" y="387"/>
                    <a:pt x="115" y="494"/>
                    <a:pt x="251" y="494"/>
                  </a:cubicBezTo>
                  <a:cubicBezTo>
                    <a:pt x="387" y="494"/>
                    <a:pt x="502" y="387"/>
                    <a:pt x="502" y="250"/>
                  </a:cubicBezTo>
                  <a:cubicBezTo>
                    <a:pt x="502"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221;p2"/>
            <p:cNvSpPr/>
            <p:nvPr/>
          </p:nvSpPr>
          <p:spPr>
            <a:xfrm>
              <a:off x="2421325" y="1657050"/>
              <a:ext cx="12550" cy="12375"/>
            </a:xfrm>
            <a:custGeom>
              <a:avLst/>
              <a:gdLst/>
              <a:ahLst/>
              <a:cxnLst/>
              <a:rect l="l" t="t" r="r" b="b"/>
              <a:pathLst>
                <a:path w="502" h="495" extrusionOk="0">
                  <a:moveTo>
                    <a:pt x="250" y="0"/>
                  </a:moveTo>
                  <a:cubicBezTo>
                    <a:pt x="114" y="0"/>
                    <a:pt x="1" y="107"/>
                    <a:pt x="1" y="250"/>
                  </a:cubicBezTo>
                  <a:cubicBezTo>
                    <a:pt x="1" y="387"/>
                    <a:pt x="114" y="494"/>
                    <a:pt x="250" y="494"/>
                  </a:cubicBezTo>
                  <a:cubicBezTo>
                    <a:pt x="395" y="494"/>
                    <a:pt x="501" y="387"/>
                    <a:pt x="501" y="250"/>
                  </a:cubicBezTo>
                  <a:cubicBezTo>
                    <a:pt x="501" y="107"/>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222;p2"/>
            <p:cNvSpPr/>
            <p:nvPr/>
          </p:nvSpPr>
          <p:spPr>
            <a:xfrm>
              <a:off x="2513250" y="1657050"/>
              <a:ext cx="12575" cy="12375"/>
            </a:xfrm>
            <a:custGeom>
              <a:avLst/>
              <a:gdLst/>
              <a:ahLst/>
              <a:cxnLst/>
              <a:rect l="l" t="t" r="r" b="b"/>
              <a:pathLst>
                <a:path w="503" h="495" extrusionOk="0">
                  <a:moveTo>
                    <a:pt x="252" y="0"/>
                  </a:moveTo>
                  <a:cubicBezTo>
                    <a:pt x="109" y="0"/>
                    <a:pt x="0" y="107"/>
                    <a:pt x="0" y="250"/>
                  </a:cubicBezTo>
                  <a:cubicBezTo>
                    <a:pt x="0" y="387"/>
                    <a:pt x="109" y="494"/>
                    <a:pt x="252" y="494"/>
                  </a:cubicBezTo>
                  <a:cubicBezTo>
                    <a:pt x="388" y="494"/>
                    <a:pt x="503" y="387"/>
                    <a:pt x="503" y="250"/>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23;p2"/>
            <p:cNvSpPr/>
            <p:nvPr/>
          </p:nvSpPr>
          <p:spPr>
            <a:xfrm>
              <a:off x="2605000" y="1657050"/>
              <a:ext cx="12575" cy="12375"/>
            </a:xfrm>
            <a:custGeom>
              <a:avLst/>
              <a:gdLst/>
              <a:ahLst/>
              <a:cxnLst/>
              <a:rect l="l" t="t" r="r" b="b"/>
              <a:pathLst>
                <a:path w="503" h="495" extrusionOk="0">
                  <a:moveTo>
                    <a:pt x="252" y="0"/>
                  </a:moveTo>
                  <a:cubicBezTo>
                    <a:pt x="116" y="0"/>
                    <a:pt x="0" y="107"/>
                    <a:pt x="0" y="250"/>
                  </a:cubicBezTo>
                  <a:cubicBezTo>
                    <a:pt x="0" y="387"/>
                    <a:pt x="116" y="494"/>
                    <a:pt x="252" y="494"/>
                  </a:cubicBezTo>
                  <a:cubicBezTo>
                    <a:pt x="387" y="494"/>
                    <a:pt x="503" y="387"/>
                    <a:pt x="503" y="250"/>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224;p2"/>
            <p:cNvSpPr/>
            <p:nvPr/>
          </p:nvSpPr>
          <p:spPr>
            <a:xfrm>
              <a:off x="2696950" y="1657050"/>
              <a:ext cx="12375" cy="12375"/>
            </a:xfrm>
            <a:custGeom>
              <a:avLst/>
              <a:gdLst/>
              <a:ahLst/>
              <a:cxnLst/>
              <a:rect l="l" t="t" r="r" b="b"/>
              <a:pathLst>
                <a:path w="495" h="495" extrusionOk="0">
                  <a:moveTo>
                    <a:pt x="252" y="0"/>
                  </a:moveTo>
                  <a:cubicBezTo>
                    <a:pt x="108" y="0"/>
                    <a:pt x="1" y="107"/>
                    <a:pt x="1" y="250"/>
                  </a:cubicBezTo>
                  <a:cubicBezTo>
                    <a:pt x="1" y="387"/>
                    <a:pt x="108" y="494"/>
                    <a:pt x="252" y="494"/>
                  </a:cubicBezTo>
                  <a:cubicBezTo>
                    <a:pt x="388" y="494"/>
                    <a:pt x="495" y="387"/>
                    <a:pt x="495" y="250"/>
                  </a:cubicBezTo>
                  <a:cubicBezTo>
                    <a:pt x="495"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225;p2"/>
            <p:cNvSpPr/>
            <p:nvPr/>
          </p:nvSpPr>
          <p:spPr>
            <a:xfrm>
              <a:off x="2788700" y="1657050"/>
              <a:ext cx="12600" cy="12375"/>
            </a:xfrm>
            <a:custGeom>
              <a:avLst/>
              <a:gdLst/>
              <a:ahLst/>
              <a:cxnLst/>
              <a:rect l="l" t="t" r="r" b="b"/>
              <a:pathLst>
                <a:path w="504" h="495" extrusionOk="0">
                  <a:moveTo>
                    <a:pt x="252" y="0"/>
                  </a:moveTo>
                  <a:cubicBezTo>
                    <a:pt x="116" y="0"/>
                    <a:pt x="1" y="107"/>
                    <a:pt x="1" y="250"/>
                  </a:cubicBezTo>
                  <a:cubicBezTo>
                    <a:pt x="1" y="387"/>
                    <a:pt x="116" y="494"/>
                    <a:pt x="252" y="494"/>
                  </a:cubicBezTo>
                  <a:cubicBezTo>
                    <a:pt x="388" y="494"/>
                    <a:pt x="503" y="387"/>
                    <a:pt x="503" y="250"/>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2"/>
            <p:cNvSpPr/>
            <p:nvPr/>
          </p:nvSpPr>
          <p:spPr>
            <a:xfrm>
              <a:off x="2880675" y="1657050"/>
              <a:ext cx="12375" cy="12375"/>
            </a:xfrm>
            <a:custGeom>
              <a:avLst/>
              <a:gdLst/>
              <a:ahLst/>
              <a:cxnLst/>
              <a:rect l="l" t="t" r="r" b="b"/>
              <a:pathLst>
                <a:path w="495" h="495" extrusionOk="0">
                  <a:moveTo>
                    <a:pt x="243" y="0"/>
                  </a:moveTo>
                  <a:cubicBezTo>
                    <a:pt x="107" y="0"/>
                    <a:pt x="0" y="107"/>
                    <a:pt x="0" y="250"/>
                  </a:cubicBezTo>
                  <a:cubicBezTo>
                    <a:pt x="0" y="387"/>
                    <a:pt x="107" y="494"/>
                    <a:pt x="243" y="494"/>
                  </a:cubicBezTo>
                  <a:cubicBezTo>
                    <a:pt x="387" y="494"/>
                    <a:pt x="494" y="387"/>
                    <a:pt x="494" y="250"/>
                  </a:cubicBezTo>
                  <a:cubicBezTo>
                    <a:pt x="494" y="107"/>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2"/>
            <p:cNvSpPr/>
            <p:nvPr/>
          </p:nvSpPr>
          <p:spPr>
            <a:xfrm>
              <a:off x="2972425" y="1657050"/>
              <a:ext cx="12575" cy="12375"/>
            </a:xfrm>
            <a:custGeom>
              <a:avLst/>
              <a:gdLst/>
              <a:ahLst/>
              <a:cxnLst/>
              <a:rect l="l" t="t" r="r" b="b"/>
              <a:pathLst>
                <a:path w="503" h="495" extrusionOk="0">
                  <a:moveTo>
                    <a:pt x="251" y="0"/>
                  </a:moveTo>
                  <a:cubicBezTo>
                    <a:pt x="115" y="0"/>
                    <a:pt x="0" y="107"/>
                    <a:pt x="0" y="250"/>
                  </a:cubicBezTo>
                  <a:cubicBezTo>
                    <a:pt x="0" y="387"/>
                    <a:pt x="115" y="494"/>
                    <a:pt x="251" y="494"/>
                  </a:cubicBezTo>
                  <a:cubicBezTo>
                    <a:pt x="387" y="494"/>
                    <a:pt x="503" y="387"/>
                    <a:pt x="503" y="250"/>
                  </a:cubicBezTo>
                  <a:cubicBezTo>
                    <a:pt x="503"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2"/>
            <p:cNvSpPr/>
            <p:nvPr/>
          </p:nvSpPr>
          <p:spPr>
            <a:xfrm>
              <a:off x="3064375" y="1657050"/>
              <a:ext cx="12375" cy="12375"/>
            </a:xfrm>
            <a:custGeom>
              <a:avLst/>
              <a:gdLst/>
              <a:ahLst/>
              <a:cxnLst/>
              <a:rect l="l" t="t" r="r" b="b"/>
              <a:pathLst>
                <a:path w="495" h="495" extrusionOk="0">
                  <a:moveTo>
                    <a:pt x="243" y="0"/>
                  </a:moveTo>
                  <a:cubicBezTo>
                    <a:pt x="107" y="0"/>
                    <a:pt x="1" y="107"/>
                    <a:pt x="1" y="250"/>
                  </a:cubicBezTo>
                  <a:cubicBezTo>
                    <a:pt x="1" y="387"/>
                    <a:pt x="107" y="494"/>
                    <a:pt x="243" y="494"/>
                  </a:cubicBezTo>
                  <a:cubicBezTo>
                    <a:pt x="388" y="494"/>
                    <a:pt x="495" y="387"/>
                    <a:pt x="495" y="250"/>
                  </a:cubicBezTo>
                  <a:cubicBezTo>
                    <a:pt x="495" y="107"/>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2"/>
            <p:cNvSpPr/>
            <p:nvPr/>
          </p:nvSpPr>
          <p:spPr>
            <a:xfrm>
              <a:off x="3156125" y="1657050"/>
              <a:ext cx="12600" cy="12375"/>
            </a:xfrm>
            <a:custGeom>
              <a:avLst/>
              <a:gdLst/>
              <a:ahLst/>
              <a:cxnLst/>
              <a:rect l="l" t="t" r="r" b="b"/>
              <a:pathLst>
                <a:path w="504" h="495" extrusionOk="0">
                  <a:moveTo>
                    <a:pt x="252" y="0"/>
                  </a:moveTo>
                  <a:cubicBezTo>
                    <a:pt x="116" y="0"/>
                    <a:pt x="1" y="107"/>
                    <a:pt x="1" y="250"/>
                  </a:cubicBezTo>
                  <a:cubicBezTo>
                    <a:pt x="1" y="387"/>
                    <a:pt x="116" y="494"/>
                    <a:pt x="252" y="494"/>
                  </a:cubicBezTo>
                  <a:cubicBezTo>
                    <a:pt x="388" y="494"/>
                    <a:pt x="503" y="387"/>
                    <a:pt x="503" y="250"/>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30;p2"/>
            <p:cNvSpPr/>
            <p:nvPr/>
          </p:nvSpPr>
          <p:spPr>
            <a:xfrm>
              <a:off x="3247875" y="1657050"/>
              <a:ext cx="12575" cy="12375"/>
            </a:xfrm>
            <a:custGeom>
              <a:avLst/>
              <a:gdLst/>
              <a:ahLst/>
              <a:cxnLst/>
              <a:rect l="l" t="t" r="r" b="b"/>
              <a:pathLst>
                <a:path w="503" h="495" extrusionOk="0">
                  <a:moveTo>
                    <a:pt x="252" y="0"/>
                  </a:moveTo>
                  <a:cubicBezTo>
                    <a:pt x="116" y="0"/>
                    <a:pt x="1" y="107"/>
                    <a:pt x="1" y="250"/>
                  </a:cubicBezTo>
                  <a:cubicBezTo>
                    <a:pt x="1" y="387"/>
                    <a:pt x="116" y="494"/>
                    <a:pt x="252" y="494"/>
                  </a:cubicBezTo>
                  <a:cubicBezTo>
                    <a:pt x="388" y="494"/>
                    <a:pt x="503" y="387"/>
                    <a:pt x="503" y="250"/>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231;p2"/>
            <p:cNvSpPr/>
            <p:nvPr/>
          </p:nvSpPr>
          <p:spPr>
            <a:xfrm>
              <a:off x="3339850" y="1657050"/>
              <a:ext cx="12525" cy="12375"/>
            </a:xfrm>
            <a:custGeom>
              <a:avLst/>
              <a:gdLst/>
              <a:ahLst/>
              <a:cxnLst/>
              <a:rect l="l" t="t" r="r" b="b"/>
              <a:pathLst>
                <a:path w="501" h="495" extrusionOk="0">
                  <a:moveTo>
                    <a:pt x="251" y="0"/>
                  </a:moveTo>
                  <a:cubicBezTo>
                    <a:pt x="107" y="0"/>
                    <a:pt x="0" y="107"/>
                    <a:pt x="0" y="250"/>
                  </a:cubicBezTo>
                  <a:cubicBezTo>
                    <a:pt x="0" y="387"/>
                    <a:pt x="107" y="494"/>
                    <a:pt x="251" y="494"/>
                  </a:cubicBezTo>
                  <a:cubicBezTo>
                    <a:pt x="387" y="494"/>
                    <a:pt x="501" y="387"/>
                    <a:pt x="501" y="250"/>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2"/>
            <p:cNvSpPr/>
            <p:nvPr/>
          </p:nvSpPr>
          <p:spPr>
            <a:xfrm>
              <a:off x="3431575" y="1657050"/>
              <a:ext cx="12600" cy="12375"/>
            </a:xfrm>
            <a:custGeom>
              <a:avLst/>
              <a:gdLst/>
              <a:ahLst/>
              <a:cxnLst/>
              <a:rect l="l" t="t" r="r" b="b"/>
              <a:pathLst>
                <a:path w="504" h="495" extrusionOk="0">
                  <a:moveTo>
                    <a:pt x="252" y="0"/>
                  </a:moveTo>
                  <a:cubicBezTo>
                    <a:pt x="116" y="0"/>
                    <a:pt x="1" y="107"/>
                    <a:pt x="1" y="250"/>
                  </a:cubicBezTo>
                  <a:cubicBezTo>
                    <a:pt x="1" y="387"/>
                    <a:pt x="116" y="494"/>
                    <a:pt x="252" y="494"/>
                  </a:cubicBezTo>
                  <a:cubicBezTo>
                    <a:pt x="388" y="494"/>
                    <a:pt x="503" y="387"/>
                    <a:pt x="503" y="250"/>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2"/>
            <p:cNvSpPr/>
            <p:nvPr/>
          </p:nvSpPr>
          <p:spPr>
            <a:xfrm>
              <a:off x="3523550" y="1657050"/>
              <a:ext cx="12375" cy="12375"/>
            </a:xfrm>
            <a:custGeom>
              <a:avLst/>
              <a:gdLst/>
              <a:ahLst/>
              <a:cxnLst/>
              <a:rect l="l" t="t" r="r" b="b"/>
              <a:pathLst>
                <a:path w="495" h="495" extrusionOk="0">
                  <a:moveTo>
                    <a:pt x="250" y="0"/>
                  </a:moveTo>
                  <a:cubicBezTo>
                    <a:pt x="107" y="0"/>
                    <a:pt x="0" y="107"/>
                    <a:pt x="0" y="250"/>
                  </a:cubicBezTo>
                  <a:cubicBezTo>
                    <a:pt x="0" y="387"/>
                    <a:pt x="107" y="494"/>
                    <a:pt x="250" y="494"/>
                  </a:cubicBezTo>
                  <a:cubicBezTo>
                    <a:pt x="388" y="494"/>
                    <a:pt x="494" y="387"/>
                    <a:pt x="494" y="250"/>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2"/>
            <p:cNvSpPr/>
            <p:nvPr/>
          </p:nvSpPr>
          <p:spPr>
            <a:xfrm>
              <a:off x="676400" y="17488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2"/>
            <p:cNvSpPr/>
            <p:nvPr/>
          </p:nvSpPr>
          <p:spPr>
            <a:xfrm>
              <a:off x="768325" y="1748800"/>
              <a:ext cx="12400" cy="12575"/>
            </a:xfrm>
            <a:custGeom>
              <a:avLst/>
              <a:gdLst/>
              <a:ahLst/>
              <a:cxnLst/>
              <a:rect l="l" t="t" r="r" b="b"/>
              <a:pathLst>
                <a:path w="496" h="503" extrusionOk="0">
                  <a:moveTo>
                    <a:pt x="245" y="0"/>
                  </a:moveTo>
                  <a:cubicBezTo>
                    <a:pt x="109" y="0"/>
                    <a:pt x="0" y="115"/>
                    <a:pt x="0" y="251"/>
                  </a:cubicBezTo>
                  <a:cubicBezTo>
                    <a:pt x="0" y="387"/>
                    <a:pt x="109" y="503"/>
                    <a:pt x="245" y="503"/>
                  </a:cubicBezTo>
                  <a:cubicBezTo>
                    <a:pt x="388" y="503"/>
                    <a:pt x="496" y="387"/>
                    <a:pt x="496" y="251"/>
                  </a:cubicBezTo>
                  <a:cubicBezTo>
                    <a:pt x="496" y="115"/>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2"/>
            <p:cNvSpPr/>
            <p:nvPr/>
          </p:nvSpPr>
          <p:spPr>
            <a:xfrm>
              <a:off x="860125" y="1748800"/>
              <a:ext cx="12525" cy="12575"/>
            </a:xfrm>
            <a:custGeom>
              <a:avLst/>
              <a:gdLst/>
              <a:ahLst/>
              <a:cxnLst/>
              <a:rect l="l" t="t" r="r" b="b"/>
              <a:pathLst>
                <a:path w="501" h="503" extrusionOk="0">
                  <a:moveTo>
                    <a:pt x="251" y="0"/>
                  </a:moveTo>
                  <a:cubicBezTo>
                    <a:pt x="114" y="0"/>
                    <a:pt x="0" y="115"/>
                    <a:pt x="0" y="251"/>
                  </a:cubicBezTo>
                  <a:cubicBezTo>
                    <a:pt x="0" y="387"/>
                    <a:pt x="114" y="503"/>
                    <a:pt x="251" y="503"/>
                  </a:cubicBezTo>
                  <a:cubicBezTo>
                    <a:pt x="387" y="503"/>
                    <a:pt x="501" y="387"/>
                    <a:pt x="501" y="251"/>
                  </a:cubicBezTo>
                  <a:cubicBezTo>
                    <a:pt x="501"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2"/>
            <p:cNvSpPr/>
            <p:nvPr/>
          </p:nvSpPr>
          <p:spPr>
            <a:xfrm>
              <a:off x="951850" y="17488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2"/>
            <p:cNvSpPr/>
            <p:nvPr/>
          </p:nvSpPr>
          <p:spPr>
            <a:xfrm>
              <a:off x="1043825" y="1748800"/>
              <a:ext cx="12375" cy="12575"/>
            </a:xfrm>
            <a:custGeom>
              <a:avLst/>
              <a:gdLst/>
              <a:ahLst/>
              <a:cxnLst/>
              <a:rect l="l" t="t" r="r" b="b"/>
              <a:pathLst>
                <a:path w="495" h="503" extrusionOk="0">
                  <a:moveTo>
                    <a:pt x="250" y="0"/>
                  </a:moveTo>
                  <a:cubicBezTo>
                    <a:pt x="107" y="0"/>
                    <a:pt x="0" y="115"/>
                    <a:pt x="0" y="251"/>
                  </a:cubicBezTo>
                  <a:cubicBezTo>
                    <a:pt x="0" y="387"/>
                    <a:pt x="107" y="503"/>
                    <a:pt x="250" y="503"/>
                  </a:cubicBezTo>
                  <a:cubicBezTo>
                    <a:pt x="388" y="503"/>
                    <a:pt x="494" y="387"/>
                    <a:pt x="494" y="251"/>
                  </a:cubicBezTo>
                  <a:cubicBezTo>
                    <a:pt x="494" y="115"/>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2"/>
            <p:cNvSpPr/>
            <p:nvPr/>
          </p:nvSpPr>
          <p:spPr>
            <a:xfrm>
              <a:off x="1135575" y="1748800"/>
              <a:ext cx="12575" cy="12575"/>
            </a:xfrm>
            <a:custGeom>
              <a:avLst/>
              <a:gdLst/>
              <a:ahLst/>
              <a:cxnLst/>
              <a:rect l="l" t="t" r="r" b="b"/>
              <a:pathLst>
                <a:path w="503" h="503" extrusionOk="0">
                  <a:moveTo>
                    <a:pt x="252" y="0"/>
                  </a:moveTo>
                  <a:cubicBezTo>
                    <a:pt x="116" y="0"/>
                    <a:pt x="0" y="115"/>
                    <a:pt x="0" y="251"/>
                  </a:cubicBezTo>
                  <a:cubicBezTo>
                    <a:pt x="0" y="387"/>
                    <a:pt x="116" y="503"/>
                    <a:pt x="252" y="503"/>
                  </a:cubicBezTo>
                  <a:cubicBezTo>
                    <a:pt x="387" y="503"/>
                    <a:pt x="503" y="387"/>
                    <a:pt x="503" y="251"/>
                  </a:cubicBezTo>
                  <a:cubicBezTo>
                    <a:pt x="503" y="115"/>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2"/>
            <p:cNvSpPr/>
            <p:nvPr/>
          </p:nvSpPr>
          <p:spPr>
            <a:xfrm>
              <a:off x="1227500" y="1748800"/>
              <a:ext cx="12400" cy="12575"/>
            </a:xfrm>
            <a:custGeom>
              <a:avLst/>
              <a:gdLst/>
              <a:ahLst/>
              <a:cxnLst/>
              <a:rect l="l" t="t" r="r" b="b"/>
              <a:pathLst>
                <a:path w="496" h="503" extrusionOk="0">
                  <a:moveTo>
                    <a:pt x="251" y="0"/>
                  </a:moveTo>
                  <a:cubicBezTo>
                    <a:pt x="109" y="0"/>
                    <a:pt x="0" y="115"/>
                    <a:pt x="0" y="251"/>
                  </a:cubicBezTo>
                  <a:cubicBezTo>
                    <a:pt x="0" y="387"/>
                    <a:pt x="109" y="503"/>
                    <a:pt x="251" y="503"/>
                  </a:cubicBezTo>
                  <a:cubicBezTo>
                    <a:pt x="387" y="503"/>
                    <a:pt x="496" y="387"/>
                    <a:pt x="496" y="251"/>
                  </a:cubicBezTo>
                  <a:cubicBezTo>
                    <a:pt x="496"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2"/>
            <p:cNvSpPr/>
            <p:nvPr/>
          </p:nvSpPr>
          <p:spPr>
            <a:xfrm>
              <a:off x="1319275" y="1748800"/>
              <a:ext cx="12550" cy="12575"/>
            </a:xfrm>
            <a:custGeom>
              <a:avLst/>
              <a:gdLst/>
              <a:ahLst/>
              <a:cxnLst/>
              <a:rect l="l" t="t" r="r" b="b"/>
              <a:pathLst>
                <a:path w="502" h="503" extrusionOk="0">
                  <a:moveTo>
                    <a:pt x="252" y="0"/>
                  </a:moveTo>
                  <a:cubicBezTo>
                    <a:pt x="114" y="0"/>
                    <a:pt x="1" y="115"/>
                    <a:pt x="1" y="251"/>
                  </a:cubicBezTo>
                  <a:cubicBezTo>
                    <a:pt x="1" y="387"/>
                    <a:pt x="114" y="503"/>
                    <a:pt x="252" y="503"/>
                  </a:cubicBezTo>
                  <a:cubicBezTo>
                    <a:pt x="388" y="503"/>
                    <a:pt x="501" y="387"/>
                    <a:pt x="501" y="251"/>
                  </a:cubicBezTo>
                  <a:cubicBezTo>
                    <a:pt x="501"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2"/>
            <p:cNvSpPr/>
            <p:nvPr/>
          </p:nvSpPr>
          <p:spPr>
            <a:xfrm>
              <a:off x="1411200" y="1748800"/>
              <a:ext cx="12425" cy="12575"/>
            </a:xfrm>
            <a:custGeom>
              <a:avLst/>
              <a:gdLst/>
              <a:ahLst/>
              <a:cxnLst/>
              <a:rect l="l" t="t" r="r" b="b"/>
              <a:pathLst>
                <a:path w="497" h="503" extrusionOk="0">
                  <a:moveTo>
                    <a:pt x="245" y="0"/>
                  </a:moveTo>
                  <a:cubicBezTo>
                    <a:pt x="109" y="0"/>
                    <a:pt x="1" y="115"/>
                    <a:pt x="1" y="251"/>
                  </a:cubicBezTo>
                  <a:cubicBezTo>
                    <a:pt x="1" y="387"/>
                    <a:pt x="109" y="503"/>
                    <a:pt x="245" y="503"/>
                  </a:cubicBezTo>
                  <a:cubicBezTo>
                    <a:pt x="388" y="503"/>
                    <a:pt x="496" y="387"/>
                    <a:pt x="496" y="251"/>
                  </a:cubicBezTo>
                  <a:cubicBezTo>
                    <a:pt x="496" y="115"/>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2"/>
            <p:cNvSpPr/>
            <p:nvPr/>
          </p:nvSpPr>
          <p:spPr>
            <a:xfrm>
              <a:off x="1503000" y="1748800"/>
              <a:ext cx="12525" cy="12575"/>
            </a:xfrm>
            <a:custGeom>
              <a:avLst/>
              <a:gdLst/>
              <a:ahLst/>
              <a:cxnLst/>
              <a:rect l="l" t="t" r="r" b="b"/>
              <a:pathLst>
                <a:path w="501" h="503" extrusionOk="0">
                  <a:moveTo>
                    <a:pt x="250" y="0"/>
                  </a:moveTo>
                  <a:cubicBezTo>
                    <a:pt x="114" y="0"/>
                    <a:pt x="0" y="115"/>
                    <a:pt x="0" y="251"/>
                  </a:cubicBezTo>
                  <a:cubicBezTo>
                    <a:pt x="0" y="387"/>
                    <a:pt x="114" y="503"/>
                    <a:pt x="250" y="503"/>
                  </a:cubicBezTo>
                  <a:cubicBezTo>
                    <a:pt x="387" y="503"/>
                    <a:pt x="501" y="387"/>
                    <a:pt x="501" y="251"/>
                  </a:cubicBezTo>
                  <a:cubicBezTo>
                    <a:pt x="501" y="115"/>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2"/>
            <p:cNvSpPr/>
            <p:nvPr/>
          </p:nvSpPr>
          <p:spPr>
            <a:xfrm>
              <a:off x="1594750" y="1748800"/>
              <a:ext cx="12575" cy="12575"/>
            </a:xfrm>
            <a:custGeom>
              <a:avLst/>
              <a:gdLst/>
              <a:ahLst/>
              <a:cxnLst/>
              <a:rect l="l" t="t" r="r" b="b"/>
              <a:pathLst>
                <a:path w="503" h="503" extrusionOk="0">
                  <a:moveTo>
                    <a:pt x="251" y="0"/>
                  </a:moveTo>
                  <a:cubicBezTo>
                    <a:pt x="115" y="0"/>
                    <a:pt x="0" y="115"/>
                    <a:pt x="0" y="251"/>
                  </a:cubicBezTo>
                  <a:cubicBezTo>
                    <a:pt x="0" y="387"/>
                    <a:pt x="115" y="503"/>
                    <a:pt x="251" y="503"/>
                  </a:cubicBezTo>
                  <a:cubicBezTo>
                    <a:pt x="394" y="503"/>
                    <a:pt x="503" y="387"/>
                    <a:pt x="503" y="251"/>
                  </a:cubicBezTo>
                  <a:cubicBezTo>
                    <a:pt x="503" y="115"/>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2"/>
            <p:cNvSpPr/>
            <p:nvPr/>
          </p:nvSpPr>
          <p:spPr>
            <a:xfrm>
              <a:off x="1686650" y="17488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2"/>
            <p:cNvSpPr/>
            <p:nvPr/>
          </p:nvSpPr>
          <p:spPr>
            <a:xfrm>
              <a:off x="1778450" y="1748800"/>
              <a:ext cx="12550" cy="12575"/>
            </a:xfrm>
            <a:custGeom>
              <a:avLst/>
              <a:gdLst/>
              <a:ahLst/>
              <a:cxnLst/>
              <a:rect l="l" t="t" r="r" b="b"/>
              <a:pathLst>
                <a:path w="502" h="503" extrusionOk="0">
                  <a:moveTo>
                    <a:pt x="252" y="0"/>
                  </a:moveTo>
                  <a:cubicBezTo>
                    <a:pt x="114" y="0"/>
                    <a:pt x="1" y="115"/>
                    <a:pt x="1" y="251"/>
                  </a:cubicBezTo>
                  <a:cubicBezTo>
                    <a:pt x="1" y="387"/>
                    <a:pt x="114" y="503"/>
                    <a:pt x="252" y="503"/>
                  </a:cubicBezTo>
                  <a:cubicBezTo>
                    <a:pt x="388" y="503"/>
                    <a:pt x="501" y="387"/>
                    <a:pt x="501" y="251"/>
                  </a:cubicBezTo>
                  <a:cubicBezTo>
                    <a:pt x="501"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7;p2"/>
            <p:cNvSpPr/>
            <p:nvPr/>
          </p:nvSpPr>
          <p:spPr>
            <a:xfrm>
              <a:off x="1870375" y="1748800"/>
              <a:ext cx="12400" cy="12575"/>
            </a:xfrm>
            <a:custGeom>
              <a:avLst/>
              <a:gdLst/>
              <a:ahLst/>
              <a:cxnLst/>
              <a:rect l="l" t="t" r="r" b="b"/>
              <a:pathLst>
                <a:path w="496" h="503" extrusionOk="0">
                  <a:moveTo>
                    <a:pt x="252" y="0"/>
                  </a:moveTo>
                  <a:cubicBezTo>
                    <a:pt x="109" y="0"/>
                    <a:pt x="0" y="115"/>
                    <a:pt x="0" y="251"/>
                  </a:cubicBezTo>
                  <a:cubicBezTo>
                    <a:pt x="0" y="387"/>
                    <a:pt x="109" y="503"/>
                    <a:pt x="252" y="503"/>
                  </a:cubicBezTo>
                  <a:cubicBezTo>
                    <a:pt x="387" y="503"/>
                    <a:pt x="496" y="387"/>
                    <a:pt x="496" y="251"/>
                  </a:cubicBezTo>
                  <a:cubicBezTo>
                    <a:pt x="496" y="115"/>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2"/>
            <p:cNvSpPr/>
            <p:nvPr/>
          </p:nvSpPr>
          <p:spPr>
            <a:xfrm>
              <a:off x="1962150" y="1748800"/>
              <a:ext cx="12550" cy="12575"/>
            </a:xfrm>
            <a:custGeom>
              <a:avLst/>
              <a:gdLst/>
              <a:ahLst/>
              <a:cxnLst/>
              <a:rect l="l" t="t" r="r" b="b"/>
              <a:pathLst>
                <a:path w="502" h="503" extrusionOk="0">
                  <a:moveTo>
                    <a:pt x="250" y="0"/>
                  </a:moveTo>
                  <a:cubicBezTo>
                    <a:pt x="114" y="0"/>
                    <a:pt x="1" y="115"/>
                    <a:pt x="1" y="251"/>
                  </a:cubicBezTo>
                  <a:cubicBezTo>
                    <a:pt x="1" y="387"/>
                    <a:pt x="114" y="503"/>
                    <a:pt x="250" y="503"/>
                  </a:cubicBezTo>
                  <a:cubicBezTo>
                    <a:pt x="388" y="503"/>
                    <a:pt x="502" y="387"/>
                    <a:pt x="502" y="251"/>
                  </a:cubicBezTo>
                  <a:cubicBezTo>
                    <a:pt x="502" y="115"/>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2"/>
            <p:cNvSpPr/>
            <p:nvPr/>
          </p:nvSpPr>
          <p:spPr>
            <a:xfrm>
              <a:off x="2054075" y="1748800"/>
              <a:ext cx="12425" cy="12575"/>
            </a:xfrm>
            <a:custGeom>
              <a:avLst/>
              <a:gdLst/>
              <a:ahLst/>
              <a:cxnLst/>
              <a:rect l="l" t="t" r="r" b="b"/>
              <a:pathLst>
                <a:path w="497" h="503" extrusionOk="0">
                  <a:moveTo>
                    <a:pt x="252" y="0"/>
                  </a:moveTo>
                  <a:cubicBezTo>
                    <a:pt x="109" y="0"/>
                    <a:pt x="1" y="115"/>
                    <a:pt x="1" y="251"/>
                  </a:cubicBezTo>
                  <a:cubicBezTo>
                    <a:pt x="1" y="387"/>
                    <a:pt x="109" y="503"/>
                    <a:pt x="252" y="503"/>
                  </a:cubicBezTo>
                  <a:cubicBezTo>
                    <a:pt x="388" y="503"/>
                    <a:pt x="496" y="387"/>
                    <a:pt x="496" y="251"/>
                  </a:cubicBezTo>
                  <a:cubicBezTo>
                    <a:pt x="496"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2"/>
            <p:cNvSpPr/>
            <p:nvPr/>
          </p:nvSpPr>
          <p:spPr>
            <a:xfrm>
              <a:off x="2145825" y="17488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2"/>
            <p:cNvSpPr/>
            <p:nvPr/>
          </p:nvSpPr>
          <p:spPr>
            <a:xfrm>
              <a:off x="2237800" y="1748800"/>
              <a:ext cx="12350" cy="12575"/>
            </a:xfrm>
            <a:custGeom>
              <a:avLst/>
              <a:gdLst/>
              <a:ahLst/>
              <a:cxnLst/>
              <a:rect l="l" t="t" r="r" b="b"/>
              <a:pathLst>
                <a:path w="494" h="503" extrusionOk="0">
                  <a:moveTo>
                    <a:pt x="244" y="0"/>
                  </a:moveTo>
                  <a:cubicBezTo>
                    <a:pt x="107" y="0"/>
                    <a:pt x="0" y="115"/>
                    <a:pt x="0" y="251"/>
                  </a:cubicBezTo>
                  <a:cubicBezTo>
                    <a:pt x="0" y="387"/>
                    <a:pt x="107" y="503"/>
                    <a:pt x="244" y="503"/>
                  </a:cubicBezTo>
                  <a:cubicBezTo>
                    <a:pt x="387" y="503"/>
                    <a:pt x="494" y="387"/>
                    <a:pt x="494" y="251"/>
                  </a:cubicBezTo>
                  <a:cubicBezTo>
                    <a:pt x="494" y="115"/>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2"/>
            <p:cNvSpPr/>
            <p:nvPr/>
          </p:nvSpPr>
          <p:spPr>
            <a:xfrm>
              <a:off x="2329550" y="1748800"/>
              <a:ext cx="12575" cy="12575"/>
            </a:xfrm>
            <a:custGeom>
              <a:avLst/>
              <a:gdLst/>
              <a:ahLst/>
              <a:cxnLst/>
              <a:rect l="l" t="t" r="r" b="b"/>
              <a:pathLst>
                <a:path w="503" h="503" extrusionOk="0">
                  <a:moveTo>
                    <a:pt x="251" y="0"/>
                  </a:moveTo>
                  <a:cubicBezTo>
                    <a:pt x="115" y="0"/>
                    <a:pt x="0" y="115"/>
                    <a:pt x="0" y="251"/>
                  </a:cubicBezTo>
                  <a:cubicBezTo>
                    <a:pt x="0" y="387"/>
                    <a:pt x="115" y="503"/>
                    <a:pt x="251" y="503"/>
                  </a:cubicBezTo>
                  <a:cubicBezTo>
                    <a:pt x="387" y="503"/>
                    <a:pt x="502" y="387"/>
                    <a:pt x="502" y="251"/>
                  </a:cubicBezTo>
                  <a:cubicBezTo>
                    <a:pt x="502"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253;p2"/>
            <p:cNvSpPr/>
            <p:nvPr/>
          </p:nvSpPr>
          <p:spPr>
            <a:xfrm>
              <a:off x="2421325" y="1748800"/>
              <a:ext cx="12550" cy="12575"/>
            </a:xfrm>
            <a:custGeom>
              <a:avLst/>
              <a:gdLst/>
              <a:ahLst/>
              <a:cxnLst/>
              <a:rect l="l" t="t" r="r" b="b"/>
              <a:pathLst>
                <a:path w="502" h="503" extrusionOk="0">
                  <a:moveTo>
                    <a:pt x="250" y="0"/>
                  </a:moveTo>
                  <a:cubicBezTo>
                    <a:pt x="114" y="0"/>
                    <a:pt x="1" y="115"/>
                    <a:pt x="1" y="251"/>
                  </a:cubicBezTo>
                  <a:cubicBezTo>
                    <a:pt x="1" y="387"/>
                    <a:pt x="114" y="503"/>
                    <a:pt x="250" y="503"/>
                  </a:cubicBezTo>
                  <a:cubicBezTo>
                    <a:pt x="395" y="503"/>
                    <a:pt x="501" y="387"/>
                    <a:pt x="501" y="251"/>
                  </a:cubicBezTo>
                  <a:cubicBezTo>
                    <a:pt x="501" y="115"/>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2"/>
            <p:cNvSpPr/>
            <p:nvPr/>
          </p:nvSpPr>
          <p:spPr>
            <a:xfrm>
              <a:off x="2513250" y="1748800"/>
              <a:ext cx="12575" cy="12575"/>
            </a:xfrm>
            <a:custGeom>
              <a:avLst/>
              <a:gdLst/>
              <a:ahLst/>
              <a:cxnLst/>
              <a:rect l="l" t="t" r="r" b="b"/>
              <a:pathLst>
                <a:path w="503" h="503" extrusionOk="0">
                  <a:moveTo>
                    <a:pt x="252" y="0"/>
                  </a:moveTo>
                  <a:cubicBezTo>
                    <a:pt x="109" y="0"/>
                    <a:pt x="0" y="115"/>
                    <a:pt x="0" y="251"/>
                  </a:cubicBezTo>
                  <a:cubicBezTo>
                    <a:pt x="0" y="387"/>
                    <a:pt x="109"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2"/>
            <p:cNvSpPr/>
            <p:nvPr/>
          </p:nvSpPr>
          <p:spPr>
            <a:xfrm>
              <a:off x="2605000" y="1748800"/>
              <a:ext cx="12575" cy="12575"/>
            </a:xfrm>
            <a:custGeom>
              <a:avLst/>
              <a:gdLst/>
              <a:ahLst/>
              <a:cxnLst/>
              <a:rect l="l" t="t" r="r" b="b"/>
              <a:pathLst>
                <a:path w="503" h="503" extrusionOk="0">
                  <a:moveTo>
                    <a:pt x="252" y="0"/>
                  </a:moveTo>
                  <a:cubicBezTo>
                    <a:pt x="116" y="0"/>
                    <a:pt x="0" y="115"/>
                    <a:pt x="0" y="251"/>
                  </a:cubicBezTo>
                  <a:cubicBezTo>
                    <a:pt x="0" y="387"/>
                    <a:pt x="116" y="503"/>
                    <a:pt x="252" y="503"/>
                  </a:cubicBezTo>
                  <a:cubicBezTo>
                    <a:pt x="387" y="503"/>
                    <a:pt x="503" y="387"/>
                    <a:pt x="503" y="251"/>
                  </a:cubicBezTo>
                  <a:cubicBezTo>
                    <a:pt x="503" y="115"/>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2"/>
            <p:cNvSpPr/>
            <p:nvPr/>
          </p:nvSpPr>
          <p:spPr>
            <a:xfrm>
              <a:off x="2696950" y="1748800"/>
              <a:ext cx="12375" cy="12575"/>
            </a:xfrm>
            <a:custGeom>
              <a:avLst/>
              <a:gdLst/>
              <a:ahLst/>
              <a:cxnLst/>
              <a:rect l="l" t="t" r="r" b="b"/>
              <a:pathLst>
                <a:path w="495" h="503" extrusionOk="0">
                  <a:moveTo>
                    <a:pt x="252" y="0"/>
                  </a:moveTo>
                  <a:cubicBezTo>
                    <a:pt x="108" y="0"/>
                    <a:pt x="1" y="115"/>
                    <a:pt x="1" y="251"/>
                  </a:cubicBezTo>
                  <a:cubicBezTo>
                    <a:pt x="1" y="387"/>
                    <a:pt x="108" y="503"/>
                    <a:pt x="252" y="503"/>
                  </a:cubicBezTo>
                  <a:cubicBezTo>
                    <a:pt x="388" y="503"/>
                    <a:pt x="495" y="387"/>
                    <a:pt x="495" y="251"/>
                  </a:cubicBezTo>
                  <a:cubicBezTo>
                    <a:pt x="495"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2"/>
            <p:cNvSpPr/>
            <p:nvPr/>
          </p:nvSpPr>
          <p:spPr>
            <a:xfrm>
              <a:off x="2788700" y="17488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2"/>
            <p:cNvSpPr/>
            <p:nvPr/>
          </p:nvSpPr>
          <p:spPr>
            <a:xfrm>
              <a:off x="2880675" y="1748800"/>
              <a:ext cx="12375" cy="12575"/>
            </a:xfrm>
            <a:custGeom>
              <a:avLst/>
              <a:gdLst/>
              <a:ahLst/>
              <a:cxnLst/>
              <a:rect l="l" t="t" r="r" b="b"/>
              <a:pathLst>
                <a:path w="495" h="503" extrusionOk="0">
                  <a:moveTo>
                    <a:pt x="243" y="0"/>
                  </a:moveTo>
                  <a:cubicBezTo>
                    <a:pt x="107" y="0"/>
                    <a:pt x="0" y="115"/>
                    <a:pt x="0" y="251"/>
                  </a:cubicBezTo>
                  <a:cubicBezTo>
                    <a:pt x="0" y="387"/>
                    <a:pt x="107" y="503"/>
                    <a:pt x="243" y="503"/>
                  </a:cubicBezTo>
                  <a:cubicBezTo>
                    <a:pt x="387" y="503"/>
                    <a:pt x="494" y="387"/>
                    <a:pt x="494" y="251"/>
                  </a:cubicBezTo>
                  <a:cubicBezTo>
                    <a:pt x="494" y="115"/>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259;p2"/>
            <p:cNvSpPr/>
            <p:nvPr/>
          </p:nvSpPr>
          <p:spPr>
            <a:xfrm>
              <a:off x="2972425" y="1748800"/>
              <a:ext cx="12575" cy="12575"/>
            </a:xfrm>
            <a:custGeom>
              <a:avLst/>
              <a:gdLst/>
              <a:ahLst/>
              <a:cxnLst/>
              <a:rect l="l" t="t" r="r" b="b"/>
              <a:pathLst>
                <a:path w="503" h="503" extrusionOk="0">
                  <a:moveTo>
                    <a:pt x="251" y="0"/>
                  </a:moveTo>
                  <a:cubicBezTo>
                    <a:pt x="115" y="0"/>
                    <a:pt x="0" y="115"/>
                    <a:pt x="0" y="251"/>
                  </a:cubicBezTo>
                  <a:cubicBezTo>
                    <a:pt x="0" y="387"/>
                    <a:pt x="115" y="503"/>
                    <a:pt x="251" y="503"/>
                  </a:cubicBezTo>
                  <a:cubicBezTo>
                    <a:pt x="387" y="503"/>
                    <a:pt x="503" y="387"/>
                    <a:pt x="503" y="251"/>
                  </a:cubicBezTo>
                  <a:cubicBezTo>
                    <a:pt x="503"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2"/>
            <p:cNvSpPr/>
            <p:nvPr/>
          </p:nvSpPr>
          <p:spPr>
            <a:xfrm>
              <a:off x="3064375" y="1748800"/>
              <a:ext cx="12375" cy="12575"/>
            </a:xfrm>
            <a:custGeom>
              <a:avLst/>
              <a:gdLst/>
              <a:ahLst/>
              <a:cxnLst/>
              <a:rect l="l" t="t" r="r" b="b"/>
              <a:pathLst>
                <a:path w="495" h="503" extrusionOk="0">
                  <a:moveTo>
                    <a:pt x="243" y="0"/>
                  </a:moveTo>
                  <a:cubicBezTo>
                    <a:pt x="107" y="0"/>
                    <a:pt x="1" y="115"/>
                    <a:pt x="1" y="251"/>
                  </a:cubicBezTo>
                  <a:cubicBezTo>
                    <a:pt x="1" y="387"/>
                    <a:pt x="107" y="503"/>
                    <a:pt x="243" y="503"/>
                  </a:cubicBezTo>
                  <a:cubicBezTo>
                    <a:pt x="388" y="503"/>
                    <a:pt x="495" y="387"/>
                    <a:pt x="495" y="251"/>
                  </a:cubicBezTo>
                  <a:cubicBezTo>
                    <a:pt x="495" y="115"/>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2"/>
            <p:cNvSpPr/>
            <p:nvPr/>
          </p:nvSpPr>
          <p:spPr>
            <a:xfrm>
              <a:off x="3156125" y="17488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2"/>
            <p:cNvSpPr/>
            <p:nvPr/>
          </p:nvSpPr>
          <p:spPr>
            <a:xfrm>
              <a:off x="3247875" y="1748800"/>
              <a:ext cx="12575" cy="12575"/>
            </a:xfrm>
            <a:custGeom>
              <a:avLst/>
              <a:gdLst/>
              <a:ahLst/>
              <a:cxnLst/>
              <a:rect l="l" t="t" r="r" b="b"/>
              <a:pathLst>
                <a:path w="503"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263;p2"/>
            <p:cNvSpPr/>
            <p:nvPr/>
          </p:nvSpPr>
          <p:spPr>
            <a:xfrm>
              <a:off x="3339850" y="1748800"/>
              <a:ext cx="12525" cy="12575"/>
            </a:xfrm>
            <a:custGeom>
              <a:avLst/>
              <a:gdLst/>
              <a:ahLst/>
              <a:cxnLst/>
              <a:rect l="l" t="t" r="r" b="b"/>
              <a:pathLst>
                <a:path w="501" h="503" extrusionOk="0">
                  <a:moveTo>
                    <a:pt x="251" y="0"/>
                  </a:moveTo>
                  <a:cubicBezTo>
                    <a:pt x="107" y="0"/>
                    <a:pt x="0" y="115"/>
                    <a:pt x="0" y="251"/>
                  </a:cubicBezTo>
                  <a:cubicBezTo>
                    <a:pt x="0" y="387"/>
                    <a:pt x="107" y="503"/>
                    <a:pt x="251" y="503"/>
                  </a:cubicBezTo>
                  <a:cubicBezTo>
                    <a:pt x="387" y="503"/>
                    <a:pt x="501" y="387"/>
                    <a:pt x="501" y="251"/>
                  </a:cubicBezTo>
                  <a:cubicBezTo>
                    <a:pt x="501"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264;p2"/>
            <p:cNvSpPr/>
            <p:nvPr/>
          </p:nvSpPr>
          <p:spPr>
            <a:xfrm>
              <a:off x="3431575" y="17488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265;p2"/>
            <p:cNvSpPr/>
            <p:nvPr/>
          </p:nvSpPr>
          <p:spPr>
            <a:xfrm>
              <a:off x="3523550" y="1748800"/>
              <a:ext cx="12375" cy="12575"/>
            </a:xfrm>
            <a:custGeom>
              <a:avLst/>
              <a:gdLst/>
              <a:ahLst/>
              <a:cxnLst/>
              <a:rect l="l" t="t" r="r" b="b"/>
              <a:pathLst>
                <a:path w="495" h="503" extrusionOk="0">
                  <a:moveTo>
                    <a:pt x="250" y="0"/>
                  </a:moveTo>
                  <a:cubicBezTo>
                    <a:pt x="107" y="0"/>
                    <a:pt x="0" y="115"/>
                    <a:pt x="0" y="251"/>
                  </a:cubicBezTo>
                  <a:cubicBezTo>
                    <a:pt x="0" y="387"/>
                    <a:pt x="107" y="503"/>
                    <a:pt x="250" y="503"/>
                  </a:cubicBezTo>
                  <a:cubicBezTo>
                    <a:pt x="388" y="503"/>
                    <a:pt x="494" y="387"/>
                    <a:pt x="494" y="251"/>
                  </a:cubicBezTo>
                  <a:cubicBezTo>
                    <a:pt x="494" y="115"/>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266;p2"/>
            <p:cNvSpPr/>
            <p:nvPr/>
          </p:nvSpPr>
          <p:spPr>
            <a:xfrm>
              <a:off x="676400" y="18407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267;p2"/>
            <p:cNvSpPr/>
            <p:nvPr/>
          </p:nvSpPr>
          <p:spPr>
            <a:xfrm>
              <a:off x="768325" y="1840700"/>
              <a:ext cx="12400" cy="12425"/>
            </a:xfrm>
            <a:custGeom>
              <a:avLst/>
              <a:gdLst/>
              <a:ahLst/>
              <a:cxnLst/>
              <a:rect l="l" t="t" r="r" b="b"/>
              <a:pathLst>
                <a:path w="496" h="497" extrusionOk="0">
                  <a:moveTo>
                    <a:pt x="245" y="1"/>
                  </a:moveTo>
                  <a:cubicBezTo>
                    <a:pt x="109" y="1"/>
                    <a:pt x="0" y="109"/>
                    <a:pt x="0" y="245"/>
                  </a:cubicBezTo>
                  <a:cubicBezTo>
                    <a:pt x="0" y="388"/>
                    <a:pt x="109" y="496"/>
                    <a:pt x="245" y="496"/>
                  </a:cubicBezTo>
                  <a:cubicBezTo>
                    <a:pt x="388" y="496"/>
                    <a:pt x="496" y="388"/>
                    <a:pt x="496" y="245"/>
                  </a:cubicBezTo>
                  <a:cubicBezTo>
                    <a:pt x="496" y="109"/>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268;p2"/>
            <p:cNvSpPr/>
            <p:nvPr/>
          </p:nvSpPr>
          <p:spPr>
            <a:xfrm>
              <a:off x="860125" y="1840700"/>
              <a:ext cx="12525" cy="12425"/>
            </a:xfrm>
            <a:custGeom>
              <a:avLst/>
              <a:gdLst/>
              <a:ahLst/>
              <a:cxnLst/>
              <a:rect l="l" t="t" r="r" b="b"/>
              <a:pathLst>
                <a:path w="501" h="497" extrusionOk="0">
                  <a:moveTo>
                    <a:pt x="251" y="1"/>
                  </a:moveTo>
                  <a:cubicBezTo>
                    <a:pt x="114" y="1"/>
                    <a:pt x="0" y="109"/>
                    <a:pt x="0" y="245"/>
                  </a:cubicBezTo>
                  <a:cubicBezTo>
                    <a:pt x="0" y="388"/>
                    <a:pt x="114" y="496"/>
                    <a:pt x="251" y="496"/>
                  </a:cubicBezTo>
                  <a:cubicBezTo>
                    <a:pt x="387" y="496"/>
                    <a:pt x="501" y="388"/>
                    <a:pt x="501" y="245"/>
                  </a:cubicBezTo>
                  <a:cubicBezTo>
                    <a:pt x="501"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269;p2"/>
            <p:cNvSpPr/>
            <p:nvPr/>
          </p:nvSpPr>
          <p:spPr>
            <a:xfrm>
              <a:off x="951850" y="18407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270;p2"/>
            <p:cNvSpPr/>
            <p:nvPr/>
          </p:nvSpPr>
          <p:spPr>
            <a:xfrm>
              <a:off x="1043825" y="1840700"/>
              <a:ext cx="12375" cy="12425"/>
            </a:xfrm>
            <a:custGeom>
              <a:avLst/>
              <a:gdLst/>
              <a:ahLst/>
              <a:cxnLst/>
              <a:rect l="l" t="t" r="r" b="b"/>
              <a:pathLst>
                <a:path w="495" h="497" extrusionOk="0">
                  <a:moveTo>
                    <a:pt x="250" y="1"/>
                  </a:moveTo>
                  <a:cubicBezTo>
                    <a:pt x="107" y="1"/>
                    <a:pt x="0" y="109"/>
                    <a:pt x="0" y="245"/>
                  </a:cubicBezTo>
                  <a:cubicBezTo>
                    <a:pt x="0" y="388"/>
                    <a:pt x="107" y="496"/>
                    <a:pt x="250" y="496"/>
                  </a:cubicBezTo>
                  <a:cubicBezTo>
                    <a:pt x="388" y="496"/>
                    <a:pt x="494" y="388"/>
                    <a:pt x="494" y="245"/>
                  </a:cubicBezTo>
                  <a:cubicBezTo>
                    <a:pt x="494"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271;p2"/>
            <p:cNvSpPr/>
            <p:nvPr/>
          </p:nvSpPr>
          <p:spPr>
            <a:xfrm>
              <a:off x="1135575" y="1840700"/>
              <a:ext cx="12575" cy="12425"/>
            </a:xfrm>
            <a:custGeom>
              <a:avLst/>
              <a:gdLst/>
              <a:ahLst/>
              <a:cxnLst/>
              <a:rect l="l" t="t" r="r" b="b"/>
              <a:pathLst>
                <a:path w="503" h="497" extrusionOk="0">
                  <a:moveTo>
                    <a:pt x="252" y="1"/>
                  </a:moveTo>
                  <a:cubicBezTo>
                    <a:pt x="116" y="1"/>
                    <a:pt x="0" y="109"/>
                    <a:pt x="0" y="245"/>
                  </a:cubicBezTo>
                  <a:cubicBezTo>
                    <a:pt x="0" y="388"/>
                    <a:pt x="116" y="496"/>
                    <a:pt x="252" y="496"/>
                  </a:cubicBezTo>
                  <a:cubicBezTo>
                    <a:pt x="387" y="496"/>
                    <a:pt x="503" y="388"/>
                    <a:pt x="503" y="245"/>
                  </a:cubicBezTo>
                  <a:cubicBezTo>
                    <a:pt x="503"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272;p2"/>
            <p:cNvSpPr/>
            <p:nvPr/>
          </p:nvSpPr>
          <p:spPr>
            <a:xfrm>
              <a:off x="1227500" y="1840700"/>
              <a:ext cx="12400" cy="12425"/>
            </a:xfrm>
            <a:custGeom>
              <a:avLst/>
              <a:gdLst/>
              <a:ahLst/>
              <a:cxnLst/>
              <a:rect l="l" t="t" r="r" b="b"/>
              <a:pathLst>
                <a:path w="496" h="497" extrusionOk="0">
                  <a:moveTo>
                    <a:pt x="251" y="1"/>
                  </a:moveTo>
                  <a:cubicBezTo>
                    <a:pt x="109" y="1"/>
                    <a:pt x="0" y="109"/>
                    <a:pt x="0" y="245"/>
                  </a:cubicBezTo>
                  <a:cubicBezTo>
                    <a:pt x="0" y="388"/>
                    <a:pt x="109" y="496"/>
                    <a:pt x="251" y="496"/>
                  </a:cubicBezTo>
                  <a:cubicBezTo>
                    <a:pt x="387" y="496"/>
                    <a:pt x="496" y="388"/>
                    <a:pt x="496" y="245"/>
                  </a:cubicBezTo>
                  <a:cubicBezTo>
                    <a:pt x="496"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273;p2"/>
            <p:cNvSpPr/>
            <p:nvPr/>
          </p:nvSpPr>
          <p:spPr>
            <a:xfrm>
              <a:off x="1319275" y="1840700"/>
              <a:ext cx="12550" cy="12425"/>
            </a:xfrm>
            <a:custGeom>
              <a:avLst/>
              <a:gdLst/>
              <a:ahLst/>
              <a:cxnLst/>
              <a:rect l="l" t="t" r="r" b="b"/>
              <a:pathLst>
                <a:path w="502" h="497" extrusionOk="0">
                  <a:moveTo>
                    <a:pt x="252" y="1"/>
                  </a:moveTo>
                  <a:cubicBezTo>
                    <a:pt x="114" y="1"/>
                    <a:pt x="1" y="109"/>
                    <a:pt x="1" y="245"/>
                  </a:cubicBezTo>
                  <a:cubicBezTo>
                    <a:pt x="1" y="388"/>
                    <a:pt x="114" y="496"/>
                    <a:pt x="252" y="496"/>
                  </a:cubicBezTo>
                  <a:cubicBezTo>
                    <a:pt x="388" y="496"/>
                    <a:pt x="501" y="388"/>
                    <a:pt x="501" y="245"/>
                  </a:cubicBezTo>
                  <a:cubicBezTo>
                    <a:pt x="501"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274;p2"/>
            <p:cNvSpPr/>
            <p:nvPr/>
          </p:nvSpPr>
          <p:spPr>
            <a:xfrm>
              <a:off x="1411200" y="1840700"/>
              <a:ext cx="12425" cy="12425"/>
            </a:xfrm>
            <a:custGeom>
              <a:avLst/>
              <a:gdLst/>
              <a:ahLst/>
              <a:cxnLst/>
              <a:rect l="l" t="t" r="r" b="b"/>
              <a:pathLst>
                <a:path w="497" h="497" extrusionOk="0">
                  <a:moveTo>
                    <a:pt x="245" y="1"/>
                  </a:moveTo>
                  <a:cubicBezTo>
                    <a:pt x="109" y="1"/>
                    <a:pt x="1" y="109"/>
                    <a:pt x="1" y="245"/>
                  </a:cubicBezTo>
                  <a:cubicBezTo>
                    <a:pt x="1" y="388"/>
                    <a:pt x="109" y="496"/>
                    <a:pt x="245" y="496"/>
                  </a:cubicBezTo>
                  <a:cubicBezTo>
                    <a:pt x="388" y="496"/>
                    <a:pt x="496" y="388"/>
                    <a:pt x="496" y="245"/>
                  </a:cubicBezTo>
                  <a:cubicBezTo>
                    <a:pt x="496" y="109"/>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275;p2"/>
            <p:cNvSpPr/>
            <p:nvPr/>
          </p:nvSpPr>
          <p:spPr>
            <a:xfrm>
              <a:off x="1503000" y="1840700"/>
              <a:ext cx="12525" cy="12425"/>
            </a:xfrm>
            <a:custGeom>
              <a:avLst/>
              <a:gdLst/>
              <a:ahLst/>
              <a:cxnLst/>
              <a:rect l="l" t="t" r="r" b="b"/>
              <a:pathLst>
                <a:path w="501" h="497" extrusionOk="0">
                  <a:moveTo>
                    <a:pt x="250" y="1"/>
                  </a:moveTo>
                  <a:cubicBezTo>
                    <a:pt x="114" y="1"/>
                    <a:pt x="0" y="109"/>
                    <a:pt x="0" y="245"/>
                  </a:cubicBezTo>
                  <a:cubicBezTo>
                    <a:pt x="0" y="388"/>
                    <a:pt x="114" y="496"/>
                    <a:pt x="250" y="496"/>
                  </a:cubicBezTo>
                  <a:cubicBezTo>
                    <a:pt x="387" y="496"/>
                    <a:pt x="501" y="388"/>
                    <a:pt x="501" y="245"/>
                  </a:cubicBezTo>
                  <a:cubicBezTo>
                    <a:pt x="501" y="109"/>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276;p2"/>
            <p:cNvSpPr/>
            <p:nvPr/>
          </p:nvSpPr>
          <p:spPr>
            <a:xfrm>
              <a:off x="1594750" y="1840700"/>
              <a:ext cx="12575" cy="12425"/>
            </a:xfrm>
            <a:custGeom>
              <a:avLst/>
              <a:gdLst/>
              <a:ahLst/>
              <a:cxnLst/>
              <a:rect l="l" t="t" r="r" b="b"/>
              <a:pathLst>
                <a:path w="503" h="497" extrusionOk="0">
                  <a:moveTo>
                    <a:pt x="251" y="1"/>
                  </a:moveTo>
                  <a:cubicBezTo>
                    <a:pt x="115" y="1"/>
                    <a:pt x="0" y="109"/>
                    <a:pt x="0" y="245"/>
                  </a:cubicBezTo>
                  <a:cubicBezTo>
                    <a:pt x="0" y="388"/>
                    <a:pt x="115" y="496"/>
                    <a:pt x="251" y="496"/>
                  </a:cubicBezTo>
                  <a:cubicBezTo>
                    <a:pt x="394" y="496"/>
                    <a:pt x="503" y="388"/>
                    <a:pt x="503" y="245"/>
                  </a:cubicBezTo>
                  <a:cubicBezTo>
                    <a:pt x="503" y="109"/>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277;p2"/>
            <p:cNvSpPr/>
            <p:nvPr/>
          </p:nvSpPr>
          <p:spPr>
            <a:xfrm>
              <a:off x="1686650" y="18407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278;p2"/>
            <p:cNvSpPr/>
            <p:nvPr/>
          </p:nvSpPr>
          <p:spPr>
            <a:xfrm>
              <a:off x="1778450" y="1840700"/>
              <a:ext cx="12550" cy="12425"/>
            </a:xfrm>
            <a:custGeom>
              <a:avLst/>
              <a:gdLst/>
              <a:ahLst/>
              <a:cxnLst/>
              <a:rect l="l" t="t" r="r" b="b"/>
              <a:pathLst>
                <a:path w="502" h="497" extrusionOk="0">
                  <a:moveTo>
                    <a:pt x="252" y="1"/>
                  </a:moveTo>
                  <a:cubicBezTo>
                    <a:pt x="114" y="1"/>
                    <a:pt x="1" y="109"/>
                    <a:pt x="1" y="245"/>
                  </a:cubicBezTo>
                  <a:cubicBezTo>
                    <a:pt x="1" y="388"/>
                    <a:pt x="114" y="496"/>
                    <a:pt x="252" y="496"/>
                  </a:cubicBezTo>
                  <a:cubicBezTo>
                    <a:pt x="388" y="496"/>
                    <a:pt x="501" y="388"/>
                    <a:pt x="501" y="245"/>
                  </a:cubicBezTo>
                  <a:cubicBezTo>
                    <a:pt x="501"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2"/>
            <p:cNvSpPr/>
            <p:nvPr/>
          </p:nvSpPr>
          <p:spPr>
            <a:xfrm>
              <a:off x="1870375" y="1840700"/>
              <a:ext cx="12400" cy="12425"/>
            </a:xfrm>
            <a:custGeom>
              <a:avLst/>
              <a:gdLst/>
              <a:ahLst/>
              <a:cxnLst/>
              <a:rect l="l" t="t" r="r" b="b"/>
              <a:pathLst>
                <a:path w="496" h="497" extrusionOk="0">
                  <a:moveTo>
                    <a:pt x="252" y="1"/>
                  </a:moveTo>
                  <a:cubicBezTo>
                    <a:pt x="109" y="1"/>
                    <a:pt x="0" y="109"/>
                    <a:pt x="0" y="245"/>
                  </a:cubicBezTo>
                  <a:cubicBezTo>
                    <a:pt x="0" y="388"/>
                    <a:pt x="109" y="496"/>
                    <a:pt x="252" y="496"/>
                  </a:cubicBezTo>
                  <a:cubicBezTo>
                    <a:pt x="387" y="496"/>
                    <a:pt x="496" y="388"/>
                    <a:pt x="496" y="245"/>
                  </a:cubicBezTo>
                  <a:cubicBezTo>
                    <a:pt x="496"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280;p2"/>
            <p:cNvSpPr/>
            <p:nvPr/>
          </p:nvSpPr>
          <p:spPr>
            <a:xfrm>
              <a:off x="1962150" y="1840700"/>
              <a:ext cx="12550" cy="12425"/>
            </a:xfrm>
            <a:custGeom>
              <a:avLst/>
              <a:gdLst/>
              <a:ahLst/>
              <a:cxnLst/>
              <a:rect l="l" t="t" r="r" b="b"/>
              <a:pathLst>
                <a:path w="502" h="497" extrusionOk="0">
                  <a:moveTo>
                    <a:pt x="250" y="1"/>
                  </a:moveTo>
                  <a:cubicBezTo>
                    <a:pt x="114" y="1"/>
                    <a:pt x="1" y="109"/>
                    <a:pt x="1" y="245"/>
                  </a:cubicBezTo>
                  <a:cubicBezTo>
                    <a:pt x="1" y="388"/>
                    <a:pt x="114" y="496"/>
                    <a:pt x="250" y="496"/>
                  </a:cubicBezTo>
                  <a:cubicBezTo>
                    <a:pt x="388" y="496"/>
                    <a:pt x="502" y="388"/>
                    <a:pt x="502" y="245"/>
                  </a:cubicBezTo>
                  <a:cubicBezTo>
                    <a:pt x="502"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281;p2"/>
            <p:cNvSpPr/>
            <p:nvPr/>
          </p:nvSpPr>
          <p:spPr>
            <a:xfrm>
              <a:off x="2054075" y="1840700"/>
              <a:ext cx="12425" cy="12425"/>
            </a:xfrm>
            <a:custGeom>
              <a:avLst/>
              <a:gdLst/>
              <a:ahLst/>
              <a:cxnLst/>
              <a:rect l="l" t="t" r="r" b="b"/>
              <a:pathLst>
                <a:path w="497" h="497" extrusionOk="0">
                  <a:moveTo>
                    <a:pt x="252" y="1"/>
                  </a:moveTo>
                  <a:cubicBezTo>
                    <a:pt x="109" y="1"/>
                    <a:pt x="1" y="109"/>
                    <a:pt x="1" y="245"/>
                  </a:cubicBezTo>
                  <a:cubicBezTo>
                    <a:pt x="1" y="388"/>
                    <a:pt x="109" y="496"/>
                    <a:pt x="252" y="496"/>
                  </a:cubicBezTo>
                  <a:cubicBezTo>
                    <a:pt x="388" y="496"/>
                    <a:pt x="496" y="388"/>
                    <a:pt x="496" y="245"/>
                  </a:cubicBezTo>
                  <a:cubicBezTo>
                    <a:pt x="496"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2"/>
            <p:cNvSpPr/>
            <p:nvPr/>
          </p:nvSpPr>
          <p:spPr>
            <a:xfrm>
              <a:off x="2145825" y="18407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83;p2"/>
            <p:cNvSpPr/>
            <p:nvPr/>
          </p:nvSpPr>
          <p:spPr>
            <a:xfrm>
              <a:off x="2237800" y="1840700"/>
              <a:ext cx="12350" cy="12425"/>
            </a:xfrm>
            <a:custGeom>
              <a:avLst/>
              <a:gdLst/>
              <a:ahLst/>
              <a:cxnLst/>
              <a:rect l="l" t="t" r="r" b="b"/>
              <a:pathLst>
                <a:path w="494" h="497" extrusionOk="0">
                  <a:moveTo>
                    <a:pt x="244" y="1"/>
                  </a:moveTo>
                  <a:cubicBezTo>
                    <a:pt x="107" y="1"/>
                    <a:pt x="0" y="109"/>
                    <a:pt x="0" y="245"/>
                  </a:cubicBezTo>
                  <a:cubicBezTo>
                    <a:pt x="0" y="388"/>
                    <a:pt x="107" y="496"/>
                    <a:pt x="244" y="496"/>
                  </a:cubicBezTo>
                  <a:cubicBezTo>
                    <a:pt x="387" y="496"/>
                    <a:pt x="494" y="388"/>
                    <a:pt x="494" y="245"/>
                  </a:cubicBezTo>
                  <a:cubicBezTo>
                    <a:pt x="494" y="109"/>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84;p2"/>
            <p:cNvSpPr/>
            <p:nvPr/>
          </p:nvSpPr>
          <p:spPr>
            <a:xfrm>
              <a:off x="2329550" y="1840700"/>
              <a:ext cx="12575" cy="12425"/>
            </a:xfrm>
            <a:custGeom>
              <a:avLst/>
              <a:gdLst/>
              <a:ahLst/>
              <a:cxnLst/>
              <a:rect l="l" t="t" r="r" b="b"/>
              <a:pathLst>
                <a:path w="503" h="497" extrusionOk="0">
                  <a:moveTo>
                    <a:pt x="251" y="1"/>
                  </a:moveTo>
                  <a:cubicBezTo>
                    <a:pt x="115" y="1"/>
                    <a:pt x="0" y="109"/>
                    <a:pt x="0" y="245"/>
                  </a:cubicBezTo>
                  <a:cubicBezTo>
                    <a:pt x="0" y="388"/>
                    <a:pt x="115" y="496"/>
                    <a:pt x="251" y="496"/>
                  </a:cubicBezTo>
                  <a:cubicBezTo>
                    <a:pt x="387" y="496"/>
                    <a:pt x="502" y="388"/>
                    <a:pt x="502" y="245"/>
                  </a:cubicBezTo>
                  <a:cubicBezTo>
                    <a:pt x="502"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85;p2"/>
            <p:cNvSpPr/>
            <p:nvPr/>
          </p:nvSpPr>
          <p:spPr>
            <a:xfrm>
              <a:off x="2421325" y="1840700"/>
              <a:ext cx="12550" cy="12425"/>
            </a:xfrm>
            <a:custGeom>
              <a:avLst/>
              <a:gdLst/>
              <a:ahLst/>
              <a:cxnLst/>
              <a:rect l="l" t="t" r="r" b="b"/>
              <a:pathLst>
                <a:path w="502" h="497" extrusionOk="0">
                  <a:moveTo>
                    <a:pt x="250" y="1"/>
                  </a:moveTo>
                  <a:cubicBezTo>
                    <a:pt x="114" y="1"/>
                    <a:pt x="1" y="109"/>
                    <a:pt x="1" y="245"/>
                  </a:cubicBezTo>
                  <a:cubicBezTo>
                    <a:pt x="1" y="388"/>
                    <a:pt x="114" y="496"/>
                    <a:pt x="250" y="496"/>
                  </a:cubicBezTo>
                  <a:cubicBezTo>
                    <a:pt x="395" y="496"/>
                    <a:pt x="501" y="388"/>
                    <a:pt x="501" y="245"/>
                  </a:cubicBezTo>
                  <a:cubicBezTo>
                    <a:pt x="501" y="109"/>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86;p2"/>
            <p:cNvSpPr/>
            <p:nvPr/>
          </p:nvSpPr>
          <p:spPr>
            <a:xfrm>
              <a:off x="2513250" y="1840700"/>
              <a:ext cx="12575" cy="12425"/>
            </a:xfrm>
            <a:custGeom>
              <a:avLst/>
              <a:gdLst/>
              <a:ahLst/>
              <a:cxnLst/>
              <a:rect l="l" t="t" r="r" b="b"/>
              <a:pathLst>
                <a:path w="503" h="497" extrusionOk="0">
                  <a:moveTo>
                    <a:pt x="252" y="1"/>
                  </a:moveTo>
                  <a:cubicBezTo>
                    <a:pt x="109" y="1"/>
                    <a:pt x="0" y="109"/>
                    <a:pt x="0" y="245"/>
                  </a:cubicBezTo>
                  <a:cubicBezTo>
                    <a:pt x="0" y="388"/>
                    <a:pt x="109"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87;p2"/>
            <p:cNvSpPr/>
            <p:nvPr/>
          </p:nvSpPr>
          <p:spPr>
            <a:xfrm>
              <a:off x="2605000" y="1840700"/>
              <a:ext cx="12575" cy="12425"/>
            </a:xfrm>
            <a:custGeom>
              <a:avLst/>
              <a:gdLst/>
              <a:ahLst/>
              <a:cxnLst/>
              <a:rect l="l" t="t" r="r" b="b"/>
              <a:pathLst>
                <a:path w="503" h="497" extrusionOk="0">
                  <a:moveTo>
                    <a:pt x="252" y="1"/>
                  </a:moveTo>
                  <a:cubicBezTo>
                    <a:pt x="116" y="1"/>
                    <a:pt x="0" y="109"/>
                    <a:pt x="0" y="245"/>
                  </a:cubicBezTo>
                  <a:cubicBezTo>
                    <a:pt x="0" y="388"/>
                    <a:pt x="116" y="496"/>
                    <a:pt x="252" y="496"/>
                  </a:cubicBezTo>
                  <a:cubicBezTo>
                    <a:pt x="387" y="496"/>
                    <a:pt x="503" y="388"/>
                    <a:pt x="503" y="245"/>
                  </a:cubicBezTo>
                  <a:cubicBezTo>
                    <a:pt x="503"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88;p2"/>
            <p:cNvSpPr/>
            <p:nvPr/>
          </p:nvSpPr>
          <p:spPr>
            <a:xfrm>
              <a:off x="2696950" y="1840700"/>
              <a:ext cx="12375" cy="12425"/>
            </a:xfrm>
            <a:custGeom>
              <a:avLst/>
              <a:gdLst/>
              <a:ahLst/>
              <a:cxnLst/>
              <a:rect l="l" t="t" r="r" b="b"/>
              <a:pathLst>
                <a:path w="495" h="497" extrusionOk="0">
                  <a:moveTo>
                    <a:pt x="252" y="1"/>
                  </a:moveTo>
                  <a:cubicBezTo>
                    <a:pt x="108" y="1"/>
                    <a:pt x="1" y="109"/>
                    <a:pt x="1" y="245"/>
                  </a:cubicBezTo>
                  <a:cubicBezTo>
                    <a:pt x="1" y="388"/>
                    <a:pt x="108" y="496"/>
                    <a:pt x="252" y="496"/>
                  </a:cubicBezTo>
                  <a:cubicBezTo>
                    <a:pt x="388" y="496"/>
                    <a:pt x="495" y="388"/>
                    <a:pt x="495" y="245"/>
                  </a:cubicBezTo>
                  <a:cubicBezTo>
                    <a:pt x="495"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289;p2"/>
            <p:cNvSpPr/>
            <p:nvPr/>
          </p:nvSpPr>
          <p:spPr>
            <a:xfrm>
              <a:off x="2788700" y="18407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90;p2"/>
            <p:cNvSpPr/>
            <p:nvPr/>
          </p:nvSpPr>
          <p:spPr>
            <a:xfrm>
              <a:off x="2880675" y="1840700"/>
              <a:ext cx="12375" cy="12425"/>
            </a:xfrm>
            <a:custGeom>
              <a:avLst/>
              <a:gdLst/>
              <a:ahLst/>
              <a:cxnLst/>
              <a:rect l="l" t="t" r="r" b="b"/>
              <a:pathLst>
                <a:path w="495" h="497" extrusionOk="0">
                  <a:moveTo>
                    <a:pt x="243" y="1"/>
                  </a:moveTo>
                  <a:cubicBezTo>
                    <a:pt x="107" y="1"/>
                    <a:pt x="0" y="109"/>
                    <a:pt x="0" y="245"/>
                  </a:cubicBezTo>
                  <a:cubicBezTo>
                    <a:pt x="0" y="388"/>
                    <a:pt x="107" y="496"/>
                    <a:pt x="243" y="496"/>
                  </a:cubicBezTo>
                  <a:cubicBezTo>
                    <a:pt x="387" y="496"/>
                    <a:pt x="494" y="388"/>
                    <a:pt x="494" y="245"/>
                  </a:cubicBezTo>
                  <a:cubicBezTo>
                    <a:pt x="494" y="109"/>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91;p2"/>
            <p:cNvSpPr/>
            <p:nvPr/>
          </p:nvSpPr>
          <p:spPr>
            <a:xfrm>
              <a:off x="2972425" y="1840700"/>
              <a:ext cx="12575" cy="12425"/>
            </a:xfrm>
            <a:custGeom>
              <a:avLst/>
              <a:gdLst/>
              <a:ahLst/>
              <a:cxnLst/>
              <a:rect l="l" t="t" r="r" b="b"/>
              <a:pathLst>
                <a:path w="503" h="497" extrusionOk="0">
                  <a:moveTo>
                    <a:pt x="251" y="1"/>
                  </a:moveTo>
                  <a:cubicBezTo>
                    <a:pt x="115" y="1"/>
                    <a:pt x="0" y="109"/>
                    <a:pt x="0" y="245"/>
                  </a:cubicBezTo>
                  <a:cubicBezTo>
                    <a:pt x="0" y="388"/>
                    <a:pt x="115" y="496"/>
                    <a:pt x="251" y="496"/>
                  </a:cubicBezTo>
                  <a:cubicBezTo>
                    <a:pt x="387" y="496"/>
                    <a:pt x="503" y="388"/>
                    <a:pt x="503" y="245"/>
                  </a:cubicBezTo>
                  <a:cubicBezTo>
                    <a:pt x="503"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 name="Google Shape;292;p2"/>
            <p:cNvSpPr/>
            <p:nvPr/>
          </p:nvSpPr>
          <p:spPr>
            <a:xfrm>
              <a:off x="3064375" y="1840700"/>
              <a:ext cx="12375" cy="12425"/>
            </a:xfrm>
            <a:custGeom>
              <a:avLst/>
              <a:gdLst/>
              <a:ahLst/>
              <a:cxnLst/>
              <a:rect l="l" t="t" r="r" b="b"/>
              <a:pathLst>
                <a:path w="495" h="497" extrusionOk="0">
                  <a:moveTo>
                    <a:pt x="243" y="1"/>
                  </a:moveTo>
                  <a:cubicBezTo>
                    <a:pt x="107" y="1"/>
                    <a:pt x="1" y="109"/>
                    <a:pt x="1" y="245"/>
                  </a:cubicBezTo>
                  <a:cubicBezTo>
                    <a:pt x="1" y="388"/>
                    <a:pt x="107" y="496"/>
                    <a:pt x="243" y="496"/>
                  </a:cubicBezTo>
                  <a:cubicBezTo>
                    <a:pt x="388" y="496"/>
                    <a:pt x="495" y="388"/>
                    <a:pt x="495" y="245"/>
                  </a:cubicBezTo>
                  <a:cubicBezTo>
                    <a:pt x="495" y="109"/>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 name="Google Shape;293;p2"/>
            <p:cNvSpPr/>
            <p:nvPr/>
          </p:nvSpPr>
          <p:spPr>
            <a:xfrm>
              <a:off x="3156125" y="18407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94;p2"/>
            <p:cNvSpPr/>
            <p:nvPr/>
          </p:nvSpPr>
          <p:spPr>
            <a:xfrm>
              <a:off x="3247875" y="1840700"/>
              <a:ext cx="12575" cy="12425"/>
            </a:xfrm>
            <a:custGeom>
              <a:avLst/>
              <a:gdLst/>
              <a:ahLst/>
              <a:cxnLst/>
              <a:rect l="l" t="t" r="r" b="b"/>
              <a:pathLst>
                <a:path w="503"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 name="Google Shape;295;p2"/>
            <p:cNvSpPr/>
            <p:nvPr/>
          </p:nvSpPr>
          <p:spPr>
            <a:xfrm>
              <a:off x="3339850" y="1840700"/>
              <a:ext cx="12525" cy="12425"/>
            </a:xfrm>
            <a:custGeom>
              <a:avLst/>
              <a:gdLst/>
              <a:ahLst/>
              <a:cxnLst/>
              <a:rect l="l" t="t" r="r" b="b"/>
              <a:pathLst>
                <a:path w="501" h="497" extrusionOk="0">
                  <a:moveTo>
                    <a:pt x="251" y="1"/>
                  </a:moveTo>
                  <a:cubicBezTo>
                    <a:pt x="107" y="1"/>
                    <a:pt x="0" y="109"/>
                    <a:pt x="0" y="245"/>
                  </a:cubicBezTo>
                  <a:cubicBezTo>
                    <a:pt x="0" y="388"/>
                    <a:pt x="107" y="496"/>
                    <a:pt x="251" y="496"/>
                  </a:cubicBezTo>
                  <a:cubicBezTo>
                    <a:pt x="387" y="496"/>
                    <a:pt x="501" y="388"/>
                    <a:pt x="501" y="245"/>
                  </a:cubicBezTo>
                  <a:cubicBezTo>
                    <a:pt x="501"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96;p2"/>
            <p:cNvSpPr/>
            <p:nvPr/>
          </p:nvSpPr>
          <p:spPr>
            <a:xfrm>
              <a:off x="3431575" y="18407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297;p2"/>
            <p:cNvSpPr/>
            <p:nvPr/>
          </p:nvSpPr>
          <p:spPr>
            <a:xfrm>
              <a:off x="3523550" y="1840700"/>
              <a:ext cx="12375" cy="12425"/>
            </a:xfrm>
            <a:custGeom>
              <a:avLst/>
              <a:gdLst/>
              <a:ahLst/>
              <a:cxnLst/>
              <a:rect l="l" t="t" r="r" b="b"/>
              <a:pathLst>
                <a:path w="495" h="497" extrusionOk="0">
                  <a:moveTo>
                    <a:pt x="250" y="1"/>
                  </a:moveTo>
                  <a:cubicBezTo>
                    <a:pt x="107" y="1"/>
                    <a:pt x="0" y="109"/>
                    <a:pt x="0" y="245"/>
                  </a:cubicBezTo>
                  <a:cubicBezTo>
                    <a:pt x="0" y="388"/>
                    <a:pt x="107" y="496"/>
                    <a:pt x="250" y="496"/>
                  </a:cubicBezTo>
                  <a:cubicBezTo>
                    <a:pt x="388" y="496"/>
                    <a:pt x="494" y="388"/>
                    <a:pt x="494" y="245"/>
                  </a:cubicBezTo>
                  <a:cubicBezTo>
                    <a:pt x="494"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 name="Google Shape;298;p2"/>
            <p:cNvSpPr/>
            <p:nvPr/>
          </p:nvSpPr>
          <p:spPr>
            <a:xfrm>
              <a:off x="676400" y="19325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99;p2"/>
            <p:cNvSpPr/>
            <p:nvPr/>
          </p:nvSpPr>
          <p:spPr>
            <a:xfrm>
              <a:off x="768325" y="1932500"/>
              <a:ext cx="12400" cy="12550"/>
            </a:xfrm>
            <a:custGeom>
              <a:avLst/>
              <a:gdLst/>
              <a:ahLst/>
              <a:cxnLst/>
              <a:rect l="l" t="t" r="r" b="b"/>
              <a:pathLst>
                <a:path w="496" h="502" extrusionOk="0">
                  <a:moveTo>
                    <a:pt x="245" y="1"/>
                  </a:moveTo>
                  <a:cubicBezTo>
                    <a:pt x="109" y="1"/>
                    <a:pt x="0" y="114"/>
                    <a:pt x="0" y="252"/>
                  </a:cubicBezTo>
                  <a:cubicBezTo>
                    <a:pt x="0" y="388"/>
                    <a:pt x="109" y="501"/>
                    <a:pt x="245" y="501"/>
                  </a:cubicBezTo>
                  <a:cubicBezTo>
                    <a:pt x="388" y="501"/>
                    <a:pt x="496" y="388"/>
                    <a:pt x="496" y="252"/>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300;p2"/>
            <p:cNvSpPr/>
            <p:nvPr/>
          </p:nvSpPr>
          <p:spPr>
            <a:xfrm>
              <a:off x="860125" y="1932500"/>
              <a:ext cx="12525" cy="12550"/>
            </a:xfrm>
            <a:custGeom>
              <a:avLst/>
              <a:gdLst/>
              <a:ahLst/>
              <a:cxnLst/>
              <a:rect l="l" t="t" r="r" b="b"/>
              <a:pathLst>
                <a:path w="501" h="502" extrusionOk="0">
                  <a:moveTo>
                    <a:pt x="251" y="1"/>
                  </a:moveTo>
                  <a:cubicBezTo>
                    <a:pt x="114" y="1"/>
                    <a:pt x="0" y="114"/>
                    <a:pt x="0" y="252"/>
                  </a:cubicBezTo>
                  <a:cubicBezTo>
                    <a:pt x="0" y="388"/>
                    <a:pt x="114" y="501"/>
                    <a:pt x="251" y="501"/>
                  </a:cubicBezTo>
                  <a:cubicBezTo>
                    <a:pt x="387" y="501"/>
                    <a:pt x="501" y="388"/>
                    <a:pt x="501" y="252"/>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301;p2"/>
            <p:cNvSpPr/>
            <p:nvPr/>
          </p:nvSpPr>
          <p:spPr>
            <a:xfrm>
              <a:off x="951850" y="19325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 name="Google Shape;302;p2"/>
            <p:cNvSpPr/>
            <p:nvPr/>
          </p:nvSpPr>
          <p:spPr>
            <a:xfrm>
              <a:off x="1043825" y="1932500"/>
              <a:ext cx="12375" cy="12550"/>
            </a:xfrm>
            <a:custGeom>
              <a:avLst/>
              <a:gdLst/>
              <a:ahLst/>
              <a:cxnLst/>
              <a:rect l="l" t="t" r="r" b="b"/>
              <a:pathLst>
                <a:path w="495" h="502" extrusionOk="0">
                  <a:moveTo>
                    <a:pt x="250" y="1"/>
                  </a:moveTo>
                  <a:cubicBezTo>
                    <a:pt x="107" y="1"/>
                    <a:pt x="0" y="114"/>
                    <a:pt x="0" y="252"/>
                  </a:cubicBezTo>
                  <a:cubicBezTo>
                    <a:pt x="0" y="388"/>
                    <a:pt x="107" y="501"/>
                    <a:pt x="250" y="501"/>
                  </a:cubicBezTo>
                  <a:cubicBezTo>
                    <a:pt x="388" y="501"/>
                    <a:pt x="494" y="388"/>
                    <a:pt x="494" y="252"/>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303;p2"/>
            <p:cNvSpPr/>
            <p:nvPr/>
          </p:nvSpPr>
          <p:spPr>
            <a:xfrm>
              <a:off x="1135575" y="1932500"/>
              <a:ext cx="12575" cy="12550"/>
            </a:xfrm>
            <a:custGeom>
              <a:avLst/>
              <a:gdLst/>
              <a:ahLst/>
              <a:cxnLst/>
              <a:rect l="l" t="t" r="r" b="b"/>
              <a:pathLst>
                <a:path w="503" h="502" extrusionOk="0">
                  <a:moveTo>
                    <a:pt x="252" y="1"/>
                  </a:moveTo>
                  <a:cubicBezTo>
                    <a:pt x="116" y="1"/>
                    <a:pt x="0" y="114"/>
                    <a:pt x="0" y="252"/>
                  </a:cubicBezTo>
                  <a:cubicBezTo>
                    <a:pt x="0" y="388"/>
                    <a:pt x="116" y="501"/>
                    <a:pt x="252" y="501"/>
                  </a:cubicBezTo>
                  <a:cubicBezTo>
                    <a:pt x="387" y="501"/>
                    <a:pt x="503" y="388"/>
                    <a:pt x="503" y="252"/>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2"/>
            <p:cNvSpPr/>
            <p:nvPr/>
          </p:nvSpPr>
          <p:spPr>
            <a:xfrm>
              <a:off x="1227500" y="1932500"/>
              <a:ext cx="12400" cy="12550"/>
            </a:xfrm>
            <a:custGeom>
              <a:avLst/>
              <a:gdLst/>
              <a:ahLst/>
              <a:cxnLst/>
              <a:rect l="l" t="t" r="r" b="b"/>
              <a:pathLst>
                <a:path w="496" h="502" extrusionOk="0">
                  <a:moveTo>
                    <a:pt x="251" y="1"/>
                  </a:moveTo>
                  <a:cubicBezTo>
                    <a:pt x="109" y="1"/>
                    <a:pt x="0" y="114"/>
                    <a:pt x="0" y="252"/>
                  </a:cubicBezTo>
                  <a:cubicBezTo>
                    <a:pt x="0" y="388"/>
                    <a:pt x="109" y="501"/>
                    <a:pt x="251" y="501"/>
                  </a:cubicBezTo>
                  <a:cubicBezTo>
                    <a:pt x="387" y="501"/>
                    <a:pt x="496" y="388"/>
                    <a:pt x="496" y="252"/>
                  </a:cubicBezTo>
                  <a:cubicBezTo>
                    <a:pt x="496"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305;p2"/>
            <p:cNvSpPr/>
            <p:nvPr/>
          </p:nvSpPr>
          <p:spPr>
            <a:xfrm>
              <a:off x="1319275" y="1932500"/>
              <a:ext cx="12550" cy="12550"/>
            </a:xfrm>
            <a:custGeom>
              <a:avLst/>
              <a:gdLst/>
              <a:ahLst/>
              <a:cxnLst/>
              <a:rect l="l" t="t" r="r" b="b"/>
              <a:pathLst>
                <a:path w="502" h="502" extrusionOk="0">
                  <a:moveTo>
                    <a:pt x="252" y="1"/>
                  </a:moveTo>
                  <a:cubicBezTo>
                    <a:pt x="114" y="1"/>
                    <a:pt x="1" y="114"/>
                    <a:pt x="1" y="252"/>
                  </a:cubicBezTo>
                  <a:cubicBezTo>
                    <a:pt x="1" y="388"/>
                    <a:pt x="114" y="501"/>
                    <a:pt x="252" y="501"/>
                  </a:cubicBezTo>
                  <a:cubicBezTo>
                    <a:pt x="388" y="501"/>
                    <a:pt x="501" y="388"/>
                    <a:pt x="501" y="252"/>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306;p2"/>
            <p:cNvSpPr/>
            <p:nvPr/>
          </p:nvSpPr>
          <p:spPr>
            <a:xfrm>
              <a:off x="1411200" y="1932500"/>
              <a:ext cx="12425" cy="12550"/>
            </a:xfrm>
            <a:custGeom>
              <a:avLst/>
              <a:gdLst/>
              <a:ahLst/>
              <a:cxnLst/>
              <a:rect l="l" t="t" r="r" b="b"/>
              <a:pathLst>
                <a:path w="497" h="502" extrusionOk="0">
                  <a:moveTo>
                    <a:pt x="245" y="1"/>
                  </a:moveTo>
                  <a:cubicBezTo>
                    <a:pt x="109" y="1"/>
                    <a:pt x="1" y="114"/>
                    <a:pt x="1" y="252"/>
                  </a:cubicBezTo>
                  <a:cubicBezTo>
                    <a:pt x="1" y="388"/>
                    <a:pt x="109" y="501"/>
                    <a:pt x="245" y="501"/>
                  </a:cubicBezTo>
                  <a:cubicBezTo>
                    <a:pt x="388" y="501"/>
                    <a:pt x="496" y="388"/>
                    <a:pt x="496" y="252"/>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 name="Google Shape;307;p2"/>
            <p:cNvSpPr/>
            <p:nvPr/>
          </p:nvSpPr>
          <p:spPr>
            <a:xfrm>
              <a:off x="1503000" y="1932500"/>
              <a:ext cx="12525" cy="12550"/>
            </a:xfrm>
            <a:custGeom>
              <a:avLst/>
              <a:gdLst/>
              <a:ahLst/>
              <a:cxnLst/>
              <a:rect l="l" t="t" r="r" b="b"/>
              <a:pathLst>
                <a:path w="501" h="502" extrusionOk="0">
                  <a:moveTo>
                    <a:pt x="250" y="1"/>
                  </a:moveTo>
                  <a:cubicBezTo>
                    <a:pt x="114" y="1"/>
                    <a:pt x="0" y="114"/>
                    <a:pt x="0" y="252"/>
                  </a:cubicBezTo>
                  <a:cubicBezTo>
                    <a:pt x="0" y="388"/>
                    <a:pt x="114" y="501"/>
                    <a:pt x="250" y="501"/>
                  </a:cubicBezTo>
                  <a:cubicBezTo>
                    <a:pt x="387" y="501"/>
                    <a:pt x="501" y="388"/>
                    <a:pt x="501" y="252"/>
                  </a:cubicBezTo>
                  <a:cubicBezTo>
                    <a:pt x="501" y="114"/>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308;p2"/>
            <p:cNvSpPr/>
            <p:nvPr/>
          </p:nvSpPr>
          <p:spPr>
            <a:xfrm>
              <a:off x="1594750" y="1932500"/>
              <a:ext cx="12575" cy="12550"/>
            </a:xfrm>
            <a:custGeom>
              <a:avLst/>
              <a:gdLst/>
              <a:ahLst/>
              <a:cxnLst/>
              <a:rect l="l" t="t" r="r" b="b"/>
              <a:pathLst>
                <a:path w="503" h="502" extrusionOk="0">
                  <a:moveTo>
                    <a:pt x="251" y="1"/>
                  </a:moveTo>
                  <a:cubicBezTo>
                    <a:pt x="115" y="1"/>
                    <a:pt x="0" y="114"/>
                    <a:pt x="0" y="252"/>
                  </a:cubicBezTo>
                  <a:cubicBezTo>
                    <a:pt x="0" y="388"/>
                    <a:pt x="115" y="501"/>
                    <a:pt x="251" y="501"/>
                  </a:cubicBezTo>
                  <a:cubicBezTo>
                    <a:pt x="394" y="501"/>
                    <a:pt x="503" y="388"/>
                    <a:pt x="503" y="252"/>
                  </a:cubicBezTo>
                  <a:cubicBezTo>
                    <a:pt x="503" y="114"/>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 name="Google Shape;309;p2"/>
            <p:cNvSpPr/>
            <p:nvPr/>
          </p:nvSpPr>
          <p:spPr>
            <a:xfrm>
              <a:off x="1686650" y="19325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310;p2"/>
            <p:cNvSpPr/>
            <p:nvPr/>
          </p:nvSpPr>
          <p:spPr>
            <a:xfrm>
              <a:off x="1778450" y="1932500"/>
              <a:ext cx="12550" cy="12550"/>
            </a:xfrm>
            <a:custGeom>
              <a:avLst/>
              <a:gdLst/>
              <a:ahLst/>
              <a:cxnLst/>
              <a:rect l="l" t="t" r="r" b="b"/>
              <a:pathLst>
                <a:path w="502" h="502" extrusionOk="0">
                  <a:moveTo>
                    <a:pt x="252" y="1"/>
                  </a:moveTo>
                  <a:cubicBezTo>
                    <a:pt x="114" y="1"/>
                    <a:pt x="1" y="114"/>
                    <a:pt x="1" y="252"/>
                  </a:cubicBezTo>
                  <a:cubicBezTo>
                    <a:pt x="1" y="388"/>
                    <a:pt x="114" y="501"/>
                    <a:pt x="252" y="501"/>
                  </a:cubicBezTo>
                  <a:cubicBezTo>
                    <a:pt x="388" y="501"/>
                    <a:pt x="501" y="388"/>
                    <a:pt x="501" y="252"/>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311;p2"/>
            <p:cNvSpPr/>
            <p:nvPr/>
          </p:nvSpPr>
          <p:spPr>
            <a:xfrm>
              <a:off x="1870375" y="1932500"/>
              <a:ext cx="12400" cy="12550"/>
            </a:xfrm>
            <a:custGeom>
              <a:avLst/>
              <a:gdLst/>
              <a:ahLst/>
              <a:cxnLst/>
              <a:rect l="l" t="t" r="r" b="b"/>
              <a:pathLst>
                <a:path w="496" h="502" extrusionOk="0">
                  <a:moveTo>
                    <a:pt x="252" y="1"/>
                  </a:moveTo>
                  <a:cubicBezTo>
                    <a:pt x="109" y="1"/>
                    <a:pt x="0" y="114"/>
                    <a:pt x="0" y="252"/>
                  </a:cubicBezTo>
                  <a:cubicBezTo>
                    <a:pt x="0" y="388"/>
                    <a:pt x="109" y="501"/>
                    <a:pt x="252" y="501"/>
                  </a:cubicBezTo>
                  <a:cubicBezTo>
                    <a:pt x="387" y="501"/>
                    <a:pt x="496" y="388"/>
                    <a:pt x="496" y="252"/>
                  </a:cubicBezTo>
                  <a:cubicBezTo>
                    <a:pt x="496"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2"/>
            <p:cNvSpPr/>
            <p:nvPr/>
          </p:nvSpPr>
          <p:spPr>
            <a:xfrm>
              <a:off x="1962150" y="1932500"/>
              <a:ext cx="12550" cy="12550"/>
            </a:xfrm>
            <a:custGeom>
              <a:avLst/>
              <a:gdLst/>
              <a:ahLst/>
              <a:cxnLst/>
              <a:rect l="l" t="t" r="r" b="b"/>
              <a:pathLst>
                <a:path w="502" h="502" extrusionOk="0">
                  <a:moveTo>
                    <a:pt x="250" y="1"/>
                  </a:moveTo>
                  <a:cubicBezTo>
                    <a:pt x="114" y="1"/>
                    <a:pt x="1" y="114"/>
                    <a:pt x="1" y="252"/>
                  </a:cubicBezTo>
                  <a:cubicBezTo>
                    <a:pt x="1" y="388"/>
                    <a:pt x="114" y="501"/>
                    <a:pt x="250" y="501"/>
                  </a:cubicBezTo>
                  <a:cubicBezTo>
                    <a:pt x="388" y="501"/>
                    <a:pt x="502" y="388"/>
                    <a:pt x="502" y="252"/>
                  </a:cubicBezTo>
                  <a:cubicBezTo>
                    <a:pt x="502"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313;p2"/>
            <p:cNvSpPr/>
            <p:nvPr/>
          </p:nvSpPr>
          <p:spPr>
            <a:xfrm>
              <a:off x="2054075" y="1932500"/>
              <a:ext cx="12425" cy="12550"/>
            </a:xfrm>
            <a:custGeom>
              <a:avLst/>
              <a:gdLst/>
              <a:ahLst/>
              <a:cxnLst/>
              <a:rect l="l" t="t" r="r" b="b"/>
              <a:pathLst>
                <a:path w="497" h="502" extrusionOk="0">
                  <a:moveTo>
                    <a:pt x="252" y="1"/>
                  </a:moveTo>
                  <a:cubicBezTo>
                    <a:pt x="109" y="1"/>
                    <a:pt x="1" y="114"/>
                    <a:pt x="1" y="252"/>
                  </a:cubicBezTo>
                  <a:cubicBezTo>
                    <a:pt x="1" y="388"/>
                    <a:pt x="109" y="501"/>
                    <a:pt x="252" y="501"/>
                  </a:cubicBezTo>
                  <a:cubicBezTo>
                    <a:pt x="388" y="501"/>
                    <a:pt x="496" y="388"/>
                    <a:pt x="496" y="252"/>
                  </a:cubicBezTo>
                  <a:cubicBezTo>
                    <a:pt x="496"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 name="Google Shape;314;p2"/>
            <p:cNvSpPr/>
            <p:nvPr/>
          </p:nvSpPr>
          <p:spPr>
            <a:xfrm>
              <a:off x="2145825" y="19325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 name="Google Shape;315;p2"/>
            <p:cNvSpPr/>
            <p:nvPr/>
          </p:nvSpPr>
          <p:spPr>
            <a:xfrm>
              <a:off x="2237800" y="1932500"/>
              <a:ext cx="12350" cy="12550"/>
            </a:xfrm>
            <a:custGeom>
              <a:avLst/>
              <a:gdLst/>
              <a:ahLst/>
              <a:cxnLst/>
              <a:rect l="l" t="t" r="r" b="b"/>
              <a:pathLst>
                <a:path w="494" h="502" extrusionOk="0">
                  <a:moveTo>
                    <a:pt x="244" y="1"/>
                  </a:moveTo>
                  <a:cubicBezTo>
                    <a:pt x="107" y="1"/>
                    <a:pt x="0" y="114"/>
                    <a:pt x="0" y="252"/>
                  </a:cubicBezTo>
                  <a:cubicBezTo>
                    <a:pt x="0" y="388"/>
                    <a:pt x="107" y="501"/>
                    <a:pt x="244" y="501"/>
                  </a:cubicBezTo>
                  <a:cubicBezTo>
                    <a:pt x="387" y="501"/>
                    <a:pt x="494" y="388"/>
                    <a:pt x="494" y="252"/>
                  </a:cubicBezTo>
                  <a:cubicBezTo>
                    <a:pt x="494" y="114"/>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 name="Google Shape;316;p2"/>
            <p:cNvSpPr/>
            <p:nvPr/>
          </p:nvSpPr>
          <p:spPr>
            <a:xfrm>
              <a:off x="2329550" y="1932500"/>
              <a:ext cx="12575" cy="12550"/>
            </a:xfrm>
            <a:custGeom>
              <a:avLst/>
              <a:gdLst/>
              <a:ahLst/>
              <a:cxnLst/>
              <a:rect l="l" t="t" r="r" b="b"/>
              <a:pathLst>
                <a:path w="503" h="502" extrusionOk="0">
                  <a:moveTo>
                    <a:pt x="251" y="1"/>
                  </a:moveTo>
                  <a:cubicBezTo>
                    <a:pt x="115" y="1"/>
                    <a:pt x="0" y="114"/>
                    <a:pt x="0" y="252"/>
                  </a:cubicBezTo>
                  <a:cubicBezTo>
                    <a:pt x="0" y="388"/>
                    <a:pt x="115" y="501"/>
                    <a:pt x="251" y="501"/>
                  </a:cubicBezTo>
                  <a:cubicBezTo>
                    <a:pt x="387" y="501"/>
                    <a:pt x="502" y="388"/>
                    <a:pt x="502" y="252"/>
                  </a:cubicBezTo>
                  <a:cubicBezTo>
                    <a:pt x="502"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 name="Google Shape;317;p2"/>
            <p:cNvSpPr/>
            <p:nvPr/>
          </p:nvSpPr>
          <p:spPr>
            <a:xfrm>
              <a:off x="2421325" y="1932500"/>
              <a:ext cx="12550" cy="12550"/>
            </a:xfrm>
            <a:custGeom>
              <a:avLst/>
              <a:gdLst/>
              <a:ahLst/>
              <a:cxnLst/>
              <a:rect l="l" t="t" r="r" b="b"/>
              <a:pathLst>
                <a:path w="502" h="502" extrusionOk="0">
                  <a:moveTo>
                    <a:pt x="250" y="1"/>
                  </a:moveTo>
                  <a:cubicBezTo>
                    <a:pt x="114" y="1"/>
                    <a:pt x="1" y="114"/>
                    <a:pt x="1" y="252"/>
                  </a:cubicBezTo>
                  <a:cubicBezTo>
                    <a:pt x="1" y="388"/>
                    <a:pt x="114" y="501"/>
                    <a:pt x="250" y="501"/>
                  </a:cubicBezTo>
                  <a:cubicBezTo>
                    <a:pt x="395" y="501"/>
                    <a:pt x="501" y="388"/>
                    <a:pt x="501" y="252"/>
                  </a:cubicBezTo>
                  <a:cubicBezTo>
                    <a:pt x="501" y="114"/>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318;p2"/>
            <p:cNvSpPr/>
            <p:nvPr/>
          </p:nvSpPr>
          <p:spPr>
            <a:xfrm>
              <a:off x="2513250" y="1932500"/>
              <a:ext cx="12575" cy="12550"/>
            </a:xfrm>
            <a:custGeom>
              <a:avLst/>
              <a:gdLst/>
              <a:ahLst/>
              <a:cxnLst/>
              <a:rect l="l" t="t" r="r" b="b"/>
              <a:pathLst>
                <a:path w="503" h="502" extrusionOk="0">
                  <a:moveTo>
                    <a:pt x="252" y="1"/>
                  </a:moveTo>
                  <a:cubicBezTo>
                    <a:pt x="109" y="1"/>
                    <a:pt x="0" y="114"/>
                    <a:pt x="0" y="252"/>
                  </a:cubicBezTo>
                  <a:cubicBezTo>
                    <a:pt x="0" y="388"/>
                    <a:pt x="109"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319;p2"/>
            <p:cNvSpPr/>
            <p:nvPr/>
          </p:nvSpPr>
          <p:spPr>
            <a:xfrm>
              <a:off x="2605000" y="1932500"/>
              <a:ext cx="12575" cy="12550"/>
            </a:xfrm>
            <a:custGeom>
              <a:avLst/>
              <a:gdLst/>
              <a:ahLst/>
              <a:cxnLst/>
              <a:rect l="l" t="t" r="r" b="b"/>
              <a:pathLst>
                <a:path w="503" h="502" extrusionOk="0">
                  <a:moveTo>
                    <a:pt x="252" y="1"/>
                  </a:moveTo>
                  <a:cubicBezTo>
                    <a:pt x="116" y="1"/>
                    <a:pt x="0" y="114"/>
                    <a:pt x="0" y="252"/>
                  </a:cubicBezTo>
                  <a:cubicBezTo>
                    <a:pt x="0" y="388"/>
                    <a:pt x="116" y="501"/>
                    <a:pt x="252" y="501"/>
                  </a:cubicBezTo>
                  <a:cubicBezTo>
                    <a:pt x="387" y="501"/>
                    <a:pt x="503" y="388"/>
                    <a:pt x="503" y="252"/>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320;p2"/>
            <p:cNvSpPr/>
            <p:nvPr/>
          </p:nvSpPr>
          <p:spPr>
            <a:xfrm>
              <a:off x="2696950" y="1932500"/>
              <a:ext cx="12375" cy="12550"/>
            </a:xfrm>
            <a:custGeom>
              <a:avLst/>
              <a:gdLst/>
              <a:ahLst/>
              <a:cxnLst/>
              <a:rect l="l" t="t" r="r" b="b"/>
              <a:pathLst>
                <a:path w="495" h="502" extrusionOk="0">
                  <a:moveTo>
                    <a:pt x="252" y="1"/>
                  </a:moveTo>
                  <a:cubicBezTo>
                    <a:pt x="108" y="1"/>
                    <a:pt x="1" y="114"/>
                    <a:pt x="1" y="252"/>
                  </a:cubicBezTo>
                  <a:cubicBezTo>
                    <a:pt x="1" y="388"/>
                    <a:pt x="108" y="501"/>
                    <a:pt x="252" y="501"/>
                  </a:cubicBezTo>
                  <a:cubicBezTo>
                    <a:pt x="388" y="501"/>
                    <a:pt x="495" y="388"/>
                    <a:pt x="495" y="252"/>
                  </a:cubicBezTo>
                  <a:cubicBezTo>
                    <a:pt x="495"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321;p2"/>
            <p:cNvSpPr/>
            <p:nvPr/>
          </p:nvSpPr>
          <p:spPr>
            <a:xfrm>
              <a:off x="2788700" y="19325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 name="Google Shape;322;p2"/>
            <p:cNvSpPr/>
            <p:nvPr/>
          </p:nvSpPr>
          <p:spPr>
            <a:xfrm>
              <a:off x="2880675" y="1932500"/>
              <a:ext cx="12375" cy="12550"/>
            </a:xfrm>
            <a:custGeom>
              <a:avLst/>
              <a:gdLst/>
              <a:ahLst/>
              <a:cxnLst/>
              <a:rect l="l" t="t" r="r" b="b"/>
              <a:pathLst>
                <a:path w="495" h="502" extrusionOk="0">
                  <a:moveTo>
                    <a:pt x="243" y="1"/>
                  </a:moveTo>
                  <a:cubicBezTo>
                    <a:pt x="107" y="1"/>
                    <a:pt x="0" y="114"/>
                    <a:pt x="0" y="252"/>
                  </a:cubicBezTo>
                  <a:cubicBezTo>
                    <a:pt x="0" y="388"/>
                    <a:pt x="107" y="501"/>
                    <a:pt x="243" y="501"/>
                  </a:cubicBezTo>
                  <a:cubicBezTo>
                    <a:pt x="387" y="501"/>
                    <a:pt x="494" y="388"/>
                    <a:pt x="494" y="252"/>
                  </a:cubicBezTo>
                  <a:cubicBezTo>
                    <a:pt x="494" y="114"/>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 name="Google Shape;323;p2"/>
            <p:cNvSpPr/>
            <p:nvPr/>
          </p:nvSpPr>
          <p:spPr>
            <a:xfrm>
              <a:off x="2972425" y="1932500"/>
              <a:ext cx="12575" cy="12550"/>
            </a:xfrm>
            <a:custGeom>
              <a:avLst/>
              <a:gdLst/>
              <a:ahLst/>
              <a:cxnLst/>
              <a:rect l="l" t="t" r="r" b="b"/>
              <a:pathLst>
                <a:path w="503" h="502" extrusionOk="0">
                  <a:moveTo>
                    <a:pt x="251" y="1"/>
                  </a:moveTo>
                  <a:cubicBezTo>
                    <a:pt x="115" y="1"/>
                    <a:pt x="0" y="114"/>
                    <a:pt x="0" y="252"/>
                  </a:cubicBezTo>
                  <a:cubicBezTo>
                    <a:pt x="0" y="388"/>
                    <a:pt x="115" y="501"/>
                    <a:pt x="251" y="501"/>
                  </a:cubicBezTo>
                  <a:cubicBezTo>
                    <a:pt x="387" y="501"/>
                    <a:pt x="503" y="388"/>
                    <a:pt x="503" y="252"/>
                  </a:cubicBezTo>
                  <a:cubicBezTo>
                    <a:pt x="503"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 name="Google Shape;324;p2"/>
            <p:cNvSpPr/>
            <p:nvPr/>
          </p:nvSpPr>
          <p:spPr>
            <a:xfrm>
              <a:off x="3064375" y="1932500"/>
              <a:ext cx="12375" cy="12550"/>
            </a:xfrm>
            <a:custGeom>
              <a:avLst/>
              <a:gdLst/>
              <a:ahLst/>
              <a:cxnLst/>
              <a:rect l="l" t="t" r="r" b="b"/>
              <a:pathLst>
                <a:path w="495" h="502" extrusionOk="0">
                  <a:moveTo>
                    <a:pt x="243" y="1"/>
                  </a:moveTo>
                  <a:cubicBezTo>
                    <a:pt x="107" y="1"/>
                    <a:pt x="1" y="114"/>
                    <a:pt x="1" y="252"/>
                  </a:cubicBezTo>
                  <a:cubicBezTo>
                    <a:pt x="1" y="388"/>
                    <a:pt x="107" y="501"/>
                    <a:pt x="243" y="501"/>
                  </a:cubicBezTo>
                  <a:cubicBezTo>
                    <a:pt x="388" y="501"/>
                    <a:pt x="495" y="388"/>
                    <a:pt x="495" y="252"/>
                  </a:cubicBezTo>
                  <a:cubicBezTo>
                    <a:pt x="495" y="114"/>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 name="Google Shape;325;p2"/>
            <p:cNvSpPr/>
            <p:nvPr/>
          </p:nvSpPr>
          <p:spPr>
            <a:xfrm>
              <a:off x="3156125" y="19325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 name="Google Shape;326;p2"/>
            <p:cNvSpPr/>
            <p:nvPr/>
          </p:nvSpPr>
          <p:spPr>
            <a:xfrm>
              <a:off x="3247875" y="1932500"/>
              <a:ext cx="12575" cy="12550"/>
            </a:xfrm>
            <a:custGeom>
              <a:avLst/>
              <a:gdLst/>
              <a:ahLst/>
              <a:cxnLst/>
              <a:rect l="l" t="t" r="r" b="b"/>
              <a:pathLst>
                <a:path w="503"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327;p2"/>
            <p:cNvSpPr/>
            <p:nvPr/>
          </p:nvSpPr>
          <p:spPr>
            <a:xfrm>
              <a:off x="3339850" y="1932500"/>
              <a:ext cx="12525" cy="12550"/>
            </a:xfrm>
            <a:custGeom>
              <a:avLst/>
              <a:gdLst/>
              <a:ahLst/>
              <a:cxnLst/>
              <a:rect l="l" t="t" r="r" b="b"/>
              <a:pathLst>
                <a:path w="501" h="502" extrusionOk="0">
                  <a:moveTo>
                    <a:pt x="251" y="1"/>
                  </a:moveTo>
                  <a:cubicBezTo>
                    <a:pt x="107" y="1"/>
                    <a:pt x="0" y="114"/>
                    <a:pt x="0" y="252"/>
                  </a:cubicBezTo>
                  <a:cubicBezTo>
                    <a:pt x="0" y="388"/>
                    <a:pt x="107" y="501"/>
                    <a:pt x="251" y="501"/>
                  </a:cubicBezTo>
                  <a:cubicBezTo>
                    <a:pt x="387" y="501"/>
                    <a:pt x="501" y="388"/>
                    <a:pt x="501" y="252"/>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328;p2"/>
            <p:cNvSpPr/>
            <p:nvPr/>
          </p:nvSpPr>
          <p:spPr>
            <a:xfrm>
              <a:off x="3431575" y="19325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329;p2"/>
            <p:cNvSpPr/>
            <p:nvPr/>
          </p:nvSpPr>
          <p:spPr>
            <a:xfrm>
              <a:off x="3523550" y="1932500"/>
              <a:ext cx="12375" cy="12550"/>
            </a:xfrm>
            <a:custGeom>
              <a:avLst/>
              <a:gdLst/>
              <a:ahLst/>
              <a:cxnLst/>
              <a:rect l="l" t="t" r="r" b="b"/>
              <a:pathLst>
                <a:path w="495" h="502" extrusionOk="0">
                  <a:moveTo>
                    <a:pt x="250" y="1"/>
                  </a:moveTo>
                  <a:cubicBezTo>
                    <a:pt x="107" y="1"/>
                    <a:pt x="0" y="114"/>
                    <a:pt x="0" y="252"/>
                  </a:cubicBezTo>
                  <a:cubicBezTo>
                    <a:pt x="0" y="388"/>
                    <a:pt x="107" y="501"/>
                    <a:pt x="250" y="501"/>
                  </a:cubicBezTo>
                  <a:cubicBezTo>
                    <a:pt x="388" y="501"/>
                    <a:pt x="494" y="388"/>
                    <a:pt x="494" y="252"/>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330;p2"/>
            <p:cNvSpPr/>
            <p:nvPr/>
          </p:nvSpPr>
          <p:spPr>
            <a:xfrm>
              <a:off x="676400" y="20244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331;p2"/>
            <p:cNvSpPr/>
            <p:nvPr/>
          </p:nvSpPr>
          <p:spPr>
            <a:xfrm>
              <a:off x="768325" y="2024425"/>
              <a:ext cx="12400" cy="12400"/>
            </a:xfrm>
            <a:custGeom>
              <a:avLst/>
              <a:gdLst/>
              <a:ahLst/>
              <a:cxnLst/>
              <a:rect l="l" t="t" r="r" b="b"/>
              <a:pathLst>
                <a:path w="496" h="496" extrusionOk="0">
                  <a:moveTo>
                    <a:pt x="245" y="0"/>
                  </a:moveTo>
                  <a:cubicBezTo>
                    <a:pt x="109" y="0"/>
                    <a:pt x="0" y="109"/>
                    <a:pt x="0" y="245"/>
                  </a:cubicBezTo>
                  <a:cubicBezTo>
                    <a:pt x="0" y="388"/>
                    <a:pt x="109" y="496"/>
                    <a:pt x="245" y="496"/>
                  </a:cubicBezTo>
                  <a:cubicBezTo>
                    <a:pt x="388" y="496"/>
                    <a:pt x="496" y="388"/>
                    <a:pt x="496" y="245"/>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 name="Google Shape;332;p2"/>
            <p:cNvSpPr/>
            <p:nvPr/>
          </p:nvSpPr>
          <p:spPr>
            <a:xfrm>
              <a:off x="860125" y="2024425"/>
              <a:ext cx="12525" cy="12400"/>
            </a:xfrm>
            <a:custGeom>
              <a:avLst/>
              <a:gdLst/>
              <a:ahLst/>
              <a:cxnLst/>
              <a:rect l="l" t="t" r="r" b="b"/>
              <a:pathLst>
                <a:path w="501" h="496" extrusionOk="0">
                  <a:moveTo>
                    <a:pt x="251" y="0"/>
                  </a:moveTo>
                  <a:cubicBezTo>
                    <a:pt x="114" y="0"/>
                    <a:pt x="0" y="109"/>
                    <a:pt x="0" y="245"/>
                  </a:cubicBezTo>
                  <a:cubicBezTo>
                    <a:pt x="0" y="388"/>
                    <a:pt x="114" y="496"/>
                    <a:pt x="251" y="496"/>
                  </a:cubicBezTo>
                  <a:cubicBezTo>
                    <a:pt x="387" y="496"/>
                    <a:pt x="501" y="388"/>
                    <a:pt x="501" y="245"/>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 name="Google Shape;333;p2"/>
            <p:cNvSpPr/>
            <p:nvPr/>
          </p:nvSpPr>
          <p:spPr>
            <a:xfrm>
              <a:off x="951850" y="20244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 name="Google Shape;334;p2"/>
            <p:cNvSpPr/>
            <p:nvPr/>
          </p:nvSpPr>
          <p:spPr>
            <a:xfrm>
              <a:off x="1043825" y="2024425"/>
              <a:ext cx="12375" cy="12400"/>
            </a:xfrm>
            <a:custGeom>
              <a:avLst/>
              <a:gdLst/>
              <a:ahLst/>
              <a:cxnLst/>
              <a:rect l="l" t="t" r="r" b="b"/>
              <a:pathLst>
                <a:path w="495" h="496" extrusionOk="0">
                  <a:moveTo>
                    <a:pt x="250" y="0"/>
                  </a:moveTo>
                  <a:cubicBezTo>
                    <a:pt x="107" y="0"/>
                    <a:pt x="0" y="109"/>
                    <a:pt x="0" y="245"/>
                  </a:cubicBezTo>
                  <a:cubicBezTo>
                    <a:pt x="0" y="388"/>
                    <a:pt x="107" y="496"/>
                    <a:pt x="250" y="496"/>
                  </a:cubicBezTo>
                  <a:cubicBezTo>
                    <a:pt x="388" y="496"/>
                    <a:pt x="494" y="388"/>
                    <a:pt x="494" y="245"/>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335;p2"/>
            <p:cNvSpPr/>
            <p:nvPr/>
          </p:nvSpPr>
          <p:spPr>
            <a:xfrm>
              <a:off x="1135575" y="2024425"/>
              <a:ext cx="12575" cy="12400"/>
            </a:xfrm>
            <a:custGeom>
              <a:avLst/>
              <a:gdLst/>
              <a:ahLst/>
              <a:cxnLst/>
              <a:rect l="l" t="t" r="r" b="b"/>
              <a:pathLst>
                <a:path w="503" h="496" extrusionOk="0">
                  <a:moveTo>
                    <a:pt x="252" y="0"/>
                  </a:moveTo>
                  <a:cubicBezTo>
                    <a:pt x="116" y="0"/>
                    <a:pt x="0" y="109"/>
                    <a:pt x="0" y="245"/>
                  </a:cubicBezTo>
                  <a:cubicBezTo>
                    <a:pt x="0" y="388"/>
                    <a:pt x="116" y="496"/>
                    <a:pt x="252" y="496"/>
                  </a:cubicBezTo>
                  <a:cubicBezTo>
                    <a:pt x="387" y="496"/>
                    <a:pt x="503" y="388"/>
                    <a:pt x="503" y="245"/>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336;p2"/>
            <p:cNvSpPr/>
            <p:nvPr/>
          </p:nvSpPr>
          <p:spPr>
            <a:xfrm>
              <a:off x="1227500" y="2024425"/>
              <a:ext cx="12400" cy="12400"/>
            </a:xfrm>
            <a:custGeom>
              <a:avLst/>
              <a:gdLst/>
              <a:ahLst/>
              <a:cxnLst/>
              <a:rect l="l" t="t" r="r" b="b"/>
              <a:pathLst>
                <a:path w="496" h="496" extrusionOk="0">
                  <a:moveTo>
                    <a:pt x="251" y="0"/>
                  </a:moveTo>
                  <a:cubicBezTo>
                    <a:pt x="109" y="0"/>
                    <a:pt x="0" y="109"/>
                    <a:pt x="0" y="245"/>
                  </a:cubicBezTo>
                  <a:cubicBezTo>
                    <a:pt x="0" y="388"/>
                    <a:pt x="109" y="496"/>
                    <a:pt x="251" y="496"/>
                  </a:cubicBezTo>
                  <a:cubicBezTo>
                    <a:pt x="387" y="496"/>
                    <a:pt x="496" y="388"/>
                    <a:pt x="496" y="245"/>
                  </a:cubicBezTo>
                  <a:cubicBezTo>
                    <a:pt x="496"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 name="Google Shape;337;p2"/>
            <p:cNvSpPr/>
            <p:nvPr/>
          </p:nvSpPr>
          <p:spPr>
            <a:xfrm>
              <a:off x="1319275" y="2024425"/>
              <a:ext cx="12550" cy="12400"/>
            </a:xfrm>
            <a:custGeom>
              <a:avLst/>
              <a:gdLst/>
              <a:ahLst/>
              <a:cxnLst/>
              <a:rect l="l" t="t" r="r" b="b"/>
              <a:pathLst>
                <a:path w="502" h="496" extrusionOk="0">
                  <a:moveTo>
                    <a:pt x="252" y="0"/>
                  </a:moveTo>
                  <a:cubicBezTo>
                    <a:pt x="114" y="0"/>
                    <a:pt x="1" y="109"/>
                    <a:pt x="1" y="245"/>
                  </a:cubicBezTo>
                  <a:cubicBezTo>
                    <a:pt x="1" y="388"/>
                    <a:pt x="114" y="496"/>
                    <a:pt x="252" y="496"/>
                  </a:cubicBezTo>
                  <a:cubicBezTo>
                    <a:pt x="388" y="496"/>
                    <a:pt x="501" y="388"/>
                    <a:pt x="501" y="245"/>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 name="Google Shape;338;p2"/>
            <p:cNvSpPr/>
            <p:nvPr/>
          </p:nvSpPr>
          <p:spPr>
            <a:xfrm>
              <a:off x="1411200" y="2024425"/>
              <a:ext cx="12425" cy="12400"/>
            </a:xfrm>
            <a:custGeom>
              <a:avLst/>
              <a:gdLst/>
              <a:ahLst/>
              <a:cxnLst/>
              <a:rect l="l" t="t" r="r" b="b"/>
              <a:pathLst>
                <a:path w="497" h="496" extrusionOk="0">
                  <a:moveTo>
                    <a:pt x="245" y="0"/>
                  </a:moveTo>
                  <a:cubicBezTo>
                    <a:pt x="109" y="0"/>
                    <a:pt x="1" y="109"/>
                    <a:pt x="1" y="245"/>
                  </a:cubicBezTo>
                  <a:cubicBezTo>
                    <a:pt x="1" y="388"/>
                    <a:pt x="109" y="496"/>
                    <a:pt x="245" y="496"/>
                  </a:cubicBezTo>
                  <a:cubicBezTo>
                    <a:pt x="388" y="496"/>
                    <a:pt x="496" y="388"/>
                    <a:pt x="496" y="245"/>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339;p2"/>
            <p:cNvSpPr/>
            <p:nvPr/>
          </p:nvSpPr>
          <p:spPr>
            <a:xfrm>
              <a:off x="1503000" y="2024425"/>
              <a:ext cx="12525" cy="12400"/>
            </a:xfrm>
            <a:custGeom>
              <a:avLst/>
              <a:gdLst/>
              <a:ahLst/>
              <a:cxnLst/>
              <a:rect l="l" t="t" r="r" b="b"/>
              <a:pathLst>
                <a:path w="501" h="496" extrusionOk="0">
                  <a:moveTo>
                    <a:pt x="250" y="0"/>
                  </a:moveTo>
                  <a:cubicBezTo>
                    <a:pt x="114" y="0"/>
                    <a:pt x="0" y="109"/>
                    <a:pt x="0" y="245"/>
                  </a:cubicBezTo>
                  <a:cubicBezTo>
                    <a:pt x="0" y="388"/>
                    <a:pt x="114" y="496"/>
                    <a:pt x="250" y="496"/>
                  </a:cubicBezTo>
                  <a:cubicBezTo>
                    <a:pt x="387" y="496"/>
                    <a:pt x="501" y="388"/>
                    <a:pt x="501" y="245"/>
                  </a:cubicBezTo>
                  <a:cubicBezTo>
                    <a:pt x="501" y="109"/>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 name="Google Shape;340;p2"/>
            <p:cNvSpPr/>
            <p:nvPr/>
          </p:nvSpPr>
          <p:spPr>
            <a:xfrm>
              <a:off x="1594750" y="2024425"/>
              <a:ext cx="12575" cy="12400"/>
            </a:xfrm>
            <a:custGeom>
              <a:avLst/>
              <a:gdLst/>
              <a:ahLst/>
              <a:cxnLst/>
              <a:rect l="l" t="t" r="r" b="b"/>
              <a:pathLst>
                <a:path w="503" h="496" extrusionOk="0">
                  <a:moveTo>
                    <a:pt x="251" y="0"/>
                  </a:moveTo>
                  <a:cubicBezTo>
                    <a:pt x="115" y="0"/>
                    <a:pt x="0" y="109"/>
                    <a:pt x="0" y="245"/>
                  </a:cubicBezTo>
                  <a:cubicBezTo>
                    <a:pt x="0" y="388"/>
                    <a:pt x="115" y="496"/>
                    <a:pt x="251" y="496"/>
                  </a:cubicBezTo>
                  <a:cubicBezTo>
                    <a:pt x="394" y="496"/>
                    <a:pt x="503" y="388"/>
                    <a:pt x="503" y="245"/>
                  </a:cubicBezTo>
                  <a:cubicBezTo>
                    <a:pt x="503" y="109"/>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341;p2"/>
            <p:cNvSpPr/>
            <p:nvPr/>
          </p:nvSpPr>
          <p:spPr>
            <a:xfrm>
              <a:off x="1686650" y="20244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342;p2"/>
            <p:cNvSpPr/>
            <p:nvPr/>
          </p:nvSpPr>
          <p:spPr>
            <a:xfrm>
              <a:off x="1778450" y="2024425"/>
              <a:ext cx="12550" cy="12400"/>
            </a:xfrm>
            <a:custGeom>
              <a:avLst/>
              <a:gdLst/>
              <a:ahLst/>
              <a:cxnLst/>
              <a:rect l="l" t="t" r="r" b="b"/>
              <a:pathLst>
                <a:path w="502" h="496" extrusionOk="0">
                  <a:moveTo>
                    <a:pt x="252" y="0"/>
                  </a:moveTo>
                  <a:cubicBezTo>
                    <a:pt x="114" y="0"/>
                    <a:pt x="1" y="109"/>
                    <a:pt x="1" y="245"/>
                  </a:cubicBezTo>
                  <a:cubicBezTo>
                    <a:pt x="1" y="388"/>
                    <a:pt x="114" y="496"/>
                    <a:pt x="252" y="496"/>
                  </a:cubicBezTo>
                  <a:cubicBezTo>
                    <a:pt x="388" y="496"/>
                    <a:pt x="501" y="388"/>
                    <a:pt x="501" y="245"/>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343;p2"/>
            <p:cNvSpPr/>
            <p:nvPr/>
          </p:nvSpPr>
          <p:spPr>
            <a:xfrm>
              <a:off x="1870375" y="2024425"/>
              <a:ext cx="12400" cy="12400"/>
            </a:xfrm>
            <a:custGeom>
              <a:avLst/>
              <a:gdLst/>
              <a:ahLst/>
              <a:cxnLst/>
              <a:rect l="l" t="t" r="r" b="b"/>
              <a:pathLst>
                <a:path w="496" h="496" extrusionOk="0">
                  <a:moveTo>
                    <a:pt x="252" y="0"/>
                  </a:moveTo>
                  <a:cubicBezTo>
                    <a:pt x="109" y="0"/>
                    <a:pt x="0" y="109"/>
                    <a:pt x="0" y="245"/>
                  </a:cubicBezTo>
                  <a:cubicBezTo>
                    <a:pt x="0" y="388"/>
                    <a:pt x="109" y="496"/>
                    <a:pt x="252" y="496"/>
                  </a:cubicBezTo>
                  <a:cubicBezTo>
                    <a:pt x="387" y="496"/>
                    <a:pt x="496" y="388"/>
                    <a:pt x="496" y="245"/>
                  </a:cubicBezTo>
                  <a:cubicBezTo>
                    <a:pt x="496"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344;p2"/>
            <p:cNvSpPr/>
            <p:nvPr/>
          </p:nvSpPr>
          <p:spPr>
            <a:xfrm>
              <a:off x="1962150" y="2024425"/>
              <a:ext cx="12550" cy="12400"/>
            </a:xfrm>
            <a:custGeom>
              <a:avLst/>
              <a:gdLst/>
              <a:ahLst/>
              <a:cxnLst/>
              <a:rect l="l" t="t" r="r" b="b"/>
              <a:pathLst>
                <a:path w="502" h="496" extrusionOk="0">
                  <a:moveTo>
                    <a:pt x="250" y="0"/>
                  </a:moveTo>
                  <a:cubicBezTo>
                    <a:pt x="114" y="0"/>
                    <a:pt x="1" y="109"/>
                    <a:pt x="1" y="245"/>
                  </a:cubicBezTo>
                  <a:cubicBezTo>
                    <a:pt x="1" y="388"/>
                    <a:pt x="114" y="496"/>
                    <a:pt x="250" y="496"/>
                  </a:cubicBezTo>
                  <a:cubicBezTo>
                    <a:pt x="388" y="496"/>
                    <a:pt x="502" y="388"/>
                    <a:pt x="502" y="245"/>
                  </a:cubicBezTo>
                  <a:cubicBezTo>
                    <a:pt x="502"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345;p2"/>
            <p:cNvSpPr/>
            <p:nvPr/>
          </p:nvSpPr>
          <p:spPr>
            <a:xfrm>
              <a:off x="2054075" y="2024425"/>
              <a:ext cx="12425" cy="12400"/>
            </a:xfrm>
            <a:custGeom>
              <a:avLst/>
              <a:gdLst/>
              <a:ahLst/>
              <a:cxnLst/>
              <a:rect l="l" t="t" r="r" b="b"/>
              <a:pathLst>
                <a:path w="497" h="496" extrusionOk="0">
                  <a:moveTo>
                    <a:pt x="252" y="0"/>
                  </a:moveTo>
                  <a:cubicBezTo>
                    <a:pt x="109" y="0"/>
                    <a:pt x="1" y="109"/>
                    <a:pt x="1" y="245"/>
                  </a:cubicBezTo>
                  <a:cubicBezTo>
                    <a:pt x="1" y="388"/>
                    <a:pt x="109" y="496"/>
                    <a:pt x="252" y="496"/>
                  </a:cubicBezTo>
                  <a:cubicBezTo>
                    <a:pt x="388" y="496"/>
                    <a:pt x="496" y="388"/>
                    <a:pt x="496" y="245"/>
                  </a:cubicBezTo>
                  <a:cubicBezTo>
                    <a:pt x="496"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346;p2"/>
            <p:cNvSpPr/>
            <p:nvPr/>
          </p:nvSpPr>
          <p:spPr>
            <a:xfrm>
              <a:off x="2145825" y="20244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347;p2"/>
            <p:cNvSpPr/>
            <p:nvPr/>
          </p:nvSpPr>
          <p:spPr>
            <a:xfrm>
              <a:off x="2237800" y="2024425"/>
              <a:ext cx="12350" cy="12400"/>
            </a:xfrm>
            <a:custGeom>
              <a:avLst/>
              <a:gdLst/>
              <a:ahLst/>
              <a:cxnLst/>
              <a:rect l="l" t="t" r="r" b="b"/>
              <a:pathLst>
                <a:path w="494" h="496" extrusionOk="0">
                  <a:moveTo>
                    <a:pt x="244" y="0"/>
                  </a:moveTo>
                  <a:cubicBezTo>
                    <a:pt x="107" y="0"/>
                    <a:pt x="0" y="109"/>
                    <a:pt x="0" y="245"/>
                  </a:cubicBezTo>
                  <a:cubicBezTo>
                    <a:pt x="0" y="388"/>
                    <a:pt x="107" y="496"/>
                    <a:pt x="244" y="496"/>
                  </a:cubicBezTo>
                  <a:cubicBezTo>
                    <a:pt x="387" y="496"/>
                    <a:pt x="494" y="388"/>
                    <a:pt x="494" y="245"/>
                  </a:cubicBezTo>
                  <a:cubicBezTo>
                    <a:pt x="494" y="109"/>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348;p2"/>
            <p:cNvSpPr/>
            <p:nvPr/>
          </p:nvSpPr>
          <p:spPr>
            <a:xfrm>
              <a:off x="2329550" y="2024425"/>
              <a:ext cx="12575" cy="12400"/>
            </a:xfrm>
            <a:custGeom>
              <a:avLst/>
              <a:gdLst/>
              <a:ahLst/>
              <a:cxnLst/>
              <a:rect l="l" t="t" r="r" b="b"/>
              <a:pathLst>
                <a:path w="503" h="496" extrusionOk="0">
                  <a:moveTo>
                    <a:pt x="251" y="0"/>
                  </a:moveTo>
                  <a:cubicBezTo>
                    <a:pt x="115" y="0"/>
                    <a:pt x="0" y="109"/>
                    <a:pt x="0" y="245"/>
                  </a:cubicBezTo>
                  <a:cubicBezTo>
                    <a:pt x="0" y="388"/>
                    <a:pt x="115" y="496"/>
                    <a:pt x="251" y="496"/>
                  </a:cubicBezTo>
                  <a:cubicBezTo>
                    <a:pt x="387" y="496"/>
                    <a:pt x="502" y="388"/>
                    <a:pt x="502" y="245"/>
                  </a:cubicBezTo>
                  <a:cubicBezTo>
                    <a:pt x="502"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349;p2"/>
            <p:cNvSpPr/>
            <p:nvPr/>
          </p:nvSpPr>
          <p:spPr>
            <a:xfrm>
              <a:off x="2421325" y="2024425"/>
              <a:ext cx="12550" cy="12400"/>
            </a:xfrm>
            <a:custGeom>
              <a:avLst/>
              <a:gdLst/>
              <a:ahLst/>
              <a:cxnLst/>
              <a:rect l="l" t="t" r="r" b="b"/>
              <a:pathLst>
                <a:path w="502" h="496" extrusionOk="0">
                  <a:moveTo>
                    <a:pt x="250" y="0"/>
                  </a:moveTo>
                  <a:cubicBezTo>
                    <a:pt x="114" y="0"/>
                    <a:pt x="1" y="109"/>
                    <a:pt x="1" y="245"/>
                  </a:cubicBezTo>
                  <a:cubicBezTo>
                    <a:pt x="1" y="388"/>
                    <a:pt x="114" y="496"/>
                    <a:pt x="250" y="496"/>
                  </a:cubicBezTo>
                  <a:cubicBezTo>
                    <a:pt x="395" y="496"/>
                    <a:pt x="501" y="388"/>
                    <a:pt x="501" y="245"/>
                  </a:cubicBezTo>
                  <a:cubicBezTo>
                    <a:pt x="501" y="109"/>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350;p2"/>
            <p:cNvSpPr/>
            <p:nvPr/>
          </p:nvSpPr>
          <p:spPr>
            <a:xfrm>
              <a:off x="2513250" y="2024425"/>
              <a:ext cx="12575" cy="12400"/>
            </a:xfrm>
            <a:custGeom>
              <a:avLst/>
              <a:gdLst/>
              <a:ahLst/>
              <a:cxnLst/>
              <a:rect l="l" t="t" r="r" b="b"/>
              <a:pathLst>
                <a:path w="503" h="496" extrusionOk="0">
                  <a:moveTo>
                    <a:pt x="252" y="0"/>
                  </a:moveTo>
                  <a:cubicBezTo>
                    <a:pt x="109" y="0"/>
                    <a:pt x="0" y="109"/>
                    <a:pt x="0" y="245"/>
                  </a:cubicBezTo>
                  <a:cubicBezTo>
                    <a:pt x="0" y="388"/>
                    <a:pt x="109"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351;p2"/>
            <p:cNvSpPr/>
            <p:nvPr/>
          </p:nvSpPr>
          <p:spPr>
            <a:xfrm>
              <a:off x="2605000" y="2024425"/>
              <a:ext cx="12575" cy="12400"/>
            </a:xfrm>
            <a:custGeom>
              <a:avLst/>
              <a:gdLst/>
              <a:ahLst/>
              <a:cxnLst/>
              <a:rect l="l" t="t" r="r" b="b"/>
              <a:pathLst>
                <a:path w="503" h="496" extrusionOk="0">
                  <a:moveTo>
                    <a:pt x="252" y="0"/>
                  </a:moveTo>
                  <a:cubicBezTo>
                    <a:pt x="116" y="0"/>
                    <a:pt x="0" y="109"/>
                    <a:pt x="0" y="245"/>
                  </a:cubicBezTo>
                  <a:cubicBezTo>
                    <a:pt x="0" y="388"/>
                    <a:pt x="116" y="496"/>
                    <a:pt x="252" y="496"/>
                  </a:cubicBezTo>
                  <a:cubicBezTo>
                    <a:pt x="387" y="496"/>
                    <a:pt x="503" y="388"/>
                    <a:pt x="503" y="245"/>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352;p2"/>
            <p:cNvSpPr/>
            <p:nvPr/>
          </p:nvSpPr>
          <p:spPr>
            <a:xfrm>
              <a:off x="2696950" y="2024425"/>
              <a:ext cx="12375" cy="12400"/>
            </a:xfrm>
            <a:custGeom>
              <a:avLst/>
              <a:gdLst/>
              <a:ahLst/>
              <a:cxnLst/>
              <a:rect l="l" t="t" r="r" b="b"/>
              <a:pathLst>
                <a:path w="495" h="496" extrusionOk="0">
                  <a:moveTo>
                    <a:pt x="252" y="0"/>
                  </a:moveTo>
                  <a:cubicBezTo>
                    <a:pt x="108" y="0"/>
                    <a:pt x="1" y="109"/>
                    <a:pt x="1" y="245"/>
                  </a:cubicBezTo>
                  <a:cubicBezTo>
                    <a:pt x="1" y="388"/>
                    <a:pt x="108" y="496"/>
                    <a:pt x="252" y="496"/>
                  </a:cubicBezTo>
                  <a:cubicBezTo>
                    <a:pt x="388" y="496"/>
                    <a:pt x="495" y="388"/>
                    <a:pt x="495" y="245"/>
                  </a:cubicBezTo>
                  <a:cubicBezTo>
                    <a:pt x="495"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 name="Google Shape;353;p2"/>
            <p:cNvSpPr/>
            <p:nvPr/>
          </p:nvSpPr>
          <p:spPr>
            <a:xfrm>
              <a:off x="2788700" y="20244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354;p2"/>
            <p:cNvSpPr/>
            <p:nvPr/>
          </p:nvSpPr>
          <p:spPr>
            <a:xfrm>
              <a:off x="2880675" y="2024425"/>
              <a:ext cx="12375" cy="12400"/>
            </a:xfrm>
            <a:custGeom>
              <a:avLst/>
              <a:gdLst/>
              <a:ahLst/>
              <a:cxnLst/>
              <a:rect l="l" t="t" r="r" b="b"/>
              <a:pathLst>
                <a:path w="495" h="496" extrusionOk="0">
                  <a:moveTo>
                    <a:pt x="243" y="0"/>
                  </a:moveTo>
                  <a:cubicBezTo>
                    <a:pt x="107" y="0"/>
                    <a:pt x="0" y="109"/>
                    <a:pt x="0" y="245"/>
                  </a:cubicBezTo>
                  <a:cubicBezTo>
                    <a:pt x="0" y="388"/>
                    <a:pt x="107" y="496"/>
                    <a:pt x="243" y="496"/>
                  </a:cubicBezTo>
                  <a:cubicBezTo>
                    <a:pt x="387" y="496"/>
                    <a:pt x="494" y="388"/>
                    <a:pt x="494" y="245"/>
                  </a:cubicBezTo>
                  <a:cubicBezTo>
                    <a:pt x="494" y="109"/>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355;p2"/>
            <p:cNvSpPr/>
            <p:nvPr/>
          </p:nvSpPr>
          <p:spPr>
            <a:xfrm>
              <a:off x="2972425" y="2024425"/>
              <a:ext cx="12575" cy="12400"/>
            </a:xfrm>
            <a:custGeom>
              <a:avLst/>
              <a:gdLst/>
              <a:ahLst/>
              <a:cxnLst/>
              <a:rect l="l" t="t" r="r" b="b"/>
              <a:pathLst>
                <a:path w="503" h="496" extrusionOk="0">
                  <a:moveTo>
                    <a:pt x="251" y="0"/>
                  </a:moveTo>
                  <a:cubicBezTo>
                    <a:pt x="115" y="0"/>
                    <a:pt x="0" y="109"/>
                    <a:pt x="0" y="245"/>
                  </a:cubicBezTo>
                  <a:cubicBezTo>
                    <a:pt x="0" y="388"/>
                    <a:pt x="115" y="496"/>
                    <a:pt x="251" y="496"/>
                  </a:cubicBezTo>
                  <a:cubicBezTo>
                    <a:pt x="387" y="496"/>
                    <a:pt x="503" y="388"/>
                    <a:pt x="503" y="245"/>
                  </a:cubicBezTo>
                  <a:cubicBezTo>
                    <a:pt x="503"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356;p2"/>
            <p:cNvSpPr/>
            <p:nvPr/>
          </p:nvSpPr>
          <p:spPr>
            <a:xfrm>
              <a:off x="3064375" y="2024425"/>
              <a:ext cx="12375" cy="12400"/>
            </a:xfrm>
            <a:custGeom>
              <a:avLst/>
              <a:gdLst/>
              <a:ahLst/>
              <a:cxnLst/>
              <a:rect l="l" t="t" r="r" b="b"/>
              <a:pathLst>
                <a:path w="495" h="496" extrusionOk="0">
                  <a:moveTo>
                    <a:pt x="243" y="0"/>
                  </a:moveTo>
                  <a:cubicBezTo>
                    <a:pt x="107" y="0"/>
                    <a:pt x="1" y="109"/>
                    <a:pt x="1" y="245"/>
                  </a:cubicBezTo>
                  <a:cubicBezTo>
                    <a:pt x="1" y="388"/>
                    <a:pt x="107" y="496"/>
                    <a:pt x="243" y="496"/>
                  </a:cubicBezTo>
                  <a:cubicBezTo>
                    <a:pt x="388" y="496"/>
                    <a:pt x="495" y="388"/>
                    <a:pt x="495" y="245"/>
                  </a:cubicBezTo>
                  <a:cubicBezTo>
                    <a:pt x="495" y="109"/>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357;p2"/>
            <p:cNvSpPr/>
            <p:nvPr/>
          </p:nvSpPr>
          <p:spPr>
            <a:xfrm>
              <a:off x="3156125" y="20244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358;p2"/>
            <p:cNvSpPr/>
            <p:nvPr/>
          </p:nvSpPr>
          <p:spPr>
            <a:xfrm>
              <a:off x="3247875" y="2024425"/>
              <a:ext cx="12575" cy="12400"/>
            </a:xfrm>
            <a:custGeom>
              <a:avLst/>
              <a:gdLst/>
              <a:ahLst/>
              <a:cxnLst/>
              <a:rect l="l" t="t" r="r" b="b"/>
              <a:pathLst>
                <a:path w="503"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359;p2"/>
            <p:cNvSpPr/>
            <p:nvPr/>
          </p:nvSpPr>
          <p:spPr>
            <a:xfrm>
              <a:off x="3339850" y="2024425"/>
              <a:ext cx="12525" cy="12400"/>
            </a:xfrm>
            <a:custGeom>
              <a:avLst/>
              <a:gdLst/>
              <a:ahLst/>
              <a:cxnLst/>
              <a:rect l="l" t="t" r="r" b="b"/>
              <a:pathLst>
                <a:path w="501" h="496" extrusionOk="0">
                  <a:moveTo>
                    <a:pt x="251" y="0"/>
                  </a:moveTo>
                  <a:cubicBezTo>
                    <a:pt x="107" y="0"/>
                    <a:pt x="0" y="109"/>
                    <a:pt x="0" y="245"/>
                  </a:cubicBezTo>
                  <a:cubicBezTo>
                    <a:pt x="0" y="388"/>
                    <a:pt x="107" y="496"/>
                    <a:pt x="251" y="496"/>
                  </a:cubicBezTo>
                  <a:cubicBezTo>
                    <a:pt x="387" y="496"/>
                    <a:pt x="501" y="388"/>
                    <a:pt x="501" y="245"/>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 name="Google Shape;360;p2"/>
            <p:cNvSpPr/>
            <p:nvPr/>
          </p:nvSpPr>
          <p:spPr>
            <a:xfrm>
              <a:off x="3431575" y="20244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 name="Google Shape;361;p2"/>
            <p:cNvSpPr/>
            <p:nvPr/>
          </p:nvSpPr>
          <p:spPr>
            <a:xfrm>
              <a:off x="3523550" y="2024425"/>
              <a:ext cx="12375" cy="12400"/>
            </a:xfrm>
            <a:custGeom>
              <a:avLst/>
              <a:gdLst/>
              <a:ahLst/>
              <a:cxnLst/>
              <a:rect l="l" t="t" r="r" b="b"/>
              <a:pathLst>
                <a:path w="495" h="496" extrusionOk="0">
                  <a:moveTo>
                    <a:pt x="250" y="0"/>
                  </a:moveTo>
                  <a:cubicBezTo>
                    <a:pt x="107" y="0"/>
                    <a:pt x="0" y="109"/>
                    <a:pt x="0" y="245"/>
                  </a:cubicBezTo>
                  <a:cubicBezTo>
                    <a:pt x="0" y="388"/>
                    <a:pt x="107" y="496"/>
                    <a:pt x="250" y="496"/>
                  </a:cubicBezTo>
                  <a:cubicBezTo>
                    <a:pt x="388" y="496"/>
                    <a:pt x="494" y="388"/>
                    <a:pt x="494" y="245"/>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 name="Google Shape;362;p2"/>
            <p:cNvSpPr/>
            <p:nvPr/>
          </p:nvSpPr>
          <p:spPr>
            <a:xfrm>
              <a:off x="676400" y="21162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 name="Google Shape;363;p2"/>
            <p:cNvSpPr/>
            <p:nvPr/>
          </p:nvSpPr>
          <p:spPr>
            <a:xfrm>
              <a:off x="768325" y="2116225"/>
              <a:ext cx="12400" cy="12525"/>
            </a:xfrm>
            <a:custGeom>
              <a:avLst/>
              <a:gdLst/>
              <a:ahLst/>
              <a:cxnLst/>
              <a:rect l="l" t="t" r="r" b="b"/>
              <a:pathLst>
                <a:path w="496" h="501" extrusionOk="0">
                  <a:moveTo>
                    <a:pt x="245" y="0"/>
                  </a:moveTo>
                  <a:cubicBezTo>
                    <a:pt x="109" y="0"/>
                    <a:pt x="0" y="114"/>
                    <a:pt x="0" y="250"/>
                  </a:cubicBezTo>
                  <a:cubicBezTo>
                    <a:pt x="0" y="387"/>
                    <a:pt x="109" y="501"/>
                    <a:pt x="245" y="501"/>
                  </a:cubicBezTo>
                  <a:cubicBezTo>
                    <a:pt x="388" y="501"/>
                    <a:pt x="496" y="387"/>
                    <a:pt x="496" y="250"/>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 name="Google Shape;364;p2"/>
            <p:cNvSpPr/>
            <p:nvPr/>
          </p:nvSpPr>
          <p:spPr>
            <a:xfrm>
              <a:off x="860125" y="2116225"/>
              <a:ext cx="12525" cy="12525"/>
            </a:xfrm>
            <a:custGeom>
              <a:avLst/>
              <a:gdLst/>
              <a:ahLst/>
              <a:cxnLst/>
              <a:rect l="l" t="t" r="r" b="b"/>
              <a:pathLst>
                <a:path w="501" h="501" extrusionOk="0">
                  <a:moveTo>
                    <a:pt x="251" y="0"/>
                  </a:moveTo>
                  <a:cubicBezTo>
                    <a:pt x="114" y="0"/>
                    <a:pt x="0" y="114"/>
                    <a:pt x="0" y="250"/>
                  </a:cubicBezTo>
                  <a:cubicBezTo>
                    <a:pt x="0" y="387"/>
                    <a:pt x="114" y="501"/>
                    <a:pt x="251" y="501"/>
                  </a:cubicBezTo>
                  <a:cubicBezTo>
                    <a:pt x="387" y="501"/>
                    <a:pt x="501" y="387"/>
                    <a:pt x="501" y="250"/>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 name="Google Shape;365;p2"/>
            <p:cNvSpPr/>
            <p:nvPr/>
          </p:nvSpPr>
          <p:spPr>
            <a:xfrm>
              <a:off x="951850" y="21162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 name="Google Shape;366;p2"/>
            <p:cNvSpPr/>
            <p:nvPr/>
          </p:nvSpPr>
          <p:spPr>
            <a:xfrm>
              <a:off x="1043825" y="2116225"/>
              <a:ext cx="12375" cy="12525"/>
            </a:xfrm>
            <a:custGeom>
              <a:avLst/>
              <a:gdLst/>
              <a:ahLst/>
              <a:cxnLst/>
              <a:rect l="l" t="t" r="r" b="b"/>
              <a:pathLst>
                <a:path w="495" h="501" extrusionOk="0">
                  <a:moveTo>
                    <a:pt x="250" y="0"/>
                  </a:moveTo>
                  <a:cubicBezTo>
                    <a:pt x="107" y="0"/>
                    <a:pt x="0" y="114"/>
                    <a:pt x="0" y="250"/>
                  </a:cubicBezTo>
                  <a:cubicBezTo>
                    <a:pt x="0" y="387"/>
                    <a:pt x="107" y="501"/>
                    <a:pt x="250" y="501"/>
                  </a:cubicBezTo>
                  <a:cubicBezTo>
                    <a:pt x="388" y="501"/>
                    <a:pt x="494" y="387"/>
                    <a:pt x="494" y="250"/>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 name="Google Shape;367;p2"/>
            <p:cNvSpPr/>
            <p:nvPr/>
          </p:nvSpPr>
          <p:spPr>
            <a:xfrm>
              <a:off x="1135575" y="2116225"/>
              <a:ext cx="12575" cy="12525"/>
            </a:xfrm>
            <a:custGeom>
              <a:avLst/>
              <a:gdLst/>
              <a:ahLst/>
              <a:cxnLst/>
              <a:rect l="l" t="t" r="r" b="b"/>
              <a:pathLst>
                <a:path w="503" h="501" extrusionOk="0">
                  <a:moveTo>
                    <a:pt x="252" y="0"/>
                  </a:moveTo>
                  <a:cubicBezTo>
                    <a:pt x="116" y="0"/>
                    <a:pt x="0" y="114"/>
                    <a:pt x="0" y="250"/>
                  </a:cubicBezTo>
                  <a:cubicBezTo>
                    <a:pt x="0" y="387"/>
                    <a:pt x="116" y="501"/>
                    <a:pt x="252" y="501"/>
                  </a:cubicBezTo>
                  <a:cubicBezTo>
                    <a:pt x="387" y="501"/>
                    <a:pt x="503" y="387"/>
                    <a:pt x="503" y="250"/>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 name="Google Shape;368;p2"/>
            <p:cNvSpPr/>
            <p:nvPr/>
          </p:nvSpPr>
          <p:spPr>
            <a:xfrm>
              <a:off x="1227500" y="2116225"/>
              <a:ext cx="12400" cy="12525"/>
            </a:xfrm>
            <a:custGeom>
              <a:avLst/>
              <a:gdLst/>
              <a:ahLst/>
              <a:cxnLst/>
              <a:rect l="l" t="t" r="r" b="b"/>
              <a:pathLst>
                <a:path w="496" h="501" extrusionOk="0">
                  <a:moveTo>
                    <a:pt x="251" y="0"/>
                  </a:moveTo>
                  <a:cubicBezTo>
                    <a:pt x="109" y="0"/>
                    <a:pt x="0" y="114"/>
                    <a:pt x="0" y="250"/>
                  </a:cubicBezTo>
                  <a:cubicBezTo>
                    <a:pt x="0" y="387"/>
                    <a:pt x="109" y="501"/>
                    <a:pt x="251" y="501"/>
                  </a:cubicBezTo>
                  <a:cubicBezTo>
                    <a:pt x="387" y="501"/>
                    <a:pt x="496" y="387"/>
                    <a:pt x="496" y="250"/>
                  </a:cubicBezTo>
                  <a:cubicBezTo>
                    <a:pt x="496"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369;p2"/>
            <p:cNvSpPr/>
            <p:nvPr/>
          </p:nvSpPr>
          <p:spPr>
            <a:xfrm>
              <a:off x="1319275" y="2116225"/>
              <a:ext cx="12550" cy="12525"/>
            </a:xfrm>
            <a:custGeom>
              <a:avLst/>
              <a:gdLst/>
              <a:ahLst/>
              <a:cxnLst/>
              <a:rect l="l" t="t" r="r" b="b"/>
              <a:pathLst>
                <a:path w="502" h="501" extrusionOk="0">
                  <a:moveTo>
                    <a:pt x="252" y="0"/>
                  </a:moveTo>
                  <a:cubicBezTo>
                    <a:pt x="114" y="0"/>
                    <a:pt x="1" y="114"/>
                    <a:pt x="1" y="250"/>
                  </a:cubicBezTo>
                  <a:cubicBezTo>
                    <a:pt x="1" y="387"/>
                    <a:pt x="114" y="501"/>
                    <a:pt x="252" y="501"/>
                  </a:cubicBezTo>
                  <a:cubicBezTo>
                    <a:pt x="388" y="501"/>
                    <a:pt x="501" y="387"/>
                    <a:pt x="501" y="250"/>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 name="Google Shape;370;p2"/>
            <p:cNvSpPr/>
            <p:nvPr/>
          </p:nvSpPr>
          <p:spPr>
            <a:xfrm>
              <a:off x="1411200" y="2116225"/>
              <a:ext cx="12425" cy="12525"/>
            </a:xfrm>
            <a:custGeom>
              <a:avLst/>
              <a:gdLst/>
              <a:ahLst/>
              <a:cxnLst/>
              <a:rect l="l" t="t" r="r" b="b"/>
              <a:pathLst>
                <a:path w="497" h="501" extrusionOk="0">
                  <a:moveTo>
                    <a:pt x="245" y="0"/>
                  </a:moveTo>
                  <a:cubicBezTo>
                    <a:pt x="109" y="0"/>
                    <a:pt x="1" y="114"/>
                    <a:pt x="1" y="250"/>
                  </a:cubicBezTo>
                  <a:cubicBezTo>
                    <a:pt x="1" y="387"/>
                    <a:pt x="109" y="501"/>
                    <a:pt x="245" y="501"/>
                  </a:cubicBezTo>
                  <a:cubicBezTo>
                    <a:pt x="388" y="501"/>
                    <a:pt x="496" y="387"/>
                    <a:pt x="496" y="250"/>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371;p2"/>
            <p:cNvSpPr/>
            <p:nvPr/>
          </p:nvSpPr>
          <p:spPr>
            <a:xfrm>
              <a:off x="1503000" y="2116225"/>
              <a:ext cx="12525" cy="12525"/>
            </a:xfrm>
            <a:custGeom>
              <a:avLst/>
              <a:gdLst/>
              <a:ahLst/>
              <a:cxnLst/>
              <a:rect l="l" t="t" r="r" b="b"/>
              <a:pathLst>
                <a:path w="501" h="501" extrusionOk="0">
                  <a:moveTo>
                    <a:pt x="250" y="0"/>
                  </a:moveTo>
                  <a:cubicBezTo>
                    <a:pt x="114" y="0"/>
                    <a:pt x="0" y="114"/>
                    <a:pt x="0" y="250"/>
                  </a:cubicBezTo>
                  <a:cubicBezTo>
                    <a:pt x="0" y="387"/>
                    <a:pt x="114" y="501"/>
                    <a:pt x="250" y="501"/>
                  </a:cubicBezTo>
                  <a:cubicBezTo>
                    <a:pt x="387" y="501"/>
                    <a:pt x="501" y="387"/>
                    <a:pt x="501" y="250"/>
                  </a:cubicBezTo>
                  <a:cubicBezTo>
                    <a:pt x="501" y="114"/>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 name="Google Shape;372;p2"/>
            <p:cNvSpPr/>
            <p:nvPr/>
          </p:nvSpPr>
          <p:spPr>
            <a:xfrm>
              <a:off x="1594750" y="2116225"/>
              <a:ext cx="12575" cy="12525"/>
            </a:xfrm>
            <a:custGeom>
              <a:avLst/>
              <a:gdLst/>
              <a:ahLst/>
              <a:cxnLst/>
              <a:rect l="l" t="t" r="r" b="b"/>
              <a:pathLst>
                <a:path w="503" h="501" extrusionOk="0">
                  <a:moveTo>
                    <a:pt x="251" y="0"/>
                  </a:moveTo>
                  <a:cubicBezTo>
                    <a:pt x="115" y="0"/>
                    <a:pt x="0" y="114"/>
                    <a:pt x="0" y="250"/>
                  </a:cubicBezTo>
                  <a:cubicBezTo>
                    <a:pt x="0" y="387"/>
                    <a:pt x="115" y="501"/>
                    <a:pt x="251" y="501"/>
                  </a:cubicBezTo>
                  <a:cubicBezTo>
                    <a:pt x="394" y="501"/>
                    <a:pt x="503" y="387"/>
                    <a:pt x="503" y="250"/>
                  </a:cubicBezTo>
                  <a:cubicBezTo>
                    <a:pt x="503" y="114"/>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 name="Google Shape;373;p2"/>
            <p:cNvSpPr/>
            <p:nvPr/>
          </p:nvSpPr>
          <p:spPr>
            <a:xfrm>
              <a:off x="1686650" y="21162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374;p2"/>
            <p:cNvSpPr/>
            <p:nvPr/>
          </p:nvSpPr>
          <p:spPr>
            <a:xfrm>
              <a:off x="1778450" y="2116225"/>
              <a:ext cx="12550" cy="12525"/>
            </a:xfrm>
            <a:custGeom>
              <a:avLst/>
              <a:gdLst/>
              <a:ahLst/>
              <a:cxnLst/>
              <a:rect l="l" t="t" r="r" b="b"/>
              <a:pathLst>
                <a:path w="502" h="501" extrusionOk="0">
                  <a:moveTo>
                    <a:pt x="252" y="0"/>
                  </a:moveTo>
                  <a:cubicBezTo>
                    <a:pt x="114" y="0"/>
                    <a:pt x="1" y="114"/>
                    <a:pt x="1" y="250"/>
                  </a:cubicBezTo>
                  <a:cubicBezTo>
                    <a:pt x="1" y="387"/>
                    <a:pt x="114" y="501"/>
                    <a:pt x="252" y="501"/>
                  </a:cubicBezTo>
                  <a:cubicBezTo>
                    <a:pt x="388" y="501"/>
                    <a:pt x="501" y="387"/>
                    <a:pt x="501" y="250"/>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 name="Google Shape;375;p2"/>
            <p:cNvSpPr/>
            <p:nvPr/>
          </p:nvSpPr>
          <p:spPr>
            <a:xfrm>
              <a:off x="1870375" y="2116225"/>
              <a:ext cx="12400" cy="12525"/>
            </a:xfrm>
            <a:custGeom>
              <a:avLst/>
              <a:gdLst/>
              <a:ahLst/>
              <a:cxnLst/>
              <a:rect l="l" t="t" r="r" b="b"/>
              <a:pathLst>
                <a:path w="496" h="501" extrusionOk="0">
                  <a:moveTo>
                    <a:pt x="252" y="0"/>
                  </a:moveTo>
                  <a:cubicBezTo>
                    <a:pt x="109" y="0"/>
                    <a:pt x="0" y="114"/>
                    <a:pt x="0" y="250"/>
                  </a:cubicBezTo>
                  <a:cubicBezTo>
                    <a:pt x="0" y="387"/>
                    <a:pt x="109" y="501"/>
                    <a:pt x="252" y="501"/>
                  </a:cubicBezTo>
                  <a:cubicBezTo>
                    <a:pt x="387" y="501"/>
                    <a:pt x="496" y="387"/>
                    <a:pt x="496" y="250"/>
                  </a:cubicBezTo>
                  <a:cubicBezTo>
                    <a:pt x="496"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 name="Google Shape;376;p2"/>
            <p:cNvSpPr/>
            <p:nvPr/>
          </p:nvSpPr>
          <p:spPr>
            <a:xfrm>
              <a:off x="1962150" y="2116225"/>
              <a:ext cx="12550" cy="12525"/>
            </a:xfrm>
            <a:custGeom>
              <a:avLst/>
              <a:gdLst/>
              <a:ahLst/>
              <a:cxnLst/>
              <a:rect l="l" t="t" r="r" b="b"/>
              <a:pathLst>
                <a:path w="502" h="501" extrusionOk="0">
                  <a:moveTo>
                    <a:pt x="250" y="0"/>
                  </a:moveTo>
                  <a:cubicBezTo>
                    <a:pt x="114" y="0"/>
                    <a:pt x="1" y="114"/>
                    <a:pt x="1" y="250"/>
                  </a:cubicBezTo>
                  <a:cubicBezTo>
                    <a:pt x="1" y="387"/>
                    <a:pt x="114" y="501"/>
                    <a:pt x="250" y="501"/>
                  </a:cubicBezTo>
                  <a:cubicBezTo>
                    <a:pt x="388" y="501"/>
                    <a:pt x="502" y="387"/>
                    <a:pt x="502" y="250"/>
                  </a:cubicBezTo>
                  <a:cubicBezTo>
                    <a:pt x="502"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 name="Google Shape;377;p2"/>
            <p:cNvSpPr/>
            <p:nvPr/>
          </p:nvSpPr>
          <p:spPr>
            <a:xfrm>
              <a:off x="2054075" y="2116225"/>
              <a:ext cx="12425" cy="12525"/>
            </a:xfrm>
            <a:custGeom>
              <a:avLst/>
              <a:gdLst/>
              <a:ahLst/>
              <a:cxnLst/>
              <a:rect l="l" t="t" r="r" b="b"/>
              <a:pathLst>
                <a:path w="497" h="501" extrusionOk="0">
                  <a:moveTo>
                    <a:pt x="252" y="0"/>
                  </a:moveTo>
                  <a:cubicBezTo>
                    <a:pt x="109" y="0"/>
                    <a:pt x="1" y="114"/>
                    <a:pt x="1" y="250"/>
                  </a:cubicBezTo>
                  <a:cubicBezTo>
                    <a:pt x="1" y="387"/>
                    <a:pt x="109" y="501"/>
                    <a:pt x="252" y="501"/>
                  </a:cubicBezTo>
                  <a:cubicBezTo>
                    <a:pt x="388" y="501"/>
                    <a:pt x="496" y="387"/>
                    <a:pt x="496" y="250"/>
                  </a:cubicBezTo>
                  <a:cubicBezTo>
                    <a:pt x="496"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 name="Google Shape;378;p2"/>
            <p:cNvSpPr/>
            <p:nvPr/>
          </p:nvSpPr>
          <p:spPr>
            <a:xfrm>
              <a:off x="2145825" y="21162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 name="Google Shape;379;p2"/>
            <p:cNvSpPr/>
            <p:nvPr/>
          </p:nvSpPr>
          <p:spPr>
            <a:xfrm>
              <a:off x="2237800" y="2116225"/>
              <a:ext cx="12350" cy="12525"/>
            </a:xfrm>
            <a:custGeom>
              <a:avLst/>
              <a:gdLst/>
              <a:ahLst/>
              <a:cxnLst/>
              <a:rect l="l" t="t" r="r" b="b"/>
              <a:pathLst>
                <a:path w="494" h="501" extrusionOk="0">
                  <a:moveTo>
                    <a:pt x="244" y="0"/>
                  </a:moveTo>
                  <a:cubicBezTo>
                    <a:pt x="107" y="0"/>
                    <a:pt x="0" y="114"/>
                    <a:pt x="0" y="250"/>
                  </a:cubicBezTo>
                  <a:cubicBezTo>
                    <a:pt x="0" y="387"/>
                    <a:pt x="107" y="501"/>
                    <a:pt x="244" y="501"/>
                  </a:cubicBezTo>
                  <a:cubicBezTo>
                    <a:pt x="387" y="501"/>
                    <a:pt x="494" y="387"/>
                    <a:pt x="494" y="250"/>
                  </a:cubicBezTo>
                  <a:cubicBezTo>
                    <a:pt x="494" y="114"/>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 name="Google Shape;380;p2"/>
            <p:cNvSpPr/>
            <p:nvPr/>
          </p:nvSpPr>
          <p:spPr>
            <a:xfrm>
              <a:off x="2329550" y="2116225"/>
              <a:ext cx="12575" cy="12525"/>
            </a:xfrm>
            <a:custGeom>
              <a:avLst/>
              <a:gdLst/>
              <a:ahLst/>
              <a:cxnLst/>
              <a:rect l="l" t="t" r="r" b="b"/>
              <a:pathLst>
                <a:path w="503" h="501" extrusionOk="0">
                  <a:moveTo>
                    <a:pt x="251" y="0"/>
                  </a:moveTo>
                  <a:cubicBezTo>
                    <a:pt x="115" y="0"/>
                    <a:pt x="0" y="114"/>
                    <a:pt x="0" y="250"/>
                  </a:cubicBezTo>
                  <a:cubicBezTo>
                    <a:pt x="0" y="387"/>
                    <a:pt x="115" y="501"/>
                    <a:pt x="251" y="501"/>
                  </a:cubicBezTo>
                  <a:cubicBezTo>
                    <a:pt x="387" y="501"/>
                    <a:pt x="502" y="387"/>
                    <a:pt x="502" y="250"/>
                  </a:cubicBezTo>
                  <a:cubicBezTo>
                    <a:pt x="502"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 name="Google Shape;381;p2"/>
            <p:cNvSpPr/>
            <p:nvPr/>
          </p:nvSpPr>
          <p:spPr>
            <a:xfrm>
              <a:off x="2421325" y="2116225"/>
              <a:ext cx="12550" cy="12525"/>
            </a:xfrm>
            <a:custGeom>
              <a:avLst/>
              <a:gdLst/>
              <a:ahLst/>
              <a:cxnLst/>
              <a:rect l="l" t="t" r="r" b="b"/>
              <a:pathLst>
                <a:path w="502" h="501" extrusionOk="0">
                  <a:moveTo>
                    <a:pt x="250" y="0"/>
                  </a:moveTo>
                  <a:cubicBezTo>
                    <a:pt x="114" y="0"/>
                    <a:pt x="1" y="114"/>
                    <a:pt x="1" y="250"/>
                  </a:cubicBezTo>
                  <a:cubicBezTo>
                    <a:pt x="1" y="387"/>
                    <a:pt x="114" y="501"/>
                    <a:pt x="250" y="501"/>
                  </a:cubicBezTo>
                  <a:cubicBezTo>
                    <a:pt x="395" y="501"/>
                    <a:pt x="501" y="387"/>
                    <a:pt x="501" y="250"/>
                  </a:cubicBezTo>
                  <a:cubicBezTo>
                    <a:pt x="501" y="114"/>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 name="Google Shape;382;p2"/>
            <p:cNvSpPr/>
            <p:nvPr/>
          </p:nvSpPr>
          <p:spPr>
            <a:xfrm>
              <a:off x="2513250" y="2116225"/>
              <a:ext cx="12575" cy="12525"/>
            </a:xfrm>
            <a:custGeom>
              <a:avLst/>
              <a:gdLst/>
              <a:ahLst/>
              <a:cxnLst/>
              <a:rect l="l" t="t" r="r" b="b"/>
              <a:pathLst>
                <a:path w="503" h="501" extrusionOk="0">
                  <a:moveTo>
                    <a:pt x="252" y="0"/>
                  </a:moveTo>
                  <a:cubicBezTo>
                    <a:pt x="109" y="0"/>
                    <a:pt x="0" y="114"/>
                    <a:pt x="0" y="250"/>
                  </a:cubicBezTo>
                  <a:cubicBezTo>
                    <a:pt x="0" y="387"/>
                    <a:pt x="109"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 name="Google Shape;383;p2"/>
            <p:cNvSpPr/>
            <p:nvPr/>
          </p:nvSpPr>
          <p:spPr>
            <a:xfrm>
              <a:off x="2605000" y="2116225"/>
              <a:ext cx="12575" cy="12525"/>
            </a:xfrm>
            <a:custGeom>
              <a:avLst/>
              <a:gdLst/>
              <a:ahLst/>
              <a:cxnLst/>
              <a:rect l="l" t="t" r="r" b="b"/>
              <a:pathLst>
                <a:path w="503" h="501" extrusionOk="0">
                  <a:moveTo>
                    <a:pt x="252" y="0"/>
                  </a:moveTo>
                  <a:cubicBezTo>
                    <a:pt x="116" y="0"/>
                    <a:pt x="0" y="114"/>
                    <a:pt x="0" y="250"/>
                  </a:cubicBezTo>
                  <a:cubicBezTo>
                    <a:pt x="0" y="387"/>
                    <a:pt x="116" y="501"/>
                    <a:pt x="252" y="501"/>
                  </a:cubicBezTo>
                  <a:cubicBezTo>
                    <a:pt x="387" y="501"/>
                    <a:pt x="503" y="387"/>
                    <a:pt x="503" y="250"/>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 name="Google Shape;384;p2"/>
            <p:cNvSpPr/>
            <p:nvPr/>
          </p:nvSpPr>
          <p:spPr>
            <a:xfrm>
              <a:off x="2696950" y="2116225"/>
              <a:ext cx="12375" cy="12525"/>
            </a:xfrm>
            <a:custGeom>
              <a:avLst/>
              <a:gdLst/>
              <a:ahLst/>
              <a:cxnLst/>
              <a:rect l="l" t="t" r="r" b="b"/>
              <a:pathLst>
                <a:path w="495" h="501" extrusionOk="0">
                  <a:moveTo>
                    <a:pt x="252" y="0"/>
                  </a:moveTo>
                  <a:cubicBezTo>
                    <a:pt x="108" y="0"/>
                    <a:pt x="1" y="114"/>
                    <a:pt x="1" y="250"/>
                  </a:cubicBezTo>
                  <a:cubicBezTo>
                    <a:pt x="1" y="387"/>
                    <a:pt x="108" y="501"/>
                    <a:pt x="252" y="501"/>
                  </a:cubicBezTo>
                  <a:cubicBezTo>
                    <a:pt x="388" y="501"/>
                    <a:pt x="495" y="387"/>
                    <a:pt x="495" y="250"/>
                  </a:cubicBezTo>
                  <a:cubicBezTo>
                    <a:pt x="495"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385;p2"/>
            <p:cNvSpPr/>
            <p:nvPr/>
          </p:nvSpPr>
          <p:spPr>
            <a:xfrm>
              <a:off x="2788700" y="21162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 name="Google Shape;386;p2"/>
            <p:cNvSpPr/>
            <p:nvPr/>
          </p:nvSpPr>
          <p:spPr>
            <a:xfrm>
              <a:off x="2880675" y="2116225"/>
              <a:ext cx="12375" cy="12525"/>
            </a:xfrm>
            <a:custGeom>
              <a:avLst/>
              <a:gdLst/>
              <a:ahLst/>
              <a:cxnLst/>
              <a:rect l="l" t="t" r="r" b="b"/>
              <a:pathLst>
                <a:path w="495" h="501" extrusionOk="0">
                  <a:moveTo>
                    <a:pt x="243" y="0"/>
                  </a:moveTo>
                  <a:cubicBezTo>
                    <a:pt x="107" y="0"/>
                    <a:pt x="0" y="114"/>
                    <a:pt x="0" y="250"/>
                  </a:cubicBezTo>
                  <a:cubicBezTo>
                    <a:pt x="0" y="387"/>
                    <a:pt x="107" y="501"/>
                    <a:pt x="243" y="501"/>
                  </a:cubicBezTo>
                  <a:cubicBezTo>
                    <a:pt x="387" y="501"/>
                    <a:pt x="494" y="387"/>
                    <a:pt x="494" y="250"/>
                  </a:cubicBezTo>
                  <a:cubicBezTo>
                    <a:pt x="494" y="114"/>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 name="Google Shape;387;p2"/>
            <p:cNvSpPr/>
            <p:nvPr/>
          </p:nvSpPr>
          <p:spPr>
            <a:xfrm>
              <a:off x="2972425" y="2116225"/>
              <a:ext cx="12575" cy="12525"/>
            </a:xfrm>
            <a:custGeom>
              <a:avLst/>
              <a:gdLst/>
              <a:ahLst/>
              <a:cxnLst/>
              <a:rect l="l" t="t" r="r" b="b"/>
              <a:pathLst>
                <a:path w="503" h="501" extrusionOk="0">
                  <a:moveTo>
                    <a:pt x="251" y="0"/>
                  </a:moveTo>
                  <a:cubicBezTo>
                    <a:pt x="115" y="0"/>
                    <a:pt x="0" y="114"/>
                    <a:pt x="0" y="250"/>
                  </a:cubicBezTo>
                  <a:cubicBezTo>
                    <a:pt x="0" y="387"/>
                    <a:pt x="115" y="501"/>
                    <a:pt x="251" y="501"/>
                  </a:cubicBezTo>
                  <a:cubicBezTo>
                    <a:pt x="387" y="501"/>
                    <a:pt x="503" y="387"/>
                    <a:pt x="503" y="250"/>
                  </a:cubicBezTo>
                  <a:cubicBezTo>
                    <a:pt x="503"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 name="Google Shape;388;p2"/>
            <p:cNvSpPr/>
            <p:nvPr/>
          </p:nvSpPr>
          <p:spPr>
            <a:xfrm>
              <a:off x="3064375" y="2116225"/>
              <a:ext cx="12375" cy="12525"/>
            </a:xfrm>
            <a:custGeom>
              <a:avLst/>
              <a:gdLst/>
              <a:ahLst/>
              <a:cxnLst/>
              <a:rect l="l" t="t" r="r" b="b"/>
              <a:pathLst>
                <a:path w="495" h="501" extrusionOk="0">
                  <a:moveTo>
                    <a:pt x="243" y="0"/>
                  </a:moveTo>
                  <a:cubicBezTo>
                    <a:pt x="107" y="0"/>
                    <a:pt x="1" y="114"/>
                    <a:pt x="1" y="250"/>
                  </a:cubicBezTo>
                  <a:cubicBezTo>
                    <a:pt x="1" y="387"/>
                    <a:pt x="107" y="501"/>
                    <a:pt x="243" y="501"/>
                  </a:cubicBezTo>
                  <a:cubicBezTo>
                    <a:pt x="388" y="501"/>
                    <a:pt x="495" y="387"/>
                    <a:pt x="495" y="250"/>
                  </a:cubicBezTo>
                  <a:cubicBezTo>
                    <a:pt x="495" y="114"/>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 name="Google Shape;389;p2"/>
            <p:cNvSpPr/>
            <p:nvPr/>
          </p:nvSpPr>
          <p:spPr>
            <a:xfrm>
              <a:off x="3156125" y="21162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 name="Google Shape;390;p2"/>
            <p:cNvSpPr/>
            <p:nvPr/>
          </p:nvSpPr>
          <p:spPr>
            <a:xfrm>
              <a:off x="3247875" y="2116225"/>
              <a:ext cx="12575" cy="12525"/>
            </a:xfrm>
            <a:custGeom>
              <a:avLst/>
              <a:gdLst/>
              <a:ahLst/>
              <a:cxnLst/>
              <a:rect l="l" t="t" r="r" b="b"/>
              <a:pathLst>
                <a:path w="503"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91;p2"/>
            <p:cNvSpPr/>
            <p:nvPr/>
          </p:nvSpPr>
          <p:spPr>
            <a:xfrm>
              <a:off x="3339850" y="2116225"/>
              <a:ext cx="12525" cy="12525"/>
            </a:xfrm>
            <a:custGeom>
              <a:avLst/>
              <a:gdLst/>
              <a:ahLst/>
              <a:cxnLst/>
              <a:rect l="l" t="t" r="r" b="b"/>
              <a:pathLst>
                <a:path w="501" h="501" extrusionOk="0">
                  <a:moveTo>
                    <a:pt x="251" y="0"/>
                  </a:moveTo>
                  <a:cubicBezTo>
                    <a:pt x="107" y="0"/>
                    <a:pt x="0" y="114"/>
                    <a:pt x="0" y="250"/>
                  </a:cubicBezTo>
                  <a:cubicBezTo>
                    <a:pt x="0" y="387"/>
                    <a:pt x="107" y="501"/>
                    <a:pt x="251" y="501"/>
                  </a:cubicBezTo>
                  <a:cubicBezTo>
                    <a:pt x="387" y="501"/>
                    <a:pt x="501" y="387"/>
                    <a:pt x="501" y="250"/>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 name="Google Shape;392;p2"/>
            <p:cNvSpPr/>
            <p:nvPr/>
          </p:nvSpPr>
          <p:spPr>
            <a:xfrm>
              <a:off x="3431575" y="21162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 name="Google Shape;393;p2"/>
            <p:cNvSpPr/>
            <p:nvPr/>
          </p:nvSpPr>
          <p:spPr>
            <a:xfrm>
              <a:off x="3523550" y="2116225"/>
              <a:ext cx="12375" cy="12525"/>
            </a:xfrm>
            <a:custGeom>
              <a:avLst/>
              <a:gdLst/>
              <a:ahLst/>
              <a:cxnLst/>
              <a:rect l="l" t="t" r="r" b="b"/>
              <a:pathLst>
                <a:path w="495" h="501" extrusionOk="0">
                  <a:moveTo>
                    <a:pt x="250" y="0"/>
                  </a:moveTo>
                  <a:cubicBezTo>
                    <a:pt x="107" y="0"/>
                    <a:pt x="0" y="114"/>
                    <a:pt x="0" y="250"/>
                  </a:cubicBezTo>
                  <a:cubicBezTo>
                    <a:pt x="0" y="387"/>
                    <a:pt x="107" y="501"/>
                    <a:pt x="250" y="501"/>
                  </a:cubicBezTo>
                  <a:cubicBezTo>
                    <a:pt x="388" y="501"/>
                    <a:pt x="494" y="387"/>
                    <a:pt x="494" y="250"/>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2"/>
            <p:cNvSpPr/>
            <p:nvPr/>
          </p:nvSpPr>
          <p:spPr>
            <a:xfrm>
              <a:off x="676400" y="22079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 name="Google Shape;395;p2"/>
            <p:cNvSpPr/>
            <p:nvPr/>
          </p:nvSpPr>
          <p:spPr>
            <a:xfrm>
              <a:off x="768325" y="2207950"/>
              <a:ext cx="12400" cy="12600"/>
            </a:xfrm>
            <a:custGeom>
              <a:avLst/>
              <a:gdLst/>
              <a:ahLst/>
              <a:cxnLst/>
              <a:rect l="l" t="t" r="r" b="b"/>
              <a:pathLst>
                <a:path w="496" h="504"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 name="Google Shape;396;p2"/>
            <p:cNvSpPr/>
            <p:nvPr/>
          </p:nvSpPr>
          <p:spPr>
            <a:xfrm>
              <a:off x="860125" y="2207950"/>
              <a:ext cx="12525" cy="12600"/>
            </a:xfrm>
            <a:custGeom>
              <a:avLst/>
              <a:gdLst/>
              <a:ahLst/>
              <a:cxnLst/>
              <a:rect l="l" t="t" r="r" b="b"/>
              <a:pathLst>
                <a:path w="501" h="504"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2"/>
            <p:cNvSpPr/>
            <p:nvPr/>
          </p:nvSpPr>
          <p:spPr>
            <a:xfrm>
              <a:off x="951850" y="22079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 name="Google Shape;398;p2"/>
            <p:cNvSpPr/>
            <p:nvPr/>
          </p:nvSpPr>
          <p:spPr>
            <a:xfrm>
              <a:off x="1043825" y="220795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 name="Google Shape;399;p2"/>
            <p:cNvSpPr/>
            <p:nvPr/>
          </p:nvSpPr>
          <p:spPr>
            <a:xfrm>
              <a:off x="1135575" y="220795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 name="Google Shape;400;p2"/>
            <p:cNvSpPr/>
            <p:nvPr/>
          </p:nvSpPr>
          <p:spPr>
            <a:xfrm>
              <a:off x="1227500" y="2207950"/>
              <a:ext cx="12400" cy="12600"/>
            </a:xfrm>
            <a:custGeom>
              <a:avLst/>
              <a:gdLst/>
              <a:ahLst/>
              <a:cxnLst/>
              <a:rect l="l" t="t" r="r" b="b"/>
              <a:pathLst>
                <a:path w="496" h="504"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 name="Google Shape;401;p2"/>
            <p:cNvSpPr/>
            <p:nvPr/>
          </p:nvSpPr>
          <p:spPr>
            <a:xfrm>
              <a:off x="1319275" y="220795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 name="Google Shape;402;p2"/>
            <p:cNvSpPr/>
            <p:nvPr/>
          </p:nvSpPr>
          <p:spPr>
            <a:xfrm>
              <a:off x="1411200" y="2207950"/>
              <a:ext cx="12425" cy="12600"/>
            </a:xfrm>
            <a:custGeom>
              <a:avLst/>
              <a:gdLst/>
              <a:ahLst/>
              <a:cxnLst/>
              <a:rect l="l" t="t" r="r" b="b"/>
              <a:pathLst>
                <a:path w="497" h="504"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403;p2"/>
            <p:cNvSpPr/>
            <p:nvPr/>
          </p:nvSpPr>
          <p:spPr>
            <a:xfrm>
              <a:off x="1503000" y="2207950"/>
              <a:ext cx="12525" cy="12600"/>
            </a:xfrm>
            <a:custGeom>
              <a:avLst/>
              <a:gdLst/>
              <a:ahLst/>
              <a:cxnLst/>
              <a:rect l="l" t="t" r="r" b="b"/>
              <a:pathLst>
                <a:path w="501" h="504"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 name="Google Shape;404;p2"/>
            <p:cNvSpPr/>
            <p:nvPr/>
          </p:nvSpPr>
          <p:spPr>
            <a:xfrm>
              <a:off x="1594750" y="220795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 name="Google Shape;405;p2"/>
            <p:cNvSpPr/>
            <p:nvPr/>
          </p:nvSpPr>
          <p:spPr>
            <a:xfrm>
              <a:off x="1686650" y="22079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 name="Google Shape;406;p2"/>
            <p:cNvSpPr/>
            <p:nvPr/>
          </p:nvSpPr>
          <p:spPr>
            <a:xfrm>
              <a:off x="1778450" y="220795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 name="Google Shape;407;p2"/>
            <p:cNvSpPr/>
            <p:nvPr/>
          </p:nvSpPr>
          <p:spPr>
            <a:xfrm>
              <a:off x="1870375" y="2207950"/>
              <a:ext cx="12400" cy="12600"/>
            </a:xfrm>
            <a:custGeom>
              <a:avLst/>
              <a:gdLst/>
              <a:ahLst/>
              <a:cxnLst/>
              <a:rect l="l" t="t" r="r" b="b"/>
              <a:pathLst>
                <a:path w="496" h="504"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 name="Google Shape;408;p2"/>
            <p:cNvSpPr/>
            <p:nvPr/>
          </p:nvSpPr>
          <p:spPr>
            <a:xfrm>
              <a:off x="1962150" y="220795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 name="Google Shape;409;p2"/>
            <p:cNvSpPr/>
            <p:nvPr/>
          </p:nvSpPr>
          <p:spPr>
            <a:xfrm>
              <a:off x="2054075" y="2207950"/>
              <a:ext cx="12425" cy="12600"/>
            </a:xfrm>
            <a:custGeom>
              <a:avLst/>
              <a:gdLst/>
              <a:ahLst/>
              <a:cxnLst/>
              <a:rect l="l" t="t" r="r" b="b"/>
              <a:pathLst>
                <a:path w="497" h="504"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 name="Google Shape;410;p2"/>
            <p:cNvSpPr/>
            <p:nvPr/>
          </p:nvSpPr>
          <p:spPr>
            <a:xfrm>
              <a:off x="2145825" y="22079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 name="Google Shape;411;p2"/>
            <p:cNvSpPr/>
            <p:nvPr/>
          </p:nvSpPr>
          <p:spPr>
            <a:xfrm>
              <a:off x="2237800" y="2207950"/>
              <a:ext cx="12350" cy="12600"/>
            </a:xfrm>
            <a:custGeom>
              <a:avLst/>
              <a:gdLst/>
              <a:ahLst/>
              <a:cxnLst/>
              <a:rect l="l" t="t" r="r" b="b"/>
              <a:pathLst>
                <a:path w="494" h="504"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 name="Google Shape;412;p2"/>
            <p:cNvSpPr/>
            <p:nvPr/>
          </p:nvSpPr>
          <p:spPr>
            <a:xfrm>
              <a:off x="2329550" y="220795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2"/>
            <p:cNvSpPr/>
            <p:nvPr/>
          </p:nvSpPr>
          <p:spPr>
            <a:xfrm>
              <a:off x="2421325" y="220795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 name="Google Shape;414;p2"/>
            <p:cNvSpPr/>
            <p:nvPr/>
          </p:nvSpPr>
          <p:spPr>
            <a:xfrm>
              <a:off x="2513250" y="2207950"/>
              <a:ext cx="12575" cy="12600"/>
            </a:xfrm>
            <a:custGeom>
              <a:avLst/>
              <a:gdLst/>
              <a:ahLst/>
              <a:cxnLst/>
              <a:rect l="l" t="t" r="r" b="b"/>
              <a:pathLst>
                <a:path w="503" h="504"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 name="Google Shape;415;p2"/>
            <p:cNvSpPr/>
            <p:nvPr/>
          </p:nvSpPr>
          <p:spPr>
            <a:xfrm>
              <a:off x="2605000" y="220795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2"/>
            <p:cNvSpPr/>
            <p:nvPr/>
          </p:nvSpPr>
          <p:spPr>
            <a:xfrm>
              <a:off x="2696950" y="2207950"/>
              <a:ext cx="12375" cy="12600"/>
            </a:xfrm>
            <a:custGeom>
              <a:avLst/>
              <a:gdLst/>
              <a:ahLst/>
              <a:cxnLst/>
              <a:rect l="l" t="t" r="r" b="b"/>
              <a:pathLst>
                <a:path w="495" h="504"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17;p2"/>
            <p:cNvSpPr/>
            <p:nvPr/>
          </p:nvSpPr>
          <p:spPr>
            <a:xfrm>
              <a:off x="2788700" y="22079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2"/>
            <p:cNvSpPr/>
            <p:nvPr/>
          </p:nvSpPr>
          <p:spPr>
            <a:xfrm>
              <a:off x="2880675" y="2207950"/>
              <a:ext cx="12375" cy="12600"/>
            </a:xfrm>
            <a:custGeom>
              <a:avLst/>
              <a:gdLst/>
              <a:ahLst/>
              <a:cxnLst/>
              <a:rect l="l" t="t" r="r" b="b"/>
              <a:pathLst>
                <a:path w="495" h="504"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2"/>
            <p:cNvSpPr/>
            <p:nvPr/>
          </p:nvSpPr>
          <p:spPr>
            <a:xfrm>
              <a:off x="2972425" y="220795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 name="Google Shape;420;p2"/>
            <p:cNvSpPr/>
            <p:nvPr/>
          </p:nvSpPr>
          <p:spPr>
            <a:xfrm>
              <a:off x="3064375" y="2207950"/>
              <a:ext cx="12375" cy="12600"/>
            </a:xfrm>
            <a:custGeom>
              <a:avLst/>
              <a:gdLst/>
              <a:ahLst/>
              <a:cxnLst/>
              <a:rect l="l" t="t" r="r" b="b"/>
              <a:pathLst>
                <a:path w="495" h="504"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 name="Google Shape;421;p2"/>
            <p:cNvSpPr/>
            <p:nvPr/>
          </p:nvSpPr>
          <p:spPr>
            <a:xfrm>
              <a:off x="3156125" y="22079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 name="Google Shape;422;p2"/>
            <p:cNvSpPr/>
            <p:nvPr/>
          </p:nvSpPr>
          <p:spPr>
            <a:xfrm>
              <a:off x="3247875" y="2207950"/>
              <a:ext cx="12575" cy="12600"/>
            </a:xfrm>
            <a:custGeom>
              <a:avLst/>
              <a:gdLst/>
              <a:ahLst/>
              <a:cxnLst/>
              <a:rect l="l" t="t" r="r" b="b"/>
              <a:pathLst>
                <a:path w="503"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 name="Google Shape;423;p2"/>
            <p:cNvSpPr/>
            <p:nvPr/>
          </p:nvSpPr>
          <p:spPr>
            <a:xfrm>
              <a:off x="3339850" y="2207950"/>
              <a:ext cx="12525" cy="12600"/>
            </a:xfrm>
            <a:custGeom>
              <a:avLst/>
              <a:gdLst/>
              <a:ahLst/>
              <a:cxnLst/>
              <a:rect l="l" t="t" r="r" b="b"/>
              <a:pathLst>
                <a:path w="501" h="504"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 name="Google Shape;424;p2"/>
            <p:cNvSpPr/>
            <p:nvPr/>
          </p:nvSpPr>
          <p:spPr>
            <a:xfrm>
              <a:off x="3431575" y="22079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 name="Google Shape;425;p2"/>
            <p:cNvSpPr/>
            <p:nvPr/>
          </p:nvSpPr>
          <p:spPr>
            <a:xfrm>
              <a:off x="3523550" y="220795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 name="Google Shape;426;p2"/>
            <p:cNvSpPr/>
            <p:nvPr/>
          </p:nvSpPr>
          <p:spPr>
            <a:xfrm>
              <a:off x="676400" y="2299875"/>
              <a:ext cx="12600" cy="12600"/>
            </a:xfrm>
            <a:custGeom>
              <a:avLst/>
              <a:gdLst/>
              <a:ahLst/>
              <a:cxnLst/>
              <a:rect l="l" t="t" r="r" b="b"/>
              <a:pathLst>
                <a:path w="504" h="504" extrusionOk="0">
                  <a:moveTo>
                    <a:pt x="252" y="1"/>
                  </a:moveTo>
                  <a:cubicBezTo>
                    <a:pt x="116" y="1"/>
                    <a:pt x="1" y="109"/>
                    <a:pt x="1" y="252"/>
                  </a:cubicBezTo>
                  <a:cubicBezTo>
                    <a:pt x="1" y="388"/>
                    <a:pt x="116" y="503"/>
                    <a:pt x="252" y="503"/>
                  </a:cubicBezTo>
                  <a:cubicBezTo>
                    <a:pt x="388" y="503"/>
                    <a:pt x="503" y="388"/>
                    <a:pt x="503" y="252"/>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 name="Google Shape;427;p2"/>
            <p:cNvSpPr/>
            <p:nvPr/>
          </p:nvSpPr>
          <p:spPr>
            <a:xfrm>
              <a:off x="768325" y="2299875"/>
              <a:ext cx="12400" cy="12600"/>
            </a:xfrm>
            <a:custGeom>
              <a:avLst/>
              <a:gdLst/>
              <a:ahLst/>
              <a:cxnLst/>
              <a:rect l="l" t="t" r="r" b="b"/>
              <a:pathLst>
                <a:path w="496" h="504" extrusionOk="0">
                  <a:moveTo>
                    <a:pt x="245" y="1"/>
                  </a:moveTo>
                  <a:cubicBezTo>
                    <a:pt x="109" y="1"/>
                    <a:pt x="0" y="109"/>
                    <a:pt x="0" y="252"/>
                  </a:cubicBezTo>
                  <a:cubicBezTo>
                    <a:pt x="0" y="388"/>
                    <a:pt x="109" y="503"/>
                    <a:pt x="245" y="503"/>
                  </a:cubicBezTo>
                  <a:cubicBezTo>
                    <a:pt x="388" y="503"/>
                    <a:pt x="496" y="388"/>
                    <a:pt x="496" y="252"/>
                  </a:cubicBezTo>
                  <a:cubicBezTo>
                    <a:pt x="496" y="109"/>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 name="Google Shape;428;p2"/>
            <p:cNvSpPr/>
            <p:nvPr/>
          </p:nvSpPr>
          <p:spPr>
            <a:xfrm>
              <a:off x="860125" y="2299875"/>
              <a:ext cx="12525" cy="12600"/>
            </a:xfrm>
            <a:custGeom>
              <a:avLst/>
              <a:gdLst/>
              <a:ahLst/>
              <a:cxnLst/>
              <a:rect l="l" t="t" r="r" b="b"/>
              <a:pathLst>
                <a:path w="501" h="504" extrusionOk="0">
                  <a:moveTo>
                    <a:pt x="251" y="1"/>
                  </a:moveTo>
                  <a:cubicBezTo>
                    <a:pt x="114" y="1"/>
                    <a:pt x="0" y="109"/>
                    <a:pt x="0" y="252"/>
                  </a:cubicBezTo>
                  <a:cubicBezTo>
                    <a:pt x="0" y="388"/>
                    <a:pt x="114" y="503"/>
                    <a:pt x="251" y="503"/>
                  </a:cubicBezTo>
                  <a:cubicBezTo>
                    <a:pt x="387" y="503"/>
                    <a:pt x="501" y="388"/>
                    <a:pt x="501" y="252"/>
                  </a:cubicBezTo>
                  <a:cubicBezTo>
                    <a:pt x="501"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 name="Google Shape;429;p2"/>
            <p:cNvSpPr/>
            <p:nvPr/>
          </p:nvSpPr>
          <p:spPr>
            <a:xfrm>
              <a:off x="951850" y="2299875"/>
              <a:ext cx="12600" cy="12600"/>
            </a:xfrm>
            <a:custGeom>
              <a:avLst/>
              <a:gdLst/>
              <a:ahLst/>
              <a:cxnLst/>
              <a:rect l="l" t="t" r="r" b="b"/>
              <a:pathLst>
                <a:path w="504" h="504" extrusionOk="0">
                  <a:moveTo>
                    <a:pt x="252" y="1"/>
                  </a:moveTo>
                  <a:cubicBezTo>
                    <a:pt x="116" y="1"/>
                    <a:pt x="1" y="109"/>
                    <a:pt x="1" y="252"/>
                  </a:cubicBezTo>
                  <a:cubicBezTo>
                    <a:pt x="1" y="388"/>
                    <a:pt x="116" y="503"/>
                    <a:pt x="252" y="503"/>
                  </a:cubicBezTo>
                  <a:cubicBezTo>
                    <a:pt x="388" y="503"/>
                    <a:pt x="503" y="388"/>
                    <a:pt x="503" y="252"/>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 name="Google Shape;430;p2"/>
            <p:cNvSpPr/>
            <p:nvPr/>
          </p:nvSpPr>
          <p:spPr>
            <a:xfrm>
              <a:off x="1043825" y="2299875"/>
              <a:ext cx="12375" cy="12600"/>
            </a:xfrm>
            <a:custGeom>
              <a:avLst/>
              <a:gdLst/>
              <a:ahLst/>
              <a:cxnLst/>
              <a:rect l="l" t="t" r="r" b="b"/>
              <a:pathLst>
                <a:path w="495" h="504" extrusionOk="0">
                  <a:moveTo>
                    <a:pt x="250" y="1"/>
                  </a:moveTo>
                  <a:cubicBezTo>
                    <a:pt x="107" y="1"/>
                    <a:pt x="0" y="109"/>
                    <a:pt x="0" y="252"/>
                  </a:cubicBezTo>
                  <a:cubicBezTo>
                    <a:pt x="0" y="388"/>
                    <a:pt x="107" y="503"/>
                    <a:pt x="250" y="503"/>
                  </a:cubicBezTo>
                  <a:cubicBezTo>
                    <a:pt x="388" y="503"/>
                    <a:pt x="494" y="388"/>
                    <a:pt x="494" y="252"/>
                  </a:cubicBezTo>
                  <a:cubicBezTo>
                    <a:pt x="494"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 name="Google Shape;431;p2"/>
            <p:cNvSpPr/>
            <p:nvPr/>
          </p:nvSpPr>
          <p:spPr>
            <a:xfrm>
              <a:off x="1135575" y="2299875"/>
              <a:ext cx="12575" cy="12600"/>
            </a:xfrm>
            <a:custGeom>
              <a:avLst/>
              <a:gdLst/>
              <a:ahLst/>
              <a:cxnLst/>
              <a:rect l="l" t="t" r="r" b="b"/>
              <a:pathLst>
                <a:path w="503" h="504" extrusionOk="0">
                  <a:moveTo>
                    <a:pt x="252" y="1"/>
                  </a:moveTo>
                  <a:cubicBezTo>
                    <a:pt x="116" y="1"/>
                    <a:pt x="0" y="109"/>
                    <a:pt x="0" y="252"/>
                  </a:cubicBezTo>
                  <a:cubicBezTo>
                    <a:pt x="0" y="388"/>
                    <a:pt x="116" y="503"/>
                    <a:pt x="252" y="503"/>
                  </a:cubicBezTo>
                  <a:cubicBezTo>
                    <a:pt x="387" y="503"/>
                    <a:pt x="503" y="388"/>
                    <a:pt x="503" y="252"/>
                  </a:cubicBezTo>
                  <a:cubicBezTo>
                    <a:pt x="503"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 name="Google Shape;432;p2"/>
            <p:cNvSpPr/>
            <p:nvPr/>
          </p:nvSpPr>
          <p:spPr>
            <a:xfrm>
              <a:off x="1227500" y="2299875"/>
              <a:ext cx="12400" cy="12600"/>
            </a:xfrm>
            <a:custGeom>
              <a:avLst/>
              <a:gdLst/>
              <a:ahLst/>
              <a:cxnLst/>
              <a:rect l="l" t="t" r="r" b="b"/>
              <a:pathLst>
                <a:path w="496" h="504" extrusionOk="0">
                  <a:moveTo>
                    <a:pt x="251" y="1"/>
                  </a:moveTo>
                  <a:cubicBezTo>
                    <a:pt x="109" y="1"/>
                    <a:pt x="0" y="109"/>
                    <a:pt x="0" y="252"/>
                  </a:cubicBezTo>
                  <a:cubicBezTo>
                    <a:pt x="0" y="388"/>
                    <a:pt x="109" y="503"/>
                    <a:pt x="251" y="503"/>
                  </a:cubicBezTo>
                  <a:cubicBezTo>
                    <a:pt x="387" y="503"/>
                    <a:pt x="496" y="388"/>
                    <a:pt x="496" y="252"/>
                  </a:cubicBezTo>
                  <a:cubicBezTo>
                    <a:pt x="496"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 name="Google Shape;433;p2"/>
            <p:cNvSpPr/>
            <p:nvPr/>
          </p:nvSpPr>
          <p:spPr>
            <a:xfrm>
              <a:off x="1319275" y="2299875"/>
              <a:ext cx="12550" cy="12600"/>
            </a:xfrm>
            <a:custGeom>
              <a:avLst/>
              <a:gdLst/>
              <a:ahLst/>
              <a:cxnLst/>
              <a:rect l="l" t="t" r="r" b="b"/>
              <a:pathLst>
                <a:path w="502" h="504" extrusionOk="0">
                  <a:moveTo>
                    <a:pt x="252" y="1"/>
                  </a:moveTo>
                  <a:cubicBezTo>
                    <a:pt x="114" y="1"/>
                    <a:pt x="1" y="109"/>
                    <a:pt x="1" y="252"/>
                  </a:cubicBezTo>
                  <a:cubicBezTo>
                    <a:pt x="1" y="388"/>
                    <a:pt x="114" y="503"/>
                    <a:pt x="252" y="503"/>
                  </a:cubicBezTo>
                  <a:cubicBezTo>
                    <a:pt x="388" y="503"/>
                    <a:pt x="501" y="388"/>
                    <a:pt x="501" y="252"/>
                  </a:cubicBezTo>
                  <a:cubicBezTo>
                    <a:pt x="501"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 name="Google Shape;434;p2"/>
            <p:cNvSpPr/>
            <p:nvPr/>
          </p:nvSpPr>
          <p:spPr>
            <a:xfrm>
              <a:off x="1411200" y="2299875"/>
              <a:ext cx="12425" cy="12600"/>
            </a:xfrm>
            <a:custGeom>
              <a:avLst/>
              <a:gdLst/>
              <a:ahLst/>
              <a:cxnLst/>
              <a:rect l="l" t="t" r="r" b="b"/>
              <a:pathLst>
                <a:path w="497" h="504" extrusionOk="0">
                  <a:moveTo>
                    <a:pt x="245" y="1"/>
                  </a:moveTo>
                  <a:cubicBezTo>
                    <a:pt x="109" y="1"/>
                    <a:pt x="1" y="109"/>
                    <a:pt x="1" y="252"/>
                  </a:cubicBezTo>
                  <a:cubicBezTo>
                    <a:pt x="1" y="388"/>
                    <a:pt x="109" y="503"/>
                    <a:pt x="245" y="503"/>
                  </a:cubicBezTo>
                  <a:cubicBezTo>
                    <a:pt x="388" y="503"/>
                    <a:pt x="496" y="388"/>
                    <a:pt x="496" y="252"/>
                  </a:cubicBezTo>
                  <a:cubicBezTo>
                    <a:pt x="496" y="109"/>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 name="Google Shape;435;p2"/>
            <p:cNvSpPr/>
            <p:nvPr/>
          </p:nvSpPr>
          <p:spPr>
            <a:xfrm>
              <a:off x="1503000" y="2299875"/>
              <a:ext cx="12525" cy="12600"/>
            </a:xfrm>
            <a:custGeom>
              <a:avLst/>
              <a:gdLst/>
              <a:ahLst/>
              <a:cxnLst/>
              <a:rect l="l" t="t" r="r" b="b"/>
              <a:pathLst>
                <a:path w="501" h="504" extrusionOk="0">
                  <a:moveTo>
                    <a:pt x="250" y="1"/>
                  </a:moveTo>
                  <a:cubicBezTo>
                    <a:pt x="114" y="1"/>
                    <a:pt x="0" y="109"/>
                    <a:pt x="0" y="252"/>
                  </a:cubicBezTo>
                  <a:cubicBezTo>
                    <a:pt x="0" y="388"/>
                    <a:pt x="114" y="503"/>
                    <a:pt x="250" y="503"/>
                  </a:cubicBezTo>
                  <a:cubicBezTo>
                    <a:pt x="387" y="503"/>
                    <a:pt x="501" y="388"/>
                    <a:pt x="501" y="252"/>
                  </a:cubicBezTo>
                  <a:cubicBezTo>
                    <a:pt x="501" y="109"/>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36;p2"/>
            <p:cNvSpPr/>
            <p:nvPr/>
          </p:nvSpPr>
          <p:spPr>
            <a:xfrm>
              <a:off x="1594750" y="2299875"/>
              <a:ext cx="12575" cy="12600"/>
            </a:xfrm>
            <a:custGeom>
              <a:avLst/>
              <a:gdLst/>
              <a:ahLst/>
              <a:cxnLst/>
              <a:rect l="l" t="t" r="r" b="b"/>
              <a:pathLst>
                <a:path w="503" h="504" extrusionOk="0">
                  <a:moveTo>
                    <a:pt x="251" y="1"/>
                  </a:moveTo>
                  <a:cubicBezTo>
                    <a:pt x="115" y="1"/>
                    <a:pt x="0" y="109"/>
                    <a:pt x="0" y="252"/>
                  </a:cubicBezTo>
                  <a:cubicBezTo>
                    <a:pt x="0" y="388"/>
                    <a:pt x="115" y="503"/>
                    <a:pt x="251" y="503"/>
                  </a:cubicBezTo>
                  <a:cubicBezTo>
                    <a:pt x="394" y="503"/>
                    <a:pt x="503" y="388"/>
                    <a:pt x="503" y="252"/>
                  </a:cubicBezTo>
                  <a:cubicBezTo>
                    <a:pt x="503" y="109"/>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 name="Google Shape;437;p2"/>
            <p:cNvSpPr/>
            <p:nvPr/>
          </p:nvSpPr>
          <p:spPr>
            <a:xfrm>
              <a:off x="1686650" y="2299875"/>
              <a:ext cx="12600" cy="12600"/>
            </a:xfrm>
            <a:custGeom>
              <a:avLst/>
              <a:gdLst/>
              <a:ahLst/>
              <a:cxnLst/>
              <a:rect l="l" t="t" r="r" b="b"/>
              <a:pathLst>
                <a:path w="504" h="504" extrusionOk="0">
                  <a:moveTo>
                    <a:pt x="252" y="1"/>
                  </a:moveTo>
                  <a:cubicBezTo>
                    <a:pt x="116" y="1"/>
                    <a:pt x="1" y="109"/>
                    <a:pt x="1" y="252"/>
                  </a:cubicBezTo>
                  <a:cubicBezTo>
                    <a:pt x="1" y="388"/>
                    <a:pt x="116" y="503"/>
                    <a:pt x="252" y="503"/>
                  </a:cubicBezTo>
                  <a:cubicBezTo>
                    <a:pt x="388" y="503"/>
                    <a:pt x="503" y="388"/>
                    <a:pt x="503" y="252"/>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438;p2"/>
            <p:cNvSpPr/>
            <p:nvPr/>
          </p:nvSpPr>
          <p:spPr>
            <a:xfrm>
              <a:off x="1778450" y="2299875"/>
              <a:ext cx="12550" cy="12600"/>
            </a:xfrm>
            <a:custGeom>
              <a:avLst/>
              <a:gdLst/>
              <a:ahLst/>
              <a:cxnLst/>
              <a:rect l="l" t="t" r="r" b="b"/>
              <a:pathLst>
                <a:path w="502" h="504" extrusionOk="0">
                  <a:moveTo>
                    <a:pt x="252" y="1"/>
                  </a:moveTo>
                  <a:cubicBezTo>
                    <a:pt x="114" y="1"/>
                    <a:pt x="1" y="109"/>
                    <a:pt x="1" y="252"/>
                  </a:cubicBezTo>
                  <a:cubicBezTo>
                    <a:pt x="1" y="388"/>
                    <a:pt x="114" y="503"/>
                    <a:pt x="252" y="503"/>
                  </a:cubicBezTo>
                  <a:cubicBezTo>
                    <a:pt x="388" y="503"/>
                    <a:pt x="501" y="388"/>
                    <a:pt x="501" y="252"/>
                  </a:cubicBezTo>
                  <a:cubicBezTo>
                    <a:pt x="501"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439;p2"/>
            <p:cNvSpPr/>
            <p:nvPr/>
          </p:nvSpPr>
          <p:spPr>
            <a:xfrm>
              <a:off x="1870375" y="2299875"/>
              <a:ext cx="12400" cy="12600"/>
            </a:xfrm>
            <a:custGeom>
              <a:avLst/>
              <a:gdLst/>
              <a:ahLst/>
              <a:cxnLst/>
              <a:rect l="l" t="t" r="r" b="b"/>
              <a:pathLst>
                <a:path w="496" h="504" extrusionOk="0">
                  <a:moveTo>
                    <a:pt x="252" y="1"/>
                  </a:moveTo>
                  <a:cubicBezTo>
                    <a:pt x="109" y="1"/>
                    <a:pt x="0" y="109"/>
                    <a:pt x="0" y="252"/>
                  </a:cubicBezTo>
                  <a:cubicBezTo>
                    <a:pt x="0" y="388"/>
                    <a:pt x="109" y="503"/>
                    <a:pt x="252" y="503"/>
                  </a:cubicBezTo>
                  <a:cubicBezTo>
                    <a:pt x="387" y="503"/>
                    <a:pt x="496" y="388"/>
                    <a:pt x="496" y="252"/>
                  </a:cubicBezTo>
                  <a:cubicBezTo>
                    <a:pt x="496"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 name="Google Shape;440;p2"/>
            <p:cNvSpPr/>
            <p:nvPr/>
          </p:nvSpPr>
          <p:spPr>
            <a:xfrm>
              <a:off x="1962150" y="2299875"/>
              <a:ext cx="12550" cy="12600"/>
            </a:xfrm>
            <a:custGeom>
              <a:avLst/>
              <a:gdLst/>
              <a:ahLst/>
              <a:cxnLst/>
              <a:rect l="l" t="t" r="r" b="b"/>
              <a:pathLst>
                <a:path w="502" h="504" extrusionOk="0">
                  <a:moveTo>
                    <a:pt x="250" y="1"/>
                  </a:moveTo>
                  <a:cubicBezTo>
                    <a:pt x="114" y="1"/>
                    <a:pt x="1" y="109"/>
                    <a:pt x="1" y="252"/>
                  </a:cubicBezTo>
                  <a:cubicBezTo>
                    <a:pt x="1" y="388"/>
                    <a:pt x="114" y="503"/>
                    <a:pt x="250" y="503"/>
                  </a:cubicBezTo>
                  <a:cubicBezTo>
                    <a:pt x="388" y="503"/>
                    <a:pt x="502" y="388"/>
                    <a:pt x="502" y="252"/>
                  </a:cubicBezTo>
                  <a:cubicBezTo>
                    <a:pt x="502"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 name="Google Shape;441;p2"/>
            <p:cNvSpPr/>
            <p:nvPr/>
          </p:nvSpPr>
          <p:spPr>
            <a:xfrm>
              <a:off x="2054075" y="2299875"/>
              <a:ext cx="12425" cy="12600"/>
            </a:xfrm>
            <a:custGeom>
              <a:avLst/>
              <a:gdLst/>
              <a:ahLst/>
              <a:cxnLst/>
              <a:rect l="l" t="t" r="r" b="b"/>
              <a:pathLst>
                <a:path w="497" h="504" extrusionOk="0">
                  <a:moveTo>
                    <a:pt x="252" y="1"/>
                  </a:moveTo>
                  <a:cubicBezTo>
                    <a:pt x="109" y="1"/>
                    <a:pt x="1" y="109"/>
                    <a:pt x="1" y="252"/>
                  </a:cubicBezTo>
                  <a:cubicBezTo>
                    <a:pt x="1" y="388"/>
                    <a:pt x="109" y="503"/>
                    <a:pt x="252" y="503"/>
                  </a:cubicBezTo>
                  <a:cubicBezTo>
                    <a:pt x="388" y="503"/>
                    <a:pt x="496" y="388"/>
                    <a:pt x="496" y="252"/>
                  </a:cubicBezTo>
                  <a:cubicBezTo>
                    <a:pt x="496"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 name="Google Shape;442;p2"/>
            <p:cNvSpPr/>
            <p:nvPr/>
          </p:nvSpPr>
          <p:spPr>
            <a:xfrm>
              <a:off x="2145825" y="2299875"/>
              <a:ext cx="12600" cy="12600"/>
            </a:xfrm>
            <a:custGeom>
              <a:avLst/>
              <a:gdLst/>
              <a:ahLst/>
              <a:cxnLst/>
              <a:rect l="l" t="t" r="r" b="b"/>
              <a:pathLst>
                <a:path w="504" h="504" extrusionOk="0">
                  <a:moveTo>
                    <a:pt x="252" y="1"/>
                  </a:moveTo>
                  <a:cubicBezTo>
                    <a:pt x="116" y="1"/>
                    <a:pt x="1" y="109"/>
                    <a:pt x="1" y="252"/>
                  </a:cubicBezTo>
                  <a:cubicBezTo>
                    <a:pt x="1" y="388"/>
                    <a:pt x="116" y="503"/>
                    <a:pt x="252" y="503"/>
                  </a:cubicBezTo>
                  <a:cubicBezTo>
                    <a:pt x="388" y="503"/>
                    <a:pt x="503" y="388"/>
                    <a:pt x="503" y="252"/>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 name="Google Shape;443;p2"/>
            <p:cNvSpPr/>
            <p:nvPr/>
          </p:nvSpPr>
          <p:spPr>
            <a:xfrm>
              <a:off x="2237800" y="2299875"/>
              <a:ext cx="12350" cy="12600"/>
            </a:xfrm>
            <a:custGeom>
              <a:avLst/>
              <a:gdLst/>
              <a:ahLst/>
              <a:cxnLst/>
              <a:rect l="l" t="t" r="r" b="b"/>
              <a:pathLst>
                <a:path w="494" h="504" extrusionOk="0">
                  <a:moveTo>
                    <a:pt x="244" y="1"/>
                  </a:moveTo>
                  <a:cubicBezTo>
                    <a:pt x="107" y="1"/>
                    <a:pt x="0" y="109"/>
                    <a:pt x="0" y="252"/>
                  </a:cubicBezTo>
                  <a:cubicBezTo>
                    <a:pt x="0" y="388"/>
                    <a:pt x="107" y="503"/>
                    <a:pt x="244" y="503"/>
                  </a:cubicBezTo>
                  <a:cubicBezTo>
                    <a:pt x="387" y="503"/>
                    <a:pt x="494" y="388"/>
                    <a:pt x="494" y="252"/>
                  </a:cubicBezTo>
                  <a:cubicBezTo>
                    <a:pt x="494" y="109"/>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 name="Google Shape;444;p2"/>
            <p:cNvSpPr/>
            <p:nvPr/>
          </p:nvSpPr>
          <p:spPr>
            <a:xfrm>
              <a:off x="2329550" y="2299875"/>
              <a:ext cx="12575" cy="12600"/>
            </a:xfrm>
            <a:custGeom>
              <a:avLst/>
              <a:gdLst/>
              <a:ahLst/>
              <a:cxnLst/>
              <a:rect l="l" t="t" r="r" b="b"/>
              <a:pathLst>
                <a:path w="503" h="504" extrusionOk="0">
                  <a:moveTo>
                    <a:pt x="251" y="1"/>
                  </a:moveTo>
                  <a:cubicBezTo>
                    <a:pt x="115" y="1"/>
                    <a:pt x="0" y="109"/>
                    <a:pt x="0" y="252"/>
                  </a:cubicBezTo>
                  <a:cubicBezTo>
                    <a:pt x="0" y="388"/>
                    <a:pt x="115" y="503"/>
                    <a:pt x="251" y="503"/>
                  </a:cubicBezTo>
                  <a:cubicBezTo>
                    <a:pt x="387" y="503"/>
                    <a:pt x="502" y="388"/>
                    <a:pt x="502" y="252"/>
                  </a:cubicBezTo>
                  <a:cubicBezTo>
                    <a:pt x="502"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 name="Google Shape;445;p2"/>
            <p:cNvSpPr/>
            <p:nvPr/>
          </p:nvSpPr>
          <p:spPr>
            <a:xfrm>
              <a:off x="2421325" y="2299875"/>
              <a:ext cx="12550" cy="12600"/>
            </a:xfrm>
            <a:custGeom>
              <a:avLst/>
              <a:gdLst/>
              <a:ahLst/>
              <a:cxnLst/>
              <a:rect l="l" t="t" r="r" b="b"/>
              <a:pathLst>
                <a:path w="502" h="504" extrusionOk="0">
                  <a:moveTo>
                    <a:pt x="250" y="1"/>
                  </a:moveTo>
                  <a:cubicBezTo>
                    <a:pt x="114" y="1"/>
                    <a:pt x="1" y="109"/>
                    <a:pt x="1" y="252"/>
                  </a:cubicBezTo>
                  <a:cubicBezTo>
                    <a:pt x="1" y="388"/>
                    <a:pt x="114" y="503"/>
                    <a:pt x="250" y="503"/>
                  </a:cubicBezTo>
                  <a:cubicBezTo>
                    <a:pt x="395" y="503"/>
                    <a:pt x="501" y="388"/>
                    <a:pt x="501" y="252"/>
                  </a:cubicBezTo>
                  <a:cubicBezTo>
                    <a:pt x="501" y="109"/>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2"/>
            <p:cNvSpPr/>
            <p:nvPr/>
          </p:nvSpPr>
          <p:spPr>
            <a:xfrm>
              <a:off x="2513250" y="2299875"/>
              <a:ext cx="12575" cy="12600"/>
            </a:xfrm>
            <a:custGeom>
              <a:avLst/>
              <a:gdLst/>
              <a:ahLst/>
              <a:cxnLst/>
              <a:rect l="l" t="t" r="r" b="b"/>
              <a:pathLst>
                <a:path w="503" h="504" extrusionOk="0">
                  <a:moveTo>
                    <a:pt x="252" y="1"/>
                  </a:moveTo>
                  <a:cubicBezTo>
                    <a:pt x="109" y="1"/>
                    <a:pt x="0" y="109"/>
                    <a:pt x="0" y="252"/>
                  </a:cubicBezTo>
                  <a:cubicBezTo>
                    <a:pt x="0" y="388"/>
                    <a:pt x="109" y="503"/>
                    <a:pt x="252" y="503"/>
                  </a:cubicBezTo>
                  <a:cubicBezTo>
                    <a:pt x="388" y="503"/>
                    <a:pt x="503" y="388"/>
                    <a:pt x="503" y="252"/>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 name="Google Shape;447;p2"/>
            <p:cNvSpPr/>
            <p:nvPr/>
          </p:nvSpPr>
          <p:spPr>
            <a:xfrm>
              <a:off x="2605000" y="2299875"/>
              <a:ext cx="12575" cy="12600"/>
            </a:xfrm>
            <a:custGeom>
              <a:avLst/>
              <a:gdLst/>
              <a:ahLst/>
              <a:cxnLst/>
              <a:rect l="l" t="t" r="r" b="b"/>
              <a:pathLst>
                <a:path w="503" h="504" extrusionOk="0">
                  <a:moveTo>
                    <a:pt x="252" y="1"/>
                  </a:moveTo>
                  <a:cubicBezTo>
                    <a:pt x="116" y="1"/>
                    <a:pt x="0" y="109"/>
                    <a:pt x="0" y="252"/>
                  </a:cubicBezTo>
                  <a:cubicBezTo>
                    <a:pt x="0" y="388"/>
                    <a:pt x="116" y="503"/>
                    <a:pt x="252" y="503"/>
                  </a:cubicBezTo>
                  <a:cubicBezTo>
                    <a:pt x="387" y="503"/>
                    <a:pt x="503" y="388"/>
                    <a:pt x="503" y="252"/>
                  </a:cubicBezTo>
                  <a:cubicBezTo>
                    <a:pt x="503"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448;p2"/>
            <p:cNvSpPr/>
            <p:nvPr/>
          </p:nvSpPr>
          <p:spPr>
            <a:xfrm>
              <a:off x="2696950" y="2299875"/>
              <a:ext cx="12375" cy="12600"/>
            </a:xfrm>
            <a:custGeom>
              <a:avLst/>
              <a:gdLst/>
              <a:ahLst/>
              <a:cxnLst/>
              <a:rect l="l" t="t" r="r" b="b"/>
              <a:pathLst>
                <a:path w="495" h="504" extrusionOk="0">
                  <a:moveTo>
                    <a:pt x="252" y="1"/>
                  </a:moveTo>
                  <a:cubicBezTo>
                    <a:pt x="108" y="1"/>
                    <a:pt x="1" y="109"/>
                    <a:pt x="1" y="252"/>
                  </a:cubicBezTo>
                  <a:cubicBezTo>
                    <a:pt x="1" y="388"/>
                    <a:pt x="108" y="503"/>
                    <a:pt x="252" y="503"/>
                  </a:cubicBezTo>
                  <a:cubicBezTo>
                    <a:pt x="388" y="503"/>
                    <a:pt x="495" y="388"/>
                    <a:pt x="495" y="252"/>
                  </a:cubicBezTo>
                  <a:cubicBezTo>
                    <a:pt x="495"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2"/>
            <p:cNvSpPr/>
            <p:nvPr/>
          </p:nvSpPr>
          <p:spPr>
            <a:xfrm>
              <a:off x="2788700" y="2299875"/>
              <a:ext cx="12600" cy="12600"/>
            </a:xfrm>
            <a:custGeom>
              <a:avLst/>
              <a:gdLst/>
              <a:ahLst/>
              <a:cxnLst/>
              <a:rect l="l" t="t" r="r" b="b"/>
              <a:pathLst>
                <a:path w="504" h="504" extrusionOk="0">
                  <a:moveTo>
                    <a:pt x="252" y="1"/>
                  </a:moveTo>
                  <a:cubicBezTo>
                    <a:pt x="116" y="1"/>
                    <a:pt x="1" y="109"/>
                    <a:pt x="1" y="252"/>
                  </a:cubicBezTo>
                  <a:cubicBezTo>
                    <a:pt x="1" y="388"/>
                    <a:pt x="116" y="503"/>
                    <a:pt x="252" y="503"/>
                  </a:cubicBezTo>
                  <a:cubicBezTo>
                    <a:pt x="388" y="503"/>
                    <a:pt x="503" y="388"/>
                    <a:pt x="503" y="252"/>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 name="Google Shape;450;p2"/>
            <p:cNvSpPr/>
            <p:nvPr/>
          </p:nvSpPr>
          <p:spPr>
            <a:xfrm>
              <a:off x="2880675" y="2299875"/>
              <a:ext cx="12375" cy="12600"/>
            </a:xfrm>
            <a:custGeom>
              <a:avLst/>
              <a:gdLst/>
              <a:ahLst/>
              <a:cxnLst/>
              <a:rect l="l" t="t" r="r" b="b"/>
              <a:pathLst>
                <a:path w="495" h="504" extrusionOk="0">
                  <a:moveTo>
                    <a:pt x="243" y="1"/>
                  </a:moveTo>
                  <a:cubicBezTo>
                    <a:pt x="107" y="1"/>
                    <a:pt x="0" y="109"/>
                    <a:pt x="0" y="252"/>
                  </a:cubicBezTo>
                  <a:cubicBezTo>
                    <a:pt x="0" y="388"/>
                    <a:pt x="107" y="503"/>
                    <a:pt x="243" y="503"/>
                  </a:cubicBezTo>
                  <a:cubicBezTo>
                    <a:pt x="387" y="503"/>
                    <a:pt x="494" y="388"/>
                    <a:pt x="494" y="252"/>
                  </a:cubicBezTo>
                  <a:cubicBezTo>
                    <a:pt x="494" y="109"/>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 name="Google Shape;451;p2"/>
            <p:cNvSpPr/>
            <p:nvPr/>
          </p:nvSpPr>
          <p:spPr>
            <a:xfrm>
              <a:off x="2972425" y="2299875"/>
              <a:ext cx="12575" cy="12600"/>
            </a:xfrm>
            <a:custGeom>
              <a:avLst/>
              <a:gdLst/>
              <a:ahLst/>
              <a:cxnLst/>
              <a:rect l="l" t="t" r="r" b="b"/>
              <a:pathLst>
                <a:path w="503" h="504" extrusionOk="0">
                  <a:moveTo>
                    <a:pt x="251" y="1"/>
                  </a:moveTo>
                  <a:cubicBezTo>
                    <a:pt x="115" y="1"/>
                    <a:pt x="0" y="109"/>
                    <a:pt x="0" y="252"/>
                  </a:cubicBezTo>
                  <a:cubicBezTo>
                    <a:pt x="0" y="388"/>
                    <a:pt x="115" y="503"/>
                    <a:pt x="251" y="503"/>
                  </a:cubicBezTo>
                  <a:cubicBezTo>
                    <a:pt x="387" y="503"/>
                    <a:pt x="503" y="388"/>
                    <a:pt x="503" y="252"/>
                  </a:cubicBezTo>
                  <a:cubicBezTo>
                    <a:pt x="503"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 name="Google Shape;452;p2"/>
            <p:cNvSpPr/>
            <p:nvPr/>
          </p:nvSpPr>
          <p:spPr>
            <a:xfrm>
              <a:off x="3064375" y="2299875"/>
              <a:ext cx="12375" cy="12600"/>
            </a:xfrm>
            <a:custGeom>
              <a:avLst/>
              <a:gdLst/>
              <a:ahLst/>
              <a:cxnLst/>
              <a:rect l="l" t="t" r="r" b="b"/>
              <a:pathLst>
                <a:path w="495" h="504" extrusionOk="0">
                  <a:moveTo>
                    <a:pt x="243" y="1"/>
                  </a:moveTo>
                  <a:cubicBezTo>
                    <a:pt x="107" y="1"/>
                    <a:pt x="1" y="109"/>
                    <a:pt x="1" y="252"/>
                  </a:cubicBezTo>
                  <a:cubicBezTo>
                    <a:pt x="1" y="388"/>
                    <a:pt x="107" y="503"/>
                    <a:pt x="243" y="503"/>
                  </a:cubicBezTo>
                  <a:cubicBezTo>
                    <a:pt x="388" y="503"/>
                    <a:pt x="495" y="388"/>
                    <a:pt x="495" y="252"/>
                  </a:cubicBezTo>
                  <a:cubicBezTo>
                    <a:pt x="495" y="109"/>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 name="Google Shape;453;p2"/>
            <p:cNvSpPr/>
            <p:nvPr/>
          </p:nvSpPr>
          <p:spPr>
            <a:xfrm>
              <a:off x="3156125" y="2299875"/>
              <a:ext cx="12600" cy="12600"/>
            </a:xfrm>
            <a:custGeom>
              <a:avLst/>
              <a:gdLst/>
              <a:ahLst/>
              <a:cxnLst/>
              <a:rect l="l" t="t" r="r" b="b"/>
              <a:pathLst>
                <a:path w="504" h="504" extrusionOk="0">
                  <a:moveTo>
                    <a:pt x="252" y="1"/>
                  </a:moveTo>
                  <a:cubicBezTo>
                    <a:pt x="116" y="1"/>
                    <a:pt x="1" y="109"/>
                    <a:pt x="1" y="252"/>
                  </a:cubicBezTo>
                  <a:cubicBezTo>
                    <a:pt x="1" y="388"/>
                    <a:pt x="116" y="503"/>
                    <a:pt x="252" y="503"/>
                  </a:cubicBezTo>
                  <a:cubicBezTo>
                    <a:pt x="388" y="503"/>
                    <a:pt x="503" y="388"/>
                    <a:pt x="503" y="252"/>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 name="Google Shape;454;p2"/>
            <p:cNvSpPr/>
            <p:nvPr/>
          </p:nvSpPr>
          <p:spPr>
            <a:xfrm>
              <a:off x="3247875" y="2299875"/>
              <a:ext cx="12575" cy="12600"/>
            </a:xfrm>
            <a:custGeom>
              <a:avLst/>
              <a:gdLst/>
              <a:ahLst/>
              <a:cxnLst/>
              <a:rect l="l" t="t" r="r" b="b"/>
              <a:pathLst>
                <a:path w="503" h="504" extrusionOk="0">
                  <a:moveTo>
                    <a:pt x="252" y="1"/>
                  </a:moveTo>
                  <a:cubicBezTo>
                    <a:pt x="116" y="1"/>
                    <a:pt x="1" y="109"/>
                    <a:pt x="1" y="252"/>
                  </a:cubicBezTo>
                  <a:cubicBezTo>
                    <a:pt x="1" y="388"/>
                    <a:pt x="116" y="503"/>
                    <a:pt x="252" y="503"/>
                  </a:cubicBezTo>
                  <a:cubicBezTo>
                    <a:pt x="388" y="503"/>
                    <a:pt x="503" y="388"/>
                    <a:pt x="503" y="252"/>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 name="Google Shape;455;p2"/>
            <p:cNvSpPr/>
            <p:nvPr/>
          </p:nvSpPr>
          <p:spPr>
            <a:xfrm>
              <a:off x="3339850" y="2299875"/>
              <a:ext cx="12525" cy="12600"/>
            </a:xfrm>
            <a:custGeom>
              <a:avLst/>
              <a:gdLst/>
              <a:ahLst/>
              <a:cxnLst/>
              <a:rect l="l" t="t" r="r" b="b"/>
              <a:pathLst>
                <a:path w="501" h="504" extrusionOk="0">
                  <a:moveTo>
                    <a:pt x="251" y="1"/>
                  </a:moveTo>
                  <a:cubicBezTo>
                    <a:pt x="107" y="1"/>
                    <a:pt x="0" y="109"/>
                    <a:pt x="0" y="252"/>
                  </a:cubicBezTo>
                  <a:cubicBezTo>
                    <a:pt x="0" y="388"/>
                    <a:pt x="107" y="503"/>
                    <a:pt x="251" y="503"/>
                  </a:cubicBezTo>
                  <a:cubicBezTo>
                    <a:pt x="387" y="503"/>
                    <a:pt x="501" y="388"/>
                    <a:pt x="501" y="252"/>
                  </a:cubicBezTo>
                  <a:cubicBezTo>
                    <a:pt x="501"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 name="Google Shape;456;p2"/>
            <p:cNvSpPr/>
            <p:nvPr/>
          </p:nvSpPr>
          <p:spPr>
            <a:xfrm>
              <a:off x="3431575" y="2299875"/>
              <a:ext cx="12600" cy="12600"/>
            </a:xfrm>
            <a:custGeom>
              <a:avLst/>
              <a:gdLst/>
              <a:ahLst/>
              <a:cxnLst/>
              <a:rect l="l" t="t" r="r" b="b"/>
              <a:pathLst>
                <a:path w="504" h="504" extrusionOk="0">
                  <a:moveTo>
                    <a:pt x="252" y="1"/>
                  </a:moveTo>
                  <a:cubicBezTo>
                    <a:pt x="116" y="1"/>
                    <a:pt x="1" y="109"/>
                    <a:pt x="1" y="252"/>
                  </a:cubicBezTo>
                  <a:cubicBezTo>
                    <a:pt x="1" y="388"/>
                    <a:pt x="116" y="503"/>
                    <a:pt x="252" y="503"/>
                  </a:cubicBezTo>
                  <a:cubicBezTo>
                    <a:pt x="388" y="503"/>
                    <a:pt x="503" y="388"/>
                    <a:pt x="503" y="252"/>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 name="Google Shape;457;p2"/>
            <p:cNvSpPr/>
            <p:nvPr/>
          </p:nvSpPr>
          <p:spPr>
            <a:xfrm>
              <a:off x="3523550" y="2299875"/>
              <a:ext cx="12375" cy="12600"/>
            </a:xfrm>
            <a:custGeom>
              <a:avLst/>
              <a:gdLst/>
              <a:ahLst/>
              <a:cxnLst/>
              <a:rect l="l" t="t" r="r" b="b"/>
              <a:pathLst>
                <a:path w="495" h="504" extrusionOk="0">
                  <a:moveTo>
                    <a:pt x="250" y="1"/>
                  </a:moveTo>
                  <a:cubicBezTo>
                    <a:pt x="107" y="1"/>
                    <a:pt x="0" y="109"/>
                    <a:pt x="0" y="252"/>
                  </a:cubicBezTo>
                  <a:cubicBezTo>
                    <a:pt x="0" y="388"/>
                    <a:pt x="107" y="503"/>
                    <a:pt x="250" y="503"/>
                  </a:cubicBezTo>
                  <a:cubicBezTo>
                    <a:pt x="388" y="503"/>
                    <a:pt x="494" y="388"/>
                    <a:pt x="494" y="252"/>
                  </a:cubicBezTo>
                  <a:cubicBezTo>
                    <a:pt x="494"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458;p2"/>
            <p:cNvSpPr/>
            <p:nvPr/>
          </p:nvSpPr>
          <p:spPr>
            <a:xfrm>
              <a:off x="676400" y="23916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 name="Google Shape;459;p2"/>
            <p:cNvSpPr/>
            <p:nvPr/>
          </p:nvSpPr>
          <p:spPr>
            <a:xfrm>
              <a:off x="768325" y="2391675"/>
              <a:ext cx="12400" cy="12550"/>
            </a:xfrm>
            <a:custGeom>
              <a:avLst/>
              <a:gdLst/>
              <a:ahLst/>
              <a:cxnLst/>
              <a:rect l="l" t="t" r="r" b="b"/>
              <a:pathLst>
                <a:path w="496" h="502" extrusionOk="0">
                  <a:moveTo>
                    <a:pt x="245" y="0"/>
                  </a:moveTo>
                  <a:cubicBezTo>
                    <a:pt x="109" y="0"/>
                    <a:pt x="0" y="114"/>
                    <a:pt x="0" y="252"/>
                  </a:cubicBezTo>
                  <a:cubicBezTo>
                    <a:pt x="0" y="388"/>
                    <a:pt x="109" y="501"/>
                    <a:pt x="245" y="501"/>
                  </a:cubicBezTo>
                  <a:cubicBezTo>
                    <a:pt x="388" y="501"/>
                    <a:pt x="496" y="388"/>
                    <a:pt x="496" y="252"/>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460;p2"/>
            <p:cNvSpPr/>
            <p:nvPr/>
          </p:nvSpPr>
          <p:spPr>
            <a:xfrm>
              <a:off x="860125" y="2391675"/>
              <a:ext cx="12525" cy="12550"/>
            </a:xfrm>
            <a:custGeom>
              <a:avLst/>
              <a:gdLst/>
              <a:ahLst/>
              <a:cxnLst/>
              <a:rect l="l" t="t" r="r" b="b"/>
              <a:pathLst>
                <a:path w="501" h="502" extrusionOk="0">
                  <a:moveTo>
                    <a:pt x="251" y="0"/>
                  </a:moveTo>
                  <a:cubicBezTo>
                    <a:pt x="114" y="0"/>
                    <a:pt x="0" y="114"/>
                    <a:pt x="0" y="252"/>
                  </a:cubicBezTo>
                  <a:cubicBezTo>
                    <a:pt x="0" y="388"/>
                    <a:pt x="114" y="501"/>
                    <a:pt x="251" y="501"/>
                  </a:cubicBezTo>
                  <a:cubicBezTo>
                    <a:pt x="387" y="501"/>
                    <a:pt x="501" y="388"/>
                    <a:pt x="501" y="252"/>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2"/>
            <p:cNvSpPr/>
            <p:nvPr/>
          </p:nvSpPr>
          <p:spPr>
            <a:xfrm>
              <a:off x="951850" y="23916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 name="Google Shape;462;p2"/>
            <p:cNvSpPr/>
            <p:nvPr/>
          </p:nvSpPr>
          <p:spPr>
            <a:xfrm>
              <a:off x="1043825" y="2391675"/>
              <a:ext cx="12375" cy="12550"/>
            </a:xfrm>
            <a:custGeom>
              <a:avLst/>
              <a:gdLst/>
              <a:ahLst/>
              <a:cxnLst/>
              <a:rect l="l" t="t" r="r" b="b"/>
              <a:pathLst>
                <a:path w="495" h="502" extrusionOk="0">
                  <a:moveTo>
                    <a:pt x="250" y="0"/>
                  </a:moveTo>
                  <a:cubicBezTo>
                    <a:pt x="107" y="0"/>
                    <a:pt x="0" y="114"/>
                    <a:pt x="0" y="252"/>
                  </a:cubicBezTo>
                  <a:cubicBezTo>
                    <a:pt x="0" y="388"/>
                    <a:pt x="107" y="501"/>
                    <a:pt x="250" y="501"/>
                  </a:cubicBezTo>
                  <a:cubicBezTo>
                    <a:pt x="388" y="501"/>
                    <a:pt x="494" y="388"/>
                    <a:pt x="494" y="252"/>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 name="Google Shape;463;p2"/>
            <p:cNvSpPr/>
            <p:nvPr/>
          </p:nvSpPr>
          <p:spPr>
            <a:xfrm>
              <a:off x="1135575" y="2391675"/>
              <a:ext cx="12575" cy="12550"/>
            </a:xfrm>
            <a:custGeom>
              <a:avLst/>
              <a:gdLst/>
              <a:ahLst/>
              <a:cxnLst/>
              <a:rect l="l" t="t" r="r" b="b"/>
              <a:pathLst>
                <a:path w="503" h="502" extrusionOk="0">
                  <a:moveTo>
                    <a:pt x="252" y="0"/>
                  </a:moveTo>
                  <a:cubicBezTo>
                    <a:pt x="116" y="0"/>
                    <a:pt x="0" y="114"/>
                    <a:pt x="0" y="252"/>
                  </a:cubicBezTo>
                  <a:cubicBezTo>
                    <a:pt x="0" y="388"/>
                    <a:pt x="116" y="501"/>
                    <a:pt x="252" y="501"/>
                  </a:cubicBezTo>
                  <a:cubicBezTo>
                    <a:pt x="387" y="501"/>
                    <a:pt x="503" y="388"/>
                    <a:pt x="503" y="252"/>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 name="Google Shape;464;p2"/>
            <p:cNvSpPr/>
            <p:nvPr/>
          </p:nvSpPr>
          <p:spPr>
            <a:xfrm>
              <a:off x="1227500" y="2391675"/>
              <a:ext cx="12400" cy="12550"/>
            </a:xfrm>
            <a:custGeom>
              <a:avLst/>
              <a:gdLst/>
              <a:ahLst/>
              <a:cxnLst/>
              <a:rect l="l" t="t" r="r" b="b"/>
              <a:pathLst>
                <a:path w="496" h="502" extrusionOk="0">
                  <a:moveTo>
                    <a:pt x="251" y="0"/>
                  </a:moveTo>
                  <a:cubicBezTo>
                    <a:pt x="109" y="0"/>
                    <a:pt x="0" y="114"/>
                    <a:pt x="0" y="252"/>
                  </a:cubicBezTo>
                  <a:cubicBezTo>
                    <a:pt x="0" y="388"/>
                    <a:pt x="109" y="501"/>
                    <a:pt x="251" y="501"/>
                  </a:cubicBezTo>
                  <a:cubicBezTo>
                    <a:pt x="387" y="501"/>
                    <a:pt x="496" y="388"/>
                    <a:pt x="496" y="252"/>
                  </a:cubicBezTo>
                  <a:cubicBezTo>
                    <a:pt x="496"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 name="Google Shape;465;p2"/>
            <p:cNvSpPr/>
            <p:nvPr/>
          </p:nvSpPr>
          <p:spPr>
            <a:xfrm>
              <a:off x="1319275" y="2391675"/>
              <a:ext cx="12550" cy="12550"/>
            </a:xfrm>
            <a:custGeom>
              <a:avLst/>
              <a:gdLst/>
              <a:ahLst/>
              <a:cxnLst/>
              <a:rect l="l" t="t" r="r" b="b"/>
              <a:pathLst>
                <a:path w="502" h="502" extrusionOk="0">
                  <a:moveTo>
                    <a:pt x="252" y="0"/>
                  </a:moveTo>
                  <a:cubicBezTo>
                    <a:pt x="114" y="0"/>
                    <a:pt x="1" y="114"/>
                    <a:pt x="1" y="252"/>
                  </a:cubicBezTo>
                  <a:cubicBezTo>
                    <a:pt x="1" y="388"/>
                    <a:pt x="114" y="501"/>
                    <a:pt x="252" y="501"/>
                  </a:cubicBezTo>
                  <a:cubicBezTo>
                    <a:pt x="388" y="501"/>
                    <a:pt x="501" y="388"/>
                    <a:pt x="501" y="252"/>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466;p2"/>
            <p:cNvSpPr/>
            <p:nvPr/>
          </p:nvSpPr>
          <p:spPr>
            <a:xfrm>
              <a:off x="1411200" y="2391675"/>
              <a:ext cx="12425" cy="12550"/>
            </a:xfrm>
            <a:custGeom>
              <a:avLst/>
              <a:gdLst/>
              <a:ahLst/>
              <a:cxnLst/>
              <a:rect l="l" t="t" r="r" b="b"/>
              <a:pathLst>
                <a:path w="497" h="502" extrusionOk="0">
                  <a:moveTo>
                    <a:pt x="245" y="0"/>
                  </a:moveTo>
                  <a:cubicBezTo>
                    <a:pt x="109" y="0"/>
                    <a:pt x="1" y="114"/>
                    <a:pt x="1" y="252"/>
                  </a:cubicBezTo>
                  <a:cubicBezTo>
                    <a:pt x="1" y="388"/>
                    <a:pt x="109" y="501"/>
                    <a:pt x="245" y="501"/>
                  </a:cubicBezTo>
                  <a:cubicBezTo>
                    <a:pt x="388" y="501"/>
                    <a:pt x="496" y="388"/>
                    <a:pt x="496" y="252"/>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 name="Google Shape;467;p2"/>
            <p:cNvSpPr/>
            <p:nvPr/>
          </p:nvSpPr>
          <p:spPr>
            <a:xfrm>
              <a:off x="1503000" y="2391675"/>
              <a:ext cx="12525" cy="12550"/>
            </a:xfrm>
            <a:custGeom>
              <a:avLst/>
              <a:gdLst/>
              <a:ahLst/>
              <a:cxnLst/>
              <a:rect l="l" t="t" r="r" b="b"/>
              <a:pathLst>
                <a:path w="501" h="502" extrusionOk="0">
                  <a:moveTo>
                    <a:pt x="250" y="0"/>
                  </a:moveTo>
                  <a:cubicBezTo>
                    <a:pt x="114" y="0"/>
                    <a:pt x="0" y="114"/>
                    <a:pt x="0" y="252"/>
                  </a:cubicBezTo>
                  <a:cubicBezTo>
                    <a:pt x="0" y="388"/>
                    <a:pt x="114" y="501"/>
                    <a:pt x="250" y="501"/>
                  </a:cubicBezTo>
                  <a:cubicBezTo>
                    <a:pt x="387" y="501"/>
                    <a:pt x="501" y="388"/>
                    <a:pt x="501" y="252"/>
                  </a:cubicBezTo>
                  <a:cubicBezTo>
                    <a:pt x="501" y="114"/>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 name="Google Shape;468;p2"/>
            <p:cNvSpPr/>
            <p:nvPr/>
          </p:nvSpPr>
          <p:spPr>
            <a:xfrm>
              <a:off x="1594750" y="2391675"/>
              <a:ext cx="12575" cy="12550"/>
            </a:xfrm>
            <a:custGeom>
              <a:avLst/>
              <a:gdLst/>
              <a:ahLst/>
              <a:cxnLst/>
              <a:rect l="l" t="t" r="r" b="b"/>
              <a:pathLst>
                <a:path w="503" h="502" extrusionOk="0">
                  <a:moveTo>
                    <a:pt x="251" y="0"/>
                  </a:moveTo>
                  <a:cubicBezTo>
                    <a:pt x="115" y="0"/>
                    <a:pt x="0" y="114"/>
                    <a:pt x="0" y="252"/>
                  </a:cubicBezTo>
                  <a:cubicBezTo>
                    <a:pt x="0" y="388"/>
                    <a:pt x="115" y="501"/>
                    <a:pt x="251" y="501"/>
                  </a:cubicBezTo>
                  <a:cubicBezTo>
                    <a:pt x="394" y="501"/>
                    <a:pt x="503" y="388"/>
                    <a:pt x="503" y="252"/>
                  </a:cubicBezTo>
                  <a:cubicBezTo>
                    <a:pt x="503" y="114"/>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469;p2"/>
            <p:cNvSpPr/>
            <p:nvPr/>
          </p:nvSpPr>
          <p:spPr>
            <a:xfrm>
              <a:off x="1686650" y="23916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 name="Google Shape;470;p2"/>
            <p:cNvSpPr/>
            <p:nvPr/>
          </p:nvSpPr>
          <p:spPr>
            <a:xfrm>
              <a:off x="1778450" y="2391675"/>
              <a:ext cx="12550" cy="12550"/>
            </a:xfrm>
            <a:custGeom>
              <a:avLst/>
              <a:gdLst/>
              <a:ahLst/>
              <a:cxnLst/>
              <a:rect l="l" t="t" r="r" b="b"/>
              <a:pathLst>
                <a:path w="502" h="502" extrusionOk="0">
                  <a:moveTo>
                    <a:pt x="252" y="0"/>
                  </a:moveTo>
                  <a:cubicBezTo>
                    <a:pt x="114" y="0"/>
                    <a:pt x="1" y="114"/>
                    <a:pt x="1" y="252"/>
                  </a:cubicBezTo>
                  <a:cubicBezTo>
                    <a:pt x="1" y="388"/>
                    <a:pt x="114" y="501"/>
                    <a:pt x="252" y="501"/>
                  </a:cubicBezTo>
                  <a:cubicBezTo>
                    <a:pt x="388" y="501"/>
                    <a:pt x="501" y="388"/>
                    <a:pt x="501" y="252"/>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 name="Google Shape;471;p2"/>
            <p:cNvSpPr/>
            <p:nvPr/>
          </p:nvSpPr>
          <p:spPr>
            <a:xfrm>
              <a:off x="1870375" y="2391675"/>
              <a:ext cx="12400" cy="12550"/>
            </a:xfrm>
            <a:custGeom>
              <a:avLst/>
              <a:gdLst/>
              <a:ahLst/>
              <a:cxnLst/>
              <a:rect l="l" t="t" r="r" b="b"/>
              <a:pathLst>
                <a:path w="496" h="502" extrusionOk="0">
                  <a:moveTo>
                    <a:pt x="252" y="0"/>
                  </a:moveTo>
                  <a:cubicBezTo>
                    <a:pt x="109" y="0"/>
                    <a:pt x="0" y="114"/>
                    <a:pt x="0" y="252"/>
                  </a:cubicBezTo>
                  <a:cubicBezTo>
                    <a:pt x="0" y="388"/>
                    <a:pt x="109" y="501"/>
                    <a:pt x="252" y="501"/>
                  </a:cubicBezTo>
                  <a:cubicBezTo>
                    <a:pt x="387" y="501"/>
                    <a:pt x="496" y="388"/>
                    <a:pt x="496" y="252"/>
                  </a:cubicBezTo>
                  <a:cubicBezTo>
                    <a:pt x="496"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 name="Google Shape;472;p2"/>
            <p:cNvSpPr/>
            <p:nvPr/>
          </p:nvSpPr>
          <p:spPr>
            <a:xfrm>
              <a:off x="1962150" y="2391675"/>
              <a:ext cx="12550" cy="12550"/>
            </a:xfrm>
            <a:custGeom>
              <a:avLst/>
              <a:gdLst/>
              <a:ahLst/>
              <a:cxnLst/>
              <a:rect l="l" t="t" r="r" b="b"/>
              <a:pathLst>
                <a:path w="502" h="502" extrusionOk="0">
                  <a:moveTo>
                    <a:pt x="250" y="0"/>
                  </a:moveTo>
                  <a:cubicBezTo>
                    <a:pt x="114" y="0"/>
                    <a:pt x="1" y="114"/>
                    <a:pt x="1" y="252"/>
                  </a:cubicBezTo>
                  <a:cubicBezTo>
                    <a:pt x="1" y="388"/>
                    <a:pt x="114" y="501"/>
                    <a:pt x="250" y="501"/>
                  </a:cubicBezTo>
                  <a:cubicBezTo>
                    <a:pt x="388" y="501"/>
                    <a:pt x="502" y="388"/>
                    <a:pt x="502" y="252"/>
                  </a:cubicBezTo>
                  <a:cubicBezTo>
                    <a:pt x="502"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 name="Google Shape;473;p2"/>
            <p:cNvSpPr/>
            <p:nvPr/>
          </p:nvSpPr>
          <p:spPr>
            <a:xfrm>
              <a:off x="2054075" y="2391675"/>
              <a:ext cx="12425" cy="12550"/>
            </a:xfrm>
            <a:custGeom>
              <a:avLst/>
              <a:gdLst/>
              <a:ahLst/>
              <a:cxnLst/>
              <a:rect l="l" t="t" r="r" b="b"/>
              <a:pathLst>
                <a:path w="497" h="502" extrusionOk="0">
                  <a:moveTo>
                    <a:pt x="252" y="0"/>
                  </a:moveTo>
                  <a:cubicBezTo>
                    <a:pt x="109" y="0"/>
                    <a:pt x="1" y="114"/>
                    <a:pt x="1" y="252"/>
                  </a:cubicBezTo>
                  <a:cubicBezTo>
                    <a:pt x="1" y="388"/>
                    <a:pt x="109" y="501"/>
                    <a:pt x="252" y="501"/>
                  </a:cubicBezTo>
                  <a:cubicBezTo>
                    <a:pt x="388" y="501"/>
                    <a:pt x="496" y="388"/>
                    <a:pt x="496" y="252"/>
                  </a:cubicBezTo>
                  <a:cubicBezTo>
                    <a:pt x="496"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474;p2"/>
            <p:cNvSpPr/>
            <p:nvPr/>
          </p:nvSpPr>
          <p:spPr>
            <a:xfrm>
              <a:off x="2145825" y="23916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475;p2"/>
            <p:cNvSpPr/>
            <p:nvPr/>
          </p:nvSpPr>
          <p:spPr>
            <a:xfrm>
              <a:off x="2237800" y="2391675"/>
              <a:ext cx="12350" cy="12550"/>
            </a:xfrm>
            <a:custGeom>
              <a:avLst/>
              <a:gdLst/>
              <a:ahLst/>
              <a:cxnLst/>
              <a:rect l="l" t="t" r="r" b="b"/>
              <a:pathLst>
                <a:path w="494" h="502" extrusionOk="0">
                  <a:moveTo>
                    <a:pt x="244" y="0"/>
                  </a:moveTo>
                  <a:cubicBezTo>
                    <a:pt x="107" y="0"/>
                    <a:pt x="0" y="114"/>
                    <a:pt x="0" y="252"/>
                  </a:cubicBezTo>
                  <a:cubicBezTo>
                    <a:pt x="0" y="388"/>
                    <a:pt x="107" y="501"/>
                    <a:pt x="244" y="501"/>
                  </a:cubicBezTo>
                  <a:cubicBezTo>
                    <a:pt x="387" y="501"/>
                    <a:pt x="494" y="388"/>
                    <a:pt x="494" y="252"/>
                  </a:cubicBezTo>
                  <a:cubicBezTo>
                    <a:pt x="494" y="114"/>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2"/>
            <p:cNvSpPr/>
            <p:nvPr/>
          </p:nvSpPr>
          <p:spPr>
            <a:xfrm>
              <a:off x="2329550" y="2391675"/>
              <a:ext cx="12575" cy="12550"/>
            </a:xfrm>
            <a:custGeom>
              <a:avLst/>
              <a:gdLst/>
              <a:ahLst/>
              <a:cxnLst/>
              <a:rect l="l" t="t" r="r" b="b"/>
              <a:pathLst>
                <a:path w="503" h="502" extrusionOk="0">
                  <a:moveTo>
                    <a:pt x="251" y="0"/>
                  </a:moveTo>
                  <a:cubicBezTo>
                    <a:pt x="115" y="0"/>
                    <a:pt x="0" y="114"/>
                    <a:pt x="0" y="252"/>
                  </a:cubicBezTo>
                  <a:cubicBezTo>
                    <a:pt x="0" y="388"/>
                    <a:pt x="115" y="501"/>
                    <a:pt x="251" y="501"/>
                  </a:cubicBezTo>
                  <a:cubicBezTo>
                    <a:pt x="387" y="501"/>
                    <a:pt x="502" y="388"/>
                    <a:pt x="502" y="252"/>
                  </a:cubicBezTo>
                  <a:cubicBezTo>
                    <a:pt x="502"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2"/>
            <p:cNvSpPr/>
            <p:nvPr/>
          </p:nvSpPr>
          <p:spPr>
            <a:xfrm>
              <a:off x="2421325" y="2391675"/>
              <a:ext cx="12550" cy="12550"/>
            </a:xfrm>
            <a:custGeom>
              <a:avLst/>
              <a:gdLst/>
              <a:ahLst/>
              <a:cxnLst/>
              <a:rect l="l" t="t" r="r" b="b"/>
              <a:pathLst>
                <a:path w="502" h="502" extrusionOk="0">
                  <a:moveTo>
                    <a:pt x="250" y="0"/>
                  </a:moveTo>
                  <a:cubicBezTo>
                    <a:pt x="114" y="0"/>
                    <a:pt x="1" y="114"/>
                    <a:pt x="1" y="252"/>
                  </a:cubicBezTo>
                  <a:cubicBezTo>
                    <a:pt x="1" y="388"/>
                    <a:pt x="114" y="501"/>
                    <a:pt x="250" y="501"/>
                  </a:cubicBezTo>
                  <a:cubicBezTo>
                    <a:pt x="395" y="501"/>
                    <a:pt x="501" y="388"/>
                    <a:pt x="501" y="252"/>
                  </a:cubicBezTo>
                  <a:cubicBezTo>
                    <a:pt x="501" y="114"/>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 name="Google Shape;478;p2"/>
            <p:cNvSpPr/>
            <p:nvPr/>
          </p:nvSpPr>
          <p:spPr>
            <a:xfrm>
              <a:off x="2513250" y="2391675"/>
              <a:ext cx="12575" cy="12550"/>
            </a:xfrm>
            <a:custGeom>
              <a:avLst/>
              <a:gdLst/>
              <a:ahLst/>
              <a:cxnLst/>
              <a:rect l="l" t="t" r="r" b="b"/>
              <a:pathLst>
                <a:path w="503" h="502" extrusionOk="0">
                  <a:moveTo>
                    <a:pt x="252" y="0"/>
                  </a:moveTo>
                  <a:cubicBezTo>
                    <a:pt x="109" y="0"/>
                    <a:pt x="0" y="114"/>
                    <a:pt x="0" y="252"/>
                  </a:cubicBezTo>
                  <a:cubicBezTo>
                    <a:pt x="0" y="388"/>
                    <a:pt x="109"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479;p2"/>
            <p:cNvSpPr/>
            <p:nvPr/>
          </p:nvSpPr>
          <p:spPr>
            <a:xfrm>
              <a:off x="2605000" y="2391675"/>
              <a:ext cx="12575" cy="12550"/>
            </a:xfrm>
            <a:custGeom>
              <a:avLst/>
              <a:gdLst/>
              <a:ahLst/>
              <a:cxnLst/>
              <a:rect l="l" t="t" r="r" b="b"/>
              <a:pathLst>
                <a:path w="503" h="502" extrusionOk="0">
                  <a:moveTo>
                    <a:pt x="252" y="0"/>
                  </a:moveTo>
                  <a:cubicBezTo>
                    <a:pt x="116" y="0"/>
                    <a:pt x="0" y="114"/>
                    <a:pt x="0" y="252"/>
                  </a:cubicBezTo>
                  <a:cubicBezTo>
                    <a:pt x="0" y="388"/>
                    <a:pt x="116" y="501"/>
                    <a:pt x="252" y="501"/>
                  </a:cubicBezTo>
                  <a:cubicBezTo>
                    <a:pt x="387" y="501"/>
                    <a:pt x="503" y="388"/>
                    <a:pt x="503" y="252"/>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 name="Google Shape;480;p2"/>
            <p:cNvSpPr/>
            <p:nvPr/>
          </p:nvSpPr>
          <p:spPr>
            <a:xfrm>
              <a:off x="2696950" y="2391675"/>
              <a:ext cx="12375" cy="12550"/>
            </a:xfrm>
            <a:custGeom>
              <a:avLst/>
              <a:gdLst/>
              <a:ahLst/>
              <a:cxnLst/>
              <a:rect l="l" t="t" r="r" b="b"/>
              <a:pathLst>
                <a:path w="495" h="502" extrusionOk="0">
                  <a:moveTo>
                    <a:pt x="252" y="0"/>
                  </a:moveTo>
                  <a:cubicBezTo>
                    <a:pt x="108" y="0"/>
                    <a:pt x="1" y="114"/>
                    <a:pt x="1" y="252"/>
                  </a:cubicBezTo>
                  <a:cubicBezTo>
                    <a:pt x="1" y="388"/>
                    <a:pt x="108" y="501"/>
                    <a:pt x="252" y="501"/>
                  </a:cubicBezTo>
                  <a:cubicBezTo>
                    <a:pt x="388" y="501"/>
                    <a:pt x="495" y="388"/>
                    <a:pt x="495" y="252"/>
                  </a:cubicBezTo>
                  <a:cubicBezTo>
                    <a:pt x="495"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 name="Google Shape;481;p2"/>
            <p:cNvSpPr/>
            <p:nvPr/>
          </p:nvSpPr>
          <p:spPr>
            <a:xfrm>
              <a:off x="2788700" y="23916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2"/>
            <p:cNvSpPr/>
            <p:nvPr/>
          </p:nvSpPr>
          <p:spPr>
            <a:xfrm>
              <a:off x="2880675" y="2391675"/>
              <a:ext cx="12375" cy="12550"/>
            </a:xfrm>
            <a:custGeom>
              <a:avLst/>
              <a:gdLst/>
              <a:ahLst/>
              <a:cxnLst/>
              <a:rect l="l" t="t" r="r" b="b"/>
              <a:pathLst>
                <a:path w="495" h="502" extrusionOk="0">
                  <a:moveTo>
                    <a:pt x="243" y="0"/>
                  </a:moveTo>
                  <a:cubicBezTo>
                    <a:pt x="107" y="0"/>
                    <a:pt x="0" y="114"/>
                    <a:pt x="0" y="252"/>
                  </a:cubicBezTo>
                  <a:cubicBezTo>
                    <a:pt x="0" y="388"/>
                    <a:pt x="107" y="501"/>
                    <a:pt x="243" y="501"/>
                  </a:cubicBezTo>
                  <a:cubicBezTo>
                    <a:pt x="387" y="501"/>
                    <a:pt x="494" y="388"/>
                    <a:pt x="494" y="252"/>
                  </a:cubicBezTo>
                  <a:cubicBezTo>
                    <a:pt x="494" y="114"/>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 name="Google Shape;483;p2"/>
            <p:cNvSpPr/>
            <p:nvPr/>
          </p:nvSpPr>
          <p:spPr>
            <a:xfrm>
              <a:off x="2972425" y="2391675"/>
              <a:ext cx="12575" cy="12550"/>
            </a:xfrm>
            <a:custGeom>
              <a:avLst/>
              <a:gdLst/>
              <a:ahLst/>
              <a:cxnLst/>
              <a:rect l="l" t="t" r="r" b="b"/>
              <a:pathLst>
                <a:path w="503" h="502" extrusionOk="0">
                  <a:moveTo>
                    <a:pt x="251" y="0"/>
                  </a:moveTo>
                  <a:cubicBezTo>
                    <a:pt x="115" y="0"/>
                    <a:pt x="0" y="114"/>
                    <a:pt x="0" y="252"/>
                  </a:cubicBezTo>
                  <a:cubicBezTo>
                    <a:pt x="0" y="388"/>
                    <a:pt x="115" y="501"/>
                    <a:pt x="251" y="501"/>
                  </a:cubicBezTo>
                  <a:cubicBezTo>
                    <a:pt x="387" y="501"/>
                    <a:pt x="503" y="388"/>
                    <a:pt x="503" y="252"/>
                  </a:cubicBezTo>
                  <a:cubicBezTo>
                    <a:pt x="503"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484;p2"/>
            <p:cNvSpPr/>
            <p:nvPr/>
          </p:nvSpPr>
          <p:spPr>
            <a:xfrm>
              <a:off x="3064375" y="2391675"/>
              <a:ext cx="12375" cy="12550"/>
            </a:xfrm>
            <a:custGeom>
              <a:avLst/>
              <a:gdLst/>
              <a:ahLst/>
              <a:cxnLst/>
              <a:rect l="l" t="t" r="r" b="b"/>
              <a:pathLst>
                <a:path w="495" h="502" extrusionOk="0">
                  <a:moveTo>
                    <a:pt x="243" y="0"/>
                  </a:moveTo>
                  <a:cubicBezTo>
                    <a:pt x="107" y="0"/>
                    <a:pt x="1" y="114"/>
                    <a:pt x="1" y="252"/>
                  </a:cubicBezTo>
                  <a:cubicBezTo>
                    <a:pt x="1" y="388"/>
                    <a:pt x="107" y="501"/>
                    <a:pt x="243" y="501"/>
                  </a:cubicBezTo>
                  <a:cubicBezTo>
                    <a:pt x="388" y="501"/>
                    <a:pt x="495" y="388"/>
                    <a:pt x="495" y="252"/>
                  </a:cubicBezTo>
                  <a:cubicBezTo>
                    <a:pt x="495" y="114"/>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2"/>
            <p:cNvSpPr/>
            <p:nvPr/>
          </p:nvSpPr>
          <p:spPr>
            <a:xfrm>
              <a:off x="3156125" y="23916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 name="Google Shape;486;p2"/>
            <p:cNvSpPr/>
            <p:nvPr/>
          </p:nvSpPr>
          <p:spPr>
            <a:xfrm>
              <a:off x="3247875" y="2391675"/>
              <a:ext cx="12575" cy="12550"/>
            </a:xfrm>
            <a:custGeom>
              <a:avLst/>
              <a:gdLst/>
              <a:ahLst/>
              <a:cxnLst/>
              <a:rect l="l" t="t" r="r" b="b"/>
              <a:pathLst>
                <a:path w="503"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 name="Google Shape;487;p2"/>
            <p:cNvSpPr/>
            <p:nvPr/>
          </p:nvSpPr>
          <p:spPr>
            <a:xfrm>
              <a:off x="3339850" y="2391675"/>
              <a:ext cx="12525" cy="12550"/>
            </a:xfrm>
            <a:custGeom>
              <a:avLst/>
              <a:gdLst/>
              <a:ahLst/>
              <a:cxnLst/>
              <a:rect l="l" t="t" r="r" b="b"/>
              <a:pathLst>
                <a:path w="501" h="502" extrusionOk="0">
                  <a:moveTo>
                    <a:pt x="251" y="0"/>
                  </a:moveTo>
                  <a:cubicBezTo>
                    <a:pt x="107" y="0"/>
                    <a:pt x="0" y="114"/>
                    <a:pt x="0" y="252"/>
                  </a:cubicBezTo>
                  <a:cubicBezTo>
                    <a:pt x="0" y="388"/>
                    <a:pt x="107" y="501"/>
                    <a:pt x="251" y="501"/>
                  </a:cubicBezTo>
                  <a:cubicBezTo>
                    <a:pt x="387" y="501"/>
                    <a:pt x="501" y="388"/>
                    <a:pt x="501" y="252"/>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 name="Google Shape;488;p2"/>
            <p:cNvSpPr/>
            <p:nvPr/>
          </p:nvSpPr>
          <p:spPr>
            <a:xfrm>
              <a:off x="3431575" y="23916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 name="Google Shape;489;p2"/>
            <p:cNvSpPr/>
            <p:nvPr/>
          </p:nvSpPr>
          <p:spPr>
            <a:xfrm>
              <a:off x="3523550" y="2391675"/>
              <a:ext cx="12375" cy="12550"/>
            </a:xfrm>
            <a:custGeom>
              <a:avLst/>
              <a:gdLst/>
              <a:ahLst/>
              <a:cxnLst/>
              <a:rect l="l" t="t" r="r" b="b"/>
              <a:pathLst>
                <a:path w="495" h="502" extrusionOk="0">
                  <a:moveTo>
                    <a:pt x="250" y="0"/>
                  </a:moveTo>
                  <a:cubicBezTo>
                    <a:pt x="107" y="0"/>
                    <a:pt x="0" y="114"/>
                    <a:pt x="0" y="252"/>
                  </a:cubicBezTo>
                  <a:cubicBezTo>
                    <a:pt x="0" y="388"/>
                    <a:pt x="107" y="501"/>
                    <a:pt x="250" y="501"/>
                  </a:cubicBezTo>
                  <a:cubicBezTo>
                    <a:pt x="388" y="501"/>
                    <a:pt x="494" y="388"/>
                    <a:pt x="494" y="252"/>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 name="Google Shape;490;p2"/>
            <p:cNvSpPr/>
            <p:nvPr/>
          </p:nvSpPr>
          <p:spPr>
            <a:xfrm>
              <a:off x="676400" y="2483600"/>
              <a:ext cx="12600" cy="12400"/>
            </a:xfrm>
            <a:custGeom>
              <a:avLst/>
              <a:gdLst/>
              <a:ahLst/>
              <a:cxnLst/>
              <a:rect l="l" t="t" r="r" b="b"/>
              <a:pathLst>
                <a:path w="504" h="496" extrusionOk="0">
                  <a:moveTo>
                    <a:pt x="252" y="0"/>
                  </a:moveTo>
                  <a:cubicBezTo>
                    <a:pt x="116" y="0"/>
                    <a:pt x="1" y="109"/>
                    <a:pt x="1" y="251"/>
                  </a:cubicBezTo>
                  <a:cubicBezTo>
                    <a:pt x="1" y="387"/>
                    <a:pt x="116" y="496"/>
                    <a:pt x="252" y="496"/>
                  </a:cubicBezTo>
                  <a:cubicBezTo>
                    <a:pt x="388" y="496"/>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 name="Google Shape;491;p2"/>
            <p:cNvSpPr/>
            <p:nvPr/>
          </p:nvSpPr>
          <p:spPr>
            <a:xfrm>
              <a:off x="768325" y="2483600"/>
              <a:ext cx="12400" cy="12400"/>
            </a:xfrm>
            <a:custGeom>
              <a:avLst/>
              <a:gdLst/>
              <a:ahLst/>
              <a:cxnLst/>
              <a:rect l="l" t="t" r="r" b="b"/>
              <a:pathLst>
                <a:path w="496" h="496" extrusionOk="0">
                  <a:moveTo>
                    <a:pt x="245" y="0"/>
                  </a:moveTo>
                  <a:cubicBezTo>
                    <a:pt x="109" y="0"/>
                    <a:pt x="0" y="109"/>
                    <a:pt x="0" y="251"/>
                  </a:cubicBezTo>
                  <a:cubicBezTo>
                    <a:pt x="0" y="387"/>
                    <a:pt x="109" y="496"/>
                    <a:pt x="245" y="496"/>
                  </a:cubicBezTo>
                  <a:cubicBezTo>
                    <a:pt x="388" y="496"/>
                    <a:pt x="496" y="387"/>
                    <a:pt x="496" y="251"/>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 name="Google Shape;492;p2"/>
            <p:cNvSpPr/>
            <p:nvPr/>
          </p:nvSpPr>
          <p:spPr>
            <a:xfrm>
              <a:off x="860125" y="2483600"/>
              <a:ext cx="12525" cy="12400"/>
            </a:xfrm>
            <a:custGeom>
              <a:avLst/>
              <a:gdLst/>
              <a:ahLst/>
              <a:cxnLst/>
              <a:rect l="l" t="t" r="r" b="b"/>
              <a:pathLst>
                <a:path w="501" h="496" extrusionOk="0">
                  <a:moveTo>
                    <a:pt x="251" y="0"/>
                  </a:moveTo>
                  <a:cubicBezTo>
                    <a:pt x="114" y="0"/>
                    <a:pt x="0" y="109"/>
                    <a:pt x="0" y="251"/>
                  </a:cubicBezTo>
                  <a:cubicBezTo>
                    <a:pt x="0" y="387"/>
                    <a:pt x="114" y="496"/>
                    <a:pt x="251" y="496"/>
                  </a:cubicBezTo>
                  <a:cubicBezTo>
                    <a:pt x="387" y="496"/>
                    <a:pt x="501" y="387"/>
                    <a:pt x="501" y="251"/>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 name="Google Shape;493;p2"/>
            <p:cNvSpPr/>
            <p:nvPr/>
          </p:nvSpPr>
          <p:spPr>
            <a:xfrm>
              <a:off x="951850" y="2483600"/>
              <a:ext cx="12600" cy="12400"/>
            </a:xfrm>
            <a:custGeom>
              <a:avLst/>
              <a:gdLst/>
              <a:ahLst/>
              <a:cxnLst/>
              <a:rect l="l" t="t" r="r" b="b"/>
              <a:pathLst>
                <a:path w="504" h="496" extrusionOk="0">
                  <a:moveTo>
                    <a:pt x="252" y="0"/>
                  </a:moveTo>
                  <a:cubicBezTo>
                    <a:pt x="116" y="0"/>
                    <a:pt x="1" y="109"/>
                    <a:pt x="1" y="251"/>
                  </a:cubicBezTo>
                  <a:cubicBezTo>
                    <a:pt x="1" y="387"/>
                    <a:pt x="116" y="496"/>
                    <a:pt x="252" y="496"/>
                  </a:cubicBezTo>
                  <a:cubicBezTo>
                    <a:pt x="388" y="496"/>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 name="Google Shape;494;p2"/>
            <p:cNvSpPr/>
            <p:nvPr/>
          </p:nvSpPr>
          <p:spPr>
            <a:xfrm>
              <a:off x="1043825" y="2483600"/>
              <a:ext cx="12375" cy="12400"/>
            </a:xfrm>
            <a:custGeom>
              <a:avLst/>
              <a:gdLst/>
              <a:ahLst/>
              <a:cxnLst/>
              <a:rect l="l" t="t" r="r" b="b"/>
              <a:pathLst>
                <a:path w="495" h="496" extrusionOk="0">
                  <a:moveTo>
                    <a:pt x="250" y="0"/>
                  </a:moveTo>
                  <a:cubicBezTo>
                    <a:pt x="107" y="0"/>
                    <a:pt x="0" y="109"/>
                    <a:pt x="0" y="251"/>
                  </a:cubicBezTo>
                  <a:cubicBezTo>
                    <a:pt x="0" y="387"/>
                    <a:pt x="107" y="496"/>
                    <a:pt x="250" y="496"/>
                  </a:cubicBezTo>
                  <a:cubicBezTo>
                    <a:pt x="388" y="496"/>
                    <a:pt x="494" y="387"/>
                    <a:pt x="494" y="251"/>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 name="Google Shape;495;p2"/>
            <p:cNvSpPr/>
            <p:nvPr/>
          </p:nvSpPr>
          <p:spPr>
            <a:xfrm>
              <a:off x="1135575" y="2483600"/>
              <a:ext cx="12575" cy="12400"/>
            </a:xfrm>
            <a:custGeom>
              <a:avLst/>
              <a:gdLst/>
              <a:ahLst/>
              <a:cxnLst/>
              <a:rect l="l" t="t" r="r" b="b"/>
              <a:pathLst>
                <a:path w="503" h="496" extrusionOk="0">
                  <a:moveTo>
                    <a:pt x="252" y="0"/>
                  </a:moveTo>
                  <a:cubicBezTo>
                    <a:pt x="116" y="0"/>
                    <a:pt x="0" y="109"/>
                    <a:pt x="0" y="251"/>
                  </a:cubicBezTo>
                  <a:cubicBezTo>
                    <a:pt x="0" y="387"/>
                    <a:pt x="116" y="496"/>
                    <a:pt x="252" y="496"/>
                  </a:cubicBezTo>
                  <a:cubicBezTo>
                    <a:pt x="387" y="496"/>
                    <a:pt x="503" y="387"/>
                    <a:pt x="503" y="251"/>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 name="Google Shape;496;p2"/>
            <p:cNvSpPr/>
            <p:nvPr/>
          </p:nvSpPr>
          <p:spPr>
            <a:xfrm>
              <a:off x="1227500" y="2483600"/>
              <a:ext cx="12400" cy="12400"/>
            </a:xfrm>
            <a:custGeom>
              <a:avLst/>
              <a:gdLst/>
              <a:ahLst/>
              <a:cxnLst/>
              <a:rect l="l" t="t" r="r" b="b"/>
              <a:pathLst>
                <a:path w="496" h="496" extrusionOk="0">
                  <a:moveTo>
                    <a:pt x="251" y="0"/>
                  </a:moveTo>
                  <a:cubicBezTo>
                    <a:pt x="109" y="0"/>
                    <a:pt x="0" y="109"/>
                    <a:pt x="0" y="251"/>
                  </a:cubicBezTo>
                  <a:cubicBezTo>
                    <a:pt x="0" y="387"/>
                    <a:pt x="109" y="496"/>
                    <a:pt x="251" y="496"/>
                  </a:cubicBezTo>
                  <a:cubicBezTo>
                    <a:pt x="387" y="496"/>
                    <a:pt x="496" y="387"/>
                    <a:pt x="496" y="251"/>
                  </a:cubicBezTo>
                  <a:cubicBezTo>
                    <a:pt x="496"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 name="Google Shape;497;p2"/>
            <p:cNvSpPr/>
            <p:nvPr/>
          </p:nvSpPr>
          <p:spPr>
            <a:xfrm>
              <a:off x="1319275" y="2483600"/>
              <a:ext cx="12550" cy="12400"/>
            </a:xfrm>
            <a:custGeom>
              <a:avLst/>
              <a:gdLst/>
              <a:ahLst/>
              <a:cxnLst/>
              <a:rect l="l" t="t" r="r" b="b"/>
              <a:pathLst>
                <a:path w="502" h="496" extrusionOk="0">
                  <a:moveTo>
                    <a:pt x="252" y="0"/>
                  </a:moveTo>
                  <a:cubicBezTo>
                    <a:pt x="114" y="0"/>
                    <a:pt x="1" y="109"/>
                    <a:pt x="1" y="251"/>
                  </a:cubicBezTo>
                  <a:cubicBezTo>
                    <a:pt x="1" y="387"/>
                    <a:pt x="114" y="496"/>
                    <a:pt x="252" y="496"/>
                  </a:cubicBezTo>
                  <a:cubicBezTo>
                    <a:pt x="388" y="496"/>
                    <a:pt x="501" y="387"/>
                    <a:pt x="501" y="251"/>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 name="Google Shape;498;p2"/>
            <p:cNvSpPr/>
            <p:nvPr/>
          </p:nvSpPr>
          <p:spPr>
            <a:xfrm>
              <a:off x="1411200" y="2483600"/>
              <a:ext cx="12425" cy="12400"/>
            </a:xfrm>
            <a:custGeom>
              <a:avLst/>
              <a:gdLst/>
              <a:ahLst/>
              <a:cxnLst/>
              <a:rect l="l" t="t" r="r" b="b"/>
              <a:pathLst>
                <a:path w="497" h="496" extrusionOk="0">
                  <a:moveTo>
                    <a:pt x="245" y="0"/>
                  </a:moveTo>
                  <a:cubicBezTo>
                    <a:pt x="109" y="0"/>
                    <a:pt x="1" y="109"/>
                    <a:pt x="1" y="251"/>
                  </a:cubicBezTo>
                  <a:cubicBezTo>
                    <a:pt x="1" y="387"/>
                    <a:pt x="109" y="496"/>
                    <a:pt x="245" y="496"/>
                  </a:cubicBezTo>
                  <a:cubicBezTo>
                    <a:pt x="388" y="496"/>
                    <a:pt x="496" y="387"/>
                    <a:pt x="496" y="251"/>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 name="Google Shape;499;p2"/>
            <p:cNvSpPr/>
            <p:nvPr/>
          </p:nvSpPr>
          <p:spPr>
            <a:xfrm>
              <a:off x="1503000" y="2483600"/>
              <a:ext cx="12525" cy="12400"/>
            </a:xfrm>
            <a:custGeom>
              <a:avLst/>
              <a:gdLst/>
              <a:ahLst/>
              <a:cxnLst/>
              <a:rect l="l" t="t" r="r" b="b"/>
              <a:pathLst>
                <a:path w="501" h="496" extrusionOk="0">
                  <a:moveTo>
                    <a:pt x="250" y="0"/>
                  </a:moveTo>
                  <a:cubicBezTo>
                    <a:pt x="114" y="0"/>
                    <a:pt x="0" y="109"/>
                    <a:pt x="0" y="251"/>
                  </a:cubicBezTo>
                  <a:cubicBezTo>
                    <a:pt x="0" y="387"/>
                    <a:pt x="114" y="496"/>
                    <a:pt x="250" y="496"/>
                  </a:cubicBezTo>
                  <a:cubicBezTo>
                    <a:pt x="387" y="496"/>
                    <a:pt x="501" y="387"/>
                    <a:pt x="501" y="251"/>
                  </a:cubicBezTo>
                  <a:cubicBezTo>
                    <a:pt x="501" y="109"/>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 name="Google Shape;500;p2"/>
            <p:cNvSpPr/>
            <p:nvPr/>
          </p:nvSpPr>
          <p:spPr>
            <a:xfrm>
              <a:off x="1594750" y="2483600"/>
              <a:ext cx="12575" cy="12400"/>
            </a:xfrm>
            <a:custGeom>
              <a:avLst/>
              <a:gdLst/>
              <a:ahLst/>
              <a:cxnLst/>
              <a:rect l="l" t="t" r="r" b="b"/>
              <a:pathLst>
                <a:path w="503" h="496" extrusionOk="0">
                  <a:moveTo>
                    <a:pt x="251" y="0"/>
                  </a:moveTo>
                  <a:cubicBezTo>
                    <a:pt x="115" y="0"/>
                    <a:pt x="0" y="109"/>
                    <a:pt x="0" y="251"/>
                  </a:cubicBezTo>
                  <a:cubicBezTo>
                    <a:pt x="0" y="387"/>
                    <a:pt x="115" y="496"/>
                    <a:pt x="251" y="496"/>
                  </a:cubicBezTo>
                  <a:cubicBezTo>
                    <a:pt x="394" y="496"/>
                    <a:pt x="503" y="387"/>
                    <a:pt x="503" y="251"/>
                  </a:cubicBezTo>
                  <a:cubicBezTo>
                    <a:pt x="503" y="109"/>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 name="Google Shape;501;p2"/>
            <p:cNvSpPr/>
            <p:nvPr/>
          </p:nvSpPr>
          <p:spPr>
            <a:xfrm>
              <a:off x="1686650" y="2483600"/>
              <a:ext cx="12600" cy="12400"/>
            </a:xfrm>
            <a:custGeom>
              <a:avLst/>
              <a:gdLst/>
              <a:ahLst/>
              <a:cxnLst/>
              <a:rect l="l" t="t" r="r" b="b"/>
              <a:pathLst>
                <a:path w="504" h="496" extrusionOk="0">
                  <a:moveTo>
                    <a:pt x="252" y="0"/>
                  </a:moveTo>
                  <a:cubicBezTo>
                    <a:pt x="116" y="0"/>
                    <a:pt x="1" y="109"/>
                    <a:pt x="1" y="251"/>
                  </a:cubicBezTo>
                  <a:cubicBezTo>
                    <a:pt x="1" y="387"/>
                    <a:pt x="116" y="496"/>
                    <a:pt x="252" y="496"/>
                  </a:cubicBezTo>
                  <a:cubicBezTo>
                    <a:pt x="388" y="496"/>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 name="Google Shape;502;p2"/>
            <p:cNvSpPr/>
            <p:nvPr/>
          </p:nvSpPr>
          <p:spPr>
            <a:xfrm>
              <a:off x="1778450" y="2483600"/>
              <a:ext cx="12550" cy="12400"/>
            </a:xfrm>
            <a:custGeom>
              <a:avLst/>
              <a:gdLst/>
              <a:ahLst/>
              <a:cxnLst/>
              <a:rect l="l" t="t" r="r" b="b"/>
              <a:pathLst>
                <a:path w="502" h="496" extrusionOk="0">
                  <a:moveTo>
                    <a:pt x="252" y="0"/>
                  </a:moveTo>
                  <a:cubicBezTo>
                    <a:pt x="114" y="0"/>
                    <a:pt x="1" y="109"/>
                    <a:pt x="1" y="251"/>
                  </a:cubicBezTo>
                  <a:cubicBezTo>
                    <a:pt x="1" y="387"/>
                    <a:pt x="114" y="496"/>
                    <a:pt x="252" y="496"/>
                  </a:cubicBezTo>
                  <a:cubicBezTo>
                    <a:pt x="388" y="496"/>
                    <a:pt x="501" y="387"/>
                    <a:pt x="501" y="251"/>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 name="Google Shape;503;p2"/>
            <p:cNvSpPr/>
            <p:nvPr/>
          </p:nvSpPr>
          <p:spPr>
            <a:xfrm>
              <a:off x="1870375" y="2483600"/>
              <a:ext cx="12400" cy="12400"/>
            </a:xfrm>
            <a:custGeom>
              <a:avLst/>
              <a:gdLst/>
              <a:ahLst/>
              <a:cxnLst/>
              <a:rect l="l" t="t" r="r" b="b"/>
              <a:pathLst>
                <a:path w="496" h="496" extrusionOk="0">
                  <a:moveTo>
                    <a:pt x="252" y="0"/>
                  </a:moveTo>
                  <a:cubicBezTo>
                    <a:pt x="109" y="0"/>
                    <a:pt x="0" y="109"/>
                    <a:pt x="0" y="251"/>
                  </a:cubicBezTo>
                  <a:cubicBezTo>
                    <a:pt x="0" y="387"/>
                    <a:pt x="109" y="496"/>
                    <a:pt x="252" y="496"/>
                  </a:cubicBezTo>
                  <a:cubicBezTo>
                    <a:pt x="387" y="496"/>
                    <a:pt x="496" y="387"/>
                    <a:pt x="496" y="251"/>
                  </a:cubicBezTo>
                  <a:cubicBezTo>
                    <a:pt x="496"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 name="Google Shape;504;p2"/>
            <p:cNvSpPr/>
            <p:nvPr/>
          </p:nvSpPr>
          <p:spPr>
            <a:xfrm>
              <a:off x="1962150" y="2483600"/>
              <a:ext cx="12550" cy="12400"/>
            </a:xfrm>
            <a:custGeom>
              <a:avLst/>
              <a:gdLst/>
              <a:ahLst/>
              <a:cxnLst/>
              <a:rect l="l" t="t" r="r" b="b"/>
              <a:pathLst>
                <a:path w="502" h="496" extrusionOk="0">
                  <a:moveTo>
                    <a:pt x="250" y="0"/>
                  </a:moveTo>
                  <a:cubicBezTo>
                    <a:pt x="114" y="0"/>
                    <a:pt x="1" y="109"/>
                    <a:pt x="1" y="251"/>
                  </a:cubicBezTo>
                  <a:cubicBezTo>
                    <a:pt x="1" y="387"/>
                    <a:pt x="114" y="496"/>
                    <a:pt x="250" y="496"/>
                  </a:cubicBezTo>
                  <a:cubicBezTo>
                    <a:pt x="388" y="496"/>
                    <a:pt x="502" y="387"/>
                    <a:pt x="502" y="251"/>
                  </a:cubicBezTo>
                  <a:cubicBezTo>
                    <a:pt x="502"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 name="Google Shape;505;p2"/>
            <p:cNvSpPr/>
            <p:nvPr/>
          </p:nvSpPr>
          <p:spPr>
            <a:xfrm>
              <a:off x="2054075" y="2483600"/>
              <a:ext cx="12425" cy="12400"/>
            </a:xfrm>
            <a:custGeom>
              <a:avLst/>
              <a:gdLst/>
              <a:ahLst/>
              <a:cxnLst/>
              <a:rect l="l" t="t" r="r" b="b"/>
              <a:pathLst>
                <a:path w="497" h="496" extrusionOk="0">
                  <a:moveTo>
                    <a:pt x="252" y="0"/>
                  </a:moveTo>
                  <a:cubicBezTo>
                    <a:pt x="109" y="0"/>
                    <a:pt x="1" y="109"/>
                    <a:pt x="1" y="251"/>
                  </a:cubicBezTo>
                  <a:cubicBezTo>
                    <a:pt x="1" y="387"/>
                    <a:pt x="109" y="496"/>
                    <a:pt x="252" y="496"/>
                  </a:cubicBezTo>
                  <a:cubicBezTo>
                    <a:pt x="388" y="496"/>
                    <a:pt x="496" y="387"/>
                    <a:pt x="496" y="251"/>
                  </a:cubicBezTo>
                  <a:cubicBezTo>
                    <a:pt x="496"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 name="Google Shape;506;p2"/>
            <p:cNvSpPr/>
            <p:nvPr/>
          </p:nvSpPr>
          <p:spPr>
            <a:xfrm>
              <a:off x="2145825" y="2483600"/>
              <a:ext cx="12600" cy="12400"/>
            </a:xfrm>
            <a:custGeom>
              <a:avLst/>
              <a:gdLst/>
              <a:ahLst/>
              <a:cxnLst/>
              <a:rect l="l" t="t" r="r" b="b"/>
              <a:pathLst>
                <a:path w="504" h="496" extrusionOk="0">
                  <a:moveTo>
                    <a:pt x="252" y="0"/>
                  </a:moveTo>
                  <a:cubicBezTo>
                    <a:pt x="116" y="0"/>
                    <a:pt x="1" y="109"/>
                    <a:pt x="1" y="251"/>
                  </a:cubicBezTo>
                  <a:cubicBezTo>
                    <a:pt x="1" y="387"/>
                    <a:pt x="116" y="496"/>
                    <a:pt x="252" y="496"/>
                  </a:cubicBezTo>
                  <a:cubicBezTo>
                    <a:pt x="388" y="496"/>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 name="Google Shape;507;p2"/>
            <p:cNvSpPr/>
            <p:nvPr/>
          </p:nvSpPr>
          <p:spPr>
            <a:xfrm>
              <a:off x="2237800" y="2483600"/>
              <a:ext cx="12350" cy="12400"/>
            </a:xfrm>
            <a:custGeom>
              <a:avLst/>
              <a:gdLst/>
              <a:ahLst/>
              <a:cxnLst/>
              <a:rect l="l" t="t" r="r" b="b"/>
              <a:pathLst>
                <a:path w="494" h="496" extrusionOk="0">
                  <a:moveTo>
                    <a:pt x="244" y="0"/>
                  </a:moveTo>
                  <a:cubicBezTo>
                    <a:pt x="107" y="0"/>
                    <a:pt x="0" y="109"/>
                    <a:pt x="0" y="251"/>
                  </a:cubicBezTo>
                  <a:cubicBezTo>
                    <a:pt x="0" y="387"/>
                    <a:pt x="107" y="496"/>
                    <a:pt x="244" y="496"/>
                  </a:cubicBezTo>
                  <a:cubicBezTo>
                    <a:pt x="387" y="496"/>
                    <a:pt x="494" y="387"/>
                    <a:pt x="494" y="251"/>
                  </a:cubicBezTo>
                  <a:cubicBezTo>
                    <a:pt x="494" y="109"/>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 name="Google Shape;508;p2"/>
            <p:cNvSpPr/>
            <p:nvPr/>
          </p:nvSpPr>
          <p:spPr>
            <a:xfrm>
              <a:off x="2329550" y="2483600"/>
              <a:ext cx="12575" cy="12400"/>
            </a:xfrm>
            <a:custGeom>
              <a:avLst/>
              <a:gdLst/>
              <a:ahLst/>
              <a:cxnLst/>
              <a:rect l="l" t="t" r="r" b="b"/>
              <a:pathLst>
                <a:path w="503" h="496" extrusionOk="0">
                  <a:moveTo>
                    <a:pt x="251" y="0"/>
                  </a:moveTo>
                  <a:cubicBezTo>
                    <a:pt x="115" y="0"/>
                    <a:pt x="0" y="109"/>
                    <a:pt x="0" y="251"/>
                  </a:cubicBezTo>
                  <a:cubicBezTo>
                    <a:pt x="0" y="387"/>
                    <a:pt x="115" y="496"/>
                    <a:pt x="251" y="496"/>
                  </a:cubicBezTo>
                  <a:cubicBezTo>
                    <a:pt x="387" y="496"/>
                    <a:pt x="502" y="387"/>
                    <a:pt x="502" y="251"/>
                  </a:cubicBezTo>
                  <a:cubicBezTo>
                    <a:pt x="502"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 name="Google Shape;509;p2"/>
            <p:cNvSpPr/>
            <p:nvPr/>
          </p:nvSpPr>
          <p:spPr>
            <a:xfrm>
              <a:off x="2421325" y="2483600"/>
              <a:ext cx="12550" cy="12400"/>
            </a:xfrm>
            <a:custGeom>
              <a:avLst/>
              <a:gdLst/>
              <a:ahLst/>
              <a:cxnLst/>
              <a:rect l="l" t="t" r="r" b="b"/>
              <a:pathLst>
                <a:path w="502" h="496" extrusionOk="0">
                  <a:moveTo>
                    <a:pt x="250" y="0"/>
                  </a:moveTo>
                  <a:cubicBezTo>
                    <a:pt x="114" y="0"/>
                    <a:pt x="1" y="109"/>
                    <a:pt x="1" y="251"/>
                  </a:cubicBezTo>
                  <a:cubicBezTo>
                    <a:pt x="1" y="387"/>
                    <a:pt x="114" y="496"/>
                    <a:pt x="250" y="496"/>
                  </a:cubicBezTo>
                  <a:cubicBezTo>
                    <a:pt x="395" y="496"/>
                    <a:pt x="501" y="387"/>
                    <a:pt x="501" y="251"/>
                  </a:cubicBezTo>
                  <a:cubicBezTo>
                    <a:pt x="501" y="109"/>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 name="Google Shape;510;p2"/>
            <p:cNvSpPr/>
            <p:nvPr/>
          </p:nvSpPr>
          <p:spPr>
            <a:xfrm>
              <a:off x="2513250" y="2483600"/>
              <a:ext cx="12575" cy="12400"/>
            </a:xfrm>
            <a:custGeom>
              <a:avLst/>
              <a:gdLst/>
              <a:ahLst/>
              <a:cxnLst/>
              <a:rect l="l" t="t" r="r" b="b"/>
              <a:pathLst>
                <a:path w="503" h="496" extrusionOk="0">
                  <a:moveTo>
                    <a:pt x="252" y="0"/>
                  </a:moveTo>
                  <a:cubicBezTo>
                    <a:pt x="109" y="0"/>
                    <a:pt x="0" y="109"/>
                    <a:pt x="0" y="251"/>
                  </a:cubicBezTo>
                  <a:cubicBezTo>
                    <a:pt x="0" y="387"/>
                    <a:pt x="109" y="496"/>
                    <a:pt x="252" y="496"/>
                  </a:cubicBezTo>
                  <a:cubicBezTo>
                    <a:pt x="388" y="496"/>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511;p2"/>
            <p:cNvSpPr/>
            <p:nvPr/>
          </p:nvSpPr>
          <p:spPr>
            <a:xfrm>
              <a:off x="2605000" y="2483600"/>
              <a:ext cx="12575" cy="12400"/>
            </a:xfrm>
            <a:custGeom>
              <a:avLst/>
              <a:gdLst/>
              <a:ahLst/>
              <a:cxnLst/>
              <a:rect l="l" t="t" r="r" b="b"/>
              <a:pathLst>
                <a:path w="503" h="496" extrusionOk="0">
                  <a:moveTo>
                    <a:pt x="252" y="0"/>
                  </a:moveTo>
                  <a:cubicBezTo>
                    <a:pt x="116" y="0"/>
                    <a:pt x="0" y="109"/>
                    <a:pt x="0" y="251"/>
                  </a:cubicBezTo>
                  <a:cubicBezTo>
                    <a:pt x="0" y="387"/>
                    <a:pt x="116" y="496"/>
                    <a:pt x="252" y="496"/>
                  </a:cubicBezTo>
                  <a:cubicBezTo>
                    <a:pt x="387" y="496"/>
                    <a:pt x="503" y="387"/>
                    <a:pt x="503" y="251"/>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 name="Google Shape;512;p2"/>
            <p:cNvSpPr/>
            <p:nvPr/>
          </p:nvSpPr>
          <p:spPr>
            <a:xfrm>
              <a:off x="2696950" y="2483600"/>
              <a:ext cx="12375" cy="12400"/>
            </a:xfrm>
            <a:custGeom>
              <a:avLst/>
              <a:gdLst/>
              <a:ahLst/>
              <a:cxnLst/>
              <a:rect l="l" t="t" r="r" b="b"/>
              <a:pathLst>
                <a:path w="495" h="496" extrusionOk="0">
                  <a:moveTo>
                    <a:pt x="252" y="0"/>
                  </a:moveTo>
                  <a:cubicBezTo>
                    <a:pt x="108" y="0"/>
                    <a:pt x="1" y="109"/>
                    <a:pt x="1" y="251"/>
                  </a:cubicBezTo>
                  <a:cubicBezTo>
                    <a:pt x="1" y="387"/>
                    <a:pt x="108" y="496"/>
                    <a:pt x="252" y="496"/>
                  </a:cubicBezTo>
                  <a:cubicBezTo>
                    <a:pt x="388" y="496"/>
                    <a:pt x="495" y="387"/>
                    <a:pt x="495" y="251"/>
                  </a:cubicBezTo>
                  <a:cubicBezTo>
                    <a:pt x="495"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2"/>
            <p:cNvSpPr/>
            <p:nvPr/>
          </p:nvSpPr>
          <p:spPr>
            <a:xfrm>
              <a:off x="2788700" y="2483600"/>
              <a:ext cx="12600" cy="12400"/>
            </a:xfrm>
            <a:custGeom>
              <a:avLst/>
              <a:gdLst/>
              <a:ahLst/>
              <a:cxnLst/>
              <a:rect l="l" t="t" r="r" b="b"/>
              <a:pathLst>
                <a:path w="504" h="496" extrusionOk="0">
                  <a:moveTo>
                    <a:pt x="252" y="0"/>
                  </a:moveTo>
                  <a:cubicBezTo>
                    <a:pt x="116" y="0"/>
                    <a:pt x="1" y="109"/>
                    <a:pt x="1" y="251"/>
                  </a:cubicBezTo>
                  <a:cubicBezTo>
                    <a:pt x="1" y="387"/>
                    <a:pt x="116" y="496"/>
                    <a:pt x="252" y="496"/>
                  </a:cubicBezTo>
                  <a:cubicBezTo>
                    <a:pt x="388" y="496"/>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514;p2"/>
            <p:cNvSpPr/>
            <p:nvPr/>
          </p:nvSpPr>
          <p:spPr>
            <a:xfrm>
              <a:off x="2880675" y="2483600"/>
              <a:ext cx="12375" cy="12400"/>
            </a:xfrm>
            <a:custGeom>
              <a:avLst/>
              <a:gdLst/>
              <a:ahLst/>
              <a:cxnLst/>
              <a:rect l="l" t="t" r="r" b="b"/>
              <a:pathLst>
                <a:path w="495" h="496" extrusionOk="0">
                  <a:moveTo>
                    <a:pt x="243" y="0"/>
                  </a:moveTo>
                  <a:cubicBezTo>
                    <a:pt x="107" y="0"/>
                    <a:pt x="0" y="109"/>
                    <a:pt x="0" y="251"/>
                  </a:cubicBezTo>
                  <a:cubicBezTo>
                    <a:pt x="0" y="387"/>
                    <a:pt x="107" y="496"/>
                    <a:pt x="243" y="496"/>
                  </a:cubicBezTo>
                  <a:cubicBezTo>
                    <a:pt x="387" y="496"/>
                    <a:pt x="494" y="387"/>
                    <a:pt x="494" y="251"/>
                  </a:cubicBezTo>
                  <a:cubicBezTo>
                    <a:pt x="494" y="109"/>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515;p2"/>
            <p:cNvSpPr/>
            <p:nvPr/>
          </p:nvSpPr>
          <p:spPr>
            <a:xfrm>
              <a:off x="2972425" y="2483600"/>
              <a:ext cx="12575" cy="12400"/>
            </a:xfrm>
            <a:custGeom>
              <a:avLst/>
              <a:gdLst/>
              <a:ahLst/>
              <a:cxnLst/>
              <a:rect l="l" t="t" r="r" b="b"/>
              <a:pathLst>
                <a:path w="503" h="496" extrusionOk="0">
                  <a:moveTo>
                    <a:pt x="251" y="0"/>
                  </a:moveTo>
                  <a:cubicBezTo>
                    <a:pt x="115" y="0"/>
                    <a:pt x="0" y="109"/>
                    <a:pt x="0" y="251"/>
                  </a:cubicBezTo>
                  <a:cubicBezTo>
                    <a:pt x="0" y="387"/>
                    <a:pt x="115" y="496"/>
                    <a:pt x="251" y="496"/>
                  </a:cubicBezTo>
                  <a:cubicBezTo>
                    <a:pt x="387" y="496"/>
                    <a:pt x="503" y="387"/>
                    <a:pt x="503" y="251"/>
                  </a:cubicBezTo>
                  <a:cubicBezTo>
                    <a:pt x="503"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516;p2"/>
            <p:cNvSpPr/>
            <p:nvPr/>
          </p:nvSpPr>
          <p:spPr>
            <a:xfrm>
              <a:off x="3064375" y="2483600"/>
              <a:ext cx="12375" cy="12400"/>
            </a:xfrm>
            <a:custGeom>
              <a:avLst/>
              <a:gdLst/>
              <a:ahLst/>
              <a:cxnLst/>
              <a:rect l="l" t="t" r="r" b="b"/>
              <a:pathLst>
                <a:path w="495" h="496" extrusionOk="0">
                  <a:moveTo>
                    <a:pt x="243" y="0"/>
                  </a:moveTo>
                  <a:cubicBezTo>
                    <a:pt x="107" y="0"/>
                    <a:pt x="1" y="109"/>
                    <a:pt x="1" y="251"/>
                  </a:cubicBezTo>
                  <a:cubicBezTo>
                    <a:pt x="1" y="387"/>
                    <a:pt x="107" y="496"/>
                    <a:pt x="243" y="496"/>
                  </a:cubicBezTo>
                  <a:cubicBezTo>
                    <a:pt x="388" y="496"/>
                    <a:pt x="495" y="387"/>
                    <a:pt x="495" y="251"/>
                  </a:cubicBezTo>
                  <a:cubicBezTo>
                    <a:pt x="495" y="109"/>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 name="Google Shape;517;p2"/>
            <p:cNvSpPr/>
            <p:nvPr/>
          </p:nvSpPr>
          <p:spPr>
            <a:xfrm>
              <a:off x="3156125" y="2483600"/>
              <a:ext cx="12600" cy="12400"/>
            </a:xfrm>
            <a:custGeom>
              <a:avLst/>
              <a:gdLst/>
              <a:ahLst/>
              <a:cxnLst/>
              <a:rect l="l" t="t" r="r" b="b"/>
              <a:pathLst>
                <a:path w="504" h="496" extrusionOk="0">
                  <a:moveTo>
                    <a:pt x="252" y="0"/>
                  </a:moveTo>
                  <a:cubicBezTo>
                    <a:pt x="116" y="0"/>
                    <a:pt x="1" y="109"/>
                    <a:pt x="1" y="251"/>
                  </a:cubicBezTo>
                  <a:cubicBezTo>
                    <a:pt x="1" y="387"/>
                    <a:pt x="116" y="496"/>
                    <a:pt x="252" y="496"/>
                  </a:cubicBezTo>
                  <a:cubicBezTo>
                    <a:pt x="388" y="496"/>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 name="Google Shape;518;p2"/>
            <p:cNvSpPr/>
            <p:nvPr/>
          </p:nvSpPr>
          <p:spPr>
            <a:xfrm>
              <a:off x="3247875" y="2483600"/>
              <a:ext cx="12575" cy="12400"/>
            </a:xfrm>
            <a:custGeom>
              <a:avLst/>
              <a:gdLst/>
              <a:ahLst/>
              <a:cxnLst/>
              <a:rect l="l" t="t" r="r" b="b"/>
              <a:pathLst>
                <a:path w="503" h="496" extrusionOk="0">
                  <a:moveTo>
                    <a:pt x="252" y="0"/>
                  </a:moveTo>
                  <a:cubicBezTo>
                    <a:pt x="116" y="0"/>
                    <a:pt x="1" y="109"/>
                    <a:pt x="1" y="251"/>
                  </a:cubicBezTo>
                  <a:cubicBezTo>
                    <a:pt x="1" y="387"/>
                    <a:pt x="116" y="496"/>
                    <a:pt x="252" y="496"/>
                  </a:cubicBezTo>
                  <a:cubicBezTo>
                    <a:pt x="388" y="496"/>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 name="Google Shape;519;p2"/>
            <p:cNvSpPr/>
            <p:nvPr/>
          </p:nvSpPr>
          <p:spPr>
            <a:xfrm>
              <a:off x="3339850" y="2483600"/>
              <a:ext cx="12525" cy="12400"/>
            </a:xfrm>
            <a:custGeom>
              <a:avLst/>
              <a:gdLst/>
              <a:ahLst/>
              <a:cxnLst/>
              <a:rect l="l" t="t" r="r" b="b"/>
              <a:pathLst>
                <a:path w="501" h="496" extrusionOk="0">
                  <a:moveTo>
                    <a:pt x="251" y="0"/>
                  </a:moveTo>
                  <a:cubicBezTo>
                    <a:pt x="107" y="0"/>
                    <a:pt x="0" y="109"/>
                    <a:pt x="0" y="251"/>
                  </a:cubicBezTo>
                  <a:cubicBezTo>
                    <a:pt x="0" y="387"/>
                    <a:pt x="107" y="496"/>
                    <a:pt x="251" y="496"/>
                  </a:cubicBezTo>
                  <a:cubicBezTo>
                    <a:pt x="387" y="496"/>
                    <a:pt x="501" y="387"/>
                    <a:pt x="501" y="251"/>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 name="Google Shape;520;p2"/>
            <p:cNvSpPr/>
            <p:nvPr/>
          </p:nvSpPr>
          <p:spPr>
            <a:xfrm>
              <a:off x="3431575" y="2483600"/>
              <a:ext cx="12600" cy="12400"/>
            </a:xfrm>
            <a:custGeom>
              <a:avLst/>
              <a:gdLst/>
              <a:ahLst/>
              <a:cxnLst/>
              <a:rect l="l" t="t" r="r" b="b"/>
              <a:pathLst>
                <a:path w="504" h="496" extrusionOk="0">
                  <a:moveTo>
                    <a:pt x="252" y="0"/>
                  </a:moveTo>
                  <a:cubicBezTo>
                    <a:pt x="116" y="0"/>
                    <a:pt x="1" y="109"/>
                    <a:pt x="1" y="251"/>
                  </a:cubicBezTo>
                  <a:cubicBezTo>
                    <a:pt x="1" y="387"/>
                    <a:pt x="116" y="496"/>
                    <a:pt x="252" y="496"/>
                  </a:cubicBezTo>
                  <a:cubicBezTo>
                    <a:pt x="388" y="496"/>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521;p2"/>
            <p:cNvSpPr/>
            <p:nvPr/>
          </p:nvSpPr>
          <p:spPr>
            <a:xfrm>
              <a:off x="3523550" y="2483600"/>
              <a:ext cx="12375" cy="12400"/>
            </a:xfrm>
            <a:custGeom>
              <a:avLst/>
              <a:gdLst/>
              <a:ahLst/>
              <a:cxnLst/>
              <a:rect l="l" t="t" r="r" b="b"/>
              <a:pathLst>
                <a:path w="495" h="496" extrusionOk="0">
                  <a:moveTo>
                    <a:pt x="250" y="0"/>
                  </a:moveTo>
                  <a:cubicBezTo>
                    <a:pt x="107" y="0"/>
                    <a:pt x="0" y="109"/>
                    <a:pt x="0" y="251"/>
                  </a:cubicBezTo>
                  <a:cubicBezTo>
                    <a:pt x="0" y="387"/>
                    <a:pt x="107" y="496"/>
                    <a:pt x="250" y="496"/>
                  </a:cubicBezTo>
                  <a:cubicBezTo>
                    <a:pt x="388" y="496"/>
                    <a:pt x="494" y="387"/>
                    <a:pt x="494" y="251"/>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 name="Google Shape;522;p2"/>
            <p:cNvSpPr/>
            <p:nvPr/>
          </p:nvSpPr>
          <p:spPr>
            <a:xfrm>
              <a:off x="676400" y="2575375"/>
              <a:ext cx="12600" cy="12550"/>
            </a:xfrm>
            <a:custGeom>
              <a:avLst/>
              <a:gdLst/>
              <a:ahLst/>
              <a:cxnLst/>
              <a:rect l="l" t="t" r="r" b="b"/>
              <a:pathLst>
                <a:path w="504" h="502" extrusionOk="0">
                  <a:moveTo>
                    <a:pt x="252" y="1"/>
                  </a:moveTo>
                  <a:cubicBezTo>
                    <a:pt x="116" y="1"/>
                    <a:pt x="1" y="114"/>
                    <a:pt x="1" y="250"/>
                  </a:cubicBezTo>
                  <a:cubicBezTo>
                    <a:pt x="1" y="388"/>
                    <a:pt x="116" y="502"/>
                    <a:pt x="252" y="502"/>
                  </a:cubicBezTo>
                  <a:cubicBezTo>
                    <a:pt x="388" y="502"/>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 name="Google Shape;523;p2"/>
            <p:cNvSpPr/>
            <p:nvPr/>
          </p:nvSpPr>
          <p:spPr>
            <a:xfrm>
              <a:off x="768325" y="2575375"/>
              <a:ext cx="12400" cy="12550"/>
            </a:xfrm>
            <a:custGeom>
              <a:avLst/>
              <a:gdLst/>
              <a:ahLst/>
              <a:cxnLst/>
              <a:rect l="l" t="t" r="r" b="b"/>
              <a:pathLst>
                <a:path w="496" h="502" extrusionOk="0">
                  <a:moveTo>
                    <a:pt x="245" y="1"/>
                  </a:moveTo>
                  <a:cubicBezTo>
                    <a:pt x="109" y="1"/>
                    <a:pt x="0" y="114"/>
                    <a:pt x="0" y="250"/>
                  </a:cubicBezTo>
                  <a:cubicBezTo>
                    <a:pt x="0" y="388"/>
                    <a:pt x="109" y="502"/>
                    <a:pt x="245" y="502"/>
                  </a:cubicBezTo>
                  <a:cubicBezTo>
                    <a:pt x="388" y="502"/>
                    <a:pt x="496" y="388"/>
                    <a:pt x="496" y="250"/>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 name="Google Shape;524;p2"/>
            <p:cNvSpPr/>
            <p:nvPr/>
          </p:nvSpPr>
          <p:spPr>
            <a:xfrm>
              <a:off x="860125" y="2575375"/>
              <a:ext cx="12525" cy="12550"/>
            </a:xfrm>
            <a:custGeom>
              <a:avLst/>
              <a:gdLst/>
              <a:ahLst/>
              <a:cxnLst/>
              <a:rect l="l" t="t" r="r" b="b"/>
              <a:pathLst>
                <a:path w="501" h="502" extrusionOk="0">
                  <a:moveTo>
                    <a:pt x="251" y="1"/>
                  </a:moveTo>
                  <a:cubicBezTo>
                    <a:pt x="114" y="1"/>
                    <a:pt x="0" y="114"/>
                    <a:pt x="0" y="250"/>
                  </a:cubicBezTo>
                  <a:cubicBezTo>
                    <a:pt x="0" y="388"/>
                    <a:pt x="114" y="502"/>
                    <a:pt x="251" y="502"/>
                  </a:cubicBezTo>
                  <a:cubicBezTo>
                    <a:pt x="387" y="502"/>
                    <a:pt x="501" y="388"/>
                    <a:pt x="501" y="250"/>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 name="Google Shape;525;p2"/>
            <p:cNvSpPr/>
            <p:nvPr/>
          </p:nvSpPr>
          <p:spPr>
            <a:xfrm>
              <a:off x="951850" y="2575375"/>
              <a:ext cx="12600" cy="12550"/>
            </a:xfrm>
            <a:custGeom>
              <a:avLst/>
              <a:gdLst/>
              <a:ahLst/>
              <a:cxnLst/>
              <a:rect l="l" t="t" r="r" b="b"/>
              <a:pathLst>
                <a:path w="504" h="502" extrusionOk="0">
                  <a:moveTo>
                    <a:pt x="252" y="1"/>
                  </a:moveTo>
                  <a:cubicBezTo>
                    <a:pt x="116" y="1"/>
                    <a:pt x="1" y="114"/>
                    <a:pt x="1" y="250"/>
                  </a:cubicBezTo>
                  <a:cubicBezTo>
                    <a:pt x="1" y="388"/>
                    <a:pt x="116" y="502"/>
                    <a:pt x="252" y="502"/>
                  </a:cubicBezTo>
                  <a:cubicBezTo>
                    <a:pt x="388" y="502"/>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2"/>
            <p:cNvSpPr/>
            <p:nvPr/>
          </p:nvSpPr>
          <p:spPr>
            <a:xfrm>
              <a:off x="1043825" y="2575375"/>
              <a:ext cx="12375" cy="12550"/>
            </a:xfrm>
            <a:custGeom>
              <a:avLst/>
              <a:gdLst/>
              <a:ahLst/>
              <a:cxnLst/>
              <a:rect l="l" t="t" r="r" b="b"/>
              <a:pathLst>
                <a:path w="495" h="502" extrusionOk="0">
                  <a:moveTo>
                    <a:pt x="250" y="1"/>
                  </a:moveTo>
                  <a:cubicBezTo>
                    <a:pt x="107" y="1"/>
                    <a:pt x="0" y="114"/>
                    <a:pt x="0" y="250"/>
                  </a:cubicBezTo>
                  <a:cubicBezTo>
                    <a:pt x="0" y="388"/>
                    <a:pt x="107" y="502"/>
                    <a:pt x="250" y="502"/>
                  </a:cubicBezTo>
                  <a:cubicBezTo>
                    <a:pt x="388" y="502"/>
                    <a:pt x="494" y="388"/>
                    <a:pt x="494" y="250"/>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 name="Google Shape;527;p2"/>
            <p:cNvSpPr/>
            <p:nvPr/>
          </p:nvSpPr>
          <p:spPr>
            <a:xfrm>
              <a:off x="1135575" y="2575375"/>
              <a:ext cx="12575" cy="12550"/>
            </a:xfrm>
            <a:custGeom>
              <a:avLst/>
              <a:gdLst/>
              <a:ahLst/>
              <a:cxnLst/>
              <a:rect l="l" t="t" r="r" b="b"/>
              <a:pathLst>
                <a:path w="503" h="502" extrusionOk="0">
                  <a:moveTo>
                    <a:pt x="252" y="1"/>
                  </a:moveTo>
                  <a:cubicBezTo>
                    <a:pt x="116" y="1"/>
                    <a:pt x="0" y="114"/>
                    <a:pt x="0" y="250"/>
                  </a:cubicBezTo>
                  <a:cubicBezTo>
                    <a:pt x="0" y="388"/>
                    <a:pt x="116" y="502"/>
                    <a:pt x="252" y="502"/>
                  </a:cubicBezTo>
                  <a:cubicBezTo>
                    <a:pt x="387" y="502"/>
                    <a:pt x="503" y="388"/>
                    <a:pt x="503" y="250"/>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 name="Google Shape;528;p2"/>
            <p:cNvSpPr/>
            <p:nvPr/>
          </p:nvSpPr>
          <p:spPr>
            <a:xfrm>
              <a:off x="1227500" y="2575375"/>
              <a:ext cx="12400" cy="12550"/>
            </a:xfrm>
            <a:custGeom>
              <a:avLst/>
              <a:gdLst/>
              <a:ahLst/>
              <a:cxnLst/>
              <a:rect l="l" t="t" r="r" b="b"/>
              <a:pathLst>
                <a:path w="496" h="502" extrusionOk="0">
                  <a:moveTo>
                    <a:pt x="251" y="1"/>
                  </a:moveTo>
                  <a:cubicBezTo>
                    <a:pt x="109" y="1"/>
                    <a:pt x="0" y="114"/>
                    <a:pt x="0" y="250"/>
                  </a:cubicBezTo>
                  <a:cubicBezTo>
                    <a:pt x="0" y="388"/>
                    <a:pt x="109" y="502"/>
                    <a:pt x="251" y="502"/>
                  </a:cubicBezTo>
                  <a:cubicBezTo>
                    <a:pt x="387" y="502"/>
                    <a:pt x="496" y="388"/>
                    <a:pt x="496" y="250"/>
                  </a:cubicBezTo>
                  <a:cubicBezTo>
                    <a:pt x="496"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 name="Google Shape;529;p2"/>
            <p:cNvSpPr/>
            <p:nvPr/>
          </p:nvSpPr>
          <p:spPr>
            <a:xfrm>
              <a:off x="1319275" y="2575375"/>
              <a:ext cx="12550" cy="12550"/>
            </a:xfrm>
            <a:custGeom>
              <a:avLst/>
              <a:gdLst/>
              <a:ahLst/>
              <a:cxnLst/>
              <a:rect l="l" t="t" r="r" b="b"/>
              <a:pathLst>
                <a:path w="502" h="502" extrusionOk="0">
                  <a:moveTo>
                    <a:pt x="252" y="1"/>
                  </a:moveTo>
                  <a:cubicBezTo>
                    <a:pt x="114" y="1"/>
                    <a:pt x="1" y="114"/>
                    <a:pt x="1" y="250"/>
                  </a:cubicBezTo>
                  <a:cubicBezTo>
                    <a:pt x="1" y="388"/>
                    <a:pt x="114" y="502"/>
                    <a:pt x="252" y="502"/>
                  </a:cubicBezTo>
                  <a:cubicBezTo>
                    <a:pt x="388" y="502"/>
                    <a:pt x="501" y="388"/>
                    <a:pt x="501" y="250"/>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 name="Google Shape;530;p2"/>
            <p:cNvSpPr/>
            <p:nvPr/>
          </p:nvSpPr>
          <p:spPr>
            <a:xfrm>
              <a:off x="1411200" y="2575375"/>
              <a:ext cx="12425" cy="12550"/>
            </a:xfrm>
            <a:custGeom>
              <a:avLst/>
              <a:gdLst/>
              <a:ahLst/>
              <a:cxnLst/>
              <a:rect l="l" t="t" r="r" b="b"/>
              <a:pathLst>
                <a:path w="497" h="502" extrusionOk="0">
                  <a:moveTo>
                    <a:pt x="245" y="1"/>
                  </a:moveTo>
                  <a:cubicBezTo>
                    <a:pt x="109" y="1"/>
                    <a:pt x="1" y="114"/>
                    <a:pt x="1" y="250"/>
                  </a:cubicBezTo>
                  <a:cubicBezTo>
                    <a:pt x="1" y="388"/>
                    <a:pt x="109" y="502"/>
                    <a:pt x="245" y="502"/>
                  </a:cubicBezTo>
                  <a:cubicBezTo>
                    <a:pt x="388" y="502"/>
                    <a:pt x="496" y="388"/>
                    <a:pt x="496" y="250"/>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531;p2"/>
            <p:cNvSpPr/>
            <p:nvPr/>
          </p:nvSpPr>
          <p:spPr>
            <a:xfrm>
              <a:off x="1503000" y="2575375"/>
              <a:ext cx="12525" cy="12550"/>
            </a:xfrm>
            <a:custGeom>
              <a:avLst/>
              <a:gdLst/>
              <a:ahLst/>
              <a:cxnLst/>
              <a:rect l="l" t="t" r="r" b="b"/>
              <a:pathLst>
                <a:path w="501" h="502" extrusionOk="0">
                  <a:moveTo>
                    <a:pt x="250" y="1"/>
                  </a:moveTo>
                  <a:cubicBezTo>
                    <a:pt x="114" y="1"/>
                    <a:pt x="0" y="114"/>
                    <a:pt x="0" y="250"/>
                  </a:cubicBezTo>
                  <a:cubicBezTo>
                    <a:pt x="0" y="388"/>
                    <a:pt x="114" y="502"/>
                    <a:pt x="250" y="502"/>
                  </a:cubicBezTo>
                  <a:cubicBezTo>
                    <a:pt x="387" y="502"/>
                    <a:pt x="501" y="388"/>
                    <a:pt x="501" y="250"/>
                  </a:cubicBezTo>
                  <a:cubicBezTo>
                    <a:pt x="501" y="114"/>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 name="Google Shape;532;p2"/>
            <p:cNvSpPr/>
            <p:nvPr/>
          </p:nvSpPr>
          <p:spPr>
            <a:xfrm>
              <a:off x="1594750" y="2575375"/>
              <a:ext cx="12575" cy="12550"/>
            </a:xfrm>
            <a:custGeom>
              <a:avLst/>
              <a:gdLst/>
              <a:ahLst/>
              <a:cxnLst/>
              <a:rect l="l" t="t" r="r" b="b"/>
              <a:pathLst>
                <a:path w="503" h="502" extrusionOk="0">
                  <a:moveTo>
                    <a:pt x="251" y="1"/>
                  </a:moveTo>
                  <a:cubicBezTo>
                    <a:pt x="115" y="1"/>
                    <a:pt x="0" y="114"/>
                    <a:pt x="0" y="250"/>
                  </a:cubicBezTo>
                  <a:cubicBezTo>
                    <a:pt x="0" y="388"/>
                    <a:pt x="115" y="502"/>
                    <a:pt x="251" y="502"/>
                  </a:cubicBezTo>
                  <a:cubicBezTo>
                    <a:pt x="394" y="502"/>
                    <a:pt x="503" y="388"/>
                    <a:pt x="503" y="250"/>
                  </a:cubicBezTo>
                  <a:cubicBezTo>
                    <a:pt x="503" y="114"/>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 name="Google Shape;533;p2"/>
            <p:cNvSpPr/>
            <p:nvPr/>
          </p:nvSpPr>
          <p:spPr>
            <a:xfrm>
              <a:off x="1686650" y="2575375"/>
              <a:ext cx="12600" cy="12550"/>
            </a:xfrm>
            <a:custGeom>
              <a:avLst/>
              <a:gdLst/>
              <a:ahLst/>
              <a:cxnLst/>
              <a:rect l="l" t="t" r="r" b="b"/>
              <a:pathLst>
                <a:path w="504" h="502" extrusionOk="0">
                  <a:moveTo>
                    <a:pt x="252" y="1"/>
                  </a:moveTo>
                  <a:cubicBezTo>
                    <a:pt x="116" y="1"/>
                    <a:pt x="1" y="114"/>
                    <a:pt x="1" y="250"/>
                  </a:cubicBezTo>
                  <a:cubicBezTo>
                    <a:pt x="1" y="388"/>
                    <a:pt x="116" y="502"/>
                    <a:pt x="252" y="502"/>
                  </a:cubicBezTo>
                  <a:cubicBezTo>
                    <a:pt x="388" y="502"/>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 name="Google Shape;534;p2"/>
            <p:cNvSpPr/>
            <p:nvPr/>
          </p:nvSpPr>
          <p:spPr>
            <a:xfrm>
              <a:off x="1778450" y="2575375"/>
              <a:ext cx="12550" cy="12550"/>
            </a:xfrm>
            <a:custGeom>
              <a:avLst/>
              <a:gdLst/>
              <a:ahLst/>
              <a:cxnLst/>
              <a:rect l="l" t="t" r="r" b="b"/>
              <a:pathLst>
                <a:path w="502" h="502" extrusionOk="0">
                  <a:moveTo>
                    <a:pt x="252" y="1"/>
                  </a:moveTo>
                  <a:cubicBezTo>
                    <a:pt x="114" y="1"/>
                    <a:pt x="1" y="114"/>
                    <a:pt x="1" y="250"/>
                  </a:cubicBezTo>
                  <a:cubicBezTo>
                    <a:pt x="1" y="388"/>
                    <a:pt x="114" y="502"/>
                    <a:pt x="252" y="502"/>
                  </a:cubicBezTo>
                  <a:cubicBezTo>
                    <a:pt x="388" y="502"/>
                    <a:pt x="501" y="388"/>
                    <a:pt x="501" y="250"/>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 name="Google Shape;535;p2"/>
            <p:cNvSpPr/>
            <p:nvPr/>
          </p:nvSpPr>
          <p:spPr>
            <a:xfrm>
              <a:off x="1870375" y="2575375"/>
              <a:ext cx="12400" cy="12550"/>
            </a:xfrm>
            <a:custGeom>
              <a:avLst/>
              <a:gdLst/>
              <a:ahLst/>
              <a:cxnLst/>
              <a:rect l="l" t="t" r="r" b="b"/>
              <a:pathLst>
                <a:path w="496" h="502" extrusionOk="0">
                  <a:moveTo>
                    <a:pt x="252" y="1"/>
                  </a:moveTo>
                  <a:cubicBezTo>
                    <a:pt x="109" y="1"/>
                    <a:pt x="0" y="114"/>
                    <a:pt x="0" y="250"/>
                  </a:cubicBezTo>
                  <a:cubicBezTo>
                    <a:pt x="0" y="388"/>
                    <a:pt x="109" y="502"/>
                    <a:pt x="252" y="502"/>
                  </a:cubicBezTo>
                  <a:cubicBezTo>
                    <a:pt x="387" y="502"/>
                    <a:pt x="496" y="388"/>
                    <a:pt x="496" y="250"/>
                  </a:cubicBezTo>
                  <a:cubicBezTo>
                    <a:pt x="496"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 name="Google Shape;536;p2"/>
            <p:cNvSpPr/>
            <p:nvPr/>
          </p:nvSpPr>
          <p:spPr>
            <a:xfrm>
              <a:off x="1962150" y="2575375"/>
              <a:ext cx="12550" cy="12550"/>
            </a:xfrm>
            <a:custGeom>
              <a:avLst/>
              <a:gdLst/>
              <a:ahLst/>
              <a:cxnLst/>
              <a:rect l="l" t="t" r="r" b="b"/>
              <a:pathLst>
                <a:path w="502" h="502" extrusionOk="0">
                  <a:moveTo>
                    <a:pt x="250" y="1"/>
                  </a:moveTo>
                  <a:cubicBezTo>
                    <a:pt x="114" y="1"/>
                    <a:pt x="1" y="114"/>
                    <a:pt x="1" y="250"/>
                  </a:cubicBezTo>
                  <a:cubicBezTo>
                    <a:pt x="1" y="388"/>
                    <a:pt x="114" y="502"/>
                    <a:pt x="250" y="502"/>
                  </a:cubicBezTo>
                  <a:cubicBezTo>
                    <a:pt x="388" y="502"/>
                    <a:pt x="502" y="388"/>
                    <a:pt x="502" y="250"/>
                  </a:cubicBezTo>
                  <a:cubicBezTo>
                    <a:pt x="502"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 name="Google Shape;537;p2"/>
            <p:cNvSpPr/>
            <p:nvPr/>
          </p:nvSpPr>
          <p:spPr>
            <a:xfrm>
              <a:off x="2054075" y="2575375"/>
              <a:ext cx="12425" cy="12550"/>
            </a:xfrm>
            <a:custGeom>
              <a:avLst/>
              <a:gdLst/>
              <a:ahLst/>
              <a:cxnLst/>
              <a:rect l="l" t="t" r="r" b="b"/>
              <a:pathLst>
                <a:path w="497" h="502" extrusionOk="0">
                  <a:moveTo>
                    <a:pt x="252" y="1"/>
                  </a:moveTo>
                  <a:cubicBezTo>
                    <a:pt x="109" y="1"/>
                    <a:pt x="1" y="114"/>
                    <a:pt x="1" y="250"/>
                  </a:cubicBezTo>
                  <a:cubicBezTo>
                    <a:pt x="1" y="388"/>
                    <a:pt x="109" y="502"/>
                    <a:pt x="252" y="502"/>
                  </a:cubicBezTo>
                  <a:cubicBezTo>
                    <a:pt x="388" y="502"/>
                    <a:pt x="496" y="388"/>
                    <a:pt x="496" y="250"/>
                  </a:cubicBezTo>
                  <a:cubicBezTo>
                    <a:pt x="496"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538;p2"/>
            <p:cNvSpPr/>
            <p:nvPr/>
          </p:nvSpPr>
          <p:spPr>
            <a:xfrm>
              <a:off x="2145825" y="2575375"/>
              <a:ext cx="12600" cy="12550"/>
            </a:xfrm>
            <a:custGeom>
              <a:avLst/>
              <a:gdLst/>
              <a:ahLst/>
              <a:cxnLst/>
              <a:rect l="l" t="t" r="r" b="b"/>
              <a:pathLst>
                <a:path w="504" h="502" extrusionOk="0">
                  <a:moveTo>
                    <a:pt x="252" y="1"/>
                  </a:moveTo>
                  <a:cubicBezTo>
                    <a:pt x="116" y="1"/>
                    <a:pt x="1" y="114"/>
                    <a:pt x="1" y="250"/>
                  </a:cubicBezTo>
                  <a:cubicBezTo>
                    <a:pt x="1" y="388"/>
                    <a:pt x="116" y="502"/>
                    <a:pt x="252" y="502"/>
                  </a:cubicBezTo>
                  <a:cubicBezTo>
                    <a:pt x="388" y="502"/>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 name="Google Shape;539;p2"/>
            <p:cNvSpPr/>
            <p:nvPr/>
          </p:nvSpPr>
          <p:spPr>
            <a:xfrm>
              <a:off x="2237800" y="2575375"/>
              <a:ext cx="12350" cy="12550"/>
            </a:xfrm>
            <a:custGeom>
              <a:avLst/>
              <a:gdLst/>
              <a:ahLst/>
              <a:cxnLst/>
              <a:rect l="l" t="t" r="r" b="b"/>
              <a:pathLst>
                <a:path w="494" h="502" extrusionOk="0">
                  <a:moveTo>
                    <a:pt x="244" y="1"/>
                  </a:moveTo>
                  <a:cubicBezTo>
                    <a:pt x="107" y="1"/>
                    <a:pt x="0" y="114"/>
                    <a:pt x="0" y="250"/>
                  </a:cubicBezTo>
                  <a:cubicBezTo>
                    <a:pt x="0" y="388"/>
                    <a:pt x="107" y="502"/>
                    <a:pt x="244" y="502"/>
                  </a:cubicBezTo>
                  <a:cubicBezTo>
                    <a:pt x="387" y="502"/>
                    <a:pt x="494" y="388"/>
                    <a:pt x="494" y="250"/>
                  </a:cubicBezTo>
                  <a:cubicBezTo>
                    <a:pt x="494" y="114"/>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 name="Google Shape;540;p2"/>
            <p:cNvSpPr/>
            <p:nvPr/>
          </p:nvSpPr>
          <p:spPr>
            <a:xfrm>
              <a:off x="2329550" y="2575375"/>
              <a:ext cx="12575" cy="12550"/>
            </a:xfrm>
            <a:custGeom>
              <a:avLst/>
              <a:gdLst/>
              <a:ahLst/>
              <a:cxnLst/>
              <a:rect l="l" t="t" r="r" b="b"/>
              <a:pathLst>
                <a:path w="503" h="502" extrusionOk="0">
                  <a:moveTo>
                    <a:pt x="251" y="1"/>
                  </a:moveTo>
                  <a:cubicBezTo>
                    <a:pt x="115" y="1"/>
                    <a:pt x="0" y="114"/>
                    <a:pt x="0" y="250"/>
                  </a:cubicBezTo>
                  <a:cubicBezTo>
                    <a:pt x="0" y="388"/>
                    <a:pt x="115" y="502"/>
                    <a:pt x="251" y="502"/>
                  </a:cubicBezTo>
                  <a:cubicBezTo>
                    <a:pt x="387" y="502"/>
                    <a:pt x="502" y="388"/>
                    <a:pt x="502" y="250"/>
                  </a:cubicBezTo>
                  <a:cubicBezTo>
                    <a:pt x="502"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 name="Google Shape;541;p2"/>
            <p:cNvSpPr/>
            <p:nvPr/>
          </p:nvSpPr>
          <p:spPr>
            <a:xfrm>
              <a:off x="2421325" y="2575375"/>
              <a:ext cx="12550" cy="12550"/>
            </a:xfrm>
            <a:custGeom>
              <a:avLst/>
              <a:gdLst/>
              <a:ahLst/>
              <a:cxnLst/>
              <a:rect l="l" t="t" r="r" b="b"/>
              <a:pathLst>
                <a:path w="502" h="502" extrusionOk="0">
                  <a:moveTo>
                    <a:pt x="250" y="1"/>
                  </a:moveTo>
                  <a:cubicBezTo>
                    <a:pt x="114" y="1"/>
                    <a:pt x="1" y="114"/>
                    <a:pt x="1" y="250"/>
                  </a:cubicBezTo>
                  <a:cubicBezTo>
                    <a:pt x="1" y="388"/>
                    <a:pt x="114" y="502"/>
                    <a:pt x="250" y="502"/>
                  </a:cubicBezTo>
                  <a:cubicBezTo>
                    <a:pt x="395" y="502"/>
                    <a:pt x="501" y="388"/>
                    <a:pt x="501" y="250"/>
                  </a:cubicBezTo>
                  <a:cubicBezTo>
                    <a:pt x="501" y="114"/>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 name="Google Shape;542;p2"/>
            <p:cNvSpPr/>
            <p:nvPr/>
          </p:nvSpPr>
          <p:spPr>
            <a:xfrm>
              <a:off x="2513250" y="2575375"/>
              <a:ext cx="12575" cy="12550"/>
            </a:xfrm>
            <a:custGeom>
              <a:avLst/>
              <a:gdLst/>
              <a:ahLst/>
              <a:cxnLst/>
              <a:rect l="l" t="t" r="r" b="b"/>
              <a:pathLst>
                <a:path w="503" h="502" extrusionOk="0">
                  <a:moveTo>
                    <a:pt x="252" y="1"/>
                  </a:moveTo>
                  <a:cubicBezTo>
                    <a:pt x="109" y="1"/>
                    <a:pt x="0" y="114"/>
                    <a:pt x="0" y="250"/>
                  </a:cubicBezTo>
                  <a:cubicBezTo>
                    <a:pt x="0" y="388"/>
                    <a:pt x="109" y="502"/>
                    <a:pt x="252" y="502"/>
                  </a:cubicBezTo>
                  <a:cubicBezTo>
                    <a:pt x="388" y="502"/>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 name="Google Shape;543;p2"/>
            <p:cNvSpPr/>
            <p:nvPr/>
          </p:nvSpPr>
          <p:spPr>
            <a:xfrm>
              <a:off x="2605000" y="2575375"/>
              <a:ext cx="12575" cy="12550"/>
            </a:xfrm>
            <a:custGeom>
              <a:avLst/>
              <a:gdLst/>
              <a:ahLst/>
              <a:cxnLst/>
              <a:rect l="l" t="t" r="r" b="b"/>
              <a:pathLst>
                <a:path w="503" h="502" extrusionOk="0">
                  <a:moveTo>
                    <a:pt x="252" y="1"/>
                  </a:moveTo>
                  <a:cubicBezTo>
                    <a:pt x="116" y="1"/>
                    <a:pt x="0" y="114"/>
                    <a:pt x="0" y="250"/>
                  </a:cubicBezTo>
                  <a:cubicBezTo>
                    <a:pt x="0" y="388"/>
                    <a:pt x="116" y="502"/>
                    <a:pt x="252" y="502"/>
                  </a:cubicBezTo>
                  <a:cubicBezTo>
                    <a:pt x="387" y="502"/>
                    <a:pt x="503" y="388"/>
                    <a:pt x="503" y="250"/>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 name="Google Shape;544;p2"/>
            <p:cNvSpPr/>
            <p:nvPr/>
          </p:nvSpPr>
          <p:spPr>
            <a:xfrm>
              <a:off x="2696950" y="2575375"/>
              <a:ext cx="12375" cy="12550"/>
            </a:xfrm>
            <a:custGeom>
              <a:avLst/>
              <a:gdLst/>
              <a:ahLst/>
              <a:cxnLst/>
              <a:rect l="l" t="t" r="r" b="b"/>
              <a:pathLst>
                <a:path w="495" h="502" extrusionOk="0">
                  <a:moveTo>
                    <a:pt x="252" y="1"/>
                  </a:moveTo>
                  <a:cubicBezTo>
                    <a:pt x="108" y="1"/>
                    <a:pt x="1" y="114"/>
                    <a:pt x="1" y="250"/>
                  </a:cubicBezTo>
                  <a:cubicBezTo>
                    <a:pt x="1" y="388"/>
                    <a:pt x="108" y="502"/>
                    <a:pt x="252" y="502"/>
                  </a:cubicBezTo>
                  <a:cubicBezTo>
                    <a:pt x="388" y="502"/>
                    <a:pt x="495" y="388"/>
                    <a:pt x="495" y="250"/>
                  </a:cubicBezTo>
                  <a:cubicBezTo>
                    <a:pt x="495"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 name="Google Shape;545;p2"/>
            <p:cNvSpPr/>
            <p:nvPr/>
          </p:nvSpPr>
          <p:spPr>
            <a:xfrm>
              <a:off x="2788700" y="2575375"/>
              <a:ext cx="12600" cy="12550"/>
            </a:xfrm>
            <a:custGeom>
              <a:avLst/>
              <a:gdLst/>
              <a:ahLst/>
              <a:cxnLst/>
              <a:rect l="l" t="t" r="r" b="b"/>
              <a:pathLst>
                <a:path w="504" h="502" extrusionOk="0">
                  <a:moveTo>
                    <a:pt x="252" y="1"/>
                  </a:moveTo>
                  <a:cubicBezTo>
                    <a:pt x="116" y="1"/>
                    <a:pt x="1" y="114"/>
                    <a:pt x="1" y="250"/>
                  </a:cubicBezTo>
                  <a:cubicBezTo>
                    <a:pt x="1" y="388"/>
                    <a:pt x="116" y="502"/>
                    <a:pt x="252" y="502"/>
                  </a:cubicBezTo>
                  <a:cubicBezTo>
                    <a:pt x="388" y="502"/>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 name="Google Shape;546;p2"/>
            <p:cNvSpPr/>
            <p:nvPr/>
          </p:nvSpPr>
          <p:spPr>
            <a:xfrm>
              <a:off x="2880675" y="2575375"/>
              <a:ext cx="12375" cy="12550"/>
            </a:xfrm>
            <a:custGeom>
              <a:avLst/>
              <a:gdLst/>
              <a:ahLst/>
              <a:cxnLst/>
              <a:rect l="l" t="t" r="r" b="b"/>
              <a:pathLst>
                <a:path w="495" h="502" extrusionOk="0">
                  <a:moveTo>
                    <a:pt x="243" y="1"/>
                  </a:moveTo>
                  <a:cubicBezTo>
                    <a:pt x="107" y="1"/>
                    <a:pt x="0" y="114"/>
                    <a:pt x="0" y="250"/>
                  </a:cubicBezTo>
                  <a:cubicBezTo>
                    <a:pt x="0" y="388"/>
                    <a:pt x="107" y="502"/>
                    <a:pt x="243" y="502"/>
                  </a:cubicBezTo>
                  <a:cubicBezTo>
                    <a:pt x="387" y="502"/>
                    <a:pt x="494" y="388"/>
                    <a:pt x="494" y="250"/>
                  </a:cubicBezTo>
                  <a:cubicBezTo>
                    <a:pt x="494" y="114"/>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 name="Google Shape;547;p2"/>
            <p:cNvSpPr/>
            <p:nvPr/>
          </p:nvSpPr>
          <p:spPr>
            <a:xfrm>
              <a:off x="2972425" y="2575375"/>
              <a:ext cx="12575" cy="12550"/>
            </a:xfrm>
            <a:custGeom>
              <a:avLst/>
              <a:gdLst/>
              <a:ahLst/>
              <a:cxnLst/>
              <a:rect l="l" t="t" r="r" b="b"/>
              <a:pathLst>
                <a:path w="503" h="502" extrusionOk="0">
                  <a:moveTo>
                    <a:pt x="251" y="1"/>
                  </a:moveTo>
                  <a:cubicBezTo>
                    <a:pt x="115" y="1"/>
                    <a:pt x="0" y="114"/>
                    <a:pt x="0" y="250"/>
                  </a:cubicBezTo>
                  <a:cubicBezTo>
                    <a:pt x="0" y="388"/>
                    <a:pt x="115" y="502"/>
                    <a:pt x="251" y="502"/>
                  </a:cubicBezTo>
                  <a:cubicBezTo>
                    <a:pt x="387" y="502"/>
                    <a:pt x="503" y="388"/>
                    <a:pt x="503" y="250"/>
                  </a:cubicBezTo>
                  <a:cubicBezTo>
                    <a:pt x="503"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 name="Google Shape;548;p2"/>
            <p:cNvSpPr/>
            <p:nvPr/>
          </p:nvSpPr>
          <p:spPr>
            <a:xfrm>
              <a:off x="3064375" y="2575375"/>
              <a:ext cx="12375" cy="12550"/>
            </a:xfrm>
            <a:custGeom>
              <a:avLst/>
              <a:gdLst/>
              <a:ahLst/>
              <a:cxnLst/>
              <a:rect l="l" t="t" r="r" b="b"/>
              <a:pathLst>
                <a:path w="495" h="502" extrusionOk="0">
                  <a:moveTo>
                    <a:pt x="243" y="1"/>
                  </a:moveTo>
                  <a:cubicBezTo>
                    <a:pt x="107" y="1"/>
                    <a:pt x="1" y="114"/>
                    <a:pt x="1" y="250"/>
                  </a:cubicBezTo>
                  <a:cubicBezTo>
                    <a:pt x="1" y="388"/>
                    <a:pt x="107" y="502"/>
                    <a:pt x="243" y="502"/>
                  </a:cubicBezTo>
                  <a:cubicBezTo>
                    <a:pt x="388" y="502"/>
                    <a:pt x="495" y="388"/>
                    <a:pt x="495" y="250"/>
                  </a:cubicBezTo>
                  <a:cubicBezTo>
                    <a:pt x="495" y="114"/>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 name="Google Shape;549;p2"/>
            <p:cNvSpPr/>
            <p:nvPr/>
          </p:nvSpPr>
          <p:spPr>
            <a:xfrm>
              <a:off x="3156125" y="2575375"/>
              <a:ext cx="12600" cy="12550"/>
            </a:xfrm>
            <a:custGeom>
              <a:avLst/>
              <a:gdLst/>
              <a:ahLst/>
              <a:cxnLst/>
              <a:rect l="l" t="t" r="r" b="b"/>
              <a:pathLst>
                <a:path w="504" h="502" extrusionOk="0">
                  <a:moveTo>
                    <a:pt x="252" y="1"/>
                  </a:moveTo>
                  <a:cubicBezTo>
                    <a:pt x="116" y="1"/>
                    <a:pt x="1" y="114"/>
                    <a:pt x="1" y="250"/>
                  </a:cubicBezTo>
                  <a:cubicBezTo>
                    <a:pt x="1" y="388"/>
                    <a:pt x="116" y="502"/>
                    <a:pt x="252" y="502"/>
                  </a:cubicBezTo>
                  <a:cubicBezTo>
                    <a:pt x="388" y="502"/>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 name="Google Shape;550;p2"/>
            <p:cNvSpPr/>
            <p:nvPr/>
          </p:nvSpPr>
          <p:spPr>
            <a:xfrm>
              <a:off x="3247875" y="2575375"/>
              <a:ext cx="12575" cy="12550"/>
            </a:xfrm>
            <a:custGeom>
              <a:avLst/>
              <a:gdLst/>
              <a:ahLst/>
              <a:cxnLst/>
              <a:rect l="l" t="t" r="r" b="b"/>
              <a:pathLst>
                <a:path w="503" h="502" extrusionOk="0">
                  <a:moveTo>
                    <a:pt x="252" y="1"/>
                  </a:moveTo>
                  <a:cubicBezTo>
                    <a:pt x="116" y="1"/>
                    <a:pt x="1" y="114"/>
                    <a:pt x="1" y="250"/>
                  </a:cubicBezTo>
                  <a:cubicBezTo>
                    <a:pt x="1" y="388"/>
                    <a:pt x="116" y="502"/>
                    <a:pt x="252" y="502"/>
                  </a:cubicBezTo>
                  <a:cubicBezTo>
                    <a:pt x="388" y="502"/>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551;p2"/>
            <p:cNvSpPr/>
            <p:nvPr/>
          </p:nvSpPr>
          <p:spPr>
            <a:xfrm>
              <a:off x="3339850" y="2575375"/>
              <a:ext cx="12525" cy="12550"/>
            </a:xfrm>
            <a:custGeom>
              <a:avLst/>
              <a:gdLst/>
              <a:ahLst/>
              <a:cxnLst/>
              <a:rect l="l" t="t" r="r" b="b"/>
              <a:pathLst>
                <a:path w="501" h="502" extrusionOk="0">
                  <a:moveTo>
                    <a:pt x="251" y="1"/>
                  </a:moveTo>
                  <a:cubicBezTo>
                    <a:pt x="107" y="1"/>
                    <a:pt x="0" y="114"/>
                    <a:pt x="0" y="250"/>
                  </a:cubicBezTo>
                  <a:cubicBezTo>
                    <a:pt x="0" y="388"/>
                    <a:pt x="107" y="502"/>
                    <a:pt x="251" y="502"/>
                  </a:cubicBezTo>
                  <a:cubicBezTo>
                    <a:pt x="387" y="502"/>
                    <a:pt x="501" y="388"/>
                    <a:pt x="501" y="250"/>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 name="Google Shape;552;p2"/>
            <p:cNvSpPr/>
            <p:nvPr/>
          </p:nvSpPr>
          <p:spPr>
            <a:xfrm>
              <a:off x="3431575" y="2575375"/>
              <a:ext cx="12600" cy="12550"/>
            </a:xfrm>
            <a:custGeom>
              <a:avLst/>
              <a:gdLst/>
              <a:ahLst/>
              <a:cxnLst/>
              <a:rect l="l" t="t" r="r" b="b"/>
              <a:pathLst>
                <a:path w="504" h="502" extrusionOk="0">
                  <a:moveTo>
                    <a:pt x="252" y="1"/>
                  </a:moveTo>
                  <a:cubicBezTo>
                    <a:pt x="116" y="1"/>
                    <a:pt x="1" y="114"/>
                    <a:pt x="1" y="250"/>
                  </a:cubicBezTo>
                  <a:cubicBezTo>
                    <a:pt x="1" y="388"/>
                    <a:pt x="116" y="502"/>
                    <a:pt x="252" y="502"/>
                  </a:cubicBezTo>
                  <a:cubicBezTo>
                    <a:pt x="388" y="502"/>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 name="Google Shape;553;p2"/>
            <p:cNvSpPr/>
            <p:nvPr/>
          </p:nvSpPr>
          <p:spPr>
            <a:xfrm>
              <a:off x="3523550" y="2575375"/>
              <a:ext cx="12375" cy="12550"/>
            </a:xfrm>
            <a:custGeom>
              <a:avLst/>
              <a:gdLst/>
              <a:ahLst/>
              <a:cxnLst/>
              <a:rect l="l" t="t" r="r" b="b"/>
              <a:pathLst>
                <a:path w="495" h="502" extrusionOk="0">
                  <a:moveTo>
                    <a:pt x="250" y="1"/>
                  </a:moveTo>
                  <a:cubicBezTo>
                    <a:pt x="107" y="1"/>
                    <a:pt x="0" y="114"/>
                    <a:pt x="0" y="250"/>
                  </a:cubicBezTo>
                  <a:cubicBezTo>
                    <a:pt x="0" y="388"/>
                    <a:pt x="107" y="502"/>
                    <a:pt x="250" y="502"/>
                  </a:cubicBezTo>
                  <a:cubicBezTo>
                    <a:pt x="388" y="502"/>
                    <a:pt x="494" y="388"/>
                    <a:pt x="494" y="250"/>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 name="Google Shape;554;p2"/>
            <p:cNvSpPr/>
            <p:nvPr/>
          </p:nvSpPr>
          <p:spPr>
            <a:xfrm>
              <a:off x="676400" y="26673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 name="Google Shape;555;p2"/>
            <p:cNvSpPr/>
            <p:nvPr/>
          </p:nvSpPr>
          <p:spPr>
            <a:xfrm>
              <a:off x="768325" y="2667300"/>
              <a:ext cx="12400" cy="12425"/>
            </a:xfrm>
            <a:custGeom>
              <a:avLst/>
              <a:gdLst/>
              <a:ahLst/>
              <a:cxnLst/>
              <a:rect l="l" t="t" r="r" b="b"/>
              <a:pathLst>
                <a:path w="496" h="497" extrusionOk="0">
                  <a:moveTo>
                    <a:pt x="245" y="1"/>
                  </a:moveTo>
                  <a:cubicBezTo>
                    <a:pt x="109" y="1"/>
                    <a:pt x="0" y="109"/>
                    <a:pt x="0" y="245"/>
                  </a:cubicBezTo>
                  <a:cubicBezTo>
                    <a:pt x="0" y="388"/>
                    <a:pt x="109" y="496"/>
                    <a:pt x="245" y="496"/>
                  </a:cubicBezTo>
                  <a:cubicBezTo>
                    <a:pt x="388" y="496"/>
                    <a:pt x="496" y="388"/>
                    <a:pt x="496" y="245"/>
                  </a:cubicBezTo>
                  <a:cubicBezTo>
                    <a:pt x="496" y="109"/>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 name="Google Shape;556;p2"/>
            <p:cNvSpPr/>
            <p:nvPr/>
          </p:nvSpPr>
          <p:spPr>
            <a:xfrm>
              <a:off x="860125" y="2667300"/>
              <a:ext cx="12525" cy="12425"/>
            </a:xfrm>
            <a:custGeom>
              <a:avLst/>
              <a:gdLst/>
              <a:ahLst/>
              <a:cxnLst/>
              <a:rect l="l" t="t" r="r" b="b"/>
              <a:pathLst>
                <a:path w="501" h="497" extrusionOk="0">
                  <a:moveTo>
                    <a:pt x="251" y="1"/>
                  </a:moveTo>
                  <a:cubicBezTo>
                    <a:pt x="114" y="1"/>
                    <a:pt x="0" y="109"/>
                    <a:pt x="0" y="245"/>
                  </a:cubicBezTo>
                  <a:cubicBezTo>
                    <a:pt x="0" y="388"/>
                    <a:pt x="114" y="496"/>
                    <a:pt x="251" y="496"/>
                  </a:cubicBezTo>
                  <a:cubicBezTo>
                    <a:pt x="387" y="496"/>
                    <a:pt x="501" y="388"/>
                    <a:pt x="501" y="245"/>
                  </a:cubicBezTo>
                  <a:cubicBezTo>
                    <a:pt x="501"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 name="Google Shape;557;p2"/>
            <p:cNvSpPr/>
            <p:nvPr/>
          </p:nvSpPr>
          <p:spPr>
            <a:xfrm>
              <a:off x="951850" y="26673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558;p2"/>
            <p:cNvSpPr/>
            <p:nvPr/>
          </p:nvSpPr>
          <p:spPr>
            <a:xfrm>
              <a:off x="1043825" y="2667300"/>
              <a:ext cx="12375" cy="12425"/>
            </a:xfrm>
            <a:custGeom>
              <a:avLst/>
              <a:gdLst/>
              <a:ahLst/>
              <a:cxnLst/>
              <a:rect l="l" t="t" r="r" b="b"/>
              <a:pathLst>
                <a:path w="495" h="497" extrusionOk="0">
                  <a:moveTo>
                    <a:pt x="250" y="1"/>
                  </a:moveTo>
                  <a:cubicBezTo>
                    <a:pt x="107" y="1"/>
                    <a:pt x="0" y="109"/>
                    <a:pt x="0" y="245"/>
                  </a:cubicBezTo>
                  <a:cubicBezTo>
                    <a:pt x="0" y="388"/>
                    <a:pt x="107" y="496"/>
                    <a:pt x="250" y="496"/>
                  </a:cubicBezTo>
                  <a:cubicBezTo>
                    <a:pt x="388" y="496"/>
                    <a:pt x="494" y="388"/>
                    <a:pt x="494" y="245"/>
                  </a:cubicBezTo>
                  <a:cubicBezTo>
                    <a:pt x="494"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 name="Google Shape;559;p2"/>
            <p:cNvSpPr/>
            <p:nvPr/>
          </p:nvSpPr>
          <p:spPr>
            <a:xfrm>
              <a:off x="1135575" y="2667300"/>
              <a:ext cx="12575" cy="12425"/>
            </a:xfrm>
            <a:custGeom>
              <a:avLst/>
              <a:gdLst/>
              <a:ahLst/>
              <a:cxnLst/>
              <a:rect l="l" t="t" r="r" b="b"/>
              <a:pathLst>
                <a:path w="503" h="497" extrusionOk="0">
                  <a:moveTo>
                    <a:pt x="252" y="1"/>
                  </a:moveTo>
                  <a:cubicBezTo>
                    <a:pt x="116" y="1"/>
                    <a:pt x="0" y="109"/>
                    <a:pt x="0" y="245"/>
                  </a:cubicBezTo>
                  <a:cubicBezTo>
                    <a:pt x="0" y="388"/>
                    <a:pt x="116" y="496"/>
                    <a:pt x="252" y="496"/>
                  </a:cubicBezTo>
                  <a:cubicBezTo>
                    <a:pt x="387" y="496"/>
                    <a:pt x="503" y="388"/>
                    <a:pt x="503" y="245"/>
                  </a:cubicBezTo>
                  <a:cubicBezTo>
                    <a:pt x="503"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 name="Google Shape;560;p2"/>
            <p:cNvSpPr/>
            <p:nvPr/>
          </p:nvSpPr>
          <p:spPr>
            <a:xfrm>
              <a:off x="1227500" y="2667300"/>
              <a:ext cx="12400" cy="12425"/>
            </a:xfrm>
            <a:custGeom>
              <a:avLst/>
              <a:gdLst/>
              <a:ahLst/>
              <a:cxnLst/>
              <a:rect l="l" t="t" r="r" b="b"/>
              <a:pathLst>
                <a:path w="496" h="497" extrusionOk="0">
                  <a:moveTo>
                    <a:pt x="251" y="1"/>
                  </a:moveTo>
                  <a:cubicBezTo>
                    <a:pt x="109" y="1"/>
                    <a:pt x="0" y="109"/>
                    <a:pt x="0" y="245"/>
                  </a:cubicBezTo>
                  <a:cubicBezTo>
                    <a:pt x="0" y="388"/>
                    <a:pt x="109" y="496"/>
                    <a:pt x="251" y="496"/>
                  </a:cubicBezTo>
                  <a:cubicBezTo>
                    <a:pt x="387" y="496"/>
                    <a:pt x="496" y="388"/>
                    <a:pt x="496" y="245"/>
                  </a:cubicBezTo>
                  <a:cubicBezTo>
                    <a:pt x="496"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561;p2"/>
            <p:cNvSpPr/>
            <p:nvPr/>
          </p:nvSpPr>
          <p:spPr>
            <a:xfrm>
              <a:off x="1319275" y="2667300"/>
              <a:ext cx="12550" cy="12425"/>
            </a:xfrm>
            <a:custGeom>
              <a:avLst/>
              <a:gdLst/>
              <a:ahLst/>
              <a:cxnLst/>
              <a:rect l="l" t="t" r="r" b="b"/>
              <a:pathLst>
                <a:path w="502" h="497" extrusionOk="0">
                  <a:moveTo>
                    <a:pt x="252" y="1"/>
                  </a:moveTo>
                  <a:cubicBezTo>
                    <a:pt x="114" y="1"/>
                    <a:pt x="1" y="109"/>
                    <a:pt x="1" y="245"/>
                  </a:cubicBezTo>
                  <a:cubicBezTo>
                    <a:pt x="1" y="388"/>
                    <a:pt x="114" y="496"/>
                    <a:pt x="252" y="496"/>
                  </a:cubicBezTo>
                  <a:cubicBezTo>
                    <a:pt x="388" y="496"/>
                    <a:pt x="501" y="388"/>
                    <a:pt x="501" y="245"/>
                  </a:cubicBezTo>
                  <a:cubicBezTo>
                    <a:pt x="501"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 name="Google Shape;562;p2"/>
            <p:cNvSpPr/>
            <p:nvPr/>
          </p:nvSpPr>
          <p:spPr>
            <a:xfrm>
              <a:off x="1411200" y="2667300"/>
              <a:ext cx="12425" cy="12425"/>
            </a:xfrm>
            <a:custGeom>
              <a:avLst/>
              <a:gdLst/>
              <a:ahLst/>
              <a:cxnLst/>
              <a:rect l="l" t="t" r="r" b="b"/>
              <a:pathLst>
                <a:path w="497" h="497" extrusionOk="0">
                  <a:moveTo>
                    <a:pt x="245" y="1"/>
                  </a:moveTo>
                  <a:cubicBezTo>
                    <a:pt x="109" y="1"/>
                    <a:pt x="1" y="109"/>
                    <a:pt x="1" y="245"/>
                  </a:cubicBezTo>
                  <a:cubicBezTo>
                    <a:pt x="1" y="388"/>
                    <a:pt x="109" y="496"/>
                    <a:pt x="245" y="496"/>
                  </a:cubicBezTo>
                  <a:cubicBezTo>
                    <a:pt x="388" y="496"/>
                    <a:pt x="496" y="388"/>
                    <a:pt x="496" y="245"/>
                  </a:cubicBezTo>
                  <a:cubicBezTo>
                    <a:pt x="496" y="109"/>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 name="Google Shape;563;p2"/>
            <p:cNvSpPr/>
            <p:nvPr/>
          </p:nvSpPr>
          <p:spPr>
            <a:xfrm>
              <a:off x="1503000" y="2667300"/>
              <a:ext cx="12525" cy="12425"/>
            </a:xfrm>
            <a:custGeom>
              <a:avLst/>
              <a:gdLst/>
              <a:ahLst/>
              <a:cxnLst/>
              <a:rect l="l" t="t" r="r" b="b"/>
              <a:pathLst>
                <a:path w="501" h="497" extrusionOk="0">
                  <a:moveTo>
                    <a:pt x="250" y="1"/>
                  </a:moveTo>
                  <a:cubicBezTo>
                    <a:pt x="114" y="1"/>
                    <a:pt x="0" y="109"/>
                    <a:pt x="0" y="245"/>
                  </a:cubicBezTo>
                  <a:cubicBezTo>
                    <a:pt x="0" y="388"/>
                    <a:pt x="114" y="496"/>
                    <a:pt x="250" y="496"/>
                  </a:cubicBezTo>
                  <a:cubicBezTo>
                    <a:pt x="387" y="496"/>
                    <a:pt x="501" y="388"/>
                    <a:pt x="501" y="245"/>
                  </a:cubicBezTo>
                  <a:cubicBezTo>
                    <a:pt x="501" y="109"/>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2"/>
            <p:cNvSpPr/>
            <p:nvPr/>
          </p:nvSpPr>
          <p:spPr>
            <a:xfrm>
              <a:off x="1594750" y="2667300"/>
              <a:ext cx="12575" cy="12425"/>
            </a:xfrm>
            <a:custGeom>
              <a:avLst/>
              <a:gdLst/>
              <a:ahLst/>
              <a:cxnLst/>
              <a:rect l="l" t="t" r="r" b="b"/>
              <a:pathLst>
                <a:path w="503" h="497" extrusionOk="0">
                  <a:moveTo>
                    <a:pt x="251" y="1"/>
                  </a:moveTo>
                  <a:cubicBezTo>
                    <a:pt x="115" y="1"/>
                    <a:pt x="0" y="109"/>
                    <a:pt x="0" y="245"/>
                  </a:cubicBezTo>
                  <a:cubicBezTo>
                    <a:pt x="0" y="388"/>
                    <a:pt x="115" y="496"/>
                    <a:pt x="251" y="496"/>
                  </a:cubicBezTo>
                  <a:cubicBezTo>
                    <a:pt x="394" y="496"/>
                    <a:pt x="503" y="388"/>
                    <a:pt x="503" y="245"/>
                  </a:cubicBezTo>
                  <a:cubicBezTo>
                    <a:pt x="503" y="109"/>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2"/>
            <p:cNvSpPr/>
            <p:nvPr/>
          </p:nvSpPr>
          <p:spPr>
            <a:xfrm>
              <a:off x="1686650" y="26673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2"/>
            <p:cNvSpPr/>
            <p:nvPr/>
          </p:nvSpPr>
          <p:spPr>
            <a:xfrm>
              <a:off x="1778450" y="2667300"/>
              <a:ext cx="12550" cy="12425"/>
            </a:xfrm>
            <a:custGeom>
              <a:avLst/>
              <a:gdLst/>
              <a:ahLst/>
              <a:cxnLst/>
              <a:rect l="l" t="t" r="r" b="b"/>
              <a:pathLst>
                <a:path w="502" h="497" extrusionOk="0">
                  <a:moveTo>
                    <a:pt x="252" y="1"/>
                  </a:moveTo>
                  <a:cubicBezTo>
                    <a:pt x="114" y="1"/>
                    <a:pt x="1" y="109"/>
                    <a:pt x="1" y="245"/>
                  </a:cubicBezTo>
                  <a:cubicBezTo>
                    <a:pt x="1" y="388"/>
                    <a:pt x="114" y="496"/>
                    <a:pt x="252" y="496"/>
                  </a:cubicBezTo>
                  <a:cubicBezTo>
                    <a:pt x="388" y="496"/>
                    <a:pt x="501" y="388"/>
                    <a:pt x="501" y="245"/>
                  </a:cubicBezTo>
                  <a:cubicBezTo>
                    <a:pt x="501"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2"/>
            <p:cNvSpPr/>
            <p:nvPr/>
          </p:nvSpPr>
          <p:spPr>
            <a:xfrm>
              <a:off x="1870375" y="2667300"/>
              <a:ext cx="12400" cy="12425"/>
            </a:xfrm>
            <a:custGeom>
              <a:avLst/>
              <a:gdLst/>
              <a:ahLst/>
              <a:cxnLst/>
              <a:rect l="l" t="t" r="r" b="b"/>
              <a:pathLst>
                <a:path w="496" h="497" extrusionOk="0">
                  <a:moveTo>
                    <a:pt x="252" y="1"/>
                  </a:moveTo>
                  <a:cubicBezTo>
                    <a:pt x="109" y="1"/>
                    <a:pt x="0" y="109"/>
                    <a:pt x="0" y="245"/>
                  </a:cubicBezTo>
                  <a:cubicBezTo>
                    <a:pt x="0" y="388"/>
                    <a:pt x="109" y="496"/>
                    <a:pt x="252" y="496"/>
                  </a:cubicBezTo>
                  <a:cubicBezTo>
                    <a:pt x="387" y="496"/>
                    <a:pt x="496" y="388"/>
                    <a:pt x="496" y="245"/>
                  </a:cubicBezTo>
                  <a:cubicBezTo>
                    <a:pt x="496"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2"/>
            <p:cNvSpPr/>
            <p:nvPr/>
          </p:nvSpPr>
          <p:spPr>
            <a:xfrm>
              <a:off x="1962150" y="2667300"/>
              <a:ext cx="12550" cy="12425"/>
            </a:xfrm>
            <a:custGeom>
              <a:avLst/>
              <a:gdLst/>
              <a:ahLst/>
              <a:cxnLst/>
              <a:rect l="l" t="t" r="r" b="b"/>
              <a:pathLst>
                <a:path w="502" h="497" extrusionOk="0">
                  <a:moveTo>
                    <a:pt x="250" y="1"/>
                  </a:moveTo>
                  <a:cubicBezTo>
                    <a:pt x="114" y="1"/>
                    <a:pt x="1" y="109"/>
                    <a:pt x="1" y="245"/>
                  </a:cubicBezTo>
                  <a:cubicBezTo>
                    <a:pt x="1" y="388"/>
                    <a:pt x="114" y="496"/>
                    <a:pt x="250" y="496"/>
                  </a:cubicBezTo>
                  <a:cubicBezTo>
                    <a:pt x="388" y="496"/>
                    <a:pt x="502" y="388"/>
                    <a:pt x="502" y="245"/>
                  </a:cubicBezTo>
                  <a:cubicBezTo>
                    <a:pt x="502"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2"/>
            <p:cNvSpPr/>
            <p:nvPr/>
          </p:nvSpPr>
          <p:spPr>
            <a:xfrm>
              <a:off x="2054075" y="2667300"/>
              <a:ext cx="12425" cy="12425"/>
            </a:xfrm>
            <a:custGeom>
              <a:avLst/>
              <a:gdLst/>
              <a:ahLst/>
              <a:cxnLst/>
              <a:rect l="l" t="t" r="r" b="b"/>
              <a:pathLst>
                <a:path w="497" h="497" extrusionOk="0">
                  <a:moveTo>
                    <a:pt x="252" y="1"/>
                  </a:moveTo>
                  <a:cubicBezTo>
                    <a:pt x="109" y="1"/>
                    <a:pt x="1" y="109"/>
                    <a:pt x="1" y="245"/>
                  </a:cubicBezTo>
                  <a:cubicBezTo>
                    <a:pt x="1" y="388"/>
                    <a:pt x="109" y="496"/>
                    <a:pt x="252" y="496"/>
                  </a:cubicBezTo>
                  <a:cubicBezTo>
                    <a:pt x="388" y="496"/>
                    <a:pt x="496" y="388"/>
                    <a:pt x="496" y="245"/>
                  </a:cubicBezTo>
                  <a:cubicBezTo>
                    <a:pt x="496"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2"/>
            <p:cNvSpPr/>
            <p:nvPr/>
          </p:nvSpPr>
          <p:spPr>
            <a:xfrm>
              <a:off x="2145825" y="26673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2"/>
            <p:cNvSpPr/>
            <p:nvPr/>
          </p:nvSpPr>
          <p:spPr>
            <a:xfrm>
              <a:off x="2237800" y="2667300"/>
              <a:ext cx="12350" cy="12425"/>
            </a:xfrm>
            <a:custGeom>
              <a:avLst/>
              <a:gdLst/>
              <a:ahLst/>
              <a:cxnLst/>
              <a:rect l="l" t="t" r="r" b="b"/>
              <a:pathLst>
                <a:path w="494" h="497" extrusionOk="0">
                  <a:moveTo>
                    <a:pt x="244" y="1"/>
                  </a:moveTo>
                  <a:cubicBezTo>
                    <a:pt x="107" y="1"/>
                    <a:pt x="0" y="109"/>
                    <a:pt x="0" y="245"/>
                  </a:cubicBezTo>
                  <a:cubicBezTo>
                    <a:pt x="0" y="388"/>
                    <a:pt x="107" y="496"/>
                    <a:pt x="244" y="496"/>
                  </a:cubicBezTo>
                  <a:cubicBezTo>
                    <a:pt x="387" y="496"/>
                    <a:pt x="494" y="388"/>
                    <a:pt x="494" y="245"/>
                  </a:cubicBezTo>
                  <a:cubicBezTo>
                    <a:pt x="494" y="109"/>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2"/>
            <p:cNvSpPr/>
            <p:nvPr/>
          </p:nvSpPr>
          <p:spPr>
            <a:xfrm>
              <a:off x="2329550" y="2667300"/>
              <a:ext cx="12575" cy="12425"/>
            </a:xfrm>
            <a:custGeom>
              <a:avLst/>
              <a:gdLst/>
              <a:ahLst/>
              <a:cxnLst/>
              <a:rect l="l" t="t" r="r" b="b"/>
              <a:pathLst>
                <a:path w="503" h="497" extrusionOk="0">
                  <a:moveTo>
                    <a:pt x="251" y="1"/>
                  </a:moveTo>
                  <a:cubicBezTo>
                    <a:pt x="115" y="1"/>
                    <a:pt x="0" y="109"/>
                    <a:pt x="0" y="245"/>
                  </a:cubicBezTo>
                  <a:cubicBezTo>
                    <a:pt x="0" y="388"/>
                    <a:pt x="115" y="496"/>
                    <a:pt x="251" y="496"/>
                  </a:cubicBezTo>
                  <a:cubicBezTo>
                    <a:pt x="387" y="496"/>
                    <a:pt x="502" y="388"/>
                    <a:pt x="502" y="245"/>
                  </a:cubicBezTo>
                  <a:cubicBezTo>
                    <a:pt x="502"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2"/>
            <p:cNvSpPr/>
            <p:nvPr/>
          </p:nvSpPr>
          <p:spPr>
            <a:xfrm>
              <a:off x="2421325" y="2667300"/>
              <a:ext cx="12550" cy="12425"/>
            </a:xfrm>
            <a:custGeom>
              <a:avLst/>
              <a:gdLst/>
              <a:ahLst/>
              <a:cxnLst/>
              <a:rect l="l" t="t" r="r" b="b"/>
              <a:pathLst>
                <a:path w="502" h="497" extrusionOk="0">
                  <a:moveTo>
                    <a:pt x="250" y="1"/>
                  </a:moveTo>
                  <a:cubicBezTo>
                    <a:pt x="114" y="1"/>
                    <a:pt x="1" y="109"/>
                    <a:pt x="1" y="245"/>
                  </a:cubicBezTo>
                  <a:cubicBezTo>
                    <a:pt x="1" y="388"/>
                    <a:pt x="114" y="496"/>
                    <a:pt x="250" y="496"/>
                  </a:cubicBezTo>
                  <a:cubicBezTo>
                    <a:pt x="395" y="496"/>
                    <a:pt x="501" y="388"/>
                    <a:pt x="501" y="245"/>
                  </a:cubicBezTo>
                  <a:cubicBezTo>
                    <a:pt x="501" y="109"/>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2"/>
            <p:cNvSpPr/>
            <p:nvPr/>
          </p:nvSpPr>
          <p:spPr>
            <a:xfrm>
              <a:off x="2513250" y="2667300"/>
              <a:ext cx="12575" cy="12425"/>
            </a:xfrm>
            <a:custGeom>
              <a:avLst/>
              <a:gdLst/>
              <a:ahLst/>
              <a:cxnLst/>
              <a:rect l="l" t="t" r="r" b="b"/>
              <a:pathLst>
                <a:path w="503" h="497" extrusionOk="0">
                  <a:moveTo>
                    <a:pt x="252" y="1"/>
                  </a:moveTo>
                  <a:cubicBezTo>
                    <a:pt x="109" y="1"/>
                    <a:pt x="0" y="109"/>
                    <a:pt x="0" y="245"/>
                  </a:cubicBezTo>
                  <a:cubicBezTo>
                    <a:pt x="0" y="388"/>
                    <a:pt x="109"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2"/>
            <p:cNvSpPr/>
            <p:nvPr/>
          </p:nvSpPr>
          <p:spPr>
            <a:xfrm>
              <a:off x="2605000" y="2667300"/>
              <a:ext cx="12575" cy="12425"/>
            </a:xfrm>
            <a:custGeom>
              <a:avLst/>
              <a:gdLst/>
              <a:ahLst/>
              <a:cxnLst/>
              <a:rect l="l" t="t" r="r" b="b"/>
              <a:pathLst>
                <a:path w="503" h="497" extrusionOk="0">
                  <a:moveTo>
                    <a:pt x="252" y="1"/>
                  </a:moveTo>
                  <a:cubicBezTo>
                    <a:pt x="116" y="1"/>
                    <a:pt x="0" y="109"/>
                    <a:pt x="0" y="245"/>
                  </a:cubicBezTo>
                  <a:cubicBezTo>
                    <a:pt x="0" y="388"/>
                    <a:pt x="116" y="496"/>
                    <a:pt x="252" y="496"/>
                  </a:cubicBezTo>
                  <a:cubicBezTo>
                    <a:pt x="387" y="496"/>
                    <a:pt x="503" y="388"/>
                    <a:pt x="503" y="245"/>
                  </a:cubicBezTo>
                  <a:cubicBezTo>
                    <a:pt x="503"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2"/>
            <p:cNvSpPr/>
            <p:nvPr/>
          </p:nvSpPr>
          <p:spPr>
            <a:xfrm>
              <a:off x="2696950" y="2667300"/>
              <a:ext cx="12375" cy="12425"/>
            </a:xfrm>
            <a:custGeom>
              <a:avLst/>
              <a:gdLst/>
              <a:ahLst/>
              <a:cxnLst/>
              <a:rect l="l" t="t" r="r" b="b"/>
              <a:pathLst>
                <a:path w="495" h="497" extrusionOk="0">
                  <a:moveTo>
                    <a:pt x="252" y="1"/>
                  </a:moveTo>
                  <a:cubicBezTo>
                    <a:pt x="108" y="1"/>
                    <a:pt x="1" y="109"/>
                    <a:pt x="1" y="245"/>
                  </a:cubicBezTo>
                  <a:cubicBezTo>
                    <a:pt x="1" y="388"/>
                    <a:pt x="108" y="496"/>
                    <a:pt x="252" y="496"/>
                  </a:cubicBezTo>
                  <a:cubicBezTo>
                    <a:pt x="388" y="496"/>
                    <a:pt x="495" y="388"/>
                    <a:pt x="495" y="245"/>
                  </a:cubicBezTo>
                  <a:cubicBezTo>
                    <a:pt x="495"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2"/>
            <p:cNvSpPr/>
            <p:nvPr/>
          </p:nvSpPr>
          <p:spPr>
            <a:xfrm>
              <a:off x="2788700" y="26673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2"/>
            <p:cNvSpPr/>
            <p:nvPr/>
          </p:nvSpPr>
          <p:spPr>
            <a:xfrm>
              <a:off x="2880675" y="2667300"/>
              <a:ext cx="12375" cy="12425"/>
            </a:xfrm>
            <a:custGeom>
              <a:avLst/>
              <a:gdLst/>
              <a:ahLst/>
              <a:cxnLst/>
              <a:rect l="l" t="t" r="r" b="b"/>
              <a:pathLst>
                <a:path w="495" h="497" extrusionOk="0">
                  <a:moveTo>
                    <a:pt x="243" y="1"/>
                  </a:moveTo>
                  <a:cubicBezTo>
                    <a:pt x="107" y="1"/>
                    <a:pt x="0" y="109"/>
                    <a:pt x="0" y="245"/>
                  </a:cubicBezTo>
                  <a:cubicBezTo>
                    <a:pt x="0" y="388"/>
                    <a:pt x="107" y="496"/>
                    <a:pt x="243" y="496"/>
                  </a:cubicBezTo>
                  <a:cubicBezTo>
                    <a:pt x="387" y="496"/>
                    <a:pt x="494" y="388"/>
                    <a:pt x="494" y="245"/>
                  </a:cubicBezTo>
                  <a:cubicBezTo>
                    <a:pt x="494" y="109"/>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2"/>
            <p:cNvSpPr/>
            <p:nvPr/>
          </p:nvSpPr>
          <p:spPr>
            <a:xfrm>
              <a:off x="2972425" y="2667300"/>
              <a:ext cx="12575" cy="12425"/>
            </a:xfrm>
            <a:custGeom>
              <a:avLst/>
              <a:gdLst/>
              <a:ahLst/>
              <a:cxnLst/>
              <a:rect l="l" t="t" r="r" b="b"/>
              <a:pathLst>
                <a:path w="503" h="497" extrusionOk="0">
                  <a:moveTo>
                    <a:pt x="251" y="1"/>
                  </a:moveTo>
                  <a:cubicBezTo>
                    <a:pt x="115" y="1"/>
                    <a:pt x="0" y="109"/>
                    <a:pt x="0" y="245"/>
                  </a:cubicBezTo>
                  <a:cubicBezTo>
                    <a:pt x="0" y="388"/>
                    <a:pt x="115" y="496"/>
                    <a:pt x="251" y="496"/>
                  </a:cubicBezTo>
                  <a:cubicBezTo>
                    <a:pt x="387" y="496"/>
                    <a:pt x="503" y="388"/>
                    <a:pt x="503" y="245"/>
                  </a:cubicBezTo>
                  <a:cubicBezTo>
                    <a:pt x="503"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2"/>
            <p:cNvSpPr/>
            <p:nvPr/>
          </p:nvSpPr>
          <p:spPr>
            <a:xfrm>
              <a:off x="3064375" y="2667300"/>
              <a:ext cx="12375" cy="12425"/>
            </a:xfrm>
            <a:custGeom>
              <a:avLst/>
              <a:gdLst/>
              <a:ahLst/>
              <a:cxnLst/>
              <a:rect l="l" t="t" r="r" b="b"/>
              <a:pathLst>
                <a:path w="495" h="497" extrusionOk="0">
                  <a:moveTo>
                    <a:pt x="243" y="1"/>
                  </a:moveTo>
                  <a:cubicBezTo>
                    <a:pt x="107" y="1"/>
                    <a:pt x="1" y="109"/>
                    <a:pt x="1" y="245"/>
                  </a:cubicBezTo>
                  <a:cubicBezTo>
                    <a:pt x="1" y="388"/>
                    <a:pt x="107" y="496"/>
                    <a:pt x="243" y="496"/>
                  </a:cubicBezTo>
                  <a:cubicBezTo>
                    <a:pt x="388" y="496"/>
                    <a:pt x="495" y="388"/>
                    <a:pt x="495" y="245"/>
                  </a:cubicBezTo>
                  <a:cubicBezTo>
                    <a:pt x="495" y="109"/>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2"/>
            <p:cNvSpPr/>
            <p:nvPr/>
          </p:nvSpPr>
          <p:spPr>
            <a:xfrm>
              <a:off x="3156125" y="26673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2"/>
            <p:cNvSpPr/>
            <p:nvPr/>
          </p:nvSpPr>
          <p:spPr>
            <a:xfrm>
              <a:off x="3247875" y="2667300"/>
              <a:ext cx="12575" cy="12425"/>
            </a:xfrm>
            <a:custGeom>
              <a:avLst/>
              <a:gdLst/>
              <a:ahLst/>
              <a:cxnLst/>
              <a:rect l="l" t="t" r="r" b="b"/>
              <a:pathLst>
                <a:path w="503"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2"/>
            <p:cNvSpPr/>
            <p:nvPr/>
          </p:nvSpPr>
          <p:spPr>
            <a:xfrm>
              <a:off x="3339850" y="2667300"/>
              <a:ext cx="12525" cy="12425"/>
            </a:xfrm>
            <a:custGeom>
              <a:avLst/>
              <a:gdLst/>
              <a:ahLst/>
              <a:cxnLst/>
              <a:rect l="l" t="t" r="r" b="b"/>
              <a:pathLst>
                <a:path w="501" h="497" extrusionOk="0">
                  <a:moveTo>
                    <a:pt x="251" y="1"/>
                  </a:moveTo>
                  <a:cubicBezTo>
                    <a:pt x="107" y="1"/>
                    <a:pt x="0" y="109"/>
                    <a:pt x="0" y="245"/>
                  </a:cubicBezTo>
                  <a:cubicBezTo>
                    <a:pt x="0" y="388"/>
                    <a:pt x="107" y="496"/>
                    <a:pt x="251" y="496"/>
                  </a:cubicBezTo>
                  <a:cubicBezTo>
                    <a:pt x="387" y="496"/>
                    <a:pt x="501" y="388"/>
                    <a:pt x="501" y="245"/>
                  </a:cubicBezTo>
                  <a:cubicBezTo>
                    <a:pt x="501"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2"/>
            <p:cNvSpPr/>
            <p:nvPr/>
          </p:nvSpPr>
          <p:spPr>
            <a:xfrm>
              <a:off x="3431575" y="26673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2"/>
            <p:cNvSpPr/>
            <p:nvPr/>
          </p:nvSpPr>
          <p:spPr>
            <a:xfrm>
              <a:off x="3523550" y="2667300"/>
              <a:ext cx="12375" cy="12425"/>
            </a:xfrm>
            <a:custGeom>
              <a:avLst/>
              <a:gdLst/>
              <a:ahLst/>
              <a:cxnLst/>
              <a:rect l="l" t="t" r="r" b="b"/>
              <a:pathLst>
                <a:path w="495" h="497" extrusionOk="0">
                  <a:moveTo>
                    <a:pt x="250" y="1"/>
                  </a:moveTo>
                  <a:cubicBezTo>
                    <a:pt x="107" y="1"/>
                    <a:pt x="0" y="109"/>
                    <a:pt x="0" y="245"/>
                  </a:cubicBezTo>
                  <a:cubicBezTo>
                    <a:pt x="0" y="388"/>
                    <a:pt x="107" y="496"/>
                    <a:pt x="250" y="496"/>
                  </a:cubicBezTo>
                  <a:cubicBezTo>
                    <a:pt x="388" y="496"/>
                    <a:pt x="494" y="388"/>
                    <a:pt x="494" y="245"/>
                  </a:cubicBezTo>
                  <a:cubicBezTo>
                    <a:pt x="494"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2"/>
            <p:cNvSpPr/>
            <p:nvPr/>
          </p:nvSpPr>
          <p:spPr>
            <a:xfrm>
              <a:off x="676400" y="275905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2"/>
            <p:cNvSpPr/>
            <p:nvPr/>
          </p:nvSpPr>
          <p:spPr>
            <a:xfrm>
              <a:off x="768325" y="2759050"/>
              <a:ext cx="12400" cy="12575"/>
            </a:xfrm>
            <a:custGeom>
              <a:avLst/>
              <a:gdLst/>
              <a:ahLst/>
              <a:cxnLst/>
              <a:rect l="l" t="t" r="r" b="b"/>
              <a:pathLst>
                <a:path w="496" h="503"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2"/>
            <p:cNvSpPr/>
            <p:nvPr/>
          </p:nvSpPr>
          <p:spPr>
            <a:xfrm>
              <a:off x="860125" y="2759050"/>
              <a:ext cx="12525" cy="12575"/>
            </a:xfrm>
            <a:custGeom>
              <a:avLst/>
              <a:gdLst/>
              <a:ahLst/>
              <a:cxnLst/>
              <a:rect l="l" t="t" r="r" b="b"/>
              <a:pathLst>
                <a:path w="501" h="503"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2"/>
            <p:cNvSpPr/>
            <p:nvPr/>
          </p:nvSpPr>
          <p:spPr>
            <a:xfrm>
              <a:off x="951850" y="275905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2"/>
            <p:cNvSpPr/>
            <p:nvPr/>
          </p:nvSpPr>
          <p:spPr>
            <a:xfrm>
              <a:off x="1043825" y="2759050"/>
              <a:ext cx="12375" cy="12575"/>
            </a:xfrm>
            <a:custGeom>
              <a:avLst/>
              <a:gdLst/>
              <a:ahLst/>
              <a:cxnLst/>
              <a:rect l="l" t="t" r="r" b="b"/>
              <a:pathLst>
                <a:path w="495" h="503"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2"/>
            <p:cNvSpPr/>
            <p:nvPr/>
          </p:nvSpPr>
          <p:spPr>
            <a:xfrm>
              <a:off x="1135575" y="2759050"/>
              <a:ext cx="12575" cy="12575"/>
            </a:xfrm>
            <a:custGeom>
              <a:avLst/>
              <a:gdLst/>
              <a:ahLst/>
              <a:cxnLst/>
              <a:rect l="l" t="t" r="r" b="b"/>
              <a:pathLst>
                <a:path w="503" h="503"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2"/>
            <p:cNvSpPr/>
            <p:nvPr/>
          </p:nvSpPr>
          <p:spPr>
            <a:xfrm>
              <a:off x="1227500" y="2759050"/>
              <a:ext cx="12400" cy="12575"/>
            </a:xfrm>
            <a:custGeom>
              <a:avLst/>
              <a:gdLst/>
              <a:ahLst/>
              <a:cxnLst/>
              <a:rect l="l" t="t" r="r" b="b"/>
              <a:pathLst>
                <a:path w="496" h="503"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2"/>
            <p:cNvSpPr/>
            <p:nvPr/>
          </p:nvSpPr>
          <p:spPr>
            <a:xfrm>
              <a:off x="1319275" y="2759050"/>
              <a:ext cx="12550" cy="12575"/>
            </a:xfrm>
            <a:custGeom>
              <a:avLst/>
              <a:gdLst/>
              <a:ahLst/>
              <a:cxnLst/>
              <a:rect l="l" t="t" r="r" b="b"/>
              <a:pathLst>
                <a:path w="502" h="503"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2"/>
            <p:cNvSpPr/>
            <p:nvPr/>
          </p:nvSpPr>
          <p:spPr>
            <a:xfrm>
              <a:off x="1411200" y="2759050"/>
              <a:ext cx="12425" cy="12575"/>
            </a:xfrm>
            <a:custGeom>
              <a:avLst/>
              <a:gdLst/>
              <a:ahLst/>
              <a:cxnLst/>
              <a:rect l="l" t="t" r="r" b="b"/>
              <a:pathLst>
                <a:path w="497" h="503"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2"/>
            <p:cNvSpPr/>
            <p:nvPr/>
          </p:nvSpPr>
          <p:spPr>
            <a:xfrm>
              <a:off x="1503000" y="2759050"/>
              <a:ext cx="12525" cy="12575"/>
            </a:xfrm>
            <a:custGeom>
              <a:avLst/>
              <a:gdLst/>
              <a:ahLst/>
              <a:cxnLst/>
              <a:rect l="l" t="t" r="r" b="b"/>
              <a:pathLst>
                <a:path w="501" h="503"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2"/>
            <p:cNvSpPr/>
            <p:nvPr/>
          </p:nvSpPr>
          <p:spPr>
            <a:xfrm>
              <a:off x="1594750" y="2759050"/>
              <a:ext cx="12575" cy="12575"/>
            </a:xfrm>
            <a:custGeom>
              <a:avLst/>
              <a:gdLst/>
              <a:ahLst/>
              <a:cxnLst/>
              <a:rect l="l" t="t" r="r" b="b"/>
              <a:pathLst>
                <a:path w="503" h="503"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2"/>
            <p:cNvSpPr/>
            <p:nvPr/>
          </p:nvSpPr>
          <p:spPr>
            <a:xfrm>
              <a:off x="1686650" y="275905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2"/>
            <p:cNvSpPr/>
            <p:nvPr/>
          </p:nvSpPr>
          <p:spPr>
            <a:xfrm>
              <a:off x="1778450" y="2759050"/>
              <a:ext cx="12550" cy="12575"/>
            </a:xfrm>
            <a:custGeom>
              <a:avLst/>
              <a:gdLst/>
              <a:ahLst/>
              <a:cxnLst/>
              <a:rect l="l" t="t" r="r" b="b"/>
              <a:pathLst>
                <a:path w="502" h="503"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2"/>
            <p:cNvSpPr/>
            <p:nvPr/>
          </p:nvSpPr>
          <p:spPr>
            <a:xfrm>
              <a:off x="1870375" y="2759050"/>
              <a:ext cx="12400" cy="12575"/>
            </a:xfrm>
            <a:custGeom>
              <a:avLst/>
              <a:gdLst/>
              <a:ahLst/>
              <a:cxnLst/>
              <a:rect l="l" t="t" r="r" b="b"/>
              <a:pathLst>
                <a:path w="496" h="503"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2"/>
            <p:cNvSpPr/>
            <p:nvPr/>
          </p:nvSpPr>
          <p:spPr>
            <a:xfrm>
              <a:off x="1962150" y="2759050"/>
              <a:ext cx="12550" cy="12575"/>
            </a:xfrm>
            <a:custGeom>
              <a:avLst/>
              <a:gdLst/>
              <a:ahLst/>
              <a:cxnLst/>
              <a:rect l="l" t="t" r="r" b="b"/>
              <a:pathLst>
                <a:path w="502" h="503"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2"/>
            <p:cNvSpPr/>
            <p:nvPr/>
          </p:nvSpPr>
          <p:spPr>
            <a:xfrm>
              <a:off x="2054075" y="2759050"/>
              <a:ext cx="12425" cy="12575"/>
            </a:xfrm>
            <a:custGeom>
              <a:avLst/>
              <a:gdLst/>
              <a:ahLst/>
              <a:cxnLst/>
              <a:rect l="l" t="t" r="r" b="b"/>
              <a:pathLst>
                <a:path w="497" h="503"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2"/>
            <p:cNvSpPr/>
            <p:nvPr/>
          </p:nvSpPr>
          <p:spPr>
            <a:xfrm>
              <a:off x="2145825" y="275905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2"/>
            <p:cNvSpPr/>
            <p:nvPr/>
          </p:nvSpPr>
          <p:spPr>
            <a:xfrm>
              <a:off x="2237800" y="2759050"/>
              <a:ext cx="12350" cy="12575"/>
            </a:xfrm>
            <a:custGeom>
              <a:avLst/>
              <a:gdLst/>
              <a:ahLst/>
              <a:cxnLst/>
              <a:rect l="l" t="t" r="r" b="b"/>
              <a:pathLst>
                <a:path w="494" h="503"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2"/>
            <p:cNvSpPr/>
            <p:nvPr/>
          </p:nvSpPr>
          <p:spPr>
            <a:xfrm>
              <a:off x="2329550" y="2759050"/>
              <a:ext cx="12575" cy="12575"/>
            </a:xfrm>
            <a:custGeom>
              <a:avLst/>
              <a:gdLst/>
              <a:ahLst/>
              <a:cxnLst/>
              <a:rect l="l" t="t" r="r" b="b"/>
              <a:pathLst>
                <a:path w="503" h="503"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2"/>
            <p:cNvSpPr/>
            <p:nvPr/>
          </p:nvSpPr>
          <p:spPr>
            <a:xfrm>
              <a:off x="2421325" y="2759050"/>
              <a:ext cx="12550" cy="12575"/>
            </a:xfrm>
            <a:custGeom>
              <a:avLst/>
              <a:gdLst/>
              <a:ahLst/>
              <a:cxnLst/>
              <a:rect l="l" t="t" r="r" b="b"/>
              <a:pathLst>
                <a:path w="502" h="503"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2"/>
            <p:cNvSpPr/>
            <p:nvPr/>
          </p:nvSpPr>
          <p:spPr>
            <a:xfrm>
              <a:off x="2513250" y="2759050"/>
              <a:ext cx="12575" cy="12575"/>
            </a:xfrm>
            <a:custGeom>
              <a:avLst/>
              <a:gdLst/>
              <a:ahLst/>
              <a:cxnLst/>
              <a:rect l="l" t="t" r="r" b="b"/>
              <a:pathLst>
                <a:path w="503" h="503"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2"/>
            <p:cNvSpPr/>
            <p:nvPr/>
          </p:nvSpPr>
          <p:spPr>
            <a:xfrm>
              <a:off x="2605000" y="2759050"/>
              <a:ext cx="12575" cy="12575"/>
            </a:xfrm>
            <a:custGeom>
              <a:avLst/>
              <a:gdLst/>
              <a:ahLst/>
              <a:cxnLst/>
              <a:rect l="l" t="t" r="r" b="b"/>
              <a:pathLst>
                <a:path w="503" h="503"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2"/>
            <p:cNvSpPr/>
            <p:nvPr/>
          </p:nvSpPr>
          <p:spPr>
            <a:xfrm>
              <a:off x="2696950" y="2759050"/>
              <a:ext cx="12375" cy="12575"/>
            </a:xfrm>
            <a:custGeom>
              <a:avLst/>
              <a:gdLst/>
              <a:ahLst/>
              <a:cxnLst/>
              <a:rect l="l" t="t" r="r" b="b"/>
              <a:pathLst>
                <a:path w="495" h="503"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2"/>
            <p:cNvSpPr/>
            <p:nvPr/>
          </p:nvSpPr>
          <p:spPr>
            <a:xfrm>
              <a:off x="2788700" y="275905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2"/>
            <p:cNvSpPr/>
            <p:nvPr/>
          </p:nvSpPr>
          <p:spPr>
            <a:xfrm>
              <a:off x="2880675" y="2759050"/>
              <a:ext cx="12375" cy="12575"/>
            </a:xfrm>
            <a:custGeom>
              <a:avLst/>
              <a:gdLst/>
              <a:ahLst/>
              <a:cxnLst/>
              <a:rect l="l" t="t" r="r" b="b"/>
              <a:pathLst>
                <a:path w="495" h="503"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2"/>
            <p:cNvSpPr/>
            <p:nvPr/>
          </p:nvSpPr>
          <p:spPr>
            <a:xfrm>
              <a:off x="2972425" y="2759050"/>
              <a:ext cx="12575" cy="12575"/>
            </a:xfrm>
            <a:custGeom>
              <a:avLst/>
              <a:gdLst/>
              <a:ahLst/>
              <a:cxnLst/>
              <a:rect l="l" t="t" r="r" b="b"/>
              <a:pathLst>
                <a:path w="503" h="503"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2"/>
            <p:cNvSpPr/>
            <p:nvPr/>
          </p:nvSpPr>
          <p:spPr>
            <a:xfrm>
              <a:off x="3064375" y="2759050"/>
              <a:ext cx="12375" cy="12575"/>
            </a:xfrm>
            <a:custGeom>
              <a:avLst/>
              <a:gdLst/>
              <a:ahLst/>
              <a:cxnLst/>
              <a:rect l="l" t="t" r="r" b="b"/>
              <a:pathLst>
                <a:path w="495" h="503"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2"/>
            <p:cNvSpPr/>
            <p:nvPr/>
          </p:nvSpPr>
          <p:spPr>
            <a:xfrm>
              <a:off x="3156125" y="275905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2"/>
            <p:cNvSpPr/>
            <p:nvPr/>
          </p:nvSpPr>
          <p:spPr>
            <a:xfrm>
              <a:off x="3247875" y="2759050"/>
              <a:ext cx="12575" cy="12575"/>
            </a:xfrm>
            <a:custGeom>
              <a:avLst/>
              <a:gdLst/>
              <a:ahLst/>
              <a:cxnLst/>
              <a:rect l="l" t="t" r="r" b="b"/>
              <a:pathLst>
                <a:path w="503"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2"/>
            <p:cNvSpPr/>
            <p:nvPr/>
          </p:nvSpPr>
          <p:spPr>
            <a:xfrm>
              <a:off x="3339850" y="2759050"/>
              <a:ext cx="12525" cy="12575"/>
            </a:xfrm>
            <a:custGeom>
              <a:avLst/>
              <a:gdLst/>
              <a:ahLst/>
              <a:cxnLst/>
              <a:rect l="l" t="t" r="r" b="b"/>
              <a:pathLst>
                <a:path w="501" h="503"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2"/>
            <p:cNvSpPr/>
            <p:nvPr/>
          </p:nvSpPr>
          <p:spPr>
            <a:xfrm>
              <a:off x="3431575" y="275905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2"/>
            <p:cNvSpPr/>
            <p:nvPr/>
          </p:nvSpPr>
          <p:spPr>
            <a:xfrm>
              <a:off x="3523550" y="2759050"/>
              <a:ext cx="12375" cy="12575"/>
            </a:xfrm>
            <a:custGeom>
              <a:avLst/>
              <a:gdLst/>
              <a:ahLst/>
              <a:cxnLst/>
              <a:rect l="l" t="t" r="r" b="b"/>
              <a:pathLst>
                <a:path w="495" h="503"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2"/>
            <p:cNvSpPr/>
            <p:nvPr/>
          </p:nvSpPr>
          <p:spPr>
            <a:xfrm>
              <a:off x="676400" y="2851025"/>
              <a:ext cx="12600" cy="12350"/>
            </a:xfrm>
            <a:custGeom>
              <a:avLst/>
              <a:gdLst/>
              <a:ahLst/>
              <a:cxnLst/>
              <a:rect l="l" t="t" r="r" b="b"/>
              <a:pathLst>
                <a:path w="504" h="494" extrusionOk="0">
                  <a:moveTo>
                    <a:pt x="252" y="0"/>
                  </a:moveTo>
                  <a:cubicBezTo>
                    <a:pt x="116" y="0"/>
                    <a:pt x="1" y="107"/>
                    <a:pt x="1" y="244"/>
                  </a:cubicBezTo>
                  <a:cubicBezTo>
                    <a:pt x="1" y="387"/>
                    <a:pt x="116" y="494"/>
                    <a:pt x="252" y="494"/>
                  </a:cubicBezTo>
                  <a:cubicBezTo>
                    <a:pt x="388" y="494"/>
                    <a:pt x="503" y="387"/>
                    <a:pt x="503" y="244"/>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2"/>
            <p:cNvSpPr/>
            <p:nvPr/>
          </p:nvSpPr>
          <p:spPr>
            <a:xfrm>
              <a:off x="768325" y="2851025"/>
              <a:ext cx="12400" cy="12350"/>
            </a:xfrm>
            <a:custGeom>
              <a:avLst/>
              <a:gdLst/>
              <a:ahLst/>
              <a:cxnLst/>
              <a:rect l="l" t="t" r="r" b="b"/>
              <a:pathLst>
                <a:path w="496" h="494" extrusionOk="0">
                  <a:moveTo>
                    <a:pt x="245" y="0"/>
                  </a:moveTo>
                  <a:cubicBezTo>
                    <a:pt x="109" y="0"/>
                    <a:pt x="0" y="107"/>
                    <a:pt x="0" y="244"/>
                  </a:cubicBezTo>
                  <a:cubicBezTo>
                    <a:pt x="0" y="387"/>
                    <a:pt x="109" y="494"/>
                    <a:pt x="245" y="494"/>
                  </a:cubicBezTo>
                  <a:cubicBezTo>
                    <a:pt x="388" y="494"/>
                    <a:pt x="496" y="387"/>
                    <a:pt x="496" y="244"/>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2"/>
            <p:cNvSpPr/>
            <p:nvPr/>
          </p:nvSpPr>
          <p:spPr>
            <a:xfrm>
              <a:off x="860125" y="2851025"/>
              <a:ext cx="12525" cy="12350"/>
            </a:xfrm>
            <a:custGeom>
              <a:avLst/>
              <a:gdLst/>
              <a:ahLst/>
              <a:cxnLst/>
              <a:rect l="l" t="t" r="r" b="b"/>
              <a:pathLst>
                <a:path w="501" h="494" extrusionOk="0">
                  <a:moveTo>
                    <a:pt x="251" y="0"/>
                  </a:moveTo>
                  <a:cubicBezTo>
                    <a:pt x="114" y="0"/>
                    <a:pt x="0" y="107"/>
                    <a:pt x="0" y="244"/>
                  </a:cubicBezTo>
                  <a:cubicBezTo>
                    <a:pt x="0" y="387"/>
                    <a:pt x="114" y="494"/>
                    <a:pt x="251" y="494"/>
                  </a:cubicBezTo>
                  <a:cubicBezTo>
                    <a:pt x="387" y="494"/>
                    <a:pt x="501" y="387"/>
                    <a:pt x="501" y="244"/>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2"/>
            <p:cNvSpPr/>
            <p:nvPr/>
          </p:nvSpPr>
          <p:spPr>
            <a:xfrm>
              <a:off x="951850" y="2851025"/>
              <a:ext cx="12600" cy="12350"/>
            </a:xfrm>
            <a:custGeom>
              <a:avLst/>
              <a:gdLst/>
              <a:ahLst/>
              <a:cxnLst/>
              <a:rect l="l" t="t" r="r" b="b"/>
              <a:pathLst>
                <a:path w="504" h="494" extrusionOk="0">
                  <a:moveTo>
                    <a:pt x="252" y="0"/>
                  </a:moveTo>
                  <a:cubicBezTo>
                    <a:pt x="116" y="0"/>
                    <a:pt x="1" y="107"/>
                    <a:pt x="1" y="244"/>
                  </a:cubicBezTo>
                  <a:cubicBezTo>
                    <a:pt x="1" y="387"/>
                    <a:pt x="116" y="494"/>
                    <a:pt x="252" y="494"/>
                  </a:cubicBezTo>
                  <a:cubicBezTo>
                    <a:pt x="388" y="494"/>
                    <a:pt x="503" y="387"/>
                    <a:pt x="503" y="244"/>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2"/>
            <p:cNvSpPr/>
            <p:nvPr/>
          </p:nvSpPr>
          <p:spPr>
            <a:xfrm>
              <a:off x="1043825" y="2851025"/>
              <a:ext cx="12375" cy="12350"/>
            </a:xfrm>
            <a:custGeom>
              <a:avLst/>
              <a:gdLst/>
              <a:ahLst/>
              <a:cxnLst/>
              <a:rect l="l" t="t" r="r" b="b"/>
              <a:pathLst>
                <a:path w="495" h="494" extrusionOk="0">
                  <a:moveTo>
                    <a:pt x="250" y="0"/>
                  </a:moveTo>
                  <a:cubicBezTo>
                    <a:pt x="107" y="0"/>
                    <a:pt x="0" y="107"/>
                    <a:pt x="0" y="244"/>
                  </a:cubicBezTo>
                  <a:cubicBezTo>
                    <a:pt x="0" y="387"/>
                    <a:pt x="107" y="494"/>
                    <a:pt x="250" y="494"/>
                  </a:cubicBezTo>
                  <a:cubicBezTo>
                    <a:pt x="388" y="494"/>
                    <a:pt x="494" y="387"/>
                    <a:pt x="494" y="244"/>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 name="Google Shape;623;p2"/>
            <p:cNvSpPr/>
            <p:nvPr/>
          </p:nvSpPr>
          <p:spPr>
            <a:xfrm>
              <a:off x="1135575" y="2851025"/>
              <a:ext cx="12575" cy="12350"/>
            </a:xfrm>
            <a:custGeom>
              <a:avLst/>
              <a:gdLst/>
              <a:ahLst/>
              <a:cxnLst/>
              <a:rect l="l" t="t" r="r" b="b"/>
              <a:pathLst>
                <a:path w="503" h="494" extrusionOk="0">
                  <a:moveTo>
                    <a:pt x="252" y="0"/>
                  </a:moveTo>
                  <a:cubicBezTo>
                    <a:pt x="116" y="0"/>
                    <a:pt x="0" y="107"/>
                    <a:pt x="0" y="244"/>
                  </a:cubicBezTo>
                  <a:cubicBezTo>
                    <a:pt x="0" y="387"/>
                    <a:pt x="116" y="494"/>
                    <a:pt x="252" y="494"/>
                  </a:cubicBezTo>
                  <a:cubicBezTo>
                    <a:pt x="387" y="494"/>
                    <a:pt x="503" y="387"/>
                    <a:pt x="503" y="244"/>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 name="Google Shape;624;p2"/>
            <p:cNvSpPr/>
            <p:nvPr/>
          </p:nvSpPr>
          <p:spPr>
            <a:xfrm>
              <a:off x="1227500" y="2851025"/>
              <a:ext cx="12400" cy="12350"/>
            </a:xfrm>
            <a:custGeom>
              <a:avLst/>
              <a:gdLst/>
              <a:ahLst/>
              <a:cxnLst/>
              <a:rect l="l" t="t" r="r" b="b"/>
              <a:pathLst>
                <a:path w="496" h="494" extrusionOk="0">
                  <a:moveTo>
                    <a:pt x="251" y="0"/>
                  </a:moveTo>
                  <a:cubicBezTo>
                    <a:pt x="109" y="0"/>
                    <a:pt x="0" y="107"/>
                    <a:pt x="0" y="244"/>
                  </a:cubicBezTo>
                  <a:cubicBezTo>
                    <a:pt x="0" y="387"/>
                    <a:pt x="109" y="494"/>
                    <a:pt x="251" y="494"/>
                  </a:cubicBezTo>
                  <a:cubicBezTo>
                    <a:pt x="387" y="494"/>
                    <a:pt x="496" y="387"/>
                    <a:pt x="496" y="244"/>
                  </a:cubicBezTo>
                  <a:cubicBezTo>
                    <a:pt x="496"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 name="Google Shape;625;p2"/>
            <p:cNvSpPr/>
            <p:nvPr/>
          </p:nvSpPr>
          <p:spPr>
            <a:xfrm>
              <a:off x="1319275" y="2851025"/>
              <a:ext cx="12550" cy="12350"/>
            </a:xfrm>
            <a:custGeom>
              <a:avLst/>
              <a:gdLst/>
              <a:ahLst/>
              <a:cxnLst/>
              <a:rect l="l" t="t" r="r" b="b"/>
              <a:pathLst>
                <a:path w="502" h="494" extrusionOk="0">
                  <a:moveTo>
                    <a:pt x="252" y="0"/>
                  </a:moveTo>
                  <a:cubicBezTo>
                    <a:pt x="114" y="0"/>
                    <a:pt x="1" y="107"/>
                    <a:pt x="1" y="244"/>
                  </a:cubicBezTo>
                  <a:cubicBezTo>
                    <a:pt x="1" y="387"/>
                    <a:pt x="114" y="494"/>
                    <a:pt x="252" y="494"/>
                  </a:cubicBezTo>
                  <a:cubicBezTo>
                    <a:pt x="388" y="494"/>
                    <a:pt x="501" y="387"/>
                    <a:pt x="501" y="244"/>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2"/>
            <p:cNvSpPr/>
            <p:nvPr/>
          </p:nvSpPr>
          <p:spPr>
            <a:xfrm>
              <a:off x="1411200" y="2851025"/>
              <a:ext cx="12425" cy="12350"/>
            </a:xfrm>
            <a:custGeom>
              <a:avLst/>
              <a:gdLst/>
              <a:ahLst/>
              <a:cxnLst/>
              <a:rect l="l" t="t" r="r" b="b"/>
              <a:pathLst>
                <a:path w="497" h="494" extrusionOk="0">
                  <a:moveTo>
                    <a:pt x="245" y="0"/>
                  </a:moveTo>
                  <a:cubicBezTo>
                    <a:pt x="109" y="0"/>
                    <a:pt x="1" y="107"/>
                    <a:pt x="1" y="244"/>
                  </a:cubicBezTo>
                  <a:cubicBezTo>
                    <a:pt x="1" y="387"/>
                    <a:pt x="109" y="494"/>
                    <a:pt x="245" y="494"/>
                  </a:cubicBezTo>
                  <a:cubicBezTo>
                    <a:pt x="388" y="494"/>
                    <a:pt x="496" y="387"/>
                    <a:pt x="496" y="244"/>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2"/>
            <p:cNvSpPr/>
            <p:nvPr/>
          </p:nvSpPr>
          <p:spPr>
            <a:xfrm>
              <a:off x="1503000" y="2851025"/>
              <a:ext cx="12525" cy="12350"/>
            </a:xfrm>
            <a:custGeom>
              <a:avLst/>
              <a:gdLst/>
              <a:ahLst/>
              <a:cxnLst/>
              <a:rect l="l" t="t" r="r" b="b"/>
              <a:pathLst>
                <a:path w="501" h="494" extrusionOk="0">
                  <a:moveTo>
                    <a:pt x="250" y="0"/>
                  </a:moveTo>
                  <a:cubicBezTo>
                    <a:pt x="114" y="0"/>
                    <a:pt x="0" y="107"/>
                    <a:pt x="0" y="244"/>
                  </a:cubicBezTo>
                  <a:cubicBezTo>
                    <a:pt x="0" y="387"/>
                    <a:pt x="114" y="494"/>
                    <a:pt x="250" y="494"/>
                  </a:cubicBezTo>
                  <a:cubicBezTo>
                    <a:pt x="387" y="494"/>
                    <a:pt x="501" y="387"/>
                    <a:pt x="501" y="244"/>
                  </a:cubicBezTo>
                  <a:cubicBezTo>
                    <a:pt x="501" y="107"/>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2"/>
            <p:cNvSpPr/>
            <p:nvPr/>
          </p:nvSpPr>
          <p:spPr>
            <a:xfrm>
              <a:off x="1594750" y="2851025"/>
              <a:ext cx="12575" cy="12350"/>
            </a:xfrm>
            <a:custGeom>
              <a:avLst/>
              <a:gdLst/>
              <a:ahLst/>
              <a:cxnLst/>
              <a:rect l="l" t="t" r="r" b="b"/>
              <a:pathLst>
                <a:path w="503" h="494" extrusionOk="0">
                  <a:moveTo>
                    <a:pt x="251" y="0"/>
                  </a:moveTo>
                  <a:cubicBezTo>
                    <a:pt x="115" y="0"/>
                    <a:pt x="0" y="107"/>
                    <a:pt x="0" y="244"/>
                  </a:cubicBezTo>
                  <a:cubicBezTo>
                    <a:pt x="0" y="387"/>
                    <a:pt x="115" y="494"/>
                    <a:pt x="251" y="494"/>
                  </a:cubicBezTo>
                  <a:cubicBezTo>
                    <a:pt x="394" y="494"/>
                    <a:pt x="503" y="387"/>
                    <a:pt x="503" y="244"/>
                  </a:cubicBezTo>
                  <a:cubicBezTo>
                    <a:pt x="503" y="107"/>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2"/>
            <p:cNvSpPr/>
            <p:nvPr/>
          </p:nvSpPr>
          <p:spPr>
            <a:xfrm>
              <a:off x="1686650" y="2851025"/>
              <a:ext cx="12600" cy="12350"/>
            </a:xfrm>
            <a:custGeom>
              <a:avLst/>
              <a:gdLst/>
              <a:ahLst/>
              <a:cxnLst/>
              <a:rect l="l" t="t" r="r" b="b"/>
              <a:pathLst>
                <a:path w="504" h="494" extrusionOk="0">
                  <a:moveTo>
                    <a:pt x="252" y="0"/>
                  </a:moveTo>
                  <a:cubicBezTo>
                    <a:pt x="116" y="0"/>
                    <a:pt x="1" y="107"/>
                    <a:pt x="1" y="244"/>
                  </a:cubicBezTo>
                  <a:cubicBezTo>
                    <a:pt x="1" y="387"/>
                    <a:pt x="116" y="494"/>
                    <a:pt x="252" y="494"/>
                  </a:cubicBezTo>
                  <a:cubicBezTo>
                    <a:pt x="388" y="494"/>
                    <a:pt x="503" y="387"/>
                    <a:pt x="503" y="244"/>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2"/>
            <p:cNvSpPr/>
            <p:nvPr/>
          </p:nvSpPr>
          <p:spPr>
            <a:xfrm>
              <a:off x="1778450" y="2851025"/>
              <a:ext cx="12550" cy="12350"/>
            </a:xfrm>
            <a:custGeom>
              <a:avLst/>
              <a:gdLst/>
              <a:ahLst/>
              <a:cxnLst/>
              <a:rect l="l" t="t" r="r" b="b"/>
              <a:pathLst>
                <a:path w="502" h="494" extrusionOk="0">
                  <a:moveTo>
                    <a:pt x="252" y="0"/>
                  </a:moveTo>
                  <a:cubicBezTo>
                    <a:pt x="114" y="0"/>
                    <a:pt x="1" y="107"/>
                    <a:pt x="1" y="244"/>
                  </a:cubicBezTo>
                  <a:cubicBezTo>
                    <a:pt x="1" y="387"/>
                    <a:pt x="114" y="494"/>
                    <a:pt x="252" y="494"/>
                  </a:cubicBezTo>
                  <a:cubicBezTo>
                    <a:pt x="388" y="494"/>
                    <a:pt x="501" y="387"/>
                    <a:pt x="501" y="244"/>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2"/>
            <p:cNvSpPr/>
            <p:nvPr/>
          </p:nvSpPr>
          <p:spPr>
            <a:xfrm>
              <a:off x="1870375" y="2851025"/>
              <a:ext cx="12400" cy="12350"/>
            </a:xfrm>
            <a:custGeom>
              <a:avLst/>
              <a:gdLst/>
              <a:ahLst/>
              <a:cxnLst/>
              <a:rect l="l" t="t" r="r" b="b"/>
              <a:pathLst>
                <a:path w="496" h="494" extrusionOk="0">
                  <a:moveTo>
                    <a:pt x="252" y="0"/>
                  </a:moveTo>
                  <a:cubicBezTo>
                    <a:pt x="109" y="0"/>
                    <a:pt x="0" y="107"/>
                    <a:pt x="0" y="244"/>
                  </a:cubicBezTo>
                  <a:cubicBezTo>
                    <a:pt x="0" y="387"/>
                    <a:pt x="109" y="494"/>
                    <a:pt x="252" y="494"/>
                  </a:cubicBezTo>
                  <a:cubicBezTo>
                    <a:pt x="387" y="494"/>
                    <a:pt x="496" y="387"/>
                    <a:pt x="496" y="244"/>
                  </a:cubicBezTo>
                  <a:cubicBezTo>
                    <a:pt x="496"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2"/>
            <p:cNvSpPr/>
            <p:nvPr/>
          </p:nvSpPr>
          <p:spPr>
            <a:xfrm>
              <a:off x="1962150" y="2851025"/>
              <a:ext cx="12550" cy="12350"/>
            </a:xfrm>
            <a:custGeom>
              <a:avLst/>
              <a:gdLst/>
              <a:ahLst/>
              <a:cxnLst/>
              <a:rect l="l" t="t" r="r" b="b"/>
              <a:pathLst>
                <a:path w="502" h="494" extrusionOk="0">
                  <a:moveTo>
                    <a:pt x="250" y="0"/>
                  </a:moveTo>
                  <a:cubicBezTo>
                    <a:pt x="114" y="0"/>
                    <a:pt x="1" y="107"/>
                    <a:pt x="1" y="244"/>
                  </a:cubicBezTo>
                  <a:cubicBezTo>
                    <a:pt x="1" y="387"/>
                    <a:pt x="114" y="494"/>
                    <a:pt x="250" y="494"/>
                  </a:cubicBezTo>
                  <a:cubicBezTo>
                    <a:pt x="388" y="494"/>
                    <a:pt x="502" y="387"/>
                    <a:pt x="502" y="244"/>
                  </a:cubicBezTo>
                  <a:cubicBezTo>
                    <a:pt x="502"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2"/>
            <p:cNvSpPr/>
            <p:nvPr/>
          </p:nvSpPr>
          <p:spPr>
            <a:xfrm>
              <a:off x="2054075" y="2851025"/>
              <a:ext cx="12425" cy="12350"/>
            </a:xfrm>
            <a:custGeom>
              <a:avLst/>
              <a:gdLst/>
              <a:ahLst/>
              <a:cxnLst/>
              <a:rect l="l" t="t" r="r" b="b"/>
              <a:pathLst>
                <a:path w="497" h="494" extrusionOk="0">
                  <a:moveTo>
                    <a:pt x="252" y="0"/>
                  </a:moveTo>
                  <a:cubicBezTo>
                    <a:pt x="109" y="0"/>
                    <a:pt x="1" y="107"/>
                    <a:pt x="1" y="244"/>
                  </a:cubicBezTo>
                  <a:cubicBezTo>
                    <a:pt x="1" y="387"/>
                    <a:pt x="109" y="494"/>
                    <a:pt x="252" y="494"/>
                  </a:cubicBezTo>
                  <a:cubicBezTo>
                    <a:pt x="388" y="494"/>
                    <a:pt x="496" y="387"/>
                    <a:pt x="496" y="244"/>
                  </a:cubicBezTo>
                  <a:cubicBezTo>
                    <a:pt x="496"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2"/>
            <p:cNvSpPr/>
            <p:nvPr/>
          </p:nvSpPr>
          <p:spPr>
            <a:xfrm>
              <a:off x="2145825" y="2851025"/>
              <a:ext cx="12600" cy="12350"/>
            </a:xfrm>
            <a:custGeom>
              <a:avLst/>
              <a:gdLst/>
              <a:ahLst/>
              <a:cxnLst/>
              <a:rect l="l" t="t" r="r" b="b"/>
              <a:pathLst>
                <a:path w="504" h="494" extrusionOk="0">
                  <a:moveTo>
                    <a:pt x="252" y="0"/>
                  </a:moveTo>
                  <a:cubicBezTo>
                    <a:pt x="116" y="0"/>
                    <a:pt x="1" y="107"/>
                    <a:pt x="1" y="244"/>
                  </a:cubicBezTo>
                  <a:cubicBezTo>
                    <a:pt x="1" y="387"/>
                    <a:pt x="116" y="494"/>
                    <a:pt x="252" y="494"/>
                  </a:cubicBezTo>
                  <a:cubicBezTo>
                    <a:pt x="388" y="494"/>
                    <a:pt x="503" y="387"/>
                    <a:pt x="503" y="244"/>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2"/>
            <p:cNvSpPr/>
            <p:nvPr/>
          </p:nvSpPr>
          <p:spPr>
            <a:xfrm>
              <a:off x="2237800" y="2851025"/>
              <a:ext cx="12350" cy="12350"/>
            </a:xfrm>
            <a:custGeom>
              <a:avLst/>
              <a:gdLst/>
              <a:ahLst/>
              <a:cxnLst/>
              <a:rect l="l" t="t" r="r" b="b"/>
              <a:pathLst>
                <a:path w="494" h="494" extrusionOk="0">
                  <a:moveTo>
                    <a:pt x="244" y="0"/>
                  </a:moveTo>
                  <a:cubicBezTo>
                    <a:pt x="107" y="0"/>
                    <a:pt x="0" y="107"/>
                    <a:pt x="0" y="244"/>
                  </a:cubicBezTo>
                  <a:cubicBezTo>
                    <a:pt x="0" y="387"/>
                    <a:pt x="107" y="494"/>
                    <a:pt x="244" y="494"/>
                  </a:cubicBezTo>
                  <a:cubicBezTo>
                    <a:pt x="387" y="494"/>
                    <a:pt x="494" y="387"/>
                    <a:pt x="494" y="244"/>
                  </a:cubicBezTo>
                  <a:cubicBezTo>
                    <a:pt x="494" y="107"/>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2"/>
            <p:cNvSpPr/>
            <p:nvPr/>
          </p:nvSpPr>
          <p:spPr>
            <a:xfrm>
              <a:off x="2329550" y="2851025"/>
              <a:ext cx="12575" cy="12350"/>
            </a:xfrm>
            <a:custGeom>
              <a:avLst/>
              <a:gdLst/>
              <a:ahLst/>
              <a:cxnLst/>
              <a:rect l="l" t="t" r="r" b="b"/>
              <a:pathLst>
                <a:path w="503" h="494" extrusionOk="0">
                  <a:moveTo>
                    <a:pt x="251" y="0"/>
                  </a:moveTo>
                  <a:cubicBezTo>
                    <a:pt x="115" y="0"/>
                    <a:pt x="0" y="107"/>
                    <a:pt x="0" y="244"/>
                  </a:cubicBezTo>
                  <a:cubicBezTo>
                    <a:pt x="0" y="387"/>
                    <a:pt x="115" y="494"/>
                    <a:pt x="251" y="494"/>
                  </a:cubicBezTo>
                  <a:cubicBezTo>
                    <a:pt x="387" y="494"/>
                    <a:pt x="502" y="387"/>
                    <a:pt x="502" y="244"/>
                  </a:cubicBezTo>
                  <a:cubicBezTo>
                    <a:pt x="502"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2"/>
            <p:cNvSpPr/>
            <p:nvPr/>
          </p:nvSpPr>
          <p:spPr>
            <a:xfrm>
              <a:off x="2421325" y="2851025"/>
              <a:ext cx="12550" cy="12350"/>
            </a:xfrm>
            <a:custGeom>
              <a:avLst/>
              <a:gdLst/>
              <a:ahLst/>
              <a:cxnLst/>
              <a:rect l="l" t="t" r="r" b="b"/>
              <a:pathLst>
                <a:path w="502" h="494" extrusionOk="0">
                  <a:moveTo>
                    <a:pt x="250" y="0"/>
                  </a:moveTo>
                  <a:cubicBezTo>
                    <a:pt x="114" y="0"/>
                    <a:pt x="1" y="107"/>
                    <a:pt x="1" y="244"/>
                  </a:cubicBezTo>
                  <a:cubicBezTo>
                    <a:pt x="1" y="387"/>
                    <a:pt x="114" y="494"/>
                    <a:pt x="250" y="494"/>
                  </a:cubicBezTo>
                  <a:cubicBezTo>
                    <a:pt x="395" y="494"/>
                    <a:pt x="501" y="387"/>
                    <a:pt x="501" y="244"/>
                  </a:cubicBezTo>
                  <a:cubicBezTo>
                    <a:pt x="501" y="107"/>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2"/>
            <p:cNvSpPr/>
            <p:nvPr/>
          </p:nvSpPr>
          <p:spPr>
            <a:xfrm>
              <a:off x="2513250" y="2851025"/>
              <a:ext cx="12575" cy="12350"/>
            </a:xfrm>
            <a:custGeom>
              <a:avLst/>
              <a:gdLst/>
              <a:ahLst/>
              <a:cxnLst/>
              <a:rect l="l" t="t" r="r" b="b"/>
              <a:pathLst>
                <a:path w="503" h="494" extrusionOk="0">
                  <a:moveTo>
                    <a:pt x="252" y="0"/>
                  </a:moveTo>
                  <a:cubicBezTo>
                    <a:pt x="109" y="0"/>
                    <a:pt x="0" y="107"/>
                    <a:pt x="0" y="244"/>
                  </a:cubicBezTo>
                  <a:cubicBezTo>
                    <a:pt x="0" y="387"/>
                    <a:pt x="109" y="494"/>
                    <a:pt x="252" y="494"/>
                  </a:cubicBezTo>
                  <a:cubicBezTo>
                    <a:pt x="388" y="494"/>
                    <a:pt x="503" y="387"/>
                    <a:pt x="503" y="244"/>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2"/>
            <p:cNvSpPr/>
            <p:nvPr/>
          </p:nvSpPr>
          <p:spPr>
            <a:xfrm>
              <a:off x="2605000" y="2851025"/>
              <a:ext cx="12575" cy="12350"/>
            </a:xfrm>
            <a:custGeom>
              <a:avLst/>
              <a:gdLst/>
              <a:ahLst/>
              <a:cxnLst/>
              <a:rect l="l" t="t" r="r" b="b"/>
              <a:pathLst>
                <a:path w="503" h="494" extrusionOk="0">
                  <a:moveTo>
                    <a:pt x="252" y="0"/>
                  </a:moveTo>
                  <a:cubicBezTo>
                    <a:pt x="116" y="0"/>
                    <a:pt x="0" y="107"/>
                    <a:pt x="0" y="244"/>
                  </a:cubicBezTo>
                  <a:cubicBezTo>
                    <a:pt x="0" y="387"/>
                    <a:pt x="116" y="494"/>
                    <a:pt x="252" y="494"/>
                  </a:cubicBezTo>
                  <a:cubicBezTo>
                    <a:pt x="387" y="494"/>
                    <a:pt x="503" y="387"/>
                    <a:pt x="503" y="244"/>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2"/>
            <p:cNvSpPr/>
            <p:nvPr/>
          </p:nvSpPr>
          <p:spPr>
            <a:xfrm>
              <a:off x="2696950" y="2851025"/>
              <a:ext cx="12375" cy="12350"/>
            </a:xfrm>
            <a:custGeom>
              <a:avLst/>
              <a:gdLst/>
              <a:ahLst/>
              <a:cxnLst/>
              <a:rect l="l" t="t" r="r" b="b"/>
              <a:pathLst>
                <a:path w="495" h="494" extrusionOk="0">
                  <a:moveTo>
                    <a:pt x="252" y="0"/>
                  </a:moveTo>
                  <a:cubicBezTo>
                    <a:pt x="108" y="0"/>
                    <a:pt x="1" y="107"/>
                    <a:pt x="1" y="244"/>
                  </a:cubicBezTo>
                  <a:cubicBezTo>
                    <a:pt x="1" y="387"/>
                    <a:pt x="108" y="494"/>
                    <a:pt x="252" y="494"/>
                  </a:cubicBezTo>
                  <a:cubicBezTo>
                    <a:pt x="388" y="494"/>
                    <a:pt x="495" y="387"/>
                    <a:pt x="495" y="244"/>
                  </a:cubicBezTo>
                  <a:cubicBezTo>
                    <a:pt x="495"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2"/>
            <p:cNvSpPr/>
            <p:nvPr/>
          </p:nvSpPr>
          <p:spPr>
            <a:xfrm>
              <a:off x="2788700" y="2851025"/>
              <a:ext cx="12600" cy="12350"/>
            </a:xfrm>
            <a:custGeom>
              <a:avLst/>
              <a:gdLst/>
              <a:ahLst/>
              <a:cxnLst/>
              <a:rect l="l" t="t" r="r" b="b"/>
              <a:pathLst>
                <a:path w="504" h="494" extrusionOk="0">
                  <a:moveTo>
                    <a:pt x="252" y="0"/>
                  </a:moveTo>
                  <a:cubicBezTo>
                    <a:pt x="116" y="0"/>
                    <a:pt x="1" y="107"/>
                    <a:pt x="1" y="244"/>
                  </a:cubicBezTo>
                  <a:cubicBezTo>
                    <a:pt x="1" y="387"/>
                    <a:pt x="116" y="494"/>
                    <a:pt x="252" y="494"/>
                  </a:cubicBezTo>
                  <a:cubicBezTo>
                    <a:pt x="388" y="494"/>
                    <a:pt x="503" y="387"/>
                    <a:pt x="503" y="244"/>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2"/>
            <p:cNvSpPr/>
            <p:nvPr/>
          </p:nvSpPr>
          <p:spPr>
            <a:xfrm>
              <a:off x="2880675" y="2851025"/>
              <a:ext cx="12375" cy="12350"/>
            </a:xfrm>
            <a:custGeom>
              <a:avLst/>
              <a:gdLst/>
              <a:ahLst/>
              <a:cxnLst/>
              <a:rect l="l" t="t" r="r" b="b"/>
              <a:pathLst>
                <a:path w="495" h="494" extrusionOk="0">
                  <a:moveTo>
                    <a:pt x="243" y="0"/>
                  </a:moveTo>
                  <a:cubicBezTo>
                    <a:pt x="107" y="0"/>
                    <a:pt x="0" y="107"/>
                    <a:pt x="0" y="244"/>
                  </a:cubicBezTo>
                  <a:cubicBezTo>
                    <a:pt x="0" y="387"/>
                    <a:pt x="107" y="494"/>
                    <a:pt x="243" y="494"/>
                  </a:cubicBezTo>
                  <a:cubicBezTo>
                    <a:pt x="387" y="494"/>
                    <a:pt x="494" y="387"/>
                    <a:pt x="494" y="244"/>
                  </a:cubicBezTo>
                  <a:cubicBezTo>
                    <a:pt x="494" y="107"/>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2"/>
            <p:cNvSpPr/>
            <p:nvPr/>
          </p:nvSpPr>
          <p:spPr>
            <a:xfrm>
              <a:off x="2972425" y="2851025"/>
              <a:ext cx="12575" cy="12350"/>
            </a:xfrm>
            <a:custGeom>
              <a:avLst/>
              <a:gdLst/>
              <a:ahLst/>
              <a:cxnLst/>
              <a:rect l="l" t="t" r="r" b="b"/>
              <a:pathLst>
                <a:path w="503" h="494" extrusionOk="0">
                  <a:moveTo>
                    <a:pt x="251" y="0"/>
                  </a:moveTo>
                  <a:cubicBezTo>
                    <a:pt x="115" y="0"/>
                    <a:pt x="0" y="107"/>
                    <a:pt x="0" y="244"/>
                  </a:cubicBezTo>
                  <a:cubicBezTo>
                    <a:pt x="0" y="387"/>
                    <a:pt x="115" y="494"/>
                    <a:pt x="251" y="494"/>
                  </a:cubicBezTo>
                  <a:cubicBezTo>
                    <a:pt x="387" y="494"/>
                    <a:pt x="503" y="387"/>
                    <a:pt x="503" y="244"/>
                  </a:cubicBezTo>
                  <a:cubicBezTo>
                    <a:pt x="503"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2"/>
            <p:cNvSpPr/>
            <p:nvPr/>
          </p:nvSpPr>
          <p:spPr>
            <a:xfrm>
              <a:off x="3064375" y="2851025"/>
              <a:ext cx="12375" cy="12350"/>
            </a:xfrm>
            <a:custGeom>
              <a:avLst/>
              <a:gdLst/>
              <a:ahLst/>
              <a:cxnLst/>
              <a:rect l="l" t="t" r="r" b="b"/>
              <a:pathLst>
                <a:path w="495" h="494" extrusionOk="0">
                  <a:moveTo>
                    <a:pt x="243" y="0"/>
                  </a:moveTo>
                  <a:cubicBezTo>
                    <a:pt x="107" y="0"/>
                    <a:pt x="1" y="107"/>
                    <a:pt x="1" y="244"/>
                  </a:cubicBezTo>
                  <a:cubicBezTo>
                    <a:pt x="1" y="387"/>
                    <a:pt x="107" y="494"/>
                    <a:pt x="243" y="494"/>
                  </a:cubicBezTo>
                  <a:cubicBezTo>
                    <a:pt x="388" y="494"/>
                    <a:pt x="495" y="387"/>
                    <a:pt x="495" y="244"/>
                  </a:cubicBezTo>
                  <a:cubicBezTo>
                    <a:pt x="495" y="107"/>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2"/>
            <p:cNvSpPr/>
            <p:nvPr/>
          </p:nvSpPr>
          <p:spPr>
            <a:xfrm>
              <a:off x="3156125" y="2851025"/>
              <a:ext cx="12600" cy="12350"/>
            </a:xfrm>
            <a:custGeom>
              <a:avLst/>
              <a:gdLst/>
              <a:ahLst/>
              <a:cxnLst/>
              <a:rect l="l" t="t" r="r" b="b"/>
              <a:pathLst>
                <a:path w="504" h="494" extrusionOk="0">
                  <a:moveTo>
                    <a:pt x="252" y="0"/>
                  </a:moveTo>
                  <a:cubicBezTo>
                    <a:pt x="116" y="0"/>
                    <a:pt x="1" y="107"/>
                    <a:pt x="1" y="244"/>
                  </a:cubicBezTo>
                  <a:cubicBezTo>
                    <a:pt x="1" y="387"/>
                    <a:pt x="116" y="494"/>
                    <a:pt x="252" y="494"/>
                  </a:cubicBezTo>
                  <a:cubicBezTo>
                    <a:pt x="388" y="494"/>
                    <a:pt x="503" y="387"/>
                    <a:pt x="503" y="244"/>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2"/>
            <p:cNvSpPr/>
            <p:nvPr/>
          </p:nvSpPr>
          <p:spPr>
            <a:xfrm>
              <a:off x="3247875" y="2851025"/>
              <a:ext cx="12575" cy="12350"/>
            </a:xfrm>
            <a:custGeom>
              <a:avLst/>
              <a:gdLst/>
              <a:ahLst/>
              <a:cxnLst/>
              <a:rect l="l" t="t" r="r" b="b"/>
              <a:pathLst>
                <a:path w="503" h="494" extrusionOk="0">
                  <a:moveTo>
                    <a:pt x="252" y="0"/>
                  </a:moveTo>
                  <a:cubicBezTo>
                    <a:pt x="116" y="0"/>
                    <a:pt x="1" y="107"/>
                    <a:pt x="1" y="244"/>
                  </a:cubicBezTo>
                  <a:cubicBezTo>
                    <a:pt x="1" y="387"/>
                    <a:pt x="116" y="494"/>
                    <a:pt x="252" y="494"/>
                  </a:cubicBezTo>
                  <a:cubicBezTo>
                    <a:pt x="388" y="494"/>
                    <a:pt x="503" y="387"/>
                    <a:pt x="503" y="244"/>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2"/>
            <p:cNvSpPr/>
            <p:nvPr/>
          </p:nvSpPr>
          <p:spPr>
            <a:xfrm>
              <a:off x="3339850" y="2851025"/>
              <a:ext cx="12525" cy="12350"/>
            </a:xfrm>
            <a:custGeom>
              <a:avLst/>
              <a:gdLst/>
              <a:ahLst/>
              <a:cxnLst/>
              <a:rect l="l" t="t" r="r" b="b"/>
              <a:pathLst>
                <a:path w="501" h="494" extrusionOk="0">
                  <a:moveTo>
                    <a:pt x="251" y="0"/>
                  </a:moveTo>
                  <a:cubicBezTo>
                    <a:pt x="107" y="0"/>
                    <a:pt x="0" y="107"/>
                    <a:pt x="0" y="244"/>
                  </a:cubicBezTo>
                  <a:cubicBezTo>
                    <a:pt x="0" y="387"/>
                    <a:pt x="107" y="494"/>
                    <a:pt x="251" y="494"/>
                  </a:cubicBezTo>
                  <a:cubicBezTo>
                    <a:pt x="387" y="494"/>
                    <a:pt x="501" y="387"/>
                    <a:pt x="501" y="244"/>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2"/>
            <p:cNvSpPr/>
            <p:nvPr/>
          </p:nvSpPr>
          <p:spPr>
            <a:xfrm>
              <a:off x="3431575" y="2851025"/>
              <a:ext cx="12600" cy="12350"/>
            </a:xfrm>
            <a:custGeom>
              <a:avLst/>
              <a:gdLst/>
              <a:ahLst/>
              <a:cxnLst/>
              <a:rect l="l" t="t" r="r" b="b"/>
              <a:pathLst>
                <a:path w="504" h="494" extrusionOk="0">
                  <a:moveTo>
                    <a:pt x="252" y="0"/>
                  </a:moveTo>
                  <a:cubicBezTo>
                    <a:pt x="116" y="0"/>
                    <a:pt x="1" y="107"/>
                    <a:pt x="1" y="244"/>
                  </a:cubicBezTo>
                  <a:cubicBezTo>
                    <a:pt x="1" y="387"/>
                    <a:pt x="116" y="494"/>
                    <a:pt x="252" y="494"/>
                  </a:cubicBezTo>
                  <a:cubicBezTo>
                    <a:pt x="388" y="494"/>
                    <a:pt x="503" y="387"/>
                    <a:pt x="503" y="244"/>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2"/>
            <p:cNvSpPr/>
            <p:nvPr/>
          </p:nvSpPr>
          <p:spPr>
            <a:xfrm>
              <a:off x="3523550" y="2851025"/>
              <a:ext cx="12375" cy="12350"/>
            </a:xfrm>
            <a:custGeom>
              <a:avLst/>
              <a:gdLst/>
              <a:ahLst/>
              <a:cxnLst/>
              <a:rect l="l" t="t" r="r" b="b"/>
              <a:pathLst>
                <a:path w="495" h="494" extrusionOk="0">
                  <a:moveTo>
                    <a:pt x="250" y="0"/>
                  </a:moveTo>
                  <a:cubicBezTo>
                    <a:pt x="107" y="0"/>
                    <a:pt x="0" y="107"/>
                    <a:pt x="0" y="244"/>
                  </a:cubicBezTo>
                  <a:cubicBezTo>
                    <a:pt x="0" y="387"/>
                    <a:pt x="107" y="494"/>
                    <a:pt x="250" y="494"/>
                  </a:cubicBezTo>
                  <a:cubicBezTo>
                    <a:pt x="388" y="494"/>
                    <a:pt x="494" y="387"/>
                    <a:pt x="494" y="244"/>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2"/>
            <p:cNvSpPr/>
            <p:nvPr/>
          </p:nvSpPr>
          <p:spPr>
            <a:xfrm>
              <a:off x="676400" y="29427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2"/>
            <p:cNvSpPr/>
            <p:nvPr/>
          </p:nvSpPr>
          <p:spPr>
            <a:xfrm>
              <a:off x="768325" y="2942750"/>
              <a:ext cx="12400" cy="12600"/>
            </a:xfrm>
            <a:custGeom>
              <a:avLst/>
              <a:gdLst/>
              <a:ahLst/>
              <a:cxnLst/>
              <a:rect l="l" t="t" r="r" b="b"/>
              <a:pathLst>
                <a:path w="496" h="504"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2"/>
            <p:cNvSpPr/>
            <p:nvPr/>
          </p:nvSpPr>
          <p:spPr>
            <a:xfrm>
              <a:off x="860125" y="2942750"/>
              <a:ext cx="12525" cy="12600"/>
            </a:xfrm>
            <a:custGeom>
              <a:avLst/>
              <a:gdLst/>
              <a:ahLst/>
              <a:cxnLst/>
              <a:rect l="l" t="t" r="r" b="b"/>
              <a:pathLst>
                <a:path w="501" h="504"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2"/>
            <p:cNvSpPr/>
            <p:nvPr/>
          </p:nvSpPr>
          <p:spPr>
            <a:xfrm>
              <a:off x="951850" y="29427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2"/>
            <p:cNvSpPr/>
            <p:nvPr/>
          </p:nvSpPr>
          <p:spPr>
            <a:xfrm>
              <a:off x="1043825" y="294275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2"/>
            <p:cNvSpPr/>
            <p:nvPr/>
          </p:nvSpPr>
          <p:spPr>
            <a:xfrm>
              <a:off x="1135575" y="294275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2"/>
            <p:cNvSpPr/>
            <p:nvPr/>
          </p:nvSpPr>
          <p:spPr>
            <a:xfrm>
              <a:off x="1227500" y="2942750"/>
              <a:ext cx="12400" cy="12600"/>
            </a:xfrm>
            <a:custGeom>
              <a:avLst/>
              <a:gdLst/>
              <a:ahLst/>
              <a:cxnLst/>
              <a:rect l="l" t="t" r="r" b="b"/>
              <a:pathLst>
                <a:path w="496" h="504"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2"/>
            <p:cNvSpPr/>
            <p:nvPr/>
          </p:nvSpPr>
          <p:spPr>
            <a:xfrm>
              <a:off x="1319275" y="294275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2"/>
            <p:cNvSpPr/>
            <p:nvPr/>
          </p:nvSpPr>
          <p:spPr>
            <a:xfrm>
              <a:off x="1411200" y="2942750"/>
              <a:ext cx="12425" cy="12600"/>
            </a:xfrm>
            <a:custGeom>
              <a:avLst/>
              <a:gdLst/>
              <a:ahLst/>
              <a:cxnLst/>
              <a:rect l="l" t="t" r="r" b="b"/>
              <a:pathLst>
                <a:path w="497" h="504"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2"/>
            <p:cNvSpPr/>
            <p:nvPr/>
          </p:nvSpPr>
          <p:spPr>
            <a:xfrm>
              <a:off x="1503000" y="2942750"/>
              <a:ext cx="12525" cy="12600"/>
            </a:xfrm>
            <a:custGeom>
              <a:avLst/>
              <a:gdLst/>
              <a:ahLst/>
              <a:cxnLst/>
              <a:rect l="l" t="t" r="r" b="b"/>
              <a:pathLst>
                <a:path w="501" h="504"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2"/>
            <p:cNvSpPr/>
            <p:nvPr/>
          </p:nvSpPr>
          <p:spPr>
            <a:xfrm>
              <a:off x="1594750" y="294275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2"/>
            <p:cNvSpPr/>
            <p:nvPr/>
          </p:nvSpPr>
          <p:spPr>
            <a:xfrm>
              <a:off x="1686650" y="29427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2"/>
            <p:cNvSpPr/>
            <p:nvPr/>
          </p:nvSpPr>
          <p:spPr>
            <a:xfrm>
              <a:off x="1778450" y="294275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2"/>
            <p:cNvSpPr/>
            <p:nvPr/>
          </p:nvSpPr>
          <p:spPr>
            <a:xfrm>
              <a:off x="1870375" y="2942750"/>
              <a:ext cx="12400" cy="12600"/>
            </a:xfrm>
            <a:custGeom>
              <a:avLst/>
              <a:gdLst/>
              <a:ahLst/>
              <a:cxnLst/>
              <a:rect l="l" t="t" r="r" b="b"/>
              <a:pathLst>
                <a:path w="496" h="504"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2"/>
            <p:cNvSpPr/>
            <p:nvPr/>
          </p:nvSpPr>
          <p:spPr>
            <a:xfrm>
              <a:off x="1962150" y="294275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2"/>
            <p:cNvSpPr/>
            <p:nvPr/>
          </p:nvSpPr>
          <p:spPr>
            <a:xfrm>
              <a:off x="2054075" y="2942750"/>
              <a:ext cx="12425" cy="12600"/>
            </a:xfrm>
            <a:custGeom>
              <a:avLst/>
              <a:gdLst/>
              <a:ahLst/>
              <a:cxnLst/>
              <a:rect l="l" t="t" r="r" b="b"/>
              <a:pathLst>
                <a:path w="497" h="504"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2"/>
            <p:cNvSpPr/>
            <p:nvPr/>
          </p:nvSpPr>
          <p:spPr>
            <a:xfrm>
              <a:off x="2145825" y="29427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2"/>
            <p:cNvSpPr/>
            <p:nvPr/>
          </p:nvSpPr>
          <p:spPr>
            <a:xfrm>
              <a:off x="2237800" y="2942750"/>
              <a:ext cx="12350" cy="12600"/>
            </a:xfrm>
            <a:custGeom>
              <a:avLst/>
              <a:gdLst/>
              <a:ahLst/>
              <a:cxnLst/>
              <a:rect l="l" t="t" r="r" b="b"/>
              <a:pathLst>
                <a:path w="494" h="504"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2"/>
            <p:cNvSpPr/>
            <p:nvPr/>
          </p:nvSpPr>
          <p:spPr>
            <a:xfrm>
              <a:off x="2329550" y="294275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2"/>
            <p:cNvSpPr/>
            <p:nvPr/>
          </p:nvSpPr>
          <p:spPr>
            <a:xfrm>
              <a:off x="2421325" y="294275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2"/>
            <p:cNvSpPr/>
            <p:nvPr/>
          </p:nvSpPr>
          <p:spPr>
            <a:xfrm>
              <a:off x="2513250" y="2942750"/>
              <a:ext cx="12575" cy="12600"/>
            </a:xfrm>
            <a:custGeom>
              <a:avLst/>
              <a:gdLst/>
              <a:ahLst/>
              <a:cxnLst/>
              <a:rect l="l" t="t" r="r" b="b"/>
              <a:pathLst>
                <a:path w="503" h="504"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2"/>
            <p:cNvSpPr/>
            <p:nvPr/>
          </p:nvSpPr>
          <p:spPr>
            <a:xfrm>
              <a:off x="2605000" y="294275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2"/>
            <p:cNvSpPr/>
            <p:nvPr/>
          </p:nvSpPr>
          <p:spPr>
            <a:xfrm>
              <a:off x="2696950" y="2942750"/>
              <a:ext cx="12375" cy="12600"/>
            </a:xfrm>
            <a:custGeom>
              <a:avLst/>
              <a:gdLst/>
              <a:ahLst/>
              <a:cxnLst/>
              <a:rect l="l" t="t" r="r" b="b"/>
              <a:pathLst>
                <a:path w="495" h="504"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2"/>
            <p:cNvSpPr/>
            <p:nvPr/>
          </p:nvSpPr>
          <p:spPr>
            <a:xfrm>
              <a:off x="2788700" y="29427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2"/>
            <p:cNvSpPr/>
            <p:nvPr/>
          </p:nvSpPr>
          <p:spPr>
            <a:xfrm>
              <a:off x="2880675" y="2942750"/>
              <a:ext cx="12375" cy="12600"/>
            </a:xfrm>
            <a:custGeom>
              <a:avLst/>
              <a:gdLst/>
              <a:ahLst/>
              <a:cxnLst/>
              <a:rect l="l" t="t" r="r" b="b"/>
              <a:pathLst>
                <a:path w="495" h="504"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2"/>
            <p:cNvSpPr/>
            <p:nvPr/>
          </p:nvSpPr>
          <p:spPr>
            <a:xfrm>
              <a:off x="2972425" y="294275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2"/>
            <p:cNvSpPr/>
            <p:nvPr/>
          </p:nvSpPr>
          <p:spPr>
            <a:xfrm>
              <a:off x="3064375" y="2942750"/>
              <a:ext cx="12375" cy="12600"/>
            </a:xfrm>
            <a:custGeom>
              <a:avLst/>
              <a:gdLst/>
              <a:ahLst/>
              <a:cxnLst/>
              <a:rect l="l" t="t" r="r" b="b"/>
              <a:pathLst>
                <a:path w="495" h="504"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2"/>
            <p:cNvSpPr/>
            <p:nvPr/>
          </p:nvSpPr>
          <p:spPr>
            <a:xfrm>
              <a:off x="3156125" y="29427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2"/>
            <p:cNvSpPr/>
            <p:nvPr/>
          </p:nvSpPr>
          <p:spPr>
            <a:xfrm>
              <a:off x="3247875" y="2942750"/>
              <a:ext cx="12575" cy="12600"/>
            </a:xfrm>
            <a:custGeom>
              <a:avLst/>
              <a:gdLst/>
              <a:ahLst/>
              <a:cxnLst/>
              <a:rect l="l" t="t" r="r" b="b"/>
              <a:pathLst>
                <a:path w="503"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2"/>
            <p:cNvSpPr/>
            <p:nvPr/>
          </p:nvSpPr>
          <p:spPr>
            <a:xfrm>
              <a:off x="3339850" y="2942750"/>
              <a:ext cx="12525" cy="12600"/>
            </a:xfrm>
            <a:custGeom>
              <a:avLst/>
              <a:gdLst/>
              <a:ahLst/>
              <a:cxnLst/>
              <a:rect l="l" t="t" r="r" b="b"/>
              <a:pathLst>
                <a:path w="501" h="504"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2"/>
            <p:cNvSpPr/>
            <p:nvPr/>
          </p:nvSpPr>
          <p:spPr>
            <a:xfrm>
              <a:off x="3431575" y="29427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2"/>
            <p:cNvSpPr/>
            <p:nvPr/>
          </p:nvSpPr>
          <p:spPr>
            <a:xfrm>
              <a:off x="3523550" y="294275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2"/>
            <p:cNvSpPr/>
            <p:nvPr/>
          </p:nvSpPr>
          <p:spPr>
            <a:xfrm>
              <a:off x="676400" y="3034550"/>
              <a:ext cx="12600" cy="12550"/>
            </a:xfrm>
            <a:custGeom>
              <a:avLst/>
              <a:gdLst/>
              <a:ahLst/>
              <a:cxnLst/>
              <a:rect l="l" t="t" r="r" b="b"/>
              <a:pathLst>
                <a:path w="504" h="502" extrusionOk="0">
                  <a:moveTo>
                    <a:pt x="252" y="1"/>
                  </a:moveTo>
                  <a:cubicBezTo>
                    <a:pt x="116" y="1"/>
                    <a:pt x="1" y="114"/>
                    <a:pt x="1" y="250"/>
                  </a:cubicBezTo>
                  <a:cubicBezTo>
                    <a:pt x="1" y="388"/>
                    <a:pt x="116" y="501"/>
                    <a:pt x="252" y="501"/>
                  </a:cubicBezTo>
                  <a:cubicBezTo>
                    <a:pt x="388" y="501"/>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2"/>
            <p:cNvSpPr/>
            <p:nvPr/>
          </p:nvSpPr>
          <p:spPr>
            <a:xfrm>
              <a:off x="768325" y="3034550"/>
              <a:ext cx="12400" cy="12550"/>
            </a:xfrm>
            <a:custGeom>
              <a:avLst/>
              <a:gdLst/>
              <a:ahLst/>
              <a:cxnLst/>
              <a:rect l="l" t="t" r="r" b="b"/>
              <a:pathLst>
                <a:path w="496" h="502" extrusionOk="0">
                  <a:moveTo>
                    <a:pt x="245" y="1"/>
                  </a:moveTo>
                  <a:cubicBezTo>
                    <a:pt x="109" y="1"/>
                    <a:pt x="0" y="114"/>
                    <a:pt x="0" y="250"/>
                  </a:cubicBezTo>
                  <a:cubicBezTo>
                    <a:pt x="0" y="388"/>
                    <a:pt x="109" y="501"/>
                    <a:pt x="245" y="501"/>
                  </a:cubicBezTo>
                  <a:cubicBezTo>
                    <a:pt x="388" y="501"/>
                    <a:pt x="496" y="388"/>
                    <a:pt x="496" y="250"/>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2"/>
            <p:cNvSpPr/>
            <p:nvPr/>
          </p:nvSpPr>
          <p:spPr>
            <a:xfrm>
              <a:off x="860125" y="3034550"/>
              <a:ext cx="12525" cy="12550"/>
            </a:xfrm>
            <a:custGeom>
              <a:avLst/>
              <a:gdLst/>
              <a:ahLst/>
              <a:cxnLst/>
              <a:rect l="l" t="t" r="r" b="b"/>
              <a:pathLst>
                <a:path w="501" h="502" extrusionOk="0">
                  <a:moveTo>
                    <a:pt x="251" y="1"/>
                  </a:moveTo>
                  <a:cubicBezTo>
                    <a:pt x="114" y="1"/>
                    <a:pt x="0" y="114"/>
                    <a:pt x="0" y="250"/>
                  </a:cubicBezTo>
                  <a:cubicBezTo>
                    <a:pt x="0" y="388"/>
                    <a:pt x="114" y="501"/>
                    <a:pt x="251" y="501"/>
                  </a:cubicBezTo>
                  <a:cubicBezTo>
                    <a:pt x="387" y="501"/>
                    <a:pt x="501" y="388"/>
                    <a:pt x="501" y="250"/>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2"/>
            <p:cNvSpPr/>
            <p:nvPr/>
          </p:nvSpPr>
          <p:spPr>
            <a:xfrm>
              <a:off x="951850" y="3034550"/>
              <a:ext cx="12600" cy="12550"/>
            </a:xfrm>
            <a:custGeom>
              <a:avLst/>
              <a:gdLst/>
              <a:ahLst/>
              <a:cxnLst/>
              <a:rect l="l" t="t" r="r" b="b"/>
              <a:pathLst>
                <a:path w="504" h="502" extrusionOk="0">
                  <a:moveTo>
                    <a:pt x="252" y="1"/>
                  </a:moveTo>
                  <a:cubicBezTo>
                    <a:pt x="116" y="1"/>
                    <a:pt x="1" y="114"/>
                    <a:pt x="1" y="250"/>
                  </a:cubicBezTo>
                  <a:cubicBezTo>
                    <a:pt x="1" y="388"/>
                    <a:pt x="116" y="501"/>
                    <a:pt x="252" y="501"/>
                  </a:cubicBezTo>
                  <a:cubicBezTo>
                    <a:pt x="388" y="501"/>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2"/>
            <p:cNvSpPr/>
            <p:nvPr/>
          </p:nvSpPr>
          <p:spPr>
            <a:xfrm>
              <a:off x="1043825" y="3034550"/>
              <a:ext cx="12375" cy="12550"/>
            </a:xfrm>
            <a:custGeom>
              <a:avLst/>
              <a:gdLst/>
              <a:ahLst/>
              <a:cxnLst/>
              <a:rect l="l" t="t" r="r" b="b"/>
              <a:pathLst>
                <a:path w="495" h="502" extrusionOk="0">
                  <a:moveTo>
                    <a:pt x="250" y="1"/>
                  </a:moveTo>
                  <a:cubicBezTo>
                    <a:pt x="107" y="1"/>
                    <a:pt x="0" y="114"/>
                    <a:pt x="0" y="250"/>
                  </a:cubicBezTo>
                  <a:cubicBezTo>
                    <a:pt x="0" y="388"/>
                    <a:pt x="107" y="501"/>
                    <a:pt x="250" y="501"/>
                  </a:cubicBezTo>
                  <a:cubicBezTo>
                    <a:pt x="388" y="501"/>
                    <a:pt x="494" y="388"/>
                    <a:pt x="494" y="250"/>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2"/>
            <p:cNvSpPr/>
            <p:nvPr/>
          </p:nvSpPr>
          <p:spPr>
            <a:xfrm>
              <a:off x="1135575" y="3034550"/>
              <a:ext cx="12575" cy="12550"/>
            </a:xfrm>
            <a:custGeom>
              <a:avLst/>
              <a:gdLst/>
              <a:ahLst/>
              <a:cxnLst/>
              <a:rect l="l" t="t" r="r" b="b"/>
              <a:pathLst>
                <a:path w="503" h="502" extrusionOk="0">
                  <a:moveTo>
                    <a:pt x="252" y="1"/>
                  </a:moveTo>
                  <a:cubicBezTo>
                    <a:pt x="116" y="1"/>
                    <a:pt x="0" y="114"/>
                    <a:pt x="0" y="250"/>
                  </a:cubicBezTo>
                  <a:cubicBezTo>
                    <a:pt x="0" y="388"/>
                    <a:pt x="116" y="501"/>
                    <a:pt x="252" y="501"/>
                  </a:cubicBezTo>
                  <a:cubicBezTo>
                    <a:pt x="387" y="501"/>
                    <a:pt x="503" y="388"/>
                    <a:pt x="503" y="250"/>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2"/>
            <p:cNvSpPr/>
            <p:nvPr/>
          </p:nvSpPr>
          <p:spPr>
            <a:xfrm>
              <a:off x="1227500" y="3034550"/>
              <a:ext cx="12400" cy="12550"/>
            </a:xfrm>
            <a:custGeom>
              <a:avLst/>
              <a:gdLst/>
              <a:ahLst/>
              <a:cxnLst/>
              <a:rect l="l" t="t" r="r" b="b"/>
              <a:pathLst>
                <a:path w="496" h="502" extrusionOk="0">
                  <a:moveTo>
                    <a:pt x="251" y="1"/>
                  </a:moveTo>
                  <a:cubicBezTo>
                    <a:pt x="109" y="1"/>
                    <a:pt x="0" y="114"/>
                    <a:pt x="0" y="250"/>
                  </a:cubicBezTo>
                  <a:cubicBezTo>
                    <a:pt x="0" y="388"/>
                    <a:pt x="109" y="501"/>
                    <a:pt x="251" y="501"/>
                  </a:cubicBezTo>
                  <a:cubicBezTo>
                    <a:pt x="387" y="501"/>
                    <a:pt x="496" y="388"/>
                    <a:pt x="496" y="250"/>
                  </a:cubicBezTo>
                  <a:cubicBezTo>
                    <a:pt x="496"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2"/>
            <p:cNvSpPr/>
            <p:nvPr/>
          </p:nvSpPr>
          <p:spPr>
            <a:xfrm>
              <a:off x="1319275" y="3034550"/>
              <a:ext cx="12550" cy="12550"/>
            </a:xfrm>
            <a:custGeom>
              <a:avLst/>
              <a:gdLst/>
              <a:ahLst/>
              <a:cxnLst/>
              <a:rect l="l" t="t" r="r" b="b"/>
              <a:pathLst>
                <a:path w="502" h="502" extrusionOk="0">
                  <a:moveTo>
                    <a:pt x="252" y="1"/>
                  </a:moveTo>
                  <a:cubicBezTo>
                    <a:pt x="114" y="1"/>
                    <a:pt x="1" y="114"/>
                    <a:pt x="1" y="250"/>
                  </a:cubicBezTo>
                  <a:cubicBezTo>
                    <a:pt x="1" y="388"/>
                    <a:pt x="114" y="501"/>
                    <a:pt x="252" y="501"/>
                  </a:cubicBezTo>
                  <a:cubicBezTo>
                    <a:pt x="388" y="501"/>
                    <a:pt x="501" y="388"/>
                    <a:pt x="501" y="250"/>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2"/>
            <p:cNvSpPr/>
            <p:nvPr/>
          </p:nvSpPr>
          <p:spPr>
            <a:xfrm>
              <a:off x="1411200" y="3034550"/>
              <a:ext cx="12425" cy="12550"/>
            </a:xfrm>
            <a:custGeom>
              <a:avLst/>
              <a:gdLst/>
              <a:ahLst/>
              <a:cxnLst/>
              <a:rect l="l" t="t" r="r" b="b"/>
              <a:pathLst>
                <a:path w="497" h="502" extrusionOk="0">
                  <a:moveTo>
                    <a:pt x="245" y="1"/>
                  </a:moveTo>
                  <a:cubicBezTo>
                    <a:pt x="109" y="1"/>
                    <a:pt x="1" y="114"/>
                    <a:pt x="1" y="250"/>
                  </a:cubicBezTo>
                  <a:cubicBezTo>
                    <a:pt x="1" y="388"/>
                    <a:pt x="109" y="501"/>
                    <a:pt x="245" y="501"/>
                  </a:cubicBezTo>
                  <a:cubicBezTo>
                    <a:pt x="388" y="501"/>
                    <a:pt x="496" y="388"/>
                    <a:pt x="496" y="250"/>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2"/>
            <p:cNvSpPr/>
            <p:nvPr/>
          </p:nvSpPr>
          <p:spPr>
            <a:xfrm>
              <a:off x="1503000" y="3034550"/>
              <a:ext cx="12525" cy="12550"/>
            </a:xfrm>
            <a:custGeom>
              <a:avLst/>
              <a:gdLst/>
              <a:ahLst/>
              <a:cxnLst/>
              <a:rect l="l" t="t" r="r" b="b"/>
              <a:pathLst>
                <a:path w="501" h="502" extrusionOk="0">
                  <a:moveTo>
                    <a:pt x="250" y="1"/>
                  </a:moveTo>
                  <a:cubicBezTo>
                    <a:pt x="114" y="1"/>
                    <a:pt x="0" y="114"/>
                    <a:pt x="0" y="250"/>
                  </a:cubicBezTo>
                  <a:cubicBezTo>
                    <a:pt x="0" y="388"/>
                    <a:pt x="114" y="501"/>
                    <a:pt x="250" y="501"/>
                  </a:cubicBezTo>
                  <a:cubicBezTo>
                    <a:pt x="387" y="501"/>
                    <a:pt x="501" y="388"/>
                    <a:pt x="501" y="250"/>
                  </a:cubicBezTo>
                  <a:cubicBezTo>
                    <a:pt x="501" y="114"/>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2"/>
            <p:cNvSpPr/>
            <p:nvPr/>
          </p:nvSpPr>
          <p:spPr>
            <a:xfrm>
              <a:off x="1594750" y="3034550"/>
              <a:ext cx="12575" cy="12550"/>
            </a:xfrm>
            <a:custGeom>
              <a:avLst/>
              <a:gdLst/>
              <a:ahLst/>
              <a:cxnLst/>
              <a:rect l="l" t="t" r="r" b="b"/>
              <a:pathLst>
                <a:path w="503" h="502" extrusionOk="0">
                  <a:moveTo>
                    <a:pt x="251" y="1"/>
                  </a:moveTo>
                  <a:cubicBezTo>
                    <a:pt x="115" y="1"/>
                    <a:pt x="0" y="114"/>
                    <a:pt x="0" y="250"/>
                  </a:cubicBezTo>
                  <a:cubicBezTo>
                    <a:pt x="0" y="388"/>
                    <a:pt x="115" y="501"/>
                    <a:pt x="251" y="501"/>
                  </a:cubicBezTo>
                  <a:cubicBezTo>
                    <a:pt x="394" y="501"/>
                    <a:pt x="503" y="388"/>
                    <a:pt x="503" y="250"/>
                  </a:cubicBezTo>
                  <a:cubicBezTo>
                    <a:pt x="503" y="114"/>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2"/>
            <p:cNvSpPr/>
            <p:nvPr/>
          </p:nvSpPr>
          <p:spPr>
            <a:xfrm>
              <a:off x="1686650" y="3034550"/>
              <a:ext cx="12600" cy="12550"/>
            </a:xfrm>
            <a:custGeom>
              <a:avLst/>
              <a:gdLst/>
              <a:ahLst/>
              <a:cxnLst/>
              <a:rect l="l" t="t" r="r" b="b"/>
              <a:pathLst>
                <a:path w="504" h="502" extrusionOk="0">
                  <a:moveTo>
                    <a:pt x="252" y="1"/>
                  </a:moveTo>
                  <a:cubicBezTo>
                    <a:pt x="116" y="1"/>
                    <a:pt x="1" y="114"/>
                    <a:pt x="1" y="250"/>
                  </a:cubicBezTo>
                  <a:cubicBezTo>
                    <a:pt x="1" y="388"/>
                    <a:pt x="116" y="501"/>
                    <a:pt x="252" y="501"/>
                  </a:cubicBezTo>
                  <a:cubicBezTo>
                    <a:pt x="388" y="501"/>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2"/>
            <p:cNvSpPr/>
            <p:nvPr/>
          </p:nvSpPr>
          <p:spPr>
            <a:xfrm>
              <a:off x="1778450" y="3034550"/>
              <a:ext cx="12550" cy="12550"/>
            </a:xfrm>
            <a:custGeom>
              <a:avLst/>
              <a:gdLst/>
              <a:ahLst/>
              <a:cxnLst/>
              <a:rect l="l" t="t" r="r" b="b"/>
              <a:pathLst>
                <a:path w="502" h="502" extrusionOk="0">
                  <a:moveTo>
                    <a:pt x="252" y="1"/>
                  </a:moveTo>
                  <a:cubicBezTo>
                    <a:pt x="114" y="1"/>
                    <a:pt x="1" y="114"/>
                    <a:pt x="1" y="250"/>
                  </a:cubicBezTo>
                  <a:cubicBezTo>
                    <a:pt x="1" y="388"/>
                    <a:pt x="114" y="501"/>
                    <a:pt x="252" y="501"/>
                  </a:cubicBezTo>
                  <a:cubicBezTo>
                    <a:pt x="388" y="501"/>
                    <a:pt x="501" y="388"/>
                    <a:pt x="501" y="250"/>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2"/>
            <p:cNvSpPr/>
            <p:nvPr/>
          </p:nvSpPr>
          <p:spPr>
            <a:xfrm>
              <a:off x="1870375" y="3034550"/>
              <a:ext cx="12400" cy="12550"/>
            </a:xfrm>
            <a:custGeom>
              <a:avLst/>
              <a:gdLst/>
              <a:ahLst/>
              <a:cxnLst/>
              <a:rect l="l" t="t" r="r" b="b"/>
              <a:pathLst>
                <a:path w="496" h="502" extrusionOk="0">
                  <a:moveTo>
                    <a:pt x="252" y="1"/>
                  </a:moveTo>
                  <a:cubicBezTo>
                    <a:pt x="109" y="1"/>
                    <a:pt x="0" y="114"/>
                    <a:pt x="0" y="250"/>
                  </a:cubicBezTo>
                  <a:cubicBezTo>
                    <a:pt x="0" y="388"/>
                    <a:pt x="109" y="501"/>
                    <a:pt x="252" y="501"/>
                  </a:cubicBezTo>
                  <a:cubicBezTo>
                    <a:pt x="387" y="501"/>
                    <a:pt x="496" y="388"/>
                    <a:pt x="496" y="250"/>
                  </a:cubicBezTo>
                  <a:cubicBezTo>
                    <a:pt x="496"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2"/>
            <p:cNvSpPr/>
            <p:nvPr/>
          </p:nvSpPr>
          <p:spPr>
            <a:xfrm>
              <a:off x="1962150" y="3034550"/>
              <a:ext cx="12550" cy="12550"/>
            </a:xfrm>
            <a:custGeom>
              <a:avLst/>
              <a:gdLst/>
              <a:ahLst/>
              <a:cxnLst/>
              <a:rect l="l" t="t" r="r" b="b"/>
              <a:pathLst>
                <a:path w="502" h="502" extrusionOk="0">
                  <a:moveTo>
                    <a:pt x="250" y="1"/>
                  </a:moveTo>
                  <a:cubicBezTo>
                    <a:pt x="114" y="1"/>
                    <a:pt x="1" y="114"/>
                    <a:pt x="1" y="250"/>
                  </a:cubicBezTo>
                  <a:cubicBezTo>
                    <a:pt x="1" y="388"/>
                    <a:pt x="114" y="501"/>
                    <a:pt x="250" y="501"/>
                  </a:cubicBezTo>
                  <a:cubicBezTo>
                    <a:pt x="388" y="501"/>
                    <a:pt x="502" y="388"/>
                    <a:pt x="502" y="250"/>
                  </a:cubicBezTo>
                  <a:cubicBezTo>
                    <a:pt x="502"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2"/>
            <p:cNvSpPr/>
            <p:nvPr/>
          </p:nvSpPr>
          <p:spPr>
            <a:xfrm>
              <a:off x="2054075" y="3034550"/>
              <a:ext cx="12425" cy="12550"/>
            </a:xfrm>
            <a:custGeom>
              <a:avLst/>
              <a:gdLst/>
              <a:ahLst/>
              <a:cxnLst/>
              <a:rect l="l" t="t" r="r" b="b"/>
              <a:pathLst>
                <a:path w="497" h="502" extrusionOk="0">
                  <a:moveTo>
                    <a:pt x="252" y="1"/>
                  </a:moveTo>
                  <a:cubicBezTo>
                    <a:pt x="109" y="1"/>
                    <a:pt x="1" y="114"/>
                    <a:pt x="1" y="250"/>
                  </a:cubicBezTo>
                  <a:cubicBezTo>
                    <a:pt x="1" y="388"/>
                    <a:pt x="109" y="501"/>
                    <a:pt x="252" y="501"/>
                  </a:cubicBezTo>
                  <a:cubicBezTo>
                    <a:pt x="388" y="501"/>
                    <a:pt x="496" y="388"/>
                    <a:pt x="496" y="250"/>
                  </a:cubicBezTo>
                  <a:cubicBezTo>
                    <a:pt x="496"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2"/>
            <p:cNvSpPr/>
            <p:nvPr/>
          </p:nvSpPr>
          <p:spPr>
            <a:xfrm>
              <a:off x="2145825" y="3034550"/>
              <a:ext cx="12600" cy="12550"/>
            </a:xfrm>
            <a:custGeom>
              <a:avLst/>
              <a:gdLst/>
              <a:ahLst/>
              <a:cxnLst/>
              <a:rect l="l" t="t" r="r" b="b"/>
              <a:pathLst>
                <a:path w="504" h="502" extrusionOk="0">
                  <a:moveTo>
                    <a:pt x="252" y="1"/>
                  </a:moveTo>
                  <a:cubicBezTo>
                    <a:pt x="116" y="1"/>
                    <a:pt x="1" y="114"/>
                    <a:pt x="1" y="250"/>
                  </a:cubicBezTo>
                  <a:cubicBezTo>
                    <a:pt x="1" y="388"/>
                    <a:pt x="116" y="501"/>
                    <a:pt x="252" y="501"/>
                  </a:cubicBezTo>
                  <a:cubicBezTo>
                    <a:pt x="388" y="501"/>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2"/>
            <p:cNvSpPr/>
            <p:nvPr/>
          </p:nvSpPr>
          <p:spPr>
            <a:xfrm>
              <a:off x="2237800" y="3034550"/>
              <a:ext cx="12350" cy="12550"/>
            </a:xfrm>
            <a:custGeom>
              <a:avLst/>
              <a:gdLst/>
              <a:ahLst/>
              <a:cxnLst/>
              <a:rect l="l" t="t" r="r" b="b"/>
              <a:pathLst>
                <a:path w="494" h="502" extrusionOk="0">
                  <a:moveTo>
                    <a:pt x="244" y="1"/>
                  </a:moveTo>
                  <a:cubicBezTo>
                    <a:pt x="107" y="1"/>
                    <a:pt x="0" y="114"/>
                    <a:pt x="0" y="250"/>
                  </a:cubicBezTo>
                  <a:cubicBezTo>
                    <a:pt x="0" y="388"/>
                    <a:pt x="107" y="501"/>
                    <a:pt x="244" y="501"/>
                  </a:cubicBezTo>
                  <a:cubicBezTo>
                    <a:pt x="387" y="501"/>
                    <a:pt x="494" y="388"/>
                    <a:pt x="494" y="250"/>
                  </a:cubicBezTo>
                  <a:cubicBezTo>
                    <a:pt x="494" y="114"/>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2"/>
            <p:cNvSpPr/>
            <p:nvPr/>
          </p:nvSpPr>
          <p:spPr>
            <a:xfrm>
              <a:off x="2329550" y="3034550"/>
              <a:ext cx="12575" cy="12550"/>
            </a:xfrm>
            <a:custGeom>
              <a:avLst/>
              <a:gdLst/>
              <a:ahLst/>
              <a:cxnLst/>
              <a:rect l="l" t="t" r="r" b="b"/>
              <a:pathLst>
                <a:path w="503" h="502" extrusionOk="0">
                  <a:moveTo>
                    <a:pt x="251" y="1"/>
                  </a:moveTo>
                  <a:cubicBezTo>
                    <a:pt x="115" y="1"/>
                    <a:pt x="0" y="114"/>
                    <a:pt x="0" y="250"/>
                  </a:cubicBezTo>
                  <a:cubicBezTo>
                    <a:pt x="0" y="388"/>
                    <a:pt x="115" y="501"/>
                    <a:pt x="251" y="501"/>
                  </a:cubicBezTo>
                  <a:cubicBezTo>
                    <a:pt x="387" y="501"/>
                    <a:pt x="502" y="388"/>
                    <a:pt x="502" y="250"/>
                  </a:cubicBezTo>
                  <a:cubicBezTo>
                    <a:pt x="502"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2"/>
            <p:cNvSpPr/>
            <p:nvPr/>
          </p:nvSpPr>
          <p:spPr>
            <a:xfrm>
              <a:off x="2421325" y="3034550"/>
              <a:ext cx="12550" cy="12550"/>
            </a:xfrm>
            <a:custGeom>
              <a:avLst/>
              <a:gdLst/>
              <a:ahLst/>
              <a:cxnLst/>
              <a:rect l="l" t="t" r="r" b="b"/>
              <a:pathLst>
                <a:path w="502" h="502" extrusionOk="0">
                  <a:moveTo>
                    <a:pt x="250" y="1"/>
                  </a:moveTo>
                  <a:cubicBezTo>
                    <a:pt x="114" y="1"/>
                    <a:pt x="1" y="114"/>
                    <a:pt x="1" y="250"/>
                  </a:cubicBezTo>
                  <a:cubicBezTo>
                    <a:pt x="1" y="388"/>
                    <a:pt x="114" y="501"/>
                    <a:pt x="250" y="501"/>
                  </a:cubicBezTo>
                  <a:cubicBezTo>
                    <a:pt x="395" y="501"/>
                    <a:pt x="501" y="388"/>
                    <a:pt x="501" y="250"/>
                  </a:cubicBezTo>
                  <a:cubicBezTo>
                    <a:pt x="501" y="114"/>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2"/>
            <p:cNvSpPr/>
            <p:nvPr/>
          </p:nvSpPr>
          <p:spPr>
            <a:xfrm>
              <a:off x="2513250" y="3034550"/>
              <a:ext cx="12575" cy="12550"/>
            </a:xfrm>
            <a:custGeom>
              <a:avLst/>
              <a:gdLst/>
              <a:ahLst/>
              <a:cxnLst/>
              <a:rect l="l" t="t" r="r" b="b"/>
              <a:pathLst>
                <a:path w="503" h="502" extrusionOk="0">
                  <a:moveTo>
                    <a:pt x="252" y="1"/>
                  </a:moveTo>
                  <a:cubicBezTo>
                    <a:pt x="109" y="1"/>
                    <a:pt x="0" y="114"/>
                    <a:pt x="0" y="250"/>
                  </a:cubicBezTo>
                  <a:cubicBezTo>
                    <a:pt x="0" y="388"/>
                    <a:pt x="109" y="501"/>
                    <a:pt x="252" y="501"/>
                  </a:cubicBezTo>
                  <a:cubicBezTo>
                    <a:pt x="388" y="501"/>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2"/>
            <p:cNvSpPr/>
            <p:nvPr/>
          </p:nvSpPr>
          <p:spPr>
            <a:xfrm>
              <a:off x="2605000" y="3034550"/>
              <a:ext cx="12575" cy="12550"/>
            </a:xfrm>
            <a:custGeom>
              <a:avLst/>
              <a:gdLst/>
              <a:ahLst/>
              <a:cxnLst/>
              <a:rect l="l" t="t" r="r" b="b"/>
              <a:pathLst>
                <a:path w="503" h="502" extrusionOk="0">
                  <a:moveTo>
                    <a:pt x="252" y="1"/>
                  </a:moveTo>
                  <a:cubicBezTo>
                    <a:pt x="116" y="1"/>
                    <a:pt x="0" y="114"/>
                    <a:pt x="0" y="250"/>
                  </a:cubicBezTo>
                  <a:cubicBezTo>
                    <a:pt x="0" y="388"/>
                    <a:pt x="116" y="501"/>
                    <a:pt x="252" y="501"/>
                  </a:cubicBezTo>
                  <a:cubicBezTo>
                    <a:pt x="387" y="501"/>
                    <a:pt x="503" y="388"/>
                    <a:pt x="503" y="250"/>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2"/>
            <p:cNvSpPr/>
            <p:nvPr/>
          </p:nvSpPr>
          <p:spPr>
            <a:xfrm>
              <a:off x="2696950" y="3034550"/>
              <a:ext cx="12375" cy="12550"/>
            </a:xfrm>
            <a:custGeom>
              <a:avLst/>
              <a:gdLst/>
              <a:ahLst/>
              <a:cxnLst/>
              <a:rect l="l" t="t" r="r" b="b"/>
              <a:pathLst>
                <a:path w="495" h="502" extrusionOk="0">
                  <a:moveTo>
                    <a:pt x="252" y="1"/>
                  </a:moveTo>
                  <a:cubicBezTo>
                    <a:pt x="108" y="1"/>
                    <a:pt x="1" y="114"/>
                    <a:pt x="1" y="250"/>
                  </a:cubicBezTo>
                  <a:cubicBezTo>
                    <a:pt x="1" y="388"/>
                    <a:pt x="108" y="501"/>
                    <a:pt x="252" y="501"/>
                  </a:cubicBezTo>
                  <a:cubicBezTo>
                    <a:pt x="388" y="501"/>
                    <a:pt x="495" y="388"/>
                    <a:pt x="495" y="250"/>
                  </a:cubicBezTo>
                  <a:cubicBezTo>
                    <a:pt x="495"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2"/>
            <p:cNvSpPr/>
            <p:nvPr/>
          </p:nvSpPr>
          <p:spPr>
            <a:xfrm>
              <a:off x="2788700" y="3034550"/>
              <a:ext cx="12600" cy="12550"/>
            </a:xfrm>
            <a:custGeom>
              <a:avLst/>
              <a:gdLst/>
              <a:ahLst/>
              <a:cxnLst/>
              <a:rect l="l" t="t" r="r" b="b"/>
              <a:pathLst>
                <a:path w="504" h="502" extrusionOk="0">
                  <a:moveTo>
                    <a:pt x="252" y="1"/>
                  </a:moveTo>
                  <a:cubicBezTo>
                    <a:pt x="116" y="1"/>
                    <a:pt x="1" y="114"/>
                    <a:pt x="1" y="250"/>
                  </a:cubicBezTo>
                  <a:cubicBezTo>
                    <a:pt x="1" y="388"/>
                    <a:pt x="116" y="501"/>
                    <a:pt x="252" y="501"/>
                  </a:cubicBezTo>
                  <a:cubicBezTo>
                    <a:pt x="388" y="501"/>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2"/>
            <p:cNvSpPr/>
            <p:nvPr/>
          </p:nvSpPr>
          <p:spPr>
            <a:xfrm>
              <a:off x="2880675" y="3034550"/>
              <a:ext cx="12375" cy="12550"/>
            </a:xfrm>
            <a:custGeom>
              <a:avLst/>
              <a:gdLst/>
              <a:ahLst/>
              <a:cxnLst/>
              <a:rect l="l" t="t" r="r" b="b"/>
              <a:pathLst>
                <a:path w="495" h="502" extrusionOk="0">
                  <a:moveTo>
                    <a:pt x="243" y="1"/>
                  </a:moveTo>
                  <a:cubicBezTo>
                    <a:pt x="107" y="1"/>
                    <a:pt x="0" y="114"/>
                    <a:pt x="0" y="250"/>
                  </a:cubicBezTo>
                  <a:cubicBezTo>
                    <a:pt x="0" y="388"/>
                    <a:pt x="107" y="501"/>
                    <a:pt x="243" y="501"/>
                  </a:cubicBezTo>
                  <a:cubicBezTo>
                    <a:pt x="387" y="501"/>
                    <a:pt x="494" y="388"/>
                    <a:pt x="494" y="250"/>
                  </a:cubicBezTo>
                  <a:cubicBezTo>
                    <a:pt x="494" y="114"/>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2"/>
            <p:cNvSpPr/>
            <p:nvPr/>
          </p:nvSpPr>
          <p:spPr>
            <a:xfrm>
              <a:off x="2972425" y="3034550"/>
              <a:ext cx="12575" cy="12550"/>
            </a:xfrm>
            <a:custGeom>
              <a:avLst/>
              <a:gdLst/>
              <a:ahLst/>
              <a:cxnLst/>
              <a:rect l="l" t="t" r="r" b="b"/>
              <a:pathLst>
                <a:path w="503" h="502" extrusionOk="0">
                  <a:moveTo>
                    <a:pt x="251" y="1"/>
                  </a:moveTo>
                  <a:cubicBezTo>
                    <a:pt x="115" y="1"/>
                    <a:pt x="0" y="114"/>
                    <a:pt x="0" y="250"/>
                  </a:cubicBezTo>
                  <a:cubicBezTo>
                    <a:pt x="0" y="388"/>
                    <a:pt x="115" y="501"/>
                    <a:pt x="251" y="501"/>
                  </a:cubicBezTo>
                  <a:cubicBezTo>
                    <a:pt x="387" y="501"/>
                    <a:pt x="503" y="388"/>
                    <a:pt x="503" y="250"/>
                  </a:cubicBezTo>
                  <a:cubicBezTo>
                    <a:pt x="503"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2"/>
            <p:cNvSpPr/>
            <p:nvPr/>
          </p:nvSpPr>
          <p:spPr>
            <a:xfrm>
              <a:off x="3064375" y="3034550"/>
              <a:ext cx="12375" cy="12550"/>
            </a:xfrm>
            <a:custGeom>
              <a:avLst/>
              <a:gdLst/>
              <a:ahLst/>
              <a:cxnLst/>
              <a:rect l="l" t="t" r="r" b="b"/>
              <a:pathLst>
                <a:path w="495" h="502" extrusionOk="0">
                  <a:moveTo>
                    <a:pt x="243" y="1"/>
                  </a:moveTo>
                  <a:cubicBezTo>
                    <a:pt x="107" y="1"/>
                    <a:pt x="1" y="114"/>
                    <a:pt x="1" y="250"/>
                  </a:cubicBezTo>
                  <a:cubicBezTo>
                    <a:pt x="1" y="388"/>
                    <a:pt x="107" y="501"/>
                    <a:pt x="243" y="501"/>
                  </a:cubicBezTo>
                  <a:cubicBezTo>
                    <a:pt x="388" y="501"/>
                    <a:pt x="495" y="388"/>
                    <a:pt x="495" y="250"/>
                  </a:cubicBezTo>
                  <a:cubicBezTo>
                    <a:pt x="495" y="114"/>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2"/>
            <p:cNvSpPr/>
            <p:nvPr/>
          </p:nvSpPr>
          <p:spPr>
            <a:xfrm>
              <a:off x="3156125" y="3034550"/>
              <a:ext cx="12600" cy="12550"/>
            </a:xfrm>
            <a:custGeom>
              <a:avLst/>
              <a:gdLst/>
              <a:ahLst/>
              <a:cxnLst/>
              <a:rect l="l" t="t" r="r" b="b"/>
              <a:pathLst>
                <a:path w="504" h="502" extrusionOk="0">
                  <a:moveTo>
                    <a:pt x="252" y="1"/>
                  </a:moveTo>
                  <a:cubicBezTo>
                    <a:pt x="116" y="1"/>
                    <a:pt x="1" y="114"/>
                    <a:pt x="1" y="250"/>
                  </a:cubicBezTo>
                  <a:cubicBezTo>
                    <a:pt x="1" y="388"/>
                    <a:pt x="116" y="501"/>
                    <a:pt x="252" y="501"/>
                  </a:cubicBezTo>
                  <a:cubicBezTo>
                    <a:pt x="388" y="501"/>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2"/>
            <p:cNvSpPr/>
            <p:nvPr/>
          </p:nvSpPr>
          <p:spPr>
            <a:xfrm>
              <a:off x="3247875" y="3034550"/>
              <a:ext cx="12575" cy="12550"/>
            </a:xfrm>
            <a:custGeom>
              <a:avLst/>
              <a:gdLst/>
              <a:ahLst/>
              <a:cxnLst/>
              <a:rect l="l" t="t" r="r" b="b"/>
              <a:pathLst>
                <a:path w="503" h="502" extrusionOk="0">
                  <a:moveTo>
                    <a:pt x="252" y="1"/>
                  </a:moveTo>
                  <a:cubicBezTo>
                    <a:pt x="116" y="1"/>
                    <a:pt x="1" y="114"/>
                    <a:pt x="1" y="250"/>
                  </a:cubicBezTo>
                  <a:cubicBezTo>
                    <a:pt x="1" y="388"/>
                    <a:pt x="116" y="501"/>
                    <a:pt x="252" y="501"/>
                  </a:cubicBezTo>
                  <a:cubicBezTo>
                    <a:pt x="388" y="501"/>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2"/>
            <p:cNvSpPr/>
            <p:nvPr/>
          </p:nvSpPr>
          <p:spPr>
            <a:xfrm>
              <a:off x="3339850" y="3034550"/>
              <a:ext cx="12525" cy="12550"/>
            </a:xfrm>
            <a:custGeom>
              <a:avLst/>
              <a:gdLst/>
              <a:ahLst/>
              <a:cxnLst/>
              <a:rect l="l" t="t" r="r" b="b"/>
              <a:pathLst>
                <a:path w="501" h="502" extrusionOk="0">
                  <a:moveTo>
                    <a:pt x="251" y="1"/>
                  </a:moveTo>
                  <a:cubicBezTo>
                    <a:pt x="107" y="1"/>
                    <a:pt x="0" y="114"/>
                    <a:pt x="0" y="250"/>
                  </a:cubicBezTo>
                  <a:cubicBezTo>
                    <a:pt x="0" y="388"/>
                    <a:pt x="107" y="501"/>
                    <a:pt x="251" y="501"/>
                  </a:cubicBezTo>
                  <a:cubicBezTo>
                    <a:pt x="387" y="501"/>
                    <a:pt x="501" y="388"/>
                    <a:pt x="501" y="250"/>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2"/>
            <p:cNvSpPr/>
            <p:nvPr/>
          </p:nvSpPr>
          <p:spPr>
            <a:xfrm>
              <a:off x="3431575" y="3034550"/>
              <a:ext cx="12600" cy="12550"/>
            </a:xfrm>
            <a:custGeom>
              <a:avLst/>
              <a:gdLst/>
              <a:ahLst/>
              <a:cxnLst/>
              <a:rect l="l" t="t" r="r" b="b"/>
              <a:pathLst>
                <a:path w="504" h="502" extrusionOk="0">
                  <a:moveTo>
                    <a:pt x="252" y="1"/>
                  </a:moveTo>
                  <a:cubicBezTo>
                    <a:pt x="116" y="1"/>
                    <a:pt x="1" y="114"/>
                    <a:pt x="1" y="250"/>
                  </a:cubicBezTo>
                  <a:cubicBezTo>
                    <a:pt x="1" y="388"/>
                    <a:pt x="116" y="501"/>
                    <a:pt x="252" y="501"/>
                  </a:cubicBezTo>
                  <a:cubicBezTo>
                    <a:pt x="388" y="501"/>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2"/>
            <p:cNvSpPr/>
            <p:nvPr/>
          </p:nvSpPr>
          <p:spPr>
            <a:xfrm>
              <a:off x="3523550" y="3034550"/>
              <a:ext cx="12375" cy="12550"/>
            </a:xfrm>
            <a:custGeom>
              <a:avLst/>
              <a:gdLst/>
              <a:ahLst/>
              <a:cxnLst/>
              <a:rect l="l" t="t" r="r" b="b"/>
              <a:pathLst>
                <a:path w="495" h="502" extrusionOk="0">
                  <a:moveTo>
                    <a:pt x="250" y="1"/>
                  </a:moveTo>
                  <a:cubicBezTo>
                    <a:pt x="107" y="1"/>
                    <a:pt x="0" y="114"/>
                    <a:pt x="0" y="250"/>
                  </a:cubicBezTo>
                  <a:cubicBezTo>
                    <a:pt x="0" y="388"/>
                    <a:pt x="107" y="501"/>
                    <a:pt x="250" y="501"/>
                  </a:cubicBezTo>
                  <a:cubicBezTo>
                    <a:pt x="388" y="501"/>
                    <a:pt x="494" y="388"/>
                    <a:pt x="494" y="250"/>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2"/>
            <p:cNvSpPr/>
            <p:nvPr/>
          </p:nvSpPr>
          <p:spPr>
            <a:xfrm>
              <a:off x="676400" y="3126475"/>
              <a:ext cx="12600" cy="12400"/>
            </a:xfrm>
            <a:custGeom>
              <a:avLst/>
              <a:gdLst/>
              <a:ahLst/>
              <a:cxnLst/>
              <a:rect l="l" t="t" r="r" b="b"/>
              <a:pathLst>
                <a:path w="504" h="496" extrusionOk="0">
                  <a:moveTo>
                    <a:pt x="252" y="0"/>
                  </a:moveTo>
                  <a:cubicBezTo>
                    <a:pt x="116" y="0"/>
                    <a:pt x="1" y="109"/>
                    <a:pt x="1" y="252"/>
                  </a:cubicBezTo>
                  <a:cubicBezTo>
                    <a:pt x="1" y="388"/>
                    <a:pt x="116" y="496"/>
                    <a:pt x="252" y="496"/>
                  </a:cubicBezTo>
                  <a:cubicBezTo>
                    <a:pt x="388" y="496"/>
                    <a:pt x="503" y="388"/>
                    <a:pt x="503" y="252"/>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2"/>
            <p:cNvSpPr/>
            <p:nvPr/>
          </p:nvSpPr>
          <p:spPr>
            <a:xfrm>
              <a:off x="768325" y="3126475"/>
              <a:ext cx="12400" cy="12400"/>
            </a:xfrm>
            <a:custGeom>
              <a:avLst/>
              <a:gdLst/>
              <a:ahLst/>
              <a:cxnLst/>
              <a:rect l="l" t="t" r="r" b="b"/>
              <a:pathLst>
                <a:path w="496" h="496" extrusionOk="0">
                  <a:moveTo>
                    <a:pt x="245" y="0"/>
                  </a:moveTo>
                  <a:cubicBezTo>
                    <a:pt x="109" y="0"/>
                    <a:pt x="0" y="109"/>
                    <a:pt x="0" y="252"/>
                  </a:cubicBezTo>
                  <a:cubicBezTo>
                    <a:pt x="0" y="388"/>
                    <a:pt x="109" y="496"/>
                    <a:pt x="245" y="496"/>
                  </a:cubicBezTo>
                  <a:cubicBezTo>
                    <a:pt x="388" y="496"/>
                    <a:pt x="496" y="388"/>
                    <a:pt x="496" y="252"/>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2"/>
            <p:cNvSpPr/>
            <p:nvPr/>
          </p:nvSpPr>
          <p:spPr>
            <a:xfrm>
              <a:off x="860125" y="3126475"/>
              <a:ext cx="12525" cy="12400"/>
            </a:xfrm>
            <a:custGeom>
              <a:avLst/>
              <a:gdLst/>
              <a:ahLst/>
              <a:cxnLst/>
              <a:rect l="l" t="t" r="r" b="b"/>
              <a:pathLst>
                <a:path w="501" h="496" extrusionOk="0">
                  <a:moveTo>
                    <a:pt x="251" y="0"/>
                  </a:moveTo>
                  <a:cubicBezTo>
                    <a:pt x="114" y="0"/>
                    <a:pt x="0" y="109"/>
                    <a:pt x="0" y="252"/>
                  </a:cubicBezTo>
                  <a:cubicBezTo>
                    <a:pt x="0" y="388"/>
                    <a:pt x="114" y="496"/>
                    <a:pt x="251" y="496"/>
                  </a:cubicBezTo>
                  <a:cubicBezTo>
                    <a:pt x="387" y="496"/>
                    <a:pt x="501" y="388"/>
                    <a:pt x="501" y="252"/>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2"/>
            <p:cNvSpPr/>
            <p:nvPr/>
          </p:nvSpPr>
          <p:spPr>
            <a:xfrm>
              <a:off x="951850" y="3126475"/>
              <a:ext cx="12600" cy="12400"/>
            </a:xfrm>
            <a:custGeom>
              <a:avLst/>
              <a:gdLst/>
              <a:ahLst/>
              <a:cxnLst/>
              <a:rect l="l" t="t" r="r" b="b"/>
              <a:pathLst>
                <a:path w="504" h="496" extrusionOk="0">
                  <a:moveTo>
                    <a:pt x="252" y="0"/>
                  </a:moveTo>
                  <a:cubicBezTo>
                    <a:pt x="116" y="0"/>
                    <a:pt x="1" y="109"/>
                    <a:pt x="1" y="252"/>
                  </a:cubicBezTo>
                  <a:cubicBezTo>
                    <a:pt x="1" y="388"/>
                    <a:pt x="116" y="496"/>
                    <a:pt x="252" y="496"/>
                  </a:cubicBezTo>
                  <a:cubicBezTo>
                    <a:pt x="388" y="496"/>
                    <a:pt x="503" y="388"/>
                    <a:pt x="503" y="252"/>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2"/>
            <p:cNvSpPr/>
            <p:nvPr/>
          </p:nvSpPr>
          <p:spPr>
            <a:xfrm>
              <a:off x="1043825" y="3126475"/>
              <a:ext cx="12375" cy="12400"/>
            </a:xfrm>
            <a:custGeom>
              <a:avLst/>
              <a:gdLst/>
              <a:ahLst/>
              <a:cxnLst/>
              <a:rect l="l" t="t" r="r" b="b"/>
              <a:pathLst>
                <a:path w="495" h="496" extrusionOk="0">
                  <a:moveTo>
                    <a:pt x="250" y="0"/>
                  </a:moveTo>
                  <a:cubicBezTo>
                    <a:pt x="107" y="0"/>
                    <a:pt x="0" y="109"/>
                    <a:pt x="0" y="252"/>
                  </a:cubicBezTo>
                  <a:cubicBezTo>
                    <a:pt x="0" y="388"/>
                    <a:pt x="107" y="496"/>
                    <a:pt x="250" y="496"/>
                  </a:cubicBezTo>
                  <a:cubicBezTo>
                    <a:pt x="388" y="496"/>
                    <a:pt x="494" y="388"/>
                    <a:pt x="494" y="252"/>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2"/>
            <p:cNvSpPr/>
            <p:nvPr/>
          </p:nvSpPr>
          <p:spPr>
            <a:xfrm>
              <a:off x="1135575" y="3126475"/>
              <a:ext cx="12575" cy="12400"/>
            </a:xfrm>
            <a:custGeom>
              <a:avLst/>
              <a:gdLst/>
              <a:ahLst/>
              <a:cxnLst/>
              <a:rect l="l" t="t" r="r" b="b"/>
              <a:pathLst>
                <a:path w="503" h="496" extrusionOk="0">
                  <a:moveTo>
                    <a:pt x="252" y="0"/>
                  </a:moveTo>
                  <a:cubicBezTo>
                    <a:pt x="116" y="0"/>
                    <a:pt x="0" y="109"/>
                    <a:pt x="0" y="252"/>
                  </a:cubicBezTo>
                  <a:cubicBezTo>
                    <a:pt x="0" y="388"/>
                    <a:pt x="116" y="496"/>
                    <a:pt x="252" y="496"/>
                  </a:cubicBezTo>
                  <a:cubicBezTo>
                    <a:pt x="387" y="496"/>
                    <a:pt x="503" y="388"/>
                    <a:pt x="503" y="252"/>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2"/>
            <p:cNvSpPr/>
            <p:nvPr/>
          </p:nvSpPr>
          <p:spPr>
            <a:xfrm>
              <a:off x="1227500" y="3126475"/>
              <a:ext cx="12400" cy="12400"/>
            </a:xfrm>
            <a:custGeom>
              <a:avLst/>
              <a:gdLst/>
              <a:ahLst/>
              <a:cxnLst/>
              <a:rect l="l" t="t" r="r" b="b"/>
              <a:pathLst>
                <a:path w="496" h="496" extrusionOk="0">
                  <a:moveTo>
                    <a:pt x="251" y="0"/>
                  </a:moveTo>
                  <a:cubicBezTo>
                    <a:pt x="109" y="0"/>
                    <a:pt x="0" y="109"/>
                    <a:pt x="0" y="252"/>
                  </a:cubicBezTo>
                  <a:cubicBezTo>
                    <a:pt x="0" y="388"/>
                    <a:pt x="109" y="496"/>
                    <a:pt x="251" y="496"/>
                  </a:cubicBezTo>
                  <a:cubicBezTo>
                    <a:pt x="387" y="496"/>
                    <a:pt x="496" y="388"/>
                    <a:pt x="496" y="252"/>
                  </a:cubicBezTo>
                  <a:cubicBezTo>
                    <a:pt x="496"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2"/>
            <p:cNvSpPr/>
            <p:nvPr/>
          </p:nvSpPr>
          <p:spPr>
            <a:xfrm>
              <a:off x="1319275" y="3126475"/>
              <a:ext cx="12550" cy="12400"/>
            </a:xfrm>
            <a:custGeom>
              <a:avLst/>
              <a:gdLst/>
              <a:ahLst/>
              <a:cxnLst/>
              <a:rect l="l" t="t" r="r" b="b"/>
              <a:pathLst>
                <a:path w="502" h="496" extrusionOk="0">
                  <a:moveTo>
                    <a:pt x="252" y="0"/>
                  </a:moveTo>
                  <a:cubicBezTo>
                    <a:pt x="114" y="0"/>
                    <a:pt x="1" y="109"/>
                    <a:pt x="1" y="252"/>
                  </a:cubicBezTo>
                  <a:cubicBezTo>
                    <a:pt x="1" y="388"/>
                    <a:pt x="114" y="496"/>
                    <a:pt x="252" y="496"/>
                  </a:cubicBezTo>
                  <a:cubicBezTo>
                    <a:pt x="388" y="496"/>
                    <a:pt x="501" y="388"/>
                    <a:pt x="501" y="252"/>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2"/>
            <p:cNvSpPr/>
            <p:nvPr/>
          </p:nvSpPr>
          <p:spPr>
            <a:xfrm>
              <a:off x="1411200" y="3126475"/>
              <a:ext cx="12425" cy="12400"/>
            </a:xfrm>
            <a:custGeom>
              <a:avLst/>
              <a:gdLst/>
              <a:ahLst/>
              <a:cxnLst/>
              <a:rect l="l" t="t" r="r" b="b"/>
              <a:pathLst>
                <a:path w="497" h="496" extrusionOk="0">
                  <a:moveTo>
                    <a:pt x="245" y="0"/>
                  </a:moveTo>
                  <a:cubicBezTo>
                    <a:pt x="109" y="0"/>
                    <a:pt x="1" y="109"/>
                    <a:pt x="1" y="252"/>
                  </a:cubicBezTo>
                  <a:cubicBezTo>
                    <a:pt x="1" y="388"/>
                    <a:pt x="109" y="496"/>
                    <a:pt x="245" y="496"/>
                  </a:cubicBezTo>
                  <a:cubicBezTo>
                    <a:pt x="388" y="496"/>
                    <a:pt x="496" y="388"/>
                    <a:pt x="496" y="252"/>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2"/>
            <p:cNvSpPr/>
            <p:nvPr/>
          </p:nvSpPr>
          <p:spPr>
            <a:xfrm>
              <a:off x="1503000" y="3126475"/>
              <a:ext cx="12525" cy="12400"/>
            </a:xfrm>
            <a:custGeom>
              <a:avLst/>
              <a:gdLst/>
              <a:ahLst/>
              <a:cxnLst/>
              <a:rect l="l" t="t" r="r" b="b"/>
              <a:pathLst>
                <a:path w="501" h="496" extrusionOk="0">
                  <a:moveTo>
                    <a:pt x="250" y="0"/>
                  </a:moveTo>
                  <a:cubicBezTo>
                    <a:pt x="114" y="0"/>
                    <a:pt x="0" y="109"/>
                    <a:pt x="0" y="252"/>
                  </a:cubicBezTo>
                  <a:cubicBezTo>
                    <a:pt x="0" y="388"/>
                    <a:pt x="114" y="496"/>
                    <a:pt x="250" y="496"/>
                  </a:cubicBezTo>
                  <a:cubicBezTo>
                    <a:pt x="387" y="496"/>
                    <a:pt x="501" y="388"/>
                    <a:pt x="501" y="252"/>
                  </a:cubicBezTo>
                  <a:cubicBezTo>
                    <a:pt x="501" y="109"/>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2"/>
            <p:cNvSpPr/>
            <p:nvPr/>
          </p:nvSpPr>
          <p:spPr>
            <a:xfrm>
              <a:off x="1594750" y="3126475"/>
              <a:ext cx="12575" cy="12400"/>
            </a:xfrm>
            <a:custGeom>
              <a:avLst/>
              <a:gdLst/>
              <a:ahLst/>
              <a:cxnLst/>
              <a:rect l="l" t="t" r="r" b="b"/>
              <a:pathLst>
                <a:path w="503" h="496" extrusionOk="0">
                  <a:moveTo>
                    <a:pt x="251" y="0"/>
                  </a:moveTo>
                  <a:cubicBezTo>
                    <a:pt x="115" y="0"/>
                    <a:pt x="0" y="109"/>
                    <a:pt x="0" y="252"/>
                  </a:cubicBezTo>
                  <a:cubicBezTo>
                    <a:pt x="0" y="388"/>
                    <a:pt x="115" y="496"/>
                    <a:pt x="251" y="496"/>
                  </a:cubicBezTo>
                  <a:cubicBezTo>
                    <a:pt x="394" y="496"/>
                    <a:pt x="503" y="388"/>
                    <a:pt x="503" y="252"/>
                  </a:cubicBezTo>
                  <a:cubicBezTo>
                    <a:pt x="503" y="109"/>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2"/>
            <p:cNvSpPr/>
            <p:nvPr/>
          </p:nvSpPr>
          <p:spPr>
            <a:xfrm>
              <a:off x="1686650" y="3126475"/>
              <a:ext cx="12600" cy="12400"/>
            </a:xfrm>
            <a:custGeom>
              <a:avLst/>
              <a:gdLst/>
              <a:ahLst/>
              <a:cxnLst/>
              <a:rect l="l" t="t" r="r" b="b"/>
              <a:pathLst>
                <a:path w="504" h="496" extrusionOk="0">
                  <a:moveTo>
                    <a:pt x="252" y="0"/>
                  </a:moveTo>
                  <a:cubicBezTo>
                    <a:pt x="116" y="0"/>
                    <a:pt x="1" y="109"/>
                    <a:pt x="1" y="252"/>
                  </a:cubicBezTo>
                  <a:cubicBezTo>
                    <a:pt x="1" y="388"/>
                    <a:pt x="116" y="496"/>
                    <a:pt x="252" y="496"/>
                  </a:cubicBezTo>
                  <a:cubicBezTo>
                    <a:pt x="388" y="496"/>
                    <a:pt x="503" y="388"/>
                    <a:pt x="503" y="252"/>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2"/>
            <p:cNvSpPr/>
            <p:nvPr/>
          </p:nvSpPr>
          <p:spPr>
            <a:xfrm>
              <a:off x="1778450" y="3126475"/>
              <a:ext cx="12550" cy="12400"/>
            </a:xfrm>
            <a:custGeom>
              <a:avLst/>
              <a:gdLst/>
              <a:ahLst/>
              <a:cxnLst/>
              <a:rect l="l" t="t" r="r" b="b"/>
              <a:pathLst>
                <a:path w="502" h="496" extrusionOk="0">
                  <a:moveTo>
                    <a:pt x="252" y="0"/>
                  </a:moveTo>
                  <a:cubicBezTo>
                    <a:pt x="114" y="0"/>
                    <a:pt x="1" y="109"/>
                    <a:pt x="1" y="252"/>
                  </a:cubicBezTo>
                  <a:cubicBezTo>
                    <a:pt x="1" y="388"/>
                    <a:pt x="114" y="496"/>
                    <a:pt x="252" y="496"/>
                  </a:cubicBezTo>
                  <a:cubicBezTo>
                    <a:pt x="388" y="496"/>
                    <a:pt x="501" y="388"/>
                    <a:pt x="501" y="252"/>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2"/>
            <p:cNvSpPr/>
            <p:nvPr/>
          </p:nvSpPr>
          <p:spPr>
            <a:xfrm>
              <a:off x="1870375" y="3126475"/>
              <a:ext cx="12400" cy="12400"/>
            </a:xfrm>
            <a:custGeom>
              <a:avLst/>
              <a:gdLst/>
              <a:ahLst/>
              <a:cxnLst/>
              <a:rect l="l" t="t" r="r" b="b"/>
              <a:pathLst>
                <a:path w="496" h="496" extrusionOk="0">
                  <a:moveTo>
                    <a:pt x="252" y="0"/>
                  </a:moveTo>
                  <a:cubicBezTo>
                    <a:pt x="109" y="0"/>
                    <a:pt x="0" y="109"/>
                    <a:pt x="0" y="252"/>
                  </a:cubicBezTo>
                  <a:cubicBezTo>
                    <a:pt x="0" y="388"/>
                    <a:pt x="109" y="496"/>
                    <a:pt x="252" y="496"/>
                  </a:cubicBezTo>
                  <a:cubicBezTo>
                    <a:pt x="387" y="496"/>
                    <a:pt x="496" y="388"/>
                    <a:pt x="496" y="252"/>
                  </a:cubicBezTo>
                  <a:cubicBezTo>
                    <a:pt x="496"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2"/>
            <p:cNvSpPr/>
            <p:nvPr/>
          </p:nvSpPr>
          <p:spPr>
            <a:xfrm>
              <a:off x="1962150" y="3126475"/>
              <a:ext cx="12550" cy="12400"/>
            </a:xfrm>
            <a:custGeom>
              <a:avLst/>
              <a:gdLst/>
              <a:ahLst/>
              <a:cxnLst/>
              <a:rect l="l" t="t" r="r" b="b"/>
              <a:pathLst>
                <a:path w="502" h="496" extrusionOk="0">
                  <a:moveTo>
                    <a:pt x="250" y="0"/>
                  </a:moveTo>
                  <a:cubicBezTo>
                    <a:pt x="114" y="0"/>
                    <a:pt x="1" y="109"/>
                    <a:pt x="1" y="252"/>
                  </a:cubicBezTo>
                  <a:cubicBezTo>
                    <a:pt x="1" y="388"/>
                    <a:pt x="114" y="496"/>
                    <a:pt x="250" y="496"/>
                  </a:cubicBezTo>
                  <a:cubicBezTo>
                    <a:pt x="388" y="496"/>
                    <a:pt x="502" y="388"/>
                    <a:pt x="502" y="252"/>
                  </a:cubicBezTo>
                  <a:cubicBezTo>
                    <a:pt x="502"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2"/>
            <p:cNvSpPr/>
            <p:nvPr/>
          </p:nvSpPr>
          <p:spPr>
            <a:xfrm>
              <a:off x="2054075" y="3126475"/>
              <a:ext cx="12425" cy="12400"/>
            </a:xfrm>
            <a:custGeom>
              <a:avLst/>
              <a:gdLst/>
              <a:ahLst/>
              <a:cxnLst/>
              <a:rect l="l" t="t" r="r" b="b"/>
              <a:pathLst>
                <a:path w="497" h="496" extrusionOk="0">
                  <a:moveTo>
                    <a:pt x="252" y="0"/>
                  </a:moveTo>
                  <a:cubicBezTo>
                    <a:pt x="109" y="0"/>
                    <a:pt x="1" y="109"/>
                    <a:pt x="1" y="252"/>
                  </a:cubicBezTo>
                  <a:cubicBezTo>
                    <a:pt x="1" y="388"/>
                    <a:pt x="109" y="496"/>
                    <a:pt x="252" y="496"/>
                  </a:cubicBezTo>
                  <a:cubicBezTo>
                    <a:pt x="388" y="496"/>
                    <a:pt x="496" y="388"/>
                    <a:pt x="496" y="252"/>
                  </a:cubicBezTo>
                  <a:cubicBezTo>
                    <a:pt x="496"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2"/>
            <p:cNvSpPr/>
            <p:nvPr/>
          </p:nvSpPr>
          <p:spPr>
            <a:xfrm>
              <a:off x="2145825" y="3126475"/>
              <a:ext cx="12600" cy="12400"/>
            </a:xfrm>
            <a:custGeom>
              <a:avLst/>
              <a:gdLst/>
              <a:ahLst/>
              <a:cxnLst/>
              <a:rect l="l" t="t" r="r" b="b"/>
              <a:pathLst>
                <a:path w="504" h="496" extrusionOk="0">
                  <a:moveTo>
                    <a:pt x="252" y="0"/>
                  </a:moveTo>
                  <a:cubicBezTo>
                    <a:pt x="116" y="0"/>
                    <a:pt x="1" y="109"/>
                    <a:pt x="1" y="252"/>
                  </a:cubicBezTo>
                  <a:cubicBezTo>
                    <a:pt x="1" y="388"/>
                    <a:pt x="116" y="496"/>
                    <a:pt x="252" y="496"/>
                  </a:cubicBezTo>
                  <a:cubicBezTo>
                    <a:pt x="388" y="496"/>
                    <a:pt x="503" y="388"/>
                    <a:pt x="503" y="252"/>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2"/>
            <p:cNvSpPr/>
            <p:nvPr/>
          </p:nvSpPr>
          <p:spPr>
            <a:xfrm>
              <a:off x="2237800" y="3126475"/>
              <a:ext cx="12350" cy="12400"/>
            </a:xfrm>
            <a:custGeom>
              <a:avLst/>
              <a:gdLst/>
              <a:ahLst/>
              <a:cxnLst/>
              <a:rect l="l" t="t" r="r" b="b"/>
              <a:pathLst>
                <a:path w="494" h="496" extrusionOk="0">
                  <a:moveTo>
                    <a:pt x="244" y="0"/>
                  </a:moveTo>
                  <a:cubicBezTo>
                    <a:pt x="107" y="0"/>
                    <a:pt x="0" y="109"/>
                    <a:pt x="0" y="252"/>
                  </a:cubicBezTo>
                  <a:cubicBezTo>
                    <a:pt x="0" y="388"/>
                    <a:pt x="107" y="496"/>
                    <a:pt x="244" y="496"/>
                  </a:cubicBezTo>
                  <a:cubicBezTo>
                    <a:pt x="387" y="496"/>
                    <a:pt x="494" y="388"/>
                    <a:pt x="494" y="252"/>
                  </a:cubicBezTo>
                  <a:cubicBezTo>
                    <a:pt x="494" y="109"/>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2"/>
            <p:cNvSpPr/>
            <p:nvPr/>
          </p:nvSpPr>
          <p:spPr>
            <a:xfrm>
              <a:off x="2329550" y="3126475"/>
              <a:ext cx="12575" cy="12400"/>
            </a:xfrm>
            <a:custGeom>
              <a:avLst/>
              <a:gdLst/>
              <a:ahLst/>
              <a:cxnLst/>
              <a:rect l="l" t="t" r="r" b="b"/>
              <a:pathLst>
                <a:path w="503" h="496" extrusionOk="0">
                  <a:moveTo>
                    <a:pt x="251" y="0"/>
                  </a:moveTo>
                  <a:cubicBezTo>
                    <a:pt x="115" y="0"/>
                    <a:pt x="0" y="109"/>
                    <a:pt x="0" y="252"/>
                  </a:cubicBezTo>
                  <a:cubicBezTo>
                    <a:pt x="0" y="388"/>
                    <a:pt x="115" y="496"/>
                    <a:pt x="251" y="496"/>
                  </a:cubicBezTo>
                  <a:cubicBezTo>
                    <a:pt x="387" y="496"/>
                    <a:pt x="502" y="388"/>
                    <a:pt x="502" y="252"/>
                  </a:cubicBezTo>
                  <a:cubicBezTo>
                    <a:pt x="502"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2"/>
            <p:cNvSpPr/>
            <p:nvPr/>
          </p:nvSpPr>
          <p:spPr>
            <a:xfrm>
              <a:off x="2421325" y="3126475"/>
              <a:ext cx="12550" cy="12400"/>
            </a:xfrm>
            <a:custGeom>
              <a:avLst/>
              <a:gdLst/>
              <a:ahLst/>
              <a:cxnLst/>
              <a:rect l="l" t="t" r="r" b="b"/>
              <a:pathLst>
                <a:path w="502" h="496" extrusionOk="0">
                  <a:moveTo>
                    <a:pt x="250" y="0"/>
                  </a:moveTo>
                  <a:cubicBezTo>
                    <a:pt x="114" y="0"/>
                    <a:pt x="1" y="109"/>
                    <a:pt x="1" y="252"/>
                  </a:cubicBezTo>
                  <a:cubicBezTo>
                    <a:pt x="1" y="388"/>
                    <a:pt x="114" y="496"/>
                    <a:pt x="250" y="496"/>
                  </a:cubicBezTo>
                  <a:cubicBezTo>
                    <a:pt x="395" y="496"/>
                    <a:pt x="501" y="388"/>
                    <a:pt x="501" y="252"/>
                  </a:cubicBezTo>
                  <a:cubicBezTo>
                    <a:pt x="501" y="109"/>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2"/>
            <p:cNvSpPr/>
            <p:nvPr/>
          </p:nvSpPr>
          <p:spPr>
            <a:xfrm>
              <a:off x="2513250" y="3126475"/>
              <a:ext cx="12575" cy="12400"/>
            </a:xfrm>
            <a:custGeom>
              <a:avLst/>
              <a:gdLst/>
              <a:ahLst/>
              <a:cxnLst/>
              <a:rect l="l" t="t" r="r" b="b"/>
              <a:pathLst>
                <a:path w="503" h="496" extrusionOk="0">
                  <a:moveTo>
                    <a:pt x="252" y="0"/>
                  </a:moveTo>
                  <a:cubicBezTo>
                    <a:pt x="109" y="0"/>
                    <a:pt x="0" y="109"/>
                    <a:pt x="0" y="252"/>
                  </a:cubicBezTo>
                  <a:cubicBezTo>
                    <a:pt x="0" y="388"/>
                    <a:pt x="109" y="496"/>
                    <a:pt x="252" y="496"/>
                  </a:cubicBezTo>
                  <a:cubicBezTo>
                    <a:pt x="388" y="496"/>
                    <a:pt x="503" y="388"/>
                    <a:pt x="503" y="252"/>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2"/>
            <p:cNvSpPr/>
            <p:nvPr/>
          </p:nvSpPr>
          <p:spPr>
            <a:xfrm>
              <a:off x="2605000" y="3126475"/>
              <a:ext cx="12575" cy="12400"/>
            </a:xfrm>
            <a:custGeom>
              <a:avLst/>
              <a:gdLst/>
              <a:ahLst/>
              <a:cxnLst/>
              <a:rect l="l" t="t" r="r" b="b"/>
              <a:pathLst>
                <a:path w="503" h="496" extrusionOk="0">
                  <a:moveTo>
                    <a:pt x="252" y="0"/>
                  </a:moveTo>
                  <a:cubicBezTo>
                    <a:pt x="116" y="0"/>
                    <a:pt x="0" y="109"/>
                    <a:pt x="0" y="252"/>
                  </a:cubicBezTo>
                  <a:cubicBezTo>
                    <a:pt x="0" y="388"/>
                    <a:pt x="116" y="496"/>
                    <a:pt x="252" y="496"/>
                  </a:cubicBezTo>
                  <a:cubicBezTo>
                    <a:pt x="387" y="496"/>
                    <a:pt x="503" y="388"/>
                    <a:pt x="503" y="252"/>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2"/>
            <p:cNvSpPr/>
            <p:nvPr/>
          </p:nvSpPr>
          <p:spPr>
            <a:xfrm>
              <a:off x="2696950" y="3126475"/>
              <a:ext cx="12375" cy="12400"/>
            </a:xfrm>
            <a:custGeom>
              <a:avLst/>
              <a:gdLst/>
              <a:ahLst/>
              <a:cxnLst/>
              <a:rect l="l" t="t" r="r" b="b"/>
              <a:pathLst>
                <a:path w="495" h="496" extrusionOk="0">
                  <a:moveTo>
                    <a:pt x="252" y="0"/>
                  </a:moveTo>
                  <a:cubicBezTo>
                    <a:pt x="108" y="0"/>
                    <a:pt x="1" y="109"/>
                    <a:pt x="1" y="252"/>
                  </a:cubicBezTo>
                  <a:cubicBezTo>
                    <a:pt x="1" y="388"/>
                    <a:pt x="108" y="496"/>
                    <a:pt x="252" y="496"/>
                  </a:cubicBezTo>
                  <a:cubicBezTo>
                    <a:pt x="388" y="496"/>
                    <a:pt x="495" y="388"/>
                    <a:pt x="495" y="252"/>
                  </a:cubicBezTo>
                  <a:cubicBezTo>
                    <a:pt x="495"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2"/>
            <p:cNvSpPr/>
            <p:nvPr/>
          </p:nvSpPr>
          <p:spPr>
            <a:xfrm>
              <a:off x="2788700" y="3126475"/>
              <a:ext cx="12600" cy="12400"/>
            </a:xfrm>
            <a:custGeom>
              <a:avLst/>
              <a:gdLst/>
              <a:ahLst/>
              <a:cxnLst/>
              <a:rect l="l" t="t" r="r" b="b"/>
              <a:pathLst>
                <a:path w="504" h="496" extrusionOk="0">
                  <a:moveTo>
                    <a:pt x="252" y="0"/>
                  </a:moveTo>
                  <a:cubicBezTo>
                    <a:pt x="116" y="0"/>
                    <a:pt x="1" y="109"/>
                    <a:pt x="1" y="252"/>
                  </a:cubicBezTo>
                  <a:cubicBezTo>
                    <a:pt x="1" y="388"/>
                    <a:pt x="116" y="496"/>
                    <a:pt x="252" y="496"/>
                  </a:cubicBezTo>
                  <a:cubicBezTo>
                    <a:pt x="388" y="496"/>
                    <a:pt x="503" y="388"/>
                    <a:pt x="503" y="252"/>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2"/>
            <p:cNvSpPr/>
            <p:nvPr/>
          </p:nvSpPr>
          <p:spPr>
            <a:xfrm>
              <a:off x="2880675" y="3126475"/>
              <a:ext cx="12375" cy="12400"/>
            </a:xfrm>
            <a:custGeom>
              <a:avLst/>
              <a:gdLst/>
              <a:ahLst/>
              <a:cxnLst/>
              <a:rect l="l" t="t" r="r" b="b"/>
              <a:pathLst>
                <a:path w="495" h="496" extrusionOk="0">
                  <a:moveTo>
                    <a:pt x="243" y="0"/>
                  </a:moveTo>
                  <a:cubicBezTo>
                    <a:pt x="107" y="0"/>
                    <a:pt x="0" y="109"/>
                    <a:pt x="0" y="252"/>
                  </a:cubicBezTo>
                  <a:cubicBezTo>
                    <a:pt x="0" y="388"/>
                    <a:pt x="107" y="496"/>
                    <a:pt x="243" y="496"/>
                  </a:cubicBezTo>
                  <a:cubicBezTo>
                    <a:pt x="387" y="496"/>
                    <a:pt x="494" y="388"/>
                    <a:pt x="494" y="252"/>
                  </a:cubicBezTo>
                  <a:cubicBezTo>
                    <a:pt x="494" y="109"/>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2"/>
            <p:cNvSpPr/>
            <p:nvPr/>
          </p:nvSpPr>
          <p:spPr>
            <a:xfrm>
              <a:off x="2972425" y="3126475"/>
              <a:ext cx="12575" cy="12400"/>
            </a:xfrm>
            <a:custGeom>
              <a:avLst/>
              <a:gdLst/>
              <a:ahLst/>
              <a:cxnLst/>
              <a:rect l="l" t="t" r="r" b="b"/>
              <a:pathLst>
                <a:path w="503" h="496" extrusionOk="0">
                  <a:moveTo>
                    <a:pt x="251" y="0"/>
                  </a:moveTo>
                  <a:cubicBezTo>
                    <a:pt x="115" y="0"/>
                    <a:pt x="0" y="109"/>
                    <a:pt x="0" y="252"/>
                  </a:cubicBezTo>
                  <a:cubicBezTo>
                    <a:pt x="0" y="388"/>
                    <a:pt x="115" y="496"/>
                    <a:pt x="251" y="496"/>
                  </a:cubicBezTo>
                  <a:cubicBezTo>
                    <a:pt x="387" y="496"/>
                    <a:pt x="503" y="388"/>
                    <a:pt x="503" y="252"/>
                  </a:cubicBezTo>
                  <a:cubicBezTo>
                    <a:pt x="503"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2"/>
            <p:cNvSpPr/>
            <p:nvPr/>
          </p:nvSpPr>
          <p:spPr>
            <a:xfrm>
              <a:off x="3064375" y="3126475"/>
              <a:ext cx="12375" cy="12400"/>
            </a:xfrm>
            <a:custGeom>
              <a:avLst/>
              <a:gdLst/>
              <a:ahLst/>
              <a:cxnLst/>
              <a:rect l="l" t="t" r="r" b="b"/>
              <a:pathLst>
                <a:path w="495" h="496" extrusionOk="0">
                  <a:moveTo>
                    <a:pt x="243" y="0"/>
                  </a:moveTo>
                  <a:cubicBezTo>
                    <a:pt x="107" y="0"/>
                    <a:pt x="1" y="109"/>
                    <a:pt x="1" y="252"/>
                  </a:cubicBezTo>
                  <a:cubicBezTo>
                    <a:pt x="1" y="388"/>
                    <a:pt x="107" y="496"/>
                    <a:pt x="243" y="496"/>
                  </a:cubicBezTo>
                  <a:cubicBezTo>
                    <a:pt x="388" y="496"/>
                    <a:pt x="495" y="388"/>
                    <a:pt x="495" y="252"/>
                  </a:cubicBezTo>
                  <a:cubicBezTo>
                    <a:pt x="495" y="109"/>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2"/>
            <p:cNvSpPr/>
            <p:nvPr/>
          </p:nvSpPr>
          <p:spPr>
            <a:xfrm>
              <a:off x="3156125" y="3126475"/>
              <a:ext cx="12600" cy="12400"/>
            </a:xfrm>
            <a:custGeom>
              <a:avLst/>
              <a:gdLst/>
              <a:ahLst/>
              <a:cxnLst/>
              <a:rect l="l" t="t" r="r" b="b"/>
              <a:pathLst>
                <a:path w="504" h="496" extrusionOk="0">
                  <a:moveTo>
                    <a:pt x="252" y="0"/>
                  </a:moveTo>
                  <a:cubicBezTo>
                    <a:pt x="116" y="0"/>
                    <a:pt x="1" y="109"/>
                    <a:pt x="1" y="252"/>
                  </a:cubicBezTo>
                  <a:cubicBezTo>
                    <a:pt x="1" y="388"/>
                    <a:pt x="116" y="496"/>
                    <a:pt x="252" y="496"/>
                  </a:cubicBezTo>
                  <a:cubicBezTo>
                    <a:pt x="388" y="496"/>
                    <a:pt x="503" y="388"/>
                    <a:pt x="503" y="252"/>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2"/>
            <p:cNvSpPr/>
            <p:nvPr/>
          </p:nvSpPr>
          <p:spPr>
            <a:xfrm>
              <a:off x="3247875" y="3126475"/>
              <a:ext cx="12575" cy="12400"/>
            </a:xfrm>
            <a:custGeom>
              <a:avLst/>
              <a:gdLst/>
              <a:ahLst/>
              <a:cxnLst/>
              <a:rect l="l" t="t" r="r" b="b"/>
              <a:pathLst>
                <a:path w="503" h="496" extrusionOk="0">
                  <a:moveTo>
                    <a:pt x="252" y="0"/>
                  </a:moveTo>
                  <a:cubicBezTo>
                    <a:pt x="116" y="0"/>
                    <a:pt x="1" y="109"/>
                    <a:pt x="1" y="252"/>
                  </a:cubicBezTo>
                  <a:cubicBezTo>
                    <a:pt x="1" y="388"/>
                    <a:pt x="116" y="496"/>
                    <a:pt x="252" y="496"/>
                  </a:cubicBezTo>
                  <a:cubicBezTo>
                    <a:pt x="388" y="496"/>
                    <a:pt x="503" y="388"/>
                    <a:pt x="503" y="252"/>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2"/>
            <p:cNvSpPr/>
            <p:nvPr/>
          </p:nvSpPr>
          <p:spPr>
            <a:xfrm>
              <a:off x="3339850" y="3126475"/>
              <a:ext cx="12525" cy="12400"/>
            </a:xfrm>
            <a:custGeom>
              <a:avLst/>
              <a:gdLst/>
              <a:ahLst/>
              <a:cxnLst/>
              <a:rect l="l" t="t" r="r" b="b"/>
              <a:pathLst>
                <a:path w="501" h="496" extrusionOk="0">
                  <a:moveTo>
                    <a:pt x="251" y="0"/>
                  </a:moveTo>
                  <a:cubicBezTo>
                    <a:pt x="107" y="0"/>
                    <a:pt x="0" y="109"/>
                    <a:pt x="0" y="252"/>
                  </a:cubicBezTo>
                  <a:cubicBezTo>
                    <a:pt x="0" y="388"/>
                    <a:pt x="107" y="496"/>
                    <a:pt x="251" y="496"/>
                  </a:cubicBezTo>
                  <a:cubicBezTo>
                    <a:pt x="387" y="496"/>
                    <a:pt x="501" y="388"/>
                    <a:pt x="501" y="252"/>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2"/>
            <p:cNvSpPr/>
            <p:nvPr/>
          </p:nvSpPr>
          <p:spPr>
            <a:xfrm>
              <a:off x="3431575" y="3126475"/>
              <a:ext cx="12600" cy="12400"/>
            </a:xfrm>
            <a:custGeom>
              <a:avLst/>
              <a:gdLst/>
              <a:ahLst/>
              <a:cxnLst/>
              <a:rect l="l" t="t" r="r" b="b"/>
              <a:pathLst>
                <a:path w="504" h="496" extrusionOk="0">
                  <a:moveTo>
                    <a:pt x="252" y="0"/>
                  </a:moveTo>
                  <a:cubicBezTo>
                    <a:pt x="116" y="0"/>
                    <a:pt x="1" y="109"/>
                    <a:pt x="1" y="252"/>
                  </a:cubicBezTo>
                  <a:cubicBezTo>
                    <a:pt x="1" y="388"/>
                    <a:pt x="116" y="496"/>
                    <a:pt x="252" y="496"/>
                  </a:cubicBezTo>
                  <a:cubicBezTo>
                    <a:pt x="388" y="496"/>
                    <a:pt x="503" y="388"/>
                    <a:pt x="503" y="252"/>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2"/>
            <p:cNvSpPr/>
            <p:nvPr/>
          </p:nvSpPr>
          <p:spPr>
            <a:xfrm>
              <a:off x="3523550" y="3126475"/>
              <a:ext cx="12375" cy="12400"/>
            </a:xfrm>
            <a:custGeom>
              <a:avLst/>
              <a:gdLst/>
              <a:ahLst/>
              <a:cxnLst/>
              <a:rect l="l" t="t" r="r" b="b"/>
              <a:pathLst>
                <a:path w="495" h="496" extrusionOk="0">
                  <a:moveTo>
                    <a:pt x="250" y="0"/>
                  </a:moveTo>
                  <a:cubicBezTo>
                    <a:pt x="107" y="0"/>
                    <a:pt x="0" y="109"/>
                    <a:pt x="0" y="252"/>
                  </a:cubicBezTo>
                  <a:cubicBezTo>
                    <a:pt x="0" y="388"/>
                    <a:pt x="107" y="496"/>
                    <a:pt x="250" y="496"/>
                  </a:cubicBezTo>
                  <a:cubicBezTo>
                    <a:pt x="388" y="496"/>
                    <a:pt x="494" y="388"/>
                    <a:pt x="494" y="252"/>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2"/>
            <p:cNvSpPr/>
            <p:nvPr/>
          </p:nvSpPr>
          <p:spPr>
            <a:xfrm>
              <a:off x="676400" y="32182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2"/>
            <p:cNvSpPr/>
            <p:nvPr/>
          </p:nvSpPr>
          <p:spPr>
            <a:xfrm>
              <a:off x="768325" y="3218225"/>
              <a:ext cx="12400" cy="12575"/>
            </a:xfrm>
            <a:custGeom>
              <a:avLst/>
              <a:gdLst/>
              <a:ahLst/>
              <a:cxnLst/>
              <a:rect l="l" t="t" r="r" b="b"/>
              <a:pathLst>
                <a:path w="496" h="503" extrusionOk="0">
                  <a:moveTo>
                    <a:pt x="245" y="0"/>
                  </a:moveTo>
                  <a:cubicBezTo>
                    <a:pt x="109" y="0"/>
                    <a:pt x="0" y="116"/>
                    <a:pt x="0" y="252"/>
                  </a:cubicBezTo>
                  <a:cubicBezTo>
                    <a:pt x="0" y="387"/>
                    <a:pt x="109" y="503"/>
                    <a:pt x="245" y="503"/>
                  </a:cubicBezTo>
                  <a:cubicBezTo>
                    <a:pt x="388" y="503"/>
                    <a:pt x="496" y="387"/>
                    <a:pt x="496" y="252"/>
                  </a:cubicBezTo>
                  <a:cubicBezTo>
                    <a:pt x="496" y="116"/>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2"/>
            <p:cNvSpPr/>
            <p:nvPr/>
          </p:nvSpPr>
          <p:spPr>
            <a:xfrm>
              <a:off x="860125" y="3218225"/>
              <a:ext cx="12525" cy="12575"/>
            </a:xfrm>
            <a:custGeom>
              <a:avLst/>
              <a:gdLst/>
              <a:ahLst/>
              <a:cxnLst/>
              <a:rect l="l" t="t" r="r" b="b"/>
              <a:pathLst>
                <a:path w="501" h="503" extrusionOk="0">
                  <a:moveTo>
                    <a:pt x="251" y="0"/>
                  </a:moveTo>
                  <a:cubicBezTo>
                    <a:pt x="114" y="0"/>
                    <a:pt x="0" y="116"/>
                    <a:pt x="0" y="252"/>
                  </a:cubicBezTo>
                  <a:cubicBezTo>
                    <a:pt x="0" y="387"/>
                    <a:pt x="114" y="503"/>
                    <a:pt x="251" y="503"/>
                  </a:cubicBezTo>
                  <a:cubicBezTo>
                    <a:pt x="387" y="503"/>
                    <a:pt x="501" y="387"/>
                    <a:pt x="501" y="252"/>
                  </a:cubicBezTo>
                  <a:cubicBezTo>
                    <a:pt x="501"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2"/>
            <p:cNvSpPr/>
            <p:nvPr/>
          </p:nvSpPr>
          <p:spPr>
            <a:xfrm>
              <a:off x="951850" y="32182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2"/>
            <p:cNvSpPr/>
            <p:nvPr/>
          </p:nvSpPr>
          <p:spPr>
            <a:xfrm>
              <a:off x="1043825" y="3218225"/>
              <a:ext cx="12375" cy="12575"/>
            </a:xfrm>
            <a:custGeom>
              <a:avLst/>
              <a:gdLst/>
              <a:ahLst/>
              <a:cxnLst/>
              <a:rect l="l" t="t" r="r" b="b"/>
              <a:pathLst>
                <a:path w="495" h="503" extrusionOk="0">
                  <a:moveTo>
                    <a:pt x="250" y="0"/>
                  </a:moveTo>
                  <a:cubicBezTo>
                    <a:pt x="107" y="0"/>
                    <a:pt x="0" y="116"/>
                    <a:pt x="0" y="252"/>
                  </a:cubicBezTo>
                  <a:cubicBezTo>
                    <a:pt x="0" y="387"/>
                    <a:pt x="107" y="503"/>
                    <a:pt x="250" y="503"/>
                  </a:cubicBezTo>
                  <a:cubicBezTo>
                    <a:pt x="388" y="503"/>
                    <a:pt x="494" y="387"/>
                    <a:pt x="494" y="252"/>
                  </a:cubicBezTo>
                  <a:cubicBezTo>
                    <a:pt x="494"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2"/>
            <p:cNvSpPr/>
            <p:nvPr/>
          </p:nvSpPr>
          <p:spPr>
            <a:xfrm>
              <a:off x="1135575" y="3218225"/>
              <a:ext cx="12575" cy="12575"/>
            </a:xfrm>
            <a:custGeom>
              <a:avLst/>
              <a:gdLst/>
              <a:ahLst/>
              <a:cxnLst/>
              <a:rect l="l" t="t" r="r" b="b"/>
              <a:pathLst>
                <a:path w="503" h="503" extrusionOk="0">
                  <a:moveTo>
                    <a:pt x="252" y="0"/>
                  </a:moveTo>
                  <a:cubicBezTo>
                    <a:pt x="116" y="0"/>
                    <a:pt x="0" y="116"/>
                    <a:pt x="0" y="252"/>
                  </a:cubicBezTo>
                  <a:cubicBezTo>
                    <a:pt x="0" y="387"/>
                    <a:pt x="116" y="503"/>
                    <a:pt x="252" y="503"/>
                  </a:cubicBezTo>
                  <a:cubicBezTo>
                    <a:pt x="387" y="503"/>
                    <a:pt x="503" y="387"/>
                    <a:pt x="503" y="252"/>
                  </a:cubicBezTo>
                  <a:cubicBezTo>
                    <a:pt x="503"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2"/>
            <p:cNvSpPr/>
            <p:nvPr/>
          </p:nvSpPr>
          <p:spPr>
            <a:xfrm>
              <a:off x="1227500" y="3218225"/>
              <a:ext cx="12400" cy="12575"/>
            </a:xfrm>
            <a:custGeom>
              <a:avLst/>
              <a:gdLst/>
              <a:ahLst/>
              <a:cxnLst/>
              <a:rect l="l" t="t" r="r" b="b"/>
              <a:pathLst>
                <a:path w="496" h="503" extrusionOk="0">
                  <a:moveTo>
                    <a:pt x="251" y="0"/>
                  </a:moveTo>
                  <a:cubicBezTo>
                    <a:pt x="109" y="0"/>
                    <a:pt x="0" y="116"/>
                    <a:pt x="0" y="252"/>
                  </a:cubicBezTo>
                  <a:cubicBezTo>
                    <a:pt x="0" y="387"/>
                    <a:pt x="109" y="503"/>
                    <a:pt x="251" y="503"/>
                  </a:cubicBezTo>
                  <a:cubicBezTo>
                    <a:pt x="387" y="503"/>
                    <a:pt x="496" y="387"/>
                    <a:pt x="496" y="252"/>
                  </a:cubicBezTo>
                  <a:cubicBezTo>
                    <a:pt x="496"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2"/>
            <p:cNvSpPr/>
            <p:nvPr/>
          </p:nvSpPr>
          <p:spPr>
            <a:xfrm>
              <a:off x="1319275" y="3218225"/>
              <a:ext cx="12550" cy="12575"/>
            </a:xfrm>
            <a:custGeom>
              <a:avLst/>
              <a:gdLst/>
              <a:ahLst/>
              <a:cxnLst/>
              <a:rect l="l" t="t" r="r" b="b"/>
              <a:pathLst>
                <a:path w="502" h="503" extrusionOk="0">
                  <a:moveTo>
                    <a:pt x="252" y="0"/>
                  </a:moveTo>
                  <a:cubicBezTo>
                    <a:pt x="114" y="0"/>
                    <a:pt x="1" y="116"/>
                    <a:pt x="1" y="252"/>
                  </a:cubicBezTo>
                  <a:cubicBezTo>
                    <a:pt x="1" y="387"/>
                    <a:pt x="114" y="503"/>
                    <a:pt x="252" y="503"/>
                  </a:cubicBezTo>
                  <a:cubicBezTo>
                    <a:pt x="388" y="503"/>
                    <a:pt x="501" y="387"/>
                    <a:pt x="501" y="252"/>
                  </a:cubicBezTo>
                  <a:cubicBezTo>
                    <a:pt x="501"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2"/>
            <p:cNvSpPr/>
            <p:nvPr/>
          </p:nvSpPr>
          <p:spPr>
            <a:xfrm>
              <a:off x="1411200" y="3218225"/>
              <a:ext cx="12425" cy="12575"/>
            </a:xfrm>
            <a:custGeom>
              <a:avLst/>
              <a:gdLst/>
              <a:ahLst/>
              <a:cxnLst/>
              <a:rect l="l" t="t" r="r" b="b"/>
              <a:pathLst>
                <a:path w="497" h="503" extrusionOk="0">
                  <a:moveTo>
                    <a:pt x="245" y="0"/>
                  </a:moveTo>
                  <a:cubicBezTo>
                    <a:pt x="109" y="0"/>
                    <a:pt x="1" y="116"/>
                    <a:pt x="1" y="252"/>
                  </a:cubicBezTo>
                  <a:cubicBezTo>
                    <a:pt x="1" y="387"/>
                    <a:pt x="109" y="503"/>
                    <a:pt x="245" y="503"/>
                  </a:cubicBezTo>
                  <a:cubicBezTo>
                    <a:pt x="388" y="503"/>
                    <a:pt x="496" y="387"/>
                    <a:pt x="496" y="252"/>
                  </a:cubicBezTo>
                  <a:cubicBezTo>
                    <a:pt x="496" y="116"/>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2"/>
            <p:cNvSpPr/>
            <p:nvPr/>
          </p:nvSpPr>
          <p:spPr>
            <a:xfrm>
              <a:off x="1503000" y="3218225"/>
              <a:ext cx="12525" cy="12575"/>
            </a:xfrm>
            <a:custGeom>
              <a:avLst/>
              <a:gdLst/>
              <a:ahLst/>
              <a:cxnLst/>
              <a:rect l="l" t="t" r="r" b="b"/>
              <a:pathLst>
                <a:path w="501" h="503" extrusionOk="0">
                  <a:moveTo>
                    <a:pt x="250" y="0"/>
                  </a:moveTo>
                  <a:cubicBezTo>
                    <a:pt x="114" y="0"/>
                    <a:pt x="0" y="116"/>
                    <a:pt x="0" y="252"/>
                  </a:cubicBezTo>
                  <a:cubicBezTo>
                    <a:pt x="0" y="387"/>
                    <a:pt x="114" y="503"/>
                    <a:pt x="250" y="503"/>
                  </a:cubicBezTo>
                  <a:cubicBezTo>
                    <a:pt x="387" y="503"/>
                    <a:pt x="501" y="387"/>
                    <a:pt x="501" y="252"/>
                  </a:cubicBezTo>
                  <a:cubicBezTo>
                    <a:pt x="501" y="116"/>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2"/>
            <p:cNvSpPr/>
            <p:nvPr/>
          </p:nvSpPr>
          <p:spPr>
            <a:xfrm>
              <a:off x="1594750" y="3218225"/>
              <a:ext cx="12575" cy="12575"/>
            </a:xfrm>
            <a:custGeom>
              <a:avLst/>
              <a:gdLst/>
              <a:ahLst/>
              <a:cxnLst/>
              <a:rect l="l" t="t" r="r" b="b"/>
              <a:pathLst>
                <a:path w="503" h="503" extrusionOk="0">
                  <a:moveTo>
                    <a:pt x="251" y="0"/>
                  </a:moveTo>
                  <a:cubicBezTo>
                    <a:pt x="115" y="0"/>
                    <a:pt x="0" y="116"/>
                    <a:pt x="0" y="252"/>
                  </a:cubicBezTo>
                  <a:cubicBezTo>
                    <a:pt x="0" y="387"/>
                    <a:pt x="115" y="503"/>
                    <a:pt x="251" y="503"/>
                  </a:cubicBezTo>
                  <a:cubicBezTo>
                    <a:pt x="394" y="503"/>
                    <a:pt x="503" y="387"/>
                    <a:pt x="503" y="252"/>
                  </a:cubicBezTo>
                  <a:cubicBezTo>
                    <a:pt x="503" y="116"/>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2"/>
            <p:cNvSpPr/>
            <p:nvPr/>
          </p:nvSpPr>
          <p:spPr>
            <a:xfrm>
              <a:off x="1686650" y="32182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2"/>
            <p:cNvSpPr/>
            <p:nvPr/>
          </p:nvSpPr>
          <p:spPr>
            <a:xfrm>
              <a:off x="1778450" y="3218225"/>
              <a:ext cx="12550" cy="12575"/>
            </a:xfrm>
            <a:custGeom>
              <a:avLst/>
              <a:gdLst/>
              <a:ahLst/>
              <a:cxnLst/>
              <a:rect l="l" t="t" r="r" b="b"/>
              <a:pathLst>
                <a:path w="502" h="503" extrusionOk="0">
                  <a:moveTo>
                    <a:pt x="252" y="0"/>
                  </a:moveTo>
                  <a:cubicBezTo>
                    <a:pt x="114" y="0"/>
                    <a:pt x="1" y="116"/>
                    <a:pt x="1" y="252"/>
                  </a:cubicBezTo>
                  <a:cubicBezTo>
                    <a:pt x="1" y="387"/>
                    <a:pt x="114" y="503"/>
                    <a:pt x="252" y="503"/>
                  </a:cubicBezTo>
                  <a:cubicBezTo>
                    <a:pt x="388" y="503"/>
                    <a:pt x="501" y="387"/>
                    <a:pt x="501" y="252"/>
                  </a:cubicBezTo>
                  <a:cubicBezTo>
                    <a:pt x="501"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2"/>
            <p:cNvSpPr/>
            <p:nvPr/>
          </p:nvSpPr>
          <p:spPr>
            <a:xfrm>
              <a:off x="1870375" y="3218225"/>
              <a:ext cx="12400" cy="12575"/>
            </a:xfrm>
            <a:custGeom>
              <a:avLst/>
              <a:gdLst/>
              <a:ahLst/>
              <a:cxnLst/>
              <a:rect l="l" t="t" r="r" b="b"/>
              <a:pathLst>
                <a:path w="496" h="503" extrusionOk="0">
                  <a:moveTo>
                    <a:pt x="252" y="0"/>
                  </a:moveTo>
                  <a:cubicBezTo>
                    <a:pt x="109" y="0"/>
                    <a:pt x="0" y="116"/>
                    <a:pt x="0" y="252"/>
                  </a:cubicBezTo>
                  <a:cubicBezTo>
                    <a:pt x="0" y="387"/>
                    <a:pt x="109" y="503"/>
                    <a:pt x="252" y="503"/>
                  </a:cubicBezTo>
                  <a:cubicBezTo>
                    <a:pt x="387" y="503"/>
                    <a:pt x="496" y="387"/>
                    <a:pt x="496" y="252"/>
                  </a:cubicBezTo>
                  <a:cubicBezTo>
                    <a:pt x="496"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2"/>
            <p:cNvSpPr/>
            <p:nvPr/>
          </p:nvSpPr>
          <p:spPr>
            <a:xfrm>
              <a:off x="1962150" y="3218225"/>
              <a:ext cx="12550" cy="12575"/>
            </a:xfrm>
            <a:custGeom>
              <a:avLst/>
              <a:gdLst/>
              <a:ahLst/>
              <a:cxnLst/>
              <a:rect l="l" t="t" r="r" b="b"/>
              <a:pathLst>
                <a:path w="502" h="503" extrusionOk="0">
                  <a:moveTo>
                    <a:pt x="250" y="0"/>
                  </a:moveTo>
                  <a:cubicBezTo>
                    <a:pt x="114" y="0"/>
                    <a:pt x="1" y="116"/>
                    <a:pt x="1" y="252"/>
                  </a:cubicBezTo>
                  <a:cubicBezTo>
                    <a:pt x="1" y="387"/>
                    <a:pt x="114" y="503"/>
                    <a:pt x="250" y="503"/>
                  </a:cubicBezTo>
                  <a:cubicBezTo>
                    <a:pt x="388" y="503"/>
                    <a:pt x="502" y="387"/>
                    <a:pt x="502" y="252"/>
                  </a:cubicBezTo>
                  <a:cubicBezTo>
                    <a:pt x="502"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2"/>
            <p:cNvSpPr/>
            <p:nvPr/>
          </p:nvSpPr>
          <p:spPr>
            <a:xfrm>
              <a:off x="2054075" y="3218225"/>
              <a:ext cx="12425" cy="12575"/>
            </a:xfrm>
            <a:custGeom>
              <a:avLst/>
              <a:gdLst/>
              <a:ahLst/>
              <a:cxnLst/>
              <a:rect l="l" t="t" r="r" b="b"/>
              <a:pathLst>
                <a:path w="497" h="503" extrusionOk="0">
                  <a:moveTo>
                    <a:pt x="252" y="0"/>
                  </a:moveTo>
                  <a:cubicBezTo>
                    <a:pt x="109" y="0"/>
                    <a:pt x="1" y="116"/>
                    <a:pt x="1" y="252"/>
                  </a:cubicBezTo>
                  <a:cubicBezTo>
                    <a:pt x="1" y="387"/>
                    <a:pt x="109" y="503"/>
                    <a:pt x="252" y="503"/>
                  </a:cubicBezTo>
                  <a:cubicBezTo>
                    <a:pt x="388" y="503"/>
                    <a:pt x="496" y="387"/>
                    <a:pt x="496" y="252"/>
                  </a:cubicBezTo>
                  <a:cubicBezTo>
                    <a:pt x="496"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2"/>
            <p:cNvSpPr/>
            <p:nvPr/>
          </p:nvSpPr>
          <p:spPr>
            <a:xfrm>
              <a:off x="2145825" y="32182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2"/>
            <p:cNvSpPr/>
            <p:nvPr/>
          </p:nvSpPr>
          <p:spPr>
            <a:xfrm>
              <a:off x="2237800" y="3218225"/>
              <a:ext cx="12350" cy="12575"/>
            </a:xfrm>
            <a:custGeom>
              <a:avLst/>
              <a:gdLst/>
              <a:ahLst/>
              <a:cxnLst/>
              <a:rect l="l" t="t" r="r" b="b"/>
              <a:pathLst>
                <a:path w="494" h="503" extrusionOk="0">
                  <a:moveTo>
                    <a:pt x="244" y="0"/>
                  </a:moveTo>
                  <a:cubicBezTo>
                    <a:pt x="107" y="0"/>
                    <a:pt x="0" y="116"/>
                    <a:pt x="0" y="252"/>
                  </a:cubicBezTo>
                  <a:cubicBezTo>
                    <a:pt x="0" y="387"/>
                    <a:pt x="107" y="503"/>
                    <a:pt x="244" y="503"/>
                  </a:cubicBezTo>
                  <a:cubicBezTo>
                    <a:pt x="387" y="503"/>
                    <a:pt x="494" y="387"/>
                    <a:pt x="494" y="252"/>
                  </a:cubicBezTo>
                  <a:cubicBezTo>
                    <a:pt x="494" y="116"/>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2"/>
            <p:cNvSpPr/>
            <p:nvPr/>
          </p:nvSpPr>
          <p:spPr>
            <a:xfrm>
              <a:off x="2329550" y="3218225"/>
              <a:ext cx="12575" cy="12575"/>
            </a:xfrm>
            <a:custGeom>
              <a:avLst/>
              <a:gdLst/>
              <a:ahLst/>
              <a:cxnLst/>
              <a:rect l="l" t="t" r="r" b="b"/>
              <a:pathLst>
                <a:path w="503" h="503" extrusionOk="0">
                  <a:moveTo>
                    <a:pt x="251" y="0"/>
                  </a:moveTo>
                  <a:cubicBezTo>
                    <a:pt x="115" y="0"/>
                    <a:pt x="0" y="116"/>
                    <a:pt x="0" y="252"/>
                  </a:cubicBezTo>
                  <a:cubicBezTo>
                    <a:pt x="0" y="387"/>
                    <a:pt x="115" y="503"/>
                    <a:pt x="251" y="503"/>
                  </a:cubicBezTo>
                  <a:cubicBezTo>
                    <a:pt x="387" y="503"/>
                    <a:pt x="502" y="387"/>
                    <a:pt x="502" y="252"/>
                  </a:cubicBezTo>
                  <a:cubicBezTo>
                    <a:pt x="502"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2"/>
            <p:cNvSpPr/>
            <p:nvPr/>
          </p:nvSpPr>
          <p:spPr>
            <a:xfrm>
              <a:off x="2421325" y="3218225"/>
              <a:ext cx="12550" cy="12575"/>
            </a:xfrm>
            <a:custGeom>
              <a:avLst/>
              <a:gdLst/>
              <a:ahLst/>
              <a:cxnLst/>
              <a:rect l="l" t="t" r="r" b="b"/>
              <a:pathLst>
                <a:path w="502" h="503" extrusionOk="0">
                  <a:moveTo>
                    <a:pt x="250" y="0"/>
                  </a:moveTo>
                  <a:cubicBezTo>
                    <a:pt x="114" y="0"/>
                    <a:pt x="1" y="116"/>
                    <a:pt x="1" y="252"/>
                  </a:cubicBezTo>
                  <a:cubicBezTo>
                    <a:pt x="1" y="387"/>
                    <a:pt x="114" y="503"/>
                    <a:pt x="250" y="503"/>
                  </a:cubicBezTo>
                  <a:cubicBezTo>
                    <a:pt x="395" y="503"/>
                    <a:pt x="501" y="387"/>
                    <a:pt x="501" y="252"/>
                  </a:cubicBezTo>
                  <a:cubicBezTo>
                    <a:pt x="501" y="116"/>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2"/>
            <p:cNvSpPr/>
            <p:nvPr/>
          </p:nvSpPr>
          <p:spPr>
            <a:xfrm>
              <a:off x="2513250" y="3218225"/>
              <a:ext cx="12575" cy="12575"/>
            </a:xfrm>
            <a:custGeom>
              <a:avLst/>
              <a:gdLst/>
              <a:ahLst/>
              <a:cxnLst/>
              <a:rect l="l" t="t" r="r" b="b"/>
              <a:pathLst>
                <a:path w="503" h="503" extrusionOk="0">
                  <a:moveTo>
                    <a:pt x="252" y="0"/>
                  </a:moveTo>
                  <a:cubicBezTo>
                    <a:pt x="109" y="0"/>
                    <a:pt x="0" y="116"/>
                    <a:pt x="0" y="252"/>
                  </a:cubicBezTo>
                  <a:cubicBezTo>
                    <a:pt x="0" y="387"/>
                    <a:pt x="109"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2"/>
            <p:cNvSpPr/>
            <p:nvPr/>
          </p:nvSpPr>
          <p:spPr>
            <a:xfrm>
              <a:off x="2605000" y="3218225"/>
              <a:ext cx="12575" cy="12575"/>
            </a:xfrm>
            <a:custGeom>
              <a:avLst/>
              <a:gdLst/>
              <a:ahLst/>
              <a:cxnLst/>
              <a:rect l="l" t="t" r="r" b="b"/>
              <a:pathLst>
                <a:path w="503" h="503" extrusionOk="0">
                  <a:moveTo>
                    <a:pt x="252" y="0"/>
                  </a:moveTo>
                  <a:cubicBezTo>
                    <a:pt x="116" y="0"/>
                    <a:pt x="0" y="116"/>
                    <a:pt x="0" y="252"/>
                  </a:cubicBezTo>
                  <a:cubicBezTo>
                    <a:pt x="0" y="387"/>
                    <a:pt x="116" y="503"/>
                    <a:pt x="252" y="503"/>
                  </a:cubicBezTo>
                  <a:cubicBezTo>
                    <a:pt x="387" y="503"/>
                    <a:pt x="503" y="387"/>
                    <a:pt x="503" y="252"/>
                  </a:cubicBezTo>
                  <a:cubicBezTo>
                    <a:pt x="503"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2"/>
            <p:cNvSpPr/>
            <p:nvPr/>
          </p:nvSpPr>
          <p:spPr>
            <a:xfrm>
              <a:off x="2696950" y="3218225"/>
              <a:ext cx="12375" cy="12575"/>
            </a:xfrm>
            <a:custGeom>
              <a:avLst/>
              <a:gdLst/>
              <a:ahLst/>
              <a:cxnLst/>
              <a:rect l="l" t="t" r="r" b="b"/>
              <a:pathLst>
                <a:path w="495" h="503" extrusionOk="0">
                  <a:moveTo>
                    <a:pt x="252" y="0"/>
                  </a:moveTo>
                  <a:cubicBezTo>
                    <a:pt x="108" y="0"/>
                    <a:pt x="1" y="116"/>
                    <a:pt x="1" y="252"/>
                  </a:cubicBezTo>
                  <a:cubicBezTo>
                    <a:pt x="1" y="387"/>
                    <a:pt x="108" y="503"/>
                    <a:pt x="252" y="503"/>
                  </a:cubicBezTo>
                  <a:cubicBezTo>
                    <a:pt x="388" y="503"/>
                    <a:pt x="495" y="387"/>
                    <a:pt x="495" y="252"/>
                  </a:cubicBezTo>
                  <a:cubicBezTo>
                    <a:pt x="495"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2"/>
            <p:cNvSpPr/>
            <p:nvPr/>
          </p:nvSpPr>
          <p:spPr>
            <a:xfrm>
              <a:off x="2788700" y="32182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2"/>
            <p:cNvSpPr/>
            <p:nvPr/>
          </p:nvSpPr>
          <p:spPr>
            <a:xfrm>
              <a:off x="2880675" y="3218225"/>
              <a:ext cx="12375" cy="12575"/>
            </a:xfrm>
            <a:custGeom>
              <a:avLst/>
              <a:gdLst/>
              <a:ahLst/>
              <a:cxnLst/>
              <a:rect l="l" t="t" r="r" b="b"/>
              <a:pathLst>
                <a:path w="495" h="503" extrusionOk="0">
                  <a:moveTo>
                    <a:pt x="243" y="0"/>
                  </a:moveTo>
                  <a:cubicBezTo>
                    <a:pt x="107" y="0"/>
                    <a:pt x="0" y="116"/>
                    <a:pt x="0" y="252"/>
                  </a:cubicBezTo>
                  <a:cubicBezTo>
                    <a:pt x="0" y="387"/>
                    <a:pt x="107" y="503"/>
                    <a:pt x="243" y="503"/>
                  </a:cubicBezTo>
                  <a:cubicBezTo>
                    <a:pt x="387" y="503"/>
                    <a:pt x="494" y="387"/>
                    <a:pt x="494" y="252"/>
                  </a:cubicBezTo>
                  <a:cubicBezTo>
                    <a:pt x="494" y="116"/>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2"/>
            <p:cNvSpPr/>
            <p:nvPr/>
          </p:nvSpPr>
          <p:spPr>
            <a:xfrm>
              <a:off x="2972425" y="3218225"/>
              <a:ext cx="12575" cy="12575"/>
            </a:xfrm>
            <a:custGeom>
              <a:avLst/>
              <a:gdLst/>
              <a:ahLst/>
              <a:cxnLst/>
              <a:rect l="l" t="t" r="r" b="b"/>
              <a:pathLst>
                <a:path w="503" h="503" extrusionOk="0">
                  <a:moveTo>
                    <a:pt x="251" y="0"/>
                  </a:moveTo>
                  <a:cubicBezTo>
                    <a:pt x="115" y="0"/>
                    <a:pt x="0" y="116"/>
                    <a:pt x="0" y="252"/>
                  </a:cubicBezTo>
                  <a:cubicBezTo>
                    <a:pt x="0" y="387"/>
                    <a:pt x="115" y="503"/>
                    <a:pt x="251" y="503"/>
                  </a:cubicBezTo>
                  <a:cubicBezTo>
                    <a:pt x="387" y="503"/>
                    <a:pt x="503" y="387"/>
                    <a:pt x="503" y="252"/>
                  </a:cubicBezTo>
                  <a:cubicBezTo>
                    <a:pt x="503"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2"/>
            <p:cNvSpPr/>
            <p:nvPr/>
          </p:nvSpPr>
          <p:spPr>
            <a:xfrm>
              <a:off x="3064375" y="3218225"/>
              <a:ext cx="12375" cy="12575"/>
            </a:xfrm>
            <a:custGeom>
              <a:avLst/>
              <a:gdLst/>
              <a:ahLst/>
              <a:cxnLst/>
              <a:rect l="l" t="t" r="r" b="b"/>
              <a:pathLst>
                <a:path w="495" h="503" extrusionOk="0">
                  <a:moveTo>
                    <a:pt x="243" y="0"/>
                  </a:moveTo>
                  <a:cubicBezTo>
                    <a:pt x="107" y="0"/>
                    <a:pt x="1" y="116"/>
                    <a:pt x="1" y="252"/>
                  </a:cubicBezTo>
                  <a:cubicBezTo>
                    <a:pt x="1" y="387"/>
                    <a:pt x="107" y="503"/>
                    <a:pt x="243" y="503"/>
                  </a:cubicBezTo>
                  <a:cubicBezTo>
                    <a:pt x="388" y="503"/>
                    <a:pt x="495" y="387"/>
                    <a:pt x="495" y="252"/>
                  </a:cubicBezTo>
                  <a:cubicBezTo>
                    <a:pt x="495" y="116"/>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2"/>
            <p:cNvSpPr/>
            <p:nvPr/>
          </p:nvSpPr>
          <p:spPr>
            <a:xfrm>
              <a:off x="3156125" y="32182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2"/>
            <p:cNvSpPr/>
            <p:nvPr/>
          </p:nvSpPr>
          <p:spPr>
            <a:xfrm>
              <a:off x="3247875" y="3218225"/>
              <a:ext cx="12575" cy="12575"/>
            </a:xfrm>
            <a:custGeom>
              <a:avLst/>
              <a:gdLst/>
              <a:ahLst/>
              <a:cxnLst/>
              <a:rect l="l" t="t" r="r" b="b"/>
              <a:pathLst>
                <a:path w="503"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2"/>
            <p:cNvSpPr/>
            <p:nvPr/>
          </p:nvSpPr>
          <p:spPr>
            <a:xfrm>
              <a:off x="3339850" y="3218225"/>
              <a:ext cx="12525" cy="12575"/>
            </a:xfrm>
            <a:custGeom>
              <a:avLst/>
              <a:gdLst/>
              <a:ahLst/>
              <a:cxnLst/>
              <a:rect l="l" t="t" r="r" b="b"/>
              <a:pathLst>
                <a:path w="501" h="503" extrusionOk="0">
                  <a:moveTo>
                    <a:pt x="251" y="0"/>
                  </a:moveTo>
                  <a:cubicBezTo>
                    <a:pt x="107" y="0"/>
                    <a:pt x="0" y="116"/>
                    <a:pt x="0" y="252"/>
                  </a:cubicBezTo>
                  <a:cubicBezTo>
                    <a:pt x="0" y="387"/>
                    <a:pt x="107" y="503"/>
                    <a:pt x="251" y="503"/>
                  </a:cubicBezTo>
                  <a:cubicBezTo>
                    <a:pt x="387" y="503"/>
                    <a:pt x="501" y="387"/>
                    <a:pt x="501" y="252"/>
                  </a:cubicBezTo>
                  <a:cubicBezTo>
                    <a:pt x="501"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2"/>
            <p:cNvSpPr/>
            <p:nvPr/>
          </p:nvSpPr>
          <p:spPr>
            <a:xfrm>
              <a:off x="3431575" y="32182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2"/>
            <p:cNvSpPr/>
            <p:nvPr/>
          </p:nvSpPr>
          <p:spPr>
            <a:xfrm>
              <a:off x="3523550" y="3218225"/>
              <a:ext cx="12375" cy="12575"/>
            </a:xfrm>
            <a:custGeom>
              <a:avLst/>
              <a:gdLst/>
              <a:ahLst/>
              <a:cxnLst/>
              <a:rect l="l" t="t" r="r" b="b"/>
              <a:pathLst>
                <a:path w="495" h="503" extrusionOk="0">
                  <a:moveTo>
                    <a:pt x="250" y="0"/>
                  </a:moveTo>
                  <a:cubicBezTo>
                    <a:pt x="107" y="0"/>
                    <a:pt x="0" y="116"/>
                    <a:pt x="0" y="252"/>
                  </a:cubicBezTo>
                  <a:cubicBezTo>
                    <a:pt x="0" y="387"/>
                    <a:pt x="107" y="503"/>
                    <a:pt x="250" y="503"/>
                  </a:cubicBezTo>
                  <a:cubicBezTo>
                    <a:pt x="388" y="503"/>
                    <a:pt x="494" y="387"/>
                    <a:pt x="494" y="252"/>
                  </a:cubicBezTo>
                  <a:cubicBezTo>
                    <a:pt x="494"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2"/>
            <p:cNvSpPr/>
            <p:nvPr/>
          </p:nvSpPr>
          <p:spPr>
            <a:xfrm>
              <a:off x="676400" y="3310175"/>
              <a:ext cx="12600" cy="12375"/>
            </a:xfrm>
            <a:custGeom>
              <a:avLst/>
              <a:gdLst/>
              <a:ahLst/>
              <a:cxnLst/>
              <a:rect l="l" t="t" r="r" b="b"/>
              <a:pathLst>
                <a:path w="504" h="495" extrusionOk="0">
                  <a:moveTo>
                    <a:pt x="252" y="1"/>
                  </a:moveTo>
                  <a:cubicBezTo>
                    <a:pt x="116" y="1"/>
                    <a:pt x="1" y="108"/>
                    <a:pt x="1" y="252"/>
                  </a:cubicBezTo>
                  <a:cubicBezTo>
                    <a:pt x="1" y="388"/>
                    <a:pt x="116" y="495"/>
                    <a:pt x="252" y="495"/>
                  </a:cubicBezTo>
                  <a:cubicBezTo>
                    <a:pt x="388" y="495"/>
                    <a:pt x="503" y="388"/>
                    <a:pt x="503" y="252"/>
                  </a:cubicBezTo>
                  <a:cubicBezTo>
                    <a:pt x="503"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2"/>
            <p:cNvSpPr/>
            <p:nvPr/>
          </p:nvSpPr>
          <p:spPr>
            <a:xfrm>
              <a:off x="768325" y="3310175"/>
              <a:ext cx="12400" cy="12375"/>
            </a:xfrm>
            <a:custGeom>
              <a:avLst/>
              <a:gdLst/>
              <a:ahLst/>
              <a:cxnLst/>
              <a:rect l="l" t="t" r="r" b="b"/>
              <a:pathLst>
                <a:path w="496" h="495" extrusionOk="0">
                  <a:moveTo>
                    <a:pt x="245" y="1"/>
                  </a:moveTo>
                  <a:cubicBezTo>
                    <a:pt x="109" y="1"/>
                    <a:pt x="0" y="108"/>
                    <a:pt x="0" y="252"/>
                  </a:cubicBezTo>
                  <a:cubicBezTo>
                    <a:pt x="0" y="388"/>
                    <a:pt x="109" y="495"/>
                    <a:pt x="245" y="495"/>
                  </a:cubicBezTo>
                  <a:cubicBezTo>
                    <a:pt x="388" y="495"/>
                    <a:pt x="496" y="388"/>
                    <a:pt x="496" y="252"/>
                  </a:cubicBezTo>
                  <a:cubicBezTo>
                    <a:pt x="496" y="108"/>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2"/>
            <p:cNvSpPr/>
            <p:nvPr/>
          </p:nvSpPr>
          <p:spPr>
            <a:xfrm>
              <a:off x="860125" y="3310175"/>
              <a:ext cx="12525" cy="12375"/>
            </a:xfrm>
            <a:custGeom>
              <a:avLst/>
              <a:gdLst/>
              <a:ahLst/>
              <a:cxnLst/>
              <a:rect l="l" t="t" r="r" b="b"/>
              <a:pathLst>
                <a:path w="501" h="495" extrusionOk="0">
                  <a:moveTo>
                    <a:pt x="251" y="1"/>
                  </a:moveTo>
                  <a:cubicBezTo>
                    <a:pt x="114" y="1"/>
                    <a:pt x="0" y="108"/>
                    <a:pt x="0" y="252"/>
                  </a:cubicBezTo>
                  <a:cubicBezTo>
                    <a:pt x="0" y="388"/>
                    <a:pt x="114" y="495"/>
                    <a:pt x="251" y="495"/>
                  </a:cubicBezTo>
                  <a:cubicBezTo>
                    <a:pt x="387" y="495"/>
                    <a:pt x="501" y="388"/>
                    <a:pt x="501" y="252"/>
                  </a:cubicBezTo>
                  <a:cubicBezTo>
                    <a:pt x="501" y="108"/>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2"/>
            <p:cNvSpPr/>
            <p:nvPr/>
          </p:nvSpPr>
          <p:spPr>
            <a:xfrm>
              <a:off x="951850" y="3310175"/>
              <a:ext cx="12600" cy="12375"/>
            </a:xfrm>
            <a:custGeom>
              <a:avLst/>
              <a:gdLst/>
              <a:ahLst/>
              <a:cxnLst/>
              <a:rect l="l" t="t" r="r" b="b"/>
              <a:pathLst>
                <a:path w="504" h="495" extrusionOk="0">
                  <a:moveTo>
                    <a:pt x="252" y="1"/>
                  </a:moveTo>
                  <a:cubicBezTo>
                    <a:pt x="116" y="1"/>
                    <a:pt x="1" y="108"/>
                    <a:pt x="1" y="252"/>
                  </a:cubicBezTo>
                  <a:cubicBezTo>
                    <a:pt x="1" y="388"/>
                    <a:pt x="116" y="495"/>
                    <a:pt x="252" y="495"/>
                  </a:cubicBezTo>
                  <a:cubicBezTo>
                    <a:pt x="388" y="495"/>
                    <a:pt x="503" y="388"/>
                    <a:pt x="503" y="252"/>
                  </a:cubicBezTo>
                  <a:cubicBezTo>
                    <a:pt x="503"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2"/>
            <p:cNvSpPr/>
            <p:nvPr/>
          </p:nvSpPr>
          <p:spPr>
            <a:xfrm>
              <a:off x="1043825" y="3310175"/>
              <a:ext cx="12375" cy="12375"/>
            </a:xfrm>
            <a:custGeom>
              <a:avLst/>
              <a:gdLst/>
              <a:ahLst/>
              <a:cxnLst/>
              <a:rect l="l" t="t" r="r" b="b"/>
              <a:pathLst>
                <a:path w="495" h="495" extrusionOk="0">
                  <a:moveTo>
                    <a:pt x="250" y="1"/>
                  </a:moveTo>
                  <a:cubicBezTo>
                    <a:pt x="107" y="1"/>
                    <a:pt x="0" y="108"/>
                    <a:pt x="0" y="252"/>
                  </a:cubicBezTo>
                  <a:cubicBezTo>
                    <a:pt x="0" y="388"/>
                    <a:pt x="107" y="495"/>
                    <a:pt x="250" y="495"/>
                  </a:cubicBezTo>
                  <a:cubicBezTo>
                    <a:pt x="388" y="495"/>
                    <a:pt x="494" y="388"/>
                    <a:pt x="494" y="252"/>
                  </a:cubicBezTo>
                  <a:cubicBezTo>
                    <a:pt x="494" y="108"/>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2"/>
            <p:cNvSpPr/>
            <p:nvPr/>
          </p:nvSpPr>
          <p:spPr>
            <a:xfrm>
              <a:off x="1135575" y="3310175"/>
              <a:ext cx="12575" cy="12375"/>
            </a:xfrm>
            <a:custGeom>
              <a:avLst/>
              <a:gdLst/>
              <a:ahLst/>
              <a:cxnLst/>
              <a:rect l="l" t="t" r="r" b="b"/>
              <a:pathLst>
                <a:path w="503" h="495" extrusionOk="0">
                  <a:moveTo>
                    <a:pt x="252" y="1"/>
                  </a:moveTo>
                  <a:cubicBezTo>
                    <a:pt x="116" y="1"/>
                    <a:pt x="0" y="108"/>
                    <a:pt x="0" y="252"/>
                  </a:cubicBezTo>
                  <a:cubicBezTo>
                    <a:pt x="0" y="388"/>
                    <a:pt x="116" y="495"/>
                    <a:pt x="252" y="495"/>
                  </a:cubicBezTo>
                  <a:cubicBezTo>
                    <a:pt x="387" y="495"/>
                    <a:pt x="503" y="388"/>
                    <a:pt x="503" y="252"/>
                  </a:cubicBezTo>
                  <a:cubicBezTo>
                    <a:pt x="503" y="108"/>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2"/>
            <p:cNvSpPr/>
            <p:nvPr/>
          </p:nvSpPr>
          <p:spPr>
            <a:xfrm>
              <a:off x="1227500" y="3310175"/>
              <a:ext cx="12400" cy="12375"/>
            </a:xfrm>
            <a:custGeom>
              <a:avLst/>
              <a:gdLst/>
              <a:ahLst/>
              <a:cxnLst/>
              <a:rect l="l" t="t" r="r" b="b"/>
              <a:pathLst>
                <a:path w="496" h="495" extrusionOk="0">
                  <a:moveTo>
                    <a:pt x="251" y="1"/>
                  </a:moveTo>
                  <a:cubicBezTo>
                    <a:pt x="109" y="1"/>
                    <a:pt x="0" y="108"/>
                    <a:pt x="0" y="252"/>
                  </a:cubicBezTo>
                  <a:cubicBezTo>
                    <a:pt x="0" y="388"/>
                    <a:pt x="109" y="495"/>
                    <a:pt x="251" y="495"/>
                  </a:cubicBezTo>
                  <a:cubicBezTo>
                    <a:pt x="387" y="495"/>
                    <a:pt x="496" y="388"/>
                    <a:pt x="496" y="252"/>
                  </a:cubicBezTo>
                  <a:cubicBezTo>
                    <a:pt x="496" y="108"/>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2"/>
            <p:cNvSpPr/>
            <p:nvPr/>
          </p:nvSpPr>
          <p:spPr>
            <a:xfrm>
              <a:off x="1319275" y="3310175"/>
              <a:ext cx="12550" cy="12375"/>
            </a:xfrm>
            <a:custGeom>
              <a:avLst/>
              <a:gdLst/>
              <a:ahLst/>
              <a:cxnLst/>
              <a:rect l="l" t="t" r="r" b="b"/>
              <a:pathLst>
                <a:path w="502" h="495" extrusionOk="0">
                  <a:moveTo>
                    <a:pt x="252" y="1"/>
                  </a:moveTo>
                  <a:cubicBezTo>
                    <a:pt x="114" y="1"/>
                    <a:pt x="1" y="108"/>
                    <a:pt x="1" y="252"/>
                  </a:cubicBezTo>
                  <a:cubicBezTo>
                    <a:pt x="1" y="388"/>
                    <a:pt x="114" y="495"/>
                    <a:pt x="252" y="495"/>
                  </a:cubicBezTo>
                  <a:cubicBezTo>
                    <a:pt x="388" y="495"/>
                    <a:pt x="501" y="388"/>
                    <a:pt x="501" y="252"/>
                  </a:cubicBezTo>
                  <a:cubicBezTo>
                    <a:pt x="501"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2"/>
            <p:cNvSpPr/>
            <p:nvPr/>
          </p:nvSpPr>
          <p:spPr>
            <a:xfrm>
              <a:off x="1411200" y="3310175"/>
              <a:ext cx="12425" cy="12375"/>
            </a:xfrm>
            <a:custGeom>
              <a:avLst/>
              <a:gdLst/>
              <a:ahLst/>
              <a:cxnLst/>
              <a:rect l="l" t="t" r="r" b="b"/>
              <a:pathLst>
                <a:path w="497" h="495" extrusionOk="0">
                  <a:moveTo>
                    <a:pt x="245" y="1"/>
                  </a:moveTo>
                  <a:cubicBezTo>
                    <a:pt x="109" y="1"/>
                    <a:pt x="1" y="108"/>
                    <a:pt x="1" y="252"/>
                  </a:cubicBezTo>
                  <a:cubicBezTo>
                    <a:pt x="1" y="388"/>
                    <a:pt x="109" y="495"/>
                    <a:pt x="245" y="495"/>
                  </a:cubicBezTo>
                  <a:cubicBezTo>
                    <a:pt x="388" y="495"/>
                    <a:pt x="496" y="388"/>
                    <a:pt x="496" y="252"/>
                  </a:cubicBezTo>
                  <a:cubicBezTo>
                    <a:pt x="496" y="108"/>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2"/>
            <p:cNvSpPr/>
            <p:nvPr/>
          </p:nvSpPr>
          <p:spPr>
            <a:xfrm>
              <a:off x="1503000" y="3310175"/>
              <a:ext cx="12525" cy="12375"/>
            </a:xfrm>
            <a:custGeom>
              <a:avLst/>
              <a:gdLst/>
              <a:ahLst/>
              <a:cxnLst/>
              <a:rect l="l" t="t" r="r" b="b"/>
              <a:pathLst>
                <a:path w="501" h="495" extrusionOk="0">
                  <a:moveTo>
                    <a:pt x="250" y="1"/>
                  </a:moveTo>
                  <a:cubicBezTo>
                    <a:pt x="114" y="1"/>
                    <a:pt x="0" y="108"/>
                    <a:pt x="0" y="252"/>
                  </a:cubicBezTo>
                  <a:cubicBezTo>
                    <a:pt x="0" y="388"/>
                    <a:pt x="114" y="495"/>
                    <a:pt x="250" y="495"/>
                  </a:cubicBezTo>
                  <a:cubicBezTo>
                    <a:pt x="387" y="495"/>
                    <a:pt x="501" y="388"/>
                    <a:pt x="501" y="252"/>
                  </a:cubicBezTo>
                  <a:cubicBezTo>
                    <a:pt x="501" y="108"/>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2"/>
            <p:cNvSpPr/>
            <p:nvPr/>
          </p:nvSpPr>
          <p:spPr>
            <a:xfrm>
              <a:off x="1594750" y="3310175"/>
              <a:ext cx="12575" cy="12375"/>
            </a:xfrm>
            <a:custGeom>
              <a:avLst/>
              <a:gdLst/>
              <a:ahLst/>
              <a:cxnLst/>
              <a:rect l="l" t="t" r="r" b="b"/>
              <a:pathLst>
                <a:path w="503" h="495" extrusionOk="0">
                  <a:moveTo>
                    <a:pt x="251" y="1"/>
                  </a:moveTo>
                  <a:cubicBezTo>
                    <a:pt x="115" y="1"/>
                    <a:pt x="0" y="108"/>
                    <a:pt x="0" y="252"/>
                  </a:cubicBezTo>
                  <a:cubicBezTo>
                    <a:pt x="0" y="388"/>
                    <a:pt x="115" y="495"/>
                    <a:pt x="251" y="495"/>
                  </a:cubicBezTo>
                  <a:cubicBezTo>
                    <a:pt x="394" y="495"/>
                    <a:pt x="503" y="388"/>
                    <a:pt x="503" y="252"/>
                  </a:cubicBezTo>
                  <a:cubicBezTo>
                    <a:pt x="503" y="108"/>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2"/>
            <p:cNvSpPr/>
            <p:nvPr/>
          </p:nvSpPr>
          <p:spPr>
            <a:xfrm>
              <a:off x="1686650" y="3310175"/>
              <a:ext cx="12600" cy="12375"/>
            </a:xfrm>
            <a:custGeom>
              <a:avLst/>
              <a:gdLst/>
              <a:ahLst/>
              <a:cxnLst/>
              <a:rect l="l" t="t" r="r" b="b"/>
              <a:pathLst>
                <a:path w="504" h="495" extrusionOk="0">
                  <a:moveTo>
                    <a:pt x="252" y="1"/>
                  </a:moveTo>
                  <a:cubicBezTo>
                    <a:pt x="116" y="1"/>
                    <a:pt x="1" y="108"/>
                    <a:pt x="1" y="252"/>
                  </a:cubicBezTo>
                  <a:cubicBezTo>
                    <a:pt x="1" y="388"/>
                    <a:pt x="116" y="495"/>
                    <a:pt x="252" y="495"/>
                  </a:cubicBezTo>
                  <a:cubicBezTo>
                    <a:pt x="388" y="495"/>
                    <a:pt x="503" y="388"/>
                    <a:pt x="503" y="252"/>
                  </a:cubicBezTo>
                  <a:cubicBezTo>
                    <a:pt x="503"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2"/>
            <p:cNvSpPr/>
            <p:nvPr/>
          </p:nvSpPr>
          <p:spPr>
            <a:xfrm>
              <a:off x="1778450" y="3310175"/>
              <a:ext cx="12550" cy="12375"/>
            </a:xfrm>
            <a:custGeom>
              <a:avLst/>
              <a:gdLst/>
              <a:ahLst/>
              <a:cxnLst/>
              <a:rect l="l" t="t" r="r" b="b"/>
              <a:pathLst>
                <a:path w="502" h="495" extrusionOk="0">
                  <a:moveTo>
                    <a:pt x="252" y="1"/>
                  </a:moveTo>
                  <a:cubicBezTo>
                    <a:pt x="114" y="1"/>
                    <a:pt x="1" y="108"/>
                    <a:pt x="1" y="252"/>
                  </a:cubicBezTo>
                  <a:cubicBezTo>
                    <a:pt x="1" y="388"/>
                    <a:pt x="114" y="495"/>
                    <a:pt x="252" y="495"/>
                  </a:cubicBezTo>
                  <a:cubicBezTo>
                    <a:pt x="388" y="495"/>
                    <a:pt x="501" y="388"/>
                    <a:pt x="501" y="252"/>
                  </a:cubicBezTo>
                  <a:cubicBezTo>
                    <a:pt x="501"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2"/>
            <p:cNvSpPr/>
            <p:nvPr/>
          </p:nvSpPr>
          <p:spPr>
            <a:xfrm>
              <a:off x="1870375" y="3310175"/>
              <a:ext cx="12400" cy="12375"/>
            </a:xfrm>
            <a:custGeom>
              <a:avLst/>
              <a:gdLst/>
              <a:ahLst/>
              <a:cxnLst/>
              <a:rect l="l" t="t" r="r" b="b"/>
              <a:pathLst>
                <a:path w="496" h="495" extrusionOk="0">
                  <a:moveTo>
                    <a:pt x="252" y="1"/>
                  </a:moveTo>
                  <a:cubicBezTo>
                    <a:pt x="109" y="1"/>
                    <a:pt x="0" y="108"/>
                    <a:pt x="0" y="252"/>
                  </a:cubicBezTo>
                  <a:cubicBezTo>
                    <a:pt x="0" y="388"/>
                    <a:pt x="109" y="495"/>
                    <a:pt x="252" y="495"/>
                  </a:cubicBezTo>
                  <a:cubicBezTo>
                    <a:pt x="387" y="495"/>
                    <a:pt x="496" y="388"/>
                    <a:pt x="496" y="252"/>
                  </a:cubicBezTo>
                  <a:cubicBezTo>
                    <a:pt x="496" y="108"/>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2"/>
            <p:cNvSpPr/>
            <p:nvPr/>
          </p:nvSpPr>
          <p:spPr>
            <a:xfrm>
              <a:off x="1962150" y="3310175"/>
              <a:ext cx="12550" cy="12375"/>
            </a:xfrm>
            <a:custGeom>
              <a:avLst/>
              <a:gdLst/>
              <a:ahLst/>
              <a:cxnLst/>
              <a:rect l="l" t="t" r="r" b="b"/>
              <a:pathLst>
                <a:path w="502" h="495" extrusionOk="0">
                  <a:moveTo>
                    <a:pt x="250" y="1"/>
                  </a:moveTo>
                  <a:cubicBezTo>
                    <a:pt x="114" y="1"/>
                    <a:pt x="1" y="108"/>
                    <a:pt x="1" y="252"/>
                  </a:cubicBezTo>
                  <a:cubicBezTo>
                    <a:pt x="1" y="388"/>
                    <a:pt x="114" y="495"/>
                    <a:pt x="250" y="495"/>
                  </a:cubicBezTo>
                  <a:cubicBezTo>
                    <a:pt x="388" y="495"/>
                    <a:pt x="502" y="388"/>
                    <a:pt x="502" y="252"/>
                  </a:cubicBezTo>
                  <a:cubicBezTo>
                    <a:pt x="502" y="108"/>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2"/>
            <p:cNvSpPr/>
            <p:nvPr/>
          </p:nvSpPr>
          <p:spPr>
            <a:xfrm>
              <a:off x="2054075" y="3310175"/>
              <a:ext cx="12425" cy="12375"/>
            </a:xfrm>
            <a:custGeom>
              <a:avLst/>
              <a:gdLst/>
              <a:ahLst/>
              <a:cxnLst/>
              <a:rect l="l" t="t" r="r" b="b"/>
              <a:pathLst>
                <a:path w="497" h="495" extrusionOk="0">
                  <a:moveTo>
                    <a:pt x="252" y="1"/>
                  </a:moveTo>
                  <a:cubicBezTo>
                    <a:pt x="109" y="1"/>
                    <a:pt x="1" y="108"/>
                    <a:pt x="1" y="252"/>
                  </a:cubicBezTo>
                  <a:cubicBezTo>
                    <a:pt x="1" y="388"/>
                    <a:pt x="109" y="495"/>
                    <a:pt x="252" y="495"/>
                  </a:cubicBezTo>
                  <a:cubicBezTo>
                    <a:pt x="388" y="495"/>
                    <a:pt x="496" y="388"/>
                    <a:pt x="496" y="252"/>
                  </a:cubicBezTo>
                  <a:cubicBezTo>
                    <a:pt x="496"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2"/>
            <p:cNvSpPr/>
            <p:nvPr/>
          </p:nvSpPr>
          <p:spPr>
            <a:xfrm>
              <a:off x="2145825" y="3310175"/>
              <a:ext cx="12600" cy="12375"/>
            </a:xfrm>
            <a:custGeom>
              <a:avLst/>
              <a:gdLst/>
              <a:ahLst/>
              <a:cxnLst/>
              <a:rect l="l" t="t" r="r" b="b"/>
              <a:pathLst>
                <a:path w="504" h="495" extrusionOk="0">
                  <a:moveTo>
                    <a:pt x="252" y="1"/>
                  </a:moveTo>
                  <a:cubicBezTo>
                    <a:pt x="116" y="1"/>
                    <a:pt x="1" y="108"/>
                    <a:pt x="1" y="252"/>
                  </a:cubicBezTo>
                  <a:cubicBezTo>
                    <a:pt x="1" y="388"/>
                    <a:pt x="116" y="495"/>
                    <a:pt x="252" y="495"/>
                  </a:cubicBezTo>
                  <a:cubicBezTo>
                    <a:pt x="388" y="495"/>
                    <a:pt x="503" y="388"/>
                    <a:pt x="503" y="252"/>
                  </a:cubicBezTo>
                  <a:cubicBezTo>
                    <a:pt x="503"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2"/>
            <p:cNvSpPr/>
            <p:nvPr/>
          </p:nvSpPr>
          <p:spPr>
            <a:xfrm>
              <a:off x="2237800" y="3310175"/>
              <a:ext cx="12350" cy="12375"/>
            </a:xfrm>
            <a:custGeom>
              <a:avLst/>
              <a:gdLst/>
              <a:ahLst/>
              <a:cxnLst/>
              <a:rect l="l" t="t" r="r" b="b"/>
              <a:pathLst>
                <a:path w="494" h="495" extrusionOk="0">
                  <a:moveTo>
                    <a:pt x="244" y="1"/>
                  </a:moveTo>
                  <a:cubicBezTo>
                    <a:pt x="107" y="1"/>
                    <a:pt x="0" y="108"/>
                    <a:pt x="0" y="252"/>
                  </a:cubicBezTo>
                  <a:cubicBezTo>
                    <a:pt x="0" y="388"/>
                    <a:pt x="107" y="495"/>
                    <a:pt x="244" y="495"/>
                  </a:cubicBezTo>
                  <a:cubicBezTo>
                    <a:pt x="387" y="495"/>
                    <a:pt x="494" y="388"/>
                    <a:pt x="494" y="252"/>
                  </a:cubicBezTo>
                  <a:cubicBezTo>
                    <a:pt x="494" y="108"/>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2"/>
            <p:cNvSpPr/>
            <p:nvPr/>
          </p:nvSpPr>
          <p:spPr>
            <a:xfrm>
              <a:off x="2329550" y="3310175"/>
              <a:ext cx="12575" cy="12375"/>
            </a:xfrm>
            <a:custGeom>
              <a:avLst/>
              <a:gdLst/>
              <a:ahLst/>
              <a:cxnLst/>
              <a:rect l="l" t="t" r="r" b="b"/>
              <a:pathLst>
                <a:path w="503" h="495" extrusionOk="0">
                  <a:moveTo>
                    <a:pt x="251" y="1"/>
                  </a:moveTo>
                  <a:cubicBezTo>
                    <a:pt x="115" y="1"/>
                    <a:pt x="0" y="108"/>
                    <a:pt x="0" y="252"/>
                  </a:cubicBezTo>
                  <a:cubicBezTo>
                    <a:pt x="0" y="388"/>
                    <a:pt x="115" y="495"/>
                    <a:pt x="251" y="495"/>
                  </a:cubicBezTo>
                  <a:cubicBezTo>
                    <a:pt x="387" y="495"/>
                    <a:pt x="502" y="388"/>
                    <a:pt x="502" y="252"/>
                  </a:cubicBezTo>
                  <a:cubicBezTo>
                    <a:pt x="502" y="108"/>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2"/>
            <p:cNvSpPr/>
            <p:nvPr/>
          </p:nvSpPr>
          <p:spPr>
            <a:xfrm>
              <a:off x="2421325" y="3310175"/>
              <a:ext cx="12550" cy="12375"/>
            </a:xfrm>
            <a:custGeom>
              <a:avLst/>
              <a:gdLst/>
              <a:ahLst/>
              <a:cxnLst/>
              <a:rect l="l" t="t" r="r" b="b"/>
              <a:pathLst>
                <a:path w="502" h="495" extrusionOk="0">
                  <a:moveTo>
                    <a:pt x="250" y="1"/>
                  </a:moveTo>
                  <a:cubicBezTo>
                    <a:pt x="114" y="1"/>
                    <a:pt x="1" y="108"/>
                    <a:pt x="1" y="252"/>
                  </a:cubicBezTo>
                  <a:cubicBezTo>
                    <a:pt x="1" y="388"/>
                    <a:pt x="114" y="495"/>
                    <a:pt x="250" y="495"/>
                  </a:cubicBezTo>
                  <a:cubicBezTo>
                    <a:pt x="395" y="495"/>
                    <a:pt x="501" y="388"/>
                    <a:pt x="501" y="252"/>
                  </a:cubicBezTo>
                  <a:cubicBezTo>
                    <a:pt x="501" y="108"/>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2"/>
            <p:cNvSpPr/>
            <p:nvPr/>
          </p:nvSpPr>
          <p:spPr>
            <a:xfrm>
              <a:off x="2513250" y="3310175"/>
              <a:ext cx="12575" cy="12375"/>
            </a:xfrm>
            <a:custGeom>
              <a:avLst/>
              <a:gdLst/>
              <a:ahLst/>
              <a:cxnLst/>
              <a:rect l="l" t="t" r="r" b="b"/>
              <a:pathLst>
                <a:path w="503" h="495" extrusionOk="0">
                  <a:moveTo>
                    <a:pt x="252" y="1"/>
                  </a:moveTo>
                  <a:cubicBezTo>
                    <a:pt x="109" y="1"/>
                    <a:pt x="0" y="108"/>
                    <a:pt x="0" y="252"/>
                  </a:cubicBezTo>
                  <a:cubicBezTo>
                    <a:pt x="0" y="388"/>
                    <a:pt x="109" y="495"/>
                    <a:pt x="252" y="495"/>
                  </a:cubicBezTo>
                  <a:cubicBezTo>
                    <a:pt x="388" y="495"/>
                    <a:pt x="503" y="388"/>
                    <a:pt x="503" y="252"/>
                  </a:cubicBezTo>
                  <a:cubicBezTo>
                    <a:pt x="503"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2"/>
            <p:cNvSpPr/>
            <p:nvPr/>
          </p:nvSpPr>
          <p:spPr>
            <a:xfrm>
              <a:off x="2605000" y="3310175"/>
              <a:ext cx="12575" cy="12375"/>
            </a:xfrm>
            <a:custGeom>
              <a:avLst/>
              <a:gdLst/>
              <a:ahLst/>
              <a:cxnLst/>
              <a:rect l="l" t="t" r="r" b="b"/>
              <a:pathLst>
                <a:path w="503" h="495" extrusionOk="0">
                  <a:moveTo>
                    <a:pt x="252" y="1"/>
                  </a:moveTo>
                  <a:cubicBezTo>
                    <a:pt x="116" y="1"/>
                    <a:pt x="0" y="108"/>
                    <a:pt x="0" y="252"/>
                  </a:cubicBezTo>
                  <a:cubicBezTo>
                    <a:pt x="0" y="388"/>
                    <a:pt x="116" y="495"/>
                    <a:pt x="252" y="495"/>
                  </a:cubicBezTo>
                  <a:cubicBezTo>
                    <a:pt x="387" y="495"/>
                    <a:pt x="503" y="388"/>
                    <a:pt x="503" y="252"/>
                  </a:cubicBezTo>
                  <a:cubicBezTo>
                    <a:pt x="503" y="108"/>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2"/>
            <p:cNvSpPr/>
            <p:nvPr/>
          </p:nvSpPr>
          <p:spPr>
            <a:xfrm>
              <a:off x="2696950" y="3310175"/>
              <a:ext cx="12375" cy="12375"/>
            </a:xfrm>
            <a:custGeom>
              <a:avLst/>
              <a:gdLst/>
              <a:ahLst/>
              <a:cxnLst/>
              <a:rect l="l" t="t" r="r" b="b"/>
              <a:pathLst>
                <a:path w="495" h="495" extrusionOk="0">
                  <a:moveTo>
                    <a:pt x="252" y="1"/>
                  </a:moveTo>
                  <a:cubicBezTo>
                    <a:pt x="108" y="1"/>
                    <a:pt x="1" y="108"/>
                    <a:pt x="1" y="252"/>
                  </a:cubicBezTo>
                  <a:cubicBezTo>
                    <a:pt x="1" y="388"/>
                    <a:pt x="108" y="495"/>
                    <a:pt x="252" y="495"/>
                  </a:cubicBezTo>
                  <a:cubicBezTo>
                    <a:pt x="388" y="495"/>
                    <a:pt x="495" y="388"/>
                    <a:pt x="495" y="252"/>
                  </a:cubicBezTo>
                  <a:cubicBezTo>
                    <a:pt x="495"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2"/>
            <p:cNvSpPr/>
            <p:nvPr/>
          </p:nvSpPr>
          <p:spPr>
            <a:xfrm>
              <a:off x="2788700" y="3310175"/>
              <a:ext cx="12600" cy="12375"/>
            </a:xfrm>
            <a:custGeom>
              <a:avLst/>
              <a:gdLst/>
              <a:ahLst/>
              <a:cxnLst/>
              <a:rect l="l" t="t" r="r" b="b"/>
              <a:pathLst>
                <a:path w="504" h="495" extrusionOk="0">
                  <a:moveTo>
                    <a:pt x="252" y="1"/>
                  </a:moveTo>
                  <a:cubicBezTo>
                    <a:pt x="116" y="1"/>
                    <a:pt x="1" y="108"/>
                    <a:pt x="1" y="252"/>
                  </a:cubicBezTo>
                  <a:cubicBezTo>
                    <a:pt x="1" y="388"/>
                    <a:pt x="116" y="495"/>
                    <a:pt x="252" y="495"/>
                  </a:cubicBezTo>
                  <a:cubicBezTo>
                    <a:pt x="388" y="495"/>
                    <a:pt x="503" y="388"/>
                    <a:pt x="503" y="252"/>
                  </a:cubicBezTo>
                  <a:cubicBezTo>
                    <a:pt x="503"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2"/>
            <p:cNvSpPr/>
            <p:nvPr/>
          </p:nvSpPr>
          <p:spPr>
            <a:xfrm>
              <a:off x="2880675" y="3310175"/>
              <a:ext cx="12375" cy="12375"/>
            </a:xfrm>
            <a:custGeom>
              <a:avLst/>
              <a:gdLst/>
              <a:ahLst/>
              <a:cxnLst/>
              <a:rect l="l" t="t" r="r" b="b"/>
              <a:pathLst>
                <a:path w="495" h="495" extrusionOk="0">
                  <a:moveTo>
                    <a:pt x="243" y="1"/>
                  </a:moveTo>
                  <a:cubicBezTo>
                    <a:pt x="107" y="1"/>
                    <a:pt x="0" y="108"/>
                    <a:pt x="0" y="252"/>
                  </a:cubicBezTo>
                  <a:cubicBezTo>
                    <a:pt x="0" y="388"/>
                    <a:pt x="107" y="495"/>
                    <a:pt x="243" y="495"/>
                  </a:cubicBezTo>
                  <a:cubicBezTo>
                    <a:pt x="387" y="495"/>
                    <a:pt x="494" y="388"/>
                    <a:pt x="494" y="252"/>
                  </a:cubicBezTo>
                  <a:cubicBezTo>
                    <a:pt x="494" y="108"/>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 name="Google Shape;803;p2"/>
            <p:cNvSpPr/>
            <p:nvPr/>
          </p:nvSpPr>
          <p:spPr>
            <a:xfrm>
              <a:off x="2972425" y="3310175"/>
              <a:ext cx="12575" cy="12375"/>
            </a:xfrm>
            <a:custGeom>
              <a:avLst/>
              <a:gdLst/>
              <a:ahLst/>
              <a:cxnLst/>
              <a:rect l="l" t="t" r="r" b="b"/>
              <a:pathLst>
                <a:path w="503" h="495" extrusionOk="0">
                  <a:moveTo>
                    <a:pt x="251" y="1"/>
                  </a:moveTo>
                  <a:cubicBezTo>
                    <a:pt x="115" y="1"/>
                    <a:pt x="0" y="108"/>
                    <a:pt x="0" y="252"/>
                  </a:cubicBezTo>
                  <a:cubicBezTo>
                    <a:pt x="0" y="388"/>
                    <a:pt x="115" y="495"/>
                    <a:pt x="251" y="495"/>
                  </a:cubicBezTo>
                  <a:cubicBezTo>
                    <a:pt x="387" y="495"/>
                    <a:pt x="503" y="388"/>
                    <a:pt x="503" y="252"/>
                  </a:cubicBezTo>
                  <a:cubicBezTo>
                    <a:pt x="503" y="108"/>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 name="Google Shape;804;p2"/>
            <p:cNvSpPr/>
            <p:nvPr/>
          </p:nvSpPr>
          <p:spPr>
            <a:xfrm>
              <a:off x="3064375" y="3310175"/>
              <a:ext cx="12375" cy="12375"/>
            </a:xfrm>
            <a:custGeom>
              <a:avLst/>
              <a:gdLst/>
              <a:ahLst/>
              <a:cxnLst/>
              <a:rect l="l" t="t" r="r" b="b"/>
              <a:pathLst>
                <a:path w="495" h="495" extrusionOk="0">
                  <a:moveTo>
                    <a:pt x="243" y="1"/>
                  </a:moveTo>
                  <a:cubicBezTo>
                    <a:pt x="107" y="1"/>
                    <a:pt x="1" y="108"/>
                    <a:pt x="1" y="252"/>
                  </a:cubicBezTo>
                  <a:cubicBezTo>
                    <a:pt x="1" y="388"/>
                    <a:pt x="107" y="495"/>
                    <a:pt x="243" y="495"/>
                  </a:cubicBezTo>
                  <a:cubicBezTo>
                    <a:pt x="388" y="495"/>
                    <a:pt x="495" y="388"/>
                    <a:pt x="495" y="252"/>
                  </a:cubicBezTo>
                  <a:cubicBezTo>
                    <a:pt x="495" y="108"/>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2"/>
            <p:cNvSpPr/>
            <p:nvPr/>
          </p:nvSpPr>
          <p:spPr>
            <a:xfrm>
              <a:off x="3156125" y="3310175"/>
              <a:ext cx="12600" cy="12375"/>
            </a:xfrm>
            <a:custGeom>
              <a:avLst/>
              <a:gdLst/>
              <a:ahLst/>
              <a:cxnLst/>
              <a:rect l="l" t="t" r="r" b="b"/>
              <a:pathLst>
                <a:path w="504" h="495" extrusionOk="0">
                  <a:moveTo>
                    <a:pt x="252" y="1"/>
                  </a:moveTo>
                  <a:cubicBezTo>
                    <a:pt x="116" y="1"/>
                    <a:pt x="1" y="108"/>
                    <a:pt x="1" y="252"/>
                  </a:cubicBezTo>
                  <a:cubicBezTo>
                    <a:pt x="1" y="388"/>
                    <a:pt x="116" y="495"/>
                    <a:pt x="252" y="495"/>
                  </a:cubicBezTo>
                  <a:cubicBezTo>
                    <a:pt x="388" y="495"/>
                    <a:pt x="503" y="388"/>
                    <a:pt x="503" y="252"/>
                  </a:cubicBezTo>
                  <a:cubicBezTo>
                    <a:pt x="503"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2"/>
            <p:cNvSpPr/>
            <p:nvPr/>
          </p:nvSpPr>
          <p:spPr>
            <a:xfrm>
              <a:off x="3247875" y="3310175"/>
              <a:ext cx="12575" cy="12375"/>
            </a:xfrm>
            <a:custGeom>
              <a:avLst/>
              <a:gdLst/>
              <a:ahLst/>
              <a:cxnLst/>
              <a:rect l="l" t="t" r="r" b="b"/>
              <a:pathLst>
                <a:path w="503" h="495" extrusionOk="0">
                  <a:moveTo>
                    <a:pt x="252" y="1"/>
                  </a:moveTo>
                  <a:cubicBezTo>
                    <a:pt x="116" y="1"/>
                    <a:pt x="1" y="108"/>
                    <a:pt x="1" y="252"/>
                  </a:cubicBezTo>
                  <a:cubicBezTo>
                    <a:pt x="1" y="388"/>
                    <a:pt x="116" y="495"/>
                    <a:pt x="252" y="495"/>
                  </a:cubicBezTo>
                  <a:cubicBezTo>
                    <a:pt x="388" y="495"/>
                    <a:pt x="503" y="388"/>
                    <a:pt x="503" y="252"/>
                  </a:cubicBezTo>
                  <a:cubicBezTo>
                    <a:pt x="503"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2"/>
            <p:cNvSpPr/>
            <p:nvPr/>
          </p:nvSpPr>
          <p:spPr>
            <a:xfrm>
              <a:off x="3339850" y="3310175"/>
              <a:ext cx="12525" cy="12375"/>
            </a:xfrm>
            <a:custGeom>
              <a:avLst/>
              <a:gdLst/>
              <a:ahLst/>
              <a:cxnLst/>
              <a:rect l="l" t="t" r="r" b="b"/>
              <a:pathLst>
                <a:path w="501" h="495" extrusionOk="0">
                  <a:moveTo>
                    <a:pt x="251" y="1"/>
                  </a:moveTo>
                  <a:cubicBezTo>
                    <a:pt x="107" y="1"/>
                    <a:pt x="0" y="108"/>
                    <a:pt x="0" y="252"/>
                  </a:cubicBezTo>
                  <a:cubicBezTo>
                    <a:pt x="0" y="388"/>
                    <a:pt x="107" y="495"/>
                    <a:pt x="251" y="495"/>
                  </a:cubicBezTo>
                  <a:cubicBezTo>
                    <a:pt x="387" y="495"/>
                    <a:pt x="501" y="388"/>
                    <a:pt x="501" y="252"/>
                  </a:cubicBezTo>
                  <a:cubicBezTo>
                    <a:pt x="501" y="108"/>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2"/>
            <p:cNvSpPr/>
            <p:nvPr/>
          </p:nvSpPr>
          <p:spPr>
            <a:xfrm>
              <a:off x="3431575" y="3310175"/>
              <a:ext cx="12600" cy="12375"/>
            </a:xfrm>
            <a:custGeom>
              <a:avLst/>
              <a:gdLst/>
              <a:ahLst/>
              <a:cxnLst/>
              <a:rect l="l" t="t" r="r" b="b"/>
              <a:pathLst>
                <a:path w="504" h="495" extrusionOk="0">
                  <a:moveTo>
                    <a:pt x="252" y="1"/>
                  </a:moveTo>
                  <a:cubicBezTo>
                    <a:pt x="116" y="1"/>
                    <a:pt x="1" y="108"/>
                    <a:pt x="1" y="252"/>
                  </a:cubicBezTo>
                  <a:cubicBezTo>
                    <a:pt x="1" y="388"/>
                    <a:pt x="116" y="495"/>
                    <a:pt x="252" y="495"/>
                  </a:cubicBezTo>
                  <a:cubicBezTo>
                    <a:pt x="388" y="495"/>
                    <a:pt x="503" y="388"/>
                    <a:pt x="503" y="252"/>
                  </a:cubicBezTo>
                  <a:cubicBezTo>
                    <a:pt x="503"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2"/>
            <p:cNvSpPr/>
            <p:nvPr/>
          </p:nvSpPr>
          <p:spPr>
            <a:xfrm>
              <a:off x="3523550" y="3310175"/>
              <a:ext cx="12375" cy="12375"/>
            </a:xfrm>
            <a:custGeom>
              <a:avLst/>
              <a:gdLst/>
              <a:ahLst/>
              <a:cxnLst/>
              <a:rect l="l" t="t" r="r" b="b"/>
              <a:pathLst>
                <a:path w="495" h="495" extrusionOk="0">
                  <a:moveTo>
                    <a:pt x="250" y="1"/>
                  </a:moveTo>
                  <a:cubicBezTo>
                    <a:pt x="107" y="1"/>
                    <a:pt x="0" y="108"/>
                    <a:pt x="0" y="252"/>
                  </a:cubicBezTo>
                  <a:cubicBezTo>
                    <a:pt x="0" y="388"/>
                    <a:pt x="107" y="495"/>
                    <a:pt x="250" y="495"/>
                  </a:cubicBezTo>
                  <a:cubicBezTo>
                    <a:pt x="388" y="495"/>
                    <a:pt x="494" y="388"/>
                    <a:pt x="494" y="252"/>
                  </a:cubicBezTo>
                  <a:cubicBezTo>
                    <a:pt x="494" y="108"/>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2"/>
            <p:cNvSpPr/>
            <p:nvPr/>
          </p:nvSpPr>
          <p:spPr>
            <a:xfrm>
              <a:off x="676400" y="340192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 name="Google Shape;811;p2"/>
            <p:cNvSpPr/>
            <p:nvPr/>
          </p:nvSpPr>
          <p:spPr>
            <a:xfrm>
              <a:off x="768325" y="3401925"/>
              <a:ext cx="12400" cy="12600"/>
            </a:xfrm>
            <a:custGeom>
              <a:avLst/>
              <a:gdLst/>
              <a:ahLst/>
              <a:cxnLst/>
              <a:rect l="l" t="t" r="r" b="b"/>
              <a:pathLst>
                <a:path w="496" h="504"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 name="Google Shape;812;p2"/>
            <p:cNvSpPr/>
            <p:nvPr/>
          </p:nvSpPr>
          <p:spPr>
            <a:xfrm>
              <a:off x="860125" y="3401925"/>
              <a:ext cx="12525" cy="12600"/>
            </a:xfrm>
            <a:custGeom>
              <a:avLst/>
              <a:gdLst/>
              <a:ahLst/>
              <a:cxnLst/>
              <a:rect l="l" t="t" r="r" b="b"/>
              <a:pathLst>
                <a:path w="501" h="504"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 name="Google Shape;813;p2"/>
            <p:cNvSpPr/>
            <p:nvPr/>
          </p:nvSpPr>
          <p:spPr>
            <a:xfrm>
              <a:off x="951850" y="340192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 name="Google Shape;814;p2"/>
            <p:cNvSpPr/>
            <p:nvPr/>
          </p:nvSpPr>
          <p:spPr>
            <a:xfrm>
              <a:off x="1043825" y="3401925"/>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 name="Google Shape;815;p2"/>
            <p:cNvSpPr/>
            <p:nvPr/>
          </p:nvSpPr>
          <p:spPr>
            <a:xfrm>
              <a:off x="1135575" y="3401925"/>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 name="Google Shape;816;p2"/>
            <p:cNvSpPr/>
            <p:nvPr/>
          </p:nvSpPr>
          <p:spPr>
            <a:xfrm>
              <a:off x="1227500" y="3401925"/>
              <a:ext cx="12400" cy="12600"/>
            </a:xfrm>
            <a:custGeom>
              <a:avLst/>
              <a:gdLst/>
              <a:ahLst/>
              <a:cxnLst/>
              <a:rect l="l" t="t" r="r" b="b"/>
              <a:pathLst>
                <a:path w="496" h="504"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 name="Google Shape;817;p2"/>
            <p:cNvSpPr/>
            <p:nvPr/>
          </p:nvSpPr>
          <p:spPr>
            <a:xfrm>
              <a:off x="1319275" y="3401925"/>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 name="Google Shape;818;p2"/>
            <p:cNvSpPr/>
            <p:nvPr/>
          </p:nvSpPr>
          <p:spPr>
            <a:xfrm>
              <a:off x="1411200" y="3401925"/>
              <a:ext cx="12425" cy="12600"/>
            </a:xfrm>
            <a:custGeom>
              <a:avLst/>
              <a:gdLst/>
              <a:ahLst/>
              <a:cxnLst/>
              <a:rect l="l" t="t" r="r" b="b"/>
              <a:pathLst>
                <a:path w="497" h="504"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 name="Google Shape;819;p2"/>
            <p:cNvSpPr/>
            <p:nvPr/>
          </p:nvSpPr>
          <p:spPr>
            <a:xfrm>
              <a:off x="1503000" y="3401925"/>
              <a:ext cx="12525" cy="12600"/>
            </a:xfrm>
            <a:custGeom>
              <a:avLst/>
              <a:gdLst/>
              <a:ahLst/>
              <a:cxnLst/>
              <a:rect l="l" t="t" r="r" b="b"/>
              <a:pathLst>
                <a:path w="501" h="504"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 name="Google Shape;820;p2"/>
            <p:cNvSpPr/>
            <p:nvPr/>
          </p:nvSpPr>
          <p:spPr>
            <a:xfrm>
              <a:off x="1594750" y="3401925"/>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2"/>
            <p:cNvSpPr/>
            <p:nvPr/>
          </p:nvSpPr>
          <p:spPr>
            <a:xfrm>
              <a:off x="1686650" y="340192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 name="Google Shape;822;p2"/>
            <p:cNvSpPr/>
            <p:nvPr/>
          </p:nvSpPr>
          <p:spPr>
            <a:xfrm>
              <a:off x="1778450" y="3401925"/>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 name="Google Shape;823;p2"/>
            <p:cNvSpPr/>
            <p:nvPr/>
          </p:nvSpPr>
          <p:spPr>
            <a:xfrm>
              <a:off x="1870375" y="3401925"/>
              <a:ext cx="12400" cy="12600"/>
            </a:xfrm>
            <a:custGeom>
              <a:avLst/>
              <a:gdLst/>
              <a:ahLst/>
              <a:cxnLst/>
              <a:rect l="l" t="t" r="r" b="b"/>
              <a:pathLst>
                <a:path w="496" h="504"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 name="Google Shape;824;p2"/>
            <p:cNvSpPr/>
            <p:nvPr/>
          </p:nvSpPr>
          <p:spPr>
            <a:xfrm>
              <a:off x="1962150" y="3401925"/>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825;p2"/>
            <p:cNvSpPr/>
            <p:nvPr/>
          </p:nvSpPr>
          <p:spPr>
            <a:xfrm>
              <a:off x="2054075" y="3401925"/>
              <a:ext cx="12425" cy="12600"/>
            </a:xfrm>
            <a:custGeom>
              <a:avLst/>
              <a:gdLst/>
              <a:ahLst/>
              <a:cxnLst/>
              <a:rect l="l" t="t" r="r" b="b"/>
              <a:pathLst>
                <a:path w="497" h="504"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 name="Google Shape;826;p2"/>
            <p:cNvSpPr/>
            <p:nvPr/>
          </p:nvSpPr>
          <p:spPr>
            <a:xfrm>
              <a:off x="2145825" y="340192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827;p2"/>
            <p:cNvSpPr/>
            <p:nvPr/>
          </p:nvSpPr>
          <p:spPr>
            <a:xfrm>
              <a:off x="2237800" y="3401925"/>
              <a:ext cx="12350" cy="12600"/>
            </a:xfrm>
            <a:custGeom>
              <a:avLst/>
              <a:gdLst/>
              <a:ahLst/>
              <a:cxnLst/>
              <a:rect l="l" t="t" r="r" b="b"/>
              <a:pathLst>
                <a:path w="494" h="504"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2"/>
            <p:cNvSpPr/>
            <p:nvPr/>
          </p:nvSpPr>
          <p:spPr>
            <a:xfrm>
              <a:off x="2329550" y="3401925"/>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 name="Google Shape;829;p2"/>
            <p:cNvSpPr/>
            <p:nvPr/>
          </p:nvSpPr>
          <p:spPr>
            <a:xfrm>
              <a:off x="2421325" y="3401925"/>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 name="Google Shape;830;p2"/>
            <p:cNvSpPr/>
            <p:nvPr/>
          </p:nvSpPr>
          <p:spPr>
            <a:xfrm>
              <a:off x="2513250" y="3401925"/>
              <a:ext cx="12575" cy="12600"/>
            </a:xfrm>
            <a:custGeom>
              <a:avLst/>
              <a:gdLst/>
              <a:ahLst/>
              <a:cxnLst/>
              <a:rect l="l" t="t" r="r" b="b"/>
              <a:pathLst>
                <a:path w="503" h="504"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 name="Google Shape;831;p2"/>
            <p:cNvSpPr/>
            <p:nvPr/>
          </p:nvSpPr>
          <p:spPr>
            <a:xfrm>
              <a:off x="2605000" y="3401925"/>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2"/>
            <p:cNvSpPr/>
            <p:nvPr/>
          </p:nvSpPr>
          <p:spPr>
            <a:xfrm>
              <a:off x="2696950" y="3401925"/>
              <a:ext cx="12375" cy="12600"/>
            </a:xfrm>
            <a:custGeom>
              <a:avLst/>
              <a:gdLst/>
              <a:ahLst/>
              <a:cxnLst/>
              <a:rect l="l" t="t" r="r" b="b"/>
              <a:pathLst>
                <a:path w="495" h="504"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2"/>
            <p:cNvSpPr/>
            <p:nvPr/>
          </p:nvSpPr>
          <p:spPr>
            <a:xfrm>
              <a:off x="2788700" y="340192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834;p2"/>
            <p:cNvSpPr/>
            <p:nvPr/>
          </p:nvSpPr>
          <p:spPr>
            <a:xfrm>
              <a:off x="2880675" y="3401925"/>
              <a:ext cx="12375" cy="12600"/>
            </a:xfrm>
            <a:custGeom>
              <a:avLst/>
              <a:gdLst/>
              <a:ahLst/>
              <a:cxnLst/>
              <a:rect l="l" t="t" r="r" b="b"/>
              <a:pathLst>
                <a:path w="495" h="504"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 name="Google Shape;835;p2"/>
            <p:cNvSpPr/>
            <p:nvPr/>
          </p:nvSpPr>
          <p:spPr>
            <a:xfrm>
              <a:off x="2972425" y="3401925"/>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2"/>
            <p:cNvSpPr/>
            <p:nvPr/>
          </p:nvSpPr>
          <p:spPr>
            <a:xfrm>
              <a:off x="3064375" y="3401925"/>
              <a:ext cx="12375" cy="12600"/>
            </a:xfrm>
            <a:custGeom>
              <a:avLst/>
              <a:gdLst/>
              <a:ahLst/>
              <a:cxnLst/>
              <a:rect l="l" t="t" r="r" b="b"/>
              <a:pathLst>
                <a:path w="495" h="504"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2"/>
            <p:cNvSpPr/>
            <p:nvPr/>
          </p:nvSpPr>
          <p:spPr>
            <a:xfrm>
              <a:off x="3156125" y="340192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 name="Google Shape;838;p2"/>
            <p:cNvSpPr/>
            <p:nvPr/>
          </p:nvSpPr>
          <p:spPr>
            <a:xfrm>
              <a:off x="3247875" y="3401925"/>
              <a:ext cx="12575" cy="12600"/>
            </a:xfrm>
            <a:custGeom>
              <a:avLst/>
              <a:gdLst/>
              <a:ahLst/>
              <a:cxnLst/>
              <a:rect l="l" t="t" r="r" b="b"/>
              <a:pathLst>
                <a:path w="503"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 name="Google Shape;839;p2"/>
            <p:cNvSpPr/>
            <p:nvPr/>
          </p:nvSpPr>
          <p:spPr>
            <a:xfrm>
              <a:off x="3339850" y="3401925"/>
              <a:ext cx="12525" cy="12600"/>
            </a:xfrm>
            <a:custGeom>
              <a:avLst/>
              <a:gdLst/>
              <a:ahLst/>
              <a:cxnLst/>
              <a:rect l="l" t="t" r="r" b="b"/>
              <a:pathLst>
                <a:path w="501" h="504"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840;p2"/>
            <p:cNvSpPr/>
            <p:nvPr/>
          </p:nvSpPr>
          <p:spPr>
            <a:xfrm>
              <a:off x="3431575" y="340192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 name="Google Shape;841;p2"/>
            <p:cNvSpPr/>
            <p:nvPr/>
          </p:nvSpPr>
          <p:spPr>
            <a:xfrm>
              <a:off x="3523550" y="3401925"/>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 name="Google Shape;842;p2"/>
            <p:cNvSpPr/>
            <p:nvPr/>
          </p:nvSpPr>
          <p:spPr>
            <a:xfrm>
              <a:off x="676400" y="3493900"/>
              <a:ext cx="12600" cy="12375"/>
            </a:xfrm>
            <a:custGeom>
              <a:avLst/>
              <a:gdLst/>
              <a:ahLst/>
              <a:cxnLst/>
              <a:rect l="l" t="t" r="r" b="b"/>
              <a:pathLst>
                <a:path w="504" h="495" extrusionOk="0">
                  <a:moveTo>
                    <a:pt x="252" y="0"/>
                  </a:moveTo>
                  <a:cubicBezTo>
                    <a:pt x="116" y="0"/>
                    <a:pt x="1" y="107"/>
                    <a:pt x="1" y="243"/>
                  </a:cubicBezTo>
                  <a:cubicBezTo>
                    <a:pt x="1" y="387"/>
                    <a:pt x="116" y="494"/>
                    <a:pt x="252" y="494"/>
                  </a:cubicBezTo>
                  <a:cubicBezTo>
                    <a:pt x="388" y="494"/>
                    <a:pt x="503" y="387"/>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 name="Google Shape;843;p2"/>
            <p:cNvSpPr/>
            <p:nvPr/>
          </p:nvSpPr>
          <p:spPr>
            <a:xfrm>
              <a:off x="768325" y="3493900"/>
              <a:ext cx="12400" cy="12375"/>
            </a:xfrm>
            <a:custGeom>
              <a:avLst/>
              <a:gdLst/>
              <a:ahLst/>
              <a:cxnLst/>
              <a:rect l="l" t="t" r="r" b="b"/>
              <a:pathLst>
                <a:path w="496" h="495" extrusionOk="0">
                  <a:moveTo>
                    <a:pt x="245" y="0"/>
                  </a:moveTo>
                  <a:cubicBezTo>
                    <a:pt x="109" y="0"/>
                    <a:pt x="0" y="107"/>
                    <a:pt x="0" y="243"/>
                  </a:cubicBezTo>
                  <a:cubicBezTo>
                    <a:pt x="0" y="387"/>
                    <a:pt x="109" y="494"/>
                    <a:pt x="245" y="494"/>
                  </a:cubicBezTo>
                  <a:cubicBezTo>
                    <a:pt x="388" y="494"/>
                    <a:pt x="496" y="387"/>
                    <a:pt x="496" y="243"/>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 name="Google Shape;844;p2"/>
            <p:cNvSpPr/>
            <p:nvPr/>
          </p:nvSpPr>
          <p:spPr>
            <a:xfrm>
              <a:off x="860125" y="3493900"/>
              <a:ext cx="12525" cy="12375"/>
            </a:xfrm>
            <a:custGeom>
              <a:avLst/>
              <a:gdLst/>
              <a:ahLst/>
              <a:cxnLst/>
              <a:rect l="l" t="t" r="r" b="b"/>
              <a:pathLst>
                <a:path w="501" h="495" extrusionOk="0">
                  <a:moveTo>
                    <a:pt x="251" y="0"/>
                  </a:moveTo>
                  <a:cubicBezTo>
                    <a:pt x="114" y="0"/>
                    <a:pt x="0" y="107"/>
                    <a:pt x="0" y="243"/>
                  </a:cubicBezTo>
                  <a:cubicBezTo>
                    <a:pt x="0" y="387"/>
                    <a:pt x="114" y="494"/>
                    <a:pt x="251" y="494"/>
                  </a:cubicBezTo>
                  <a:cubicBezTo>
                    <a:pt x="387" y="494"/>
                    <a:pt x="501" y="387"/>
                    <a:pt x="501" y="243"/>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 name="Google Shape;845;p2"/>
            <p:cNvSpPr/>
            <p:nvPr/>
          </p:nvSpPr>
          <p:spPr>
            <a:xfrm>
              <a:off x="951850" y="3493900"/>
              <a:ext cx="12600" cy="12375"/>
            </a:xfrm>
            <a:custGeom>
              <a:avLst/>
              <a:gdLst/>
              <a:ahLst/>
              <a:cxnLst/>
              <a:rect l="l" t="t" r="r" b="b"/>
              <a:pathLst>
                <a:path w="504" h="495" extrusionOk="0">
                  <a:moveTo>
                    <a:pt x="252" y="0"/>
                  </a:moveTo>
                  <a:cubicBezTo>
                    <a:pt x="116" y="0"/>
                    <a:pt x="1" y="107"/>
                    <a:pt x="1" y="243"/>
                  </a:cubicBezTo>
                  <a:cubicBezTo>
                    <a:pt x="1" y="387"/>
                    <a:pt x="116" y="494"/>
                    <a:pt x="252" y="494"/>
                  </a:cubicBezTo>
                  <a:cubicBezTo>
                    <a:pt x="388" y="494"/>
                    <a:pt x="503" y="387"/>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 name="Google Shape;846;p2"/>
            <p:cNvSpPr/>
            <p:nvPr/>
          </p:nvSpPr>
          <p:spPr>
            <a:xfrm>
              <a:off x="1043825" y="3493900"/>
              <a:ext cx="12375" cy="12375"/>
            </a:xfrm>
            <a:custGeom>
              <a:avLst/>
              <a:gdLst/>
              <a:ahLst/>
              <a:cxnLst/>
              <a:rect l="l" t="t" r="r" b="b"/>
              <a:pathLst>
                <a:path w="495" h="495" extrusionOk="0">
                  <a:moveTo>
                    <a:pt x="250" y="0"/>
                  </a:moveTo>
                  <a:cubicBezTo>
                    <a:pt x="107" y="0"/>
                    <a:pt x="0" y="107"/>
                    <a:pt x="0" y="243"/>
                  </a:cubicBezTo>
                  <a:cubicBezTo>
                    <a:pt x="0" y="387"/>
                    <a:pt x="107" y="494"/>
                    <a:pt x="250" y="494"/>
                  </a:cubicBezTo>
                  <a:cubicBezTo>
                    <a:pt x="388" y="494"/>
                    <a:pt x="494" y="387"/>
                    <a:pt x="494" y="243"/>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2"/>
            <p:cNvSpPr/>
            <p:nvPr/>
          </p:nvSpPr>
          <p:spPr>
            <a:xfrm>
              <a:off x="1135575" y="3493900"/>
              <a:ext cx="12575" cy="12375"/>
            </a:xfrm>
            <a:custGeom>
              <a:avLst/>
              <a:gdLst/>
              <a:ahLst/>
              <a:cxnLst/>
              <a:rect l="l" t="t" r="r" b="b"/>
              <a:pathLst>
                <a:path w="503" h="495" extrusionOk="0">
                  <a:moveTo>
                    <a:pt x="252" y="0"/>
                  </a:moveTo>
                  <a:cubicBezTo>
                    <a:pt x="116" y="0"/>
                    <a:pt x="0" y="107"/>
                    <a:pt x="0" y="243"/>
                  </a:cubicBezTo>
                  <a:cubicBezTo>
                    <a:pt x="0" y="387"/>
                    <a:pt x="116" y="494"/>
                    <a:pt x="252" y="494"/>
                  </a:cubicBezTo>
                  <a:cubicBezTo>
                    <a:pt x="387" y="494"/>
                    <a:pt x="503" y="387"/>
                    <a:pt x="503" y="243"/>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848;p2"/>
            <p:cNvSpPr/>
            <p:nvPr/>
          </p:nvSpPr>
          <p:spPr>
            <a:xfrm>
              <a:off x="1227500" y="3493900"/>
              <a:ext cx="12400" cy="12375"/>
            </a:xfrm>
            <a:custGeom>
              <a:avLst/>
              <a:gdLst/>
              <a:ahLst/>
              <a:cxnLst/>
              <a:rect l="l" t="t" r="r" b="b"/>
              <a:pathLst>
                <a:path w="496" h="495" extrusionOk="0">
                  <a:moveTo>
                    <a:pt x="251" y="0"/>
                  </a:moveTo>
                  <a:cubicBezTo>
                    <a:pt x="109" y="0"/>
                    <a:pt x="0" y="107"/>
                    <a:pt x="0" y="243"/>
                  </a:cubicBezTo>
                  <a:cubicBezTo>
                    <a:pt x="0" y="387"/>
                    <a:pt x="109" y="494"/>
                    <a:pt x="251" y="494"/>
                  </a:cubicBezTo>
                  <a:cubicBezTo>
                    <a:pt x="387" y="494"/>
                    <a:pt x="496" y="387"/>
                    <a:pt x="496" y="243"/>
                  </a:cubicBezTo>
                  <a:cubicBezTo>
                    <a:pt x="496"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 name="Google Shape;849;p2"/>
            <p:cNvSpPr/>
            <p:nvPr/>
          </p:nvSpPr>
          <p:spPr>
            <a:xfrm>
              <a:off x="1319275" y="3493900"/>
              <a:ext cx="12550" cy="12375"/>
            </a:xfrm>
            <a:custGeom>
              <a:avLst/>
              <a:gdLst/>
              <a:ahLst/>
              <a:cxnLst/>
              <a:rect l="l" t="t" r="r" b="b"/>
              <a:pathLst>
                <a:path w="502" h="495" extrusionOk="0">
                  <a:moveTo>
                    <a:pt x="252" y="0"/>
                  </a:moveTo>
                  <a:cubicBezTo>
                    <a:pt x="114" y="0"/>
                    <a:pt x="1" y="107"/>
                    <a:pt x="1" y="243"/>
                  </a:cubicBezTo>
                  <a:cubicBezTo>
                    <a:pt x="1" y="387"/>
                    <a:pt x="114" y="494"/>
                    <a:pt x="252" y="494"/>
                  </a:cubicBezTo>
                  <a:cubicBezTo>
                    <a:pt x="388" y="494"/>
                    <a:pt x="501" y="387"/>
                    <a:pt x="501" y="243"/>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 name="Google Shape;850;p2"/>
            <p:cNvSpPr/>
            <p:nvPr/>
          </p:nvSpPr>
          <p:spPr>
            <a:xfrm>
              <a:off x="1411200" y="3493900"/>
              <a:ext cx="12425" cy="12375"/>
            </a:xfrm>
            <a:custGeom>
              <a:avLst/>
              <a:gdLst/>
              <a:ahLst/>
              <a:cxnLst/>
              <a:rect l="l" t="t" r="r" b="b"/>
              <a:pathLst>
                <a:path w="497" h="495" extrusionOk="0">
                  <a:moveTo>
                    <a:pt x="245" y="0"/>
                  </a:moveTo>
                  <a:cubicBezTo>
                    <a:pt x="109" y="0"/>
                    <a:pt x="1" y="107"/>
                    <a:pt x="1" y="243"/>
                  </a:cubicBezTo>
                  <a:cubicBezTo>
                    <a:pt x="1" y="387"/>
                    <a:pt x="109" y="494"/>
                    <a:pt x="245" y="494"/>
                  </a:cubicBezTo>
                  <a:cubicBezTo>
                    <a:pt x="388" y="494"/>
                    <a:pt x="496" y="387"/>
                    <a:pt x="496" y="243"/>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851;p2"/>
            <p:cNvSpPr/>
            <p:nvPr/>
          </p:nvSpPr>
          <p:spPr>
            <a:xfrm>
              <a:off x="1503000" y="3493900"/>
              <a:ext cx="12525" cy="12375"/>
            </a:xfrm>
            <a:custGeom>
              <a:avLst/>
              <a:gdLst/>
              <a:ahLst/>
              <a:cxnLst/>
              <a:rect l="l" t="t" r="r" b="b"/>
              <a:pathLst>
                <a:path w="501" h="495" extrusionOk="0">
                  <a:moveTo>
                    <a:pt x="250" y="0"/>
                  </a:moveTo>
                  <a:cubicBezTo>
                    <a:pt x="114" y="0"/>
                    <a:pt x="0" y="107"/>
                    <a:pt x="0" y="243"/>
                  </a:cubicBezTo>
                  <a:cubicBezTo>
                    <a:pt x="0" y="387"/>
                    <a:pt x="114" y="494"/>
                    <a:pt x="250" y="494"/>
                  </a:cubicBezTo>
                  <a:cubicBezTo>
                    <a:pt x="387" y="494"/>
                    <a:pt x="501" y="387"/>
                    <a:pt x="501" y="243"/>
                  </a:cubicBezTo>
                  <a:cubicBezTo>
                    <a:pt x="501" y="107"/>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 name="Google Shape;852;p2"/>
            <p:cNvSpPr/>
            <p:nvPr/>
          </p:nvSpPr>
          <p:spPr>
            <a:xfrm>
              <a:off x="1594750" y="3493900"/>
              <a:ext cx="12575" cy="12375"/>
            </a:xfrm>
            <a:custGeom>
              <a:avLst/>
              <a:gdLst/>
              <a:ahLst/>
              <a:cxnLst/>
              <a:rect l="l" t="t" r="r" b="b"/>
              <a:pathLst>
                <a:path w="503" h="495" extrusionOk="0">
                  <a:moveTo>
                    <a:pt x="251" y="0"/>
                  </a:moveTo>
                  <a:cubicBezTo>
                    <a:pt x="115" y="0"/>
                    <a:pt x="0" y="107"/>
                    <a:pt x="0" y="243"/>
                  </a:cubicBezTo>
                  <a:cubicBezTo>
                    <a:pt x="0" y="387"/>
                    <a:pt x="115" y="494"/>
                    <a:pt x="251" y="494"/>
                  </a:cubicBezTo>
                  <a:cubicBezTo>
                    <a:pt x="394" y="494"/>
                    <a:pt x="503" y="387"/>
                    <a:pt x="503" y="243"/>
                  </a:cubicBezTo>
                  <a:cubicBezTo>
                    <a:pt x="503" y="107"/>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 name="Google Shape;853;p2"/>
            <p:cNvSpPr/>
            <p:nvPr/>
          </p:nvSpPr>
          <p:spPr>
            <a:xfrm>
              <a:off x="1686650" y="3493900"/>
              <a:ext cx="12600" cy="12375"/>
            </a:xfrm>
            <a:custGeom>
              <a:avLst/>
              <a:gdLst/>
              <a:ahLst/>
              <a:cxnLst/>
              <a:rect l="l" t="t" r="r" b="b"/>
              <a:pathLst>
                <a:path w="504" h="495" extrusionOk="0">
                  <a:moveTo>
                    <a:pt x="252" y="0"/>
                  </a:moveTo>
                  <a:cubicBezTo>
                    <a:pt x="116" y="0"/>
                    <a:pt x="1" y="107"/>
                    <a:pt x="1" y="243"/>
                  </a:cubicBezTo>
                  <a:cubicBezTo>
                    <a:pt x="1" y="387"/>
                    <a:pt x="116" y="494"/>
                    <a:pt x="252" y="494"/>
                  </a:cubicBezTo>
                  <a:cubicBezTo>
                    <a:pt x="388" y="494"/>
                    <a:pt x="503" y="387"/>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 name="Google Shape;854;p2"/>
            <p:cNvSpPr/>
            <p:nvPr/>
          </p:nvSpPr>
          <p:spPr>
            <a:xfrm>
              <a:off x="1778450" y="3493900"/>
              <a:ext cx="12550" cy="12375"/>
            </a:xfrm>
            <a:custGeom>
              <a:avLst/>
              <a:gdLst/>
              <a:ahLst/>
              <a:cxnLst/>
              <a:rect l="l" t="t" r="r" b="b"/>
              <a:pathLst>
                <a:path w="502" h="495" extrusionOk="0">
                  <a:moveTo>
                    <a:pt x="252" y="0"/>
                  </a:moveTo>
                  <a:cubicBezTo>
                    <a:pt x="114" y="0"/>
                    <a:pt x="1" y="107"/>
                    <a:pt x="1" y="243"/>
                  </a:cubicBezTo>
                  <a:cubicBezTo>
                    <a:pt x="1" y="387"/>
                    <a:pt x="114" y="494"/>
                    <a:pt x="252" y="494"/>
                  </a:cubicBezTo>
                  <a:cubicBezTo>
                    <a:pt x="388" y="494"/>
                    <a:pt x="501" y="387"/>
                    <a:pt x="501" y="243"/>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 name="Google Shape;855;p2"/>
            <p:cNvSpPr/>
            <p:nvPr/>
          </p:nvSpPr>
          <p:spPr>
            <a:xfrm>
              <a:off x="1870375" y="3493900"/>
              <a:ext cx="12400" cy="12375"/>
            </a:xfrm>
            <a:custGeom>
              <a:avLst/>
              <a:gdLst/>
              <a:ahLst/>
              <a:cxnLst/>
              <a:rect l="l" t="t" r="r" b="b"/>
              <a:pathLst>
                <a:path w="496" h="495" extrusionOk="0">
                  <a:moveTo>
                    <a:pt x="252" y="0"/>
                  </a:moveTo>
                  <a:cubicBezTo>
                    <a:pt x="109" y="0"/>
                    <a:pt x="0" y="107"/>
                    <a:pt x="0" y="243"/>
                  </a:cubicBezTo>
                  <a:cubicBezTo>
                    <a:pt x="0" y="387"/>
                    <a:pt x="109" y="494"/>
                    <a:pt x="252" y="494"/>
                  </a:cubicBezTo>
                  <a:cubicBezTo>
                    <a:pt x="387" y="494"/>
                    <a:pt x="496" y="387"/>
                    <a:pt x="496" y="243"/>
                  </a:cubicBezTo>
                  <a:cubicBezTo>
                    <a:pt x="496"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 name="Google Shape;856;p2"/>
            <p:cNvSpPr/>
            <p:nvPr/>
          </p:nvSpPr>
          <p:spPr>
            <a:xfrm>
              <a:off x="1962150" y="3493900"/>
              <a:ext cx="12550" cy="12375"/>
            </a:xfrm>
            <a:custGeom>
              <a:avLst/>
              <a:gdLst/>
              <a:ahLst/>
              <a:cxnLst/>
              <a:rect l="l" t="t" r="r" b="b"/>
              <a:pathLst>
                <a:path w="502" h="495" extrusionOk="0">
                  <a:moveTo>
                    <a:pt x="250" y="0"/>
                  </a:moveTo>
                  <a:cubicBezTo>
                    <a:pt x="114" y="0"/>
                    <a:pt x="1" y="107"/>
                    <a:pt x="1" y="243"/>
                  </a:cubicBezTo>
                  <a:cubicBezTo>
                    <a:pt x="1" y="387"/>
                    <a:pt x="114" y="494"/>
                    <a:pt x="250" y="494"/>
                  </a:cubicBezTo>
                  <a:cubicBezTo>
                    <a:pt x="388" y="494"/>
                    <a:pt x="502" y="387"/>
                    <a:pt x="502" y="243"/>
                  </a:cubicBezTo>
                  <a:cubicBezTo>
                    <a:pt x="502"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857;p2"/>
            <p:cNvSpPr/>
            <p:nvPr/>
          </p:nvSpPr>
          <p:spPr>
            <a:xfrm>
              <a:off x="2054075" y="3493900"/>
              <a:ext cx="12425" cy="12375"/>
            </a:xfrm>
            <a:custGeom>
              <a:avLst/>
              <a:gdLst/>
              <a:ahLst/>
              <a:cxnLst/>
              <a:rect l="l" t="t" r="r" b="b"/>
              <a:pathLst>
                <a:path w="497" h="495" extrusionOk="0">
                  <a:moveTo>
                    <a:pt x="252" y="0"/>
                  </a:moveTo>
                  <a:cubicBezTo>
                    <a:pt x="109" y="0"/>
                    <a:pt x="1" y="107"/>
                    <a:pt x="1" y="243"/>
                  </a:cubicBezTo>
                  <a:cubicBezTo>
                    <a:pt x="1" y="387"/>
                    <a:pt x="109" y="494"/>
                    <a:pt x="252" y="494"/>
                  </a:cubicBezTo>
                  <a:cubicBezTo>
                    <a:pt x="388" y="494"/>
                    <a:pt x="496" y="387"/>
                    <a:pt x="496" y="243"/>
                  </a:cubicBezTo>
                  <a:cubicBezTo>
                    <a:pt x="496"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 name="Google Shape;858;p2"/>
            <p:cNvSpPr/>
            <p:nvPr/>
          </p:nvSpPr>
          <p:spPr>
            <a:xfrm>
              <a:off x="2145825" y="3493900"/>
              <a:ext cx="12600" cy="12375"/>
            </a:xfrm>
            <a:custGeom>
              <a:avLst/>
              <a:gdLst/>
              <a:ahLst/>
              <a:cxnLst/>
              <a:rect l="l" t="t" r="r" b="b"/>
              <a:pathLst>
                <a:path w="504" h="495" extrusionOk="0">
                  <a:moveTo>
                    <a:pt x="252" y="0"/>
                  </a:moveTo>
                  <a:cubicBezTo>
                    <a:pt x="116" y="0"/>
                    <a:pt x="1" y="107"/>
                    <a:pt x="1" y="243"/>
                  </a:cubicBezTo>
                  <a:cubicBezTo>
                    <a:pt x="1" y="387"/>
                    <a:pt x="116" y="494"/>
                    <a:pt x="252" y="494"/>
                  </a:cubicBezTo>
                  <a:cubicBezTo>
                    <a:pt x="388" y="494"/>
                    <a:pt x="503" y="387"/>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 name="Google Shape;859;p2"/>
            <p:cNvSpPr/>
            <p:nvPr/>
          </p:nvSpPr>
          <p:spPr>
            <a:xfrm>
              <a:off x="2237800" y="3493900"/>
              <a:ext cx="12350" cy="12375"/>
            </a:xfrm>
            <a:custGeom>
              <a:avLst/>
              <a:gdLst/>
              <a:ahLst/>
              <a:cxnLst/>
              <a:rect l="l" t="t" r="r" b="b"/>
              <a:pathLst>
                <a:path w="494" h="495" extrusionOk="0">
                  <a:moveTo>
                    <a:pt x="244" y="0"/>
                  </a:moveTo>
                  <a:cubicBezTo>
                    <a:pt x="107" y="0"/>
                    <a:pt x="0" y="107"/>
                    <a:pt x="0" y="243"/>
                  </a:cubicBezTo>
                  <a:cubicBezTo>
                    <a:pt x="0" y="387"/>
                    <a:pt x="107" y="494"/>
                    <a:pt x="244" y="494"/>
                  </a:cubicBezTo>
                  <a:cubicBezTo>
                    <a:pt x="387" y="494"/>
                    <a:pt x="494" y="387"/>
                    <a:pt x="494" y="243"/>
                  </a:cubicBezTo>
                  <a:cubicBezTo>
                    <a:pt x="494" y="107"/>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 name="Google Shape;860;p2"/>
            <p:cNvSpPr/>
            <p:nvPr/>
          </p:nvSpPr>
          <p:spPr>
            <a:xfrm>
              <a:off x="2329550" y="3493900"/>
              <a:ext cx="12575" cy="12375"/>
            </a:xfrm>
            <a:custGeom>
              <a:avLst/>
              <a:gdLst/>
              <a:ahLst/>
              <a:cxnLst/>
              <a:rect l="l" t="t" r="r" b="b"/>
              <a:pathLst>
                <a:path w="503" h="495" extrusionOk="0">
                  <a:moveTo>
                    <a:pt x="251" y="0"/>
                  </a:moveTo>
                  <a:cubicBezTo>
                    <a:pt x="115" y="0"/>
                    <a:pt x="0" y="107"/>
                    <a:pt x="0" y="243"/>
                  </a:cubicBezTo>
                  <a:cubicBezTo>
                    <a:pt x="0" y="387"/>
                    <a:pt x="115" y="494"/>
                    <a:pt x="251" y="494"/>
                  </a:cubicBezTo>
                  <a:cubicBezTo>
                    <a:pt x="387" y="494"/>
                    <a:pt x="502" y="387"/>
                    <a:pt x="502" y="243"/>
                  </a:cubicBezTo>
                  <a:cubicBezTo>
                    <a:pt x="502"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 name="Google Shape;861;p2"/>
            <p:cNvSpPr/>
            <p:nvPr/>
          </p:nvSpPr>
          <p:spPr>
            <a:xfrm>
              <a:off x="2421325" y="3493900"/>
              <a:ext cx="12550" cy="12375"/>
            </a:xfrm>
            <a:custGeom>
              <a:avLst/>
              <a:gdLst/>
              <a:ahLst/>
              <a:cxnLst/>
              <a:rect l="l" t="t" r="r" b="b"/>
              <a:pathLst>
                <a:path w="502" h="495" extrusionOk="0">
                  <a:moveTo>
                    <a:pt x="250" y="0"/>
                  </a:moveTo>
                  <a:cubicBezTo>
                    <a:pt x="114" y="0"/>
                    <a:pt x="1" y="107"/>
                    <a:pt x="1" y="243"/>
                  </a:cubicBezTo>
                  <a:cubicBezTo>
                    <a:pt x="1" y="387"/>
                    <a:pt x="114" y="494"/>
                    <a:pt x="250" y="494"/>
                  </a:cubicBezTo>
                  <a:cubicBezTo>
                    <a:pt x="395" y="494"/>
                    <a:pt x="501" y="387"/>
                    <a:pt x="501" y="243"/>
                  </a:cubicBezTo>
                  <a:cubicBezTo>
                    <a:pt x="501" y="107"/>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 name="Google Shape;862;p2"/>
            <p:cNvSpPr/>
            <p:nvPr/>
          </p:nvSpPr>
          <p:spPr>
            <a:xfrm>
              <a:off x="2513250" y="3493900"/>
              <a:ext cx="12575" cy="12375"/>
            </a:xfrm>
            <a:custGeom>
              <a:avLst/>
              <a:gdLst/>
              <a:ahLst/>
              <a:cxnLst/>
              <a:rect l="l" t="t" r="r" b="b"/>
              <a:pathLst>
                <a:path w="503" h="495" extrusionOk="0">
                  <a:moveTo>
                    <a:pt x="252" y="0"/>
                  </a:moveTo>
                  <a:cubicBezTo>
                    <a:pt x="109" y="0"/>
                    <a:pt x="0" y="107"/>
                    <a:pt x="0" y="243"/>
                  </a:cubicBezTo>
                  <a:cubicBezTo>
                    <a:pt x="0" y="387"/>
                    <a:pt x="109" y="494"/>
                    <a:pt x="252" y="494"/>
                  </a:cubicBezTo>
                  <a:cubicBezTo>
                    <a:pt x="388" y="494"/>
                    <a:pt x="503" y="387"/>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863;p2"/>
            <p:cNvSpPr/>
            <p:nvPr/>
          </p:nvSpPr>
          <p:spPr>
            <a:xfrm>
              <a:off x="2605000" y="3493900"/>
              <a:ext cx="12575" cy="12375"/>
            </a:xfrm>
            <a:custGeom>
              <a:avLst/>
              <a:gdLst/>
              <a:ahLst/>
              <a:cxnLst/>
              <a:rect l="l" t="t" r="r" b="b"/>
              <a:pathLst>
                <a:path w="503" h="495" extrusionOk="0">
                  <a:moveTo>
                    <a:pt x="252" y="0"/>
                  </a:moveTo>
                  <a:cubicBezTo>
                    <a:pt x="116" y="0"/>
                    <a:pt x="0" y="107"/>
                    <a:pt x="0" y="243"/>
                  </a:cubicBezTo>
                  <a:cubicBezTo>
                    <a:pt x="0" y="387"/>
                    <a:pt x="116" y="494"/>
                    <a:pt x="252" y="494"/>
                  </a:cubicBezTo>
                  <a:cubicBezTo>
                    <a:pt x="387" y="494"/>
                    <a:pt x="503" y="387"/>
                    <a:pt x="503" y="243"/>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 name="Google Shape;864;p2"/>
            <p:cNvSpPr/>
            <p:nvPr/>
          </p:nvSpPr>
          <p:spPr>
            <a:xfrm>
              <a:off x="2696950" y="3493900"/>
              <a:ext cx="12375" cy="12375"/>
            </a:xfrm>
            <a:custGeom>
              <a:avLst/>
              <a:gdLst/>
              <a:ahLst/>
              <a:cxnLst/>
              <a:rect l="l" t="t" r="r" b="b"/>
              <a:pathLst>
                <a:path w="495" h="495" extrusionOk="0">
                  <a:moveTo>
                    <a:pt x="252" y="0"/>
                  </a:moveTo>
                  <a:cubicBezTo>
                    <a:pt x="108" y="0"/>
                    <a:pt x="1" y="107"/>
                    <a:pt x="1" y="243"/>
                  </a:cubicBezTo>
                  <a:cubicBezTo>
                    <a:pt x="1" y="387"/>
                    <a:pt x="108" y="494"/>
                    <a:pt x="252" y="494"/>
                  </a:cubicBezTo>
                  <a:cubicBezTo>
                    <a:pt x="388" y="494"/>
                    <a:pt x="495" y="387"/>
                    <a:pt x="495" y="243"/>
                  </a:cubicBezTo>
                  <a:cubicBezTo>
                    <a:pt x="495"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 name="Google Shape;865;p2"/>
            <p:cNvSpPr/>
            <p:nvPr/>
          </p:nvSpPr>
          <p:spPr>
            <a:xfrm>
              <a:off x="2788700" y="3493900"/>
              <a:ext cx="12600" cy="12375"/>
            </a:xfrm>
            <a:custGeom>
              <a:avLst/>
              <a:gdLst/>
              <a:ahLst/>
              <a:cxnLst/>
              <a:rect l="l" t="t" r="r" b="b"/>
              <a:pathLst>
                <a:path w="504" h="495" extrusionOk="0">
                  <a:moveTo>
                    <a:pt x="252" y="0"/>
                  </a:moveTo>
                  <a:cubicBezTo>
                    <a:pt x="116" y="0"/>
                    <a:pt x="1" y="107"/>
                    <a:pt x="1" y="243"/>
                  </a:cubicBezTo>
                  <a:cubicBezTo>
                    <a:pt x="1" y="387"/>
                    <a:pt x="116" y="494"/>
                    <a:pt x="252" y="494"/>
                  </a:cubicBezTo>
                  <a:cubicBezTo>
                    <a:pt x="388" y="494"/>
                    <a:pt x="503" y="387"/>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2"/>
            <p:cNvSpPr/>
            <p:nvPr/>
          </p:nvSpPr>
          <p:spPr>
            <a:xfrm>
              <a:off x="2880675" y="3493900"/>
              <a:ext cx="12375" cy="12375"/>
            </a:xfrm>
            <a:custGeom>
              <a:avLst/>
              <a:gdLst/>
              <a:ahLst/>
              <a:cxnLst/>
              <a:rect l="l" t="t" r="r" b="b"/>
              <a:pathLst>
                <a:path w="495" h="495" extrusionOk="0">
                  <a:moveTo>
                    <a:pt x="243" y="0"/>
                  </a:moveTo>
                  <a:cubicBezTo>
                    <a:pt x="107" y="0"/>
                    <a:pt x="0" y="107"/>
                    <a:pt x="0" y="243"/>
                  </a:cubicBezTo>
                  <a:cubicBezTo>
                    <a:pt x="0" y="387"/>
                    <a:pt x="107" y="494"/>
                    <a:pt x="243" y="494"/>
                  </a:cubicBezTo>
                  <a:cubicBezTo>
                    <a:pt x="387" y="494"/>
                    <a:pt x="494" y="387"/>
                    <a:pt x="494" y="243"/>
                  </a:cubicBezTo>
                  <a:cubicBezTo>
                    <a:pt x="494" y="107"/>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 name="Google Shape;867;p2"/>
            <p:cNvSpPr/>
            <p:nvPr/>
          </p:nvSpPr>
          <p:spPr>
            <a:xfrm>
              <a:off x="2972425" y="3493900"/>
              <a:ext cx="12575" cy="12375"/>
            </a:xfrm>
            <a:custGeom>
              <a:avLst/>
              <a:gdLst/>
              <a:ahLst/>
              <a:cxnLst/>
              <a:rect l="l" t="t" r="r" b="b"/>
              <a:pathLst>
                <a:path w="503" h="495" extrusionOk="0">
                  <a:moveTo>
                    <a:pt x="251" y="0"/>
                  </a:moveTo>
                  <a:cubicBezTo>
                    <a:pt x="115" y="0"/>
                    <a:pt x="0" y="107"/>
                    <a:pt x="0" y="243"/>
                  </a:cubicBezTo>
                  <a:cubicBezTo>
                    <a:pt x="0" y="387"/>
                    <a:pt x="115" y="494"/>
                    <a:pt x="251" y="494"/>
                  </a:cubicBezTo>
                  <a:cubicBezTo>
                    <a:pt x="387" y="494"/>
                    <a:pt x="503" y="387"/>
                    <a:pt x="503" y="243"/>
                  </a:cubicBezTo>
                  <a:cubicBezTo>
                    <a:pt x="503"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 name="Google Shape;868;p2"/>
            <p:cNvSpPr/>
            <p:nvPr/>
          </p:nvSpPr>
          <p:spPr>
            <a:xfrm>
              <a:off x="3064375" y="3493900"/>
              <a:ext cx="12375" cy="12375"/>
            </a:xfrm>
            <a:custGeom>
              <a:avLst/>
              <a:gdLst/>
              <a:ahLst/>
              <a:cxnLst/>
              <a:rect l="l" t="t" r="r" b="b"/>
              <a:pathLst>
                <a:path w="495" h="495" extrusionOk="0">
                  <a:moveTo>
                    <a:pt x="243" y="0"/>
                  </a:moveTo>
                  <a:cubicBezTo>
                    <a:pt x="107" y="0"/>
                    <a:pt x="1" y="107"/>
                    <a:pt x="1" y="243"/>
                  </a:cubicBezTo>
                  <a:cubicBezTo>
                    <a:pt x="1" y="387"/>
                    <a:pt x="107" y="494"/>
                    <a:pt x="243" y="494"/>
                  </a:cubicBezTo>
                  <a:cubicBezTo>
                    <a:pt x="388" y="494"/>
                    <a:pt x="495" y="387"/>
                    <a:pt x="495" y="243"/>
                  </a:cubicBezTo>
                  <a:cubicBezTo>
                    <a:pt x="495" y="107"/>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2"/>
            <p:cNvSpPr/>
            <p:nvPr/>
          </p:nvSpPr>
          <p:spPr>
            <a:xfrm>
              <a:off x="3156125" y="3493900"/>
              <a:ext cx="12600" cy="12375"/>
            </a:xfrm>
            <a:custGeom>
              <a:avLst/>
              <a:gdLst/>
              <a:ahLst/>
              <a:cxnLst/>
              <a:rect l="l" t="t" r="r" b="b"/>
              <a:pathLst>
                <a:path w="504" h="495" extrusionOk="0">
                  <a:moveTo>
                    <a:pt x="252" y="0"/>
                  </a:moveTo>
                  <a:cubicBezTo>
                    <a:pt x="116" y="0"/>
                    <a:pt x="1" y="107"/>
                    <a:pt x="1" y="243"/>
                  </a:cubicBezTo>
                  <a:cubicBezTo>
                    <a:pt x="1" y="387"/>
                    <a:pt x="116" y="494"/>
                    <a:pt x="252" y="494"/>
                  </a:cubicBezTo>
                  <a:cubicBezTo>
                    <a:pt x="388" y="494"/>
                    <a:pt x="503" y="387"/>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 name="Google Shape;870;p2"/>
            <p:cNvSpPr/>
            <p:nvPr/>
          </p:nvSpPr>
          <p:spPr>
            <a:xfrm>
              <a:off x="3247875" y="3493900"/>
              <a:ext cx="12575" cy="12375"/>
            </a:xfrm>
            <a:custGeom>
              <a:avLst/>
              <a:gdLst/>
              <a:ahLst/>
              <a:cxnLst/>
              <a:rect l="l" t="t" r="r" b="b"/>
              <a:pathLst>
                <a:path w="503" h="495" extrusionOk="0">
                  <a:moveTo>
                    <a:pt x="252" y="0"/>
                  </a:moveTo>
                  <a:cubicBezTo>
                    <a:pt x="116" y="0"/>
                    <a:pt x="1" y="107"/>
                    <a:pt x="1" y="243"/>
                  </a:cubicBezTo>
                  <a:cubicBezTo>
                    <a:pt x="1" y="387"/>
                    <a:pt x="116" y="494"/>
                    <a:pt x="252" y="494"/>
                  </a:cubicBezTo>
                  <a:cubicBezTo>
                    <a:pt x="388" y="494"/>
                    <a:pt x="503" y="387"/>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 name="Google Shape;871;p2"/>
            <p:cNvSpPr/>
            <p:nvPr/>
          </p:nvSpPr>
          <p:spPr>
            <a:xfrm>
              <a:off x="3339850" y="3493900"/>
              <a:ext cx="12525" cy="12375"/>
            </a:xfrm>
            <a:custGeom>
              <a:avLst/>
              <a:gdLst/>
              <a:ahLst/>
              <a:cxnLst/>
              <a:rect l="l" t="t" r="r" b="b"/>
              <a:pathLst>
                <a:path w="501" h="495" extrusionOk="0">
                  <a:moveTo>
                    <a:pt x="251" y="0"/>
                  </a:moveTo>
                  <a:cubicBezTo>
                    <a:pt x="107" y="0"/>
                    <a:pt x="0" y="107"/>
                    <a:pt x="0" y="243"/>
                  </a:cubicBezTo>
                  <a:cubicBezTo>
                    <a:pt x="0" y="387"/>
                    <a:pt x="107" y="494"/>
                    <a:pt x="251" y="494"/>
                  </a:cubicBezTo>
                  <a:cubicBezTo>
                    <a:pt x="387" y="494"/>
                    <a:pt x="501" y="387"/>
                    <a:pt x="501" y="243"/>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2"/>
            <p:cNvSpPr/>
            <p:nvPr/>
          </p:nvSpPr>
          <p:spPr>
            <a:xfrm>
              <a:off x="3431575" y="3493900"/>
              <a:ext cx="12600" cy="12375"/>
            </a:xfrm>
            <a:custGeom>
              <a:avLst/>
              <a:gdLst/>
              <a:ahLst/>
              <a:cxnLst/>
              <a:rect l="l" t="t" r="r" b="b"/>
              <a:pathLst>
                <a:path w="504" h="495" extrusionOk="0">
                  <a:moveTo>
                    <a:pt x="252" y="0"/>
                  </a:moveTo>
                  <a:cubicBezTo>
                    <a:pt x="116" y="0"/>
                    <a:pt x="1" y="107"/>
                    <a:pt x="1" y="243"/>
                  </a:cubicBezTo>
                  <a:cubicBezTo>
                    <a:pt x="1" y="387"/>
                    <a:pt x="116" y="494"/>
                    <a:pt x="252" y="494"/>
                  </a:cubicBezTo>
                  <a:cubicBezTo>
                    <a:pt x="388" y="494"/>
                    <a:pt x="503" y="387"/>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 name="Google Shape;873;p2"/>
            <p:cNvSpPr/>
            <p:nvPr/>
          </p:nvSpPr>
          <p:spPr>
            <a:xfrm>
              <a:off x="3523550" y="3493900"/>
              <a:ext cx="12375" cy="12375"/>
            </a:xfrm>
            <a:custGeom>
              <a:avLst/>
              <a:gdLst/>
              <a:ahLst/>
              <a:cxnLst/>
              <a:rect l="l" t="t" r="r" b="b"/>
              <a:pathLst>
                <a:path w="495" h="495" extrusionOk="0">
                  <a:moveTo>
                    <a:pt x="250" y="0"/>
                  </a:moveTo>
                  <a:cubicBezTo>
                    <a:pt x="107" y="0"/>
                    <a:pt x="0" y="107"/>
                    <a:pt x="0" y="243"/>
                  </a:cubicBezTo>
                  <a:cubicBezTo>
                    <a:pt x="0" y="387"/>
                    <a:pt x="107" y="494"/>
                    <a:pt x="250" y="494"/>
                  </a:cubicBezTo>
                  <a:cubicBezTo>
                    <a:pt x="388" y="494"/>
                    <a:pt x="494" y="387"/>
                    <a:pt x="494" y="243"/>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 name="Google Shape;874;p2"/>
            <p:cNvSpPr/>
            <p:nvPr/>
          </p:nvSpPr>
          <p:spPr>
            <a:xfrm>
              <a:off x="676400" y="358565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2"/>
            <p:cNvSpPr/>
            <p:nvPr/>
          </p:nvSpPr>
          <p:spPr>
            <a:xfrm>
              <a:off x="768325" y="3585650"/>
              <a:ext cx="12400" cy="12575"/>
            </a:xfrm>
            <a:custGeom>
              <a:avLst/>
              <a:gdLst/>
              <a:ahLst/>
              <a:cxnLst/>
              <a:rect l="l" t="t" r="r" b="b"/>
              <a:pathLst>
                <a:path w="496" h="503" extrusionOk="0">
                  <a:moveTo>
                    <a:pt x="245" y="0"/>
                  </a:moveTo>
                  <a:cubicBezTo>
                    <a:pt x="109" y="0"/>
                    <a:pt x="0" y="115"/>
                    <a:pt x="0" y="251"/>
                  </a:cubicBezTo>
                  <a:cubicBezTo>
                    <a:pt x="0" y="387"/>
                    <a:pt x="109" y="503"/>
                    <a:pt x="245" y="503"/>
                  </a:cubicBezTo>
                  <a:cubicBezTo>
                    <a:pt x="388" y="503"/>
                    <a:pt x="496" y="387"/>
                    <a:pt x="496" y="251"/>
                  </a:cubicBezTo>
                  <a:cubicBezTo>
                    <a:pt x="496" y="115"/>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876;p2"/>
            <p:cNvSpPr/>
            <p:nvPr/>
          </p:nvSpPr>
          <p:spPr>
            <a:xfrm>
              <a:off x="860125" y="3585650"/>
              <a:ext cx="12525" cy="12575"/>
            </a:xfrm>
            <a:custGeom>
              <a:avLst/>
              <a:gdLst/>
              <a:ahLst/>
              <a:cxnLst/>
              <a:rect l="l" t="t" r="r" b="b"/>
              <a:pathLst>
                <a:path w="501" h="503" extrusionOk="0">
                  <a:moveTo>
                    <a:pt x="251" y="0"/>
                  </a:moveTo>
                  <a:cubicBezTo>
                    <a:pt x="114" y="0"/>
                    <a:pt x="0" y="115"/>
                    <a:pt x="0" y="251"/>
                  </a:cubicBezTo>
                  <a:cubicBezTo>
                    <a:pt x="0" y="387"/>
                    <a:pt x="114" y="503"/>
                    <a:pt x="251" y="503"/>
                  </a:cubicBezTo>
                  <a:cubicBezTo>
                    <a:pt x="387" y="503"/>
                    <a:pt x="501" y="387"/>
                    <a:pt x="501" y="251"/>
                  </a:cubicBezTo>
                  <a:cubicBezTo>
                    <a:pt x="501"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2"/>
            <p:cNvSpPr/>
            <p:nvPr/>
          </p:nvSpPr>
          <p:spPr>
            <a:xfrm>
              <a:off x="951850" y="358565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 name="Google Shape;878;p2"/>
            <p:cNvSpPr/>
            <p:nvPr/>
          </p:nvSpPr>
          <p:spPr>
            <a:xfrm>
              <a:off x="1043825" y="3585650"/>
              <a:ext cx="12375" cy="12575"/>
            </a:xfrm>
            <a:custGeom>
              <a:avLst/>
              <a:gdLst/>
              <a:ahLst/>
              <a:cxnLst/>
              <a:rect l="l" t="t" r="r" b="b"/>
              <a:pathLst>
                <a:path w="495" h="503" extrusionOk="0">
                  <a:moveTo>
                    <a:pt x="250" y="0"/>
                  </a:moveTo>
                  <a:cubicBezTo>
                    <a:pt x="107" y="0"/>
                    <a:pt x="0" y="115"/>
                    <a:pt x="0" y="251"/>
                  </a:cubicBezTo>
                  <a:cubicBezTo>
                    <a:pt x="0" y="387"/>
                    <a:pt x="107" y="503"/>
                    <a:pt x="250" y="503"/>
                  </a:cubicBezTo>
                  <a:cubicBezTo>
                    <a:pt x="388" y="503"/>
                    <a:pt x="494" y="387"/>
                    <a:pt x="494" y="251"/>
                  </a:cubicBezTo>
                  <a:cubicBezTo>
                    <a:pt x="494" y="115"/>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 name="Google Shape;879;p2"/>
            <p:cNvSpPr/>
            <p:nvPr/>
          </p:nvSpPr>
          <p:spPr>
            <a:xfrm>
              <a:off x="1135575" y="3585650"/>
              <a:ext cx="12575" cy="12575"/>
            </a:xfrm>
            <a:custGeom>
              <a:avLst/>
              <a:gdLst/>
              <a:ahLst/>
              <a:cxnLst/>
              <a:rect l="l" t="t" r="r" b="b"/>
              <a:pathLst>
                <a:path w="503" h="503" extrusionOk="0">
                  <a:moveTo>
                    <a:pt x="252" y="0"/>
                  </a:moveTo>
                  <a:cubicBezTo>
                    <a:pt x="116" y="0"/>
                    <a:pt x="0" y="115"/>
                    <a:pt x="0" y="251"/>
                  </a:cubicBezTo>
                  <a:cubicBezTo>
                    <a:pt x="0" y="387"/>
                    <a:pt x="116" y="503"/>
                    <a:pt x="252" y="503"/>
                  </a:cubicBezTo>
                  <a:cubicBezTo>
                    <a:pt x="387" y="503"/>
                    <a:pt x="503" y="387"/>
                    <a:pt x="503" y="251"/>
                  </a:cubicBezTo>
                  <a:cubicBezTo>
                    <a:pt x="503" y="115"/>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 name="Google Shape;880;p2"/>
            <p:cNvSpPr/>
            <p:nvPr/>
          </p:nvSpPr>
          <p:spPr>
            <a:xfrm>
              <a:off x="1227500" y="3585650"/>
              <a:ext cx="12400" cy="12575"/>
            </a:xfrm>
            <a:custGeom>
              <a:avLst/>
              <a:gdLst/>
              <a:ahLst/>
              <a:cxnLst/>
              <a:rect l="l" t="t" r="r" b="b"/>
              <a:pathLst>
                <a:path w="496" h="503" extrusionOk="0">
                  <a:moveTo>
                    <a:pt x="251" y="0"/>
                  </a:moveTo>
                  <a:cubicBezTo>
                    <a:pt x="109" y="0"/>
                    <a:pt x="0" y="115"/>
                    <a:pt x="0" y="251"/>
                  </a:cubicBezTo>
                  <a:cubicBezTo>
                    <a:pt x="0" y="387"/>
                    <a:pt x="109" y="503"/>
                    <a:pt x="251" y="503"/>
                  </a:cubicBezTo>
                  <a:cubicBezTo>
                    <a:pt x="387" y="503"/>
                    <a:pt x="496" y="387"/>
                    <a:pt x="496" y="251"/>
                  </a:cubicBezTo>
                  <a:cubicBezTo>
                    <a:pt x="496"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 name="Google Shape;881;p2"/>
            <p:cNvSpPr/>
            <p:nvPr/>
          </p:nvSpPr>
          <p:spPr>
            <a:xfrm>
              <a:off x="1319275" y="3585650"/>
              <a:ext cx="12550" cy="12575"/>
            </a:xfrm>
            <a:custGeom>
              <a:avLst/>
              <a:gdLst/>
              <a:ahLst/>
              <a:cxnLst/>
              <a:rect l="l" t="t" r="r" b="b"/>
              <a:pathLst>
                <a:path w="502" h="503" extrusionOk="0">
                  <a:moveTo>
                    <a:pt x="252" y="0"/>
                  </a:moveTo>
                  <a:cubicBezTo>
                    <a:pt x="114" y="0"/>
                    <a:pt x="1" y="115"/>
                    <a:pt x="1" y="251"/>
                  </a:cubicBezTo>
                  <a:cubicBezTo>
                    <a:pt x="1" y="387"/>
                    <a:pt x="114" y="503"/>
                    <a:pt x="252" y="503"/>
                  </a:cubicBezTo>
                  <a:cubicBezTo>
                    <a:pt x="388" y="503"/>
                    <a:pt x="501" y="387"/>
                    <a:pt x="501" y="251"/>
                  </a:cubicBezTo>
                  <a:cubicBezTo>
                    <a:pt x="501"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 name="Google Shape;882;p2"/>
            <p:cNvSpPr/>
            <p:nvPr/>
          </p:nvSpPr>
          <p:spPr>
            <a:xfrm>
              <a:off x="1411200" y="3585650"/>
              <a:ext cx="12425" cy="12575"/>
            </a:xfrm>
            <a:custGeom>
              <a:avLst/>
              <a:gdLst/>
              <a:ahLst/>
              <a:cxnLst/>
              <a:rect l="l" t="t" r="r" b="b"/>
              <a:pathLst>
                <a:path w="497" h="503" extrusionOk="0">
                  <a:moveTo>
                    <a:pt x="245" y="0"/>
                  </a:moveTo>
                  <a:cubicBezTo>
                    <a:pt x="109" y="0"/>
                    <a:pt x="1" y="115"/>
                    <a:pt x="1" y="251"/>
                  </a:cubicBezTo>
                  <a:cubicBezTo>
                    <a:pt x="1" y="387"/>
                    <a:pt x="109" y="503"/>
                    <a:pt x="245" y="503"/>
                  </a:cubicBezTo>
                  <a:cubicBezTo>
                    <a:pt x="388" y="503"/>
                    <a:pt x="496" y="387"/>
                    <a:pt x="496" y="251"/>
                  </a:cubicBezTo>
                  <a:cubicBezTo>
                    <a:pt x="496" y="115"/>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 name="Google Shape;883;p2"/>
            <p:cNvSpPr/>
            <p:nvPr/>
          </p:nvSpPr>
          <p:spPr>
            <a:xfrm>
              <a:off x="1503000" y="3585650"/>
              <a:ext cx="12525" cy="12575"/>
            </a:xfrm>
            <a:custGeom>
              <a:avLst/>
              <a:gdLst/>
              <a:ahLst/>
              <a:cxnLst/>
              <a:rect l="l" t="t" r="r" b="b"/>
              <a:pathLst>
                <a:path w="501" h="503" extrusionOk="0">
                  <a:moveTo>
                    <a:pt x="250" y="0"/>
                  </a:moveTo>
                  <a:cubicBezTo>
                    <a:pt x="114" y="0"/>
                    <a:pt x="0" y="115"/>
                    <a:pt x="0" y="251"/>
                  </a:cubicBezTo>
                  <a:cubicBezTo>
                    <a:pt x="0" y="387"/>
                    <a:pt x="114" y="503"/>
                    <a:pt x="250" y="503"/>
                  </a:cubicBezTo>
                  <a:cubicBezTo>
                    <a:pt x="387" y="503"/>
                    <a:pt x="501" y="387"/>
                    <a:pt x="501" y="251"/>
                  </a:cubicBezTo>
                  <a:cubicBezTo>
                    <a:pt x="501" y="115"/>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 name="Google Shape;884;p2"/>
            <p:cNvSpPr/>
            <p:nvPr/>
          </p:nvSpPr>
          <p:spPr>
            <a:xfrm>
              <a:off x="1594750" y="3585650"/>
              <a:ext cx="12575" cy="12575"/>
            </a:xfrm>
            <a:custGeom>
              <a:avLst/>
              <a:gdLst/>
              <a:ahLst/>
              <a:cxnLst/>
              <a:rect l="l" t="t" r="r" b="b"/>
              <a:pathLst>
                <a:path w="503" h="503" extrusionOk="0">
                  <a:moveTo>
                    <a:pt x="251" y="0"/>
                  </a:moveTo>
                  <a:cubicBezTo>
                    <a:pt x="115" y="0"/>
                    <a:pt x="0" y="115"/>
                    <a:pt x="0" y="251"/>
                  </a:cubicBezTo>
                  <a:cubicBezTo>
                    <a:pt x="0" y="387"/>
                    <a:pt x="115" y="503"/>
                    <a:pt x="251" y="503"/>
                  </a:cubicBezTo>
                  <a:cubicBezTo>
                    <a:pt x="394" y="503"/>
                    <a:pt x="503" y="387"/>
                    <a:pt x="503" y="251"/>
                  </a:cubicBezTo>
                  <a:cubicBezTo>
                    <a:pt x="503" y="115"/>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 name="Google Shape;885;p2"/>
            <p:cNvSpPr/>
            <p:nvPr/>
          </p:nvSpPr>
          <p:spPr>
            <a:xfrm>
              <a:off x="1686650" y="358565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 name="Google Shape;886;p2"/>
            <p:cNvSpPr/>
            <p:nvPr/>
          </p:nvSpPr>
          <p:spPr>
            <a:xfrm>
              <a:off x="1778450" y="3585650"/>
              <a:ext cx="12550" cy="12575"/>
            </a:xfrm>
            <a:custGeom>
              <a:avLst/>
              <a:gdLst/>
              <a:ahLst/>
              <a:cxnLst/>
              <a:rect l="l" t="t" r="r" b="b"/>
              <a:pathLst>
                <a:path w="502" h="503" extrusionOk="0">
                  <a:moveTo>
                    <a:pt x="252" y="0"/>
                  </a:moveTo>
                  <a:cubicBezTo>
                    <a:pt x="114" y="0"/>
                    <a:pt x="1" y="115"/>
                    <a:pt x="1" y="251"/>
                  </a:cubicBezTo>
                  <a:cubicBezTo>
                    <a:pt x="1" y="387"/>
                    <a:pt x="114" y="503"/>
                    <a:pt x="252" y="503"/>
                  </a:cubicBezTo>
                  <a:cubicBezTo>
                    <a:pt x="388" y="503"/>
                    <a:pt x="501" y="387"/>
                    <a:pt x="501" y="251"/>
                  </a:cubicBezTo>
                  <a:cubicBezTo>
                    <a:pt x="501"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 name="Google Shape;887;p2"/>
            <p:cNvSpPr/>
            <p:nvPr/>
          </p:nvSpPr>
          <p:spPr>
            <a:xfrm>
              <a:off x="1870375" y="3585650"/>
              <a:ext cx="12400" cy="12575"/>
            </a:xfrm>
            <a:custGeom>
              <a:avLst/>
              <a:gdLst/>
              <a:ahLst/>
              <a:cxnLst/>
              <a:rect l="l" t="t" r="r" b="b"/>
              <a:pathLst>
                <a:path w="496" h="503" extrusionOk="0">
                  <a:moveTo>
                    <a:pt x="252" y="0"/>
                  </a:moveTo>
                  <a:cubicBezTo>
                    <a:pt x="109" y="0"/>
                    <a:pt x="0" y="115"/>
                    <a:pt x="0" y="251"/>
                  </a:cubicBezTo>
                  <a:cubicBezTo>
                    <a:pt x="0" y="387"/>
                    <a:pt x="109" y="503"/>
                    <a:pt x="252" y="503"/>
                  </a:cubicBezTo>
                  <a:cubicBezTo>
                    <a:pt x="387" y="503"/>
                    <a:pt x="496" y="387"/>
                    <a:pt x="496" y="251"/>
                  </a:cubicBezTo>
                  <a:cubicBezTo>
                    <a:pt x="496" y="115"/>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 name="Google Shape;888;p2"/>
            <p:cNvSpPr/>
            <p:nvPr/>
          </p:nvSpPr>
          <p:spPr>
            <a:xfrm>
              <a:off x="1962150" y="3585650"/>
              <a:ext cx="12550" cy="12575"/>
            </a:xfrm>
            <a:custGeom>
              <a:avLst/>
              <a:gdLst/>
              <a:ahLst/>
              <a:cxnLst/>
              <a:rect l="l" t="t" r="r" b="b"/>
              <a:pathLst>
                <a:path w="502" h="503" extrusionOk="0">
                  <a:moveTo>
                    <a:pt x="250" y="0"/>
                  </a:moveTo>
                  <a:cubicBezTo>
                    <a:pt x="114" y="0"/>
                    <a:pt x="1" y="115"/>
                    <a:pt x="1" y="251"/>
                  </a:cubicBezTo>
                  <a:cubicBezTo>
                    <a:pt x="1" y="387"/>
                    <a:pt x="114" y="503"/>
                    <a:pt x="250" y="503"/>
                  </a:cubicBezTo>
                  <a:cubicBezTo>
                    <a:pt x="388" y="503"/>
                    <a:pt x="502" y="387"/>
                    <a:pt x="502" y="251"/>
                  </a:cubicBezTo>
                  <a:cubicBezTo>
                    <a:pt x="502" y="115"/>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 name="Google Shape;889;p2"/>
            <p:cNvSpPr/>
            <p:nvPr/>
          </p:nvSpPr>
          <p:spPr>
            <a:xfrm>
              <a:off x="2054075" y="3585650"/>
              <a:ext cx="12425" cy="12575"/>
            </a:xfrm>
            <a:custGeom>
              <a:avLst/>
              <a:gdLst/>
              <a:ahLst/>
              <a:cxnLst/>
              <a:rect l="l" t="t" r="r" b="b"/>
              <a:pathLst>
                <a:path w="497" h="503" extrusionOk="0">
                  <a:moveTo>
                    <a:pt x="252" y="0"/>
                  </a:moveTo>
                  <a:cubicBezTo>
                    <a:pt x="109" y="0"/>
                    <a:pt x="1" y="115"/>
                    <a:pt x="1" y="251"/>
                  </a:cubicBezTo>
                  <a:cubicBezTo>
                    <a:pt x="1" y="387"/>
                    <a:pt x="109" y="503"/>
                    <a:pt x="252" y="503"/>
                  </a:cubicBezTo>
                  <a:cubicBezTo>
                    <a:pt x="388" y="503"/>
                    <a:pt x="496" y="387"/>
                    <a:pt x="496" y="251"/>
                  </a:cubicBezTo>
                  <a:cubicBezTo>
                    <a:pt x="496"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 name="Google Shape;890;p2"/>
            <p:cNvSpPr/>
            <p:nvPr/>
          </p:nvSpPr>
          <p:spPr>
            <a:xfrm>
              <a:off x="2145825" y="358565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 name="Google Shape;891;p2"/>
            <p:cNvSpPr/>
            <p:nvPr/>
          </p:nvSpPr>
          <p:spPr>
            <a:xfrm>
              <a:off x="2237800" y="3585650"/>
              <a:ext cx="12350" cy="12575"/>
            </a:xfrm>
            <a:custGeom>
              <a:avLst/>
              <a:gdLst/>
              <a:ahLst/>
              <a:cxnLst/>
              <a:rect l="l" t="t" r="r" b="b"/>
              <a:pathLst>
                <a:path w="494" h="503" extrusionOk="0">
                  <a:moveTo>
                    <a:pt x="244" y="0"/>
                  </a:moveTo>
                  <a:cubicBezTo>
                    <a:pt x="107" y="0"/>
                    <a:pt x="0" y="115"/>
                    <a:pt x="0" y="251"/>
                  </a:cubicBezTo>
                  <a:cubicBezTo>
                    <a:pt x="0" y="387"/>
                    <a:pt x="107" y="503"/>
                    <a:pt x="244" y="503"/>
                  </a:cubicBezTo>
                  <a:cubicBezTo>
                    <a:pt x="387" y="503"/>
                    <a:pt x="494" y="387"/>
                    <a:pt x="494" y="251"/>
                  </a:cubicBezTo>
                  <a:cubicBezTo>
                    <a:pt x="494" y="115"/>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 name="Google Shape;892;p2"/>
            <p:cNvSpPr/>
            <p:nvPr/>
          </p:nvSpPr>
          <p:spPr>
            <a:xfrm>
              <a:off x="2329550" y="3585650"/>
              <a:ext cx="12575" cy="12575"/>
            </a:xfrm>
            <a:custGeom>
              <a:avLst/>
              <a:gdLst/>
              <a:ahLst/>
              <a:cxnLst/>
              <a:rect l="l" t="t" r="r" b="b"/>
              <a:pathLst>
                <a:path w="503" h="503" extrusionOk="0">
                  <a:moveTo>
                    <a:pt x="251" y="0"/>
                  </a:moveTo>
                  <a:cubicBezTo>
                    <a:pt x="115" y="0"/>
                    <a:pt x="0" y="115"/>
                    <a:pt x="0" y="251"/>
                  </a:cubicBezTo>
                  <a:cubicBezTo>
                    <a:pt x="0" y="387"/>
                    <a:pt x="115" y="503"/>
                    <a:pt x="251" y="503"/>
                  </a:cubicBezTo>
                  <a:cubicBezTo>
                    <a:pt x="387" y="503"/>
                    <a:pt x="502" y="387"/>
                    <a:pt x="502" y="251"/>
                  </a:cubicBezTo>
                  <a:cubicBezTo>
                    <a:pt x="502"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 name="Google Shape;893;p2"/>
            <p:cNvSpPr/>
            <p:nvPr/>
          </p:nvSpPr>
          <p:spPr>
            <a:xfrm>
              <a:off x="2421325" y="3585650"/>
              <a:ext cx="12550" cy="12575"/>
            </a:xfrm>
            <a:custGeom>
              <a:avLst/>
              <a:gdLst/>
              <a:ahLst/>
              <a:cxnLst/>
              <a:rect l="l" t="t" r="r" b="b"/>
              <a:pathLst>
                <a:path w="502" h="503" extrusionOk="0">
                  <a:moveTo>
                    <a:pt x="250" y="0"/>
                  </a:moveTo>
                  <a:cubicBezTo>
                    <a:pt x="114" y="0"/>
                    <a:pt x="1" y="115"/>
                    <a:pt x="1" y="251"/>
                  </a:cubicBezTo>
                  <a:cubicBezTo>
                    <a:pt x="1" y="387"/>
                    <a:pt x="114" y="503"/>
                    <a:pt x="250" y="503"/>
                  </a:cubicBezTo>
                  <a:cubicBezTo>
                    <a:pt x="395" y="503"/>
                    <a:pt x="501" y="387"/>
                    <a:pt x="501" y="251"/>
                  </a:cubicBezTo>
                  <a:cubicBezTo>
                    <a:pt x="501" y="115"/>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 name="Google Shape;894;p2"/>
            <p:cNvSpPr/>
            <p:nvPr/>
          </p:nvSpPr>
          <p:spPr>
            <a:xfrm>
              <a:off x="2513250" y="3585650"/>
              <a:ext cx="12575" cy="12575"/>
            </a:xfrm>
            <a:custGeom>
              <a:avLst/>
              <a:gdLst/>
              <a:ahLst/>
              <a:cxnLst/>
              <a:rect l="l" t="t" r="r" b="b"/>
              <a:pathLst>
                <a:path w="503" h="503" extrusionOk="0">
                  <a:moveTo>
                    <a:pt x="252" y="0"/>
                  </a:moveTo>
                  <a:cubicBezTo>
                    <a:pt x="109" y="0"/>
                    <a:pt x="0" y="115"/>
                    <a:pt x="0" y="251"/>
                  </a:cubicBezTo>
                  <a:cubicBezTo>
                    <a:pt x="0" y="387"/>
                    <a:pt x="109"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 name="Google Shape;895;p2"/>
            <p:cNvSpPr/>
            <p:nvPr/>
          </p:nvSpPr>
          <p:spPr>
            <a:xfrm>
              <a:off x="2605000" y="3585650"/>
              <a:ext cx="12575" cy="12575"/>
            </a:xfrm>
            <a:custGeom>
              <a:avLst/>
              <a:gdLst/>
              <a:ahLst/>
              <a:cxnLst/>
              <a:rect l="l" t="t" r="r" b="b"/>
              <a:pathLst>
                <a:path w="503" h="503" extrusionOk="0">
                  <a:moveTo>
                    <a:pt x="252" y="0"/>
                  </a:moveTo>
                  <a:cubicBezTo>
                    <a:pt x="116" y="0"/>
                    <a:pt x="0" y="115"/>
                    <a:pt x="0" y="251"/>
                  </a:cubicBezTo>
                  <a:cubicBezTo>
                    <a:pt x="0" y="387"/>
                    <a:pt x="116" y="503"/>
                    <a:pt x="252" y="503"/>
                  </a:cubicBezTo>
                  <a:cubicBezTo>
                    <a:pt x="387" y="503"/>
                    <a:pt x="503" y="387"/>
                    <a:pt x="503" y="251"/>
                  </a:cubicBezTo>
                  <a:cubicBezTo>
                    <a:pt x="503" y="115"/>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 name="Google Shape;896;p2"/>
            <p:cNvSpPr/>
            <p:nvPr/>
          </p:nvSpPr>
          <p:spPr>
            <a:xfrm>
              <a:off x="2696950" y="3585650"/>
              <a:ext cx="12375" cy="12575"/>
            </a:xfrm>
            <a:custGeom>
              <a:avLst/>
              <a:gdLst/>
              <a:ahLst/>
              <a:cxnLst/>
              <a:rect l="l" t="t" r="r" b="b"/>
              <a:pathLst>
                <a:path w="495" h="503" extrusionOk="0">
                  <a:moveTo>
                    <a:pt x="252" y="0"/>
                  </a:moveTo>
                  <a:cubicBezTo>
                    <a:pt x="108" y="0"/>
                    <a:pt x="1" y="115"/>
                    <a:pt x="1" y="251"/>
                  </a:cubicBezTo>
                  <a:cubicBezTo>
                    <a:pt x="1" y="387"/>
                    <a:pt x="108" y="503"/>
                    <a:pt x="252" y="503"/>
                  </a:cubicBezTo>
                  <a:cubicBezTo>
                    <a:pt x="388" y="503"/>
                    <a:pt x="495" y="387"/>
                    <a:pt x="495" y="251"/>
                  </a:cubicBezTo>
                  <a:cubicBezTo>
                    <a:pt x="495"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 name="Google Shape;897;p2"/>
            <p:cNvSpPr/>
            <p:nvPr/>
          </p:nvSpPr>
          <p:spPr>
            <a:xfrm>
              <a:off x="2788700" y="358565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 name="Google Shape;898;p2"/>
            <p:cNvSpPr/>
            <p:nvPr/>
          </p:nvSpPr>
          <p:spPr>
            <a:xfrm>
              <a:off x="2880675" y="3585650"/>
              <a:ext cx="12375" cy="12575"/>
            </a:xfrm>
            <a:custGeom>
              <a:avLst/>
              <a:gdLst/>
              <a:ahLst/>
              <a:cxnLst/>
              <a:rect l="l" t="t" r="r" b="b"/>
              <a:pathLst>
                <a:path w="495" h="503" extrusionOk="0">
                  <a:moveTo>
                    <a:pt x="243" y="0"/>
                  </a:moveTo>
                  <a:cubicBezTo>
                    <a:pt x="107" y="0"/>
                    <a:pt x="0" y="115"/>
                    <a:pt x="0" y="251"/>
                  </a:cubicBezTo>
                  <a:cubicBezTo>
                    <a:pt x="0" y="387"/>
                    <a:pt x="107" y="503"/>
                    <a:pt x="243" y="503"/>
                  </a:cubicBezTo>
                  <a:cubicBezTo>
                    <a:pt x="387" y="503"/>
                    <a:pt x="494" y="387"/>
                    <a:pt x="494" y="251"/>
                  </a:cubicBezTo>
                  <a:cubicBezTo>
                    <a:pt x="494" y="115"/>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 name="Google Shape;899;p2"/>
            <p:cNvSpPr/>
            <p:nvPr/>
          </p:nvSpPr>
          <p:spPr>
            <a:xfrm>
              <a:off x="2972425" y="3585650"/>
              <a:ext cx="12575" cy="12575"/>
            </a:xfrm>
            <a:custGeom>
              <a:avLst/>
              <a:gdLst/>
              <a:ahLst/>
              <a:cxnLst/>
              <a:rect l="l" t="t" r="r" b="b"/>
              <a:pathLst>
                <a:path w="503" h="503" extrusionOk="0">
                  <a:moveTo>
                    <a:pt x="251" y="0"/>
                  </a:moveTo>
                  <a:cubicBezTo>
                    <a:pt x="115" y="0"/>
                    <a:pt x="0" y="115"/>
                    <a:pt x="0" y="251"/>
                  </a:cubicBezTo>
                  <a:cubicBezTo>
                    <a:pt x="0" y="387"/>
                    <a:pt x="115" y="503"/>
                    <a:pt x="251" y="503"/>
                  </a:cubicBezTo>
                  <a:cubicBezTo>
                    <a:pt x="387" y="503"/>
                    <a:pt x="503" y="387"/>
                    <a:pt x="503" y="251"/>
                  </a:cubicBezTo>
                  <a:cubicBezTo>
                    <a:pt x="503"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 name="Google Shape;900;p2"/>
            <p:cNvSpPr/>
            <p:nvPr/>
          </p:nvSpPr>
          <p:spPr>
            <a:xfrm>
              <a:off x="3064375" y="3585650"/>
              <a:ext cx="12375" cy="12575"/>
            </a:xfrm>
            <a:custGeom>
              <a:avLst/>
              <a:gdLst/>
              <a:ahLst/>
              <a:cxnLst/>
              <a:rect l="l" t="t" r="r" b="b"/>
              <a:pathLst>
                <a:path w="495" h="503" extrusionOk="0">
                  <a:moveTo>
                    <a:pt x="243" y="0"/>
                  </a:moveTo>
                  <a:cubicBezTo>
                    <a:pt x="107" y="0"/>
                    <a:pt x="1" y="115"/>
                    <a:pt x="1" y="251"/>
                  </a:cubicBezTo>
                  <a:cubicBezTo>
                    <a:pt x="1" y="387"/>
                    <a:pt x="107" y="503"/>
                    <a:pt x="243" y="503"/>
                  </a:cubicBezTo>
                  <a:cubicBezTo>
                    <a:pt x="388" y="503"/>
                    <a:pt x="495" y="387"/>
                    <a:pt x="495" y="251"/>
                  </a:cubicBezTo>
                  <a:cubicBezTo>
                    <a:pt x="495" y="115"/>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 name="Google Shape;901;p2"/>
            <p:cNvSpPr/>
            <p:nvPr/>
          </p:nvSpPr>
          <p:spPr>
            <a:xfrm>
              <a:off x="3156125" y="358565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902;p2"/>
            <p:cNvSpPr/>
            <p:nvPr/>
          </p:nvSpPr>
          <p:spPr>
            <a:xfrm>
              <a:off x="3247875" y="3585650"/>
              <a:ext cx="12575" cy="12575"/>
            </a:xfrm>
            <a:custGeom>
              <a:avLst/>
              <a:gdLst/>
              <a:ahLst/>
              <a:cxnLst/>
              <a:rect l="l" t="t" r="r" b="b"/>
              <a:pathLst>
                <a:path w="503"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903;p2"/>
            <p:cNvSpPr/>
            <p:nvPr/>
          </p:nvSpPr>
          <p:spPr>
            <a:xfrm>
              <a:off x="3339850" y="3585650"/>
              <a:ext cx="12525" cy="12575"/>
            </a:xfrm>
            <a:custGeom>
              <a:avLst/>
              <a:gdLst/>
              <a:ahLst/>
              <a:cxnLst/>
              <a:rect l="l" t="t" r="r" b="b"/>
              <a:pathLst>
                <a:path w="501" h="503" extrusionOk="0">
                  <a:moveTo>
                    <a:pt x="251" y="0"/>
                  </a:moveTo>
                  <a:cubicBezTo>
                    <a:pt x="107" y="0"/>
                    <a:pt x="0" y="115"/>
                    <a:pt x="0" y="251"/>
                  </a:cubicBezTo>
                  <a:cubicBezTo>
                    <a:pt x="0" y="387"/>
                    <a:pt x="107" y="503"/>
                    <a:pt x="251" y="503"/>
                  </a:cubicBezTo>
                  <a:cubicBezTo>
                    <a:pt x="387" y="503"/>
                    <a:pt x="501" y="387"/>
                    <a:pt x="501" y="251"/>
                  </a:cubicBezTo>
                  <a:cubicBezTo>
                    <a:pt x="501"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 name="Google Shape;904;p2"/>
            <p:cNvSpPr/>
            <p:nvPr/>
          </p:nvSpPr>
          <p:spPr>
            <a:xfrm>
              <a:off x="3431575" y="358565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 name="Google Shape;905;p2"/>
            <p:cNvSpPr/>
            <p:nvPr/>
          </p:nvSpPr>
          <p:spPr>
            <a:xfrm>
              <a:off x="3523550" y="3585650"/>
              <a:ext cx="12375" cy="12575"/>
            </a:xfrm>
            <a:custGeom>
              <a:avLst/>
              <a:gdLst/>
              <a:ahLst/>
              <a:cxnLst/>
              <a:rect l="l" t="t" r="r" b="b"/>
              <a:pathLst>
                <a:path w="495" h="503" extrusionOk="0">
                  <a:moveTo>
                    <a:pt x="250" y="0"/>
                  </a:moveTo>
                  <a:cubicBezTo>
                    <a:pt x="107" y="0"/>
                    <a:pt x="0" y="115"/>
                    <a:pt x="0" y="251"/>
                  </a:cubicBezTo>
                  <a:cubicBezTo>
                    <a:pt x="0" y="387"/>
                    <a:pt x="107" y="503"/>
                    <a:pt x="250" y="503"/>
                  </a:cubicBezTo>
                  <a:cubicBezTo>
                    <a:pt x="388" y="503"/>
                    <a:pt x="494" y="387"/>
                    <a:pt x="494" y="251"/>
                  </a:cubicBezTo>
                  <a:cubicBezTo>
                    <a:pt x="494" y="115"/>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 name="Google Shape;906;p2"/>
            <p:cNvSpPr/>
            <p:nvPr/>
          </p:nvSpPr>
          <p:spPr>
            <a:xfrm>
              <a:off x="676400" y="3677600"/>
              <a:ext cx="12600" cy="12375"/>
            </a:xfrm>
            <a:custGeom>
              <a:avLst/>
              <a:gdLst/>
              <a:ahLst/>
              <a:cxnLst/>
              <a:rect l="l" t="t" r="r" b="b"/>
              <a:pathLst>
                <a:path w="504" h="495" extrusionOk="0">
                  <a:moveTo>
                    <a:pt x="252" y="1"/>
                  </a:moveTo>
                  <a:cubicBezTo>
                    <a:pt x="116" y="1"/>
                    <a:pt x="1" y="107"/>
                    <a:pt x="1" y="243"/>
                  </a:cubicBezTo>
                  <a:cubicBezTo>
                    <a:pt x="1" y="388"/>
                    <a:pt x="116" y="495"/>
                    <a:pt x="252" y="495"/>
                  </a:cubicBezTo>
                  <a:cubicBezTo>
                    <a:pt x="388" y="495"/>
                    <a:pt x="503" y="388"/>
                    <a:pt x="503" y="243"/>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 name="Google Shape;907;p2"/>
            <p:cNvSpPr/>
            <p:nvPr/>
          </p:nvSpPr>
          <p:spPr>
            <a:xfrm>
              <a:off x="768325" y="3677600"/>
              <a:ext cx="12400" cy="12375"/>
            </a:xfrm>
            <a:custGeom>
              <a:avLst/>
              <a:gdLst/>
              <a:ahLst/>
              <a:cxnLst/>
              <a:rect l="l" t="t" r="r" b="b"/>
              <a:pathLst>
                <a:path w="496" h="495" extrusionOk="0">
                  <a:moveTo>
                    <a:pt x="245" y="1"/>
                  </a:moveTo>
                  <a:cubicBezTo>
                    <a:pt x="109" y="1"/>
                    <a:pt x="0" y="107"/>
                    <a:pt x="0" y="243"/>
                  </a:cubicBezTo>
                  <a:cubicBezTo>
                    <a:pt x="0" y="388"/>
                    <a:pt x="109" y="495"/>
                    <a:pt x="245" y="495"/>
                  </a:cubicBezTo>
                  <a:cubicBezTo>
                    <a:pt x="388" y="495"/>
                    <a:pt x="496" y="388"/>
                    <a:pt x="496" y="243"/>
                  </a:cubicBezTo>
                  <a:cubicBezTo>
                    <a:pt x="496" y="107"/>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 name="Google Shape;908;p2"/>
            <p:cNvSpPr/>
            <p:nvPr/>
          </p:nvSpPr>
          <p:spPr>
            <a:xfrm>
              <a:off x="860125" y="3677600"/>
              <a:ext cx="12525" cy="12375"/>
            </a:xfrm>
            <a:custGeom>
              <a:avLst/>
              <a:gdLst/>
              <a:ahLst/>
              <a:cxnLst/>
              <a:rect l="l" t="t" r="r" b="b"/>
              <a:pathLst>
                <a:path w="501" h="495" extrusionOk="0">
                  <a:moveTo>
                    <a:pt x="251" y="1"/>
                  </a:moveTo>
                  <a:cubicBezTo>
                    <a:pt x="114" y="1"/>
                    <a:pt x="0" y="107"/>
                    <a:pt x="0" y="243"/>
                  </a:cubicBezTo>
                  <a:cubicBezTo>
                    <a:pt x="0" y="388"/>
                    <a:pt x="114" y="495"/>
                    <a:pt x="251" y="495"/>
                  </a:cubicBezTo>
                  <a:cubicBezTo>
                    <a:pt x="387" y="495"/>
                    <a:pt x="501" y="388"/>
                    <a:pt x="501" y="243"/>
                  </a:cubicBezTo>
                  <a:cubicBezTo>
                    <a:pt x="501"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 name="Google Shape;909;p2"/>
            <p:cNvSpPr/>
            <p:nvPr/>
          </p:nvSpPr>
          <p:spPr>
            <a:xfrm>
              <a:off x="951850" y="3677600"/>
              <a:ext cx="12600" cy="12375"/>
            </a:xfrm>
            <a:custGeom>
              <a:avLst/>
              <a:gdLst/>
              <a:ahLst/>
              <a:cxnLst/>
              <a:rect l="l" t="t" r="r" b="b"/>
              <a:pathLst>
                <a:path w="504" h="495" extrusionOk="0">
                  <a:moveTo>
                    <a:pt x="252" y="1"/>
                  </a:moveTo>
                  <a:cubicBezTo>
                    <a:pt x="116" y="1"/>
                    <a:pt x="1" y="107"/>
                    <a:pt x="1" y="243"/>
                  </a:cubicBezTo>
                  <a:cubicBezTo>
                    <a:pt x="1" y="388"/>
                    <a:pt x="116" y="495"/>
                    <a:pt x="252" y="495"/>
                  </a:cubicBezTo>
                  <a:cubicBezTo>
                    <a:pt x="388" y="495"/>
                    <a:pt x="503" y="388"/>
                    <a:pt x="503" y="243"/>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 name="Google Shape;910;p2"/>
            <p:cNvSpPr/>
            <p:nvPr/>
          </p:nvSpPr>
          <p:spPr>
            <a:xfrm>
              <a:off x="1043825" y="3677600"/>
              <a:ext cx="12375" cy="12375"/>
            </a:xfrm>
            <a:custGeom>
              <a:avLst/>
              <a:gdLst/>
              <a:ahLst/>
              <a:cxnLst/>
              <a:rect l="l" t="t" r="r" b="b"/>
              <a:pathLst>
                <a:path w="495" h="495" extrusionOk="0">
                  <a:moveTo>
                    <a:pt x="250" y="1"/>
                  </a:moveTo>
                  <a:cubicBezTo>
                    <a:pt x="107" y="1"/>
                    <a:pt x="0" y="107"/>
                    <a:pt x="0" y="243"/>
                  </a:cubicBezTo>
                  <a:cubicBezTo>
                    <a:pt x="0" y="388"/>
                    <a:pt x="107" y="495"/>
                    <a:pt x="250" y="495"/>
                  </a:cubicBezTo>
                  <a:cubicBezTo>
                    <a:pt x="388" y="495"/>
                    <a:pt x="494" y="388"/>
                    <a:pt x="494" y="243"/>
                  </a:cubicBezTo>
                  <a:cubicBezTo>
                    <a:pt x="494" y="107"/>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 name="Google Shape;911;p2"/>
            <p:cNvSpPr/>
            <p:nvPr/>
          </p:nvSpPr>
          <p:spPr>
            <a:xfrm>
              <a:off x="1135575" y="3677600"/>
              <a:ext cx="12575" cy="12375"/>
            </a:xfrm>
            <a:custGeom>
              <a:avLst/>
              <a:gdLst/>
              <a:ahLst/>
              <a:cxnLst/>
              <a:rect l="l" t="t" r="r" b="b"/>
              <a:pathLst>
                <a:path w="503" h="495" extrusionOk="0">
                  <a:moveTo>
                    <a:pt x="252" y="1"/>
                  </a:moveTo>
                  <a:cubicBezTo>
                    <a:pt x="116" y="1"/>
                    <a:pt x="0" y="107"/>
                    <a:pt x="0" y="243"/>
                  </a:cubicBezTo>
                  <a:cubicBezTo>
                    <a:pt x="0" y="388"/>
                    <a:pt x="116" y="495"/>
                    <a:pt x="252" y="495"/>
                  </a:cubicBezTo>
                  <a:cubicBezTo>
                    <a:pt x="387" y="495"/>
                    <a:pt x="503" y="388"/>
                    <a:pt x="503" y="243"/>
                  </a:cubicBezTo>
                  <a:cubicBezTo>
                    <a:pt x="503" y="107"/>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 name="Google Shape;912;p2"/>
            <p:cNvSpPr/>
            <p:nvPr/>
          </p:nvSpPr>
          <p:spPr>
            <a:xfrm>
              <a:off x="1227500" y="3677600"/>
              <a:ext cx="12400" cy="12375"/>
            </a:xfrm>
            <a:custGeom>
              <a:avLst/>
              <a:gdLst/>
              <a:ahLst/>
              <a:cxnLst/>
              <a:rect l="l" t="t" r="r" b="b"/>
              <a:pathLst>
                <a:path w="496" h="495" extrusionOk="0">
                  <a:moveTo>
                    <a:pt x="251" y="1"/>
                  </a:moveTo>
                  <a:cubicBezTo>
                    <a:pt x="109" y="1"/>
                    <a:pt x="0" y="107"/>
                    <a:pt x="0" y="243"/>
                  </a:cubicBezTo>
                  <a:cubicBezTo>
                    <a:pt x="0" y="388"/>
                    <a:pt x="109" y="495"/>
                    <a:pt x="251" y="495"/>
                  </a:cubicBezTo>
                  <a:cubicBezTo>
                    <a:pt x="387" y="495"/>
                    <a:pt x="496" y="388"/>
                    <a:pt x="496" y="243"/>
                  </a:cubicBezTo>
                  <a:cubicBezTo>
                    <a:pt x="496"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 name="Google Shape;913;p2"/>
            <p:cNvSpPr/>
            <p:nvPr/>
          </p:nvSpPr>
          <p:spPr>
            <a:xfrm>
              <a:off x="1319275" y="3677600"/>
              <a:ext cx="12550" cy="12375"/>
            </a:xfrm>
            <a:custGeom>
              <a:avLst/>
              <a:gdLst/>
              <a:ahLst/>
              <a:cxnLst/>
              <a:rect l="l" t="t" r="r" b="b"/>
              <a:pathLst>
                <a:path w="502" h="495" extrusionOk="0">
                  <a:moveTo>
                    <a:pt x="252" y="1"/>
                  </a:moveTo>
                  <a:cubicBezTo>
                    <a:pt x="114" y="1"/>
                    <a:pt x="1" y="107"/>
                    <a:pt x="1" y="243"/>
                  </a:cubicBezTo>
                  <a:cubicBezTo>
                    <a:pt x="1" y="388"/>
                    <a:pt x="114" y="495"/>
                    <a:pt x="252" y="495"/>
                  </a:cubicBezTo>
                  <a:cubicBezTo>
                    <a:pt x="388" y="495"/>
                    <a:pt x="501" y="388"/>
                    <a:pt x="501" y="243"/>
                  </a:cubicBezTo>
                  <a:cubicBezTo>
                    <a:pt x="501"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 name="Google Shape;914;p2"/>
            <p:cNvSpPr/>
            <p:nvPr/>
          </p:nvSpPr>
          <p:spPr>
            <a:xfrm>
              <a:off x="1411200" y="3677600"/>
              <a:ext cx="12425" cy="12375"/>
            </a:xfrm>
            <a:custGeom>
              <a:avLst/>
              <a:gdLst/>
              <a:ahLst/>
              <a:cxnLst/>
              <a:rect l="l" t="t" r="r" b="b"/>
              <a:pathLst>
                <a:path w="497" h="495" extrusionOk="0">
                  <a:moveTo>
                    <a:pt x="245" y="1"/>
                  </a:moveTo>
                  <a:cubicBezTo>
                    <a:pt x="109" y="1"/>
                    <a:pt x="1" y="107"/>
                    <a:pt x="1" y="243"/>
                  </a:cubicBezTo>
                  <a:cubicBezTo>
                    <a:pt x="1" y="388"/>
                    <a:pt x="109" y="495"/>
                    <a:pt x="245" y="495"/>
                  </a:cubicBezTo>
                  <a:cubicBezTo>
                    <a:pt x="388" y="495"/>
                    <a:pt x="496" y="388"/>
                    <a:pt x="496" y="243"/>
                  </a:cubicBezTo>
                  <a:cubicBezTo>
                    <a:pt x="496" y="107"/>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 name="Google Shape;915;p2"/>
            <p:cNvSpPr/>
            <p:nvPr/>
          </p:nvSpPr>
          <p:spPr>
            <a:xfrm>
              <a:off x="1503000" y="3677600"/>
              <a:ext cx="12525" cy="12375"/>
            </a:xfrm>
            <a:custGeom>
              <a:avLst/>
              <a:gdLst/>
              <a:ahLst/>
              <a:cxnLst/>
              <a:rect l="l" t="t" r="r" b="b"/>
              <a:pathLst>
                <a:path w="501" h="495" extrusionOk="0">
                  <a:moveTo>
                    <a:pt x="250" y="1"/>
                  </a:moveTo>
                  <a:cubicBezTo>
                    <a:pt x="114" y="1"/>
                    <a:pt x="0" y="107"/>
                    <a:pt x="0" y="243"/>
                  </a:cubicBezTo>
                  <a:cubicBezTo>
                    <a:pt x="0" y="388"/>
                    <a:pt x="114" y="495"/>
                    <a:pt x="250" y="495"/>
                  </a:cubicBezTo>
                  <a:cubicBezTo>
                    <a:pt x="387" y="495"/>
                    <a:pt x="501" y="388"/>
                    <a:pt x="501" y="243"/>
                  </a:cubicBezTo>
                  <a:cubicBezTo>
                    <a:pt x="501" y="107"/>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 name="Google Shape;916;p2"/>
            <p:cNvSpPr/>
            <p:nvPr/>
          </p:nvSpPr>
          <p:spPr>
            <a:xfrm>
              <a:off x="1594750" y="3677600"/>
              <a:ext cx="12575" cy="12375"/>
            </a:xfrm>
            <a:custGeom>
              <a:avLst/>
              <a:gdLst/>
              <a:ahLst/>
              <a:cxnLst/>
              <a:rect l="l" t="t" r="r" b="b"/>
              <a:pathLst>
                <a:path w="503" h="495" extrusionOk="0">
                  <a:moveTo>
                    <a:pt x="251" y="1"/>
                  </a:moveTo>
                  <a:cubicBezTo>
                    <a:pt x="115" y="1"/>
                    <a:pt x="0" y="107"/>
                    <a:pt x="0" y="243"/>
                  </a:cubicBezTo>
                  <a:cubicBezTo>
                    <a:pt x="0" y="388"/>
                    <a:pt x="115" y="495"/>
                    <a:pt x="251" y="495"/>
                  </a:cubicBezTo>
                  <a:cubicBezTo>
                    <a:pt x="394" y="495"/>
                    <a:pt x="503" y="388"/>
                    <a:pt x="503" y="243"/>
                  </a:cubicBezTo>
                  <a:cubicBezTo>
                    <a:pt x="503" y="107"/>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 name="Google Shape;917;p2"/>
            <p:cNvSpPr/>
            <p:nvPr/>
          </p:nvSpPr>
          <p:spPr>
            <a:xfrm>
              <a:off x="1686650" y="3677600"/>
              <a:ext cx="12600" cy="12375"/>
            </a:xfrm>
            <a:custGeom>
              <a:avLst/>
              <a:gdLst/>
              <a:ahLst/>
              <a:cxnLst/>
              <a:rect l="l" t="t" r="r" b="b"/>
              <a:pathLst>
                <a:path w="504" h="495" extrusionOk="0">
                  <a:moveTo>
                    <a:pt x="252" y="1"/>
                  </a:moveTo>
                  <a:cubicBezTo>
                    <a:pt x="116" y="1"/>
                    <a:pt x="1" y="107"/>
                    <a:pt x="1" y="243"/>
                  </a:cubicBezTo>
                  <a:cubicBezTo>
                    <a:pt x="1" y="388"/>
                    <a:pt x="116" y="495"/>
                    <a:pt x="252" y="495"/>
                  </a:cubicBezTo>
                  <a:cubicBezTo>
                    <a:pt x="388" y="495"/>
                    <a:pt x="503" y="388"/>
                    <a:pt x="503" y="243"/>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 name="Google Shape;918;p2"/>
            <p:cNvSpPr/>
            <p:nvPr/>
          </p:nvSpPr>
          <p:spPr>
            <a:xfrm>
              <a:off x="1778450" y="3677600"/>
              <a:ext cx="12550" cy="12375"/>
            </a:xfrm>
            <a:custGeom>
              <a:avLst/>
              <a:gdLst/>
              <a:ahLst/>
              <a:cxnLst/>
              <a:rect l="l" t="t" r="r" b="b"/>
              <a:pathLst>
                <a:path w="502" h="495" extrusionOk="0">
                  <a:moveTo>
                    <a:pt x="252" y="1"/>
                  </a:moveTo>
                  <a:cubicBezTo>
                    <a:pt x="114" y="1"/>
                    <a:pt x="1" y="107"/>
                    <a:pt x="1" y="243"/>
                  </a:cubicBezTo>
                  <a:cubicBezTo>
                    <a:pt x="1" y="388"/>
                    <a:pt x="114" y="495"/>
                    <a:pt x="252" y="495"/>
                  </a:cubicBezTo>
                  <a:cubicBezTo>
                    <a:pt x="388" y="495"/>
                    <a:pt x="501" y="388"/>
                    <a:pt x="501" y="243"/>
                  </a:cubicBezTo>
                  <a:cubicBezTo>
                    <a:pt x="501"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 name="Google Shape;919;p2"/>
            <p:cNvSpPr/>
            <p:nvPr/>
          </p:nvSpPr>
          <p:spPr>
            <a:xfrm>
              <a:off x="1870375" y="3677600"/>
              <a:ext cx="12400" cy="12375"/>
            </a:xfrm>
            <a:custGeom>
              <a:avLst/>
              <a:gdLst/>
              <a:ahLst/>
              <a:cxnLst/>
              <a:rect l="l" t="t" r="r" b="b"/>
              <a:pathLst>
                <a:path w="496" h="495" extrusionOk="0">
                  <a:moveTo>
                    <a:pt x="252" y="1"/>
                  </a:moveTo>
                  <a:cubicBezTo>
                    <a:pt x="109" y="1"/>
                    <a:pt x="0" y="107"/>
                    <a:pt x="0" y="243"/>
                  </a:cubicBezTo>
                  <a:cubicBezTo>
                    <a:pt x="0" y="388"/>
                    <a:pt x="109" y="495"/>
                    <a:pt x="252" y="495"/>
                  </a:cubicBezTo>
                  <a:cubicBezTo>
                    <a:pt x="387" y="495"/>
                    <a:pt x="496" y="388"/>
                    <a:pt x="496" y="243"/>
                  </a:cubicBezTo>
                  <a:cubicBezTo>
                    <a:pt x="496" y="107"/>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 name="Google Shape;920;p2"/>
            <p:cNvSpPr/>
            <p:nvPr/>
          </p:nvSpPr>
          <p:spPr>
            <a:xfrm>
              <a:off x="1962150" y="3677600"/>
              <a:ext cx="12550" cy="12375"/>
            </a:xfrm>
            <a:custGeom>
              <a:avLst/>
              <a:gdLst/>
              <a:ahLst/>
              <a:cxnLst/>
              <a:rect l="l" t="t" r="r" b="b"/>
              <a:pathLst>
                <a:path w="502" h="495" extrusionOk="0">
                  <a:moveTo>
                    <a:pt x="250" y="1"/>
                  </a:moveTo>
                  <a:cubicBezTo>
                    <a:pt x="114" y="1"/>
                    <a:pt x="1" y="107"/>
                    <a:pt x="1" y="243"/>
                  </a:cubicBezTo>
                  <a:cubicBezTo>
                    <a:pt x="1" y="388"/>
                    <a:pt x="114" y="495"/>
                    <a:pt x="250" y="495"/>
                  </a:cubicBezTo>
                  <a:cubicBezTo>
                    <a:pt x="388" y="495"/>
                    <a:pt x="502" y="388"/>
                    <a:pt x="502" y="243"/>
                  </a:cubicBezTo>
                  <a:cubicBezTo>
                    <a:pt x="502" y="107"/>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 name="Google Shape;921;p2"/>
            <p:cNvSpPr/>
            <p:nvPr/>
          </p:nvSpPr>
          <p:spPr>
            <a:xfrm>
              <a:off x="2054075" y="3677600"/>
              <a:ext cx="12425" cy="12375"/>
            </a:xfrm>
            <a:custGeom>
              <a:avLst/>
              <a:gdLst/>
              <a:ahLst/>
              <a:cxnLst/>
              <a:rect l="l" t="t" r="r" b="b"/>
              <a:pathLst>
                <a:path w="497" h="495" extrusionOk="0">
                  <a:moveTo>
                    <a:pt x="252" y="1"/>
                  </a:moveTo>
                  <a:cubicBezTo>
                    <a:pt x="109" y="1"/>
                    <a:pt x="1" y="107"/>
                    <a:pt x="1" y="243"/>
                  </a:cubicBezTo>
                  <a:cubicBezTo>
                    <a:pt x="1" y="388"/>
                    <a:pt x="109" y="495"/>
                    <a:pt x="252" y="495"/>
                  </a:cubicBezTo>
                  <a:cubicBezTo>
                    <a:pt x="388" y="495"/>
                    <a:pt x="496" y="388"/>
                    <a:pt x="496" y="243"/>
                  </a:cubicBezTo>
                  <a:cubicBezTo>
                    <a:pt x="496"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 name="Google Shape;922;p2"/>
            <p:cNvSpPr/>
            <p:nvPr/>
          </p:nvSpPr>
          <p:spPr>
            <a:xfrm>
              <a:off x="2145825" y="3677600"/>
              <a:ext cx="12600" cy="12375"/>
            </a:xfrm>
            <a:custGeom>
              <a:avLst/>
              <a:gdLst/>
              <a:ahLst/>
              <a:cxnLst/>
              <a:rect l="l" t="t" r="r" b="b"/>
              <a:pathLst>
                <a:path w="504" h="495" extrusionOk="0">
                  <a:moveTo>
                    <a:pt x="252" y="1"/>
                  </a:moveTo>
                  <a:cubicBezTo>
                    <a:pt x="116" y="1"/>
                    <a:pt x="1" y="107"/>
                    <a:pt x="1" y="243"/>
                  </a:cubicBezTo>
                  <a:cubicBezTo>
                    <a:pt x="1" y="388"/>
                    <a:pt x="116" y="495"/>
                    <a:pt x="252" y="495"/>
                  </a:cubicBezTo>
                  <a:cubicBezTo>
                    <a:pt x="388" y="495"/>
                    <a:pt x="503" y="388"/>
                    <a:pt x="503" y="243"/>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 name="Google Shape;923;p2"/>
            <p:cNvSpPr/>
            <p:nvPr/>
          </p:nvSpPr>
          <p:spPr>
            <a:xfrm>
              <a:off x="2237800" y="3677600"/>
              <a:ext cx="12350" cy="12375"/>
            </a:xfrm>
            <a:custGeom>
              <a:avLst/>
              <a:gdLst/>
              <a:ahLst/>
              <a:cxnLst/>
              <a:rect l="l" t="t" r="r" b="b"/>
              <a:pathLst>
                <a:path w="494" h="495" extrusionOk="0">
                  <a:moveTo>
                    <a:pt x="244" y="1"/>
                  </a:moveTo>
                  <a:cubicBezTo>
                    <a:pt x="107" y="1"/>
                    <a:pt x="0" y="107"/>
                    <a:pt x="0" y="243"/>
                  </a:cubicBezTo>
                  <a:cubicBezTo>
                    <a:pt x="0" y="388"/>
                    <a:pt x="107" y="495"/>
                    <a:pt x="244" y="495"/>
                  </a:cubicBezTo>
                  <a:cubicBezTo>
                    <a:pt x="387" y="495"/>
                    <a:pt x="494" y="388"/>
                    <a:pt x="494" y="243"/>
                  </a:cubicBezTo>
                  <a:cubicBezTo>
                    <a:pt x="494" y="107"/>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 name="Google Shape;924;p2"/>
            <p:cNvSpPr/>
            <p:nvPr/>
          </p:nvSpPr>
          <p:spPr>
            <a:xfrm>
              <a:off x="2329550" y="3677600"/>
              <a:ext cx="12575" cy="12375"/>
            </a:xfrm>
            <a:custGeom>
              <a:avLst/>
              <a:gdLst/>
              <a:ahLst/>
              <a:cxnLst/>
              <a:rect l="l" t="t" r="r" b="b"/>
              <a:pathLst>
                <a:path w="503" h="495" extrusionOk="0">
                  <a:moveTo>
                    <a:pt x="251" y="1"/>
                  </a:moveTo>
                  <a:cubicBezTo>
                    <a:pt x="115" y="1"/>
                    <a:pt x="0" y="107"/>
                    <a:pt x="0" y="243"/>
                  </a:cubicBezTo>
                  <a:cubicBezTo>
                    <a:pt x="0" y="388"/>
                    <a:pt x="115" y="495"/>
                    <a:pt x="251" y="495"/>
                  </a:cubicBezTo>
                  <a:cubicBezTo>
                    <a:pt x="387" y="495"/>
                    <a:pt x="502" y="388"/>
                    <a:pt x="502" y="243"/>
                  </a:cubicBezTo>
                  <a:cubicBezTo>
                    <a:pt x="502"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 name="Google Shape;925;p2"/>
            <p:cNvSpPr/>
            <p:nvPr/>
          </p:nvSpPr>
          <p:spPr>
            <a:xfrm>
              <a:off x="2421325" y="3677600"/>
              <a:ext cx="12550" cy="12375"/>
            </a:xfrm>
            <a:custGeom>
              <a:avLst/>
              <a:gdLst/>
              <a:ahLst/>
              <a:cxnLst/>
              <a:rect l="l" t="t" r="r" b="b"/>
              <a:pathLst>
                <a:path w="502" h="495" extrusionOk="0">
                  <a:moveTo>
                    <a:pt x="250" y="1"/>
                  </a:moveTo>
                  <a:cubicBezTo>
                    <a:pt x="114" y="1"/>
                    <a:pt x="1" y="107"/>
                    <a:pt x="1" y="243"/>
                  </a:cubicBezTo>
                  <a:cubicBezTo>
                    <a:pt x="1" y="388"/>
                    <a:pt x="114" y="495"/>
                    <a:pt x="250" y="495"/>
                  </a:cubicBezTo>
                  <a:cubicBezTo>
                    <a:pt x="395" y="495"/>
                    <a:pt x="501" y="388"/>
                    <a:pt x="501" y="243"/>
                  </a:cubicBezTo>
                  <a:cubicBezTo>
                    <a:pt x="501" y="107"/>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 name="Google Shape;926;p2"/>
            <p:cNvSpPr/>
            <p:nvPr/>
          </p:nvSpPr>
          <p:spPr>
            <a:xfrm>
              <a:off x="2513250" y="3677600"/>
              <a:ext cx="12575" cy="12375"/>
            </a:xfrm>
            <a:custGeom>
              <a:avLst/>
              <a:gdLst/>
              <a:ahLst/>
              <a:cxnLst/>
              <a:rect l="l" t="t" r="r" b="b"/>
              <a:pathLst>
                <a:path w="503" h="495" extrusionOk="0">
                  <a:moveTo>
                    <a:pt x="252" y="1"/>
                  </a:moveTo>
                  <a:cubicBezTo>
                    <a:pt x="109" y="1"/>
                    <a:pt x="0" y="107"/>
                    <a:pt x="0" y="243"/>
                  </a:cubicBezTo>
                  <a:cubicBezTo>
                    <a:pt x="0" y="388"/>
                    <a:pt x="109" y="495"/>
                    <a:pt x="252" y="495"/>
                  </a:cubicBezTo>
                  <a:cubicBezTo>
                    <a:pt x="388" y="495"/>
                    <a:pt x="503" y="388"/>
                    <a:pt x="503" y="243"/>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 name="Google Shape;927;p2"/>
            <p:cNvSpPr/>
            <p:nvPr/>
          </p:nvSpPr>
          <p:spPr>
            <a:xfrm>
              <a:off x="2605000" y="3677600"/>
              <a:ext cx="12575" cy="12375"/>
            </a:xfrm>
            <a:custGeom>
              <a:avLst/>
              <a:gdLst/>
              <a:ahLst/>
              <a:cxnLst/>
              <a:rect l="l" t="t" r="r" b="b"/>
              <a:pathLst>
                <a:path w="503" h="495" extrusionOk="0">
                  <a:moveTo>
                    <a:pt x="252" y="1"/>
                  </a:moveTo>
                  <a:cubicBezTo>
                    <a:pt x="116" y="1"/>
                    <a:pt x="0" y="107"/>
                    <a:pt x="0" y="243"/>
                  </a:cubicBezTo>
                  <a:cubicBezTo>
                    <a:pt x="0" y="388"/>
                    <a:pt x="116" y="495"/>
                    <a:pt x="252" y="495"/>
                  </a:cubicBezTo>
                  <a:cubicBezTo>
                    <a:pt x="387" y="495"/>
                    <a:pt x="503" y="388"/>
                    <a:pt x="503" y="243"/>
                  </a:cubicBezTo>
                  <a:cubicBezTo>
                    <a:pt x="503" y="107"/>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 name="Google Shape;928;p2"/>
            <p:cNvSpPr/>
            <p:nvPr/>
          </p:nvSpPr>
          <p:spPr>
            <a:xfrm>
              <a:off x="2696950" y="3677600"/>
              <a:ext cx="12375" cy="12375"/>
            </a:xfrm>
            <a:custGeom>
              <a:avLst/>
              <a:gdLst/>
              <a:ahLst/>
              <a:cxnLst/>
              <a:rect l="l" t="t" r="r" b="b"/>
              <a:pathLst>
                <a:path w="495" h="495" extrusionOk="0">
                  <a:moveTo>
                    <a:pt x="252" y="1"/>
                  </a:moveTo>
                  <a:cubicBezTo>
                    <a:pt x="108" y="1"/>
                    <a:pt x="1" y="107"/>
                    <a:pt x="1" y="243"/>
                  </a:cubicBezTo>
                  <a:cubicBezTo>
                    <a:pt x="1" y="388"/>
                    <a:pt x="108" y="495"/>
                    <a:pt x="252" y="495"/>
                  </a:cubicBezTo>
                  <a:cubicBezTo>
                    <a:pt x="388" y="495"/>
                    <a:pt x="495" y="388"/>
                    <a:pt x="495" y="243"/>
                  </a:cubicBezTo>
                  <a:cubicBezTo>
                    <a:pt x="495"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 name="Google Shape;929;p2"/>
            <p:cNvSpPr/>
            <p:nvPr/>
          </p:nvSpPr>
          <p:spPr>
            <a:xfrm>
              <a:off x="2788700" y="3677600"/>
              <a:ext cx="12600" cy="12375"/>
            </a:xfrm>
            <a:custGeom>
              <a:avLst/>
              <a:gdLst/>
              <a:ahLst/>
              <a:cxnLst/>
              <a:rect l="l" t="t" r="r" b="b"/>
              <a:pathLst>
                <a:path w="504" h="495" extrusionOk="0">
                  <a:moveTo>
                    <a:pt x="252" y="1"/>
                  </a:moveTo>
                  <a:cubicBezTo>
                    <a:pt x="116" y="1"/>
                    <a:pt x="1" y="107"/>
                    <a:pt x="1" y="243"/>
                  </a:cubicBezTo>
                  <a:cubicBezTo>
                    <a:pt x="1" y="388"/>
                    <a:pt x="116" y="495"/>
                    <a:pt x="252" y="495"/>
                  </a:cubicBezTo>
                  <a:cubicBezTo>
                    <a:pt x="388" y="495"/>
                    <a:pt x="503" y="388"/>
                    <a:pt x="503" y="243"/>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 name="Google Shape;930;p2"/>
            <p:cNvSpPr/>
            <p:nvPr/>
          </p:nvSpPr>
          <p:spPr>
            <a:xfrm>
              <a:off x="2880675" y="3677600"/>
              <a:ext cx="12375" cy="12375"/>
            </a:xfrm>
            <a:custGeom>
              <a:avLst/>
              <a:gdLst/>
              <a:ahLst/>
              <a:cxnLst/>
              <a:rect l="l" t="t" r="r" b="b"/>
              <a:pathLst>
                <a:path w="495" h="495" extrusionOk="0">
                  <a:moveTo>
                    <a:pt x="243" y="1"/>
                  </a:moveTo>
                  <a:cubicBezTo>
                    <a:pt x="107" y="1"/>
                    <a:pt x="0" y="107"/>
                    <a:pt x="0" y="243"/>
                  </a:cubicBezTo>
                  <a:cubicBezTo>
                    <a:pt x="0" y="388"/>
                    <a:pt x="107" y="495"/>
                    <a:pt x="243" y="495"/>
                  </a:cubicBezTo>
                  <a:cubicBezTo>
                    <a:pt x="387" y="495"/>
                    <a:pt x="494" y="388"/>
                    <a:pt x="494" y="243"/>
                  </a:cubicBezTo>
                  <a:cubicBezTo>
                    <a:pt x="494" y="107"/>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 name="Google Shape;931;p2"/>
            <p:cNvSpPr/>
            <p:nvPr/>
          </p:nvSpPr>
          <p:spPr>
            <a:xfrm>
              <a:off x="2972425" y="3677600"/>
              <a:ext cx="12575" cy="12375"/>
            </a:xfrm>
            <a:custGeom>
              <a:avLst/>
              <a:gdLst/>
              <a:ahLst/>
              <a:cxnLst/>
              <a:rect l="l" t="t" r="r" b="b"/>
              <a:pathLst>
                <a:path w="503" h="495" extrusionOk="0">
                  <a:moveTo>
                    <a:pt x="251" y="1"/>
                  </a:moveTo>
                  <a:cubicBezTo>
                    <a:pt x="115" y="1"/>
                    <a:pt x="0" y="107"/>
                    <a:pt x="0" y="243"/>
                  </a:cubicBezTo>
                  <a:cubicBezTo>
                    <a:pt x="0" y="388"/>
                    <a:pt x="115" y="495"/>
                    <a:pt x="251" y="495"/>
                  </a:cubicBezTo>
                  <a:cubicBezTo>
                    <a:pt x="387" y="495"/>
                    <a:pt x="503" y="388"/>
                    <a:pt x="503" y="243"/>
                  </a:cubicBezTo>
                  <a:cubicBezTo>
                    <a:pt x="503"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 name="Google Shape;932;p2"/>
            <p:cNvSpPr/>
            <p:nvPr/>
          </p:nvSpPr>
          <p:spPr>
            <a:xfrm>
              <a:off x="3064375" y="3677600"/>
              <a:ext cx="12375" cy="12375"/>
            </a:xfrm>
            <a:custGeom>
              <a:avLst/>
              <a:gdLst/>
              <a:ahLst/>
              <a:cxnLst/>
              <a:rect l="l" t="t" r="r" b="b"/>
              <a:pathLst>
                <a:path w="495" h="495" extrusionOk="0">
                  <a:moveTo>
                    <a:pt x="243" y="1"/>
                  </a:moveTo>
                  <a:cubicBezTo>
                    <a:pt x="107" y="1"/>
                    <a:pt x="1" y="107"/>
                    <a:pt x="1" y="243"/>
                  </a:cubicBezTo>
                  <a:cubicBezTo>
                    <a:pt x="1" y="388"/>
                    <a:pt x="107" y="495"/>
                    <a:pt x="243" y="495"/>
                  </a:cubicBezTo>
                  <a:cubicBezTo>
                    <a:pt x="388" y="495"/>
                    <a:pt x="495" y="388"/>
                    <a:pt x="495" y="243"/>
                  </a:cubicBezTo>
                  <a:cubicBezTo>
                    <a:pt x="495" y="107"/>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933;p2"/>
            <p:cNvSpPr/>
            <p:nvPr/>
          </p:nvSpPr>
          <p:spPr>
            <a:xfrm>
              <a:off x="3156125" y="3677600"/>
              <a:ext cx="12600" cy="12375"/>
            </a:xfrm>
            <a:custGeom>
              <a:avLst/>
              <a:gdLst/>
              <a:ahLst/>
              <a:cxnLst/>
              <a:rect l="l" t="t" r="r" b="b"/>
              <a:pathLst>
                <a:path w="504" h="495" extrusionOk="0">
                  <a:moveTo>
                    <a:pt x="252" y="1"/>
                  </a:moveTo>
                  <a:cubicBezTo>
                    <a:pt x="116" y="1"/>
                    <a:pt x="1" y="107"/>
                    <a:pt x="1" y="243"/>
                  </a:cubicBezTo>
                  <a:cubicBezTo>
                    <a:pt x="1" y="388"/>
                    <a:pt x="116" y="495"/>
                    <a:pt x="252" y="495"/>
                  </a:cubicBezTo>
                  <a:cubicBezTo>
                    <a:pt x="388" y="495"/>
                    <a:pt x="503" y="388"/>
                    <a:pt x="503" y="243"/>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934;p2"/>
            <p:cNvSpPr/>
            <p:nvPr/>
          </p:nvSpPr>
          <p:spPr>
            <a:xfrm>
              <a:off x="3247875" y="3677600"/>
              <a:ext cx="12575" cy="12375"/>
            </a:xfrm>
            <a:custGeom>
              <a:avLst/>
              <a:gdLst/>
              <a:ahLst/>
              <a:cxnLst/>
              <a:rect l="l" t="t" r="r" b="b"/>
              <a:pathLst>
                <a:path w="503" h="495" extrusionOk="0">
                  <a:moveTo>
                    <a:pt x="252" y="1"/>
                  </a:moveTo>
                  <a:cubicBezTo>
                    <a:pt x="116" y="1"/>
                    <a:pt x="1" y="107"/>
                    <a:pt x="1" y="243"/>
                  </a:cubicBezTo>
                  <a:cubicBezTo>
                    <a:pt x="1" y="388"/>
                    <a:pt x="116" y="495"/>
                    <a:pt x="252" y="495"/>
                  </a:cubicBezTo>
                  <a:cubicBezTo>
                    <a:pt x="388" y="495"/>
                    <a:pt x="503" y="388"/>
                    <a:pt x="503" y="243"/>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 name="Google Shape;935;p2"/>
            <p:cNvSpPr/>
            <p:nvPr/>
          </p:nvSpPr>
          <p:spPr>
            <a:xfrm>
              <a:off x="3339850" y="3677600"/>
              <a:ext cx="12525" cy="12375"/>
            </a:xfrm>
            <a:custGeom>
              <a:avLst/>
              <a:gdLst/>
              <a:ahLst/>
              <a:cxnLst/>
              <a:rect l="l" t="t" r="r" b="b"/>
              <a:pathLst>
                <a:path w="501" h="495" extrusionOk="0">
                  <a:moveTo>
                    <a:pt x="251" y="1"/>
                  </a:moveTo>
                  <a:cubicBezTo>
                    <a:pt x="107" y="1"/>
                    <a:pt x="0" y="107"/>
                    <a:pt x="0" y="243"/>
                  </a:cubicBezTo>
                  <a:cubicBezTo>
                    <a:pt x="0" y="388"/>
                    <a:pt x="107" y="495"/>
                    <a:pt x="251" y="495"/>
                  </a:cubicBezTo>
                  <a:cubicBezTo>
                    <a:pt x="387" y="495"/>
                    <a:pt x="501" y="388"/>
                    <a:pt x="501" y="243"/>
                  </a:cubicBezTo>
                  <a:cubicBezTo>
                    <a:pt x="501"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 name="Google Shape;936;p2"/>
            <p:cNvSpPr/>
            <p:nvPr/>
          </p:nvSpPr>
          <p:spPr>
            <a:xfrm>
              <a:off x="3431575" y="3677600"/>
              <a:ext cx="12600" cy="12375"/>
            </a:xfrm>
            <a:custGeom>
              <a:avLst/>
              <a:gdLst/>
              <a:ahLst/>
              <a:cxnLst/>
              <a:rect l="l" t="t" r="r" b="b"/>
              <a:pathLst>
                <a:path w="504" h="495" extrusionOk="0">
                  <a:moveTo>
                    <a:pt x="252" y="1"/>
                  </a:moveTo>
                  <a:cubicBezTo>
                    <a:pt x="116" y="1"/>
                    <a:pt x="1" y="107"/>
                    <a:pt x="1" y="243"/>
                  </a:cubicBezTo>
                  <a:cubicBezTo>
                    <a:pt x="1" y="388"/>
                    <a:pt x="116" y="495"/>
                    <a:pt x="252" y="495"/>
                  </a:cubicBezTo>
                  <a:cubicBezTo>
                    <a:pt x="388" y="495"/>
                    <a:pt x="503" y="388"/>
                    <a:pt x="503" y="243"/>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 name="Google Shape;937;p2"/>
            <p:cNvSpPr/>
            <p:nvPr/>
          </p:nvSpPr>
          <p:spPr>
            <a:xfrm>
              <a:off x="3523550" y="3677600"/>
              <a:ext cx="12375" cy="12375"/>
            </a:xfrm>
            <a:custGeom>
              <a:avLst/>
              <a:gdLst/>
              <a:ahLst/>
              <a:cxnLst/>
              <a:rect l="l" t="t" r="r" b="b"/>
              <a:pathLst>
                <a:path w="495" h="495" extrusionOk="0">
                  <a:moveTo>
                    <a:pt x="250" y="1"/>
                  </a:moveTo>
                  <a:cubicBezTo>
                    <a:pt x="107" y="1"/>
                    <a:pt x="0" y="107"/>
                    <a:pt x="0" y="243"/>
                  </a:cubicBezTo>
                  <a:cubicBezTo>
                    <a:pt x="0" y="388"/>
                    <a:pt x="107" y="495"/>
                    <a:pt x="250" y="495"/>
                  </a:cubicBezTo>
                  <a:cubicBezTo>
                    <a:pt x="388" y="495"/>
                    <a:pt x="494" y="388"/>
                    <a:pt x="494" y="243"/>
                  </a:cubicBezTo>
                  <a:cubicBezTo>
                    <a:pt x="494" y="107"/>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938;p2"/>
            <p:cNvSpPr/>
            <p:nvPr/>
          </p:nvSpPr>
          <p:spPr>
            <a:xfrm>
              <a:off x="676400" y="37693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 name="Google Shape;939;p2"/>
            <p:cNvSpPr/>
            <p:nvPr/>
          </p:nvSpPr>
          <p:spPr>
            <a:xfrm>
              <a:off x="768325" y="3769350"/>
              <a:ext cx="12400" cy="12600"/>
            </a:xfrm>
            <a:custGeom>
              <a:avLst/>
              <a:gdLst/>
              <a:ahLst/>
              <a:cxnLst/>
              <a:rect l="l" t="t" r="r" b="b"/>
              <a:pathLst>
                <a:path w="496" h="504"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940;p2"/>
            <p:cNvSpPr/>
            <p:nvPr/>
          </p:nvSpPr>
          <p:spPr>
            <a:xfrm>
              <a:off x="860125" y="3769350"/>
              <a:ext cx="12525" cy="12600"/>
            </a:xfrm>
            <a:custGeom>
              <a:avLst/>
              <a:gdLst/>
              <a:ahLst/>
              <a:cxnLst/>
              <a:rect l="l" t="t" r="r" b="b"/>
              <a:pathLst>
                <a:path w="501" h="504"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941;p2"/>
            <p:cNvSpPr/>
            <p:nvPr/>
          </p:nvSpPr>
          <p:spPr>
            <a:xfrm>
              <a:off x="951850" y="37693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 name="Google Shape;942;p2"/>
            <p:cNvSpPr/>
            <p:nvPr/>
          </p:nvSpPr>
          <p:spPr>
            <a:xfrm>
              <a:off x="1043825" y="376935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 name="Google Shape;943;p2"/>
            <p:cNvSpPr/>
            <p:nvPr/>
          </p:nvSpPr>
          <p:spPr>
            <a:xfrm>
              <a:off x="1135575" y="376935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 name="Google Shape;944;p2"/>
            <p:cNvSpPr/>
            <p:nvPr/>
          </p:nvSpPr>
          <p:spPr>
            <a:xfrm>
              <a:off x="1227500" y="3769350"/>
              <a:ext cx="12400" cy="12600"/>
            </a:xfrm>
            <a:custGeom>
              <a:avLst/>
              <a:gdLst/>
              <a:ahLst/>
              <a:cxnLst/>
              <a:rect l="l" t="t" r="r" b="b"/>
              <a:pathLst>
                <a:path w="496" h="504"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 name="Google Shape;945;p2"/>
            <p:cNvSpPr/>
            <p:nvPr/>
          </p:nvSpPr>
          <p:spPr>
            <a:xfrm>
              <a:off x="1319275" y="376935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 name="Google Shape;946;p2"/>
            <p:cNvSpPr/>
            <p:nvPr/>
          </p:nvSpPr>
          <p:spPr>
            <a:xfrm>
              <a:off x="1411200" y="3769350"/>
              <a:ext cx="12425" cy="12600"/>
            </a:xfrm>
            <a:custGeom>
              <a:avLst/>
              <a:gdLst/>
              <a:ahLst/>
              <a:cxnLst/>
              <a:rect l="l" t="t" r="r" b="b"/>
              <a:pathLst>
                <a:path w="497" h="504"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 name="Google Shape;947;p2"/>
            <p:cNvSpPr/>
            <p:nvPr/>
          </p:nvSpPr>
          <p:spPr>
            <a:xfrm>
              <a:off x="1503000" y="3769350"/>
              <a:ext cx="12525" cy="12600"/>
            </a:xfrm>
            <a:custGeom>
              <a:avLst/>
              <a:gdLst/>
              <a:ahLst/>
              <a:cxnLst/>
              <a:rect l="l" t="t" r="r" b="b"/>
              <a:pathLst>
                <a:path w="501" h="504"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 name="Google Shape;948;p2"/>
            <p:cNvSpPr/>
            <p:nvPr/>
          </p:nvSpPr>
          <p:spPr>
            <a:xfrm>
              <a:off x="1594750" y="376935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 name="Google Shape;949;p2"/>
            <p:cNvSpPr/>
            <p:nvPr/>
          </p:nvSpPr>
          <p:spPr>
            <a:xfrm>
              <a:off x="1686650" y="37693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 name="Google Shape;950;p2"/>
            <p:cNvSpPr/>
            <p:nvPr/>
          </p:nvSpPr>
          <p:spPr>
            <a:xfrm>
              <a:off x="1778450" y="376935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 name="Google Shape;951;p2"/>
            <p:cNvSpPr/>
            <p:nvPr/>
          </p:nvSpPr>
          <p:spPr>
            <a:xfrm>
              <a:off x="1870375" y="3769350"/>
              <a:ext cx="12400" cy="12600"/>
            </a:xfrm>
            <a:custGeom>
              <a:avLst/>
              <a:gdLst/>
              <a:ahLst/>
              <a:cxnLst/>
              <a:rect l="l" t="t" r="r" b="b"/>
              <a:pathLst>
                <a:path w="496" h="504"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 name="Google Shape;952;p2"/>
            <p:cNvSpPr/>
            <p:nvPr/>
          </p:nvSpPr>
          <p:spPr>
            <a:xfrm>
              <a:off x="1962150" y="376935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 name="Google Shape;953;p2"/>
            <p:cNvSpPr/>
            <p:nvPr/>
          </p:nvSpPr>
          <p:spPr>
            <a:xfrm>
              <a:off x="2054075" y="3769350"/>
              <a:ext cx="12425" cy="12600"/>
            </a:xfrm>
            <a:custGeom>
              <a:avLst/>
              <a:gdLst/>
              <a:ahLst/>
              <a:cxnLst/>
              <a:rect l="l" t="t" r="r" b="b"/>
              <a:pathLst>
                <a:path w="497" h="504"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 name="Google Shape;954;p2"/>
            <p:cNvSpPr/>
            <p:nvPr/>
          </p:nvSpPr>
          <p:spPr>
            <a:xfrm>
              <a:off x="2145825" y="37693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 name="Google Shape;955;p2"/>
            <p:cNvSpPr/>
            <p:nvPr/>
          </p:nvSpPr>
          <p:spPr>
            <a:xfrm>
              <a:off x="2237800" y="3769350"/>
              <a:ext cx="12350" cy="12600"/>
            </a:xfrm>
            <a:custGeom>
              <a:avLst/>
              <a:gdLst/>
              <a:ahLst/>
              <a:cxnLst/>
              <a:rect l="l" t="t" r="r" b="b"/>
              <a:pathLst>
                <a:path w="494" h="504"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 name="Google Shape;956;p2"/>
            <p:cNvSpPr/>
            <p:nvPr/>
          </p:nvSpPr>
          <p:spPr>
            <a:xfrm>
              <a:off x="2329550" y="376935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 name="Google Shape;957;p2"/>
            <p:cNvSpPr/>
            <p:nvPr/>
          </p:nvSpPr>
          <p:spPr>
            <a:xfrm>
              <a:off x="2421325" y="376935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 name="Google Shape;958;p2"/>
            <p:cNvSpPr/>
            <p:nvPr/>
          </p:nvSpPr>
          <p:spPr>
            <a:xfrm>
              <a:off x="2513250" y="3769350"/>
              <a:ext cx="12575" cy="12600"/>
            </a:xfrm>
            <a:custGeom>
              <a:avLst/>
              <a:gdLst/>
              <a:ahLst/>
              <a:cxnLst/>
              <a:rect l="l" t="t" r="r" b="b"/>
              <a:pathLst>
                <a:path w="503" h="504"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 name="Google Shape;959;p2"/>
            <p:cNvSpPr/>
            <p:nvPr/>
          </p:nvSpPr>
          <p:spPr>
            <a:xfrm>
              <a:off x="2605000" y="376935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 name="Google Shape;960;p2"/>
            <p:cNvSpPr/>
            <p:nvPr/>
          </p:nvSpPr>
          <p:spPr>
            <a:xfrm>
              <a:off x="2696950" y="3769350"/>
              <a:ext cx="12375" cy="12600"/>
            </a:xfrm>
            <a:custGeom>
              <a:avLst/>
              <a:gdLst/>
              <a:ahLst/>
              <a:cxnLst/>
              <a:rect l="l" t="t" r="r" b="b"/>
              <a:pathLst>
                <a:path w="495" h="504"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 name="Google Shape;961;p2"/>
            <p:cNvSpPr/>
            <p:nvPr/>
          </p:nvSpPr>
          <p:spPr>
            <a:xfrm>
              <a:off x="2788700" y="37693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 name="Google Shape;962;p2"/>
            <p:cNvSpPr/>
            <p:nvPr/>
          </p:nvSpPr>
          <p:spPr>
            <a:xfrm>
              <a:off x="2880675" y="3769350"/>
              <a:ext cx="12375" cy="12600"/>
            </a:xfrm>
            <a:custGeom>
              <a:avLst/>
              <a:gdLst/>
              <a:ahLst/>
              <a:cxnLst/>
              <a:rect l="l" t="t" r="r" b="b"/>
              <a:pathLst>
                <a:path w="495" h="504"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 name="Google Shape;963;p2"/>
            <p:cNvSpPr/>
            <p:nvPr/>
          </p:nvSpPr>
          <p:spPr>
            <a:xfrm>
              <a:off x="2972425" y="376935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 name="Google Shape;964;p2"/>
            <p:cNvSpPr/>
            <p:nvPr/>
          </p:nvSpPr>
          <p:spPr>
            <a:xfrm>
              <a:off x="3064375" y="3769350"/>
              <a:ext cx="12375" cy="12600"/>
            </a:xfrm>
            <a:custGeom>
              <a:avLst/>
              <a:gdLst/>
              <a:ahLst/>
              <a:cxnLst/>
              <a:rect l="l" t="t" r="r" b="b"/>
              <a:pathLst>
                <a:path w="495" h="504"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 name="Google Shape;965;p2"/>
            <p:cNvSpPr/>
            <p:nvPr/>
          </p:nvSpPr>
          <p:spPr>
            <a:xfrm>
              <a:off x="3156125" y="37693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 name="Google Shape;966;p2"/>
            <p:cNvSpPr/>
            <p:nvPr/>
          </p:nvSpPr>
          <p:spPr>
            <a:xfrm>
              <a:off x="3247875" y="3769350"/>
              <a:ext cx="12575" cy="12600"/>
            </a:xfrm>
            <a:custGeom>
              <a:avLst/>
              <a:gdLst/>
              <a:ahLst/>
              <a:cxnLst/>
              <a:rect l="l" t="t" r="r" b="b"/>
              <a:pathLst>
                <a:path w="503"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 name="Google Shape;967;p2"/>
            <p:cNvSpPr/>
            <p:nvPr/>
          </p:nvSpPr>
          <p:spPr>
            <a:xfrm>
              <a:off x="3339850" y="3769350"/>
              <a:ext cx="12525" cy="12600"/>
            </a:xfrm>
            <a:custGeom>
              <a:avLst/>
              <a:gdLst/>
              <a:ahLst/>
              <a:cxnLst/>
              <a:rect l="l" t="t" r="r" b="b"/>
              <a:pathLst>
                <a:path w="501" h="504"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 name="Google Shape;968;p2"/>
            <p:cNvSpPr/>
            <p:nvPr/>
          </p:nvSpPr>
          <p:spPr>
            <a:xfrm>
              <a:off x="3431575" y="37693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 name="Google Shape;969;p2"/>
            <p:cNvSpPr/>
            <p:nvPr/>
          </p:nvSpPr>
          <p:spPr>
            <a:xfrm>
              <a:off x="3523550" y="376935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 name="Google Shape;970;p2"/>
            <p:cNvSpPr/>
            <p:nvPr/>
          </p:nvSpPr>
          <p:spPr>
            <a:xfrm>
              <a:off x="676400" y="386110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 name="Google Shape;971;p2"/>
            <p:cNvSpPr/>
            <p:nvPr/>
          </p:nvSpPr>
          <p:spPr>
            <a:xfrm>
              <a:off x="768325" y="3861100"/>
              <a:ext cx="12400" cy="12575"/>
            </a:xfrm>
            <a:custGeom>
              <a:avLst/>
              <a:gdLst/>
              <a:ahLst/>
              <a:cxnLst/>
              <a:rect l="l" t="t" r="r" b="b"/>
              <a:pathLst>
                <a:path w="496" h="503"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 name="Google Shape;972;p2"/>
            <p:cNvSpPr/>
            <p:nvPr/>
          </p:nvSpPr>
          <p:spPr>
            <a:xfrm>
              <a:off x="860125" y="3861100"/>
              <a:ext cx="12525" cy="12575"/>
            </a:xfrm>
            <a:custGeom>
              <a:avLst/>
              <a:gdLst/>
              <a:ahLst/>
              <a:cxnLst/>
              <a:rect l="l" t="t" r="r" b="b"/>
              <a:pathLst>
                <a:path w="501" h="503"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 name="Google Shape;973;p2"/>
            <p:cNvSpPr/>
            <p:nvPr/>
          </p:nvSpPr>
          <p:spPr>
            <a:xfrm>
              <a:off x="951850" y="386110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 name="Google Shape;974;p2"/>
            <p:cNvSpPr/>
            <p:nvPr/>
          </p:nvSpPr>
          <p:spPr>
            <a:xfrm>
              <a:off x="1043825" y="3861100"/>
              <a:ext cx="12375" cy="12575"/>
            </a:xfrm>
            <a:custGeom>
              <a:avLst/>
              <a:gdLst/>
              <a:ahLst/>
              <a:cxnLst/>
              <a:rect l="l" t="t" r="r" b="b"/>
              <a:pathLst>
                <a:path w="495" h="503"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 name="Google Shape;975;p2"/>
            <p:cNvSpPr/>
            <p:nvPr/>
          </p:nvSpPr>
          <p:spPr>
            <a:xfrm>
              <a:off x="1135575" y="3861100"/>
              <a:ext cx="12575" cy="12575"/>
            </a:xfrm>
            <a:custGeom>
              <a:avLst/>
              <a:gdLst/>
              <a:ahLst/>
              <a:cxnLst/>
              <a:rect l="l" t="t" r="r" b="b"/>
              <a:pathLst>
                <a:path w="503" h="503"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 name="Google Shape;976;p2"/>
            <p:cNvSpPr/>
            <p:nvPr/>
          </p:nvSpPr>
          <p:spPr>
            <a:xfrm>
              <a:off x="1227500" y="3861100"/>
              <a:ext cx="12400" cy="12575"/>
            </a:xfrm>
            <a:custGeom>
              <a:avLst/>
              <a:gdLst/>
              <a:ahLst/>
              <a:cxnLst/>
              <a:rect l="l" t="t" r="r" b="b"/>
              <a:pathLst>
                <a:path w="496" h="503"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 name="Google Shape;977;p2"/>
            <p:cNvSpPr/>
            <p:nvPr/>
          </p:nvSpPr>
          <p:spPr>
            <a:xfrm>
              <a:off x="1319275" y="3861100"/>
              <a:ext cx="12550" cy="12575"/>
            </a:xfrm>
            <a:custGeom>
              <a:avLst/>
              <a:gdLst/>
              <a:ahLst/>
              <a:cxnLst/>
              <a:rect l="l" t="t" r="r" b="b"/>
              <a:pathLst>
                <a:path w="502" h="503"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 name="Google Shape;978;p2"/>
            <p:cNvSpPr/>
            <p:nvPr/>
          </p:nvSpPr>
          <p:spPr>
            <a:xfrm>
              <a:off x="1411200" y="3861100"/>
              <a:ext cx="12425" cy="12575"/>
            </a:xfrm>
            <a:custGeom>
              <a:avLst/>
              <a:gdLst/>
              <a:ahLst/>
              <a:cxnLst/>
              <a:rect l="l" t="t" r="r" b="b"/>
              <a:pathLst>
                <a:path w="497" h="503"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 name="Google Shape;979;p2"/>
            <p:cNvSpPr/>
            <p:nvPr/>
          </p:nvSpPr>
          <p:spPr>
            <a:xfrm>
              <a:off x="1503000" y="3861100"/>
              <a:ext cx="12525" cy="12575"/>
            </a:xfrm>
            <a:custGeom>
              <a:avLst/>
              <a:gdLst/>
              <a:ahLst/>
              <a:cxnLst/>
              <a:rect l="l" t="t" r="r" b="b"/>
              <a:pathLst>
                <a:path w="501" h="503"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 name="Google Shape;980;p2"/>
            <p:cNvSpPr/>
            <p:nvPr/>
          </p:nvSpPr>
          <p:spPr>
            <a:xfrm>
              <a:off x="1594750" y="3861100"/>
              <a:ext cx="12575" cy="12575"/>
            </a:xfrm>
            <a:custGeom>
              <a:avLst/>
              <a:gdLst/>
              <a:ahLst/>
              <a:cxnLst/>
              <a:rect l="l" t="t" r="r" b="b"/>
              <a:pathLst>
                <a:path w="503" h="503"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 name="Google Shape;981;p2"/>
            <p:cNvSpPr/>
            <p:nvPr/>
          </p:nvSpPr>
          <p:spPr>
            <a:xfrm>
              <a:off x="1686650" y="386110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 name="Google Shape;982;p2"/>
            <p:cNvSpPr/>
            <p:nvPr/>
          </p:nvSpPr>
          <p:spPr>
            <a:xfrm>
              <a:off x="1778450" y="3861100"/>
              <a:ext cx="12550" cy="12575"/>
            </a:xfrm>
            <a:custGeom>
              <a:avLst/>
              <a:gdLst/>
              <a:ahLst/>
              <a:cxnLst/>
              <a:rect l="l" t="t" r="r" b="b"/>
              <a:pathLst>
                <a:path w="502" h="503"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 name="Google Shape;983;p2"/>
            <p:cNvSpPr/>
            <p:nvPr/>
          </p:nvSpPr>
          <p:spPr>
            <a:xfrm>
              <a:off x="1870375" y="3861100"/>
              <a:ext cx="12400" cy="12575"/>
            </a:xfrm>
            <a:custGeom>
              <a:avLst/>
              <a:gdLst/>
              <a:ahLst/>
              <a:cxnLst/>
              <a:rect l="l" t="t" r="r" b="b"/>
              <a:pathLst>
                <a:path w="496" h="503"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 name="Google Shape;984;p2"/>
            <p:cNvSpPr/>
            <p:nvPr/>
          </p:nvSpPr>
          <p:spPr>
            <a:xfrm>
              <a:off x="1962150" y="3861100"/>
              <a:ext cx="12550" cy="12575"/>
            </a:xfrm>
            <a:custGeom>
              <a:avLst/>
              <a:gdLst/>
              <a:ahLst/>
              <a:cxnLst/>
              <a:rect l="l" t="t" r="r" b="b"/>
              <a:pathLst>
                <a:path w="502" h="503"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 name="Google Shape;985;p2"/>
            <p:cNvSpPr/>
            <p:nvPr/>
          </p:nvSpPr>
          <p:spPr>
            <a:xfrm>
              <a:off x="2054075" y="3861100"/>
              <a:ext cx="12425" cy="12575"/>
            </a:xfrm>
            <a:custGeom>
              <a:avLst/>
              <a:gdLst/>
              <a:ahLst/>
              <a:cxnLst/>
              <a:rect l="l" t="t" r="r" b="b"/>
              <a:pathLst>
                <a:path w="497" h="503"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 name="Google Shape;986;p2"/>
            <p:cNvSpPr/>
            <p:nvPr/>
          </p:nvSpPr>
          <p:spPr>
            <a:xfrm>
              <a:off x="2145825" y="386110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2"/>
            <p:cNvSpPr/>
            <p:nvPr/>
          </p:nvSpPr>
          <p:spPr>
            <a:xfrm>
              <a:off x="2237800" y="3861100"/>
              <a:ext cx="12350" cy="12575"/>
            </a:xfrm>
            <a:custGeom>
              <a:avLst/>
              <a:gdLst/>
              <a:ahLst/>
              <a:cxnLst/>
              <a:rect l="l" t="t" r="r" b="b"/>
              <a:pathLst>
                <a:path w="494" h="503"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 name="Google Shape;988;p2"/>
            <p:cNvSpPr/>
            <p:nvPr/>
          </p:nvSpPr>
          <p:spPr>
            <a:xfrm>
              <a:off x="2329550" y="3861100"/>
              <a:ext cx="12575" cy="12575"/>
            </a:xfrm>
            <a:custGeom>
              <a:avLst/>
              <a:gdLst/>
              <a:ahLst/>
              <a:cxnLst/>
              <a:rect l="l" t="t" r="r" b="b"/>
              <a:pathLst>
                <a:path w="503" h="503"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 name="Google Shape;989;p2"/>
            <p:cNvSpPr/>
            <p:nvPr/>
          </p:nvSpPr>
          <p:spPr>
            <a:xfrm>
              <a:off x="2421325" y="3861100"/>
              <a:ext cx="12550" cy="12575"/>
            </a:xfrm>
            <a:custGeom>
              <a:avLst/>
              <a:gdLst/>
              <a:ahLst/>
              <a:cxnLst/>
              <a:rect l="l" t="t" r="r" b="b"/>
              <a:pathLst>
                <a:path w="502" h="503"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 name="Google Shape;990;p2"/>
            <p:cNvSpPr/>
            <p:nvPr/>
          </p:nvSpPr>
          <p:spPr>
            <a:xfrm>
              <a:off x="2513250" y="3861100"/>
              <a:ext cx="12575" cy="12575"/>
            </a:xfrm>
            <a:custGeom>
              <a:avLst/>
              <a:gdLst/>
              <a:ahLst/>
              <a:cxnLst/>
              <a:rect l="l" t="t" r="r" b="b"/>
              <a:pathLst>
                <a:path w="503" h="503"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 name="Google Shape;991;p2"/>
            <p:cNvSpPr/>
            <p:nvPr/>
          </p:nvSpPr>
          <p:spPr>
            <a:xfrm>
              <a:off x="2605000" y="3861100"/>
              <a:ext cx="12575" cy="12575"/>
            </a:xfrm>
            <a:custGeom>
              <a:avLst/>
              <a:gdLst/>
              <a:ahLst/>
              <a:cxnLst/>
              <a:rect l="l" t="t" r="r" b="b"/>
              <a:pathLst>
                <a:path w="503" h="503"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 name="Google Shape;992;p2"/>
            <p:cNvSpPr/>
            <p:nvPr/>
          </p:nvSpPr>
          <p:spPr>
            <a:xfrm>
              <a:off x="2696950" y="3861100"/>
              <a:ext cx="12375" cy="12575"/>
            </a:xfrm>
            <a:custGeom>
              <a:avLst/>
              <a:gdLst/>
              <a:ahLst/>
              <a:cxnLst/>
              <a:rect l="l" t="t" r="r" b="b"/>
              <a:pathLst>
                <a:path w="495" h="503"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 name="Google Shape;993;p2"/>
            <p:cNvSpPr/>
            <p:nvPr/>
          </p:nvSpPr>
          <p:spPr>
            <a:xfrm>
              <a:off x="2788700" y="386110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994;p2"/>
            <p:cNvSpPr/>
            <p:nvPr/>
          </p:nvSpPr>
          <p:spPr>
            <a:xfrm>
              <a:off x="2880675" y="3861100"/>
              <a:ext cx="12375" cy="12575"/>
            </a:xfrm>
            <a:custGeom>
              <a:avLst/>
              <a:gdLst/>
              <a:ahLst/>
              <a:cxnLst/>
              <a:rect l="l" t="t" r="r" b="b"/>
              <a:pathLst>
                <a:path w="495" h="503"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2"/>
            <p:cNvSpPr/>
            <p:nvPr/>
          </p:nvSpPr>
          <p:spPr>
            <a:xfrm>
              <a:off x="2972425" y="3861100"/>
              <a:ext cx="12575" cy="12575"/>
            </a:xfrm>
            <a:custGeom>
              <a:avLst/>
              <a:gdLst/>
              <a:ahLst/>
              <a:cxnLst/>
              <a:rect l="l" t="t" r="r" b="b"/>
              <a:pathLst>
                <a:path w="503" h="503"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2"/>
            <p:cNvSpPr/>
            <p:nvPr/>
          </p:nvSpPr>
          <p:spPr>
            <a:xfrm>
              <a:off x="3064375" y="3861100"/>
              <a:ext cx="12375" cy="12575"/>
            </a:xfrm>
            <a:custGeom>
              <a:avLst/>
              <a:gdLst/>
              <a:ahLst/>
              <a:cxnLst/>
              <a:rect l="l" t="t" r="r" b="b"/>
              <a:pathLst>
                <a:path w="495" h="503"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2"/>
            <p:cNvSpPr/>
            <p:nvPr/>
          </p:nvSpPr>
          <p:spPr>
            <a:xfrm>
              <a:off x="3156125" y="386110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998;p2"/>
            <p:cNvSpPr/>
            <p:nvPr/>
          </p:nvSpPr>
          <p:spPr>
            <a:xfrm>
              <a:off x="3247875" y="3861100"/>
              <a:ext cx="12575" cy="12575"/>
            </a:xfrm>
            <a:custGeom>
              <a:avLst/>
              <a:gdLst/>
              <a:ahLst/>
              <a:cxnLst/>
              <a:rect l="l" t="t" r="r" b="b"/>
              <a:pathLst>
                <a:path w="503"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2"/>
            <p:cNvSpPr/>
            <p:nvPr/>
          </p:nvSpPr>
          <p:spPr>
            <a:xfrm>
              <a:off x="3339850" y="3861100"/>
              <a:ext cx="12525" cy="12575"/>
            </a:xfrm>
            <a:custGeom>
              <a:avLst/>
              <a:gdLst/>
              <a:ahLst/>
              <a:cxnLst/>
              <a:rect l="l" t="t" r="r" b="b"/>
              <a:pathLst>
                <a:path w="501" h="503"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1000;p2"/>
            <p:cNvSpPr/>
            <p:nvPr/>
          </p:nvSpPr>
          <p:spPr>
            <a:xfrm>
              <a:off x="3431575" y="386110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 name="Google Shape;1001;p2"/>
            <p:cNvSpPr/>
            <p:nvPr/>
          </p:nvSpPr>
          <p:spPr>
            <a:xfrm>
              <a:off x="3523550" y="3861100"/>
              <a:ext cx="12375" cy="12575"/>
            </a:xfrm>
            <a:custGeom>
              <a:avLst/>
              <a:gdLst/>
              <a:ahLst/>
              <a:cxnLst/>
              <a:rect l="l" t="t" r="r" b="b"/>
              <a:pathLst>
                <a:path w="495" h="503"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 name="Google Shape;1002;p2"/>
            <p:cNvSpPr/>
            <p:nvPr/>
          </p:nvSpPr>
          <p:spPr>
            <a:xfrm>
              <a:off x="676400" y="3953075"/>
              <a:ext cx="12600" cy="12350"/>
            </a:xfrm>
            <a:custGeom>
              <a:avLst/>
              <a:gdLst/>
              <a:ahLst/>
              <a:cxnLst/>
              <a:rect l="l" t="t" r="r" b="b"/>
              <a:pathLst>
                <a:path w="504" h="494" extrusionOk="0">
                  <a:moveTo>
                    <a:pt x="252" y="0"/>
                  </a:moveTo>
                  <a:cubicBezTo>
                    <a:pt x="116" y="0"/>
                    <a:pt x="1" y="107"/>
                    <a:pt x="1" y="251"/>
                  </a:cubicBezTo>
                  <a:cubicBezTo>
                    <a:pt x="1" y="387"/>
                    <a:pt x="116" y="494"/>
                    <a:pt x="252" y="494"/>
                  </a:cubicBezTo>
                  <a:cubicBezTo>
                    <a:pt x="388" y="494"/>
                    <a:pt x="503" y="387"/>
                    <a:pt x="503" y="251"/>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 name="Google Shape;1003;p2"/>
            <p:cNvSpPr/>
            <p:nvPr/>
          </p:nvSpPr>
          <p:spPr>
            <a:xfrm>
              <a:off x="768325" y="3953075"/>
              <a:ext cx="12400" cy="12350"/>
            </a:xfrm>
            <a:custGeom>
              <a:avLst/>
              <a:gdLst/>
              <a:ahLst/>
              <a:cxnLst/>
              <a:rect l="l" t="t" r="r" b="b"/>
              <a:pathLst>
                <a:path w="496" h="494" extrusionOk="0">
                  <a:moveTo>
                    <a:pt x="245" y="0"/>
                  </a:moveTo>
                  <a:cubicBezTo>
                    <a:pt x="109" y="0"/>
                    <a:pt x="0" y="107"/>
                    <a:pt x="0" y="251"/>
                  </a:cubicBezTo>
                  <a:cubicBezTo>
                    <a:pt x="0" y="387"/>
                    <a:pt x="109" y="494"/>
                    <a:pt x="245" y="494"/>
                  </a:cubicBezTo>
                  <a:cubicBezTo>
                    <a:pt x="388" y="494"/>
                    <a:pt x="496" y="387"/>
                    <a:pt x="496" y="251"/>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2"/>
            <p:cNvSpPr/>
            <p:nvPr/>
          </p:nvSpPr>
          <p:spPr>
            <a:xfrm>
              <a:off x="860125" y="3953075"/>
              <a:ext cx="12525" cy="12350"/>
            </a:xfrm>
            <a:custGeom>
              <a:avLst/>
              <a:gdLst/>
              <a:ahLst/>
              <a:cxnLst/>
              <a:rect l="l" t="t" r="r" b="b"/>
              <a:pathLst>
                <a:path w="501" h="494" extrusionOk="0">
                  <a:moveTo>
                    <a:pt x="251" y="0"/>
                  </a:moveTo>
                  <a:cubicBezTo>
                    <a:pt x="114" y="0"/>
                    <a:pt x="0" y="107"/>
                    <a:pt x="0" y="251"/>
                  </a:cubicBezTo>
                  <a:cubicBezTo>
                    <a:pt x="0" y="387"/>
                    <a:pt x="114" y="494"/>
                    <a:pt x="251" y="494"/>
                  </a:cubicBezTo>
                  <a:cubicBezTo>
                    <a:pt x="387" y="494"/>
                    <a:pt x="501" y="387"/>
                    <a:pt x="501" y="251"/>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2"/>
            <p:cNvSpPr/>
            <p:nvPr/>
          </p:nvSpPr>
          <p:spPr>
            <a:xfrm>
              <a:off x="951850" y="3953075"/>
              <a:ext cx="12600" cy="12350"/>
            </a:xfrm>
            <a:custGeom>
              <a:avLst/>
              <a:gdLst/>
              <a:ahLst/>
              <a:cxnLst/>
              <a:rect l="l" t="t" r="r" b="b"/>
              <a:pathLst>
                <a:path w="504" h="494" extrusionOk="0">
                  <a:moveTo>
                    <a:pt x="252" y="0"/>
                  </a:moveTo>
                  <a:cubicBezTo>
                    <a:pt x="116" y="0"/>
                    <a:pt x="1" y="107"/>
                    <a:pt x="1" y="251"/>
                  </a:cubicBezTo>
                  <a:cubicBezTo>
                    <a:pt x="1" y="387"/>
                    <a:pt x="116" y="494"/>
                    <a:pt x="252" y="494"/>
                  </a:cubicBezTo>
                  <a:cubicBezTo>
                    <a:pt x="388" y="494"/>
                    <a:pt x="503" y="387"/>
                    <a:pt x="503" y="251"/>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2"/>
            <p:cNvSpPr/>
            <p:nvPr/>
          </p:nvSpPr>
          <p:spPr>
            <a:xfrm>
              <a:off x="1043825" y="3953075"/>
              <a:ext cx="12375" cy="12350"/>
            </a:xfrm>
            <a:custGeom>
              <a:avLst/>
              <a:gdLst/>
              <a:ahLst/>
              <a:cxnLst/>
              <a:rect l="l" t="t" r="r" b="b"/>
              <a:pathLst>
                <a:path w="495" h="494" extrusionOk="0">
                  <a:moveTo>
                    <a:pt x="250" y="0"/>
                  </a:moveTo>
                  <a:cubicBezTo>
                    <a:pt x="107" y="0"/>
                    <a:pt x="0" y="107"/>
                    <a:pt x="0" y="251"/>
                  </a:cubicBezTo>
                  <a:cubicBezTo>
                    <a:pt x="0" y="387"/>
                    <a:pt x="107" y="494"/>
                    <a:pt x="250" y="494"/>
                  </a:cubicBezTo>
                  <a:cubicBezTo>
                    <a:pt x="388" y="494"/>
                    <a:pt x="494" y="387"/>
                    <a:pt x="494" y="251"/>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2"/>
            <p:cNvSpPr/>
            <p:nvPr/>
          </p:nvSpPr>
          <p:spPr>
            <a:xfrm>
              <a:off x="1135575" y="3953075"/>
              <a:ext cx="12575" cy="12350"/>
            </a:xfrm>
            <a:custGeom>
              <a:avLst/>
              <a:gdLst/>
              <a:ahLst/>
              <a:cxnLst/>
              <a:rect l="l" t="t" r="r" b="b"/>
              <a:pathLst>
                <a:path w="503" h="494" extrusionOk="0">
                  <a:moveTo>
                    <a:pt x="252" y="0"/>
                  </a:moveTo>
                  <a:cubicBezTo>
                    <a:pt x="116" y="0"/>
                    <a:pt x="0" y="107"/>
                    <a:pt x="0" y="251"/>
                  </a:cubicBezTo>
                  <a:cubicBezTo>
                    <a:pt x="0" y="387"/>
                    <a:pt x="116" y="494"/>
                    <a:pt x="252" y="494"/>
                  </a:cubicBezTo>
                  <a:cubicBezTo>
                    <a:pt x="387" y="494"/>
                    <a:pt x="503" y="387"/>
                    <a:pt x="503" y="251"/>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1008;p2"/>
            <p:cNvSpPr/>
            <p:nvPr/>
          </p:nvSpPr>
          <p:spPr>
            <a:xfrm>
              <a:off x="1227500" y="3953075"/>
              <a:ext cx="12400" cy="12350"/>
            </a:xfrm>
            <a:custGeom>
              <a:avLst/>
              <a:gdLst/>
              <a:ahLst/>
              <a:cxnLst/>
              <a:rect l="l" t="t" r="r" b="b"/>
              <a:pathLst>
                <a:path w="496" h="494" extrusionOk="0">
                  <a:moveTo>
                    <a:pt x="251" y="0"/>
                  </a:moveTo>
                  <a:cubicBezTo>
                    <a:pt x="109" y="0"/>
                    <a:pt x="0" y="107"/>
                    <a:pt x="0" y="251"/>
                  </a:cubicBezTo>
                  <a:cubicBezTo>
                    <a:pt x="0" y="387"/>
                    <a:pt x="109" y="494"/>
                    <a:pt x="251" y="494"/>
                  </a:cubicBezTo>
                  <a:cubicBezTo>
                    <a:pt x="387" y="494"/>
                    <a:pt x="496" y="387"/>
                    <a:pt x="496" y="251"/>
                  </a:cubicBezTo>
                  <a:cubicBezTo>
                    <a:pt x="496"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1009;p2"/>
            <p:cNvSpPr/>
            <p:nvPr/>
          </p:nvSpPr>
          <p:spPr>
            <a:xfrm>
              <a:off x="1319275" y="3953075"/>
              <a:ext cx="12550" cy="12350"/>
            </a:xfrm>
            <a:custGeom>
              <a:avLst/>
              <a:gdLst/>
              <a:ahLst/>
              <a:cxnLst/>
              <a:rect l="l" t="t" r="r" b="b"/>
              <a:pathLst>
                <a:path w="502" h="494" extrusionOk="0">
                  <a:moveTo>
                    <a:pt x="252" y="0"/>
                  </a:moveTo>
                  <a:cubicBezTo>
                    <a:pt x="114" y="0"/>
                    <a:pt x="1" y="107"/>
                    <a:pt x="1" y="251"/>
                  </a:cubicBezTo>
                  <a:cubicBezTo>
                    <a:pt x="1" y="387"/>
                    <a:pt x="114" y="494"/>
                    <a:pt x="252" y="494"/>
                  </a:cubicBezTo>
                  <a:cubicBezTo>
                    <a:pt x="388" y="494"/>
                    <a:pt x="501" y="387"/>
                    <a:pt x="501" y="251"/>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010;p2"/>
            <p:cNvSpPr/>
            <p:nvPr/>
          </p:nvSpPr>
          <p:spPr>
            <a:xfrm>
              <a:off x="1411200" y="3953075"/>
              <a:ext cx="12425" cy="12350"/>
            </a:xfrm>
            <a:custGeom>
              <a:avLst/>
              <a:gdLst/>
              <a:ahLst/>
              <a:cxnLst/>
              <a:rect l="l" t="t" r="r" b="b"/>
              <a:pathLst>
                <a:path w="497" h="494" extrusionOk="0">
                  <a:moveTo>
                    <a:pt x="245" y="0"/>
                  </a:moveTo>
                  <a:cubicBezTo>
                    <a:pt x="109" y="0"/>
                    <a:pt x="1" y="107"/>
                    <a:pt x="1" y="251"/>
                  </a:cubicBezTo>
                  <a:cubicBezTo>
                    <a:pt x="1" y="387"/>
                    <a:pt x="109" y="494"/>
                    <a:pt x="245" y="494"/>
                  </a:cubicBezTo>
                  <a:cubicBezTo>
                    <a:pt x="388" y="494"/>
                    <a:pt x="496" y="387"/>
                    <a:pt x="496" y="251"/>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 name="Google Shape;1011;p2"/>
            <p:cNvSpPr/>
            <p:nvPr/>
          </p:nvSpPr>
          <p:spPr>
            <a:xfrm>
              <a:off x="1503000" y="3953075"/>
              <a:ext cx="12525" cy="12350"/>
            </a:xfrm>
            <a:custGeom>
              <a:avLst/>
              <a:gdLst/>
              <a:ahLst/>
              <a:cxnLst/>
              <a:rect l="l" t="t" r="r" b="b"/>
              <a:pathLst>
                <a:path w="501" h="494" extrusionOk="0">
                  <a:moveTo>
                    <a:pt x="250" y="0"/>
                  </a:moveTo>
                  <a:cubicBezTo>
                    <a:pt x="114" y="0"/>
                    <a:pt x="0" y="107"/>
                    <a:pt x="0" y="251"/>
                  </a:cubicBezTo>
                  <a:cubicBezTo>
                    <a:pt x="0" y="387"/>
                    <a:pt x="114" y="494"/>
                    <a:pt x="250" y="494"/>
                  </a:cubicBezTo>
                  <a:cubicBezTo>
                    <a:pt x="387" y="494"/>
                    <a:pt x="501" y="387"/>
                    <a:pt x="501" y="251"/>
                  </a:cubicBezTo>
                  <a:cubicBezTo>
                    <a:pt x="501" y="107"/>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 name="Google Shape;1012;p2"/>
            <p:cNvSpPr/>
            <p:nvPr/>
          </p:nvSpPr>
          <p:spPr>
            <a:xfrm>
              <a:off x="1594750" y="3953075"/>
              <a:ext cx="12575" cy="12350"/>
            </a:xfrm>
            <a:custGeom>
              <a:avLst/>
              <a:gdLst/>
              <a:ahLst/>
              <a:cxnLst/>
              <a:rect l="l" t="t" r="r" b="b"/>
              <a:pathLst>
                <a:path w="503" h="494" extrusionOk="0">
                  <a:moveTo>
                    <a:pt x="251" y="0"/>
                  </a:moveTo>
                  <a:cubicBezTo>
                    <a:pt x="115" y="0"/>
                    <a:pt x="0" y="107"/>
                    <a:pt x="0" y="251"/>
                  </a:cubicBezTo>
                  <a:cubicBezTo>
                    <a:pt x="0" y="387"/>
                    <a:pt x="115" y="494"/>
                    <a:pt x="251" y="494"/>
                  </a:cubicBezTo>
                  <a:cubicBezTo>
                    <a:pt x="394" y="494"/>
                    <a:pt x="503" y="387"/>
                    <a:pt x="503" y="251"/>
                  </a:cubicBezTo>
                  <a:cubicBezTo>
                    <a:pt x="503" y="107"/>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 name="Google Shape;1013;p2"/>
            <p:cNvSpPr/>
            <p:nvPr/>
          </p:nvSpPr>
          <p:spPr>
            <a:xfrm>
              <a:off x="1686650" y="3953075"/>
              <a:ext cx="12600" cy="12350"/>
            </a:xfrm>
            <a:custGeom>
              <a:avLst/>
              <a:gdLst/>
              <a:ahLst/>
              <a:cxnLst/>
              <a:rect l="l" t="t" r="r" b="b"/>
              <a:pathLst>
                <a:path w="504" h="494" extrusionOk="0">
                  <a:moveTo>
                    <a:pt x="252" y="0"/>
                  </a:moveTo>
                  <a:cubicBezTo>
                    <a:pt x="116" y="0"/>
                    <a:pt x="1" y="107"/>
                    <a:pt x="1" y="251"/>
                  </a:cubicBezTo>
                  <a:cubicBezTo>
                    <a:pt x="1" y="387"/>
                    <a:pt x="116" y="494"/>
                    <a:pt x="252" y="494"/>
                  </a:cubicBezTo>
                  <a:cubicBezTo>
                    <a:pt x="388" y="494"/>
                    <a:pt x="503" y="387"/>
                    <a:pt x="503" y="251"/>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2"/>
            <p:cNvSpPr/>
            <p:nvPr/>
          </p:nvSpPr>
          <p:spPr>
            <a:xfrm>
              <a:off x="1778450" y="3953075"/>
              <a:ext cx="12550" cy="12350"/>
            </a:xfrm>
            <a:custGeom>
              <a:avLst/>
              <a:gdLst/>
              <a:ahLst/>
              <a:cxnLst/>
              <a:rect l="l" t="t" r="r" b="b"/>
              <a:pathLst>
                <a:path w="502" h="494" extrusionOk="0">
                  <a:moveTo>
                    <a:pt x="252" y="0"/>
                  </a:moveTo>
                  <a:cubicBezTo>
                    <a:pt x="114" y="0"/>
                    <a:pt x="1" y="107"/>
                    <a:pt x="1" y="251"/>
                  </a:cubicBezTo>
                  <a:cubicBezTo>
                    <a:pt x="1" y="387"/>
                    <a:pt x="114" y="494"/>
                    <a:pt x="252" y="494"/>
                  </a:cubicBezTo>
                  <a:cubicBezTo>
                    <a:pt x="388" y="494"/>
                    <a:pt x="501" y="387"/>
                    <a:pt x="501" y="251"/>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2"/>
            <p:cNvSpPr/>
            <p:nvPr/>
          </p:nvSpPr>
          <p:spPr>
            <a:xfrm>
              <a:off x="1870375" y="3953075"/>
              <a:ext cx="12400" cy="12350"/>
            </a:xfrm>
            <a:custGeom>
              <a:avLst/>
              <a:gdLst/>
              <a:ahLst/>
              <a:cxnLst/>
              <a:rect l="l" t="t" r="r" b="b"/>
              <a:pathLst>
                <a:path w="496" h="494" extrusionOk="0">
                  <a:moveTo>
                    <a:pt x="252" y="0"/>
                  </a:moveTo>
                  <a:cubicBezTo>
                    <a:pt x="109" y="0"/>
                    <a:pt x="0" y="107"/>
                    <a:pt x="0" y="251"/>
                  </a:cubicBezTo>
                  <a:cubicBezTo>
                    <a:pt x="0" y="387"/>
                    <a:pt x="109" y="494"/>
                    <a:pt x="252" y="494"/>
                  </a:cubicBezTo>
                  <a:cubicBezTo>
                    <a:pt x="387" y="494"/>
                    <a:pt x="496" y="387"/>
                    <a:pt x="496" y="251"/>
                  </a:cubicBezTo>
                  <a:cubicBezTo>
                    <a:pt x="496"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2"/>
            <p:cNvSpPr/>
            <p:nvPr/>
          </p:nvSpPr>
          <p:spPr>
            <a:xfrm>
              <a:off x="1962150" y="3953075"/>
              <a:ext cx="12550" cy="12350"/>
            </a:xfrm>
            <a:custGeom>
              <a:avLst/>
              <a:gdLst/>
              <a:ahLst/>
              <a:cxnLst/>
              <a:rect l="l" t="t" r="r" b="b"/>
              <a:pathLst>
                <a:path w="502" h="494" extrusionOk="0">
                  <a:moveTo>
                    <a:pt x="250" y="0"/>
                  </a:moveTo>
                  <a:cubicBezTo>
                    <a:pt x="114" y="0"/>
                    <a:pt x="1" y="107"/>
                    <a:pt x="1" y="251"/>
                  </a:cubicBezTo>
                  <a:cubicBezTo>
                    <a:pt x="1" y="387"/>
                    <a:pt x="114" y="494"/>
                    <a:pt x="250" y="494"/>
                  </a:cubicBezTo>
                  <a:cubicBezTo>
                    <a:pt x="388" y="494"/>
                    <a:pt x="502" y="387"/>
                    <a:pt x="502" y="251"/>
                  </a:cubicBezTo>
                  <a:cubicBezTo>
                    <a:pt x="502"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2"/>
            <p:cNvSpPr/>
            <p:nvPr/>
          </p:nvSpPr>
          <p:spPr>
            <a:xfrm>
              <a:off x="2054075" y="3953075"/>
              <a:ext cx="12425" cy="12350"/>
            </a:xfrm>
            <a:custGeom>
              <a:avLst/>
              <a:gdLst/>
              <a:ahLst/>
              <a:cxnLst/>
              <a:rect l="l" t="t" r="r" b="b"/>
              <a:pathLst>
                <a:path w="497" h="494" extrusionOk="0">
                  <a:moveTo>
                    <a:pt x="252" y="0"/>
                  </a:moveTo>
                  <a:cubicBezTo>
                    <a:pt x="109" y="0"/>
                    <a:pt x="1" y="107"/>
                    <a:pt x="1" y="251"/>
                  </a:cubicBezTo>
                  <a:cubicBezTo>
                    <a:pt x="1" y="387"/>
                    <a:pt x="109" y="494"/>
                    <a:pt x="252" y="494"/>
                  </a:cubicBezTo>
                  <a:cubicBezTo>
                    <a:pt x="388" y="494"/>
                    <a:pt x="496" y="387"/>
                    <a:pt x="496" y="251"/>
                  </a:cubicBezTo>
                  <a:cubicBezTo>
                    <a:pt x="496"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 name="Google Shape;1018;p2"/>
            <p:cNvSpPr/>
            <p:nvPr/>
          </p:nvSpPr>
          <p:spPr>
            <a:xfrm>
              <a:off x="2145825" y="3953075"/>
              <a:ext cx="12600" cy="12350"/>
            </a:xfrm>
            <a:custGeom>
              <a:avLst/>
              <a:gdLst/>
              <a:ahLst/>
              <a:cxnLst/>
              <a:rect l="l" t="t" r="r" b="b"/>
              <a:pathLst>
                <a:path w="504" h="494" extrusionOk="0">
                  <a:moveTo>
                    <a:pt x="252" y="0"/>
                  </a:moveTo>
                  <a:cubicBezTo>
                    <a:pt x="116" y="0"/>
                    <a:pt x="1" y="107"/>
                    <a:pt x="1" y="251"/>
                  </a:cubicBezTo>
                  <a:cubicBezTo>
                    <a:pt x="1" y="387"/>
                    <a:pt x="116" y="494"/>
                    <a:pt x="252" y="494"/>
                  </a:cubicBezTo>
                  <a:cubicBezTo>
                    <a:pt x="388" y="494"/>
                    <a:pt x="503" y="387"/>
                    <a:pt x="503" y="251"/>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 name="Google Shape;1019;p2"/>
            <p:cNvSpPr/>
            <p:nvPr/>
          </p:nvSpPr>
          <p:spPr>
            <a:xfrm>
              <a:off x="2237800" y="3953075"/>
              <a:ext cx="12350" cy="12350"/>
            </a:xfrm>
            <a:custGeom>
              <a:avLst/>
              <a:gdLst/>
              <a:ahLst/>
              <a:cxnLst/>
              <a:rect l="l" t="t" r="r" b="b"/>
              <a:pathLst>
                <a:path w="494" h="494" extrusionOk="0">
                  <a:moveTo>
                    <a:pt x="244" y="0"/>
                  </a:moveTo>
                  <a:cubicBezTo>
                    <a:pt x="107" y="0"/>
                    <a:pt x="0" y="107"/>
                    <a:pt x="0" y="251"/>
                  </a:cubicBezTo>
                  <a:cubicBezTo>
                    <a:pt x="0" y="387"/>
                    <a:pt x="107" y="494"/>
                    <a:pt x="244" y="494"/>
                  </a:cubicBezTo>
                  <a:cubicBezTo>
                    <a:pt x="387" y="494"/>
                    <a:pt x="494" y="387"/>
                    <a:pt x="494" y="251"/>
                  </a:cubicBezTo>
                  <a:cubicBezTo>
                    <a:pt x="494" y="107"/>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 name="Google Shape;1020;p2"/>
            <p:cNvSpPr/>
            <p:nvPr/>
          </p:nvSpPr>
          <p:spPr>
            <a:xfrm>
              <a:off x="2329550" y="3953075"/>
              <a:ext cx="12575" cy="12350"/>
            </a:xfrm>
            <a:custGeom>
              <a:avLst/>
              <a:gdLst/>
              <a:ahLst/>
              <a:cxnLst/>
              <a:rect l="l" t="t" r="r" b="b"/>
              <a:pathLst>
                <a:path w="503" h="494" extrusionOk="0">
                  <a:moveTo>
                    <a:pt x="251" y="0"/>
                  </a:moveTo>
                  <a:cubicBezTo>
                    <a:pt x="115" y="0"/>
                    <a:pt x="0" y="107"/>
                    <a:pt x="0" y="251"/>
                  </a:cubicBezTo>
                  <a:cubicBezTo>
                    <a:pt x="0" y="387"/>
                    <a:pt x="115" y="494"/>
                    <a:pt x="251" y="494"/>
                  </a:cubicBezTo>
                  <a:cubicBezTo>
                    <a:pt x="387" y="494"/>
                    <a:pt x="502" y="387"/>
                    <a:pt x="502" y="251"/>
                  </a:cubicBezTo>
                  <a:cubicBezTo>
                    <a:pt x="502"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2"/>
            <p:cNvSpPr/>
            <p:nvPr/>
          </p:nvSpPr>
          <p:spPr>
            <a:xfrm>
              <a:off x="2421325" y="3953075"/>
              <a:ext cx="12550" cy="12350"/>
            </a:xfrm>
            <a:custGeom>
              <a:avLst/>
              <a:gdLst/>
              <a:ahLst/>
              <a:cxnLst/>
              <a:rect l="l" t="t" r="r" b="b"/>
              <a:pathLst>
                <a:path w="502" h="494" extrusionOk="0">
                  <a:moveTo>
                    <a:pt x="250" y="0"/>
                  </a:moveTo>
                  <a:cubicBezTo>
                    <a:pt x="114" y="0"/>
                    <a:pt x="1" y="107"/>
                    <a:pt x="1" y="251"/>
                  </a:cubicBezTo>
                  <a:cubicBezTo>
                    <a:pt x="1" y="387"/>
                    <a:pt x="114" y="494"/>
                    <a:pt x="250" y="494"/>
                  </a:cubicBezTo>
                  <a:cubicBezTo>
                    <a:pt x="395" y="494"/>
                    <a:pt x="501" y="387"/>
                    <a:pt x="501" y="251"/>
                  </a:cubicBezTo>
                  <a:cubicBezTo>
                    <a:pt x="501" y="107"/>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 name="Google Shape;1022;p2"/>
            <p:cNvSpPr/>
            <p:nvPr/>
          </p:nvSpPr>
          <p:spPr>
            <a:xfrm>
              <a:off x="2513250" y="3953075"/>
              <a:ext cx="12575" cy="12350"/>
            </a:xfrm>
            <a:custGeom>
              <a:avLst/>
              <a:gdLst/>
              <a:ahLst/>
              <a:cxnLst/>
              <a:rect l="l" t="t" r="r" b="b"/>
              <a:pathLst>
                <a:path w="503" h="494" extrusionOk="0">
                  <a:moveTo>
                    <a:pt x="252" y="0"/>
                  </a:moveTo>
                  <a:cubicBezTo>
                    <a:pt x="109" y="0"/>
                    <a:pt x="0" y="107"/>
                    <a:pt x="0" y="251"/>
                  </a:cubicBezTo>
                  <a:cubicBezTo>
                    <a:pt x="0" y="387"/>
                    <a:pt x="109" y="494"/>
                    <a:pt x="252" y="494"/>
                  </a:cubicBezTo>
                  <a:cubicBezTo>
                    <a:pt x="388" y="494"/>
                    <a:pt x="503" y="387"/>
                    <a:pt x="503" y="251"/>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 name="Google Shape;1023;p2"/>
            <p:cNvSpPr/>
            <p:nvPr/>
          </p:nvSpPr>
          <p:spPr>
            <a:xfrm>
              <a:off x="2605000" y="3953075"/>
              <a:ext cx="12575" cy="12350"/>
            </a:xfrm>
            <a:custGeom>
              <a:avLst/>
              <a:gdLst/>
              <a:ahLst/>
              <a:cxnLst/>
              <a:rect l="l" t="t" r="r" b="b"/>
              <a:pathLst>
                <a:path w="503" h="494" extrusionOk="0">
                  <a:moveTo>
                    <a:pt x="252" y="0"/>
                  </a:moveTo>
                  <a:cubicBezTo>
                    <a:pt x="116" y="0"/>
                    <a:pt x="0" y="107"/>
                    <a:pt x="0" y="251"/>
                  </a:cubicBezTo>
                  <a:cubicBezTo>
                    <a:pt x="0" y="387"/>
                    <a:pt x="116" y="494"/>
                    <a:pt x="252" y="494"/>
                  </a:cubicBezTo>
                  <a:cubicBezTo>
                    <a:pt x="387" y="494"/>
                    <a:pt x="503" y="387"/>
                    <a:pt x="503" y="251"/>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1024;p2"/>
            <p:cNvSpPr/>
            <p:nvPr/>
          </p:nvSpPr>
          <p:spPr>
            <a:xfrm>
              <a:off x="2696950" y="3953075"/>
              <a:ext cx="12375" cy="12350"/>
            </a:xfrm>
            <a:custGeom>
              <a:avLst/>
              <a:gdLst/>
              <a:ahLst/>
              <a:cxnLst/>
              <a:rect l="l" t="t" r="r" b="b"/>
              <a:pathLst>
                <a:path w="495" h="494" extrusionOk="0">
                  <a:moveTo>
                    <a:pt x="252" y="0"/>
                  </a:moveTo>
                  <a:cubicBezTo>
                    <a:pt x="108" y="0"/>
                    <a:pt x="1" y="107"/>
                    <a:pt x="1" y="251"/>
                  </a:cubicBezTo>
                  <a:cubicBezTo>
                    <a:pt x="1" y="387"/>
                    <a:pt x="108" y="494"/>
                    <a:pt x="252" y="494"/>
                  </a:cubicBezTo>
                  <a:cubicBezTo>
                    <a:pt x="388" y="494"/>
                    <a:pt x="495" y="387"/>
                    <a:pt x="495" y="251"/>
                  </a:cubicBezTo>
                  <a:cubicBezTo>
                    <a:pt x="495"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 name="Google Shape;1025;p2"/>
            <p:cNvSpPr/>
            <p:nvPr/>
          </p:nvSpPr>
          <p:spPr>
            <a:xfrm>
              <a:off x="2788700" y="3953075"/>
              <a:ext cx="12600" cy="12350"/>
            </a:xfrm>
            <a:custGeom>
              <a:avLst/>
              <a:gdLst/>
              <a:ahLst/>
              <a:cxnLst/>
              <a:rect l="l" t="t" r="r" b="b"/>
              <a:pathLst>
                <a:path w="504" h="494" extrusionOk="0">
                  <a:moveTo>
                    <a:pt x="252" y="0"/>
                  </a:moveTo>
                  <a:cubicBezTo>
                    <a:pt x="116" y="0"/>
                    <a:pt x="1" y="107"/>
                    <a:pt x="1" y="251"/>
                  </a:cubicBezTo>
                  <a:cubicBezTo>
                    <a:pt x="1" y="387"/>
                    <a:pt x="116" y="494"/>
                    <a:pt x="252" y="494"/>
                  </a:cubicBezTo>
                  <a:cubicBezTo>
                    <a:pt x="388" y="494"/>
                    <a:pt x="503" y="387"/>
                    <a:pt x="503" y="251"/>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 name="Google Shape;1026;p2"/>
            <p:cNvSpPr/>
            <p:nvPr/>
          </p:nvSpPr>
          <p:spPr>
            <a:xfrm>
              <a:off x="2880675" y="3953075"/>
              <a:ext cx="12375" cy="12350"/>
            </a:xfrm>
            <a:custGeom>
              <a:avLst/>
              <a:gdLst/>
              <a:ahLst/>
              <a:cxnLst/>
              <a:rect l="l" t="t" r="r" b="b"/>
              <a:pathLst>
                <a:path w="495" h="494" extrusionOk="0">
                  <a:moveTo>
                    <a:pt x="243" y="0"/>
                  </a:moveTo>
                  <a:cubicBezTo>
                    <a:pt x="107" y="0"/>
                    <a:pt x="0" y="107"/>
                    <a:pt x="0" y="251"/>
                  </a:cubicBezTo>
                  <a:cubicBezTo>
                    <a:pt x="0" y="387"/>
                    <a:pt x="107" y="494"/>
                    <a:pt x="243" y="494"/>
                  </a:cubicBezTo>
                  <a:cubicBezTo>
                    <a:pt x="387" y="494"/>
                    <a:pt x="494" y="387"/>
                    <a:pt x="494" y="251"/>
                  </a:cubicBezTo>
                  <a:cubicBezTo>
                    <a:pt x="494" y="107"/>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 name="Google Shape;1027;p2"/>
            <p:cNvSpPr/>
            <p:nvPr/>
          </p:nvSpPr>
          <p:spPr>
            <a:xfrm>
              <a:off x="2972425" y="3953075"/>
              <a:ext cx="12575" cy="12350"/>
            </a:xfrm>
            <a:custGeom>
              <a:avLst/>
              <a:gdLst/>
              <a:ahLst/>
              <a:cxnLst/>
              <a:rect l="l" t="t" r="r" b="b"/>
              <a:pathLst>
                <a:path w="503" h="494" extrusionOk="0">
                  <a:moveTo>
                    <a:pt x="251" y="0"/>
                  </a:moveTo>
                  <a:cubicBezTo>
                    <a:pt x="115" y="0"/>
                    <a:pt x="0" y="107"/>
                    <a:pt x="0" y="251"/>
                  </a:cubicBezTo>
                  <a:cubicBezTo>
                    <a:pt x="0" y="387"/>
                    <a:pt x="115" y="494"/>
                    <a:pt x="251" y="494"/>
                  </a:cubicBezTo>
                  <a:cubicBezTo>
                    <a:pt x="387" y="494"/>
                    <a:pt x="503" y="387"/>
                    <a:pt x="503" y="251"/>
                  </a:cubicBezTo>
                  <a:cubicBezTo>
                    <a:pt x="503"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 name="Google Shape;1028;p2"/>
            <p:cNvSpPr/>
            <p:nvPr/>
          </p:nvSpPr>
          <p:spPr>
            <a:xfrm>
              <a:off x="3064375" y="3953075"/>
              <a:ext cx="12375" cy="12350"/>
            </a:xfrm>
            <a:custGeom>
              <a:avLst/>
              <a:gdLst/>
              <a:ahLst/>
              <a:cxnLst/>
              <a:rect l="l" t="t" r="r" b="b"/>
              <a:pathLst>
                <a:path w="495" h="494" extrusionOk="0">
                  <a:moveTo>
                    <a:pt x="243" y="0"/>
                  </a:moveTo>
                  <a:cubicBezTo>
                    <a:pt x="107" y="0"/>
                    <a:pt x="1" y="107"/>
                    <a:pt x="1" y="251"/>
                  </a:cubicBezTo>
                  <a:cubicBezTo>
                    <a:pt x="1" y="387"/>
                    <a:pt x="107" y="494"/>
                    <a:pt x="243" y="494"/>
                  </a:cubicBezTo>
                  <a:cubicBezTo>
                    <a:pt x="388" y="494"/>
                    <a:pt x="495" y="387"/>
                    <a:pt x="495" y="251"/>
                  </a:cubicBezTo>
                  <a:cubicBezTo>
                    <a:pt x="495" y="107"/>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 name="Google Shape;1029;p2"/>
            <p:cNvSpPr/>
            <p:nvPr/>
          </p:nvSpPr>
          <p:spPr>
            <a:xfrm>
              <a:off x="3156125" y="3953075"/>
              <a:ext cx="12600" cy="12350"/>
            </a:xfrm>
            <a:custGeom>
              <a:avLst/>
              <a:gdLst/>
              <a:ahLst/>
              <a:cxnLst/>
              <a:rect l="l" t="t" r="r" b="b"/>
              <a:pathLst>
                <a:path w="504" h="494" extrusionOk="0">
                  <a:moveTo>
                    <a:pt x="252" y="0"/>
                  </a:moveTo>
                  <a:cubicBezTo>
                    <a:pt x="116" y="0"/>
                    <a:pt x="1" y="107"/>
                    <a:pt x="1" y="251"/>
                  </a:cubicBezTo>
                  <a:cubicBezTo>
                    <a:pt x="1" y="387"/>
                    <a:pt x="116" y="494"/>
                    <a:pt x="252" y="494"/>
                  </a:cubicBezTo>
                  <a:cubicBezTo>
                    <a:pt x="388" y="494"/>
                    <a:pt x="503" y="387"/>
                    <a:pt x="503" y="251"/>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 name="Google Shape;1030;p2"/>
            <p:cNvSpPr/>
            <p:nvPr/>
          </p:nvSpPr>
          <p:spPr>
            <a:xfrm>
              <a:off x="3247875" y="3953075"/>
              <a:ext cx="12575" cy="12350"/>
            </a:xfrm>
            <a:custGeom>
              <a:avLst/>
              <a:gdLst/>
              <a:ahLst/>
              <a:cxnLst/>
              <a:rect l="l" t="t" r="r" b="b"/>
              <a:pathLst>
                <a:path w="503" h="494" extrusionOk="0">
                  <a:moveTo>
                    <a:pt x="252" y="0"/>
                  </a:moveTo>
                  <a:cubicBezTo>
                    <a:pt x="116" y="0"/>
                    <a:pt x="1" y="107"/>
                    <a:pt x="1" y="251"/>
                  </a:cubicBezTo>
                  <a:cubicBezTo>
                    <a:pt x="1" y="387"/>
                    <a:pt x="116" y="494"/>
                    <a:pt x="252" y="494"/>
                  </a:cubicBezTo>
                  <a:cubicBezTo>
                    <a:pt x="388" y="494"/>
                    <a:pt x="503" y="387"/>
                    <a:pt x="503" y="251"/>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 name="Google Shape;1031;p2"/>
            <p:cNvSpPr/>
            <p:nvPr/>
          </p:nvSpPr>
          <p:spPr>
            <a:xfrm>
              <a:off x="3339850" y="3953075"/>
              <a:ext cx="12525" cy="12350"/>
            </a:xfrm>
            <a:custGeom>
              <a:avLst/>
              <a:gdLst/>
              <a:ahLst/>
              <a:cxnLst/>
              <a:rect l="l" t="t" r="r" b="b"/>
              <a:pathLst>
                <a:path w="501" h="494" extrusionOk="0">
                  <a:moveTo>
                    <a:pt x="251" y="0"/>
                  </a:moveTo>
                  <a:cubicBezTo>
                    <a:pt x="107" y="0"/>
                    <a:pt x="0" y="107"/>
                    <a:pt x="0" y="251"/>
                  </a:cubicBezTo>
                  <a:cubicBezTo>
                    <a:pt x="0" y="387"/>
                    <a:pt x="107" y="494"/>
                    <a:pt x="251" y="494"/>
                  </a:cubicBezTo>
                  <a:cubicBezTo>
                    <a:pt x="387" y="494"/>
                    <a:pt x="501" y="387"/>
                    <a:pt x="501" y="251"/>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1032;p2"/>
            <p:cNvSpPr/>
            <p:nvPr/>
          </p:nvSpPr>
          <p:spPr>
            <a:xfrm>
              <a:off x="3431575" y="3953075"/>
              <a:ext cx="12600" cy="12350"/>
            </a:xfrm>
            <a:custGeom>
              <a:avLst/>
              <a:gdLst/>
              <a:ahLst/>
              <a:cxnLst/>
              <a:rect l="l" t="t" r="r" b="b"/>
              <a:pathLst>
                <a:path w="504" h="494" extrusionOk="0">
                  <a:moveTo>
                    <a:pt x="252" y="0"/>
                  </a:moveTo>
                  <a:cubicBezTo>
                    <a:pt x="116" y="0"/>
                    <a:pt x="1" y="107"/>
                    <a:pt x="1" y="251"/>
                  </a:cubicBezTo>
                  <a:cubicBezTo>
                    <a:pt x="1" y="387"/>
                    <a:pt x="116" y="494"/>
                    <a:pt x="252" y="494"/>
                  </a:cubicBezTo>
                  <a:cubicBezTo>
                    <a:pt x="388" y="494"/>
                    <a:pt x="503" y="387"/>
                    <a:pt x="503" y="251"/>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2"/>
            <p:cNvSpPr/>
            <p:nvPr/>
          </p:nvSpPr>
          <p:spPr>
            <a:xfrm>
              <a:off x="3523550" y="3953075"/>
              <a:ext cx="12375" cy="12350"/>
            </a:xfrm>
            <a:custGeom>
              <a:avLst/>
              <a:gdLst/>
              <a:ahLst/>
              <a:cxnLst/>
              <a:rect l="l" t="t" r="r" b="b"/>
              <a:pathLst>
                <a:path w="495" h="494" extrusionOk="0">
                  <a:moveTo>
                    <a:pt x="250" y="0"/>
                  </a:moveTo>
                  <a:cubicBezTo>
                    <a:pt x="107" y="0"/>
                    <a:pt x="0" y="107"/>
                    <a:pt x="0" y="251"/>
                  </a:cubicBezTo>
                  <a:cubicBezTo>
                    <a:pt x="0" y="387"/>
                    <a:pt x="107" y="494"/>
                    <a:pt x="250" y="494"/>
                  </a:cubicBezTo>
                  <a:cubicBezTo>
                    <a:pt x="388" y="494"/>
                    <a:pt x="494" y="387"/>
                    <a:pt x="494" y="251"/>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2"/>
            <p:cNvSpPr/>
            <p:nvPr/>
          </p:nvSpPr>
          <p:spPr>
            <a:xfrm>
              <a:off x="676400" y="40448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2"/>
            <p:cNvSpPr/>
            <p:nvPr/>
          </p:nvSpPr>
          <p:spPr>
            <a:xfrm>
              <a:off x="768325" y="4044800"/>
              <a:ext cx="12400" cy="12600"/>
            </a:xfrm>
            <a:custGeom>
              <a:avLst/>
              <a:gdLst/>
              <a:ahLst/>
              <a:cxnLst/>
              <a:rect l="l" t="t" r="r" b="b"/>
              <a:pathLst>
                <a:path w="496" h="504"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 name="Google Shape;1036;p2"/>
            <p:cNvSpPr/>
            <p:nvPr/>
          </p:nvSpPr>
          <p:spPr>
            <a:xfrm>
              <a:off x="860125" y="4044800"/>
              <a:ext cx="12525" cy="12600"/>
            </a:xfrm>
            <a:custGeom>
              <a:avLst/>
              <a:gdLst/>
              <a:ahLst/>
              <a:cxnLst/>
              <a:rect l="l" t="t" r="r" b="b"/>
              <a:pathLst>
                <a:path w="501" h="504"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 name="Google Shape;1037;p2"/>
            <p:cNvSpPr/>
            <p:nvPr/>
          </p:nvSpPr>
          <p:spPr>
            <a:xfrm>
              <a:off x="951850" y="40448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 name="Google Shape;1038;p2"/>
            <p:cNvSpPr/>
            <p:nvPr/>
          </p:nvSpPr>
          <p:spPr>
            <a:xfrm>
              <a:off x="1043825" y="404480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 name="Google Shape;1039;p2"/>
            <p:cNvSpPr/>
            <p:nvPr/>
          </p:nvSpPr>
          <p:spPr>
            <a:xfrm>
              <a:off x="1135575" y="404480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 name="Google Shape;1040;p2"/>
            <p:cNvSpPr/>
            <p:nvPr/>
          </p:nvSpPr>
          <p:spPr>
            <a:xfrm>
              <a:off x="1227500" y="4044800"/>
              <a:ext cx="12400" cy="12600"/>
            </a:xfrm>
            <a:custGeom>
              <a:avLst/>
              <a:gdLst/>
              <a:ahLst/>
              <a:cxnLst/>
              <a:rect l="l" t="t" r="r" b="b"/>
              <a:pathLst>
                <a:path w="496" h="504"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 name="Google Shape;1041;p2"/>
            <p:cNvSpPr/>
            <p:nvPr/>
          </p:nvSpPr>
          <p:spPr>
            <a:xfrm>
              <a:off x="1319275" y="404480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 name="Google Shape;1042;p2"/>
            <p:cNvSpPr/>
            <p:nvPr/>
          </p:nvSpPr>
          <p:spPr>
            <a:xfrm>
              <a:off x="1411200" y="4044800"/>
              <a:ext cx="12425" cy="12600"/>
            </a:xfrm>
            <a:custGeom>
              <a:avLst/>
              <a:gdLst/>
              <a:ahLst/>
              <a:cxnLst/>
              <a:rect l="l" t="t" r="r" b="b"/>
              <a:pathLst>
                <a:path w="497" h="504"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 name="Google Shape;1043;p2"/>
            <p:cNvSpPr/>
            <p:nvPr/>
          </p:nvSpPr>
          <p:spPr>
            <a:xfrm>
              <a:off x="1503000" y="4044800"/>
              <a:ext cx="12525" cy="12600"/>
            </a:xfrm>
            <a:custGeom>
              <a:avLst/>
              <a:gdLst/>
              <a:ahLst/>
              <a:cxnLst/>
              <a:rect l="l" t="t" r="r" b="b"/>
              <a:pathLst>
                <a:path w="501" h="504"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 name="Google Shape;1044;p2"/>
            <p:cNvSpPr/>
            <p:nvPr/>
          </p:nvSpPr>
          <p:spPr>
            <a:xfrm>
              <a:off x="1594750" y="404480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 name="Google Shape;1045;p2"/>
            <p:cNvSpPr/>
            <p:nvPr/>
          </p:nvSpPr>
          <p:spPr>
            <a:xfrm>
              <a:off x="1686650" y="40448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 name="Google Shape;1046;p2"/>
            <p:cNvSpPr/>
            <p:nvPr/>
          </p:nvSpPr>
          <p:spPr>
            <a:xfrm>
              <a:off x="1778450" y="404480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 name="Google Shape;1047;p2"/>
            <p:cNvSpPr/>
            <p:nvPr/>
          </p:nvSpPr>
          <p:spPr>
            <a:xfrm>
              <a:off x="1870375" y="4044800"/>
              <a:ext cx="12400" cy="12600"/>
            </a:xfrm>
            <a:custGeom>
              <a:avLst/>
              <a:gdLst/>
              <a:ahLst/>
              <a:cxnLst/>
              <a:rect l="l" t="t" r="r" b="b"/>
              <a:pathLst>
                <a:path w="496" h="504"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 name="Google Shape;1048;p2"/>
            <p:cNvSpPr/>
            <p:nvPr/>
          </p:nvSpPr>
          <p:spPr>
            <a:xfrm>
              <a:off x="1962150" y="404480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 name="Google Shape;1049;p2"/>
            <p:cNvSpPr/>
            <p:nvPr/>
          </p:nvSpPr>
          <p:spPr>
            <a:xfrm>
              <a:off x="2054075" y="4044800"/>
              <a:ext cx="12425" cy="12600"/>
            </a:xfrm>
            <a:custGeom>
              <a:avLst/>
              <a:gdLst/>
              <a:ahLst/>
              <a:cxnLst/>
              <a:rect l="l" t="t" r="r" b="b"/>
              <a:pathLst>
                <a:path w="497" h="504"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 name="Google Shape;1050;p2"/>
            <p:cNvSpPr/>
            <p:nvPr/>
          </p:nvSpPr>
          <p:spPr>
            <a:xfrm>
              <a:off x="2145825" y="40448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 name="Google Shape;1051;p2"/>
            <p:cNvSpPr/>
            <p:nvPr/>
          </p:nvSpPr>
          <p:spPr>
            <a:xfrm>
              <a:off x="2237800" y="4044800"/>
              <a:ext cx="12350" cy="12600"/>
            </a:xfrm>
            <a:custGeom>
              <a:avLst/>
              <a:gdLst/>
              <a:ahLst/>
              <a:cxnLst/>
              <a:rect l="l" t="t" r="r" b="b"/>
              <a:pathLst>
                <a:path w="494" h="504"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 name="Google Shape;1052;p2"/>
            <p:cNvSpPr/>
            <p:nvPr/>
          </p:nvSpPr>
          <p:spPr>
            <a:xfrm>
              <a:off x="2329550" y="404480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 name="Google Shape;1053;p2"/>
            <p:cNvSpPr/>
            <p:nvPr/>
          </p:nvSpPr>
          <p:spPr>
            <a:xfrm>
              <a:off x="2421325" y="404480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 name="Google Shape;1054;p2"/>
            <p:cNvSpPr/>
            <p:nvPr/>
          </p:nvSpPr>
          <p:spPr>
            <a:xfrm>
              <a:off x="2513250" y="4044800"/>
              <a:ext cx="12575" cy="12600"/>
            </a:xfrm>
            <a:custGeom>
              <a:avLst/>
              <a:gdLst/>
              <a:ahLst/>
              <a:cxnLst/>
              <a:rect l="l" t="t" r="r" b="b"/>
              <a:pathLst>
                <a:path w="503" h="504"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 name="Google Shape;1055;p2"/>
            <p:cNvSpPr/>
            <p:nvPr/>
          </p:nvSpPr>
          <p:spPr>
            <a:xfrm>
              <a:off x="2605000" y="404480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 name="Google Shape;1056;p2"/>
            <p:cNvSpPr/>
            <p:nvPr/>
          </p:nvSpPr>
          <p:spPr>
            <a:xfrm>
              <a:off x="2696950" y="4044800"/>
              <a:ext cx="12375" cy="12600"/>
            </a:xfrm>
            <a:custGeom>
              <a:avLst/>
              <a:gdLst/>
              <a:ahLst/>
              <a:cxnLst/>
              <a:rect l="l" t="t" r="r" b="b"/>
              <a:pathLst>
                <a:path w="495" h="504"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 name="Google Shape;1057;p2"/>
            <p:cNvSpPr/>
            <p:nvPr/>
          </p:nvSpPr>
          <p:spPr>
            <a:xfrm>
              <a:off x="2788700" y="40448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 name="Google Shape;1058;p2"/>
            <p:cNvSpPr/>
            <p:nvPr/>
          </p:nvSpPr>
          <p:spPr>
            <a:xfrm>
              <a:off x="2880675" y="4044800"/>
              <a:ext cx="12375" cy="12600"/>
            </a:xfrm>
            <a:custGeom>
              <a:avLst/>
              <a:gdLst/>
              <a:ahLst/>
              <a:cxnLst/>
              <a:rect l="l" t="t" r="r" b="b"/>
              <a:pathLst>
                <a:path w="495" h="504"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 name="Google Shape;1059;p2"/>
            <p:cNvSpPr/>
            <p:nvPr/>
          </p:nvSpPr>
          <p:spPr>
            <a:xfrm>
              <a:off x="2972425" y="404480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 name="Google Shape;1060;p2"/>
            <p:cNvSpPr/>
            <p:nvPr/>
          </p:nvSpPr>
          <p:spPr>
            <a:xfrm>
              <a:off x="3064375" y="4044800"/>
              <a:ext cx="12375" cy="12600"/>
            </a:xfrm>
            <a:custGeom>
              <a:avLst/>
              <a:gdLst/>
              <a:ahLst/>
              <a:cxnLst/>
              <a:rect l="l" t="t" r="r" b="b"/>
              <a:pathLst>
                <a:path w="495" h="504"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 name="Google Shape;1061;p2"/>
            <p:cNvSpPr/>
            <p:nvPr/>
          </p:nvSpPr>
          <p:spPr>
            <a:xfrm>
              <a:off x="3156125" y="40448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 name="Google Shape;1062;p2"/>
            <p:cNvSpPr/>
            <p:nvPr/>
          </p:nvSpPr>
          <p:spPr>
            <a:xfrm>
              <a:off x="3247875" y="4044800"/>
              <a:ext cx="12575" cy="12600"/>
            </a:xfrm>
            <a:custGeom>
              <a:avLst/>
              <a:gdLst/>
              <a:ahLst/>
              <a:cxnLst/>
              <a:rect l="l" t="t" r="r" b="b"/>
              <a:pathLst>
                <a:path w="503"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 name="Google Shape;1063;p2"/>
            <p:cNvSpPr/>
            <p:nvPr/>
          </p:nvSpPr>
          <p:spPr>
            <a:xfrm>
              <a:off x="3339850" y="4044800"/>
              <a:ext cx="12525" cy="12600"/>
            </a:xfrm>
            <a:custGeom>
              <a:avLst/>
              <a:gdLst/>
              <a:ahLst/>
              <a:cxnLst/>
              <a:rect l="l" t="t" r="r" b="b"/>
              <a:pathLst>
                <a:path w="501" h="504"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 name="Google Shape;1064;p2"/>
            <p:cNvSpPr/>
            <p:nvPr/>
          </p:nvSpPr>
          <p:spPr>
            <a:xfrm>
              <a:off x="3431575" y="40448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 name="Google Shape;1065;p2"/>
            <p:cNvSpPr/>
            <p:nvPr/>
          </p:nvSpPr>
          <p:spPr>
            <a:xfrm>
              <a:off x="3523550" y="404480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 name="Google Shape;1066;p2"/>
            <p:cNvSpPr/>
            <p:nvPr/>
          </p:nvSpPr>
          <p:spPr>
            <a:xfrm>
              <a:off x="676400" y="4136775"/>
              <a:ext cx="12600" cy="12375"/>
            </a:xfrm>
            <a:custGeom>
              <a:avLst/>
              <a:gdLst/>
              <a:ahLst/>
              <a:cxnLst/>
              <a:rect l="l" t="t" r="r" b="b"/>
              <a:pathLst>
                <a:path w="504" h="495" extrusionOk="0">
                  <a:moveTo>
                    <a:pt x="252" y="1"/>
                  </a:moveTo>
                  <a:cubicBezTo>
                    <a:pt x="116" y="1"/>
                    <a:pt x="1" y="107"/>
                    <a:pt x="1" y="250"/>
                  </a:cubicBezTo>
                  <a:cubicBezTo>
                    <a:pt x="1" y="388"/>
                    <a:pt x="116" y="494"/>
                    <a:pt x="252" y="494"/>
                  </a:cubicBezTo>
                  <a:cubicBezTo>
                    <a:pt x="388" y="494"/>
                    <a:pt x="503" y="388"/>
                    <a:pt x="503" y="250"/>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2"/>
            <p:cNvSpPr/>
            <p:nvPr/>
          </p:nvSpPr>
          <p:spPr>
            <a:xfrm>
              <a:off x="768325" y="4136775"/>
              <a:ext cx="12400" cy="12375"/>
            </a:xfrm>
            <a:custGeom>
              <a:avLst/>
              <a:gdLst/>
              <a:ahLst/>
              <a:cxnLst/>
              <a:rect l="l" t="t" r="r" b="b"/>
              <a:pathLst>
                <a:path w="496" h="495" extrusionOk="0">
                  <a:moveTo>
                    <a:pt x="245" y="1"/>
                  </a:moveTo>
                  <a:cubicBezTo>
                    <a:pt x="109" y="1"/>
                    <a:pt x="0" y="107"/>
                    <a:pt x="0" y="250"/>
                  </a:cubicBezTo>
                  <a:cubicBezTo>
                    <a:pt x="0" y="388"/>
                    <a:pt x="109" y="494"/>
                    <a:pt x="245" y="494"/>
                  </a:cubicBezTo>
                  <a:cubicBezTo>
                    <a:pt x="388" y="494"/>
                    <a:pt x="496" y="388"/>
                    <a:pt x="496" y="250"/>
                  </a:cubicBezTo>
                  <a:cubicBezTo>
                    <a:pt x="496" y="107"/>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 name="Google Shape;1068;p2"/>
            <p:cNvSpPr/>
            <p:nvPr/>
          </p:nvSpPr>
          <p:spPr>
            <a:xfrm>
              <a:off x="860125" y="4136775"/>
              <a:ext cx="12525" cy="12375"/>
            </a:xfrm>
            <a:custGeom>
              <a:avLst/>
              <a:gdLst/>
              <a:ahLst/>
              <a:cxnLst/>
              <a:rect l="l" t="t" r="r" b="b"/>
              <a:pathLst>
                <a:path w="501" h="495" extrusionOk="0">
                  <a:moveTo>
                    <a:pt x="251" y="1"/>
                  </a:moveTo>
                  <a:cubicBezTo>
                    <a:pt x="114" y="1"/>
                    <a:pt x="0" y="107"/>
                    <a:pt x="0" y="250"/>
                  </a:cubicBezTo>
                  <a:cubicBezTo>
                    <a:pt x="0" y="388"/>
                    <a:pt x="114" y="494"/>
                    <a:pt x="251" y="494"/>
                  </a:cubicBezTo>
                  <a:cubicBezTo>
                    <a:pt x="387" y="494"/>
                    <a:pt x="501" y="388"/>
                    <a:pt x="501" y="250"/>
                  </a:cubicBezTo>
                  <a:cubicBezTo>
                    <a:pt x="501"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 name="Google Shape;1069;p2"/>
            <p:cNvSpPr/>
            <p:nvPr/>
          </p:nvSpPr>
          <p:spPr>
            <a:xfrm>
              <a:off x="951850" y="4136775"/>
              <a:ext cx="12600" cy="12375"/>
            </a:xfrm>
            <a:custGeom>
              <a:avLst/>
              <a:gdLst/>
              <a:ahLst/>
              <a:cxnLst/>
              <a:rect l="l" t="t" r="r" b="b"/>
              <a:pathLst>
                <a:path w="504" h="495" extrusionOk="0">
                  <a:moveTo>
                    <a:pt x="252" y="1"/>
                  </a:moveTo>
                  <a:cubicBezTo>
                    <a:pt x="116" y="1"/>
                    <a:pt x="1" y="107"/>
                    <a:pt x="1" y="250"/>
                  </a:cubicBezTo>
                  <a:cubicBezTo>
                    <a:pt x="1" y="388"/>
                    <a:pt x="116" y="494"/>
                    <a:pt x="252" y="494"/>
                  </a:cubicBezTo>
                  <a:cubicBezTo>
                    <a:pt x="388" y="494"/>
                    <a:pt x="503" y="388"/>
                    <a:pt x="503" y="250"/>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 name="Google Shape;1070;p2"/>
            <p:cNvSpPr/>
            <p:nvPr/>
          </p:nvSpPr>
          <p:spPr>
            <a:xfrm>
              <a:off x="1043825" y="4136775"/>
              <a:ext cx="12375" cy="12375"/>
            </a:xfrm>
            <a:custGeom>
              <a:avLst/>
              <a:gdLst/>
              <a:ahLst/>
              <a:cxnLst/>
              <a:rect l="l" t="t" r="r" b="b"/>
              <a:pathLst>
                <a:path w="495" h="495" extrusionOk="0">
                  <a:moveTo>
                    <a:pt x="250" y="1"/>
                  </a:moveTo>
                  <a:cubicBezTo>
                    <a:pt x="107" y="1"/>
                    <a:pt x="0" y="107"/>
                    <a:pt x="0" y="250"/>
                  </a:cubicBezTo>
                  <a:cubicBezTo>
                    <a:pt x="0" y="388"/>
                    <a:pt x="107" y="494"/>
                    <a:pt x="250" y="494"/>
                  </a:cubicBezTo>
                  <a:cubicBezTo>
                    <a:pt x="388" y="494"/>
                    <a:pt x="494" y="388"/>
                    <a:pt x="494" y="250"/>
                  </a:cubicBezTo>
                  <a:cubicBezTo>
                    <a:pt x="494" y="107"/>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071;p2"/>
            <p:cNvSpPr/>
            <p:nvPr/>
          </p:nvSpPr>
          <p:spPr>
            <a:xfrm>
              <a:off x="1135575" y="4136775"/>
              <a:ext cx="12575" cy="12375"/>
            </a:xfrm>
            <a:custGeom>
              <a:avLst/>
              <a:gdLst/>
              <a:ahLst/>
              <a:cxnLst/>
              <a:rect l="l" t="t" r="r" b="b"/>
              <a:pathLst>
                <a:path w="503" h="495" extrusionOk="0">
                  <a:moveTo>
                    <a:pt x="252" y="1"/>
                  </a:moveTo>
                  <a:cubicBezTo>
                    <a:pt x="116" y="1"/>
                    <a:pt x="0" y="107"/>
                    <a:pt x="0" y="250"/>
                  </a:cubicBezTo>
                  <a:cubicBezTo>
                    <a:pt x="0" y="388"/>
                    <a:pt x="116" y="494"/>
                    <a:pt x="252" y="494"/>
                  </a:cubicBezTo>
                  <a:cubicBezTo>
                    <a:pt x="387" y="494"/>
                    <a:pt x="503" y="388"/>
                    <a:pt x="503" y="250"/>
                  </a:cubicBezTo>
                  <a:cubicBezTo>
                    <a:pt x="503" y="107"/>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 name="Google Shape;1072;p2"/>
            <p:cNvSpPr/>
            <p:nvPr/>
          </p:nvSpPr>
          <p:spPr>
            <a:xfrm>
              <a:off x="1227500" y="4136775"/>
              <a:ext cx="12400" cy="12375"/>
            </a:xfrm>
            <a:custGeom>
              <a:avLst/>
              <a:gdLst/>
              <a:ahLst/>
              <a:cxnLst/>
              <a:rect l="l" t="t" r="r" b="b"/>
              <a:pathLst>
                <a:path w="496" h="495" extrusionOk="0">
                  <a:moveTo>
                    <a:pt x="251" y="1"/>
                  </a:moveTo>
                  <a:cubicBezTo>
                    <a:pt x="109" y="1"/>
                    <a:pt x="0" y="107"/>
                    <a:pt x="0" y="250"/>
                  </a:cubicBezTo>
                  <a:cubicBezTo>
                    <a:pt x="0" y="388"/>
                    <a:pt x="109" y="494"/>
                    <a:pt x="251" y="494"/>
                  </a:cubicBezTo>
                  <a:cubicBezTo>
                    <a:pt x="387" y="494"/>
                    <a:pt x="496" y="388"/>
                    <a:pt x="496" y="250"/>
                  </a:cubicBezTo>
                  <a:cubicBezTo>
                    <a:pt x="496"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 name="Google Shape;1073;p2"/>
            <p:cNvSpPr/>
            <p:nvPr/>
          </p:nvSpPr>
          <p:spPr>
            <a:xfrm>
              <a:off x="1319275" y="4136775"/>
              <a:ext cx="12550" cy="12375"/>
            </a:xfrm>
            <a:custGeom>
              <a:avLst/>
              <a:gdLst/>
              <a:ahLst/>
              <a:cxnLst/>
              <a:rect l="l" t="t" r="r" b="b"/>
              <a:pathLst>
                <a:path w="502" h="495" extrusionOk="0">
                  <a:moveTo>
                    <a:pt x="252" y="1"/>
                  </a:moveTo>
                  <a:cubicBezTo>
                    <a:pt x="114" y="1"/>
                    <a:pt x="1" y="107"/>
                    <a:pt x="1" y="250"/>
                  </a:cubicBezTo>
                  <a:cubicBezTo>
                    <a:pt x="1" y="388"/>
                    <a:pt x="114" y="494"/>
                    <a:pt x="252" y="494"/>
                  </a:cubicBezTo>
                  <a:cubicBezTo>
                    <a:pt x="388" y="494"/>
                    <a:pt x="501" y="388"/>
                    <a:pt x="501" y="250"/>
                  </a:cubicBezTo>
                  <a:cubicBezTo>
                    <a:pt x="501"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 name="Google Shape;1074;p2"/>
            <p:cNvSpPr/>
            <p:nvPr/>
          </p:nvSpPr>
          <p:spPr>
            <a:xfrm>
              <a:off x="1411200" y="4136775"/>
              <a:ext cx="12425" cy="12375"/>
            </a:xfrm>
            <a:custGeom>
              <a:avLst/>
              <a:gdLst/>
              <a:ahLst/>
              <a:cxnLst/>
              <a:rect l="l" t="t" r="r" b="b"/>
              <a:pathLst>
                <a:path w="497" h="495" extrusionOk="0">
                  <a:moveTo>
                    <a:pt x="245" y="1"/>
                  </a:moveTo>
                  <a:cubicBezTo>
                    <a:pt x="109" y="1"/>
                    <a:pt x="1" y="107"/>
                    <a:pt x="1" y="250"/>
                  </a:cubicBezTo>
                  <a:cubicBezTo>
                    <a:pt x="1" y="388"/>
                    <a:pt x="109" y="494"/>
                    <a:pt x="245" y="494"/>
                  </a:cubicBezTo>
                  <a:cubicBezTo>
                    <a:pt x="388" y="494"/>
                    <a:pt x="496" y="388"/>
                    <a:pt x="496" y="250"/>
                  </a:cubicBezTo>
                  <a:cubicBezTo>
                    <a:pt x="496" y="107"/>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 name="Google Shape;1075;p2"/>
            <p:cNvSpPr/>
            <p:nvPr/>
          </p:nvSpPr>
          <p:spPr>
            <a:xfrm>
              <a:off x="1503000" y="4136775"/>
              <a:ext cx="12525" cy="12375"/>
            </a:xfrm>
            <a:custGeom>
              <a:avLst/>
              <a:gdLst/>
              <a:ahLst/>
              <a:cxnLst/>
              <a:rect l="l" t="t" r="r" b="b"/>
              <a:pathLst>
                <a:path w="501" h="495" extrusionOk="0">
                  <a:moveTo>
                    <a:pt x="250" y="1"/>
                  </a:moveTo>
                  <a:cubicBezTo>
                    <a:pt x="114" y="1"/>
                    <a:pt x="0" y="107"/>
                    <a:pt x="0" y="250"/>
                  </a:cubicBezTo>
                  <a:cubicBezTo>
                    <a:pt x="0" y="388"/>
                    <a:pt x="114" y="494"/>
                    <a:pt x="250" y="494"/>
                  </a:cubicBezTo>
                  <a:cubicBezTo>
                    <a:pt x="387" y="494"/>
                    <a:pt x="501" y="388"/>
                    <a:pt x="501" y="250"/>
                  </a:cubicBezTo>
                  <a:cubicBezTo>
                    <a:pt x="501" y="107"/>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 name="Google Shape;1076;p2"/>
            <p:cNvSpPr/>
            <p:nvPr/>
          </p:nvSpPr>
          <p:spPr>
            <a:xfrm>
              <a:off x="1594750" y="4136775"/>
              <a:ext cx="12575" cy="12375"/>
            </a:xfrm>
            <a:custGeom>
              <a:avLst/>
              <a:gdLst/>
              <a:ahLst/>
              <a:cxnLst/>
              <a:rect l="l" t="t" r="r" b="b"/>
              <a:pathLst>
                <a:path w="503" h="495" extrusionOk="0">
                  <a:moveTo>
                    <a:pt x="251" y="1"/>
                  </a:moveTo>
                  <a:cubicBezTo>
                    <a:pt x="115" y="1"/>
                    <a:pt x="0" y="107"/>
                    <a:pt x="0" y="250"/>
                  </a:cubicBezTo>
                  <a:cubicBezTo>
                    <a:pt x="0" y="388"/>
                    <a:pt x="115" y="494"/>
                    <a:pt x="251" y="494"/>
                  </a:cubicBezTo>
                  <a:cubicBezTo>
                    <a:pt x="394" y="494"/>
                    <a:pt x="503" y="388"/>
                    <a:pt x="503" y="250"/>
                  </a:cubicBezTo>
                  <a:cubicBezTo>
                    <a:pt x="503" y="107"/>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 name="Google Shape;1077;p2"/>
            <p:cNvSpPr/>
            <p:nvPr/>
          </p:nvSpPr>
          <p:spPr>
            <a:xfrm>
              <a:off x="1686650" y="4136775"/>
              <a:ext cx="12600" cy="12375"/>
            </a:xfrm>
            <a:custGeom>
              <a:avLst/>
              <a:gdLst/>
              <a:ahLst/>
              <a:cxnLst/>
              <a:rect l="l" t="t" r="r" b="b"/>
              <a:pathLst>
                <a:path w="504" h="495" extrusionOk="0">
                  <a:moveTo>
                    <a:pt x="252" y="1"/>
                  </a:moveTo>
                  <a:cubicBezTo>
                    <a:pt x="116" y="1"/>
                    <a:pt x="1" y="107"/>
                    <a:pt x="1" y="250"/>
                  </a:cubicBezTo>
                  <a:cubicBezTo>
                    <a:pt x="1" y="388"/>
                    <a:pt x="116" y="494"/>
                    <a:pt x="252" y="494"/>
                  </a:cubicBezTo>
                  <a:cubicBezTo>
                    <a:pt x="388" y="494"/>
                    <a:pt x="503" y="388"/>
                    <a:pt x="503" y="250"/>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 name="Google Shape;1078;p2"/>
            <p:cNvSpPr/>
            <p:nvPr/>
          </p:nvSpPr>
          <p:spPr>
            <a:xfrm>
              <a:off x="1778450" y="4136775"/>
              <a:ext cx="12550" cy="12375"/>
            </a:xfrm>
            <a:custGeom>
              <a:avLst/>
              <a:gdLst/>
              <a:ahLst/>
              <a:cxnLst/>
              <a:rect l="l" t="t" r="r" b="b"/>
              <a:pathLst>
                <a:path w="502" h="495" extrusionOk="0">
                  <a:moveTo>
                    <a:pt x="252" y="1"/>
                  </a:moveTo>
                  <a:cubicBezTo>
                    <a:pt x="114" y="1"/>
                    <a:pt x="1" y="107"/>
                    <a:pt x="1" y="250"/>
                  </a:cubicBezTo>
                  <a:cubicBezTo>
                    <a:pt x="1" y="388"/>
                    <a:pt x="114" y="494"/>
                    <a:pt x="252" y="494"/>
                  </a:cubicBezTo>
                  <a:cubicBezTo>
                    <a:pt x="388" y="494"/>
                    <a:pt x="501" y="388"/>
                    <a:pt x="501" y="250"/>
                  </a:cubicBezTo>
                  <a:cubicBezTo>
                    <a:pt x="501"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 name="Google Shape;1079;p2"/>
            <p:cNvSpPr/>
            <p:nvPr/>
          </p:nvSpPr>
          <p:spPr>
            <a:xfrm>
              <a:off x="1870375" y="4136775"/>
              <a:ext cx="12400" cy="12375"/>
            </a:xfrm>
            <a:custGeom>
              <a:avLst/>
              <a:gdLst/>
              <a:ahLst/>
              <a:cxnLst/>
              <a:rect l="l" t="t" r="r" b="b"/>
              <a:pathLst>
                <a:path w="496" h="495" extrusionOk="0">
                  <a:moveTo>
                    <a:pt x="252" y="1"/>
                  </a:moveTo>
                  <a:cubicBezTo>
                    <a:pt x="109" y="1"/>
                    <a:pt x="0" y="107"/>
                    <a:pt x="0" y="250"/>
                  </a:cubicBezTo>
                  <a:cubicBezTo>
                    <a:pt x="0" y="388"/>
                    <a:pt x="109" y="494"/>
                    <a:pt x="252" y="494"/>
                  </a:cubicBezTo>
                  <a:cubicBezTo>
                    <a:pt x="387" y="494"/>
                    <a:pt x="496" y="388"/>
                    <a:pt x="496" y="250"/>
                  </a:cubicBezTo>
                  <a:cubicBezTo>
                    <a:pt x="496" y="107"/>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080;p2"/>
            <p:cNvSpPr/>
            <p:nvPr/>
          </p:nvSpPr>
          <p:spPr>
            <a:xfrm>
              <a:off x="1962150" y="4136775"/>
              <a:ext cx="12550" cy="12375"/>
            </a:xfrm>
            <a:custGeom>
              <a:avLst/>
              <a:gdLst/>
              <a:ahLst/>
              <a:cxnLst/>
              <a:rect l="l" t="t" r="r" b="b"/>
              <a:pathLst>
                <a:path w="502" h="495" extrusionOk="0">
                  <a:moveTo>
                    <a:pt x="250" y="1"/>
                  </a:moveTo>
                  <a:cubicBezTo>
                    <a:pt x="114" y="1"/>
                    <a:pt x="1" y="107"/>
                    <a:pt x="1" y="250"/>
                  </a:cubicBezTo>
                  <a:cubicBezTo>
                    <a:pt x="1" y="388"/>
                    <a:pt x="114" y="494"/>
                    <a:pt x="250" y="494"/>
                  </a:cubicBezTo>
                  <a:cubicBezTo>
                    <a:pt x="388" y="494"/>
                    <a:pt x="502" y="388"/>
                    <a:pt x="502" y="250"/>
                  </a:cubicBezTo>
                  <a:cubicBezTo>
                    <a:pt x="502" y="107"/>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 name="Google Shape;1081;p2"/>
            <p:cNvSpPr/>
            <p:nvPr/>
          </p:nvSpPr>
          <p:spPr>
            <a:xfrm>
              <a:off x="2054075" y="4136775"/>
              <a:ext cx="12425" cy="12375"/>
            </a:xfrm>
            <a:custGeom>
              <a:avLst/>
              <a:gdLst/>
              <a:ahLst/>
              <a:cxnLst/>
              <a:rect l="l" t="t" r="r" b="b"/>
              <a:pathLst>
                <a:path w="497" h="495" extrusionOk="0">
                  <a:moveTo>
                    <a:pt x="252" y="1"/>
                  </a:moveTo>
                  <a:cubicBezTo>
                    <a:pt x="109" y="1"/>
                    <a:pt x="1" y="107"/>
                    <a:pt x="1" y="250"/>
                  </a:cubicBezTo>
                  <a:cubicBezTo>
                    <a:pt x="1" y="388"/>
                    <a:pt x="109" y="494"/>
                    <a:pt x="252" y="494"/>
                  </a:cubicBezTo>
                  <a:cubicBezTo>
                    <a:pt x="388" y="494"/>
                    <a:pt x="496" y="388"/>
                    <a:pt x="496" y="250"/>
                  </a:cubicBezTo>
                  <a:cubicBezTo>
                    <a:pt x="496"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2"/>
            <p:cNvSpPr/>
            <p:nvPr/>
          </p:nvSpPr>
          <p:spPr>
            <a:xfrm>
              <a:off x="2145825" y="4136775"/>
              <a:ext cx="12600" cy="12375"/>
            </a:xfrm>
            <a:custGeom>
              <a:avLst/>
              <a:gdLst/>
              <a:ahLst/>
              <a:cxnLst/>
              <a:rect l="l" t="t" r="r" b="b"/>
              <a:pathLst>
                <a:path w="504" h="495" extrusionOk="0">
                  <a:moveTo>
                    <a:pt x="252" y="1"/>
                  </a:moveTo>
                  <a:cubicBezTo>
                    <a:pt x="116" y="1"/>
                    <a:pt x="1" y="107"/>
                    <a:pt x="1" y="250"/>
                  </a:cubicBezTo>
                  <a:cubicBezTo>
                    <a:pt x="1" y="388"/>
                    <a:pt x="116" y="494"/>
                    <a:pt x="252" y="494"/>
                  </a:cubicBezTo>
                  <a:cubicBezTo>
                    <a:pt x="388" y="494"/>
                    <a:pt x="503" y="388"/>
                    <a:pt x="503" y="250"/>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 name="Google Shape;1083;p2"/>
            <p:cNvSpPr/>
            <p:nvPr/>
          </p:nvSpPr>
          <p:spPr>
            <a:xfrm>
              <a:off x="2237800" y="4136775"/>
              <a:ext cx="12350" cy="12375"/>
            </a:xfrm>
            <a:custGeom>
              <a:avLst/>
              <a:gdLst/>
              <a:ahLst/>
              <a:cxnLst/>
              <a:rect l="l" t="t" r="r" b="b"/>
              <a:pathLst>
                <a:path w="494" h="495" extrusionOk="0">
                  <a:moveTo>
                    <a:pt x="244" y="1"/>
                  </a:moveTo>
                  <a:cubicBezTo>
                    <a:pt x="107" y="1"/>
                    <a:pt x="0" y="107"/>
                    <a:pt x="0" y="250"/>
                  </a:cubicBezTo>
                  <a:cubicBezTo>
                    <a:pt x="0" y="388"/>
                    <a:pt x="107" y="494"/>
                    <a:pt x="244" y="494"/>
                  </a:cubicBezTo>
                  <a:cubicBezTo>
                    <a:pt x="387" y="494"/>
                    <a:pt x="494" y="388"/>
                    <a:pt x="494" y="250"/>
                  </a:cubicBezTo>
                  <a:cubicBezTo>
                    <a:pt x="494" y="107"/>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 name="Google Shape;1084;p2"/>
            <p:cNvSpPr/>
            <p:nvPr/>
          </p:nvSpPr>
          <p:spPr>
            <a:xfrm>
              <a:off x="2329550" y="4136775"/>
              <a:ext cx="12575" cy="12375"/>
            </a:xfrm>
            <a:custGeom>
              <a:avLst/>
              <a:gdLst/>
              <a:ahLst/>
              <a:cxnLst/>
              <a:rect l="l" t="t" r="r" b="b"/>
              <a:pathLst>
                <a:path w="503" h="495" extrusionOk="0">
                  <a:moveTo>
                    <a:pt x="251" y="1"/>
                  </a:moveTo>
                  <a:cubicBezTo>
                    <a:pt x="115" y="1"/>
                    <a:pt x="0" y="107"/>
                    <a:pt x="0" y="250"/>
                  </a:cubicBezTo>
                  <a:cubicBezTo>
                    <a:pt x="0" y="388"/>
                    <a:pt x="115" y="494"/>
                    <a:pt x="251" y="494"/>
                  </a:cubicBezTo>
                  <a:cubicBezTo>
                    <a:pt x="387" y="494"/>
                    <a:pt x="502" y="388"/>
                    <a:pt x="502" y="250"/>
                  </a:cubicBezTo>
                  <a:cubicBezTo>
                    <a:pt x="502"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 name="Google Shape;1085;p2"/>
            <p:cNvSpPr/>
            <p:nvPr/>
          </p:nvSpPr>
          <p:spPr>
            <a:xfrm>
              <a:off x="2421325" y="4136775"/>
              <a:ext cx="12550" cy="12375"/>
            </a:xfrm>
            <a:custGeom>
              <a:avLst/>
              <a:gdLst/>
              <a:ahLst/>
              <a:cxnLst/>
              <a:rect l="l" t="t" r="r" b="b"/>
              <a:pathLst>
                <a:path w="502" h="495" extrusionOk="0">
                  <a:moveTo>
                    <a:pt x="250" y="1"/>
                  </a:moveTo>
                  <a:cubicBezTo>
                    <a:pt x="114" y="1"/>
                    <a:pt x="1" y="107"/>
                    <a:pt x="1" y="250"/>
                  </a:cubicBezTo>
                  <a:cubicBezTo>
                    <a:pt x="1" y="388"/>
                    <a:pt x="114" y="494"/>
                    <a:pt x="250" y="494"/>
                  </a:cubicBezTo>
                  <a:cubicBezTo>
                    <a:pt x="395" y="494"/>
                    <a:pt x="501" y="388"/>
                    <a:pt x="501" y="250"/>
                  </a:cubicBezTo>
                  <a:cubicBezTo>
                    <a:pt x="501" y="107"/>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 name="Google Shape;1086;p2"/>
            <p:cNvSpPr/>
            <p:nvPr/>
          </p:nvSpPr>
          <p:spPr>
            <a:xfrm>
              <a:off x="2513250" y="4136775"/>
              <a:ext cx="12575" cy="12375"/>
            </a:xfrm>
            <a:custGeom>
              <a:avLst/>
              <a:gdLst/>
              <a:ahLst/>
              <a:cxnLst/>
              <a:rect l="l" t="t" r="r" b="b"/>
              <a:pathLst>
                <a:path w="503" h="495" extrusionOk="0">
                  <a:moveTo>
                    <a:pt x="252" y="1"/>
                  </a:moveTo>
                  <a:cubicBezTo>
                    <a:pt x="109" y="1"/>
                    <a:pt x="0" y="107"/>
                    <a:pt x="0" y="250"/>
                  </a:cubicBezTo>
                  <a:cubicBezTo>
                    <a:pt x="0" y="388"/>
                    <a:pt x="109" y="494"/>
                    <a:pt x="252" y="494"/>
                  </a:cubicBezTo>
                  <a:cubicBezTo>
                    <a:pt x="388" y="494"/>
                    <a:pt x="503" y="388"/>
                    <a:pt x="503" y="250"/>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 name="Google Shape;1087;p2"/>
            <p:cNvSpPr/>
            <p:nvPr/>
          </p:nvSpPr>
          <p:spPr>
            <a:xfrm>
              <a:off x="2605000" y="4136775"/>
              <a:ext cx="12575" cy="12375"/>
            </a:xfrm>
            <a:custGeom>
              <a:avLst/>
              <a:gdLst/>
              <a:ahLst/>
              <a:cxnLst/>
              <a:rect l="l" t="t" r="r" b="b"/>
              <a:pathLst>
                <a:path w="503" h="495" extrusionOk="0">
                  <a:moveTo>
                    <a:pt x="252" y="1"/>
                  </a:moveTo>
                  <a:cubicBezTo>
                    <a:pt x="116" y="1"/>
                    <a:pt x="0" y="107"/>
                    <a:pt x="0" y="250"/>
                  </a:cubicBezTo>
                  <a:cubicBezTo>
                    <a:pt x="0" y="388"/>
                    <a:pt x="116" y="494"/>
                    <a:pt x="252" y="494"/>
                  </a:cubicBezTo>
                  <a:cubicBezTo>
                    <a:pt x="387" y="494"/>
                    <a:pt x="503" y="388"/>
                    <a:pt x="503" y="250"/>
                  </a:cubicBezTo>
                  <a:cubicBezTo>
                    <a:pt x="503" y="107"/>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 name="Google Shape;1088;p2"/>
            <p:cNvSpPr/>
            <p:nvPr/>
          </p:nvSpPr>
          <p:spPr>
            <a:xfrm>
              <a:off x="2696950" y="4136775"/>
              <a:ext cx="12375" cy="12375"/>
            </a:xfrm>
            <a:custGeom>
              <a:avLst/>
              <a:gdLst/>
              <a:ahLst/>
              <a:cxnLst/>
              <a:rect l="l" t="t" r="r" b="b"/>
              <a:pathLst>
                <a:path w="495" h="495" extrusionOk="0">
                  <a:moveTo>
                    <a:pt x="252" y="1"/>
                  </a:moveTo>
                  <a:cubicBezTo>
                    <a:pt x="108" y="1"/>
                    <a:pt x="1" y="107"/>
                    <a:pt x="1" y="250"/>
                  </a:cubicBezTo>
                  <a:cubicBezTo>
                    <a:pt x="1" y="388"/>
                    <a:pt x="108" y="494"/>
                    <a:pt x="252" y="494"/>
                  </a:cubicBezTo>
                  <a:cubicBezTo>
                    <a:pt x="388" y="494"/>
                    <a:pt x="495" y="388"/>
                    <a:pt x="495" y="250"/>
                  </a:cubicBezTo>
                  <a:cubicBezTo>
                    <a:pt x="495"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 name="Google Shape;1089;p2"/>
            <p:cNvSpPr/>
            <p:nvPr/>
          </p:nvSpPr>
          <p:spPr>
            <a:xfrm>
              <a:off x="2788700" y="4136775"/>
              <a:ext cx="12600" cy="12375"/>
            </a:xfrm>
            <a:custGeom>
              <a:avLst/>
              <a:gdLst/>
              <a:ahLst/>
              <a:cxnLst/>
              <a:rect l="l" t="t" r="r" b="b"/>
              <a:pathLst>
                <a:path w="504" h="495" extrusionOk="0">
                  <a:moveTo>
                    <a:pt x="252" y="1"/>
                  </a:moveTo>
                  <a:cubicBezTo>
                    <a:pt x="116" y="1"/>
                    <a:pt x="1" y="107"/>
                    <a:pt x="1" y="250"/>
                  </a:cubicBezTo>
                  <a:cubicBezTo>
                    <a:pt x="1" y="388"/>
                    <a:pt x="116" y="494"/>
                    <a:pt x="252" y="494"/>
                  </a:cubicBezTo>
                  <a:cubicBezTo>
                    <a:pt x="388" y="494"/>
                    <a:pt x="503" y="388"/>
                    <a:pt x="503" y="250"/>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090;p2"/>
            <p:cNvSpPr/>
            <p:nvPr/>
          </p:nvSpPr>
          <p:spPr>
            <a:xfrm>
              <a:off x="2880675" y="4136775"/>
              <a:ext cx="12375" cy="12375"/>
            </a:xfrm>
            <a:custGeom>
              <a:avLst/>
              <a:gdLst/>
              <a:ahLst/>
              <a:cxnLst/>
              <a:rect l="l" t="t" r="r" b="b"/>
              <a:pathLst>
                <a:path w="495" h="495" extrusionOk="0">
                  <a:moveTo>
                    <a:pt x="243" y="1"/>
                  </a:moveTo>
                  <a:cubicBezTo>
                    <a:pt x="107" y="1"/>
                    <a:pt x="0" y="107"/>
                    <a:pt x="0" y="250"/>
                  </a:cubicBezTo>
                  <a:cubicBezTo>
                    <a:pt x="0" y="388"/>
                    <a:pt x="107" y="494"/>
                    <a:pt x="243" y="494"/>
                  </a:cubicBezTo>
                  <a:cubicBezTo>
                    <a:pt x="387" y="494"/>
                    <a:pt x="494" y="388"/>
                    <a:pt x="494" y="250"/>
                  </a:cubicBezTo>
                  <a:cubicBezTo>
                    <a:pt x="494" y="107"/>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 name="Google Shape;1091;p2"/>
            <p:cNvSpPr/>
            <p:nvPr/>
          </p:nvSpPr>
          <p:spPr>
            <a:xfrm>
              <a:off x="2972425" y="4136775"/>
              <a:ext cx="12575" cy="12375"/>
            </a:xfrm>
            <a:custGeom>
              <a:avLst/>
              <a:gdLst/>
              <a:ahLst/>
              <a:cxnLst/>
              <a:rect l="l" t="t" r="r" b="b"/>
              <a:pathLst>
                <a:path w="503" h="495" extrusionOk="0">
                  <a:moveTo>
                    <a:pt x="251" y="1"/>
                  </a:moveTo>
                  <a:cubicBezTo>
                    <a:pt x="115" y="1"/>
                    <a:pt x="0" y="107"/>
                    <a:pt x="0" y="250"/>
                  </a:cubicBezTo>
                  <a:cubicBezTo>
                    <a:pt x="0" y="388"/>
                    <a:pt x="115" y="494"/>
                    <a:pt x="251" y="494"/>
                  </a:cubicBezTo>
                  <a:cubicBezTo>
                    <a:pt x="387" y="494"/>
                    <a:pt x="503" y="388"/>
                    <a:pt x="503" y="250"/>
                  </a:cubicBezTo>
                  <a:cubicBezTo>
                    <a:pt x="503"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 name="Google Shape;1092;p2"/>
            <p:cNvSpPr/>
            <p:nvPr/>
          </p:nvSpPr>
          <p:spPr>
            <a:xfrm>
              <a:off x="3064375" y="4136775"/>
              <a:ext cx="12375" cy="12375"/>
            </a:xfrm>
            <a:custGeom>
              <a:avLst/>
              <a:gdLst/>
              <a:ahLst/>
              <a:cxnLst/>
              <a:rect l="l" t="t" r="r" b="b"/>
              <a:pathLst>
                <a:path w="495" h="495" extrusionOk="0">
                  <a:moveTo>
                    <a:pt x="243" y="1"/>
                  </a:moveTo>
                  <a:cubicBezTo>
                    <a:pt x="107" y="1"/>
                    <a:pt x="1" y="107"/>
                    <a:pt x="1" y="250"/>
                  </a:cubicBezTo>
                  <a:cubicBezTo>
                    <a:pt x="1" y="388"/>
                    <a:pt x="107" y="494"/>
                    <a:pt x="243" y="494"/>
                  </a:cubicBezTo>
                  <a:cubicBezTo>
                    <a:pt x="388" y="494"/>
                    <a:pt x="495" y="388"/>
                    <a:pt x="495" y="250"/>
                  </a:cubicBezTo>
                  <a:cubicBezTo>
                    <a:pt x="495" y="107"/>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 name="Google Shape;1093;p2"/>
            <p:cNvSpPr/>
            <p:nvPr/>
          </p:nvSpPr>
          <p:spPr>
            <a:xfrm>
              <a:off x="3156125" y="4136775"/>
              <a:ext cx="12600" cy="12375"/>
            </a:xfrm>
            <a:custGeom>
              <a:avLst/>
              <a:gdLst/>
              <a:ahLst/>
              <a:cxnLst/>
              <a:rect l="l" t="t" r="r" b="b"/>
              <a:pathLst>
                <a:path w="504" h="495" extrusionOk="0">
                  <a:moveTo>
                    <a:pt x="252" y="1"/>
                  </a:moveTo>
                  <a:cubicBezTo>
                    <a:pt x="116" y="1"/>
                    <a:pt x="1" y="107"/>
                    <a:pt x="1" y="250"/>
                  </a:cubicBezTo>
                  <a:cubicBezTo>
                    <a:pt x="1" y="388"/>
                    <a:pt x="116" y="494"/>
                    <a:pt x="252" y="494"/>
                  </a:cubicBezTo>
                  <a:cubicBezTo>
                    <a:pt x="388" y="494"/>
                    <a:pt x="503" y="388"/>
                    <a:pt x="503" y="250"/>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 name="Google Shape;1094;p2"/>
            <p:cNvSpPr/>
            <p:nvPr/>
          </p:nvSpPr>
          <p:spPr>
            <a:xfrm>
              <a:off x="3247875" y="4136775"/>
              <a:ext cx="12575" cy="12375"/>
            </a:xfrm>
            <a:custGeom>
              <a:avLst/>
              <a:gdLst/>
              <a:ahLst/>
              <a:cxnLst/>
              <a:rect l="l" t="t" r="r" b="b"/>
              <a:pathLst>
                <a:path w="503" h="495" extrusionOk="0">
                  <a:moveTo>
                    <a:pt x="252" y="1"/>
                  </a:moveTo>
                  <a:cubicBezTo>
                    <a:pt x="116" y="1"/>
                    <a:pt x="1" y="107"/>
                    <a:pt x="1" y="250"/>
                  </a:cubicBezTo>
                  <a:cubicBezTo>
                    <a:pt x="1" y="388"/>
                    <a:pt x="116" y="494"/>
                    <a:pt x="252" y="494"/>
                  </a:cubicBezTo>
                  <a:cubicBezTo>
                    <a:pt x="388" y="494"/>
                    <a:pt x="503" y="388"/>
                    <a:pt x="503" y="250"/>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 name="Google Shape;1095;p2"/>
            <p:cNvSpPr/>
            <p:nvPr/>
          </p:nvSpPr>
          <p:spPr>
            <a:xfrm>
              <a:off x="3339850" y="4136775"/>
              <a:ext cx="12525" cy="12375"/>
            </a:xfrm>
            <a:custGeom>
              <a:avLst/>
              <a:gdLst/>
              <a:ahLst/>
              <a:cxnLst/>
              <a:rect l="l" t="t" r="r" b="b"/>
              <a:pathLst>
                <a:path w="501" h="495" extrusionOk="0">
                  <a:moveTo>
                    <a:pt x="251" y="1"/>
                  </a:moveTo>
                  <a:cubicBezTo>
                    <a:pt x="107" y="1"/>
                    <a:pt x="0" y="107"/>
                    <a:pt x="0" y="250"/>
                  </a:cubicBezTo>
                  <a:cubicBezTo>
                    <a:pt x="0" y="388"/>
                    <a:pt x="107" y="494"/>
                    <a:pt x="251" y="494"/>
                  </a:cubicBezTo>
                  <a:cubicBezTo>
                    <a:pt x="387" y="494"/>
                    <a:pt x="501" y="388"/>
                    <a:pt x="501" y="250"/>
                  </a:cubicBezTo>
                  <a:cubicBezTo>
                    <a:pt x="501"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 name="Google Shape;1096;p2"/>
            <p:cNvSpPr/>
            <p:nvPr/>
          </p:nvSpPr>
          <p:spPr>
            <a:xfrm>
              <a:off x="3431575" y="4136775"/>
              <a:ext cx="12600" cy="12375"/>
            </a:xfrm>
            <a:custGeom>
              <a:avLst/>
              <a:gdLst/>
              <a:ahLst/>
              <a:cxnLst/>
              <a:rect l="l" t="t" r="r" b="b"/>
              <a:pathLst>
                <a:path w="504" h="495" extrusionOk="0">
                  <a:moveTo>
                    <a:pt x="252" y="1"/>
                  </a:moveTo>
                  <a:cubicBezTo>
                    <a:pt x="116" y="1"/>
                    <a:pt x="1" y="107"/>
                    <a:pt x="1" y="250"/>
                  </a:cubicBezTo>
                  <a:cubicBezTo>
                    <a:pt x="1" y="388"/>
                    <a:pt x="116" y="494"/>
                    <a:pt x="252" y="494"/>
                  </a:cubicBezTo>
                  <a:cubicBezTo>
                    <a:pt x="388" y="494"/>
                    <a:pt x="503" y="388"/>
                    <a:pt x="503" y="250"/>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 name="Google Shape;1097;p2"/>
            <p:cNvSpPr/>
            <p:nvPr/>
          </p:nvSpPr>
          <p:spPr>
            <a:xfrm>
              <a:off x="3523550" y="4136775"/>
              <a:ext cx="12375" cy="12375"/>
            </a:xfrm>
            <a:custGeom>
              <a:avLst/>
              <a:gdLst/>
              <a:ahLst/>
              <a:cxnLst/>
              <a:rect l="l" t="t" r="r" b="b"/>
              <a:pathLst>
                <a:path w="495" h="495" extrusionOk="0">
                  <a:moveTo>
                    <a:pt x="250" y="1"/>
                  </a:moveTo>
                  <a:cubicBezTo>
                    <a:pt x="107" y="1"/>
                    <a:pt x="0" y="107"/>
                    <a:pt x="0" y="250"/>
                  </a:cubicBezTo>
                  <a:cubicBezTo>
                    <a:pt x="0" y="388"/>
                    <a:pt x="107" y="494"/>
                    <a:pt x="250" y="494"/>
                  </a:cubicBezTo>
                  <a:cubicBezTo>
                    <a:pt x="388" y="494"/>
                    <a:pt x="494" y="388"/>
                    <a:pt x="494" y="250"/>
                  </a:cubicBezTo>
                  <a:cubicBezTo>
                    <a:pt x="494" y="107"/>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 name="Google Shape;1098;p2"/>
            <p:cNvSpPr/>
            <p:nvPr/>
          </p:nvSpPr>
          <p:spPr>
            <a:xfrm>
              <a:off x="676400" y="4228525"/>
              <a:ext cx="12600" cy="12575"/>
            </a:xfrm>
            <a:custGeom>
              <a:avLst/>
              <a:gdLst/>
              <a:ahLst/>
              <a:cxnLst/>
              <a:rect l="l" t="t" r="r" b="b"/>
              <a:pathLst>
                <a:path w="504" h="503" extrusionOk="0">
                  <a:moveTo>
                    <a:pt x="252" y="0"/>
                  </a:moveTo>
                  <a:cubicBezTo>
                    <a:pt x="116" y="0"/>
                    <a:pt x="1" y="116"/>
                    <a:pt x="1" y="252"/>
                  </a:cubicBezTo>
                  <a:cubicBezTo>
                    <a:pt x="1" y="388"/>
                    <a:pt x="116" y="503"/>
                    <a:pt x="252" y="503"/>
                  </a:cubicBezTo>
                  <a:cubicBezTo>
                    <a:pt x="388" y="503"/>
                    <a:pt x="503" y="388"/>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 name="Google Shape;1099;p2"/>
            <p:cNvSpPr/>
            <p:nvPr/>
          </p:nvSpPr>
          <p:spPr>
            <a:xfrm>
              <a:off x="768325" y="4228525"/>
              <a:ext cx="12400" cy="12575"/>
            </a:xfrm>
            <a:custGeom>
              <a:avLst/>
              <a:gdLst/>
              <a:ahLst/>
              <a:cxnLst/>
              <a:rect l="l" t="t" r="r" b="b"/>
              <a:pathLst>
                <a:path w="496" h="503" extrusionOk="0">
                  <a:moveTo>
                    <a:pt x="245" y="0"/>
                  </a:moveTo>
                  <a:cubicBezTo>
                    <a:pt x="109" y="0"/>
                    <a:pt x="0" y="116"/>
                    <a:pt x="0" y="252"/>
                  </a:cubicBezTo>
                  <a:cubicBezTo>
                    <a:pt x="0" y="388"/>
                    <a:pt x="109" y="503"/>
                    <a:pt x="245" y="503"/>
                  </a:cubicBezTo>
                  <a:cubicBezTo>
                    <a:pt x="388" y="503"/>
                    <a:pt x="496" y="388"/>
                    <a:pt x="496" y="252"/>
                  </a:cubicBezTo>
                  <a:cubicBezTo>
                    <a:pt x="496" y="116"/>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 name="Google Shape;1100;p2"/>
            <p:cNvSpPr/>
            <p:nvPr/>
          </p:nvSpPr>
          <p:spPr>
            <a:xfrm>
              <a:off x="860125" y="4228525"/>
              <a:ext cx="12525" cy="12575"/>
            </a:xfrm>
            <a:custGeom>
              <a:avLst/>
              <a:gdLst/>
              <a:ahLst/>
              <a:cxnLst/>
              <a:rect l="l" t="t" r="r" b="b"/>
              <a:pathLst>
                <a:path w="501" h="503" extrusionOk="0">
                  <a:moveTo>
                    <a:pt x="251" y="0"/>
                  </a:moveTo>
                  <a:cubicBezTo>
                    <a:pt x="114" y="0"/>
                    <a:pt x="0" y="116"/>
                    <a:pt x="0" y="252"/>
                  </a:cubicBezTo>
                  <a:cubicBezTo>
                    <a:pt x="0" y="388"/>
                    <a:pt x="114" y="503"/>
                    <a:pt x="251" y="503"/>
                  </a:cubicBezTo>
                  <a:cubicBezTo>
                    <a:pt x="387" y="503"/>
                    <a:pt x="501" y="388"/>
                    <a:pt x="501" y="252"/>
                  </a:cubicBezTo>
                  <a:cubicBezTo>
                    <a:pt x="501"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 name="Google Shape;1101;p2"/>
            <p:cNvSpPr/>
            <p:nvPr/>
          </p:nvSpPr>
          <p:spPr>
            <a:xfrm>
              <a:off x="951850" y="4228525"/>
              <a:ext cx="12600" cy="12575"/>
            </a:xfrm>
            <a:custGeom>
              <a:avLst/>
              <a:gdLst/>
              <a:ahLst/>
              <a:cxnLst/>
              <a:rect l="l" t="t" r="r" b="b"/>
              <a:pathLst>
                <a:path w="504" h="503" extrusionOk="0">
                  <a:moveTo>
                    <a:pt x="252" y="0"/>
                  </a:moveTo>
                  <a:cubicBezTo>
                    <a:pt x="116" y="0"/>
                    <a:pt x="1" y="116"/>
                    <a:pt x="1" y="252"/>
                  </a:cubicBezTo>
                  <a:cubicBezTo>
                    <a:pt x="1" y="388"/>
                    <a:pt x="116" y="503"/>
                    <a:pt x="252" y="503"/>
                  </a:cubicBezTo>
                  <a:cubicBezTo>
                    <a:pt x="388" y="503"/>
                    <a:pt x="503" y="388"/>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 name="Google Shape;1102;p2"/>
            <p:cNvSpPr/>
            <p:nvPr/>
          </p:nvSpPr>
          <p:spPr>
            <a:xfrm>
              <a:off x="1043825" y="4228525"/>
              <a:ext cx="12375" cy="12575"/>
            </a:xfrm>
            <a:custGeom>
              <a:avLst/>
              <a:gdLst/>
              <a:ahLst/>
              <a:cxnLst/>
              <a:rect l="l" t="t" r="r" b="b"/>
              <a:pathLst>
                <a:path w="495" h="503" extrusionOk="0">
                  <a:moveTo>
                    <a:pt x="250" y="0"/>
                  </a:moveTo>
                  <a:cubicBezTo>
                    <a:pt x="107" y="0"/>
                    <a:pt x="0" y="116"/>
                    <a:pt x="0" y="252"/>
                  </a:cubicBezTo>
                  <a:cubicBezTo>
                    <a:pt x="0" y="388"/>
                    <a:pt x="107" y="503"/>
                    <a:pt x="250" y="503"/>
                  </a:cubicBezTo>
                  <a:cubicBezTo>
                    <a:pt x="388" y="503"/>
                    <a:pt x="494" y="388"/>
                    <a:pt x="494" y="252"/>
                  </a:cubicBezTo>
                  <a:cubicBezTo>
                    <a:pt x="494"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 name="Google Shape;1103;p2"/>
            <p:cNvSpPr/>
            <p:nvPr/>
          </p:nvSpPr>
          <p:spPr>
            <a:xfrm>
              <a:off x="1135575" y="4228525"/>
              <a:ext cx="12575" cy="12575"/>
            </a:xfrm>
            <a:custGeom>
              <a:avLst/>
              <a:gdLst/>
              <a:ahLst/>
              <a:cxnLst/>
              <a:rect l="l" t="t" r="r" b="b"/>
              <a:pathLst>
                <a:path w="503" h="503" extrusionOk="0">
                  <a:moveTo>
                    <a:pt x="252" y="0"/>
                  </a:moveTo>
                  <a:cubicBezTo>
                    <a:pt x="116" y="0"/>
                    <a:pt x="0" y="116"/>
                    <a:pt x="0" y="252"/>
                  </a:cubicBezTo>
                  <a:cubicBezTo>
                    <a:pt x="0" y="388"/>
                    <a:pt x="116" y="503"/>
                    <a:pt x="252" y="503"/>
                  </a:cubicBezTo>
                  <a:cubicBezTo>
                    <a:pt x="387" y="503"/>
                    <a:pt x="503" y="388"/>
                    <a:pt x="503" y="252"/>
                  </a:cubicBezTo>
                  <a:cubicBezTo>
                    <a:pt x="503"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 name="Google Shape;1104;p2"/>
            <p:cNvSpPr/>
            <p:nvPr/>
          </p:nvSpPr>
          <p:spPr>
            <a:xfrm>
              <a:off x="1227500" y="4228525"/>
              <a:ext cx="12400" cy="12575"/>
            </a:xfrm>
            <a:custGeom>
              <a:avLst/>
              <a:gdLst/>
              <a:ahLst/>
              <a:cxnLst/>
              <a:rect l="l" t="t" r="r" b="b"/>
              <a:pathLst>
                <a:path w="496" h="503" extrusionOk="0">
                  <a:moveTo>
                    <a:pt x="251" y="0"/>
                  </a:moveTo>
                  <a:cubicBezTo>
                    <a:pt x="109" y="0"/>
                    <a:pt x="0" y="116"/>
                    <a:pt x="0" y="252"/>
                  </a:cubicBezTo>
                  <a:cubicBezTo>
                    <a:pt x="0" y="388"/>
                    <a:pt x="109" y="503"/>
                    <a:pt x="251" y="503"/>
                  </a:cubicBezTo>
                  <a:cubicBezTo>
                    <a:pt x="387" y="503"/>
                    <a:pt x="496" y="388"/>
                    <a:pt x="496" y="252"/>
                  </a:cubicBezTo>
                  <a:cubicBezTo>
                    <a:pt x="496"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 name="Google Shape;1105;p2"/>
            <p:cNvSpPr/>
            <p:nvPr/>
          </p:nvSpPr>
          <p:spPr>
            <a:xfrm>
              <a:off x="1319275" y="4228525"/>
              <a:ext cx="12550" cy="12575"/>
            </a:xfrm>
            <a:custGeom>
              <a:avLst/>
              <a:gdLst/>
              <a:ahLst/>
              <a:cxnLst/>
              <a:rect l="l" t="t" r="r" b="b"/>
              <a:pathLst>
                <a:path w="502" h="503" extrusionOk="0">
                  <a:moveTo>
                    <a:pt x="252" y="0"/>
                  </a:moveTo>
                  <a:cubicBezTo>
                    <a:pt x="114" y="0"/>
                    <a:pt x="1" y="116"/>
                    <a:pt x="1" y="252"/>
                  </a:cubicBezTo>
                  <a:cubicBezTo>
                    <a:pt x="1" y="388"/>
                    <a:pt x="114" y="503"/>
                    <a:pt x="252" y="503"/>
                  </a:cubicBezTo>
                  <a:cubicBezTo>
                    <a:pt x="388" y="503"/>
                    <a:pt x="501" y="388"/>
                    <a:pt x="501" y="252"/>
                  </a:cubicBezTo>
                  <a:cubicBezTo>
                    <a:pt x="501"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 name="Google Shape;1106;p2"/>
            <p:cNvSpPr/>
            <p:nvPr/>
          </p:nvSpPr>
          <p:spPr>
            <a:xfrm>
              <a:off x="1411200" y="4228525"/>
              <a:ext cx="12425" cy="12575"/>
            </a:xfrm>
            <a:custGeom>
              <a:avLst/>
              <a:gdLst/>
              <a:ahLst/>
              <a:cxnLst/>
              <a:rect l="l" t="t" r="r" b="b"/>
              <a:pathLst>
                <a:path w="497" h="503" extrusionOk="0">
                  <a:moveTo>
                    <a:pt x="245" y="0"/>
                  </a:moveTo>
                  <a:cubicBezTo>
                    <a:pt x="109" y="0"/>
                    <a:pt x="1" y="116"/>
                    <a:pt x="1" y="252"/>
                  </a:cubicBezTo>
                  <a:cubicBezTo>
                    <a:pt x="1" y="388"/>
                    <a:pt x="109" y="503"/>
                    <a:pt x="245" y="503"/>
                  </a:cubicBezTo>
                  <a:cubicBezTo>
                    <a:pt x="388" y="503"/>
                    <a:pt x="496" y="388"/>
                    <a:pt x="496" y="252"/>
                  </a:cubicBezTo>
                  <a:cubicBezTo>
                    <a:pt x="496" y="116"/>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 name="Google Shape;1107;p2"/>
            <p:cNvSpPr/>
            <p:nvPr/>
          </p:nvSpPr>
          <p:spPr>
            <a:xfrm>
              <a:off x="1503000" y="4228525"/>
              <a:ext cx="12525" cy="12575"/>
            </a:xfrm>
            <a:custGeom>
              <a:avLst/>
              <a:gdLst/>
              <a:ahLst/>
              <a:cxnLst/>
              <a:rect l="l" t="t" r="r" b="b"/>
              <a:pathLst>
                <a:path w="501" h="503" extrusionOk="0">
                  <a:moveTo>
                    <a:pt x="250" y="0"/>
                  </a:moveTo>
                  <a:cubicBezTo>
                    <a:pt x="114" y="0"/>
                    <a:pt x="0" y="116"/>
                    <a:pt x="0" y="252"/>
                  </a:cubicBezTo>
                  <a:cubicBezTo>
                    <a:pt x="0" y="388"/>
                    <a:pt x="114" y="503"/>
                    <a:pt x="250" y="503"/>
                  </a:cubicBezTo>
                  <a:cubicBezTo>
                    <a:pt x="387" y="503"/>
                    <a:pt x="501" y="388"/>
                    <a:pt x="501" y="252"/>
                  </a:cubicBezTo>
                  <a:cubicBezTo>
                    <a:pt x="501" y="116"/>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 name="Google Shape;1108;p2"/>
            <p:cNvSpPr/>
            <p:nvPr/>
          </p:nvSpPr>
          <p:spPr>
            <a:xfrm>
              <a:off x="1594750" y="4228525"/>
              <a:ext cx="12575" cy="12575"/>
            </a:xfrm>
            <a:custGeom>
              <a:avLst/>
              <a:gdLst/>
              <a:ahLst/>
              <a:cxnLst/>
              <a:rect l="l" t="t" r="r" b="b"/>
              <a:pathLst>
                <a:path w="503" h="503" extrusionOk="0">
                  <a:moveTo>
                    <a:pt x="251" y="0"/>
                  </a:moveTo>
                  <a:cubicBezTo>
                    <a:pt x="115" y="0"/>
                    <a:pt x="0" y="116"/>
                    <a:pt x="0" y="252"/>
                  </a:cubicBezTo>
                  <a:cubicBezTo>
                    <a:pt x="0" y="388"/>
                    <a:pt x="115" y="503"/>
                    <a:pt x="251" y="503"/>
                  </a:cubicBezTo>
                  <a:cubicBezTo>
                    <a:pt x="394" y="503"/>
                    <a:pt x="503" y="388"/>
                    <a:pt x="503" y="252"/>
                  </a:cubicBezTo>
                  <a:cubicBezTo>
                    <a:pt x="503" y="116"/>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 name="Google Shape;1109;p2"/>
            <p:cNvSpPr/>
            <p:nvPr/>
          </p:nvSpPr>
          <p:spPr>
            <a:xfrm>
              <a:off x="1686650" y="4228525"/>
              <a:ext cx="12600" cy="12575"/>
            </a:xfrm>
            <a:custGeom>
              <a:avLst/>
              <a:gdLst/>
              <a:ahLst/>
              <a:cxnLst/>
              <a:rect l="l" t="t" r="r" b="b"/>
              <a:pathLst>
                <a:path w="504" h="503" extrusionOk="0">
                  <a:moveTo>
                    <a:pt x="252" y="0"/>
                  </a:moveTo>
                  <a:cubicBezTo>
                    <a:pt x="116" y="0"/>
                    <a:pt x="1" y="116"/>
                    <a:pt x="1" y="252"/>
                  </a:cubicBezTo>
                  <a:cubicBezTo>
                    <a:pt x="1" y="388"/>
                    <a:pt x="116" y="503"/>
                    <a:pt x="252" y="503"/>
                  </a:cubicBezTo>
                  <a:cubicBezTo>
                    <a:pt x="388" y="503"/>
                    <a:pt x="503" y="388"/>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 name="Google Shape;1110;p2"/>
            <p:cNvSpPr/>
            <p:nvPr/>
          </p:nvSpPr>
          <p:spPr>
            <a:xfrm>
              <a:off x="1778450" y="4228525"/>
              <a:ext cx="12550" cy="12575"/>
            </a:xfrm>
            <a:custGeom>
              <a:avLst/>
              <a:gdLst/>
              <a:ahLst/>
              <a:cxnLst/>
              <a:rect l="l" t="t" r="r" b="b"/>
              <a:pathLst>
                <a:path w="502" h="503" extrusionOk="0">
                  <a:moveTo>
                    <a:pt x="252" y="0"/>
                  </a:moveTo>
                  <a:cubicBezTo>
                    <a:pt x="114" y="0"/>
                    <a:pt x="1" y="116"/>
                    <a:pt x="1" y="252"/>
                  </a:cubicBezTo>
                  <a:cubicBezTo>
                    <a:pt x="1" y="388"/>
                    <a:pt x="114" y="503"/>
                    <a:pt x="252" y="503"/>
                  </a:cubicBezTo>
                  <a:cubicBezTo>
                    <a:pt x="388" y="503"/>
                    <a:pt x="501" y="388"/>
                    <a:pt x="501" y="252"/>
                  </a:cubicBezTo>
                  <a:cubicBezTo>
                    <a:pt x="501"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 name="Google Shape;1111;p2"/>
            <p:cNvSpPr/>
            <p:nvPr/>
          </p:nvSpPr>
          <p:spPr>
            <a:xfrm>
              <a:off x="1870375" y="4228525"/>
              <a:ext cx="12400" cy="12575"/>
            </a:xfrm>
            <a:custGeom>
              <a:avLst/>
              <a:gdLst/>
              <a:ahLst/>
              <a:cxnLst/>
              <a:rect l="l" t="t" r="r" b="b"/>
              <a:pathLst>
                <a:path w="496" h="503" extrusionOk="0">
                  <a:moveTo>
                    <a:pt x="252" y="0"/>
                  </a:moveTo>
                  <a:cubicBezTo>
                    <a:pt x="109" y="0"/>
                    <a:pt x="0" y="116"/>
                    <a:pt x="0" y="252"/>
                  </a:cubicBezTo>
                  <a:cubicBezTo>
                    <a:pt x="0" y="388"/>
                    <a:pt x="109" y="503"/>
                    <a:pt x="252" y="503"/>
                  </a:cubicBezTo>
                  <a:cubicBezTo>
                    <a:pt x="387" y="503"/>
                    <a:pt x="496" y="388"/>
                    <a:pt x="496" y="252"/>
                  </a:cubicBezTo>
                  <a:cubicBezTo>
                    <a:pt x="496"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 name="Google Shape;1112;p2"/>
            <p:cNvSpPr/>
            <p:nvPr/>
          </p:nvSpPr>
          <p:spPr>
            <a:xfrm>
              <a:off x="1962150" y="4228525"/>
              <a:ext cx="12550" cy="12575"/>
            </a:xfrm>
            <a:custGeom>
              <a:avLst/>
              <a:gdLst/>
              <a:ahLst/>
              <a:cxnLst/>
              <a:rect l="l" t="t" r="r" b="b"/>
              <a:pathLst>
                <a:path w="502" h="503" extrusionOk="0">
                  <a:moveTo>
                    <a:pt x="250" y="0"/>
                  </a:moveTo>
                  <a:cubicBezTo>
                    <a:pt x="114" y="0"/>
                    <a:pt x="1" y="116"/>
                    <a:pt x="1" y="252"/>
                  </a:cubicBezTo>
                  <a:cubicBezTo>
                    <a:pt x="1" y="388"/>
                    <a:pt x="114" y="503"/>
                    <a:pt x="250" y="503"/>
                  </a:cubicBezTo>
                  <a:cubicBezTo>
                    <a:pt x="388" y="503"/>
                    <a:pt x="502" y="388"/>
                    <a:pt x="502" y="252"/>
                  </a:cubicBezTo>
                  <a:cubicBezTo>
                    <a:pt x="502"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 name="Google Shape;1113;p2"/>
            <p:cNvSpPr/>
            <p:nvPr/>
          </p:nvSpPr>
          <p:spPr>
            <a:xfrm>
              <a:off x="2054075" y="4228525"/>
              <a:ext cx="12425" cy="12575"/>
            </a:xfrm>
            <a:custGeom>
              <a:avLst/>
              <a:gdLst/>
              <a:ahLst/>
              <a:cxnLst/>
              <a:rect l="l" t="t" r="r" b="b"/>
              <a:pathLst>
                <a:path w="497" h="503" extrusionOk="0">
                  <a:moveTo>
                    <a:pt x="252" y="0"/>
                  </a:moveTo>
                  <a:cubicBezTo>
                    <a:pt x="109" y="0"/>
                    <a:pt x="1" y="116"/>
                    <a:pt x="1" y="252"/>
                  </a:cubicBezTo>
                  <a:cubicBezTo>
                    <a:pt x="1" y="388"/>
                    <a:pt x="109" y="503"/>
                    <a:pt x="252" y="503"/>
                  </a:cubicBezTo>
                  <a:cubicBezTo>
                    <a:pt x="388" y="503"/>
                    <a:pt x="496" y="388"/>
                    <a:pt x="496" y="252"/>
                  </a:cubicBezTo>
                  <a:cubicBezTo>
                    <a:pt x="496"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 name="Google Shape;1114;p2"/>
            <p:cNvSpPr/>
            <p:nvPr/>
          </p:nvSpPr>
          <p:spPr>
            <a:xfrm>
              <a:off x="2145825" y="4228525"/>
              <a:ext cx="12600" cy="12575"/>
            </a:xfrm>
            <a:custGeom>
              <a:avLst/>
              <a:gdLst/>
              <a:ahLst/>
              <a:cxnLst/>
              <a:rect l="l" t="t" r="r" b="b"/>
              <a:pathLst>
                <a:path w="504" h="503" extrusionOk="0">
                  <a:moveTo>
                    <a:pt x="252" y="0"/>
                  </a:moveTo>
                  <a:cubicBezTo>
                    <a:pt x="116" y="0"/>
                    <a:pt x="1" y="116"/>
                    <a:pt x="1" y="252"/>
                  </a:cubicBezTo>
                  <a:cubicBezTo>
                    <a:pt x="1" y="388"/>
                    <a:pt x="116" y="503"/>
                    <a:pt x="252" y="503"/>
                  </a:cubicBezTo>
                  <a:cubicBezTo>
                    <a:pt x="388" y="503"/>
                    <a:pt x="503" y="388"/>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 name="Google Shape;1115;p2"/>
            <p:cNvSpPr/>
            <p:nvPr/>
          </p:nvSpPr>
          <p:spPr>
            <a:xfrm>
              <a:off x="2237800" y="4228525"/>
              <a:ext cx="12350" cy="12575"/>
            </a:xfrm>
            <a:custGeom>
              <a:avLst/>
              <a:gdLst/>
              <a:ahLst/>
              <a:cxnLst/>
              <a:rect l="l" t="t" r="r" b="b"/>
              <a:pathLst>
                <a:path w="494" h="503" extrusionOk="0">
                  <a:moveTo>
                    <a:pt x="244" y="0"/>
                  </a:moveTo>
                  <a:cubicBezTo>
                    <a:pt x="107" y="0"/>
                    <a:pt x="0" y="116"/>
                    <a:pt x="0" y="252"/>
                  </a:cubicBezTo>
                  <a:cubicBezTo>
                    <a:pt x="0" y="388"/>
                    <a:pt x="107" y="503"/>
                    <a:pt x="244" y="503"/>
                  </a:cubicBezTo>
                  <a:cubicBezTo>
                    <a:pt x="387" y="503"/>
                    <a:pt x="494" y="388"/>
                    <a:pt x="494" y="252"/>
                  </a:cubicBezTo>
                  <a:cubicBezTo>
                    <a:pt x="494" y="116"/>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 name="Google Shape;1116;p2"/>
            <p:cNvSpPr/>
            <p:nvPr/>
          </p:nvSpPr>
          <p:spPr>
            <a:xfrm>
              <a:off x="2329550" y="4228525"/>
              <a:ext cx="12575" cy="12575"/>
            </a:xfrm>
            <a:custGeom>
              <a:avLst/>
              <a:gdLst/>
              <a:ahLst/>
              <a:cxnLst/>
              <a:rect l="l" t="t" r="r" b="b"/>
              <a:pathLst>
                <a:path w="503" h="503" extrusionOk="0">
                  <a:moveTo>
                    <a:pt x="251" y="0"/>
                  </a:moveTo>
                  <a:cubicBezTo>
                    <a:pt x="115" y="0"/>
                    <a:pt x="0" y="116"/>
                    <a:pt x="0" y="252"/>
                  </a:cubicBezTo>
                  <a:cubicBezTo>
                    <a:pt x="0" y="388"/>
                    <a:pt x="115" y="503"/>
                    <a:pt x="251" y="503"/>
                  </a:cubicBezTo>
                  <a:cubicBezTo>
                    <a:pt x="387" y="503"/>
                    <a:pt x="502" y="388"/>
                    <a:pt x="502" y="252"/>
                  </a:cubicBezTo>
                  <a:cubicBezTo>
                    <a:pt x="502"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 name="Google Shape;1117;p2"/>
            <p:cNvSpPr/>
            <p:nvPr/>
          </p:nvSpPr>
          <p:spPr>
            <a:xfrm>
              <a:off x="2421325" y="4228525"/>
              <a:ext cx="12550" cy="12575"/>
            </a:xfrm>
            <a:custGeom>
              <a:avLst/>
              <a:gdLst/>
              <a:ahLst/>
              <a:cxnLst/>
              <a:rect l="l" t="t" r="r" b="b"/>
              <a:pathLst>
                <a:path w="502" h="503" extrusionOk="0">
                  <a:moveTo>
                    <a:pt x="250" y="0"/>
                  </a:moveTo>
                  <a:cubicBezTo>
                    <a:pt x="114" y="0"/>
                    <a:pt x="1" y="116"/>
                    <a:pt x="1" y="252"/>
                  </a:cubicBezTo>
                  <a:cubicBezTo>
                    <a:pt x="1" y="388"/>
                    <a:pt x="114" y="503"/>
                    <a:pt x="250" y="503"/>
                  </a:cubicBezTo>
                  <a:cubicBezTo>
                    <a:pt x="395" y="503"/>
                    <a:pt x="501" y="388"/>
                    <a:pt x="501" y="252"/>
                  </a:cubicBezTo>
                  <a:cubicBezTo>
                    <a:pt x="501" y="116"/>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 name="Google Shape;1118;p2"/>
            <p:cNvSpPr/>
            <p:nvPr/>
          </p:nvSpPr>
          <p:spPr>
            <a:xfrm>
              <a:off x="2513250" y="4228525"/>
              <a:ext cx="12575" cy="12575"/>
            </a:xfrm>
            <a:custGeom>
              <a:avLst/>
              <a:gdLst/>
              <a:ahLst/>
              <a:cxnLst/>
              <a:rect l="l" t="t" r="r" b="b"/>
              <a:pathLst>
                <a:path w="503" h="503" extrusionOk="0">
                  <a:moveTo>
                    <a:pt x="252" y="0"/>
                  </a:moveTo>
                  <a:cubicBezTo>
                    <a:pt x="109" y="0"/>
                    <a:pt x="0" y="116"/>
                    <a:pt x="0" y="252"/>
                  </a:cubicBezTo>
                  <a:cubicBezTo>
                    <a:pt x="0" y="388"/>
                    <a:pt x="109" y="503"/>
                    <a:pt x="252" y="503"/>
                  </a:cubicBezTo>
                  <a:cubicBezTo>
                    <a:pt x="388" y="503"/>
                    <a:pt x="503" y="388"/>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 name="Google Shape;1119;p2"/>
            <p:cNvSpPr/>
            <p:nvPr/>
          </p:nvSpPr>
          <p:spPr>
            <a:xfrm>
              <a:off x="2605000" y="4228525"/>
              <a:ext cx="12575" cy="12575"/>
            </a:xfrm>
            <a:custGeom>
              <a:avLst/>
              <a:gdLst/>
              <a:ahLst/>
              <a:cxnLst/>
              <a:rect l="l" t="t" r="r" b="b"/>
              <a:pathLst>
                <a:path w="503" h="503" extrusionOk="0">
                  <a:moveTo>
                    <a:pt x="252" y="0"/>
                  </a:moveTo>
                  <a:cubicBezTo>
                    <a:pt x="116" y="0"/>
                    <a:pt x="0" y="116"/>
                    <a:pt x="0" y="252"/>
                  </a:cubicBezTo>
                  <a:cubicBezTo>
                    <a:pt x="0" y="388"/>
                    <a:pt x="116" y="503"/>
                    <a:pt x="252" y="503"/>
                  </a:cubicBezTo>
                  <a:cubicBezTo>
                    <a:pt x="387" y="503"/>
                    <a:pt x="503" y="388"/>
                    <a:pt x="503" y="252"/>
                  </a:cubicBezTo>
                  <a:cubicBezTo>
                    <a:pt x="503"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 name="Google Shape;1120;p2"/>
            <p:cNvSpPr/>
            <p:nvPr/>
          </p:nvSpPr>
          <p:spPr>
            <a:xfrm>
              <a:off x="2696950" y="4228525"/>
              <a:ext cx="12375" cy="12575"/>
            </a:xfrm>
            <a:custGeom>
              <a:avLst/>
              <a:gdLst/>
              <a:ahLst/>
              <a:cxnLst/>
              <a:rect l="l" t="t" r="r" b="b"/>
              <a:pathLst>
                <a:path w="495" h="503" extrusionOk="0">
                  <a:moveTo>
                    <a:pt x="252" y="0"/>
                  </a:moveTo>
                  <a:cubicBezTo>
                    <a:pt x="108" y="0"/>
                    <a:pt x="1" y="116"/>
                    <a:pt x="1" y="252"/>
                  </a:cubicBezTo>
                  <a:cubicBezTo>
                    <a:pt x="1" y="388"/>
                    <a:pt x="108" y="503"/>
                    <a:pt x="252" y="503"/>
                  </a:cubicBezTo>
                  <a:cubicBezTo>
                    <a:pt x="388" y="503"/>
                    <a:pt x="495" y="388"/>
                    <a:pt x="495" y="252"/>
                  </a:cubicBezTo>
                  <a:cubicBezTo>
                    <a:pt x="495"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2"/>
            <p:cNvSpPr/>
            <p:nvPr/>
          </p:nvSpPr>
          <p:spPr>
            <a:xfrm>
              <a:off x="2788700" y="4228525"/>
              <a:ext cx="12600" cy="12575"/>
            </a:xfrm>
            <a:custGeom>
              <a:avLst/>
              <a:gdLst/>
              <a:ahLst/>
              <a:cxnLst/>
              <a:rect l="l" t="t" r="r" b="b"/>
              <a:pathLst>
                <a:path w="504" h="503" extrusionOk="0">
                  <a:moveTo>
                    <a:pt x="252" y="0"/>
                  </a:moveTo>
                  <a:cubicBezTo>
                    <a:pt x="116" y="0"/>
                    <a:pt x="1" y="116"/>
                    <a:pt x="1" y="252"/>
                  </a:cubicBezTo>
                  <a:cubicBezTo>
                    <a:pt x="1" y="388"/>
                    <a:pt x="116" y="503"/>
                    <a:pt x="252" y="503"/>
                  </a:cubicBezTo>
                  <a:cubicBezTo>
                    <a:pt x="388" y="503"/>
                    <a:pt x="503" y="388"/>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2"/>
            <p:cNvSpPr/>
            <p:nvPr/>
          </p:nvSpPr>
          <p:spPr>
            <a:xfrm>
              <a:off x="2880675" y="4228525"/>
              <a:ext cx="12375" cy="12575"/>
            </a:xfrm>
            <a:custGeom>
              <a:avLst/>
              <a:gdLst/>
              <a:ahLst/>
              <a:cxnLst/>
              <a:rect l="l" t="t" r="r" b="b"/>
              <a:pathLst>
                <a:path w="495" h="503" extrusionOk="0">
                  <a:moveTo>
                    <a:pt x="243" y="0"/>
                  </a:moveTo>
                  <a:cubicBezTo>
                    <a:pt x="107" y="0"/>
                    <a:pt x="0" y="116"/>
                    <a:pt x="0" y="252"/>
                  </a:cubicBezTo>
                  <a:cubicBezTo>
                    <a:pt x="0" y="388"/>
                    <a:pt x="107" y="503"/>
                    <a:pt x="243" y="503"/>
                  </a:cubicBezTo>
                  <a:cubicBezTo>
                    <a:pt x="387" y="503"/>
                    <a:pt x="494" y="388"/>
                    <a:pt x="494" y="252"/>
                  </a:cubicBezTo>
                  <a:cubicBezTo>
                    <a:pt x="494" y="116"/>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2"/>
            <p:cNvSpPr/>
            <p:nvPr/>
          </p:nvSpPr>
          <p:spPr>
            <a:xfrm>
              <a:off x="2972425" y="4228525"/>
              <a:ext cx="12575" cy="12575"/>
            </a:xfrm>
            <a:custGeom>
              <a:avLst/>
              <a:gdLst/>
              <a:ahLst/>
              <a:cxnLst/>
              <a:rect l="l" t="t" r="r" b="b"/>
              <a:pathLst>
                <a:path w="503" h="503" extrusionOk="0">
                  <a:moveTo>
                    <a:pt x="251" y="0"/>
                  </a:moveTo>
                  <a:cubicBezTo>
                    <a:pt x="115" y="0"/>
                    <a:pt x="0" y="116"/>
                    <a:pt x="0" y="252"/>
                  </a:cubicBezTo>
                  <a:cubicBezTo>
                    <a:pt x="0" y="388"/>
                    <a:pt x="115" y="503"/>
                    <a:pt x="251" y="503"/>
                  </a:cubicBezTo>
                  <a:cubicBezTo>
                    <a:pt x="387" y="503"/>
                    <a:pt x="503" y="388"/>
                    <a:pt x="503" y="252"/>
                  </a:cubicBezTo>
                  <a:cubicBezTo>
                    <a:pt x="503"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 name="Google Shape;1124;p2"/>
            <p:cNvSpPr/>
            <p:nvPr/>
          </p:nvSpPr>
          <p:spPr>
            <a:xfrm>
              <a:off x="3064375" y="4228525"/>
              <a:ext cx="12375" cy="12575"/>
            </a:xfrm>
            <a:custGeom>
              <a:avLst/>
              <a:gdLst/>
              <a:ahLst/>
              <a:cxnLst/>
              <a:rect l="l" t="t" r="r" b="b"/>
              <a:pathLst>
                <a:path w="495" h="503" extrusionOk="0">
                  <a:moveTo>
                    <a:pt x="243" y="0"/>
                  </a:moveTo>
                  <a:cubicBezTo>
                    <a:pt x="107" y="0"/>
                    <a:pt x="1" y="116"/>
                    <a:pt x="1" y="252"/>
                  </a:cubicBezTo>
                  <a:cubicBezTo>
                    <a:pt x="1" y="388"/>
                    <a:pt x="107" y="503"/>
                    <a:pt x="243" y="503"/>
                  </a:cubicBezTo>
                  <a:cubicBezTo>
                    <a:pt x="388" y="503"/>
                    <a:pt x="495" y="388"/>
                    <a:pt x="495" y="252"/>
                  </a:cubicBezTo>
                  <a:cubicBezTo>
                    <a:pt x="495" y="116"/>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 name="Google Shape;1125;p2"/>
            <p:cNvSpPr/>
            <p:nvPr/>
          </p:nvSpPr>
          <p:spPr>
            <a:xfrm>
              <a:off x="3156125" y="4228525"/>
              <a:ext cx="12600" cy="12575"/>
            </a:xfrm>
            <a:custGeom>
              <a:avLst/>
              <a:gdLst/>
              <a:ahLst/>
              <a:cxnLst/>
              <a:rect l="l" t="t" r="r" b="b"/>
              <a:pathLst>
                <a:path w="504" h="503" extrusionOk="0">
                  <a:moveTo>
                    <a:pt x="252" y="0"/>
                  </a:moveTo>
                  <a:cubicBezTo>
                    <a:pt x="116" y="0"/>
                    <a:pt x="1" y="116"/>
                    <a:pt x="1" y="252"/>
                  </a:cubicBezTo>
                  <a:cubicBezTo>
                    <a:pt x="1" y="388"/>
                    <a:pt x="116" y="503"/>
                    <a:pt x="252" y="503"/>
                  </a:cubicBezTo>
                  <a:cubicBezTo>
                    <a:pt x="388" y="503"/>
                    <a:pt x="503" y="388"/>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 name="Google Shape;1126;p2"/>
            <p:cNvSpPr/>
            <p:nvPr/>
          </p:nvSpPr>
          <p:spPr>
            <a:xfrm>
              <a:off x="3247875" y="4228525"/>
              <a:ext cx="12575" cy="12575"/>
            </a:xfrm>
            <a:custGeom>
              <a:avLst/>
              <a:gdLst/>
              <a:ahLst/>
              <a:cxnLst/>
              <a:rect l="l" t="t" r="r" b="b"/>
              <a:pathLst>
                <a:path w="503" h="503" extrusionOk="0">
                  <a:moveTo>
                    <a:pt x="252" y="0"/>
                  </a:moveTo>
                  <a:cubicBezTo>
                    <a:pt x="116" y="0"/>
                    <a:pt x="1" y="116"/>
                    <a:pt x="1" y="252"/>
                  </a:cubicBezTo>
                  <a:cubicBezTo>
                    <a:pt x="1" y="388"/>
                    <a:pt x="116" y="503"/>
                    <a:pt x="252" y="503"/>
                  </a:cubicBezTo>
                  <a:cubicBezTo>
                    <a:pt x="388" y="503"/>
                    <a:pt x="503" y="388"/>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 name="Google Shape;1127;p2"/>
            <p:cNvSpPr/>
            <p:nvPr/>
          </p:nvSpPr>
          <p:spPr>
            <a:xfrm>
              <a:off x="3339850" y="4228525"/>
              <a:ext cx="12525" cy="12575"/>
            </a:xfrm>
            <a:custGeom>
              <a:avLst/>
              <a:gdLst/>
              <a:ahLst/>
              <a:cxnLst/>
              <a:rect l="l" t="t" r="r" b="b"/>
              <a:pathLst>
                <a:path w="501" h="503" extrusionOk="0">
                  <a:moveTo>
                    <a:pt x="251" y="0"/>
                  </a:moveTo>
                  <a:cubicBezTo>
                    <a:pt x="107" y="0"/>
                    <a:pt x="0" y="116"/>
                    <a:pt x="0" y="252"/>
                  </a:cubicBezTo>
                  <a:cubicBezTo>
                    <a:pt x="0" y="388"/>
                    <a:pt x="107" y="503"/>
                    <a:pt x="251" y="503"/>
                  </a:cubicBezTo>
                  <a:cubicBezTo>
                    <a:pt x="387" y="503"/>
                    <a:pt x="501" y="388"/>
                    <a:pt x="501" y="252"/>
                  </a:cubicBezTo>
                  <a:cubicBezTo>
                    <a:pt x="501"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2"/>
            <p:cNvSpPr/>
            <p:nvPr/>
          </p:nvSpPr>
          <p:spPr>
            <a:xfrm>
              <a:off x="3431575" y="4228525"/>
              <a:ext cx="12600" cy="12575"/>
            </a:xfrm>
            <a:custGeom>
              <a:avLst/>
              <a:gdLst/>
              <a:ahLst/>
              <a:cxnLst/>
              <a:rect l="l" t="t" r="r" b="b"/>
              <a:pathLst>
                <a:path w="504" h="503" extrusionOk="0">
                  <a:moveTo>
                    <a:pt x="252" y="0"/>
                  </a:moveTo>
                  <a:cubicBezTo>
                    <a:pt x="116" y="0"/>
                    <a:pt x="1" y="116"/>
                    <a:pt x="1" y="252"/>
                  </a:cubicBezTo>
                  <a:cubicBezTo>
                    <a:pt x="1" y="388"/>
                    <a:pt x="116" y="503"/>
                    <a:pt x="252" y="503"/>
                  </a:cubicBezTo>
                  <a:cubicBezTo>
                    <a:pt x="388" y="503"/>
                    <a:pt x="503" y="388"/>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 name="Google Shape;1129;p2"/>
            <p:cNvSpPr/>
            <p:nvPr/>
          </p:nvSpPr>
          <p:spPr>
            <a:xfrm>
              <a:off x="3523550" y="4228525"/>
              <a:ext cx="12375" cy="12575"/>
            </a:xfrm>
            <a:custGeom>
              <a:avLst/>
              <a:gdLst/>
              <a:ahLst/>
              <a:cxnLst/>
              <a:rect l="l" t="t" r="r" b="b"/>
              <a:pathLst>
                <a:path w="495" h="503" extrusionOk="0">
                  <a:moveTo>
                    <a:pt x="250" y="0"/>
                  </a:moveTo>
                  <a:cubicBezTo>
                    <a:pt x="107" y="0"/>
                    <a:pt x="0" y="116"/>
                    <a:pt x="0" y="252"/>
                  </a:cubicBezTo>
                  <a:cubicBezTo>
                    <a:pt x="0" y="388"/>
                    <a:pt x="107" y="503"/>
                    <a:pt x="250" y="503"/>
                  </a:cubicBezTo>
                  <a:cubicBezTo>
                    <a:pt x="388" y="503"/>
                    <a:pt x="494" y="388"/>
                    <a:pt x="494" y="252"/>
                  </a:cubicBezTo>
                  <a:cubicBezTo>
                    <a:pt x="494"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 name="Google Shape;1130;p2"/>
            <p:cNvSpPr/>
            <p:nvPr/>
          </p:nvSpPr>
          <p:spPr>
            <a:xfrm>
              <a:off x="676400" y="4320450"/>
              <a:ext cx="12600" cy="12400"/>
            </a:xfrm>
            <a:custGeom>
              <a:avLst/>
              <a:gdLst/>
              <a:ahLst/>
              <a:cxnLst/>
              <a:rect l="l" t="t" r="r" b="b"/>
              <a:pathLst>
                <a:path w="504" h="496" extrusionOk="0">
                  <a:moveTo>
                    <a:pt x="252" y="0"/>
                  </a:moveTo>
                  <a:cubicBezTo>
                    <a:pt x="116" y="0"/>
                    <a:pt x="1" y="109"/>
                    <a:pt x="1" y="245"/>
                  </a:cubicBezTo>
                  <a:cubicBezTo>
                    <a:pt x="1" y="387"/>
                    <a:pt x="116" y="496"/>
                    <a:pt x="252" y="496"/>
                  </a:cubicBezTo>
                  <a:cubicBezTo>
                    <a:pt x="388" y="496"/>
                    <a:pt x="503" y="387"/>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2"/>
            <p:cNvSpPr/>
            <p:nvPr/>
          </p:nvSpPr>
          <p:spPr>
            <a:xfrm>
              <a:off x="768325" y="4320450"/>
              <a:ext cx="12400" cy="12400"/>
            </a:xfrm>
            <a:custGeom>
              <a:avLst/>
              <a:gdLst/>
              <a:ahLst/>
              <a:cxnLst/>
              <a:rect l="l" t="t" r="r" b="b"/>
              <a:pathLst>
                <a:path w="496" h="496" extrusionOk="0">
                  <a:moveTo>
                    <a:pt x="245" y="0"/>
                  </a:moveTo>
                  <a:cubicBezTo>
                    <a:pt x="109" y="0"/>
                    <a:pt x="0" y="109"/>
                    <a:pt x="0" y="245"/>
                  </a:cubicBezTo>
                  <a:cubicBezTo>
                    <a:pt x="0" y="387"/>
                    <a:pt x="109" y="496"/>
                    <a:pt x="245" y="496"/>
                  </a:cubicBezTo>
                  <a:cubicBezTo>
                    <a:pt x="388" y="496"/>
                    <a:pt x="496" y="387"/>
                    <a:pt x="496" y="245"/>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 name="Google Shape;1132;p2"/>
            <p:cNvSpPr/>
            <p:nvPr/>
          </p:nvSpPr>
          <p:spPr>
            <a:xfrm>
              <a:off x="860125" y="4320450"/>
              <a:ext cx="12525" cy="12400"/>
            </a:xfrm>
            <a:custGeom>
              <a:avLst/>
              <a:gdLst/>
              <a:ahLst/>
              <a:cxnLst/>
              <a:rect l="l" t="t" r="r" b="b"/>
              <a:pathLst>
                <a:path w="501" h="496" extrusionOk="0">
                  <a:moveTo>
                    <a:pt x="251" y="0"/>
                  </a:moveTo>
                  <a:cubicBezTo>
                    <a:pt x="114" y="0"/>
                    <a:pt x="0" y="109"/>
                    <a:pt x="0" y="245"/>
                  </a:cubicBezTo>
                  <a:cubicBezTo>
                    <a:pt x="0" y="387"/>
                    <a:pt x="114" y="496"/>
                    <a:pt x="251" y="496"/>
                  </a:cubicBezTo>
                  <a:cubicBezTo>
                    <a:pt x="387" y="496"/>
                    <a:pt x="501" y="387"/>
                    <a:pt x="501" y="245"/>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 name="Google Shape;1133;p2"/>
            <p:cNvSpPr/>
            <p:nvPr/>
          </p:nvSpPr>
          <p:spPr>
            <a:xfrm>
              <a:off x="951850" y="4320450"/>
              <a:ext cx="12600" cy="12400"/>
            </a:xfrm>
            <a:custGeom>
              <a:avLst/>
              <a:gdLst/>
              <a:ahLst/>
              <a:cxnLst/>
              <a:rect l="l" t="t" r="r" b="b"/>
              <a:pathLst>
                <a:path w="504" h="496" extrusionOk="0">
                  <a:moveTo>
                    <a:pt x="252" y="0"/>
                  </a:moveTo>
                  <a:cubicBezTo>
                    <a:pt x="116" y="0"/>
                    <a:pt x="1" y="109"/>
                    <a:pt x="1" y="245"/>
                  </a:cubicBezTo>
                  <a:cubicBezTo>
                    <a:pt x="1" y="387"/>
                    <a:pt x="116" y="496"/>
                    <a:pt x="252" y="496"/>
                  </a:cubicBezTo>
                  <a:cubicBezTo>
                    <a:pt x="388" y="496"/>
                    <a:pt x="503" y="387"/>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 name="Google Shape;1134;p2"/>
            <p:cNvSpPr/>
            <p:nvPr/>
          </p:nvSpPr>
          <p:spPr>
            <a:xfrm>
              <a:off x="1043825" y="4320450"/>
              <a:ext cx="12375" cy="12400"/>
            </a:xfrm>
            <a:custGeom>
              <a:avLst/>
              <a:gdLst/>
              <a:ahLst/>
              <a:cxnLst/>
              <a:rect l="l" t="t" r="r" b="b"/>
              <a:pathLst>
                <a:path w="495" h="496" extrusionOk="0">
                  <a:moveTo>
                    <a:pt x="250" y="0"/>
                  </a:moveTo>
                  <a:cubicBezTo>
                    <a:pt x="107" y="0"/>
                    <a:pt x="0" y="109"/>
                    <a:pt x="0" y="245"/>
                  </a:cubicBezTo>
                  <a:cubicBezTo>
                    <a:pt x="0" y="387"/>
                    <a:pt x="107" y="496"/>
                    <a:pt x="250" y="496"/>
                  </a:cubicBezTo>
                  <a:cubicBezTo>
                    <a:pt x="388" y="496"/>
                    <a:pt x="494" y="387"/>
                    <a:pt x="494" y="245"/>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 name="Google Shape;1135;p2"/>
            <p:cNvSpPr/>
            <p:nvPr/>
          </p:nvSpPr>
          <p:spPr>
            <a:xfrm>
              <a:off x="1135575" y="4320450"/>
              <a:ext cx="12575" cy="12400"/>
            </a:xfrm>
            <a:custGeom>
              <a:avLst/>
              <a:gdLst/>
              <a:ahLst/>
              <a:cxnLst/>
              <a:rect l="l" t="t" r="r" b="b"/>
              <a:pathLst>
                <a:path w="503" h="496" extrusionOk="0">
                  <a:moveTo>
                    <a:pt x="252" y="0"/>
                  </a:moveTo>
                  <a:cubicBezTo>
                    <a:pt x="116" y="0"/>
                    <a:pt x="0" y="109"/>
                    <a:pt x="0" y="245"/>
                  </a:cubicBezTo>
                  <a:cubicBezTo>
                    <a:pt x="0" y="387"/>
                    <a:pt x="116" y="496"/>
                    <a:pt x="252" y="496"/>
                  </a:cubicBezTo>
                  <a:cubicBezTo>
                    <a:pt x="387" y="496"/>
                    <a:pt x="503" y="387"/>
                    <a:pt x="503" y="245"/>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 name="Google Shape;1136;p2"/>
            <p:cNvSpPr/>
            <p:nvPr/>
          </p:nvSpPr>
          <p:spPr>
            <a:xfrm>
              <a:off x="1227500" y="4320450"/>
              <a:ext cx="12400" cy="12400"/>
            </a:xfrm>
            <a:custGeom>
              <a:avLst/>
              <a:gdLst/>
              <a:ahLst/>
              <a:cxnLst/>
              <a:rect l="l" t="t" r="r" b="b"/>
              <a:pathLst>
                <a:path w="496" h="496" extrusionOk="0">
                  <a:moveTo>
                    <a:pt x="251" y="0"/>
                  </a:moveTo>
                  <a:cubicBezTo>
                    <a:pt x="109" y="0"/>
                    <a:pt x="0" y="109"/>
                    <a:pt x="0" y="245"/>
                  </a:cubicBezTo>
                  <a:cubicBezTo>
                    <a:pt x="0" y="387"/>
                    <a:pt x="109" y="496"/>
                    <a:pt x="251" y="496"/>
                  </a:cubicBezTo>
                  <a:cubicBezTo>
                    <a:pt x="387" y="496"/>
                    <a:pt x="496" y="387"/>
                    <a:pt x="496" y="245"/>
                  </a:cubicBezTo>
                  <a:cubicBezTo>
                    <a:pt x="496"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 name="Google Shape;1137;p2"/>
            <p:cNvSpPr/>
            <p:nvPr/>
          </p:nvSpPr>
          <p:spPr>
            <a:xfrm>
              <a:off x="1319275" y="4320450"/>
              <a:ext cx="12550" cy="12400"/>
            </a:xfrm>
            <a:custGeom>
              <a:avLst/>
              <a:gdLst/>
              <a:ahLst/>
              <a:cxnLst/>
              <a:rect l="l" t="t" r="r" b="b"/>
              <a:pathLst>
                <a:path w="502" h="496" extrusionOk="0">
                  <a:moveTo>
                    <a:pt x="252" y="0"/>
                  </a:moveTo>
                  <a:cubicBezTo>
                    <a:pt x="114" y="0"/>
                    <a:pt x="1" y="109"/>
                    <a:pt x="1" y="245"/>
                  </a:cubicBezTo>
                  <a:cubicBezTo>
                    <a:pt x="1" y="387"/>
                    <a:pt x="114" y="496"/>
                    <a:pt x="252" y="496"/>
                  </a:cubicBezTo>
                  <a:cubicBezTo>
                    <a:pt x="388" y="496"/>
                    <a:pt x="501" y="387"/>
                    <a:pt x="501" y="245"/>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 name="Google Shape;1138;p2"/>
            <p:cNvSpPr/>
            <p:nvPr/>
          </p:nvSpPr>
          <p:spPr>
            <a:xfrm>
              <a:off x="1411200" y="4320450"/>
              <a:ext cx="12425" cy="12400"/>
            </a:xfrm>
            <a:custGeom>
              <a:avLst/>
              <a:gdLst/>
              <a:ahLst/>
              <a:cxnLst/>
              <a:rect l="l" t="t" r="r" b="b"/>
              <a:pathLst>
                <a:path w="497" h="496" extrusionOk="0">
                  <a:moveTo>
                    <a:pt x="245" y="0"/>
                  </a:moveTo>
                  <a:cubicBezTo>
                    <a:pt x="109" y="0"/>
                    <a:pt x="1" y="109"/>
                    <a:pt x="1" y="245"/>
                  </a:cubicBezTo>
                  <a:cubicBezTo>
                    <a:pt x="1" y="387"/>
                    <a:pt x="109" y="496"/>
                    <a:pt x="245" y="496"/>
                  </a:cubicBezTo>
                  <a:cubicBezTo>
                    <a:pt x="388" y="496"/>
                    <a:pt x="496" y="387"/>
                    <a:pt x="496" y="245"/>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2"/>
            <p:cNvSpPr/>
            <p:nvPr/>
          </p:nvSpPr>
          <p:spPr>
            <a:xfrm>
              <a:off x="1503000" y="4320450"/>
              <a:ext cx="12525" cy="12400"/>
            </a:xfrm>
            <a:custGeom>
              <a:avLst/>
              <a:gdLst/>
              <a:ahLst/>
              <a:cxnLst/>
              <a:rect l="l" t="t" r="r" b="b"/>
              <a:pathLst>
                <a:path w="501" h="496" extrusionOk="0">
                  <a:moveTo>
                    <a:pt x="250" y="0"/>
                  </a:moveTo>
                  <a:cubicBezTo>
                    <a:pt x="114" y="0"/>
                    <a:pt x="0" y="109"/>
                    <a:pt x="0" y="245"/>
                  </a:cubicBezTo>
                  <a:cubicBezTo>
                    <a:pt x="0" y="387"/>
                    <a:pt x="114" y="496"/>
                    <a:pt x="250" y="496"/>
                  </a:cubicBezTo>
                  <a:cubicBezTo>
                    <a:pt x="387" y="496"/>
                    <a:pt x="501" y="387"/>
                    <a:pt x="501" y="245"/>
                  </a:cubicBezTo>
                  <a:cubicBezTo>
                    <a:pt x="501" y="109"/>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2"/>
            <p:cNvSpPr/>
            <p:nvPr/>
          </p:nvSpPr>
          <p:spPr>
            <a:xfrm>
              <a:off x="1594750" y="4320450"/>
              <a:ext cx="12575" cy="12400"/>
            </a:xfrm>
            <a:custGeom>
              <a:avLst/>
              <a:gdLst/>
              <a:ahLst/>
              <a:cxnLst/>
              <a:rect l="l" t="t" r="r" b="b"/>
              <a:pathLst>
                <a:path w="503" h="496" extrusionOk="0">
                  <a:moveTo>
                    <a:pt x="251" y="0"/>
                  </a:moveTo>
                  <a:cubicBezTo>
                    <a:pt x="115" y="0"/>
                    <a:pt x="0" y="109"/>
                    <a:pt x="0" y="245"/>
                  </a:cubicBezTo>
                  <a:cubicBezTo>
                    <a:pt x="0" y="387"/>
                    <a:pt x="115" y="496"/>
                    <a:pt x="251" y="496"/>
                  </a:cubicBezTo>
                  <a:cubicBezTo>
                    <a:pt x="394" y="496"/>
                    <a:pt x="503" y="387"/>
                    <a:pt x="503" y="245"/>
                  </a:cubicBezTo>
                  <a:cubicBezTo>
                    <a:pt x="503" y="109"/>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2"/>
            <p:cNvSpPr/>
            <p:nvPr/>
          </p:nvSpPr>
          <p:spPr>
            <a:xfrm>
              <a:off x="1686650" y="4320450"/>
              <a:ext cx="12600" cy="12400"/>
            </a:xfrm>
            <a:custGeom>
              <a:avLst/>
              <a:gdLst/>
              <a:ahLst/>
              <a:cxnLst/>
              <a:rect l="l" t="t" r="r" b="b"/>
              <a:pathLst>
                <a:path w="504" h="496" extrusionOk="0">
                  <a:moveTo>
                    <a:pt x="252" y="0"/>
                  </a:moveTo>
                  <a:cubicBezTo>
                    <a:pt x="116" y="0"/>
                    <a:pt x="1" y="109"/>
                    <a:pt x="1" y="245"/>
                  </a:cubicBezTo>
                  <a:cubicBezTo>
                    <a:pt x="1" y="387"/>
                    <a:pt x="116" y="496"/>
                    <a:pt x="252" y="496"/>
                  </a:cubicBezTo>
                  <a:cubicBezTo>
                    <a:pt x="388" y="496"/>
                    <a:pt x="503" y="387"/>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2"/>
            <p:cNvSpPr/>
            <p:nvPr/>
          </p:nvSpPr>
          <p:spPr>
            <a:xfrm>
              <a:off x="1778450" y="4320450"/>
              <a:ext cx="12550" cy="12400"/>
            </a:xfrm>
            <a:custGeom>
              <a:avLst/>
              <a:gdLst/>
              <a:ahLst/>
              <a:cxnLst/>
              <a:rect l="l" t="t" r="r" b="b"/>
              <a:pathLst>
                <a:path w="502" h="496" extrusionOk="0">
                  <a:moveTo>
                    <a:pt x="252" y="0"/>
                  </a:moveTo>
                  <a:cubicBezTo>
                    <a:pt x="114" y="0"/>
                    <a:pt x="1" y="109"/>
                    <a:pt x="1" y="245"/>
                  </a:cubicBezTo>
                  <a:cubicBezTo>
                    <a:pt x="1" y="387"/>
                    <a:pt x="114" y="496"/>
                    <a:pt x="252" y="496"/>
                  </a:cubicBezTo>
                  <a:cubicBezTo>
                    <a:pt x="388" y="496"/>
                    <a:pt x="501" y="387"/>
                    <a:pt x="501" y="245"/>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2"/>
            <p:cNvSpPr/>
            <p:nvPr/>
          </p:nvSpPr>
          <p:spPr>
            <a:xfrm>
              <a:off x="1870375" y="4320450"/>
              <a:ext cx="12400" cy="12400"/>
            </a:xfrm>
            <a:custGeom>
              <a:avLst/>
              <a:gdLst/>
              <a:ahLst/>
              <a:cxnLst/>
              <a:rect l="l" t="t" r="r" b="b"/>
              <a:pathLst>
                <a:path w="496" h="496" extrusionOk="0">
                  <a:moveTo>
                    <a:pt x="252" y="0"/>
                  </a:moveTo>
                  <a:cubicBezTo>
                    <a:pt x="109" y="0"/>
                    <a:pt x="0" y="109"/>
                    <a:pt x="0" y="245"/>
                  </a:cubicBezTo>
                  <a:cubicBezTo>
                    <a:pt x="0" y="387"/>
                    <a:pt x="109" y="496"/>
                    <a:pt x="252" y="496"/>
                  </a:cubicBezTo>
                  <a:cubicBezTo>
                    <a:pt x="387" y="496"/>
                    <a:pt x="496" y="387"/>
                    <a:pt x="496" y="245"/>
                  </a:cubicBezTo>
                  <a:cubicBezTo>
                    <a:pt x="496"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2"/>
            <p:cNvSpPr/>
            <p:nvPr/>
          </p:nvSpPr>
          <p:spPr>
            <a:xfrm>
              <a:off x="1962150" y="4320450"/>
              <a:ext cx="12550" cy="12400"/>
            </a:xfrm>
            <a:custGeom>
              <a:avLst/>
              <a:gdLst/>
              <a:ahLst/>
              <a:cxnLst/>
              <a:rect l="l" t="t" r="r" b="b"/>
              <a:pathLst>
                <a:path w="502" h="496" extrusionOk="0">
                  <a:moveTo>
                    <a:pt x="250" y="0"/>
                  </a:moveTo>
                  <a:cubicBezTo>
                    <a:pt x="114" y="0"/>
                    <a:pt x="1" y="109"/>
                    <a:pt x="1" y="245"/>
                  </a:cubicBezTo>
                  <a:cubicBezTo>
                    <a:pt x="1" y="387"/>
                    <a:pt x="114" y="496"/>
                    <a:pt x="250" y="496"/>
                  </a:cubicBezTo>
                  <a:cubicBezTo>
                    <a:pt x="388" y="496"/>
                    <a:pt x="502" y="387"/>
                    <a:pt x="502" y="245"/>
                  </a:cubicBezTo>
                  <a:cubicBezTo>
                    <a:pt x="502"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2"/>
            <p:cNvSpPr/>
            <p:nvPr/>
          </p:nvSpPr>
          <p:spPr>
            <a:xfrm>
              <a:off x="2054075" y="4320450"/>
              <a:ext cx="12425" cy="12400"/>
            </a:xfrm>
            <a:custGeom>
              <a:avLst/>
              <a:gdLst/>
              <a:ahLst/>
              <a:cxnLst/>
              <a:rect l="l" t="t" r="r" b="b"/>
              <a:pathLst>
                <a:path w="497" h="496" extrusionOk="0">
                  <a:moveTo>
                    <a:pt x="252" y="0"/>
                  </a:moveTo>
                  <a:cubicBezTo>
                    <a:pt x="109" y="0"/>
                    <a:pt x="1" y="109"/>
                    <a:pt x="1" y="245"/>
                  </a:cubicBezTo>
                  <a:cubicBezTo>
                    <a:pt x="1" y="387"/>
                    <a:pt x="109" y="496"/>
                    <a:pt x="252" y="496"/>
                  </a:cubicBezTo>
                  <a:cubicBezTo>
                    <a:pt x="388" y="496"/>
                    <a:pt x="496" y="387"/>
                    <a:pt x="496" y="245"/>
                  </a:cubicBezTo>
                  <a:cubicBezTo>
                    <a:pt x="496"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 name="Google Shape;1146;p2"/>
            <p:cNvSpPr/>
            <p:nvPr/>
          </p:nvSpPr>
          <p:spPr>
            <a:xfrm>
              <a:off x="2145825" y="4320450"/>
              <a:ext cx="12600" cy="12400"/>
            </a:xfrm>
            <a:custGeom>
              <a:avLst/>
              <a:gdLst/>
              <a:ahLst/>
              <a:cxnLst/>
              <a:rect l="l" t="t" r="r" b="b"/>
              <a:pathLst>
                <a:path w="504" h="496" extrusionOk="0">
                  <a:moveTo>
                    <a:pt x="252" y="0"/>
                  </a:moveTo>
                  <a:cubicBezTo>
                    <a:pt x="116" y="0"/>
                    <a:pt x="1" y="109"/>
                    <a:pt x="1" y="245"/>
                  </a:cubicBezTo>
                  <a:cubicBezTo>
                    <a:pt x="1" y="387"/>
                    <a:pt x="116" y="496"/>
                    <a:pt x="252" y="496"/>
                  </a:cubicBezTo>
                  <a:cubicBezTo>
                    <a:pt x="388" y="496"/>
                    <a:pt x="503" y="387"/>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2"/>
            <p:cNvSpPr/>
            <p:nvPr/>
          </p:nvSpPr>
          <p:spPr>
            <a:xfrm>
              <a:off x="2237800" y="4320450"/>
              <a:ext cx="12350" cy="12400"/>
            </a:xfrm>
            <a:custGeom>
              <a:avLst/>
              <a:gdLst/>
              <a:ahLst/>
              <a:cxnLst/>
              <a:rect l="l" t="t" r="r" b="b"/>
              <a:pathLst>
                <a:path w="494" h="496" extrusionOk="0">
                  <a:moveTo>
                    <a:pt x="244" y="0"/>
                  </a:moveTo>
                  <a:cubicBezTo>
                    <a:pt x="107" y="0"/>
                    <a:pt x="0" y="109"/>
                    <a:pt x="0" y="245"/>
                  </a:cubicBezTo>
                  <a:cubicBezTo>
                    <a:pt x="0" y="387"/>
                    <a:pt x="107" y="496"/>
                    <a:pt x="244" y="496"/>
                  </a:cubicBezTo>
                  <a:cubicBezTo>
                    <a:pt x="387" y="496"/>
                    <a:pt x="494" y="387"/>
                    <a:pt x="494" y="245"/>
                  </a:cubicBezTo>
                  <a:cubicBezTo>
                    <a:pt x="494" y="109"/>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 name="Google Shape;1148;p2"/>
            <p:cNvSpPr/>
            <p:nvPr/>
          </p:nvSpPr>
          <p:spPr>
            <a:xfrm>
              <a:off x="2329550" y="4320450"/>
              <a:ext cx="12575" cy="12400"/>
            </a:xfrm>
            <a:custGeom>
              <a:avLst/>
              <a:gdLst/>
              <a:ahLst/>
              <a:cxnLst/>
              <a:rect l="l" t="t" r="r" b="b"/>
              <a:pathLst>
                <a:path w="503" h="496" extrusionOk="0">
                  <a:moveTo>
                    <a:pt x="251" y="0"/>
                  </a:moveTo>
                  <a:cubicBezTo>
                    <a:pt x="115" y="0"/>
                    <a:pt x="0" y="109"/>
                    <a:pt x="0" y="245"/>
                  </a:cubicBezTo>
                  <a:cubicBezTo>
                    <a:pt x="0" y="387"/>
                    <a:pt x="115" y="496"/>
                    <a:pt x="251" y="496"/>
                  </a:cubicBezTo>
                  <a:cubicBezTo>
                    <a:pt x="387" y="496"/>
                    <a:pt x="502" y="387"/>
                    <a:pt x="502" y="245"/>
                  </a:cubicBezTo>
                  <a:cubicBezTo>
                    <a:pt x="502"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2"/>
            <p:cNvSpPr/>
            <p:nvPr/>
          </p:nvSpPr>
          <p:spPr>
            <a:xfrm>
              <a:off x="2421325" y="4320450"/>
              <a:ext cx="12550" cy="12400"/>
            </a:xfrm>
            <a:custGeom>
              <a:avLst/>
              <a:gdLst/>
              <a:ahLst/>
              <a:cxnLst/>
              <a:rect l="l" t="t" r="r" b="b"/>
              <a:pathLst>
                <a:path w="502" h="496" extrusionOk="0">
                  <a:moveTo>
                    <a:pt x="250" y="0"/>
                  </a:moveTo>
                  <a:cubicBezTo>
                    <a:pt x="114" y="0"/>
                    <a:pt x="1" y="109"/>
                    <a:pt x="1" y="245"/>
                  </a:cubicBezTo>
                  <a:cubicBezTo>
                    <a:pt x="1" y="387"/>
                    <a:pt x="114" y="496"/>
                    <a:pt x="250" y="496"/>
                  </a:cubicBezTo>
                  <a:cubicBezTo>
                    <a:pt x="395" y="496"/>
                    <a:pt x="501" y="387"/>
                    <a:pt x="501" y="245"/>
                  </a:cubicBezTo>
                  <a:cubicBezTo>
                    <a:pt x="501" y="109"/>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2"/>
            <p:cNvSpPr/>
            <p:nvPr/>
          </p:nvSpPr>
          <p:spPr>
            <a:xfrm>
              <a:off x="2513250" y="4320450"/>
              <a:ext cx="12575" cy="12400"/>
            </a:xfrm>
            <a:custGeom>
              <a:avLst/>
              <a:gdLst/>
              <a:ahLst/>
              <a:cxnLst/>
              <a:rect l="l" t="t" r="r" b="b"/>
              <a:pathLst>
                <a:path w="503" h="496" extrusionOk="0">
                  <a:moveTo>
                    <a:pt x="252" y="0"/>
                  </a:moveTo>
                  <a:cubicBezTo>
                    <a:pt x="109" y="0"/>
                    <a:pt x="0" y="109"/>
                    <a:pt x="0" y="245"/>
                  </a:cubicBezTo>
                  <a:cubicBezTo>
                    <a:pt x="0" y="387"/>
                    <a:pt x="109" y="496"/>
                    <a:pt x="252" y="496"/>
                  </a:cubicBezTo>
                  <a:cubicBezTo>
                    <a:pt x="388" y="496"/>
                    <a:pt x="503" y="387"/>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2"/>
            <p:cNvSpPr/>
            <p:nvPr/>
          </p:nvSpPr>
          <p:spPr>
            <a:xfrm>
              <a:off x="2605000" y="4320450"/>
              <a:ext cx="12575" cy="12400"/>
            </a:xfrm>
            <a:custGeom>
              <a:avLst/>
              <a:gdLst/>
              <a:ahLst/>
              <a:cxnLst/>
              <a:rect l="l" t="t" r="r" b="b"/>
              <a:pathLst>
                <a:path w="503" h="496" extrusionOk="0">
                  <a:moveTo>
                    <a:pt x="252" y="0"/>
                  </a:moveTo>
                  <a:cubicBezTo>
                    <a:pt x="116" y="0"/>
                    <a:pt x="0" y="109"/>
                    <a:pt x="0" y="245"/>
                  </a:cubicBezTo>
                  <a:cubicBezTo>
                    <a:pt x="0" y="387"/>
                    <a:pt x="116" y="496"/>
                    <a:pt x="252" y="496"/>
                  </a:cubicBezTo>
                  <a:cubicBezTo>
                    <a:pt x="387" y="496"/>
                    <a:pt x="503" y="387"/>
                    <a:pt x="503" y="245"/>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2"/>
            <p:cNvSpPr/>
            <p:nvPr/>
          </p:nvSpPr>
          <p:spPr>
            <a:xfrm>
              <a:off x="2696950" y="4320450"/>
              <a:ext cx="12375" cy="12400"/>
            </a:xfrm>
            <a:custGeom>
              <a:avLst/>
              <a:gdLst/>
              <a:ahLst/>
              <a:cxnLst/>
              <a:rect l="l" t="t" r="r" b="b"/>
              <a:pathLst>
                <a:path w="495" h="496" extrusionOk="0">
                  <a:moveTo>
                    <a:pt x="252" y="0"/>
                  </a:moveTo>
                  <a:cubicBezTo>
                    <a:pt x="108" y="0"/>
                    <a:pt x="1" y="109"/>
                    <a:pt x="1" y="245"/>
                  </a:cubicBezTo>
                  <a:cubicBezTo>
                    <a:pt x="1" y="387"/>
                    <a:pt x="108" y="496"/>
                    <a:pt x="252" y="496"/>
                  </a:cubicBezTo>
                  <a:cubicBezTo>
                    <a:pt x="388" y="496"/>
                    <a:pt x="495" y="387"/>
                    <a:pt x="495" y="245"/>
                  </a:cubicBezTo>
                  <a:cubicBezTo>
                    <a:pt x="495"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 name="Google Shape;1153;p2"/>
            <p:cNvSpPr/>
            <p:nvPr/>
          </p:nvSpPr>
          <p:spPr>
            <a:xfrm>
              <a:off x="2788700" y="4320450"/>
              <a:ext cx="12600" cy="12400"/>
            </a:xfrm>
            <a:custGeom>
              <a:avLst/>
              <a:gdLst/>
              <a:ahLst/>
              <a:cxnLst/>
              <a:rect l="l" t="t" r="r" b="b"/>
              <a:pathLst>
                <a:path w="504" h="496" extrusionOk="0">
                  <a:moveTo>
                    <a:pt x="252" y="0"/>
                  </a:moveTo>
                  <a:cubicBezTo>
                    <a:pt x="116" y="0"/>
                    <a:pt x="1" y="109"/>
                    <a:pt x="1" y="245"/>
                  </a:cubicBezTo>
                  <a:cubicBezTo>
                    <a:pt x="1" y="387"/>
                    <a:pt x="116" y="496"/>
                    <a:pt x="252" y="496"/>
                  </a:cubicBezTo>
                  <a:cubicBezTo>
                    <a:pt x="388" y="496"/>
                    <a:pt x="503" y="387"/>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154;p2"/>
            <p:cNvSpPr/>
            <p:nvPr/>
          </p:nvSpPr>
          <p:spPr>
            <a:xfrm>
              <a:off x="2880675" y="4320450"/>
              <a:ext cx="12375" cy="12400"/>
            </a:xfrm>
            <a:custGeom>
              <a:avLst/>
              <a:gdLst/>
              <a:ahLst/>
              <a:cxnLst/>
              <a:rect l="l" t="t" r="r" b="b"/>
              <a:pathLst>
                <a:path w="495" h="496" extrusionOk="0">
                  <a:moveTo>
                    <a:pt x="243" y="0"/>
                  </a:moveTo>
                  <a:cubicBezTo>
                    <a:pt x="107" y="0"/>
                    <a:pt x="0" y="109"/>
                    <a:pt x="0" y="245"/>
                  </a:cubicBezTo>
                  <a:cubicBezTo>
                    <a:pt x="0" y="387"/>
                    <a:pt x="107" y="496"/>
                    <a:pt x="243" y="496"/>
                  </a:cubicBezTo>
                  <a:cubicBezTo>
                    <a:pt x="387" y="496"/>
                    <a:pt x="494" y="387"/>
                    <a:pt x="494" y="245"/>
                  </a:cubicBezTo>
                  <a:cubicBezTo>
                    <a:pt x="494" y="109"/>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2"/>
            <p:cNvSpPr/>
            <p:nvPr/>
          </p:nvSpPr>
          <p:spPr>
            <a:xfrm>
              <a:off x="2972425" y="4320450"/>
              <a:ext cx="12575" cy="12400"/>
            </a:xfrm>
            <a:custGeom>
              <a:avLst/>
              <a:gdLst/>
              <a:ahLst/>
              <a:cxnLst/>
              <a:rect l="l" t="t" r="r" b="b"/>
              <a:pathLst>
                <a:path w="503" h="496" extrusionOk="0">
                  <a:moveTo>
                    <a:pt x="251" y="0"/>
                  </a:moveTo>
                  <a:cubicBezTo>
                    <a:pt x="115" y="0"/>
                    <a:pt x="0" y="109"/>
                    <a:pt x="0" y="245"/>
                  </a:cubicBezTo>
                  <a:cubicBezTo>
                    <a:pt x="0" y="387"/>
                    <a:pt x="115" y="496"/>
                    <a:pt x="251" y="496"/>
                  </a:cubicBezTo>
                  <a:cubicBezTo>
                    <a:pt x="387" y="496"/>
                    <a:pt x="503" y="387"/>
                    <a:pt x="503" y="245"/>
                  </a:cubicBezTo>
                  <a:cubicBezTo>
                    <a:pt x="503"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2"/>
            <p:cNvSpPr/>
            <p:nvPr/>
          </p:nvSpPr>
          <p:spPr>
            <a:xfrm>
              <a:off x="3064375" y="4320450"/>
              <a:ext cx="12375" cy="12400"/>
            </a:xfrm>
            <a:custGeom>
              <a:avLst/>
              <a:gdLst/>
              <a:ahLst/>
              <a:cxnLst/>
              <a:rect l="l" t="t" r="r" b="b"/>
              <a:pathLst>
                <a:path w="495" h="496" extrusionOk="0">
                  <a:moveTo>
                    <a:pt x="243" y="0"/>
                  </a:moveTo>
                  <a:cubicBezTo>
                    <a:pt x="107" y="0"/>
                    <a:pt x="1" y="109"/>
                    <a:pt x="1" y="245"/>
                  </a:cubicBezTo>
                  <a:cubicBezTo>
                    <a:pt x="1" y="387"/>
                    <a:pt x="107" y="496"/>
                    <a:pt x="243" y="496"/>
                  </a:cubicBezTo>
                  <a:cubicBezTo>
                    <a:pt x="388" y="496"/>
                    <a:pt x="495" y="387"/>
                    <a:pt x="495" y="245"/>
                  </a:cubicBezTo>
                  <a:cubicBezTo>
                    <a:pt x="495" y="109"/>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157;p2"/>
            <p:cNvSpPr/>
            <p:nvPr/>
          </p:nvSpPr>
          <p:spPr>
            <a:xfrm>
              <a:off x="3156125" y="4320450"/>
              <a:ext cx="12600" cy="12400"/>
            </a:xfrm>
            <a:custGeom>
              <a:avLst/>
              <a:gdLst/>
              <a:ahLst/>
              <a:cxnLst/>
              <a:rect l="l" t="t" r="r" b="b"/>
              <a:pathLst>
                <a:path w="504" h="496" extrusionOk="0">
                  <a:moveTo>
                    <a:pt x="252" y="0"/>
                  </a:moveTo>
                  <a:cubicBezTo>
                    <a:pt x="116" y="0"/>
                    <a:pt x="1" y="109"/>
                    <a:pt x="1" y="245"/>
                  </a:cubicBezTo>
                  <a:cubicBezTo>
                    <a:pt x="1" y="387"/>
                    <a:pt x="116" y="496"/>
                    <a:pt x="252" y="496"/>
                  </a:cubicBezTo>
                  <a:cubicBezTo>
                    <a:pt x="388" y="496"/>
                    <a:pt x="503" y="387"/>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 name="Google Shape;1158;p2"/>
            <p:cNvSpPr/>
            <p:nvPr/>
          </p:nvSpPr>
          <p:spPr>
            <a:xfrm>
              <a:off x="3247875" y="4320450"/>
              <a:ext cx="12575" cy="12400"/>
            </a:xfrm>
            <a:custGeom>
              <a:avLst/>
              <a:gdLst/>
              <a:ahLst/>
              <a:cxnLst/>
              <a:rect l="l" t="t" r="r" b="b"/>
              <a:pathLst>
                <a:path w="503" h="496" extrusionOk="0">
                  <a:moveTo>
                    <a:pt x="252" y="0"/>
                  </a:moveTo>
                  <a:cubicBezTo>
                    <a:pt x="116" y="0"/>
                    <a:pt x="1" y="109"/>
                    <a:pt x="1" y="245"/>
                  </a:cubicBezTo>
                  <a:cubicBezTo>
                    <a:pt x="1" y="387"/>
                    <a:pt x="116" y="496"/>
                    <a:pt x="252" y="496"/>
                  </a:cubicBezTo>
                  <a:cubicBezTo>
                    <a:pt x="388" y="496"/>
                    <a:pt x="503" y="387"/>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2"/>
            <p:cNvSpPr/>
            <p:nvPr/>
          </p:nvSpPr>
          <p:spPr>
            <a:xfrm>
              <a:off x="3339850" y="4320450"/>
              <a:ext cx="12525" cy="12400"/>
            </a:xfrm>
            <a:custGeom>
              <a:avLst/>
              <a:gdLst/>
              <a:ahLst/>
              <a:cxnLst/>
              <a:rect l="l" t="t" r="r" b="b"/>
              <a:pathLst>
                <a:path w="501" h="496" extrusionOk="0">
                  <a:moveTo>
                    <a:pt x="251" y="0"/>
                  </a:moveTo>
                  <a:cubicBezTo>
                    <a:pt x="107" y="0"/>
                    <a:pt x="0" y="109"/>
                    <a:pt x="0" y="245"/>
                  </a:cubicBezTo>
                  <a:cubicBezTo>
                    <a:pt x="0" y="387"/>
                    <a:pt x="107" y="496"/>
                    <a:pt x="251" y="496"/>
                  </a:cubicBezTo>
                  <a:cubicBezTo>
                    <a:pt x="387" y="496"/>
                    <a:pt x="501" y="387"/>
                    <a:pt x="501" y="245"/>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160;p2"/>
            <p:cNvSpPr/>
            <p:nvPr/>
          </p:nvSpPr>
          <p:spPr>
            <a:xfrm>
              <a:off x="3431575" y="4320450"/>
              <a:ext cx="12600" cy="12400"/>
            </a:xfrm>
            <a:custGeom>
              <a:avLst/>
              <a:gdLst/>
              <a:ahLst/>
              <a:cxnLst/>
              <a:rect l="l" t="t" r="r" b="b"/>
              <a:pathLst>
                <a:path w="504" h="496" extrusionOk="0">
                  <a:moveTo>
                    <a:pt x="252" y="0"/>
                  </a:moveTo>
                  <a:cubicBezTo>
                    <a:pt x="116" y="0"/>
                    <a:pt x="1" y="109"/>
                    <a:pt x="1" y="245"/>
                  </a:cubicBezTo>
                  <a:cubicBezTo>
                    <a:pt x="1" y="387"/>
                    <a:pt x="116" y="496"/>
                    <a:pt x="252" y="496"/>
                  </a:cubicBezTo>
                  <a:cubicBezTo>
                    <a:pt x="388" y="496"/>
                    <a:pt x="503" y="387"/>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 name="Google Shape;1161;p2"/>
            <p:cNvSpPr/>
            <p:nvPr/>
          </p:nvSpPr>
          <p:spPr>
            <a:xfrm>
              <a:off x="3523550" y="4320450"/>
              <a:ext cx="12375" cy="12400"/>
            </a:xfrm>
            <a:custGeom>
              <a:avLst/>
              <a:gdLst/>
              <a:ahLst/>
              <a:cxnLst/>
              <a:rect l="l" t="t" r="r" b="b"/>
              <a:pathLst>
                <a:path w="495" h="496" extrusionOk="0">
                  <a:moveTo>
                    <a:pt x="250" y="0"/>
                  </a:moveTo>
                  <a:cubicBezTo>
                    <a:pt x="107" y="0"/>
                    <a:pt x="0" y="109"/>
                    <a:pt x="0" y="245"/>
                  </a:cubicBezTo>
                  <a:cubicBezTo>
                    <a:pt x="0" y="387"/>
                    <a:pt x="107" y="496"/>
                    <a:pt x="250" y="496"/>
                  </a:cubicBezTo>
                  <a:cubicBezTo>
                    <a:pt x="388" y="496"/>
                    <a:pt x="494" y="387"/>
                    <a:pt x="494" y="245"/>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 name="Google Shape;1162;p2"/>
            <p:cNvSpPr/>
            <p:nvPr/>
          </p:nvSpPr>
          <p:spPr>
            <a:xfrm>
              <a:off x="676400" y="4412225"/>
              <a:ext cx="12600" cy="12550"/>
            </a:xfrm>
            <a:custGeom>
              <a:avLst/>
              <a:gdLst/>
              <a:ahLst/>
              <a:cxnLst/>
              <a:rect l="l" t="t" r="r" b="b"/>
              <a:pathLst>
                <a:path w="504" h="502" extrusionOk="0">
                  <a:moveTo>
                    <a:pt x="252" y="1"/>
                  </a:moveTo>
                  <a:cubicBezTo>
                    <a:pt x="116" y="1"/>
                    <a:pt x="1" y="114"/>
                    <a:pt x="1" y="252"/>
                  </a:cubicBezTo>
                  <a:cubicBezTo>
                    <a:pt x="1" y="388"/>
                    <a:pt x="116" y="502"/>
                    <a:pt x="252" y="502"/>
                  </a:cubicBezTo>
                  <a:cubicBezTo>
                    <a:pt x="388" y="502"/>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 name="Google Shape;1163;p2"/>
            <p:cNvSpPr/>
            <p:nvPr/>
          </p:nvSpPr>
          <p:spPr>
            <a:xfrm>
              <a:off x="768325" y="4412225"/>
              <a:ext cx="12400" cy="12550"/>
            </a:xfrm>
            <a:custGeom>
              <a:avLst/>
              <a:gdLst/>
              <a:ahLst/>
              <a:cxnLst/>
              <a:rect l="l" t="t" r="r" b="b"/>
              <a:pathLst>
                <a:path w="496" h="502" extrusionOk="0">
                  <a:moveTo>
                    <a:pt x="245" y="1"/>
                  </a:moveTo>
                  <a:cubicBezTo>
                    <a:pt x="109" y="1"/>
                    <a:pt x="0" y="114"/>
                    <a:pt x="0" y="252"/>
                  </a:cubicBezTo>
                  <a:cubicBezTo>
                    <a:pt x="0" y="388"/>
                    <a:pt x="109" y="502"/>
                    <a:pt x="245" y="502"/>
                  </a:cubicBezTo>
                  <a:cubicBezTo>
                    <a:pt x="388" y="502"/>
                    <a:pt x="496" y="388"/>
                    <a:pt x="496" y="252"/>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 name="Google Shape;1164;p2"/>
            <p:cNvSpPr/>
            <p:nvPr/>
          </p:nvSpPr>
          <p:spPr>
            <a:xfrm>
              <a:off x="860125" y="4412225"/>
              <a:ext cx="12525" cy="12550"/>
            </a:xfrm>
            <a:custGeom>
              <a:avLst/>
              <a:gdLst/>
              <a:ahLst/>
              <a:cxnLst/>
              <a:rect l="l" t="t" r="r" b="b"/>
              <a:pathLst>
                <a:path w="501" h="502" extrusionOk="0">
                  <a:moveTo>
                    <a:pt x="251" y="1"/>
                  </a:moveTo>
                  <a:cubicBezTo>
                    <a:pt x="114" y="1"/>
                    <a:pt x="0" y="114"/>
                    <a:pt x="0" y="252"/>
                  </a:cubicBezTo>
                  <a:cubicBezTo>
                    <a:pt x="0" y="388"/>
                    <a:pt x="114" y="502"/>
                    <a:pt x="251" y="502"/>
                  </a:cubicBezTo>
                  <a:cubicBezTo>
                    <a:pt x="387" y="502"/>
                    <a:pt x="501" y="388"/>
                    <a:pt x="501" y="252"/>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 name="Google Shape;1165;p2"/>
            <p:cNvSpPr/>
            <p:nvPr/>
          </p:nvSpPr>
          <p:spPr>
            <a:xfrm>
              <a:off x="951850" y="4412225"/>
              <a:ext cx="12600" cy="12550"/>
            </a:xfrm>
            <a:custGeom>
              <a:avLst/>
              <a:gdLst/>
              <a:ahLst/>
              <a:cxnLst/>
              <a:rect l="l" t="t" r="r" b="b"/>
              <a:pathLst>
                <a:path w="504" h="502" extrusionOk="0">
                  <a:moveTo>
                    <a:pt x="252" y="1"/>
                  </a:moveTo>
                  <a:cubicBezTo>
                    <a:pt x="116" y="1"/>
                    <a:pt x="1" y="114"/>
                    <a:pt x="1" y="252"/>
                  </a:cubicBezTo>
                  <a:cubicBezTo>
                    <a:pt x="1" y="388"/>
                    <a:pt x="116" y="502"/>
                    <a:pt x="252" y="502"/>
                  </a:cubicBezTo>
                  <a:cubicBezTo>
                    <a:pt x="388" y="502"/>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 name="Google Shape;1166;p2"/>
            <p:cNvSpPr/>
            <p:nvPr/>
          </p:nvSpPr>
          <p:spPr>
            <a:xfrm>
              <a:off x="1043825" y="4412225"/>
              <a:ext cx="12375" cy="12550"/>
            </a:xfrm>
            <a:custGeom>
              <a:avLst/>
              <a:gdLst/>
              <a:ahLst/>
              <a:cxnLst/>
              <a:rect l="l" t="t" r="r" b="b"/>
              <a:pathLst>
                <a:path w="495" h="502" extrusionOk="0">
                  <a:moveTo>
                    <a:pt x="250" y="1"/>
                  </a:moveTo>
                  <a:cubicBezTo>
                    <a:pt x="107" y="1"/>
                    <a:pt x="0" y="114"/>
                    <a:pt x="0" y="252"/>
                  </a:cubicBezTo>
                  <a:cubicBezTo>
                    <a:pt x="0" y="388"/>
                    <a:pt x="107" y="502"/>
                    <a:pt x="250" y="502"/>
                  </a:cubicBezTo>
                  <a:cubicBezTo>
                    <a:pt x="388" y="502"/>
                    <a:pt x="494" y="388"/>
                    <a:pt x="494" y="252"/>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 name="Google Shape;1167;p2"/>
            <p:cNvSpPr/>
            <p:nvPr/>
          </p:nvSpPr>
          <p:spPr>
            <a:xfrm>
              <a:off x="1135575" y="4412225"/>
              <a:ext cx="12575" cy="12550"/>
            </a:xfrm>
            <a:custGeom>
              <a:avLst/>
              <a:gdLst/>
              <a:ahLst/>
              <a:cxnLst/>
              <a:rect l="l" t="t" r="r" b="b"/>
              <a:pathLst>
                <a:path w="503" h="502" extrusionOk="0">
                  <a:moveTo>
                    <a:pt x="252" y="1"/>
                  </a:moveTo>
                  <a:cubicBezTo>
                    <a:pt x="116" y="1"/>
                    <a:pt x="0" y="114"/>
                    <a:pt x="0" y="252"/>
                  </a:cubicBezTo>
                  <a:cubicBezTo>
                    <a:pt x="0" y="388"/>
                    <a:pt x="116" y="502"/>
                    <a:pt x="252" y="502"/>
                  </a:cubicBezTo>
                  <a:cubicBezTo>
                    <a:pt x="387" y="502"/>
                    <a:pt x="503" y="388"/>
                    <a:pt x="503" y="252"/>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 name="Google Shape;1168;p2"/>
            <p:cNvSpPr/>
            <p:nvPr/>
          </p:nvSpPr>
          <p:spPr>
            <a:xfrm>
              <a:off x="1227500" y="4412225"/>
              <a:ext cx="12400" cy="12550"/>
            </a:xfrm>
            <a:custGeom>
              <a:avLst/>
              <a:gdLst/>
              <a:ahLst/>
              <a:cxnLst/>
              <a:rect l="l" t="t" r="r" b="b"/>
              <a:pathLst>
                <a:path w="496" h="502" extrusionOk="0">
                  <a:moveTo>
                    <a:pt x="251" y="1"/>
                  </a:moveTo>
                  <a:cubicBezTo>
                    <a:pt x="109" y="1"/>
                    <a:pt x="0" y="114"/>
                    <a:pt x="0" y="252"/>
                  </a:cubicBezTo>
                  <a:cubicBezTo>
                    <a:pt x="0" y="388"/>
                    <a:pt x="109" y="502"/>
                    <a:pt x="251" y="502"/>
                  </a:cubicBezTo>
                  <a:cubicBezTo>
                    <a:pt x="387" y="502"/>
                    <a:pt x="496" y="388"/>
                    <a:pt x="496" y="252"/>
                  </a:cubicBezTo>
                  <a:cubicBezTo>
                    <a:pt x="496"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 name="Google Shape;1169;p2"/>
            <p:cNvSpPr/>
            <p:nvPr/>
          </p:nvSpPr>
          <p:spPr>
            <a:xfrm>
              <a:off x="1319275" y="4412225"/>
              <a:ext cx="12550" cy="12550"/>
            </a:xfrm>
            <a:custGeom>
              <a:avLst/>
              <a:gdLst/>
              <a:ahLst/>
              <a:cxnLst/>
              <a:rect l="l" t="t" r="r" b="b"/>
              <a:pathLst>
                <a:path w="502" h="502" extrusionOk="0">
                  <a:moveTo>
                    <a:pt x="252" y="1"/>
                  </a:moveTo>
                  <a:cubicBezTo>
                    <a:pt x="114" y="1"/>
                    <a:pt x="1" y="114"/>
                    <a:pt x="1" y="252"/>
                  </a:cubicBezTo>
                  <a:cubicBezTo>
                    <a:pt x="1" y="388"/>
                    <a:pt x="114" y="502"/>
                    <a:pt x="252" y="502"/>
                  </a:cubicBezTo>
                  <a:cubicBezTo>
                    <a:pt x="388" y="502"/>
                    <a:pt x="501" y="388"/>
                    <a:pt x="501" y="252"/>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 name="Google Shape;1170;p2"/>
            <p:cNvSpPr/>
            <p:nvPr/>
          </p:nvSpPr>
          <p:spPr>
            <a:xfrm>
              <a:off x="1411200" y="4412225"/>
              <a:ext cx="12425" cy="12550"/>
            </a:xfrm>
            <a:custGeom>
              <a:avLst/>
              <a:gdLst/>
              <a:ahLst/>
              <a:cxnLst/>
              <a:rect l="l" t="t" r="r" b="b"/>
              <a:pathLst>
                <a:path w="497" h="502" extrusionOk="0">
                  <a:moveTo>
                    <a:pt x="245" y="1"/>
                  </a:moveTo>
                  <a:cubicBezTo>
                    <a:pt x="109" y="1"/>
                    <a:pt x="1" y="114"/>
                    <a:pt x="1" y="252"/>
                  </a:cubicBezTo>
                  <a:cubicBezTo>
                    <a:pt x="1" y="388"/>
                    <a:pt x="109" y="502"/>
                    <a:pt x="245" y="502"/>
                  </a:cubicBezTo>
                  <a:cubicBezTo>
                    <a:pt x="388" y="502"/>
                    <a:pt x="496" y="388"/>
                    <a:pt x="496" y="252"/>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 name="Google Shape;1171;p2"/>
            <p:cNvSpPr/>
            <p:nvPr/>
          </p:nvSpPr>
          <p:spPr>
            <a:xfrm>
              <a:off x="1503000" y="4412225"/>
              <a:ext cx="12525" cy="12550"/>
            </a:xfrm>
            <a:custGeom>
              <a:avLst/>
              <a:gdLst/>
              <a:ahLst/>
              <a:cxnLst/>
              <a:rect l="l" t="t" r="r" b="b"/>
              <a:pathLst>
                <a:path w="501" h="502" extrusionOk="0">
                  <a:moveTo>
                    <a:pt x="250" y="1"/>
                  </a:moveTo>
                  <a:cubicBezTo>
                    <a:pt x="114" y="1"/>
                    <a:pt x="0" y="114"/>
                    <a:pt x="0" y="252"/>
                  </a:cubicBezTo>
                  <a:cubicBezTo>
                    <a:pt x="0" y="388"/>
                    <a:pt x="114" y="502"/>
                    <a:pt x="250" y="502"/>
                  </a:cubicBezTo>
                  <a:cubicBezTo>
                    <a:pt x="387" y="502"/>
                    <a:pt x="501" y="388"/>
                    <a:pt x="501" y="252"/>
                  </a:cubicBezTo>
                  <a:cubicBezTo>
                    <a:pt x="501" y="114"/>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 name="Google Shape;1172;p2"/>
            <p:cNvSpPr/>
            <p:nvPr/>
          </p:nvSpPr>
          <p:spPr>
            <a:xfrm>
              <a:off x="1594750" y="4412225"/>
              <a:ext cx="12575" cy="12550"/>
            </a:xfrm>
            <a:custGeom>
              <a:avLst/>
              <a:gdLst/>
              <a:ahLst/>
              <a:cxnLst/>
              <a:rect l="l" t="t" r="r" b="b"/>
              <a:pathLst>
                <a:path w="503" h="502" extrusionOk="0">
                  <a:moveTo>
                    <a:pt x="251" y="1"/>
                  </a:moveTo>
                  <a:cubicBezTo>
                    <a:pt x="115" y="1"/>
                    <a:pt x="0" y="114"/>
                    <a:pt x="0" y="252"/>
                  </a:cubicBezTo>
                  <a:cubicBezTo>
                    <a:pt x="0" y="388"/>
                    <a:pt x="115" y="502"/>
                    <a:pt x="251" y="502"/>
                  </a:cubicBezTo>
                  <a:cubicBezTo>
                    <a:pt x="394" y="502"/>
                    <a:pt x="503" y="388"/>
                    <a:pt x="503" y="252"/>
                  </a:cubicBezTo>
                  <a:cubicBezTo>
                    <a:pt x="503" y="114"/>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 name="Google Shape;1173;p2"/>
            <p:cNvSpPr/>
            <p:nvPr/>
          </p:nvSpPr>
          <p:spPr>
            <a:xfrm>
              <a:off x="1686650" y="4412225"/>
              <a:ext cx="12600" cy="12550"/>
            </a:xfrm>
            <a:custGeom>
              <a:avLst/>
              <a:gdLst/>
              <a:ahLst/>
              <a:cxnLst/>
              <a:rect l="l" t="t" r="r" b="b"/>
              <a:pathLst>
                <a:path w="504" h="502" extrusionOk="0">
                  <a:moveTo>
                    <a:pt x="252" y="1"/>
                  </a:moveTo>
                  <a:cubicBezTo>
                    <a:pt x="116" y="1"/>
                    <a:pt x="1" y="114"/>
                    <a:pt x="1" y="252"/>
                  </a:cubicBezTo>
                  <a:cubicBezTo>
                    <a:pt x="1" y="388"/>
                    <a:pt x="116" y="502"/>
                    <a:pt x="252" y="502"/>
                  </a:cubicBezTo>
                  <a:cubicBezTo>
                    <a:pt x="388" y="502"/>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 name="Google Shape;1174;p2"/>
            <p:cNvSpPr/>
            <p:nvPr/>
          </p:nvSpPr>
          <p:spPr>
            <a:xfrm>
              <a:off x="1778450" y="4412225"/>
              <a:ext cx="12550" cy="12550"/>
            </a:xfrm>
            <a:custGeom>
              <a:avLst/>
              <a:gdLst/>
              <a:ahLst/>
              <a:cxnLst/>
              <a:rect l="l" t="t" r="r" b="b"/>
              <a:pathLst>
                <a:path w="502" h="502" extrusionOk="0">
                  <a:moveTo>
                    <a:pt x="252" y="1"/>
                  </a:moveTo>
                  <a:cubicBezTo>
                    <a:pt x="114" y="1"/>
                    <a:pt x="1" y="114"/>
                    <a:pt x="1" y="252"/>
                  </a:cubicBezTo>
                  <a:cubicBezTo>
                    <a:pt x="1" y="388"/>
                    <a:pt x="114" y="502"/>
                    <a:pt x="252" y="502"/>
                  </a:cubicBezTo>
                  <a:cubicBezTo>
                    <a:pt x="388" y="502"/>
                    <a:pt x="501" y="388"/>
                    <a:pt x="501" y="252"/>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 name="Google Shape;1175;p2"/>
            <p:cNvSpPr/>
            <p:nvPr/>
          </p:nvSpPr>
          <p:spPr>
            <a:xfrm>
              <a:off x="1870375" y="4412225"/>
              <a:ext cx="12400" cy="12550"/>
            </a:xfrm>
            <a:custGeom>
              <a:avLst/>
              <a:gdLst/>
              <a:ahLst/>
              <a:cxnLst/>
              <a:rect l="l" t="t" r="r" b="b"/>
              <a:pathLst>
                <a:path w="496" h="502" extrusionOk="0">
                  <a:moveTo>
                    <a:pt x="252" y="1"/>
                  </a:moveTo>
                  <a:cubicBezTo>
                    <a:pt x="109" y="1"/>
                    <a:pt x="0" y="114"/>
                    <a:pt x="0" y="252"/>
                  </a:cubicBezTo>
                  <a:cubicBezTo>
                    <a:pt x="0" y="388"/>
                    <a:pt x="109" y="502"/>
                    <a:pt x="252" y="502"/>
                  </a:cubicBezTo>
                  <a:cubicBezTo>
                    <a:pt x="387" y="502"/>
                    <a:pt x="496" y="388"/>
                    <a:pt x="496" y="252"/>
                  </a:cubicBezTo>
                  <a:cubicBezTo>
                    <a:pt x="496"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2"/>
            <p:cNvSpPr/>
            <p:nvPr/>
          </p:nvSpPr>
          <p:spPr>
            <a:xfrm>
              <a:off x="1962150" y="4412225"/>
              <a:ext cx="12550" cy="12550"/>
            </a:xfrm>
            <a:custGeom>
              <a:avLst/>
              <a:gdLst/>
              <a:ahLst/>
              <a:cxnLst/>
              <a:rect l="l" t="t" r="r" b="b"/>
              <a:pathLst>
                <a:path w="502" h="502" extrusionOk="0">
                  <a:moveTo>
                    <a:pt x="250" y="1"/>
                  </a:moveTo>
                  <a:cubicBezTo>
                    <a:pt x="114" y="1"/>
                    <a:pt x="1" y="114"/>
                    <a:pt x="1" y="252"/>
                  </a:cubicBezTo>
                  <a:cubicBezTo>
                    <a:pt x="1" y="388"/>
                    <a:pt x="114" y="502"/>
                    <a:pt x="250" y="502"/>
                  </a:cubicBezTo>
                  <a:cubicBezTo>
                    <a:pt x="388" y="502"/>
                    <a:pt x="502" y="388"/>
                    <a:pt x="502" y="252"/>
                  </a:cubicBezTo>
                  <a:cubicBezTo>
                    <a:pt x="502"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 name="Google Shape;1177;p2"/>
            <p:cNvSpPr/>
            <p:nvPr/>
          </p:nvSpPr>
          <p:spPr>
            <a:xfrm>
              <a:off x="2054075" y="4412225"/>
              <a:ext cx="12425" cy="12550"/>
            </a:xfrm>
            <a:custGeom>
              <a:avLst/>
              <a:gdLst/>
              <a:ahLst/>
              <a:cxnLst/>
              <a:rect l="l" t="t" r="r" b="b"/>
              <a:pathLst>
                <a:path w="497" h="502" extrusionOk="0">
                  <a:moveTo>
                    <a:pt x="252" y="1"/>
                  </a:moveTo>
                  <a:cubicBezTo>
                    <a:pt x="109" y="1"/>
                    <a:pt x="1" y="114"/>
                    <a:pt x="1" y="252"/>
                  </a:cubicBezTo>
                  <a:cubicBezTo>
                    <a:pt x="1" y="388"/>
                    <a:pt x="109" y="502"/>
                    <a:pt x="252" y="502"/>
                  </a:cubicBezTo>
                  <a:cubicBezTo>
                    <a:pt x="388" y="502"/>
                    <a:pt x="496" y="388"/>
                    <a:pt x="496" y="252"/>
                  </a:cubicBezTo>
                  <a:cubicBezTo>
                    <a:pt x="496"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 name="Google Shape;1178;p2"/>
            <p:cNvSpPr/>
            <p:nvPr/>
          </p:nvSpPr>
          <p:spPr>
            <a:xfrm>
              <a:off x="2145825" y="4412225"/>
              <a:ext cx="12600" cy="12550"/>
            </a:xfrm>
            <a:custGeom>
              <a:avLst/>
              <a:gdLst/>
              <a:ahLst/>
              <a:cxnLst/>
              <a:rect l="l" t="t" r="r" b="b"/>
              <a:pathLst>
                <a:path w="504" h="502" extrusionOk="0">
                  <a:moveTo>
                    <a:pt x="252" y="1"/>
                  </a:moveTo>
                  <a:cubicBezTo>
                    <a:pt x="116" y="1"/>
                    <a:pt x="1" y="114"/>
                    <a:pt x="1" y="252"/>
                  </a:cubicBezTo>
                  <a:cubicBezTo>
                    <a:pt x="1" y="388"/>
                    <a:pt x="116" y="502"/>
                    <a:pt x="252" y="502"/>
                  </a:cubicBezTo>
                  <a:cubicBezTo>
                    <a:pt x="388" y="502"/>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2"/>
            <p:cNvSpPr/>
            <p:nvPr/>
          </p:nvSpPr>
          <p:spPr>
            <a:xfrm>
              <a:off x="2237800" y="4412225"/>
              <a:ext cx="12350" cy="12550"/>
            </a:xfrm>
            <a:custGeom>
              <a:avLst/>
              <a:gdLst/>
              <a:ahLst/>
              <a:cxnLst/>
              <a:rect l="l" t="t" r="r" b="b"/>
              <a:pathLst>
                <a:path w="494" h="502" extrusionOk="0">
                  <a:moveTo>
                    <a:pt x="244" y="1"/>
                  </a:moveTo>
                  <a:cubicBezTo>
                    <a:pt x="107" y="1"/>
                    <a:pt x="0" y="114"/>
                    <a:pt x="0" y="252"/>
                  </a:cubicBezTo>
                  <a:cubicBezTo>
                    <a:pt x="0" y="388"/>
                    <a:pt x="107" y="502"/>
                    <a:pt x="244" y="502"/>
                  </a:cubicBezTo>
                  <a:cubicBezTo>
                    <a:pt x="387" y="502"/>
                    <a:pt x="494" y="388"/>
                    <a:pt x="494" y="252"/>
                  </a:cubicBezTo>
                  <a:cubicBezTo>
                    <a:pt x="494" y="114"/>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 name="Google Shape;1180;p2"/>
            <p:cNvSpPr/>
            <p:nvPr/>
          </p:nvSpPr>
          <p:spPr>
            <a:xfrm>
              <a:off x="2329550" y="4412225"/>
              <a:ext cx="12575" cy="12550"/>
            </a:xfrm>
            <a:custGeom>
              <a:avLst/>
              <a:gdLst/>
              <a:ahLst/>
              <a:cxnLst/>
              <a:rect l="l" t="t" r="r" b="b"/>
              <a:pathLst>
                <a:path w="503" h="502" extrusionOk="0">
                  <a:moveTo>
                    <a:pt x="251" y="1"/>
                  </a:moveTo>
                  <a:cubicBezTo>
                    <a:pt x="115" y="1"/>
                    <a:pt x="0" y="114"/>
                    <a:pt x="0" y="252"/>
                  </a:cubicBezTo>
                  <a:cubicBezTo>
                    <a:pt x="0" y="388"/>
                    <a:pt x="115" y="502"/>
                    <a:pt x="251" y="502"/>
                  </a:cubicBezTo>
                  <a:cubicBezTo>
                    <a:pt x="387" y="502"/>
                    <a:pt x="502" y="388"/>
                    <a:pt x="502" y="252"/>
                  </a:cubicBezTo>
                  <a:cubicBezTo>
                    <a:pt x="502"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181;p2"/>
            <p:cNvSpPr/>
            <p:nvPr/>
          </p:nvSpPr>
          <p:spPr>
            <a:xfrm>
              <a:off x="2421325" y="4412225"/>
              <a:ext cx="12550" cy="12550"/>
            </a:xfrm>
            <a:custGeom>
              <a:avLst/>
              <a:gdLst/>
              <a:ahLst/>
              <a:cxnLst/>
              <a:rect l="l" t="t" r="r" b="b"/>
              <a:pathLst>
                <a:path w="502" h="502" extrusionOk="0">
                  <a:moveTo>
                    <a:pt x="250" y="1"/>
                  </a:moveTo>
                  <a:cubicBezTo>
                    <a:pt x="114" y="1"/>
                    <a:pt x="1" y="114"/>
                    <a:pt x="1" y="252"/>
                  </a:cubicBezTo>
                  <a:cubicBezTo>
                    <a:pt x="1" y="388"/>
                    <a:pt x="114" y="502"/>
                    <a:pt x="250" y="502"/>
                  </a:cubicBezTo>
                  <a:cubicBezTo>
                    <a:pt x="395" y="502"/>
                    <a:pt x="501" y="388"/>
                    <a:pt x="501" y="252"/>
                  </a:cubicBezTo>
                  <a:cubicBezTo>
                    <a:pt x="501" y="114"/>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2"/>
            <p:cNvSpPr/>
            <p:nvPr/>
          </p:nvSpPr>
          <p:spPr>
            <a:xfrm>
              <a:off x="2513250" y="4412225"/>
              <a:ext cx="12575" cy="12550"/>
            </a:xfrm>
            <a:custGeom>
              <a:avLst/>
              <a:gdLst/>
              <a:ahLst/>
              <a:cxnLst/>
              <a:rect l="l" t="t" r="r" b="b"/>
              <a:pathLst>
                <a:path w="503" h="502" extrusionOk="0">
                  <a:moveTo>
                    <a:pt x="252" y="1"/>
                  </a:moveTo>
                  <a:cubicBezTo>
                    <a:pt x="109" y="1"/>
                    <a:pt x="0" y="114"/>
                    <a:pt x="0" y="252"/>
                  </a:cubicBezTo>
                  <a:cubicBezTo>
                    <a:pt x="0" y="388"/>
                    <a:pt x="109" y="502"/>
                    <a:pt x="252" y="502"/>
                  </a:cubicBezTo>
                  <a:cubicBezTo>
                    <a:pt x="388" y="502"/>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 name="Google Shape;1183;p2"/>
            <p:cNvSpPr/>
            <p:nvPr/>
          </p:nvSpPr>
          <p:spPr>
            <a:xfrm>
              <a:off x="2605000" y="4412225"/>
              <a:ext cx="12575" cy="12550"/>
            </a:xfrm>
            <a:custGeom>
              <a:avLst/>
              <a:gdLst/>
              <a:ahLst/>
              <a:cxnLst/>
              <a:rect l="l" t="t" r="r" b="b"/>
              <a:pathLst>
                <a:path w="503" h="502" extrusionOk="0">
                  <a:moveTo>
                    <a:pt x="252" y="1"/>
                  </a:moveTo>
                  <a:cubicBezTo>
                    <a:pt x="116" y="1"/>
                    <a:pt x="0" y="114"/>
                    <a:pt x="0" y="252"/>
                  </a:cubicBezTo>
                  <a:cubicBezTo>
                    <a:pt x="0" y="388"/>
                    <a:pt x="116" y="502"/>
                    <a:pt x="252" y="502"/>
                  </a:cubicBezTo>
                  <a:cubicBezTo>
                    <a:pt x="387" y="502"/>
                    <a:pt x="503" y="388"/>
                    <a:pt x="503" y="252"/>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 name="Google Shape;1184;p2"/>
            <p:cNvSpPr/>
            <p:nvPr/>
          </p:nvSpPr>
          <p:spPr>
            <a:xfrm>
              <a:off x="2696950" y="4412225"/>
              <a:ext cx="12375" cy="12550"/>
            </a:xfrm>
            <a:custGeom>
              <a:avLst/>
              <a:gdLst/>
              <a:ahLst/>
              <a:cxnLst/>
              <a:rect l="l" t="t" r="r" b="b"/>
              <a:pathLst>
                <a:path w="495" h="502" extrusionOk="0">
                  <a:moveTo>
                    <a:pt x="252" y="1"/>
                  </a:moveTo>
                  <a:cubicBezTo>
                    <a:pt x="108" y="1"/>
                    <a:pt x="1" y="114"/>
                    <a:pt x="1" y="252"/>
                  </a:cubicBezTo>
                  <a:cubicBezTo>
                    <a:pt x="1" y="388"/>
                    <a:pt x="108" y="502"/>
                    <a:pt x="252" y="502"/>
                  </a:cubicBezTo>
                  <a:cubicBezTo>
                    <a:pt x="388" y="502"/>
                    <a:pt x="495" y="388"/>
                    <a:pt x="495" y="252"/>
                  </a:cubicBezTo>
                  <a:cubicBezTo>
                    <a:pt x="495"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2"/>
            <p:cNvSpPr/>
            <p:nvPr/>
          </p:nvSpPr>
          <p:spPr>
            <a:xfrm>
              <a:off x="2788700" y="4412225"/>
              <a:ext cx="12600" cy="12550"/>
            </a:xfrm>
            <a:custGeom>
              <a:avLst/>
              <a:gdLst/>
              <a:ahLst/>
              <a:cxnLst/>
              <a:rect l="l" t="t" r="r" b="b"/>
              <a:pathLst>
                <a:path w="504" h="502" extrusionOk="0">
                  <a:moveTo>
                    <a:pt x="252" y="1"/>
                  </a:moveTo>
                  <a:cubicBezTo>
                    <a:pt x="116" y="1"/>
                    <a:pt x="1" y="114"/>
                    <a:pt x="1" y="252"/>
                  </a:cubicBezTo>
                  <a:cubicBezTo>
                    <a:pt x="1" y="388"/>
                    <a:pt x="116" y="502"/>
                    <a:pt x="252" y="502"/>
                  </a:cubicBezTo>
                  <a:cubicBezTo>
                    <a:pt x="388" y="502"/>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 name="Google Shape;1186;p2"/>
            <p:cNvSpPr/>
            <p:nvPr/>
          </p:nvSpPr>
          <p:spPr>
            <a:xfrm>
              <a:off x="2880675" y="4412225"/>
              <a:ext cx="12375" cy="12550"/>
            </a:xfrm>
            <a:custGeom>
              <a:avLst/>
              <a:gdLst/>
              <a:ahLst/>
              <a:cxnLst/>
              <a:rect l="l" t="t" r="r" b="b"/>
              <a:pathLst>
                <a:path w="495" h="502" extrusionOk="0">
                  <a:moveTo>
                    <a:pt x="243" y="1"/>
                  </a:moveTo>
                  <a:cubicBezTo>
                    <a:pt x="107" y="1"/>
                    <a:pt x="0" y="114"/>
                    <a:pt x="0" y="252"/>
                  </a:cubicBezTo>
                  <a:cubicBezTo>
                    <a:pt x="0" y="388"/>
                    <a:pt x="107" y="502"/>
                    <a:pt x="243" y="502"/>
                  </a:cubicBezTo>
                  <a:cubicBezTo>
                    <a:pt x="387" y="502"/>
                    <a:pt x="494" y="388"/>
                    <a:pt x="494" y="252"/>
                  </a:cubicBezTo>
                  <a:cubicBezTo>
                    <a:pt x="494" y="114"/>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 name="Google Shape;1187;p2"/>
            <p:cNvSpPr/>
            <p:nvPr/>
          </p:nvSpPr>
          <p:spPr>
            <a:xfrm>
              <a:off x="2972425" y="4412225"/>
              <a:ext cx="12575" cy="12550"/>
            </a:xfrm>
            <a:custGeom>
              <a:avLst/>
              <a:gdLst/>
              <a:ahLst/>
              <a:cxnLst/>
              <a:rect l="l" t="t" r="r" b="b"/>
              <a:pathLst>
                <a:path w="503" h="502" extrusionOk="0">
                  <a:moveTo>
                    <a:pt x="251" y="1"/>
                  </a:moveTo>
                  <a:cubicBezTo>
                    <a:pt x="115" y="1"/>
                    <a:pt x="0" y="114"/>
                    <a:pt x="0" y="252"/>
                  </a:cubicBezTo>
                  <a:cubicBezTo>
                    <a:pt x="0" y="388"/>
                    <a:pt x="115" y="502"/>
                    <a:pt x="251" y="502"/>
                  </a:cubicBezTo>
                  <a:cubicBezTo>
                    <a:pt x="387" y="502"/>
                    <a:pt x="503" y="388"/>
                    <a:pt x="503" y="252"/>
                  </a:cubicBezTo>
                  <a:cubicBezTo>
                    <a:pt x="503"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2"/>
            <p:cNvSpPr/>
            <p:nvPr/>
          </p:nvSpPr>
          <p:spPr>
            <a:xfrm>
              <a:off x="3064375" y="4412225"/>
              <a:ext cx="12375" cy="12550"/>
            </a:xfrm>
            <a:custGeom>
              <a:avLst/>
              <a:gdLst/>
              <a:ahLst/>
              <a:cxnLst/>
              <a:rect l="l" t="t" r="r" b="b"/>
              <a:pathLst>
                <a:path w="495" h="502" extrusionOk="0">
                  <a:moveTo>
                    <a:pt x="243" y="1"/>
                  </a:moveTo>
                  <a:cubicBezTo>
                    <a:pt x="107" y="1"/>
                    <a:pt x="1" y="114"/>
                    <a:pt x="1" y="252"/>
                  </a:cubicBezTo>
                  <a:cubicBezTo>
                    <a:pt x="1" y="388"/>
                    <a:pt x="107" y="502"/>
                    <a:pt x="243" y="502"/>
                  </a:cubicBezTo>
                  <a:cubicBezTo>
                    <a:pt x="388" y="502"/>
                    <a:pt x="495" y="388"/>
                    <a:pt x="495" y="252"/>
                  </a:cubicBezTo>
                  <a:cubicBezTo>
                    <a:pt x="495" y="114"/>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 name="Google Shape;1189;p2"/>
            <p:cNvSpPr/>
            <p:nvPr/>
          </p:nvSpPr>
          <p:spPr>
            <a:xfrm>
              <a:off x="3156125" y="4412225"/>
              <a:ext cx="12600" cy="12550"/>
            </a:xfrm>
            <a:custGeom>
              <a:avLst/>
              <a:gdLst/>
              <a:ahLst/>
              <a:cxnLst/>
              <a:rect l="l" t="t" r="r" b="b"/>
              <a:pathLst>
                <a:path w="504" h="502" extrusionOk="0">
                  <a:moveTo>
                    <a:pt x="252" y="1"/>
                  </a:moveTo>
                  <a:cubicBezTo>
                    <a:pt x="116" y="1"/>
                    <a:pt x="1" y="114"/>
                    <a:pt x="1" y="252"/>
                  </a:cubicBezTo>
                  <a:cubicBezTo>
                    <a:pt x="1" y="388"/>
                    <a:pt x="116" y="502"/>
                    <a:pt x="252" y="502"/>
                  </a:cubicBezTo>
                  <a:cubicBezTo>
                    <a:pt x="388" y="502"/>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2"/>
            <p:cNvSpPr/>
            <p:nvPr/>
          </p:nvSpPr>
          <p:spPr>
            <a:xfrm>
              <a:off x="3247875" y="4412225"/>
              <a:ext cx="12575" cy="12550"/>
            </a:xfrm>
            <a:custGeom>
              <a:avLst/>
              <a:gdLst/>
              <a:ahLst/>
              <a:cxnLst/>
              <a:rect l="l" t="t" r="r" b="b"/>
              <a:pathLst>
                <a:path w="503" h="502" extrusionOk="0">
                  <a:moveTo>
                    <a:pt x="252" y="1"/>
                  </a:moveTo>
                  <a:cubicBezTo>
                    <a:pt x="116" y="1"/>
                    <a:pt x="1" y="114"/>
                    <a:pt x="1" y="252"/>
                  </a:cubicBezTo>
                  <a:cubicBezTo>
                    <a:pt x="1" y="388"/>
                    <a:pt x="116" y="502"/>
                    <a:pt x="252" y="502"/>
                  </a:cubicBezTo>
                  <a:cubicBezTo>
                    <a:pt x="388" y="502"/>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2"/>
            <p:cNvSpPr/>
            <p:nvPr/>
          </p:nvSpPr>
          <p:spPr>
            <a:xfrm>
              <a:off x="3339850" y="4412225"/>
              <a:ext cx="12525" cy="12550"/>
            </a:xfrm>
            <a:custGeom>
              <a:avLst/>
              <a:gdLst/>
              <a:ahLst/>
              <a:cxnLst/>
              <a:rect l="l" t="t" r="r" b="b"/>
              <a:pathLst>
                <a:path w="501" h="502" extrusionOk="0">
                  <a:moveTo>
                    <a:pt x="251" y="1"/>
                  </a:moveTo>
                  <a:cubicBezTo>
                    <a:pt x="107" y="1"/>
                    <a:pt x="0" y="114"/>
                    <a:pt x="0" y="252"/>
                  </a:cubicBezTo>
                  <a:cubicBezTo>
                    <a:pt x="0" y="388"/>
                    <a:pt x="107" y="502"/>
                    <a:pt x="251" y="502"/>
                  </a:cubicBezTo>
                  <a:cubicBezTo>
                    <a:pt x="387" y="502"/>
                    <a:pt x="501" y="388"/>
                    <a:pt x="501" y="252"/>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2"/>
            <p:cNvSpPr/>
            <p:nvPr/>
          </p:nvSpPr>
          <p:spPr>
            <a:xfrm>
              <a:off x="3431575" y="4412225"/>
              <a:ext cx="12600" cy="12550"/>
            </a:xfrm>
            <a:custGeom>
              <a:avLst/>
              <a:gdLst/>
              <a:ahLst/>
              <a:cxnLst/>
              <a:rect l="l" t="t" r="r" b="b"/>
              <a:pathLst>
                <a:path w="504" h="502" extrusionOk="0">
                  <a:moveTo>
                    <a:pt x="252" y="1"/>
                  </a:moveTo>
                  <a:cubicBezTo>
                    <a:pt x="116" y="1"/>
                    <a:pt x="1" y="114"/>
                    <a:pt x="1" y="252"/>
                  </a:cubicBezTo>
                  <a:cubicBezTo>
                    <a:pt x="1" y="388"/>
                    <a:pt x="116" y="502"/>
                    <a:pt x="252" y="502"/>
                  </a:cubicBezTo>
                  <a:cubicBezTo>
                    <a:pt x="388" y="502"/>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2"/>
            <p:cNvSpPr/>
            <p:nvPr/>
          </p:nvSpPr>
          <p:spPr>
            <a:xfrm>
              <a:off x="3523550" y="4412225"/>
              <a:ext cx="12375" cy="12550"/>
            </a:xfrm>
            <a:custGeom>
              <a:avLst/>
              <a:gdLst/>
              <a:ahLst/>
              <a:cxnLst/>
              <a:rect l="l" t="t" r="r" b="b"/>
              <a:pathLst>
                <a:path w="495" h="502" extrusionOk="0">
                  <a:moveTo>
                    <a:pt x="250" y="1"/>
                  </a:moveTo>
                  <a:cubicBezTo>
                    <a:pt x="107" y="1"/>
                    <a:pt x="0" y="114"/>
                    <a:pt x="0" y="252"/>
                  </a:cubicBezTo>
                  <a:cubicBezTo>
                    <a:pt x="0" y="388"/>
                    <a:pt x="107" y="502"/>
                    <a:pt x="250" y="502"/>
                  </a:cubicBezTo>
                  <a:cubicBezTo>
                    <a:pt x="388" y="502"/>
                    <a:pt x="494" y="388"/>
                    <a:pt x="494" y="252"/>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2"/>
            <p:cNvSpPr/>
            <p:nvPr/>
          </p:nvSpPr>
          <p:spPr>
            <a:xfrm>
              <a:off x="676400" y="4503975"/>
              <a:ext cx="12600" cy="12600"/>
            </a:xfrm>
            <a:custGeom>
              <a:avLst/>
              <a:gdLst/>
              <a:ahLst/>
              <a:cxnLst/>
              <a:rect l="l" t="t" r="r" b="b"/>
              <a:pathLst>
                <a:path w="504" h="504" extrusionOk="0">
                  <a:moveTo>
                    <a:pt x="252" y="1"/>
                  </a:moveTo>
                  <a:cubicBezTo>
                    <a:pt x="116" y="1"/>
                    <a:pt x="1" y="116"/>
                    <a:pt x="1" y="252"/>
                  </a:cubicBezTo>
                  <a:cubicBezTo>
                    <a:pt x="1" y="395"/>
                    <a:pt x="116" y="503"/>
                    <a:pt x="252" y="503"/>
                  </a:cubicBezTo>
                  <a:cubicBezTo>
                    <a:pt x="388" y="503"/>
                    <a:pt x="503" y="395"/>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2"/>
            <p:cNvSpPr/>
            <p:nvPr/>
          </p:nvSpPr>
          <p:spPr>
            <a:xfrm>
              <a:off x="768325" y="4503975"/>
              <a:ext cx="12400" cy="12600"/>
            </a:xfrm>
            <a:custGeom>
              <a:avLst/>
              <a:gdLst/>
              <a:ahLst/>
              <a:cxnLst/>
              <a:rect l="l" t="t" r="r" b="b"/>
              <a:pathLst>
                <a:path w="496" h="504" extrusionOk="0">
                  <a:moveTo>
                    <a:pt x="245" y="1"/>
                  </a:moveTo>
                  <a:cubicBezTo>
                    <a:pt x="109" y="1"/>
                    <a:pt x="0" y="116"/>
                    <a:pt x="0" y="252"/>
                  </a:cubicBezTo>
                  <a:cubicBezTo>
                    <a:pt x="0" y="395"/>
                    <a:pt x="109" y="503"/>
                    <a:pt x="245" y="503"/>
                  </a:cubicBezTo>
                  <a:cubicBezTo>
                    <a:pt x="388" y="503"/>
                    <a:pt x="496" y="395"/>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2"/>
            <p:cNvSpPr/>
            <p:nvPr/>
          </p:nvSpPr>
          <p:spPr>
            <a:xfrm>
              <a:off x="860125" y="4503975"/>
              <a:ext cx="12525" cy="12600"/>
            </a:xfrm>
            <a:custGeom>
              <a:avLst/>
              <a:gdLst/>
              <a:ahLst/>
              <a:cxnLst/>
              <a:rect l="l" t="t" r="r" b="b"/>
              <a:pathLst>
                <a:path w="501" h="504" extrusionOk="0">
                  <a:moveTo>
                    <a:pt x="251" y="1"/>
                  </a:moveTo>
                  <a:cubicBezTo>
                    <a:pt x="114" y="1"/>
                    <a:pt x="0" y="116"/>
                    <a:pt x="0" y="252"/>
                  </a:cubicBezTo>
                  <a:cubicBezTo>
                    <a:pt x="0" y="395"/>
                    <a:pt x="114" y="503"/>
                    <a:pt x="251" y="503"/>
                  </a:cubicBezTo>
                  <a:cubicBezTo>
                    <a:pt x="387" y="503"/>
                    <a:pt x="501" y="395"/>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197;p2"/>
            <p:cNvSpPr/>
            <p:nvPr/>
          </p:nvSpPr>
          <p:spPr>
            <a:xfrm>
              <a:off x="951850" y="4503975"/>
              <a:ext cx="12600" cy="12600"/>
            </a:xfrm>
            <a:custGeom>
              <a:avLst/>
              <a:gdLst/>
              <a:ahLst/>
              <a:cxnLst/>
              <a:rect l="l" t="t" r="r" b="b"/>
              <a:pathLst>
                <a:path w="504" h="504" extrusionOk="0">
                  <a:moveTo>
                    <a:pt x="252" y="1"/>
                  </a:moveTo>
                  <a:cubicBezTo>
                    <a:pt x="116" y="1"/>
                    <a:pt x="1" y="116"/>
                    <a:pt x="1" y="252"/>
                  </a:cubicBezTo>
                  <a:cubicBezTo>
                    <a:pt x="1" y="395"/>
                    <a:pt x="116" y="503"/>
                    <a:pt x="252" y="503"/>
                  </a:cubicBezTo>
                  <a:cubicBezTo>
                    <a:pt x="388" y="503"/>
                    <a:pt x="503" y="395"/>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 name="Google Shape;1198;p2"/>
            <p:cNvSpPr/>
            <p:nvPr/>
          </p:nvSpPr>
          <p:spPr>
            <a:xfrm>
              <a:off x="1043825" y="4503975"/>
              <a:ext cx="12375" cy="12600"/>
            </a:xfrm>
            <a:custGeom>
              <a:avLst/>
              <a:gdLst/>
              <a:ahLst/>
              <a:cxnLst/>
              <a:rect l="l" t="t" r="r" b="b"/>
              <a:pathLst>
                <a:path w="495" h="504" extrusionOk="0">
                  <a:moveTo>
                    <a:pt x="250" y="1"/>
                  </a:moveTo>
                  <a:cubicBezTo>
                    <a:pt x="107" y="1"/>
                    <a:pt x="0" y="116"/>
                    <a:pt x="0" y="252"/>
                  </a:cubicBezTo>
                  <a:cubicBezTo>
                    <a:pt x="0" y="395"/>
                    <a:pt x="107" y="503"/>
                    <a:pt x="250" y="503"/>
                  </a:cubicBezTo>
                  <a:cubicBezTo>
                    <a:pt x="388" y="503"/>
                    <a:pt x="494" y="395"/>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2"/>
            <p:cNvSpPr/>
            <p:nvPr/>
          </p:nvSpPr>
          <p:spPr>
            <a:xfrm>
              <a:off x="1135575" y="4503975"/>
              <a:ext cx="12575" cy="12600"/>
            </a:xfrm>
            <a:custGeom>
              <a:avLst/>
              <a:gdLst/>
              <a:ahLst/>
              <a:cxnLst/>
              <a:rect l="l" t="t" r="r" b="b"/>
              <a:pathLst>
                <a:path w="503" h="504" extrusionOk="0">
                  <a:moveTo>
                    <a:pt x="252" y="1"/>
                  </a:moveTo>
                  <a:cubicBezTo>
                    <a:pt x="116" y="1"/>
                    <a:pt x="0" y="116"/>
                    <a:pt x="0" y="252"/>
                  </a:cubicBezTo>
                  <a:cubicBezTo>
                    <a:pt x="0" y="395"/>
                    <a:pt x="116" y="503"/>
                    <a:pt x="252" y="503"/>
                  </a:cubicBezTo>
                  <a:cubicBezTo>
                    <a:pt x="387" y="503"/>
                    <a:pt x="503" y="395"/>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 name="Google Shape;1200;p2"/>
            <p:cNvSpPr/>
            <p:nvPr/>
          </p:nvSpPr>
          <p:spPr>
            <a:xfrm>
              <a:off x="1227500" y="4503975"/>
              <a:ext cx="12400" cy="12600"/>
            </a:xfrm>
            <a:custGeom>
              <a:avLst/>
              <a:gdLst/>
              <a:ahLst/>
              <a:cxnLst/>
              <a:rect l="l" t="t" r="r" b="b"/>
              <a:pathLst>
                <a:path w="496" h="504" extrusionOk="0">
                  <a:moveTo>
                    <a:pt x="251" y="1"/>
                  </a:moveTo>
                  <a:cubicBezTo>
                    <a:pt x="109" y="1"/>
                    <a:pt x="0" y="116"/>
                    <a:pt x="0" y="252"/>
                  </a:cubicBezTo>
                  <a:cubicBezTo>
                    <a:pt x="0" y="395"/>
                    <a:pt x="109" y="503"/>
                    <a:pt x="251" y="503"/>
                  </a:cubicBezTo>
                  <a:cubicBezTo>
                    <a:pt x="387" y="503"/>
                    <a:pt x="496" y="395"/>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201;p2"/>
            <p:cNvSpPr/>
            <p:nvPr/>
          </p:nvSpPr>
          <p:spPr>
            <a:xfrm>
              <a:off x="1319275" y="4503975"/>
              <a:ext cx="12550" cy="12600"/>
            </a:xfrm>
            <a:custGeom>
              <a:avLst/>
              <a:gdLst/>
              <a:ahLst/>
              <a:cxnLst/>
              <a:rect l="l" t="t" r="r" b="b"/>
              <a:pathLst>
                <a:path w="502" h="504" extrusionOk="0">
                  <a:moveTo>
                    <a:pt x="252" y="1"/>
                  </a:moveTo>
                  <a:cubicBezTo>
                    <a:pt x="114" y="1"/>
                    <a:pt x="1" y="116"/>
                    <a:pt x="1" y="252"/>
                  </a:cubicBezTo>
                  <a:cubicBezTo>
                    <a:pt x="1" y="395"/>
                    <a:pt x="114" y="503"/>
                    <a:pt x="252" y="503"/>
                  </a:cubicBezTo>
                  <a:cubicBezTo>
                    <a:pt x="388" y="503"/>
                    <a:pt x="501" y="395"/>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 name="Google Shape;1202;p2"/>
            <p:cNvSpPr/>
            <p:nvPr/>
          </p:nvSpPr>
          <p:spPr>
            <a:xfrm>
              <a:off x="1411200" y="4503975"/>
              <a:ext cx="12425" cy="12600"/>
            </a:xfrm>
            <a:custGeom>
              <a:avLst/>
              <a:gdLst/>
              <a:ahLst/>
              <a:cxnLst/>
              <a:rect l="l" t="t" r="r" b="b"/>
              <a:pathLst>
                <a:path w="497" h="504" extrusionOk="0">
                  <a:moveTo>
                    <a:pt x="245" y="1"/>
                  </a:moveTo>
                  <a:cubicBezTo>
                    <a:pt x="109" y="1"/>
                    <a:pt x="1" y="116"/>
                    <a:pt x="1" y="252"/>
                  </a:cubicBezTo>
                  <a:cubicBezTo>
                    <a:pt x="1" y="395"/>
                    <a:pt x="109" y="503"/>
                    <a:pt x="245" y="503"/>
                  </a:cubicBezTo>
                  <a:cubicBezTo>
                    <a:pt x="388" y="503"/>
                    <a:pt x="496" y="395"/>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2"/>
            <p:cNvSpPr/>
            <p:nvPr/>
          </p:nvSpPr>
          <p:spPr>
            <a:xfrm>
              <a:off x="1503000" y="4503975"/>
              <a:ext cx="12525" cy="12600"/>
            </a:xfrm>
            <a:custGeom>
              <a:avLst/>
              <a:gdLst/>
              <a:ahLst/>
              <a:cxnLst/>
              <a:rect l="l" t="t" r="r" b="b"/>
              <a:pathLst>
                <a:path w="501" h="504" extrusionOk="0">
                  <a:moveTo>
                    <a:pt x="250" y="1"/>
                  </a:moveTo>
                  <a:cubicBezTo>
                    <a:pt x="114" y="1"/>
                    <a:pt x="0" y="116"/>
                    <a:pt x="0" y="252"/>
                  </a:cubicBezTo>
                  <a:cubicBezTo>
                    <a:pt x="0" y="395"/>
                    <a:pt x="114" y="503"/>
                    <a:pt x="250" y="503"/>
                  </a:cubicBezTo>
                  <a:cubicBezTo>
                    <a:pt x="387" y="503"/>
                    <a:pt x="501" y="395"/>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204;p2"/>
            <p:cNvSpPr/>
            <p:nvPr/>
          </p:nvSpPr>
          <p:spPr>
            <a:xfrm>
              <a:off x="1594750" y="4503975"/>
              <a:ext cx="12575" cy="12600"/>
            </a:xfrm>
            <a:custGeom>
              <a:avLst/>
              <a:gdLst/>
              <a:ahLst/>
              <a:cxnLst/>
              <a:rect l="l" t="t" r="r" b="b"/>
              <a:pathLst>
                <a:path w="503" h="504" extrusionOk="0">
                  <a:moveTo>
                    <a:pt x="251" y="1"/>
                  </a:moveTo>
                  <a:cubicBezTo>
                    <a:pt x="115" y="1"/>
                    <a:pt x="0" y="116"/>
                    <a:pt x="0" y="252"/>
                  </a:cubicBezTo>
                  <a:cubicBezTo>
                    <a:pt x="0" y="395"/>
                    <a:pt x="115" y="503"/>
                    <a:pt x="251" y="503"/>
                  </a:cubicBezTo>
                  <a:cubicBezTo>
                    <a:pt x="394" y="503"/>
                    <a:pt x="503" y="395"/>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 name="Google Shape;1205;p2"/>
            <p:cNvSpPr/>
            <p:nvPr/>
          </p:nvSpPr>
          <p:spPr>
            <a:xfrm>
              <a:off x="1686650" y="4503975"/>
              <a:ext cx="12600" cy="12600"/>
            </a:xfrm>
            <a:custGeom>
              <a:avLst/>
              <a:gdLst/>
              <a:ahLst/>
              <a:cxnLst/>
              <a:rect l="l" t="t" r="r" b="b"/>
              <a:pathLst>
                <a:path w="504" h="504" extrusionOk="0">
                  <a:moveTo>
                    <a:pt x="252" y="1"/>
                  </a:moveTo>
                  <a:cubicBezTo>
                    <a:pt x="116" y="1"/>
                    <a:pt x="1" y="116"/>
                    <a:pt x="1" y="252"/>
                  </a:cubicBezTo>
                  <a:cubicBezTo>
                    <a:pt x="1" y="395"/>
                    <a:pt x="116" y="503"/>
                    <a:pt x="252" y="503"/>
                  </a:cubicBezTo>
                  <a:cubicBezTo>
                    <a:pt x="388" y="503"/>
                    <a:pt x="503" y="395"/>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206;p2"/>
            <p:cNvSpPr/>
            <p:nvPr/>
          </p:nvSpPr>
          <p:spPr>
            <a:xfrm>
              <a:off x="1778450" y="4503975"/>
              <a:ext cx="12550" cy="12600"/>
            </a:xfrm>
            <a:custGeom>
              <a:avLst/>
              <a:gdLst/>
              <a:ahLst/>
              <a:cxnLst/>
              <a:rect l="l" t="t" r="r" b="b"/>
              <a:pathLst>
                <a:path w="502" h="504" extrusionOk="0">
                  <a:moveTo>
                    <a:pt x="252" y="1"/>
                  </a:moveTo>
                  <a:cubicBezTo>
                    <a:pt x="114" y="1"/>
                    <a:pt x="1" y="116"/>
                    <a:pt x="1" y="252"/>
                  </a:cubicBezTo>
                  <a:cubicBezTo>
                    <a:pt x="1" y="395"/>
                    <a:pt x="114" y="503"/>
                    <a:pt x="252" y="503"/>
                  </a:cubicBezTo>
                  <a:cubicBezTo>
                    <a:pt x="388" y="503"/>
                    <a:pt x="501" y="395"/>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 name="Google Shape;1207;p2"/>
            <p:cNvSpPr/>
            <p:nvPr/>
          </p:nvSpPr>
          <p:spPr>
            <a:xfrm>
              <a:off x="1870375" y="4503975"/>
              <a:ext cx="12400" cy="12600"/>
            </a:xfrm>
            <a:custGeom>
              <a:avLst/>
              <a:gdLst/>
              <a:ahLst/>
              <a:cxnLst/>
              <a:rect l="l" t="t" r="r" b="b"/>
              <a:pathLst>
                <a:path w="496" h="504" extrusionOk="0">
                  <a:moveTo>
                    <a:pt x="252" y="1"/>
                  </a:moveTo>
                  <a:cubicBezTo>
                    <a:pt x="109" y="1"/>
                    <a:pt x="0" y="116"/>
                    <a:pt x="0" y="252"/>
                  </a:cubicBezTo>
                  <a:cubicBezTo>
                    <a:pt x="0" y="395"/>
                    <a:pt x="109" y="503"/>
                    <a:pt x="252" y="503"/>
                  </a:cubicBezTo>
                  <a:cubicBezTo>
                    <a:pt x="387" y="503"/>
                    <a:pt x="496" y="395"/>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 name="Google Shape;1208;p2"/>
            <p:cNvSpPr/>
            <p:nvPr/>
          </p:nvSpPr>
          <p:spPr>
            <a:xfrm>
              <a:off x="1962150" y="4503975"/>
              <a:ext cx="12550" cy="12600"/>
            </a:xfrm>
            <a:custGeom>
              <a:avLst/>
              <a:gdLst/>
              <a:ahLst/>
              <a:cxnLst/>
              <a:rect l="l" t="t" r="r" b="b"/>
              <a:pathLst>
                <a:path w="502" h="504" extrusionOk="0">
                  <a:moveTo>
                    <a:pt x="250" y="1"/>
                  </a:moveTo>
                  <a:cubicBezTo>
                    <a:pt x="114" y="1"/>
                    <a:pt x="1" y="116"/>
                    <a:pt x="1" y="252"/>
                  </a:cubicBezTo>
                  <a:cubicBezTo>
                    <a:pt x="1" y="395"/>
                    <a:pt x="114" y="503"/>
                    <a:pt x="250" y="503"/>
                  </a:cubicBezTo>
                  <a:cubicBezTo>
                    <a:pt x="388" y="503"/>
                    <a:pt x="502" y="395"/>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 name="Google Shape;1209;p2"/>
            <p:cNvSpPr/>
            <p:nvPr/>
          </p:nvSpPr>
          <p:spPr>
            <a:xfrm>
              <a:off x="2054075" y="4503975"/>
              <a:ext cx="12425" cy="12600"/>
            </a:xfrm>
            <a:custGeom>
              <a:avLst/>
              <a:gdLst/>
              <a:ahLst/>
              <a:cxnLst/>
              <a:rect l="l" t="t" r="r" b="b"/>
              <a:pathLst>
                <a:path w="497" h="504" extrusionOk="0">
                  <a:moveTo>
                    <a:pt x="252" y="1"/>
                  </a:moveTo>
                  <a:cubicBezTo>
                    <a:pt x="109" y="1"/>
                    <a:pt x="1" y="116"/>
                    <a:pt x="1" y="252"/>
                  </a:cubicBezTo>
                  <a:cubicBezTo>
                    <a:pt x="1" y="395"/>
                    <a:pt x="109" y="503"/>
                    <a:pt x="252" y="503"/>
                  </a:cubicBezTo>
                  <a:cubicBezTo>
                    <a:pt x="388" y="503"/>
                    <a:pt x="496" y="395"/>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 name="Google Shape;1210;p2"/>
            <p:cNvSpPr/>
            <p:nvPr/>
          </p:nvSpPr>
          <p:spPr>
            <a:xfrm>
              <a:off x="2145825" y="4503975"/>
              <a:ext cx="12600" cy="12600"/>
            </a:xfrm>
            <a:custGeom>
              <a:avLst/>
              <a:gdLst/>
              <a:ahLst/>
              <a:cxnLst/>
              <a:rect l="l" t="t" r="r" b="b"/>
              <a:pathLst>
                <a:path w="504" h="504" extrusionOk="0">
                  <a:moveTo>
                    <a:pt x="252" y="1"/>
                  </a:moveTo>
                  <a:cubicBezTo>
                    <a:pt x="116" y="1"/>
                    <a:pt x="1" y="116"/>
                    <a:pt x="1" y="252"/>
                  </a:cubicBezTo>
                  <a:cubicBezTo>
                    <a:pt x="1" y="395"/>
                    <a:pt x="116" y="503"/>
                    <a:pt x="252" y="503"/>
                  </a:cubicBezTo>
                  <a:cubicBezTo>
                    <a:pt x="388" y="503"/>
                    <a:pt x="503" y="395"/>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 name="Google Shape;1211;p2"/>
            <p:cNvSpPr/>
            <p:nvPr/>
          </p:nvSpPr>
          <p:spPr>
            <a:xfrm>
              <a:off x="2237800" y="4503975"/>
              <a:ext cx="12350" cy="12600"/>
            </a:xfrm>
            <a:custGeom>
              <a:avLst/>
              <a:gdLst/>
              <a:ahLst/>
              <a:cxnLst/>
              <a:rect l="l" t="t" r="r" b="b"/>
              <a:pathLst>
                <a:path w="494" h="504" extrusionOk="0">
                  <a:moveTo>
                    <a:pt x="244" y="1"/>
                  </a:moveTo>
                  <a:cubicBezTo>
                    <a:pt x="107" y="1"/>
                    <a:pt x="0" y="116"/>
                    <a:pt x="0" y="252"/>
                  </a:cubicBezTo>
                  <a:cubicBezTo>
                    <a:pt x="0" y="395"/>
                    <a:pt x="107" y="503"/>
                    <a:pt x="244" y="503"/>
                  </a:cubicBezTo>
                  <a:cubicBezTo>
                    <a:pt x="387" y="503"/>
                    <a:pt x="494" y="395"/>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2"/>
            <p:cNvSpPr/>
            <p:nvPr/>
          </p:nvSpPr>
          <p:spPr>
            <a:xfrm>
              <a:off x="2329550" y="4503975"/>
              <a:ext cx="12575" cy="12600"/>
            </a:xfrm>
            <a:custGeom>
              <a:avLst/>
              <a:gdLst/>
              <a:ahLst/>
              <a:cxnLst/>
              <a:rect l="l" t="t" r="r" b="b"/>
              <a:pathLst>
                <a:path w="503" h="504" extrusionOk="0">
                  <a:moveTo>
                    <a:pt x="251" y="1"/>
                  </a:moveTo>
                  <a:cubicBezTo>
                    <a:pt x="115" y="1"/>
                    <a:pt x="0" y="116"/>
                    <a:pt x="0" y="252"/>
                  </a:cubicBezTo>
                  <a:cubicBezTo>
                    <a:pt x="0" y="395"/>
                    <a:pt x="115" y="503"/>
                    <a:pt x="251" y="503"/>
                  </a:cubicBezTo>
                  <a:cubicBezTo>
                    <a:pt x="387" y="503"/>
                    <a:pt x="502" y="395"/>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 name="Google Shape;1213;p2"/>
            <p:cNvSpPr/>
            <p:nvPr/>
          </p:nvSpPr>
          <p:spPr>
            <a:xfrm>
              <a:off x="2421325" y="4503975"/>
              <a:ext cx="12550" cy="12600"/>
            </a:xfrm>
            <a:custGeom>
              <a:avLst/>
              <a:gdLst/>
              <a:ahLst/>
              <a:cxnLst/>
              <a:rect l="l" t="t" r="r" b="b"/>
              <a:pathLst>
                <a:path w="502" h="504" extrusionOk="0">
                  <a:moveTo>
                    <a:pt x="250" y="1"/>
                  </a:moveTo>
                  <a:cubicBezTo>
                    <a:pt x="114" y="1"/>
                    <a:pt x="1" y="116"/>
                    <a:pt x="1" y="252"/>
                  </a:cubicBezTo>
                  <a:cubicBezTo>
                    <a:pt x="1" y="395"/>
                    <a:pt x="114" y="503"/>
                    <a:pt x="250" y="503"/>
                  </a:cubicBezTo>
                  <a:cubicBezTo>
                    <a:pt x="395" y="503"/>
                    <a:pt x="501" y="395"/>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 name="Google Shape;1214;p2"/>
            <p:cNvSpPr/>
            <p:nvPr/>
          </p:nvSpPr>
          <p:spPr>
            <a:xfrm>
              <a:off x="2513250" y="4503975"/>
              <a:ext cx="12575" cy="12600"/>
            </a:xfrm>
            <a:custGeom>
              <a:avLst/>
              <a:gdLst/>
              <a:ahLst/>
              <a:cxnLst/>
              <a:rect l="l" t="t" r="r" b="b"/>
              <a:pathLst>
                <a:path w="503" h="504" extrusionOk="0">
                  <a:moveTo>
                    <a:pt x="252" y="1"/>
                  </a:moveTo>
                  <a:cubicBezTo>
                    <a:pt x="109" y="1"/>
                    <a:pt x="0" y="116"/>
                    <a:pt x="0" y="252"/>
                  </a:cubicBezTo>
                  <a:cubicBezTo>
                    <a:pt x="0" y="395"/>
                    <a:pt x="109" y="503"/>
                    <a:pt x="252" y="503"/>
                  </a:cubicBezTo>
                  <a:cubicBezTo>
                    <a:pt x="388" y="503"/>
                    <a:pt x="503" y="395"/>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 name="Google Shape;1215;p2"/>
            <p:cNvSpPr/>
            <p:nvPr/>
          </p:nvSpPr>
          <p:spPr>
            <a:xfrm>
              <a:off x="2605000" y="4503975"/>
              <a:ext cx="12575" cy="12600"/>
            </a:xfrm>
            <a:custGeom>
              <a:avLst/>
              <a:gdLst/>
              <a:ahLst/>
              <a:cxnLst/>
              <a:rect l="l" t="t" r="r" b="b"/>
              <a:pathLst>
                <a:path w="503" h="504" extrusionOk="0">
                  <a:moveTo>
                    <a:pt x="252" y="1"/>
                  </a:moveTo>
                  <a:cubicBezTo>
                    <a:pt x="116" y="1"/>
                    <a:pt x="0" y="116"/>
                    <a:pt x="0" y="252"/>
                  </a:cubicBezTo>
                  <a:cubicBezTo>
                    <a:pt x="0" y="395"/>
                    <a:pt x="116" y="503"/>
                    <a:pt x="252" y="503"/>
                  </a:cubicBezTo>
                  <a:cubicBezTo>
                    <a:pt x="387" y="503"/>
                    <a:pt x="503" y="395"/>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 name="Google Shape;1216;p2"/>
            <p:cNvSpPr/>
            <p:nvPr/>
          </p:nvSpPr>
          <p:spPr>
            <a:xfrm>
              <a:off x="2696950" y="4503975"/>
              <a:ext cx="12375" cy="12600"/>
            </a:xfrm>
            <a:custGeom>
              <a:avLst/>
              <a:gdLst/>
              <a:ahLst/>
              <a:cxnLst/>
              <a:rect l="l" t="t" r="r" b="b"/>
              <a:pathLst>
                <a:path w="495" h="504" extrusionOk="0">
                  <a:moveTo>
                    <a:pt x="252" y="1"/>
                  </a:moveTo>
                  <a:cubicBezTo>
                    <a:pt x="108" y="1"/>
                    <a:pt x="1" y="116"/>
                    <a:pt x="1" y="252"/>
                  </a:cubicBezTo>
                  <a:cubicBezTo>
                    <a:pt x="1" y="395"/>
                    <a:pt x="108" y="503"/>
                    <a:pt x="252" y="503"/>
                  </a:cubicBezTo>
                  <a:cubicBezTo>
                    <a:pt x="388" y="503"/>
                    <a:pt x="495" y="395"/>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 name="Google Shape;1217;p2"/>
            <p:cNvSpPr/>
            <p:nvPr/>
          </p:nvSpPr>
          <p:spPr>
            <a:xfrm>
              <a:off x="2788700" y="4503975"/>
              <a:ext cx="12600" cy="12600"/>
            </a:xfrm>
            <a:custGeom>
              <a:avLst/>
              <a:gdLst/>
              <a:ahLst/>
              <a:cxnLst/>
              <a:rect l="l" t="t" r="r" b="b"/>
              <a:pathLst>
                <a:path w="504" h="504" extrusionOk="0">
                  <a:moveTo>
                    <a:pt x="252" y="1"/>
                  </a:moveTo>
                  <a:cubicBezTo>
                    <a:pt x="116" y="1"/>
                    <a:pt x="1" y="116"/>
                    <a:pt x="1" y="252"/>
                  </a:cubicBezTo>
                  <a:cubicBezTo>
                    <a:pt x="1" y="395"/>
                    <a:pt x="116" y="503"/>
                    <a:pt x="252" y="503"/>
                  </a:cubicBezTo>
                  <a:cubicBezTo>
                    <a:pt x="388" y="503"/>
                    <a:pt x="503" y="395"/>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 name="Google Shape;1218;p2"/>
            <p:cNvSpPr/>
            <p:nvPr/>
          </p:nvSpPr>
          <p:spPr>
            <a:xfrm>
              <a:off x="2880675" y="4503975"/>
              <a:ext cx="12375" cy="12600"/>
            </a:xfrm>
            <a:custGeom>
              <a:avLst/>
              <a:gdLst/>
              <a:ahLst/>
              <a:cxnLst/>
              <a:rect l="l" t="t" r="r" b="b"/>
              <a:pathLst>
                <a:path w="495" h="504" extrusionOk="0">
                  <a:moveTo>
                    <a:pt x="243" y="1"/>
                  </a:moveTo>
                  <a:cubicBezTo>
                    <a:pt x="107" y="1"/>
                    <a:pt x="0" y="116"/>
                    <a:pt x="0" y="252"/>
                  </a:cubicBezTo>
                  <a:cubicBezTo>
                    <a:pt x="0" y="395"/>
                    <a:pt x="107" y="503"/>
                    <a:pt x="243" y="503"/>
                  </a:cubicBezTo>
                  <a:cubicBezTo>
                    <a:pt x="387" y="503"/>
                    <a:pt x="494" y="395"/>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 name="Google Shape;1219;p2"/>
            <p:cNvSpPr/>
            <p:nvPr/>
          </p:nvSpPr>
          <p:spPr>
            <a:xfrm>
              <a:off x="2972425" y="4503975"/>
              <a:ext cx="12575" cy="12600"/>
            </a:xfrm>
            <a:custGeom>
              <a:avLst/>
              <a:gdLst/>
              <a:ahLst/>
              <a:cxnLst/>
              <a:rect l="l" t="t" r="r" b="b"/>
              <a:pathLst>
                <a:path w="503" h="504" extrusionOk="0">
                  <a:moveTo>
                    <a:pt x="251" y="1"/>
                  </a:moveTo>
                  <a:cubicBezTo>
                    <a:pt x="115" y="1"/>
                    <a:pt x="0" y="116"/>
                    <a:pt x="0" y="252"/>
                  </a:cubicBezTo>
                  <a:cubicBezTo>
                    <a:pt x="0" y="395"/>
                    <a:pt x="115" y="503"/>
                    <a:pt x="251" y="503"/>
                  </a:cubicBezTo>
                  <a:cubicBezTo>
                    <a:pt x="387" y="503"/>
                    <a:pt x="503" y="395"/>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 name="Google Shape;1220;p2"/>
            <p:cNvSpPr/>
            <p:nvPr/>
          </p:nvSpPr>
          <p:spPr>
            <a:xfrm>
              <a:off x="3064375" y="4503975"/>
              <a:ext cx="12375" cy="12600"/>
            </a:xfrm>
            <a:custGeom>
              <a:avLst/>
              <a:gdLst/>
              <a:ahLst/>
              <a:cxnLst/>
              <a:rect l="l" t="t" r="r" b="b"/>
              <a:pathLst>
                <a:path w="495" h="504" extrusionOk="0">
                  <a:moveTo>
                    <a:pt x="243" y="1"/>
                  </a:moveTo>
                  <a:cubicBezTo>
                    <a:pt x="107" y="1"/>
                    <a:pt x="1" y="116"/>
                    <a:pt x="1" y="252"/>
                  </a:cubicBezTo>
                  <a:cubicBezTo>
                    <a:pt x="1" y="395"/>
                    <a:pt x="107" y="503"/>
                    <a:pt x="243" y="503"/>
                  </a:cubicBezTo>
                  <a:cubicBezTo>
                    <a:pt x="388" y="503"/>
                    <a:pt x="495" y="395"/>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2"/>
            <p:cNvSpPr/>
            <p:nvPr/>
          </p:nvSpPr>
          <p:spPr>
            <a:xfrm>
              <a:off x="3156125" y="4503975"/>
              <a:ext cx="12600" cy="12600"/>
            </a:xfrm>
            <a:custGeom>
              <a:avLst/>
              <a:gdLst/>
              <a:ahLst/>
              <a:cxnLst/>
              <a:rect l="l" t="t" r="r" b="b"/>
              <a:pathLst>
                <a:path w="504" h="504" extrusionOk="0">
                  <a:moveTo>
                    <a:pt x="252" y="1"/>
                  </a:moveTo>
                  <a:cubicBezTo>
                    <a:pt x="116" y="1"/>
                    <a:pt x="1" y="116"/>
                    <a:pt x="1" y="252"/>
                  </a:cubicBezTo>
                  <a:cubicBezTo>
                    <a:pt x="1" y="395"/>
                    <a:pt x="116" y="503"/>
                    <a:pt x="252" y="503"/>
                  </a:cubicBezTo>
                  <a:cubicBezTo>
                    <a:pt x="388" y="503"/>
                    <a:pt x="503" y="395"/>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2"/>
            <p:cNvSpPr/>
            <p:nvPr/>
          </p:nvSpPr>
          <p:spPr>
            <a:xfrm>
              <a:off x="3247875" y="4503975"/>
              <a:ext cx="12575" cy="12600"/>
            </a:xfrm>
            <a:custGeom>
              <a:avLst/>
              <a:gdLst/>
              <a:ahLst/>
              <a:cxnLst/>
              <a:rect l="l" t="t" r="r" b="b"/>
              <a:pathLst>
                <a:path w="503" h="504" extrusionOk="0">
                  <a:moveTo>
                    <a:pt x="252" y="1"/>
                  </a:moveTo>
                  <a:cubicBezTo>
                    <a:pt x="116" y="1"/>
                    <a:pt x="1" y="116"/>
                    <a:pt x="1" y="252"/>
                  </a:cubicBezTo>
                  <a:cubicBezTo>
                    <a:pt x="1" y="395"/>
                    <a:pt x="116" y="503"/>
                    <a:pt x="252" y="503"/>
                  </a:cubicBezTo>
                  <a:cubicBezTo>
                    <a:pt x="388" y="503"/>
                    <a:pt x="503" y="395"/>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 name="Google Shape;1223;p2"/>
            <p:cNvSpPr/>
            <p:nvPr/>
          </p:nvSpPr>
          <p:spPr>
            <a:xfrm>
              <a:off x="3339850" y="4503975"/>
              <a:ext cx="12525" cy="12600"/>
            </a:xfrm>
            <a:custGeom>
              <a:avLst/>
              <a:gdLst/>
              <a:ahLst/>
              <a:cxnLst/>
              <a:rect l="l" t="t" r="r" b="b"/>
              <a:pathLst>
                <a:path w="501" h="504" extrusionOk="0">
                  <a:moveTo>
                    <a:pt x="251" y="1"/>
                  </a:moveTo>
                  <a:cubicBezTo>
                    <a:pt x="107" y="1"/>
                    <a:pt x="0" y="116"/>
                    <a:pt x="0" y="252"/>
                  </a:cubicBezTo>
                  <a:cubicBezTo>
                    <a:pt x="0" y="395"/>
                    <a:pt x="107" y="503"/>
                    <a:pt x="251" y="503"/>
                  </a:cubicBezTo>
                  <a:cubicBezTo>
                    <a:pt x="387" y="503"/>
                    <a:pt x="501" y="395"/>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 name="Google Shape;1224;p2"/>
            <p:cNvSpPr/>
            <p:nvPr/>
          </p:nvSpPr>
          <p:spPr>
            <a:xfrm>
              <a:off x="3431575" y="4503975"/>
              <a:ext cx="12600" cy="12600"/>
            </a:xfrm>
            <a:custGeom>
              <a:avLst/>
              <a:gdLst/>
              <a:ahLst/>
              <a:cxnLst/>
              <a:rect l="l" t="t" r="r" b="b"/>
              <a:pathLst>
                <a:path w="504" h="504" extrusionOk="0">
                  <a:moveTo>
                    <a:pt x="252" y="1"/>
                  </a:moveTo>
                  <a:cubicBezTo>
                    <a:pt x="116" y="1"/>
                    <a:pt x="1" y="116"/>
                    <a:pt x="1" y="252"/>
                  </a:cubicBezTo>
                  <a:cubicBezTo>
                    <a:pt x="1" y="395"/>
                    <a:pt x="116" y="503"/>
                    <a:pt x="252" y="503"/>
                  </a:cubicBezTo>
                  <a:cubicBezTo>
                    <a:pt x="388" y="503"/>
                    <a:pt x="503" y="395"/>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2"/>
            <p:cNvSpPr/>
            <p:nvPr/>
          </p:nvSpPr>
          <p:spPr>
            <a:xfrm>
              <a:off x="3523550" y="4503975"/>
              <a:ext cx="12375" cy="12600"/>
            </a:xfrm>
            <a:custGeom>
              <a:avLst/>
              <a:gdLst/>
              <a:ahLst/>
              <a:cxnLst/>
              <a:rect l="l" t="t" r="r" b="b"/>
              <a:pathLst>
                <a:path w="495" h="504" extrusionOk="0">
                  <a:moveTo>
                    <a:pt x="250" y="1"/>
                  </a:moveTo>
                  <a:cubicBezTo>
                    <a:pt x="107" y="1"/>
                    <a:pt x="0" y="116"/>
                    <a:pt x="0" y="252"/>
                  </a:cubicBezTo>
                  <a:cubicBezTo>
                    <a:pt x="0" y="395"/>
                    <a:pt x="107" y="503"/>
                    <a:pt x="250" y="503"/>
                  </a:cubicBezTo>
                  <a:cubicBezTo>
                    <a:pt x="388" y="503"/>
                    <a:pt x="494" y="395"/>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 name="Google Shape;1226;p2"/>
            <p:cNvSpPr/>
            <p:nvPr/>
          </p:nvSpPr>
          <p:spPr>
            <a:xfrm>
              <a:off x="676400" y="4595950"/>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 name="Google Shape;1227;p2"/>
            <p:cNvSpPr/>
            <p:nvPr/>
          </p:nvSpPr>
          <p:spPr>
            <a:xfrm>
              <a:off x="768325" y="4595950"/>
              <a:ext cx="12400" cy="12525"/>
            </a:xfrm>
            <a:custGeom>
              <a:avLst/>
              <a:gdLst/>
              <a:ahLst/>
              <a:cxnLst/>
              <a:rect l="l" t="t" r="r" b="b"/>
              <a:pathLst>
                <a:path w="496" h="501" extrusionOk="0">
                  <a:moveTo>
                    <a:pt x="245" y="0"/>
                  </a:moveTo>
                  <a:cubicBezTo>
                    <a:pt x="109" y="0"/>
                    <a:pt x="0" y="114"/>
                    <a:pt x="0" y="250"/>
                  </a:cubicBezTo>
                  <a:cubicBezTo>
                    <a:pt x="0" y="387"/>
                    <a:pt x="109" y="501"/>
                    <a:pt x="245" y="501"/>
                  </a:cubicBezTo>
                  <a:cubicBezTo>
                    <a:pt x="388" y="501"/>
                    <a:pt x="496" y="387"/>
                    <a:pt x="496" y="250"/>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 name="Google Shape;1228;p2"/>
            <p:cNvSpPr/>
            <p:nvPr/>
          </p:nvSpPr>
          <p:spPr>
            <a:xfrm>
              <a:off x="860125" y="4595950"/>
              <a:ext cx="12525" cy="12525"/>
            </a:xfrm>
            <a:custGeom>
              <a:avLst/>
              <a:gdLst/>
              <a:ahLst/>
              <a:cxnLst/>
              <a:rect l="l" t="t" r="r" b="b"/>
              <a:pathLst>
                <a:path w="501" h="501" extrusionOk="0">
                  <a:moveTo>
                    <a:pt x="251" y="0"/>
                  </a:moveTo>
                  <a:cubicBezTo>
                    <a:pt x="114" y="0"/>
                    <a:pt x="0" y="114"/>
                    <a:pt x="0" y="250"/>
                  </a:cubicBezTo>
                  <a:cubicBezTo>
                    <a:pt x="0" y="387"/>
                    <a:pt x="114" y="501"/>
                    <a:pt x="251" y="501"/>
                  </a:cubicBezTo>
                  <a:cubicBezTo>
                    <a:pt x="387" y="501"/>
                    <a:pt x="501" y="387"/>
                    <a:pt x="501" y="250"/>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2"/>
            <p:cNvSpPr/>
            <p:nvPr/>
          </p:nvSpPr>
          <p:spPr>
            <a:xfrm>
              <a:off x="951850" y="4595950"/>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2"/>
            <p:cNvSpPr/>
            <p:nvPr/>
          </p:nvSpPr>
          <p:spPr>
            <a:xfrm>
              <a:off x="1043825" y="4595950"/>
              <a:ext cx="12375" cy="12525"/>
            </a:xfrm>
            <a:custGeom>
              <a:avLst/>
              <a:gdLst/>
              <a:ahLst/>
              <a:cxnLst/>
              <a:rect l="l" t="t" r="r" b="b"/>
              <a:pathLst>
                <a:path w="495" h="501" extrusionOk="0">
                  <a:moveTo>
                    <a:pt x="250" y="0"/>
                  </a:moveTo>
                  <a:cubicBezTo>
                    <a:pt x="107" y="0"/>
                    <a:pt x="0" y="114"/>
                    <a:pt x="0" y="250"/>
                  </a:cubicBezTo>
                  <a:cubicBezTo>
                    <a:pt x="0" y="387"/>
                    <a:pt x="107" y="501"/>
                    <a:pt x="250" y="501"/>
                  </a:cubicBezTo>
                  <a:cubicBezTo>
                    <a:pt x="388" y="501"/>
                    <a:pt x="494" y="387"/>
                    <a:pt x="494" y="250"/>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 name="Google Shape;1231;p2"/>
            <p:cNvSpPr/>
            <p:nvPr/>
          </p:nvSpPr>
          <p:spPr>
            <a:xfrm>
              <a:off x="1135575" y="4595950"/>
              <a:ext cx="12575" cy="12525"/>
            </a:xfrm>
            <a:custGeom>
              <a:avLst/>
              <a:gdLst/>
              <a:ahLst/>
              <a:cxnLst/>
              <a:rect l="l" t="t" r="r" b="b"/>
              <a:pathLst>
                <a:path w="503" h="501" extrusionOk="0">
                  <a:moveTo>
                    <a:pt x="252" y="0"/>
                  </a:moveTo>
                  <a:cubicBezTo>
                    <a:pt x="116" y="0"/>
                    <a:pt x="0" y="114"/>
                    <a:pt x="0" y="250"/>
                  </a:cubicBezTo>
                  <a:cubicBezTo>
                    <a:pt x="0" y="387"/>
                    <a:pt x="116" y="501"/>
                    <a:pt x="252" y="501"/>
                  </a:cubicBezTo>
                  <a:cubicBezTo>
                    <a:pt x="387" y="501"/>
                    <a:pt x="503" y="387"/>
                    <a:pt x="503" y="250"/>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 name="Google Shape;1232;p2"/>
            <p:cNvSpPr/>
            <p:nvPr/>
          </p:nvSpPr>
          <p:spPr>
            <a:xfrm>
              <a:off x="1227500" y="4595950"/>
              <a:ext cx="12400" cy="12525"/>
            </a:xfrm>
            <a:custGeom>
              <a:avLst/>
              <a:gdLst/>
              <a:ahLst/>
              <a:cxnLst/>
              <a:rect l="l" t="t" r="r" b="b"/>
              <a:pathLst>
                <a:path w="496" h="501" extrusionOk="0">
                  <a:moveTo>
                    <a:pt x="251" y="0"/>
                  </a:moveTo>
                  <a:cubicBezTo>
                    <a:pt x="109" y="0"/>
                    <a:pt x="0" y="114"/>
                    <a:pt x="0" y="250"/>
                  </a:cubicBezTo>
                  <a:cubicBezTo>
                    <a:pt x="0" y="387"/>
                    <a:pt x="109" y="501"/>
                    <a:pt x="251" y="501"/>
                  </a:cubicBezTo>
                  <a:cubicBezTo>
                    <a:pt x="387" y="501"/>
                    <a:pt x="496" y="387"/>
                    <a:pt x="496" y="250"/>
                  </a:cubicBezTo>
                  <a:cubicBezTo>
                    <a:pt x="496"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 name="Google Shape;1233;p2"/>
            <p:cNvSpPr/>
            <p:nvPr/>
          </p:nvSpPr>
          <p:spPr>
            <a:xfrm>
              <a:off x="1319275" y="4595950"/>
              <a:ext cx="12550" cy="12525"/>
            </a:xfrm>
            <a:custGeom>
              <a:avLst/>
              <a:gdLst/>
              <a:ahLst/>
              <a:cxnLst/>
              <a:rect l="l" t="t" r="r" b="b"/>
              <a:pathLst>
                <a:path w="502" h="501" extrusionOk="0">
                  <a:moveTo>
                    <a:pt x="252" y="0"/>
                  </a:moveTo>
                  <a:cubicBezTo>
                    <a:pt x="114" y="0"/>
                    <a:pt x="1" y="114"/>
                    <a:pt x="1" y="250"/>
                  </a:cubicBezTo>
                  <a:cubicBezTo>
                    <a:pt x="1" y="387"/>
                    <a:pt x="114" y="501"/>
                    <a:pt x="252" y="501"/>
                  </a:cubicBezTo>
                  <a:cubicBezTo>
                    <a:pt x="388" y="501"/>
                    <a:pt x="501" y="387"/>
                    <a:pt x="501" y="250"/>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 name="Google Shape;1234;p2"/>
            <p:cNvSpPr/>
            <p:nvPr/>
          </p:nvSpPr>
          <p:spPr>
            <a:xfrm>
              <a:off x="1411200" y="4595950"/>
              <a:ext cx="12425" cy="12525"/>
            </a:xfrm>
            <a:custGeom>
              <a:avLst/>
              <a:gdLst/>
              <a:ahLst/>
              <a:cxnLst/>
              <a:rect l="l" t="t" r="r" b="b"/>
              <a:pathLst>
                <a:path w="497" h="501" extrusionOk="0">
                  <a:moveTo>
                    <a:pt x="245" y="0"/>
                  </a:moveTo>
                  <a:cubicBezTo>
                    <a:pt x="109" y="0"/>
                    <a:pt x="1" y="114"/>
                    <a:pt x="1" y="250"/>
                  </a:cubicBezTo>
                  <a:cubicBezTo>
                    <a:pt x="1" y="387"/>
                    <a:pt x="109" y="501"/>
                    <a:pt x="245" y="501"/>
                  </a:cubicBezTo>
                  <a:cubicBezTo>
                    <a:pt x="388" y="501"/>
                    <a:pt x="496" y="387"/>
                    <a:pt x="496" y="250"/>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2"/>
            <p:cNvSpPr/>
            <p:nvPr/>
          </p:nvSpPr>
          <p:spPr>
            <a:xfrm>
              <a:off x="1503000" y="4595950"/>
              <a:ext cx="12525" cy="12525"/>
            </a:xfrm>
            <a:custGeom>
              <a:avLst/>
              <a:gdLst/>
              <a:ahLst/>
              <a:cxnLst/>
              <a:rect l="l" t="t" r="r" b="b"/>
              <a:pathLst>
                <a:path w="501" h="501" extrusionOk="0">
                  <a:moveTo>
                    <a:pt x="250" y="0"/>
                  </a:moveTo>
                  <a:cubicBezTo>
                    <a:pt x="114" y="0"/>
                    <a:pt x="0" y="114"/>
                    <a:pt x="0" y="250"/>
                  </a:cubicBezTo>
                  <a:cubicBezTo>
                    <a:pt x="0" y="387"/>
                    <a:pt x="114" y="501"/>
                    <a:pt x="250" y="501"/>
                  </a:cubicBezTo>
                  <a:cubicBezTo>
                    <a:pt x="387" y="501"/>
                    <a:pt x="501" y="387"/>
                    <a:pt x="501" y="250"/>
                  </a:cubicBezTo>
                  <a:cubicBezTo>
                    <a:pt x="501" y="114"/>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2"/>
            <p:cNvSpPr/>
            <p:nvPr/>
          </p:nvSpPr>
          <p:spPr>
            <a:xfrm>
              <a:off x="1594750" y="4595950"/>
              <a:ext cx="12575" cy="12525"/>
            </a:xfrm>
            <a:custGeom>
              <a:avLst/>
              <a:gdLst/>
              <a:ahLst/>
              <a:cxnLst/>
              <a:rect l="l" t="t" r="r" b="b"/>
              <a:pathLst>
                <a:path w="503" h="501" extrusionOk="0">
                  <a:moveTo>
                    <a:pt x="251" y="0"/>
                  </a:moveTo>
                  <a:cubicBezTo>
                    <a:pt x="115" y="0"/>
                    <a:pt x="0" y="114"/>
                    <a:pt x="0" y="250"/>
                  </a:cubicBezTo>
                  <a:cubicBezTo>
                    <a:pt x="0" y="387"/>
                    <a:pt x="115" y="501"/>
                    <a:pt x="251" y="501"/>
                  </a:cubicBezTo>
                  <a:cubicBezTo>
                    <a:pt x="394" y="501"/>
                    <a:pt x="503" y="387"/>
                    <a:pt x="503" y="250"/>
                  </a:cubicBezTo>
                  <a:cubicBezTo>
                    <a:pt x="503" y="114"/>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2"/>
            <p:cNvSpPr/>
            <p:nvPr/>
          </p:nvSpPr>
          <p:spPr>
            <a:xfrm>
              <a:off x="1686650" y="4595950"/>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2"/>
            <p:cNvSpPr/>
            <p:nvPr/>
          </p:nvSpPr>
          <p:spPr>
            <a:xfrm>
              <a:off x="1778450" y="4595950"/>
              <a:ext cx="12550" cy="12525"/>
            </a:xfrm>
            <a:custGeom>
              <a:avLst/>
              <a:gdLst/>
              <a:ahLst/>
              <a:cxnLst/>
              <a:rect l="l" t="t" r="r" b="b"/>
              <a:pathLst>
                <a:path w="502" h="501" extrusionOk="0">
                  <a:moveTo>
                    <a:pt x="252" y="0"/>
                  </a:moveTo>
                  <a:cubicBezTo>
                    <a:pt x="114" y="0"/>
                    <a:pt x="1" y="114"/>
                    <a:pt x="1" y="250"/>
                  </a:cubicBezTo>
                  <a:cubicBezTo>
                    <a:pt x="1" y="387"/>
                    <a:pt x="114" y="501"/>
                    <a:pt x="252" y="501"/>
                  </a:cubicBezTo>
                  <a:cubicBezTo>
                    <a:pt x="388" y="501"/>
                    <a:pt x="501" y="387"/>
                    <a:pt x="501" y="250"/>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2"/>
            <p:cNvSpPr/>
            <p:nvPr/>
          </p:nvSpPr>
          <p:spPr>
            <a:xfrm>
              <a:off x="1870375" y="4595950"/>
              <a:ext cx="12400" cy="12525"/>
            </a:xfrm>
            <a:custGeom>
              <a:avLst/>
              <a:gdLst/>
              <a:ahLst/>
              <a:cxnLst/>
              <a:rect l="l" t="t" r="r" b="b"/>
              <a:pathLst>
                <a:path w="496" h="501" extrusionOk="0">
                  <a:moveTo>
                    <a:pt x="252" y="0"/>
                  </a:moveTo>
                  <a:cubicBezTo>
                    <a:pt x="109" y="0"/>
                    <a:pt x="0" y="114"/>
                    <a:pt x="0" y="250"/>
                  </a:cubicBezTo>
                  <a:cubicBezTo>
                    <a:pt x="0" y="387"/>
                    <a:pt x="109" y="501"/>
                    <a:pt x="252" y="501"/>
                  </a:cubicBezTo>
                  <a:cubicBezTo>
                    <a:pt x="387" y="501"/>
                    <a:pt x="496" y="387"/>
                    <a:pt x="496" y="250"/>
                  </a:cubicBezTo>
                  <a:cubicBezTo>
                    <a:pt x="496"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2"/>
            <p:cNvSpPr/>
            <p:nvPr/>
          </p:nvSpPr>
          <p:spPr>
            <a:xfrm>
              <a:off x="1962150" y="4595950"/>
              <a:ext cx="12550" cy="12525"/>
            </a:xfrm>
            <a:custGeom>
              <a:avLst/>
              <a:gdLst/>
              <a:ahLst/>
              <a:cxnLst/>
              <a:rect l="l" t="t" r="r" b="b"/>
              <a:pathLst>
                <a:path w="502" h="501" extrusionOk="0">
                  <a:moveTo>
                    <a:pt x="250" y="0"/>
                  </a:moveTo>
                  <a:cubicBezTo>
                    <a:pt x="114" y="0"/>
                    <a:pt x="1" y="114"/>
                    <a:pt x="1" y="250"/>
                  </a:cubicBezTo>
                  <a:cubicBezTo>
                    <a:pt x="1" y="387"/>
                    <a:pt x="114" y="501"/>
                    <a:pt x="250" y="501"/>
                  </a:cubicBezTo>
                  <a:cubicBezTo>
                    <a:pt x="388" y="501"/>
                    <a:pt x="502" y="387"/>
                    <a:pt x="502" y="250"/>
                  </a:cubicBezTo>
                  <a:cubicBezTo>
                    <a:pt x="502"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2"/>
            <p:cNvSpPr/>
            <p:nvPr/>
          </p:nvSpPr>
          <p:spPr>
            <a:xfrm>
              <a:off x="2054075" y="4595950"/>
              <a:ext cx="12425" cy="12525"/>
            </a:xfrm>
            <a:custGeom>
              <a:avLst/>
              <a:gdLst/>
              <a:ahLst/>
              <a:cxnLst/>
              <a:rect l="l" t="t" r="r" b="b"/>
              <a:pathLst>
                <a:path w="497" h="501" extrusionOk="0">
                  <a:moveTo>
                    <a:pt x="252" y="0"/>
                  </a:moveTo>
                  <a:cubicBezTo>
                    <a:pt x="109" y="0"/>
                    <a:pt x="1" y="114"/>
                    <a:pt x="1" y="250"/>
                  </a:cubicBezTo>
                  <a:cubicBezTo>
                    <a:pt x="1" y="387"/>
                    <a:pt x="109" y="501"/>
                    <a:pt x="252" y="501"/>
                  </a:cubicBezTo>
                  <a:cubicBezTo>
                    <a:pt x="388" y="501"/>
                    <a:pt x="496" y="387"/>
                    <a:pt x="496" y="250"/>
                  </a:cubicBezTo>
                  <a:cubicBezTo>
                    <a:pt x="496"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242;p2"/>
            <p:cNvSpPr/>
            <p:nvPr/>
          </p:nvSpPr>
          <p:spPr>
            <a:xfrm>
              <a:off x="2145825" y="4595950"/>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2"/>
            <p:cNvSpPr/>
            <p:nvPr/>
          </p:nvSpPr>
          <p:spPr>
            <a:xfrm>
              <a:off x="2237800" y="4595950"/>
              <a:ext cx="12350" cy="12525"/>
            </a:xfrm>
            <a:custGeom>
              <a:avLst/>
              <a:gdLst/>
              <a:ahLst/>
              <a:cxnLst/>
              <a:rect l="l" t="t" r="r" b="b"/>
              <a:pathLst>
                <a:path w="494" h="501" extrusionOk="0">
                  <a:moveTo>
                    <a:pt x="244" y="0"/>
                  </a:moveTo>
                  <a:cubicBezTo>
                    <a:pt x="107" y="0"/>
                    <a:pt x="0" y="114"/>
                    <a:pt x="0" y="250"/>
                  </a:cubicBezTo>
                  <a:cubicBezTo>
                    <a:pt x="0" y="387"/>
                    <a:pt x="107" y="501"/>
                    <a:pt x="244" y="501"/>
                  </a:cubicBezTo>
                  <a:cubicBezTo>
                    <a:pt x="387" y="501"/>
                    <a:pt x="494" y="387"/>
                    <a:pt x="494" y="250"/>
                  </a:cubicBezTo>
                  <a:cubicBezTo>
                    <a:pt x="494" y="114"/>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2"/>
            <p:cNvSpPr/>
            <p:nvPr/>
          </p:nvSpPr>
          <p:spPr>
            <a:xfrm>
              <a:off x="2329550" y="4595950"/>
              <a:ext cx="12575" cy="12525"/>
            </a:xfrm>
            <a:custGeom>
              <a:avLst/>
              <a:gdLst/>
              <a:ahLst/>
              <a:cxnLst/>
              <a:rect l="l" t="t" r="r" b="b"/>
              <a:pathLst>
                <a:path w="503" h="501" extrusionOk="0">
                  <a:moveTo>
                    <a:pt x="251" y="0"/>
                  </a:moveTo>
                  <a:cubicBezTo>
                    <a:pt x="115" y="0"/>
                    <a:pt x="0" y="114"/>
                    <a:pt x="0" y="250"/>
                  </a:cubicBezTo>
                  <a:cubicBezTo>
                    <a:pt x="0" y="387"/>
                    <a:pt x="115" y="501"/>
                    <a:pt x="251" y="501"/>
                  </a:cubicBezTo>
                  <a:cubicBezTo>
                    <a:pt x="387" y="501"/>
                    <a:pt x="502" y="387"/>
                    <a:pt x="502" y="250"/>
                  </a:cubicBezTo>
                  <a:cubicBezTo>
                    <a:pt x="502"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2"/>
            <p:cNvSpPr/>
            <p:nvPr/>
          </p:nvSpPr>
          <p:spPr>
            <a:xfrm>
              <a:off x="2421325" y="4595950"/>
              <a:ext cx="12550" cy="12525"/>
            </a:xfrm>
            <a:custGeom>
              <a:avLst/>
              <a:gdLst/>
              <a:ahLst/>
              <a:cxnLst/>
              <a:rect l="l" t="t" r="r" b="b"/>
              <a:pathLst>
                <a:path w="502" h="501" extrusionOk="0">
                  <a:moveTo>
                    <a:pt x="250" y="0"/>
                  </a:moveTo>
                  <a:cubicBezTo>
                    <a:pt x="114" y="0"/>
                    <a:pt x="1" y="114"/>
                    <a:pt x="1" y="250"/>
                  </a:cubicBezTo>
                  <a:cubicBezTo>
                    <a:pt x="1" y="387"/>
                    <a:pt x="114" y="501"/>
                    <a:pt x="250" y="501"/>
                  </a:cubicBezTo>
                  <a:cubicBezTo>
                    <a:pt x="395" y="501"/>
                    <a:pt x="501" y="387"/>
                    <a:pt x="501" y="250"/>
                  </a:cubicBezTo>
                  <a:cubicBezTo>
                    <a:pt x="501" y="114"/>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2"/>
            <p:cNvSpPr/>
            <p:nvPr/>
          </p:nvSpPr>
          <p:spPr>
            <a:xfrm>
              <a:off x="2513250" y="4595950"/>
              <a:ext cx="12575" cy="12525"/>
            </a:xfrm>
            <a:custGeom>
              <a:avLst/>
              <a:gdLst/>
              <a:ahLst/>
              <a:cxnLst/>
              <a:rect l="l" t="t" r="r" b="b"/>
              <a:pathLst>
                <a:path w="503" h="501" extrusionOk="0">
                  <a:moveTo>
                    <a:pt x="252" y="0"/>
                  </a:moveTo>
                  <a:cubicBezTo>
                    <a:pt x="109" y="0"/>
                    <a:pt x="0" y="114"/>
                    <a:pt x="0" y="250"/>
                  </a:cubicBezTo>
                  <a:cubicBezTo>
                    <a:pt x="0" y="387"/>
                    <a:pt x="109"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2"/>
            <p:cNvSpPr/>
            <p:nvPr/>
          </p:nvSpPr>
          <p:spPr>
            <a:xfrm>
              <a:off x="2605000" y="4595950"/>
              <a:ext cx="12575" cy="12525"/>
            </a:xfrm>
            <a:custGeom>
              <a:avLst/>
              <a:gdLst/>
              <a:ahLst/>
              <a:cxnLst/>
              <a:rect l="l" t="t" r="r" b="b"/>
              <a:pathLst>
                <a:path w="503" h="501" extrusionOk="0">
                  <a:moveTo>
                    <a:pt x="252" y="0"/>
                  </a:moveTo>
                  <a:cubicBezTo>
                    <a:pt x="116" y="0"/>
                    <a:pt x="0" y="114"/>
                    <a:pt x="0" y="250"/>
                  </a:cubicBezTo>
                  <a:cubicBezTo>
                    <a:pt x="0" y="387"/>
                    <a:pt x="116" y="501"/>
                    <a:pt x="252" y="501"/>
                  </a:cubicBezTo>
                  <a:cubicBezTo>
                    <a:pt x="387" y="501"/>
                    <a:pt x="503" y="387"/>
                    <a:pt x="503" y="250"/>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2"/>
            <p:cNvSpPr/>
            <p:nvPr/>
          </p:nvSpPr>
          <p:spPr>
            <a:xfrm>
              <a:off x="2696950" y="4595950"/>
              <a:ext cx="12375" cy="12525"/>
            </a:xfrm>
            <a:custGeom>
              <a:avLst/>
              <a:gdLst/>
              <a:ahLst/>
              <a:cxnLst/>
              <a:rect l="l" t="t" r="r" b="b"/>
              <a:pathLst>
                <a:path w="495" h="501" extrusionOk="0">
                  <a:moveTo>
                    <a:pt x="252" y="0"/>
                  </a:moveTo>
                  <a:cubicBezTo>
                    <a:pt x="108" y="0"/>
                    <a:pt x="1" y="114"/>
                    <a:pt x="1" y="250"/>
                  </a:cubicBezTo>
                  <a:cubicBezTo>
                    <a:pt x="1" y="387"/>
                    <a:pt x="108" y="501"/>
                    <a:pt x="252" y="501"/>
                  </a:cubicBezTo>
                  <a:cubicBezTo>
                    <a:pt x="388" y="501"/>
                    <a:pt x="495" y="387"/>
                    <a:pt x="495" y="250"/>
                  </a:cubicBezTo>
                  <a:cubicBezTo>
                    <a:pt x="495"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 name="Google Shape;1249;p2"/>
            <p:cNvSpPr/>
            <p:nvPr/>
          </p:nvSpPr>
          <p:spPr>
            <a:xfrm>
              <a:off x="2788700" y="4595950"/>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 name="Google Shape;1250;p2"/>
            <p:cNvSpPr/>
            <p:nvPr/>
          </p:nvSpPr>
          <p:spPr>
            <a:xfrm>
              <a:off x="2880675" y="4595950"/>
              <a:ext cx="12375" cy="12525"/>
            </a:xfrm>
            <a:custGeom>
              <a:avLst/>
              <a:gdLst/>
              <a:ahLst/>
              <a:cxnLst/>
              <a:rect l="l" t="t" r="r" b="b"/>
              <a:pathLst>
                <a:path w="495" h="501" extrusionOk="0">
                  <a:moveTo>
                    <a:pt x="243" y="0"/>
                  </a:moveTo>
                  <a:cubicBezTo>
                    <a:pt x="107" y="0"/>
                    <a:pt x="0" y="114"/>
                    <a:pt x="0" y="250"/>
                  </a:cubicBezTo>
                  <a:cubicBezTo>
                    <a:pt x="0" y="387"/>
                    <a:pt x="107" y="501"/>
                    <a:pt x="243" y="501"/>
                  </a:cubicBezTo>
                  <a:cubicBezTo>
                    <a:pt x="387" y="501"/>
                    <a:pt x="494" y="387"/>
                    <a:pt x="494" y="250"/>
                  </a:cubicBezTo>
                  <a:cubicBezTo>
                    <a:pt x="494" y="114"/>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 name="Google Shape;1251;p2"/>
            <p:cNvSpPr/>
            <p:nvPr/>
          </p:nvSpPr>
          <p:spPr>
            <a:xfrm>
              <a:off x="2972425" y="4595950"/>
              <a:ext cx="12575" cy="12525"/>
            </a:xfrm>
            <a:custGeom>
              <a:avLst/>
              <a:gdLst/>
              <a:ahLst/>
              <a:cxnLst/>
              <a:rect l="l" t="t" r="r" b="b"/>
              <a:pathLst>
                <a:path w="503" h="501" extrusionOk="0">
                  <a:moveTo>
                    <a:pt x="251" y="0"/>
                  </a:moveTo>
                  <a:cubicBezTo>
                    <a:pt x="115" y="0"/>
                    <a:pt x="0" y="114"/>
                    <a:pt x="0" y="250"/>
                  </a:cubicBezTo>
                  <a:cubicBezTo>
                    <a:pt x="0" y="387"/>
                    <a:pt x="115" y="501"/>
                    <a:pt x="251" y="501"/>
                  </a:cubicBezTo>
                  <a:cubicBezTo>
                    <a:pt x="387" y="501"/>
                    <a:pt x="503" y="387"/>
                    <a:pt x="503" y="250"/>
                  </a:cubicBezTo>
                  <a:cubicBezTo>
                    <a:pt x="503"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 name="Google Shape;1252;p2"/>
            <p:cNvSpPr/>
            <p:nvPr/>
          </p:nvSpPr>
          <p:spPr>
            <a:xfrm>
              <a:off x="3064375" y="4595950"/>
              <a:ext cx="12375" cy="12525"/>
            </a:xfrm>
            <a:custGeom>
              <a:avLst/>
              <a:gdLst/>
              <a:ahLst/>
              <a:cxnLst/>
              <a:rect l="l" t="t" r="r" b="b"/>
              <a:pathLst>
                <a:path w="495" h="501" extrusionOk="0">
                  <a:moveTo>
                    <a:pt x="243" y="0"/>
                  </a:moveTo>
                  <a:cubicBezTo>
                    <a:pt x="107" y="0"/>
                    <a:pt x="1" y="114"/>
                    <a:pt x="1" y="250"/>
                  </a:cubicBezTo>
                  <a:cubicBezTo>
                    <a:pt x="1" y="387"/>
                    <a:pt x="107" y="501"/>
                    <a:pt x="243" y="501"/>
                  </a:cubicBezTo>
                  <a:cubicBezTo>
                    <a:pt x="388" y="501"/>
                    <a:pt x="495" y="387"/>
                    <a:pt x="495" y="250"/>
                  </a:cubicBezTo>
                  <a:cubicBezTo>
                    <a:pt x="495" y="114"/>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 name="Google Shape;1253;p2"/>
            <p:cNvSpPr/>
            <p:nvPr/>
          </p:nvSpPr>
          <p:spPr>
            <a:xfrm>
              <a:off x="3156125" y="4595950"/>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 name="Google Shape;1254;p2"/>
            <p:cNvSpPr/>
            <p:nvPr/>
          </p:nvSpPr>
          <p:spPr>
            <a:xfrm>
              <a:off x="3247875" y="4595950"/>
              <a:ext cx="12575" cy="12525"/>
            </a:xfrm>
            <a:custGeom>
              <a:avLst/>
              <a:gdLst/>
              <a:ahLst/>
              <a:cxnLst/>
              <a:rect l="l" t="t" r="r" b="b"/>
              <a:pathLst>
                <a:path w="503"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 name="Google Shape;1255;p2"/>
            <p:cNvSpPr/>
            <p:nvPr/>
          </p:nvSpPr>
          <p:spPr>
            <a:xfrm>
              <a:off x="3339850" y="4595950"/>
              <a:ext cx="12525" cy="12525"/>
            </a:xfrm>
            <a:custGeom>
              <a:avLst/>
              <a:gdLst/>
              <a:ahLst/>
              <a:cxnLst/>
              <a:rect l="l" t="t" r="r" b="b"/>
              <a:pathLst>
                <a:path w="501" h="501" extrusionOk="0">
                  <a:moveTo>
                    <a:pt x="251" y="0"/>
                  </a:moveTo>
                  <a:cubicBezTo>
                    <a:pt x="107" y="0"/>
                    <a:pt x="0" y="114"/>
                    <a:pt x="0" y="250"/>
                  </a:cubicBezTo>
                  <a:cubicBezTo>
                    <a:pt x="0" y="387"/>
                    <a:pt x="107" y="501"/>
                    <a:pt x="251" y="501"/>
                  </a:cubicBezTo>
                  <a:cubicBezTo>
                    <a:pt x="387" y="501"/>
                    <a:pt x="501" y="387"/>
                    <a:pt x="501" y="250"/>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 name="Google Shape;1256;p2"/>
            <p:cNvSpPr/>
            <p:nvPr/>
          </p:nvSpPr>
          <p:spPr>
            <a:xfrm>
              <a:off x="3431575" y="4595950"/>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 name="Google Shape;1257;p2"/>
            <p:cNvSpPr/>
            <p:nvPr/>
          </p:nvSpPr>
          <p:spPr>
            <a:xfrm>
              <a:off x="3523550" y="4595950"/>
              <a:ext cx="12375" cy="12525"/>
            </a:xfrm>
            <a:custGeom>
              <a:avLst/>
              <a:gdLst/>
              <a:ahLst/>
              <a:cxnLst/>
              <a:rect l="l" t="t" r="r" b="b"/>
              <a:pathLst>
                <a:path w="495" h="501" extrusionOk="0">
                  <a:moveTo>
                    <a:pt x="250" y="0"/>
                  </a:moveTo>
                  <a:cubicBezTo>
                    <a:pt x="107" y="0"/>
                    <a:pt x="0" y="114"/>
                    <a:pt x="0" y="250"/>
                  </a:cubicBezTo>
                  <a:cubicBezTo>
                    <a:pt x="0" y="387"/>
                    <a:pt x="107" y="501"/>
                    <a:pt x="250" y="501"/>
                  </a:cubicBezTo>
                  <a:cubicBezTo>
                    <a:pt x="388" y="501"/>
                    <a:pt x="494" y="387"/>
                    <a:pt x="494" y="250"/>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 name="Google Shape;1258;p2"/>
            <p:cNvSpPr/>
            <p:nvPr/>
          </p:nvSpPr>
          <p:spPr>
            <a:xfrm>
              <a:off x="676400" y="46877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2"/>
            <p:cNvSpPr/>
            <p:nvPr/>
          </p:nvSpPr>
          <p:spPr>
            <a:xfrm>
              <a:off x="768325" y="4687700"/>
              <a:ext cx="12400" cy="12575"/>
            </a:xfrm>
            <a:custGeom>
              <a:avLst/>
              <a:gdLst/>
              <a:ahLst/>
              <a:cxnLst/>
              <a:rect l="l" t="t" r="r" b="b"/>
              <a:pathLst>
                <a:path w="496" h="503" extrusionOk="0">
                  <a:moveTo>
                    <a:pt x="245" y="0"/>
                  </a:moveTo>
                  <a:cubicBezTo>
                    <a:pt x="109" y="0"/>
                    <a:pt x="0" y="115"/>
                    <a:pt x="0" y="251"/>
                  </a:cubicBezTo>
                  <a:cubicBezTo>
                    <a:pt x="0" y="387"/>
                    <a:pt x="109" y="503"/>
                    <a:pt x="245" y="503"/>
                  </a:cubicBezTo>
                  <a:cubicBezTo>
                    <a:pt x="388" y="503"/>
                    <a:pt x="496" y="387"/>
                    <a:pt x="496" y="251"/>
                  </a:cubicBezTo>
                  <a:cubicBezTo>
                    <a:pt x="496" y="115"/>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 name="Google Shape;1260;p2"/>
            <p:cNvSpPr/>
            <p:nvPr/>
          </p:nvSpPr>
          <p:spPr>
            <a:xfrm>
              <a:off x="860125" y="4687700"/>
              <a:ext cx="12525" cy="12575"/>
            </a:xfrm>
            <a:custGeom>
              <a:avLst/>
              <a:gdLst/>
              <a:ahLst/>
              <a:cxnLst/>
              <a:rect l="l" t="t" r="r" b="b"/>
              <a:pathLst>
                <a:path w="501" h="503" extrusionOk="0">
                  <a:moveTo>
                    <a:pt x="251" y="0"/>
                  </a:moveTo>
                  <a:cubicBezTo>
                    <a:pt x="114" y="0"/>
                    <a:pt x="0" y="115"/>
                    <a:pt x="0" y="251"/>
                  </a:cubicBezTo>
                  <a:cubicBezTo>
                    <a:pt x="0" y="387"/>
                    <a:pt x="114" y="503"/>
                    <a:pt x="251" y="503"/>
                  </a:cubicBezTo>
                  <a:cubicBezTo>
                    <a:pt x="387" y="503"/>
                    <a:pt x="501" y="387"/>
                    <a:pt x="501" y="251"/>
                  </a:cubicBezTo>
                  <a:cubicBezTo>
                    <a:pt x="501"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 name="Google Shape;1261;p2"/>
            <p:cNvSpPr/>
            <p:nvPr/>
          </p:nvSpPr>
          <p:spPr>
            <a:xfrm>
              <a:off x="951850" y="46877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 name="Google Shape;1262;p2"/>
            <p:cNvSpPr/>
            <p:nvPr/>
          </p:nvSpPr>
          <p:spPr>
            <a:xfrm>
              <a:off x="1043825" y="4687700"/>
              <a:ext cx="12375" cy="12575"/>
            </a:xfrm>
            <a:custGeom>
              <a:avLst/>
              <a:gdLst/>
              <a:ahLst/>
              <a:cxnLst/>
              <a:rect l="l" t="t" r="r" b="b"/>
              <a:pathLst>
                <a:path w="495" h="503" extrusionOk="0">
                  <a:moveTo>
                    <a:pt x="250" y="0"/>
                  </a:moveTo>
                  <a:cubicBezTo>
                    <a:pt x="107" y="0"/>
                    <a:pt x="0" y="115"/>
                    <a:pt x="0" y="251"/>
                  </a:cubicBezTo>
                  <a:cubicBezTo>
                    <a:pt x="0" y="387"/>
                    <a:pt x="107" y="503"/>
                    <a:pt x="250" y="503"/>
                  </a:cubicBezTo>
                  <a:cubicBezTo>
                    <a:pt x="388" y="503"/>
                    <a:pt x="494" y="387"/>
                    <a:pt x="494" y="251"/>
                  </a:cubicBezTo>
                  <a:cubicBezTo>
                    <a:pt x="494" y="115"/>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 name="Google Shape;1263;p2"/>
            <p:cNvSpPr/>
            <p:nvPr/>
          </p:nvSpPr>
          <p:spPr>
            <a:xfrm>
              <a:off x="1135575" y="4687700"/>
              <a:ext cx="12575" cy="12575"/>
            </a:xfrm>
            <a:custGeom>
              <a:avLst/>
              <a:gdLst/>
              <a:ahLst/>
              <a:cxnLst/>
              <a:rect l="l" t="t" r="r" b="b"/>
              <a:pathLst>
                <a:path w="503" h="503" extrusionOk="0">
                  <a:moveTo>
                    <a:pt x="252" y="0"/>
                  </a:moveTo>
                  <a:cubicBezTo>
                    <a:pt x="116" y="0"/>
                    <a:pt x="0" y="115"/>
                    <a:pt x="0" y="251"/>
                  </a:cubicBezTo>
                  <a:cubicBezTo>
                    <a:pt x="0" y="387"/>
                    <a:pt x="116" y="503"/>
                    <a:pt x="252" y="503"/>
                  </a:cubicBezTo>
                  <a:cubicBezTo>
                    <a:pt x="387" y="503"/>
                    <a:pt x="503" y="387"/>
                    <a:pt x="503" y="251"/>
                  </a:cubicBezTo>
                  <a:cubicBezTo>
                    <a:pt x="503" y="115"/>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 name="Google Shape;1264;p2"/>
            <p:cNvSpPr/>
            <p:nvPr/>
          </p:nvSpPr>
          <p:spPr>
            <a:xfrm>
              <a:off x="1227500" y="4687700"/>
              <a:ext cx="12400" cy="12575"/>
            </a:xfrm>
            <a:custGeom>
              <a:avLst/>
              <a:gdLst/>
              <a:ahLst/>
              <a:cxnLst/>
              <a:rect l="l" t="t" r="r" b="b"/>
              <a:pathLst>
                <a:path w="496" h="503" extrusionOk="0">
                  <a:moveTo>
                    <a:pt x="251" y="0"/>
                  </a:moveTo>
                  <a:cubicBezTo>
                    <a:pt x="109" y="0"/>
                    <a:pt x="0" y="115"/>
                    <a:pt x="0" y="251"/>
                  </a:cubicBezTo>
                  <a:cubicBezTo>
                    <a:pt x="0" y="387"/>
                    <a:pt x="109" y="503"/>
                    <a:pt x="251" y="503"/>
                  </a:cubicBezTo>
                  <a:cubicBezTo>
                    <a:pt x="387" y="503"/>
                    <a:pt x="496" y="387"/>
                    <a:pt x="496" y="251"/>
                  </a:cubicBezTo>
                  <a:cubicBezTo>
                    <a:pt x="496"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 name="Google Shape;1265;p2"/>
            <p:cNvSpPr/>
            <p:nvPr/>
          </p:nvSpPr>
          <p:spPr>
            <a:xfrm>
              <a:off x="1319275" y="4687700"/>
              <a:ext cx="12550" cy="12575"/>
            </a:xfrm>
            <a:custGeom>
              <a:avLst/>
              <a:gdLst/>
              <a:ahLst/>
              <a:cxnLst/>
              <a:rect l="l" t="t" r="r" b="b"/>
              <a:pathLst>
                <a:path w="502" h="503" extrusionOk="0">
                  <a:moveTo>
                    <a:pt x="252" y="0"/>
                  </a:moveTo>
                  <a:cubicBezTo>
                    <a:pt x="114" y="0"/>
                    <a:pt x="1" y="115"/>
                    <a:pt x="1" y="251"/>
                  </a:cubicBezTo>
                  <a:cubicBezTo>
                    <a:pt x="1" y="387"/>
                    <a:pt x="114" y="503"/>
                    <a:pt x="252" y="503"/>
                  </a:cubicBezTo>
                  <a:cubicBezTo>
                    <a:pt x="388" y="503"/>
                    <a:pt x="501" y="387"/>
                    <a:pt x="501" y="251"/>
                  </a:cubicBezTo>
                  <a:cubicBezTo>
                    <a:pt x="501"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266;p2"/>
            <p:cNvSpPr/>
            <p:nvPr/>
          </p:nvSpPr>
          <p:spPr>
            <a:xfrm>
              <a:off x="1411200" y="4687700"/>
              <a:ext cx="12425" cy="12575"/>
            </a:xfrm>
            <a:custGeom>
              <a:avLst/>
              <a:gdLst/>
              <a:ahLst/>
              <a:cxnLst/>
              <a:rect l="l" t="t" r="r" b="b"/>
              <a:pathLst>
                <a:path w="497" h="503" extrusionOk="0">
                  <a:moveTo>
                    <a:pt x="245" y="0"/>
                  </a:moveTo>
                  <a:cubicBezTo>
                    <a:pt x="109" y="0"/>
                    <a:pt x="1" y="115"/>
                    <a:pt x="1" y="251"/>
                  </a:cubicBezTo>
                  <a:cubicBezTo>
                    <a:pt x="1" y="387"/>
                    <a:pt x="109" y="503"/>
                    <a:pt x="245" y="503"/>
                  </a:cubicBezTo>
                  <a:cubicBezTo>
                    <a:pt x="388" y="503"/>
                    <a:pt x="496" y="387"/>
                    <a:pt x="496" y="251"/>
                  </a:cubicBezTo>
                  <a:cubicBezTo>
                    <a:pt x="496" y="115"/>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 name="Google Shape;1267;p2"/>
            <p:cNvSpPr/>
            <p:nvPr/>
          </p:nvSpPr>
          <p:spPr>
            <a:xfrm>
              <a:off x="1503000" y="4687700"/>
              <a:ext cx="12525" cy="12575"/>
            </a:xfrm>
            <a:custGeom>
              <a:avLst/>
              <a:gdLst/>
              <a:ahLst/>
              <a:cxnLst/>
              <a:rect l="l" t="t" r="r" b="b"/>
              <a:pathLst>
                <a:path w="501" h="503" extrusionOk="0">
                  <a:moveTo>
                    <a:pt x="250" y="0"/>
                  </a:moveTo>
                  <a:cubicBezTo>
                    <a:pt x="114" y="0"/>
                    <a:pt x="0" y="115"/>
                    <a:pt x="0" y="251"/>
                  </a:cubicBezTo>
                  <a:cubicBezTo>
                    <a:pt x="0" y="387"/>
                    <a:pt x="114" y="503"/>
                    <a:pt x="250" y="503"/>
                  </a:cubicBezTo>
                  <a:cubicBezTo>
                    <a:pt x="387" y="503"/>
                    <a:pt x="501" y="387"/>
                    <a:pt x="501" y="251"/>
                  </a:cubicBezTo>
                  <a:cubicBezTo>
                    <a:pt x="501" y="115"/>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 name="Google Shape;1268;p2"/>
            <p:cNvSpPr/>
            <p:nvPr/>
          </p:nvSpPr>
          <p:spPr>
            <a:xfrm>
              <a:off x="1594750" y="4687700"/>
              <a:ext cx="12575" cy="12575"/>
            </a:xfrm>
            <a:custGeom>
              <a:avLst/>
              <a:gdLst/>
              <a:ahLst/>
              <a:cxnLst/>
              <a:rect l="l" t="t" r="r" b="b"/>
              <a:pathLst>
                <a:path w="503" h="503" extrusionOk="0">
                  <a:moveTo>
                    <a:pt x="251" y="0"/>
                  </a:moveTo>
                  <a:cubicBezTo>
                    <a:pt x="115" y="0"/>
                    <a:pt x="0" y="115"/>
                    <a:pt x="0" y="251"/>
                  </a:cubicBezTo>
                  <a:cubicBezTo>
                    <a:pt x="0" y="387"/>
                    <a:pt x="115" y="503"/>
                    <a:pt x="251" y="503"/>
                  </a:cubicBezTo>
                  <a:cubicBezTo>
                    <a:pt x="394" y="503"/>
                    <a:pt x="503" y="387"/>
                    <a:pt x="503" y="251"/>
                  </a:cubicBezTo>
                  <a:cubicBezTo>
                    <a:pt x="503" y="115"/>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 name="Google Shape;1269;p2"/>
            <p:cNvSpPr/>
            <p:nvPr/>
          </p:nvSpPr>
          <p:spPr>
            <a:xfrm>
              <a:off x="1686650" y="46877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 name="Google Shape;1270;p2"/>
            <p:cNvSpPr/>
            <p:nvPr/>
          </p:nvSpPr>
          <p:spPr>
            <a:xfrm>
              <a:off x="1778450" y="4687700"/>
              <a:ext cx="12550" cy="12575"/>
            </a:xfrm>
            <a:custGeom>
              <a:avLst/>
              <a:gdLst/>
              <a:ahLst/>
              <a:cxnLst/>
              <a:rect l="l" t="t" r="r" b="b"/>
              <a:pathLst>
                <a:path w="502" h="503" extrusionOk="0">
                  <a:moveTo>
                    <a:pt x="252" y="0"/>
                  </a:moveTo>
                  <a:cubicBezTo>
                    <a:pt x="114" y="0"/>
                    <a:pt x="1" y="115"/>
                    <a:pt x="1" y="251"/>
                  </a:cubicBezTo>
                  <a:cubicBezTo>
                    <a:pt x="1" y="387"/>
                    <a:pt x="114" y="503"/>
                    <a:pt x="252" y="503"/>
                  </a:cubicBezTo>
                  <a:cubicBezTo>
                    <a:pt x="388" y="503"/>
                    <a:pt x="501" y="387"/>
                    <a:pt x="501" y="251"/>
                  </a:cubicBezTo>
                  <a:cubicBezTo>
                    <a:pt x="501"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271;p2"/>
            <p:cNvSpPr/>
            <p:nvPr/>
          </p:nvSpPr>
          <p:spPr>
            <a:xfrm>
              <a:off x="1870375" y="4687700"/>
              <a:ext cx="12400" cy="12575"/>
            </a:xfrm>
            <a:custGeom>
              <a:avLst/>
              <a:gdLst/>
              <a:ahLst/>
              <a:cxnLst/>
              <a:rect l="l" t="t" r="r" b="b"/>
              <a:pathLst>
                <a:path w="496" h="503" extrusionOk="0">
                  <a:moveTo>
                    <a:pt x="252" y="0"/>
                  </a:moveTo>
                  <a:cubicBezTo>
                    <a:pt x="109" y="0"/>
                    <a:pt x="0" y="115"/>
                    <a:pt x="0" y="251"/>
                  </a:cubicBezTo>
                  <a:cubicBezTo>
                    <a:pt x="0" y="387"/>
                    <a:pt x="109" y="503"/>
                    <a:pt x="252" y="503"/>
                  </a:cubicBezTo>
                  <a:cubicBezTo>
                    <a:pt x="387" y="503"/>
                    <a:pt x="496" y="387"/>
                    <a:pt x="496" y="251"/>
                  </a:cubicBezTo>
                  <a:cubicBezTo>
                    <a:pt x="496" y="115"/>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272;p2"/>
            <p:cNvSpPr/>
            <p:nvPr/>
          </p:nvSpPr>
          <p:spPr>
            <a:xfrm>
              <a:off x="1962150" y="4687700"/>
              <a:ext cx="12550" cy="12575"/>
            </a:xfrm>
            <a:custGeom>
              <a:avLst/>
              <a:gdLst/>
              <a:ahLst/>
              <a:cxnLst/>
              <a:rect l="l" t="t" r="r" b="b"/>
              <a:pathLst>
                <a:path w="502" h="503" extrusionOk="0">
                  <a:moveTo>
                    <a:pt x="250" y="0"/>
                  </a:moveTo>
                  <a:cubicBezTo>
                    <a:pt x="114" y="0"/>
                    <a:pt x="1" y="115"/>
                    <a:pt x="1" y="251"/>
                  </a:cubicBezTo>
                  <a:cubicBezTo>
                    <a:pt x="1" y="387"/>
                    <a:pt x="114" y="503"/>
                    <a:pt x="250" y="503"/>
                  </a:cubicBezTo>
                  <a:cubicBezTo>
                    <a:pt x="388" y="503"/>
                    <a:pt x="502" y="387"/>
                    <a:pt x="502" y="251"/>
                  </a:cubicBezTo>
                  <a:cubicBezTo>
                    <a:pt x="502" y="115"/>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2"/>
            <p:cNvSpPr/>
            <p:nvPr/>
          </p:nvSpPr>
          <p:spPr>
            <a:xfrm>
              <a:off x="2054075" y="4687700"/>
              <a:ext cx="12425" cy="12575"/>
            </a:xfrm>
            <a:custGeom>
              <a:avLst/>
              <a:gdLst/>
              <a:ahLst/>
              <a:cxnLst/>
              <a:rect l="l" t="t" r="r" b="b"/>
              <a:pathLst>
                <a:path w="497" h="503" extrusionOk="0">
                  <a:moveTo>
                    <a:pt x="252" y="0"/>
                  </a:moveTo>
                  <a:cubicBezTo>
                    <a:pt x="109" y="0"/>
                    <a:pt x="1" y="115"/>
                    <a:pt x="1" y="251"/>
                  </a:cubicBezTo>
                  <a:cubicBezTo>
                    <a:pt x="1" y="387"/>
                    <a:pt x="109" y="503"/>
                    <a:pt x="252" y="503"/>
                  </a:cubicBezTo>
                  <a:cubicBezTo>
                    <a:pt x="388" y="503"/>
                    <a:pt x="496" y="387"/>
                    <a:pt x="496" y="251"/>
                  </a:cubicBezTo>
                  <a:cubicBezTo>
                    <a:pt x="496"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 name="Google Shape;1274;p2"/>
            <p:cNvSpPr/>
            <p:nvPr/>
          </p:nvSpPr>
          <p:spPr>
            <a:xfrm>
              <a:off x="2145825" y="46877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 name="Google Shape;1275;p2"/>
            <p:cNvSpPr/>
            <p:nvPr/>
          </p:nvSpPr>
          <p:spPr>
            <a:xfrm>
              <a:off x="2237800" y="4687700"/>
              <a:ext cx="12350" cy="12575"/>
            </a:xfrm>
            <a:custGeom>
              <a:avLst/>
              <a:gdLst/>
              <a:ahLst/>
              <a:cxnLst/>
              <a:rect l="l" t="t" r="r" b="b"/>
              <a:pathLst>
                <a:path w="494" h="503" extrusionOk="0">
                  <a:moveTo>
                    <a:pt x="244" y="0"/>
                  </a:moveTo>
                  <a:cubicBezTo>
                    <a:pt x="107" y="0"/>
                    <a:pt x="0" y="115"/>
                    <a:pt x="0" y="251"/>
                  </a:cubicBezTo>
                  <a:cubicBezTo>
                    <a:pt x="0" y="387"/>
                    <a:pt x="107" y="503"/>
                    <a:pt x="244" y="503"/>
                  </a:cubicBezTo>
                  <a:cubicBezTo>
                    <a:pt x="387" y="503"/>
                    <a:pt x="494" y="387"/>
                    <a:pt x="494" y="251"/>
                  </a:cubicBezTo>
                  <a:cubicBezTo>
                    <a:pt x="494" y="115"/>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276;p2"/>
            <p:cNvSpPr/>
            <p:nvPr/>
          </p:nvSpPr>
          <p:spPr>
            <a:xfrm>
              <a:off x="2329550" y="4687700"/>
              <a:ext cx="12575" cy="12575"/>
            </a:xfrm>
            <a:custGeom>
              <a:avLst/>
              <a:gdLst/>
              <a:ahLst/>
              <a:cxnLst/>
              <a:rect l="l" t="t" r="r" b="b"/>
              <a:pathLst>
                <a:path w="503" h="503" extrusionOk="0">
                  <a:moveTo>
                    <a:pt x="251" y="0"/>
                  </a:moveTo>
                  <a:cubicBezTo>
                    <a:pt x="115" y="0"/>
                    <a:pt x="0" y="115"/>
                    <a:pt x="0" y="251"/>
                  </a:cubicBezTo>
                  <a:cubicBezTo>
                    <a:pt x="0" y="387"/>
                    <a:pt x="115" y="503"/>
                    <a:pt x="251" y="503"/>
                  </a:cubicBezTo>
                  <a:cubicBezTo>
                    <a:pt x="387" y="503"/>
                    <a:pt x="502" y="387"/>
                    <a:pt x="502" y="251"/>
                  </a:cubicBezTo>
                  <a:cubicBezTo>
                    <a:pt x="502"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2"/>
            <p:cNvSpPr/>
            <p:nvPr/>
          </p:nvSpPr>
          <p:spPr>
            <a:xfrm>
              <a:off x="2421325" y="4687700"/>
              <a:ext cx="12550" cy="12575"/>
            </a:xfrm>
            <a:custGeom>
              <a:avLst/>
              <a:gdLst/>
              <a:ahLst/>
              <a:cxnLst/>
              <a:rect l="l" t="t" r="r" b="b"/>
              <a:pathLst>
                <a:path w="502" h="503" extrusionOk="0">
                  <a:moveTo>
                    <a:pt x="250" y="0"/>
                  </a:moveTo>
                  <a:cubicBezTo>
                    <a:pt x="114" y="0"/>
                    <a:pt x="1" y="115"/>
                    <a:pt x="1" y="251"/>
                  </a:cubicBezTo>
                  <a:cubicBezTo>
                    <a:pt x="1" y="387"/>
                    <a:pt x="114" y="503"/>
                    <a:pt x="250" y="503"/>
                  </a:cubicBezTo>
                  <a:cubicBezTo>
                    <a:pt x="395" y="503"/>
                    <a:pt x="501" y="387"/>
                    <a:pt x="501" y="251"/>
                  </a:cubicBezTo>
                  <a:cubicBezTo>
                    <a:pt x="501" y="115"/>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 name="Google Shape;1278;p2"/>
            <p:cNvSpPr/>
            <p:nvPr/>
          </p:nvSpPr>
          <p:spPr>
            <a:xfrm>
              <a:off x="2513250" y="4687700"/>
              <a:ext cx="12575" cy="12575"/>
            </a:xfrm>
            <a:custGeom>
              <a:avLst/>
              <a:gdLst/>
              <a:ahLst/>
              <a:cxnLst/>
              <a:rect l="l" t="t" r="r" b="b"/>
              <a:pathLst>
                <a:path w="503" h="503" extrusionOk="0">
                  <a:moveTo>
                    <a:pt x="252" y="0"/>
                  </a:moveTo>
                  <a:cubicBezTo>
                    <a:pt x="109" y="0"/>
                    <a:pt x="0" y="115"/>
                    <a:pt x="0" y="251"/>
                  </a:cubicBezTo>
                  <a:cubicBezTo>
                    <a:pt x="0" y="387"/>
                    <a:pt x="109"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279;p2"/>
            <p:cNvSpPr/>
            <p:nvPr/>
          </p:nvSpPr>
          <p:spPr>
            <a:xfrm>
              <a:off x="2605000" y="4687700"/>
              <a:ext cx="12575" cy="12575"/>
            </a:xfrm>
            <a:custGeom>
              <a:avLst/>
              <a:gdLst/>
              <a:ahLst/>
              <a:cxnLst/>
              <a:rect l="l" t="t" r="r" b="b"/>
              <a:pathLst>
                <a:path w="503" h="503" extrusionOk="0">
                  <a:moveTo>
                    <a:pt x="252" y="0"/>
                  </a:moveTo>
                  <a:cubicBezTo>
                    <a:pt x="116" y="0"/>
                    <a:pt x="0" y="115"/>
                    <a:pt x="0" y="251"/>
                  </a:cubicBezTo>
                  <a:cubicBezTo>
                    <a:pt x="0" y="387"/>
                    <a:pt x="116" y="503"/>
                    <a:pt x="252" y="503"/>
                  </a:cubicBezTo>
                  <a:cubicBezTo>
                    <a:pt x="387" y="503"/>
                    <a:pt x="503" y="387"/>
                    <a:pt x="503" y="251"/>
                  </a:cubicBezTo>
                  <a:cubicBezTo>
                    <a:pt x="503" y="115"/>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 name="Google Shape;1280;p2"/>
            <p:cNvSpPr/>
            <p:nvPr/>
          </p:nvSpPr>
          <p:spPr>
            <a:xfrm>
              <a:off x="2696950" y="4687700"/>
              <a:ext cx="12375" cy="12575"/>
            </a:xfrm>
            <a:custGeom>
              <a:avLst/>
              <a:gdLst/>
              <a:ahLst/>
              <a:cxnLst/>
              <a:rect l="l" t="t" r="r" b="b"/>
              <a:pathLst>
                <a:path w="495" h="503" extrusionOk="0">
                  <a:moveTo>
                    <a:pt x="252" y="0"/>
                  </a:moveTo>
                  <a:cubicBezTo>
                    <a:pt x="108" y="0"/>
                    <a:pt x="1" y="115"/>
                    <a:pt x="1" y="251"/>
                  </a:cubicBezTo>
                  <a:cubicBezTo>
                    <a:pt x="1" y="387"/>
                    <a:pt x="108" y="503"/>
                    <a:pt x="252" y="503"/>
                  </a:cubicBezTo>
                  <a:cubicBezTo>
                    <a:pt x="388" y="503"/>
                    <a:pt x="495" y="387"/>
                    <a:pt x="495" y="251"/>
                  </a:cubicBezTo>
                  <a:cubicBezTo>
                    <a:pt x="495"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 name="Google Shape;1281;p2"/>
            <p:cNvSpPr/>
            <p:nvPr/>
          </p:nvSpPr>
          <p:spPr>
            <a:xfrm>
              <a:off x="2788700" y="46877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 name="Google Shape;1282;p2"/>
            <p:cNvSpPr/>
            <p:nvPr/>
          </p:nvSpPr>
          <p:spPr>
            <a:xfrm>
              <a:off x="2880675" y="4687700"/>
              <a:ext cx="12375" cy="12575"/>
            </a:xfrm>
            <a:custGeom>
              <a:avLst/>
              <a:gdLst/>
              <a:ahLst/>
              <a:cxnLst/>
              <a:rect l="l" t="t" r="r" b="b"/>
              <a:pathLst>
                <a:path w="495" h="503" extrusionOk="0">
                  <a:moveTo>
                    <a:pt x="243" y="0"/>
                  </a:moveTo>
                  <a:cubicBezTo>
                    <a:pt x="107" y="0"/>
                    <a:pt x="0" y="115"/>
                    <a:pt x="0" y="251"/>
                  </a:cubicBezTo>
                  <a:cubicBezTo>
                    <a:pt x="0" y="387"/>
                    <a:pt x="107" y="503"/>
                    <a:pt x="243" y="503"/>
                  </a:cubicBezTo>
                  <a:cubicBezTo>
                    <a:pt x="387" y="503"/>
                    <a:pt x="494" y="387"/>
                    <a:pt x="494" y="251"/>
                  </a:cubicBezTo>
                  <a:cubicBezTo>
                    <a:pt x="494" y="115"/>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 name="Google Shape;1283;p2"/>
            <p:cNvSpPr/>
            <p:nvPr/>
          </p:nvSpPr>
          <p:spPr>
            <a:xfrm>
              <a:off x="2972425" y="4687700"/>
              <a:ext cx="12575" cy="12575"/>
            </a:xfrm>
            <a:custGeom>
              <a:avLst/>
              <a:gdLst/>
              <a:ahLst/>
              <a:cxnLst/>
              <a:rect l="l" t="t" r="r" b="b"/>
              <a:pathLst>
                <a:path w="503" h="503" extrusionOk="0">
                  <a:moveTo>
                    <a:pt x="251" y="0"/>
                  </a:moveTo>
                  <a:cubicBezTo>
                    <a:pt x="115" y="0"/>
                    <a:pt x="0" y="115"/>
                    <a:pt x="0" y="251"/>
                  </a:cubicBezTo>
                  <a:cubicBezTo>
                    <a:pt x="0" y="387"/>
                    <a:pt x="115" y="503"/>
                    <a:pt x="251" y="503"/>
                  </a:cubicBezTo>
                  <a:cubicBezTo>
                    <a:pt x="387" y="503"/>
                    <a:pt x="503" y="387"/>
                    <a:pt x="503" y="251"/>
                  </a:cubicBezTo>
                  <a:cubicBezTo>
                    <a:pt x="503"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 name="Google Shape;1284;p2"/>
            <p:cNvSpPr/>
            <p:nvPr/>
          </p:nvSpPr>
          <p:spPr>
            <a:xfrm>
              <a:off x="3064375" y="4687700"/>
              <a:ext cx="12375" cy="12575"/>
            </a:xfrm>
            <a:custGeom>
              <a:avLst/>
              <a:gdLst/>
              <a:ahLst/>
              <a:cxnLst/>
              <a:rect l="l" t="t" r="r" b="b"/>
              <a:pathLst>
                <a:path w="495" h="503" extrusionOk="0">
                  <a:moveTo>
                    <a:pt x="243" y="0"/>
                  </a:moveTo>
                  <a:cubicBezTo>
                    <a:pt x="107" y="0"/>
                    <a:pt x="1" y="115"/>
                    <a:pt x="1" y="251"/>
                  </a:cubicBezTo>
                  <a:cubicBezTo>
                    <a:pt x="1" y="387"/>
                    <a:pt x="107" y="503"/>
                    <a:pt x="243" y="503"/>
                  </a:cubicBezTo>
                  <a:cubicBezTo>
                    <a:pt x="388" y="503"/>
                    <a:pt x="495" y="387"/>
                    <a:pt x="495" y="251"/>
                  </a:cubicBezTo>
                  <a:cubicBezTo>
                    <a:pt x="495" y="115"/>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 name="Google Shape;1285;p2"/>
            <p:cNvSpPr/>
            <p:nvPr/>
          </p:nvSpPr>
          <p:spPr>
            <a:xfrm>
              <a:off x="3156125" y="46877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 name="Google Shape;1286;p2"/>
            <p:cNvSpPr/>
            <p:nvPr/>
          </p:nvSpPr>
          <p:spPr>
            <a:xfrm>
              <a:off x="3247875" y="4687700"/>
              <a:ext cx="12575" cy="12575"/>
            </a:xfrm>
            <a:custGeom>
              <a:avLst/>
              <a:gdLst/>
              <a:ahLst/>
              <a:cxnLst/>
              <a:rect l="l" t="t" r="r" b="b"/>
              <a:pathLst>
                <a:path w="503"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 name="Google Shape;1287;p2"/>
            <p:cNvSpPr/>
            <p:nvPr/>
          </p:nvSpPr>
          <p:spPr>
            <a:xfrm>
              <a:off x="3339850" y="4687700"/>
              <a:ext cx="12525" cy="12575"/>
            </a:xfrm>
            <a:custGeom>
              <a:avLst/>
              <a:gdLst/>
              <a:ahLst/>
              <a:cxnLst/>
              <a:rect l="l" t="t" r="r" b="b"/>
              <a:pathLst>
                <a:path w="501" h="503" extrusionOk="0">
                  <a:moveTo>
                    <a:pt x="251" y="0"/>
                  </a:moveTo>
                  <a:cubicBezTo>
                    <a:pt x="107" y="0"/>
                    <a:pt x="0" y="115"/>
                    <a:pt x="0" y="251"/>
                  </a:cubicBezTo>
                  <a:cubicBezTo>
                    <a:pt x="0" y="387"/>
                    <a:pt x="107" y="503"/>
                    <a:pt x="251" y="503"/>
                  </a:cubicBezTo>
                  <a:cubicBezTo>
                    <a:pt x="387" y="503"/>
                    <a:pt x="501" y="387"/>
                    <a:pt x="501" y="251"/>
                  </a:cubicBezTo>
                  <a:cubicBezTo>
                    <a:pt x="501"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 name="Google Shape;1288;p2"/>
            <p:cNvSpPr/>
            <p:nvPr/>
          </p:nvSpPr>
          <p:spPr>
            <a:xfrm>
              <a:off x="3431575" y="46877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 name="Google Shape;1289;p2"/>
            <p:cNvSpPr/>
            <p:nvPr/>
          </p:nvSpPr>
          <p:spPr>
            <a:xfrm>
              <a:off x="3523550" y="4687700"/>
              <a:ext cx="12375" cy="12575"/>
            </a:xfrm>
            <a:custGeom>
              <a:avLst/>
              <a:gdLst/>
              <a:ahLst/>
              <a:cxnLst/>
              <a:rect l="l" t="t" r="r" b="b"/>
              <a:pathLst>
                <a:path w="495" h="503" extrusionOk="0">
                  <a:moveTo>
                    <a:pt x="250" y="0"/>
                  </a:moveTo>
                  <a:cubicBezTo>
                    <a:pt x="107" y="0"/>
                    <a:pt x="0" y="115"/>
                    <a:pt x="0" y="251"/>
                  </a:cubicBezTo>
                  <a:cubicBezTo>
                    <a:pt x="0" y="387"/>
                    <a:pt x="107" y="503"/>
                    <a:pt x="250" y="503"/>
                  </a:cubicBezTo>
                  <a:cubicBezTo>
                    <a:pt x="388" y="503"/>
                    <a:pt x="494" y="387"/>
                    <a:pt x="494" y="251"/>
                  </a:cubicBezTo>
                  <a:cubicBezTo>
                    <a:pt x="494" y="115"/>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 name="Google Shape;1290;p2"/>
            <p:cNvSpPr/>
            <p:nvPr/>
          </p:nvSpPr>
          <p:spPr>
            <a:xfrm>
              <a:off x="676400" y="4779625"/>
              <a:ext cx="12600" cy="12400"/>
            </a:xfrm>
            <a:custGeom>
              <a:avLst/>
              <a:gdLst/>
              <a:ahLst/>
              <a:cxnLst/>
              <a:rect l="l" t="t" r="r" b="b"/>
              <a:pathLst>
                <a:path w="504" h="496" extrusionOk="0">
                  <a:moveTo>
                    <a:pt x="252" y="0"/>
                  </a:moveTo>
                  <a:cubicBezTo>
                    <a:pt x="116" y="0"/>
                    <a:pt x="1" y="108"/>
                    <a:pt x="1" y="251"/>
                  </a:cubicBezTo>
                  <a:cubicBezTo>
                    <a:pt x="1" y="387"/>
                    <a:pt x="116" y="496"/>
                    <a:pt x="252" y="496"/>
                  </a:cubicBezTo>
                  <a:cubicBezTo>
                    <a:pt x="388" y="496"/>
                    <a:pt x="503" y="387"/>
                    <a:pt x="503" y="251"/>
                  </a:cubicBezTo>
                  <a:cubicBezTo>
                    <a:pt x="503"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291;p2"/>
            <p:cNvSpPr/>
            <p:nvPr/>
          </p:nvSpPr>
          <p:spPr>
            <a:xfrm>
              <a:off x="768325" y="4779625"/>
              <a:ext cx="12400" cy="12400"/>
            </a:xfrm>
            <a:custGeom>
              <a:avLst/>
              <a:gdLst/>
              <a:ahLst/>
              <a:cxnLst/>
              <a:rect l="l" t="t" r="r" b="b"/>
              <a:pathLst>
                <a:path w="496" h="496" extrusionOk="0">
                  <a:moveTo>
                    <a:pt x="245" y="0"/>
                  </a:moveTo>
                  <a:cubicBezTo>
                    <a:pt x="109" y="0"/>
                    <a:pt x="0" y="108"/>
                    <a:pt x="0" y="251"/>
                  </a:cubicBezTo>
                  <a:cubicBezTo>
                    <a:pt x="0" y="387"/>
                    <a:pt x="109" y="496"/>
                    <a:pt x="245" y="496"/>
                  </a:cubicBezTo>
                  <a:cubicBezTo>
                    <a:pt x="388" y="496"/>
                    <a:pt x="496" y="387"/>
                    <a:pt x="496" y="251"/>
                  </a:cubicBezTo>
                  <a:cubicBezTo>
                    <a:pt x="496" y="108"/>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 name="Google Shape;1292;p2"/>
            <p:cNvSpPr/>
            <p:nvPr/>
          </p:nvSpPr>
          <p:spPr>
            <a:xfrm>
              <a:off x="860125" y="4779625"/>
              <a:ext cx="12525" cy="12400"/>
            </a:xfrm>
            <a:custGeom>
              <a:avLst/>
              <a:gdLst/>
              <a:ahLst/>
              <a:cxnLst/>
              <a:rect l="l" t="t" r="r" b="b"/>
              <a:pathLst>
                <a:path w="501" h="496" extrusionOk="0">
                  <a:moveTo>
                    <a:pt x="251" y="0"/>
                  </a:moveTo>
                  <a:cubicBezTo>
                    <a:pt x="114" y="0"/>
                    <a:pt x="0" y="108"/>
                    <a:pt x="0" y="251"/>
                  </a:cubicBezTo>
                  <a:cubicBezTo>
                    <a:pt x="0" y="387"/>
                    <a:pt x="114" y="496"/>
                    <a:pt x="251" y="496"/>
                  </a:cubicBezTo>
                  <a:cubicBezTo>
                    <a:pt x="387" y="496"/>
                    <a:pt x="501" y="387"/>
                    <a:pt x="501" y="251"/>
                  </a:cubicBezTo>
                  <a:cubicBezTo>
                    <a:pt x="501" y="108"/>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 name="Google Shape;1293;p2"/>
            <p:cNvSpPr/>
            <p:nvPr/>
          </p:nvSpPr>
          <p:spPr>
            <a:xfrm>
              <a:off x="951850" y="4779625"/>
              <a:ext cx="12600" cy="12400"/>
            </a:xfrm>
            <a:custGeom>
              <a:avLst/>
              <a:gdLst/>
              <a:ahLst/>
              <a:cxnLst/>
              <a:rect l="l" t="t" r="r" b="b"/>
              <a:pathLst>
                <a:path w="504" h="496" extrusionOk="0">
                  <a:moveTo>
                    <a:pt x="252" y="0"/>
                  </a:moveTo>
                  <a:cubicBezTo>
                    <a:pt x="116" y="0"/>
                    <a:pt x="1" y="108"/>
                    <a:pt x="1" y="251"/>
                  </a:cubicBezTo>
                  <a:cubicBezTo>
                    <a:pt x="1" y="387"/>
                    <a:pt x="116" y="496"/>
                    <a:pt x="252" y="496"/>
                  </a:cubicBezTo>
                  <a:cubicBezTo>
                    <a:pt x="388" y="496"/>
                    <a:pt x="503" y="387"/>
                    <a:pt x="503" y="251"/>
                  </a:cubicBezTo>
                  <a:cubicBezTo>
                    <a:pt x="503"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 name="Google Shape;1294;p2"/>
            <p:cNvSpPr/>
            <p:nvPr/>
          </p:nvSpPr>
          <p:spPr>
            <a:xfrm>
              <a:off x="1043825" y="4779625"/>
              <a:ext cx="12375" cy="12400"/>
            </a:xfrm>
            <a:custGeom>
              <a:avLst/>
              <a:gdLst/>
              <a:ahLst/>
              <a:cxnLst/>
              <a:rect l="l" t="t" r="r" b="b"/>
              <a:pathLst>
                <a:path w="495" h="496" extrusionOk="0">
                  <a:moveTo>
                    <a:pt x="250" y="0"/>
                  </a:moveTo>
                  <a:cubicBezTo>
                    <a:pt x="107" y="0"/>
                    <a:pt x="0" y="108"/>
                    <a:pt x="0" y="251"/>
                  </a:cubicBezTo>
                  <a:cubicBezTo>
                    <a:pt x="0" y="387"/>
                    <a:pt x="107" y="496"/>
                    <a:pt x="250" y="496"/>
                  </a:cubicBezTo>
                  <a:cubicBezTo>
                    <a:pt x="388" y="496"/>
                    <a:pt x="494" y="387"/>
                    <a:pt x="494" y="251"/>
                  </a:cubicBezTo>
                  <a:cubicBezTo>
                    <a:pt x="494" y="108"/>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 name="Google Shape;1295;p2"/>
            <p:cNvSpPr/>
            <p:nvPr/>
          </p:nvSpPr>
          <p:spPr>
            <a:xfrm>
              <a:off x="1135575" y="4779625"/>
              <a:ext cx="12575" cy="12400"/>
            </a:xfrm>
            <a:custGeom>
              <a:avLst/>
              <a:gdLst/>
              <a:ahLst/>
              <a:cxnLst/>
              <a:rect l="l" t="t" r="r" b="b"/>
              <a:pathLst>
                <a:path w="503" h="496" extrusionOk="0">
                  <a:moveTo>
                    <a:pt x="252" y="0"/>
                  </a:moveTo>
                  <a:cubicBezTo>
                    <a:pt x="116" y="0"/>
                    <a:pt x="0" y="108"/>
                    <a:pt x="0" y="251"/>
                  </a:cubicBezTo>
                  <a:cubicBezTo>
                    <a:pt x="0" y="387"/>
                    <a:pt x="116" y="496"/>
                    <a:pt x="252" y="496"/>
                  </a:cubicBezTo>
                  <a:cubicBezTo>
                    <a:pt x="387" y="496"/>
                    <a:pt x="503" y="387"/>
                    <a:pt x="503" y="251"/>
                  </a:cubicBezTo>
                  <a:cubicBezTo>
                    <a:pt x="503" y="108"/>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 name="Google Shape;1296;p2"/>
            <p:cNvSpPr/>
            <p:nvPr/>
          </p:nvSpPr>
          <p:spPr>
            <a:xfrm>
              <a:off x="1227500" y="4779625"/>
              <a:ext cx="12400" cy="12400"/>
            </a:xfrm>
            <a:custGeom>
              <a:avLst/>
              <a:gdLst/>
              <a:ahLst/>
              <a:cxnLst/>
              <a:rect l="l" t="t" r="r" b="b"/>
              <a:pathLst>
                <a:path w="496" h="496" extrusionOk="0">
                  <a:moveTo>
                    <a:pt x="251" y="0"/>
                  </a:moveTo>
                  <a:cubicBezTo>
                    <a:pt x="109" y="0"/>
                    <a:pt x="0" y="108"/>
                    <a:pt x="0" y="251"/>
                  </a:cubicBezTo>
                  <a:cubicBezTo>
                    <a:pt x="0" y="387"/>
                    <a:pt x="109" y="496"/>
                    <a:pt x="251" y="496"/>
                  </a:cubicBezTo>
                  <a:cubicBezTo>
                    <a:pt x="387" y="496"/>
                    <a:pt x="496" y="387"/>
                    <a:pt x="496" y="251"/>
                  </a:cubicBezTo>
                  <a:cubicBezTo>
                    <a:pt x="496" y="108"/>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297;p2"/>
            <p:cNvSpPr/>
            <p:nvPr/>
          </p:nvSpPr>
          <p:spPr>
            <a:xfrm>
              <a:off x="1319275" y="4779625"/>
              <a:ext cx="12550" cy="12400"/>
            </a:xfrm>
            <a:custGeom>
              <a:avLst/>
              <a:gdLst/>
              <a:ahLst/>
              <a:cxnLst/>
              <a:rect l="l" t="t" r="r" b="b"/>
              <a:pathLst>
                <a:path w="502" h="496" extrusionOk="0">
                  <a:moveTo>
                    <a:pt x="252" y="0"/>
                  </a:moveTo>
                  <a:cubicBezTo>
                    <a:pt x="114" y="0"/>
                    <a:pt x="1" y="108"/>
                    <a:pt x="1" y="251"/>
                  </a:cubicBezTo>
                  <a:cubicBezTo>
                    <a:pt x="1" y="387"/>
                    <a:pt x="114" y="496"/>
                    <a:pt x="252" y="496"/>
                  </a:cubicBezTo>
                  <a:cubicBezTo>
                    <a:pt x="388" y="496"/>
                    <a:pt x="501" y="387"/>
                    <a:pt x="501" y="251"/>
                  </a:cubicBezTo>
                  <a:cubicBezTo>
                    <a:pt x="501"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 name="Google Shape;1298;p2"/>
            <p:cNvSpPr/>
            <p:nvPr/>
          </p:nvSpPr>
          <p:spPr>
            <a:xfrm>
              <a:off x="1411200" y="4779625"/>
              <a:ext cx="12425" cy="12400"/>
            </a:xfrm>
            <a:custGeom>
              <a:avLst/>
              <a:gdLst/>
              <a:ahLst/>
              <a:cxnLst/>
              <a:rect l="l" t="t" r="r" b="b"/>
              <a:pathLst>
                <a:path w="497" h="496" extrusionOk="0">
                  <a:moveTo>
                    <a:pt x="245" y="0"/>
                  </a:moveTo>
                  <a:cubicBezTo>
                    <a:pt x="109" y="0"/>
                    <a:pt x="1" y="108"/>
                    <a:pt x="1" y="251"/>
                  </a:cubicBezTo>
                  <a:cubicBezTo>
                    <a:pt x="1" y="387"/>
                    <a:pt x="109" y="496"/>
                    <a:pt x="245" y="496"/>
                  </a:cubicBezTo>
                  <a:cubicBezTo>
                    <a:pt x="388" y="496"/>
                    <a:pt x="496" y="387"/>
                    <a:pt x="496" y="251"/>
                  </a:cubicBezTo>
                  <a:cubicBezTo>
                    <a:pt x="496" y="108"/>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299;p2"/>
            <p:cNvSpPr/>
            <p:nvPr/>
          </p:nvSpPr>
          <p:spPr>
            <a:xfrm>
              <a:off x="1503000" y="4779625"/>
              <a:ext cx="12525" cy="12400"/>
            </a:xfrm>
            <a:custGeom>
              <a:avLst/>
              <a:gdLst/>
              <a:ahLst/>
              <a:cxnLst/>
              <a:rect l="l" t="t" r="r" b="b"/>
              <a:pathLst>
                <a:path w="501" h="496" extrusionOk="0">
                  <a:moveTo>
                    <a:pt x="250" y="0"/>
                  </a:moveTo>
                  <a:cubicBezTo>
                    <a:pt x="114" y="0"/>
                    <a:pt x="0" y="108"/>
                    <a:pt x="0" y="251"/>
                  </a:cubicBezTo>
                  <a:cubicBezTo>
                    <a:pt x="0" y="387"/>
                    <a:pt x="114" y="496"/>
                    <a:pt x="250" y="496"/>
                  </a:cubicBezTo>
                  <a:cubicBezTo>
                    <a:pt x="387" y="496"/>
                    <a:pt x="501" y="387"/>
                    <a:pt x="501" y="251"/>
                  </a:cubicBezTo>
                  <a:cubicBezTo>
                    <a:pt x="501" y="108"/>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00;p2"/>
            <p:cNvSpPr/>
            <p:nvPr/>
          </p:nvSpPr>
          <p:spPr>
            <a:xfrm>
              <a:off x="1594750" y="4779625"/>
              <a:ext cx="12575" cy="12400"/>
            </a:xfrm>
            <a:custGeom>
              <a:avLst/>
              <a:gdLst/>
              <a:ahLst/>
              <a:cxnLst/>
              <a:rect l="l" t="t" r="r" b="b"/>
              <a:pathLst>
                <a:path w="503" h="496" extrusionOk="0">
                  <a:moveTo>
                    <a:pt x="251" y="0"/>
                  </a:moveTo>
                  <a:cubicBezTo>
                    <a:pt x="115" y="0"/>
                    <a:pt x="0" y="108"/>
                    <a:pt x="0" y="251"/>
                  </a:cubicBezTo>
                  <a:cubicBezTo>
                    <a:pt x="0" y="387"/>
                    <a:pt x="115" y="496"/>
                    <a:pt x="251" y="496"/>
                  </a:cubicBezTo>
                  <a:cubicBezTo>
                    <a:pt x="394" y="496"/>
                    <a:pt x="503" y="387"/>
                    <a:pt x="503" y="251"/>
                  </a:cubicBezTo>
                  <a:cubicBezTo>
                    <a:pt x="503" y="108"/>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 name="Google Shape;1301;p2"/>
            <p:cNvSpPr/>
            <p:nvPr/>
          </p:nvSpPr>
          <p:spPr>
            <a:xfrm>
              <a:off x="1686650" y="4779625"/>
              <a:ext cx="12600" cy="12400"/>
            </a:xfrm>
            <a:custGeom>
              <a:avLst/>
              <a:gdLst/>
              <a:ahLst/>
              <a:cxnLst/>
              <a:rect l="l" t="t" r="r" b="b"/>
              <a:pathLst>
                <a:path w="504" h="496" extrusionOk="0">
                  <a:moveTo>
                    <a:pt x="252" y="0"/>
                  </a:moveTo>
                  <a:cubicBezTo>
                    <a:pt x="116" y="0"/>
                    <a:pt x="1" y="108"/>
                    <a:pt x="1" y="251"/>
                  </a:cubicBezTo>
                  <a:cubicBezTo>
                    <a:pt x="1" y="387"/>
                    <a:pt x="116" y="496"/>
                    <a:pt x="252" y="496"/>
                  </a:cubicBezTo>
                  <a:cubicBezTo>
                    <a:pt x="388" y="496"/>
                    <a:pt x="503" y="387"/>
                    <a:pt x="503" y="251"/>
                  </a:cubicBezTo>
                  <a:cubicBezTo>
                    <a:pt x="503"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 name="Google Shape;1302;p2"/>
            <p:cNvSpPr/>
            <p:nvPr/>
          </p:nvSpPr>
          <p:spPr>
            <a:xfrm>
              <a:off x="1778450" y="4779625"/>
              <a:ext cx="12550" cy="12400"/>
            </a:xfrm>
            <a:custGeom>
              <a:avLst/>
              <a:gdLst/>
              <a:ahLst/>
              <a:cxnLst/>
              <a:rect l="l" t="t" r="r" b="b"/>
              <a:pathLst>
                <a:path w="502" h="496" extrusionOk="0">
                  <a:moveTo>
                    <a:pt x="252" y="0"/>
                  </a:moveTo>
                  <a:cubicBezTo>
                    <a:pt x="114" y="0"/>
                    <a:pt x="1" y="108"/>
                    <a:pt x="1" y="251"/>
                  </a:cubicBezTo>
                  <a:cubicBezTo>
                    <a:pt x="1" y="387"/>
                    <a:pt x="114" y="496"/>
                    <a:pt x="252" y="496"/>
                  </a:cubicBezTo>
                  <a:cubicBezTo>
                    <a:pt x="388" y="496"/>
                    <a:pt x="501" y="387"/>
                    <a:pt x="501" y="251"/>
                  </a:cubicBezTo>
                  <a:cubicBezTo>
                    <a:pt x="501"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 name="Google Shape;1303;p2"/>
            <p:cNvSpPr/>
            <p:nvPr/>
          </p:nvSpPr>
          <p:spPr>
            <a:xfrm>
              <a:off x="1870375" y="4779625"/>
              <a:ext cx="12400" cy="12400"/>
            </a:xfrm>
            <a:custGeom>
              <a:avLst/>
              <a:gdLst/>
              <a:ahLst/>
              <a:cxnLst/>
              <a:rect l="l" t="t" r="r" b="b"/>
              <a:pathLst>
                <a:path w="496" h="496" extrusionOk="0">
                  <a:moveTo>
                    <a:pt x="252" y="0"/>
                  </a:moveTo>
                  <a:cubicBezTo>
                    <a:pt x="109" y="0"/>
                    <a:pt x="0" y="108"/>
                    <a:pt x="0" y="251"/>
                  </a:cubicBezTo>
                  <a:cubicBezTo>
                    <a:pt x="0" y="387"/>
                    <a:pt x="109" y="496"/>
                    <a:pt x="252" y="496"/>
                  </a:cubicBezTo>
                  <a:cubicBezTo>
                    <a:pt x="387" y="496"/>
                    <a:pt x="496" y="387"/>
                    <a:pt x="496" y="251"/>
                  </a:cubicBezTo>
                  <a:cubicBezTo>
                    <a:pt x="496" y="108"/>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 name="Google Shape;1304;p2"/>
            <p:cNvSpPr/>
            <p:nvPr/>
          </p:nvSpPr>
          <p:spPr>
            <a:xfrm>
              <a:off x="1962150" y="4779625"/>
              <a:ext cx="12550" cy="12400"/>
            </a:xfrm>
            <a:custGeom>
              <a:avLst/>
              <a:gdLst/>
              <a:ahLst/>
              <a:cxnLst/>
              <a:rect l="l" t="t" r="r" b="b"/>
              <a:pathLst>
                <a:path w="502" h="496" extrusionOk="0">
                  <a:moveTo>
                    <a:pt x="250" y="0"/>
                  </a:moveTo>
                  <a:cubicBezTo>
                    <a:pt x="114" y="0"/>
                    <a:pt x="1" y="108"/>
                    <a:pt x="1" y="251"/>
                  </a:cubicBezTo>
                  <a:cubicBezTo>
                    <a:pt x="1" y="387"/>
                    <a:pt x="114" y="496"/>
                    <a:pt x="250" y="496"/>
                  </a:cubicBezTo>
                  <a:cubicBezTo>
                    <a:pt x="388" y="496"/>
                    <a:pt x="502" y="387"/>
                    <a:pt x="502" y="251"/>
                  </a:cubicBezTo>
                  <a:cubicBezTo>
                    <a:pt x="502" y="108"/>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 name="Google Shape;1305;p2"/>
            <p:cNvSpPr/>
            <p:nvPr/>
          </p:nvSpPr>
          <p:spPr>
            <a:xfrm>
              <a:off x="2054075" y="4779625"/>
              <a:ext cx="12425" cy="12400"/>
            </a:xfrm>
            <a:custGeom>
              <a:avLst/>
              <a:gdLst/>
              <a:ahLst/>
              <a:cxnLst/>
              <a:rect l="l" t="t" r="r" b="b"/>
              <a:pathLst>
                <a:path w="497" h="496" extrusionOk="0">
                  <a:moveTo>
                    <a:pt x="252" y="0"/>
                  </a:moveTo>
                  <a:cubicBezTo>
                    <a:pt x="109" y="0"/>
                    <a:pt x="1" y="108"/>
                    <a:pt x="1" y="251"/>
                  </a:cubicBezTo>
                  <a:cubicBezTo>
                    <a:pt x="1" y="387"/>
                    <a:pt x="109" y="496"/>
                    <a:pt x="252" y="496"/>
                  </a:cubicBezTo>
                  <a:cubicBezTo>
                    <a:pt x="388" y="496"/>
                    <a:pt x="496" y="387"/>
                    <a:pt x="496" y="251"/>
                  </a:cubicBezTo>
                  <a:cubicBezTo>
                    <a:pt x="496"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 name="Google Shape;1306;p2"/>
            <p:cNvSpPr/>
            <p:nvPr/>
          </p:nvSpPr>
          <p:spPr>
            <a:xfrm>
              <a:off x="2145825" y="4779625"/>
              <a:ext cx="12600" cy="12400"/>
            </a:xfrm>
            <a:custGeom>
              <a:avLst/>
              <a:gdLst/>
              <a:ahLst/>
              <a:cxnLst/>
              <a:rect l="l" t="t" r="r" b="b"/>
              <a:pathLst>
                <a:path w="504" h="496" extrusionOk="0">
                  <a:moveTo>
                    <a:pt x="252" y="0"/>
                  </a:moveTo>
                  <a:cubicBezTo>
                    <a:pt x="116" y="0"/>
                    <a:pt x="1" y="108"/>
                    <a:pt x="1" y="251"/>
                  </a:cubicBezTo>
                  <a:cubicBezTo>
                    <a:pt x="1" y="387"/>
                    <a:pt x="116" y="496"/>
                    <a:pt x="252" y="496"/>
                  </a:cubicBezTo>
                  <a:cubicBezTo>
                    <a:pt x="388" y="496"/>
                    <a:pt x="503" y="387"/>
                    <a:pt x="503" y="251"/>
                  </a:cubicBezTo>
                  <a:cubicBezTo>
                    <a:pt x="503"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 name="Google Shape;1307;p2"/>
            <p:cNvSpPr/>
            <p:nvPr/>
          </p:nvSpPr>
          <p:spPr>
            <a:xfrm>
              <a:off x="2237800" y="4779625"/>
              <a:ext cx="12350" cy="12400"/>
            </a:xfrm>
            <a:custGeom>
              <a:avLst/>
              <a:gdLst/>
              <a:ahLst/>
              <a:cxnLst/>
              <a:rect l="l" t="t" r="r" b="b"/>
              <a:pathLst>
                <a:path w="494" h="496" extrusionOk="0">
                  <a:moveTo>
                    <a:pt x="244" y="0"/>
                  </a:moveTo>
                  <a:cubicBezTo>
                    <a:pt x="107" y="0"/>
                    <a:pt x="0" y="108"/>
                    <a:pt x="0" y="251"/>
                  </a:cubicBezTo>
                  <a:cubicBezTo>
                    <a:pt x="0" y="387"/>
                    <a:pt x="107" y="496"/>
                    <a:pt x="244" y="496"/>
                  </a:cubicBezTo>
                  <a:cubicBezTo>
                    <a:pt x="387" y="496"/>
                    <a:pt x="494" y="387"/>
                    <a:pt x="494" y="251"/>
                  </a:cubicBezTo>
                  <a:cubicBezTo>
                    <a:pt x="494" y="108"/>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 name="Google Shape;1308;p2"/>
            <p:cNvSpPr/>
            <p:nvPr/>
          </p:nvSpPr>
          <p:spPr>
            <a:xfrm>
              <a:off x="2329550" y="4779625"/>
              <a:ext cx="12575" cy="12400"/>
            </a:xfrm>
            <a:custGeom>
              <a:avLst/>
              <a:gdLst/>
              <a:ahLst/>
              <a:cxnLst/>
              <a:rect l="l" t="t" r="r" b="b"/>
              <a:pathLst>
                <a:path w="503" h="496" extrusionOk="0">
                  <a:moveTo>
                    <a:pt x="251" y="0"/>
                  </a:moveTo>
                  <a:cubicBezTo>
                    <a:pt x="115" y="0"/>
                    <a:pt x="0" y="108"/>
                    <a:pt x="0" y="251"/>
                  </a:cubicBezTo>
                  <a:cubicBezTo>
                    <a:pt x="0" y="387"/>
                    <a:pt x="115" y="496"/>
                    <a:pt x="251" y="496"/>
                  </a:cubicBezTo>
                  <a:cubicBezTo>
                    <a:pt x="387" y="496"/>
                    <a:pt x="502" y="387"/>
                    <a:pt x="502" y="251"/>
                  </a:cubicBezTo>
                  <a:cubicBezTo>
                    <a:pt x="502" y="108"/>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 name="Google Shape;1309;p2"/>
            <p:cNvSpPr/>
            <p:nvPr/>
          </p:nvSpPr>
          <p:spPr>
            <a:xfrm>
              <a:off x="2421325" y="4779625"/>
              <a:ext cx="12550" cy="12400"/>
            </a:xfrm>
            <a:custGeom>
              <a:avLst/>
              <a:gdLst/>
              <a:ahLst/>
              <a:cxnLst/>
              <a:rect l="l" t="t" r="r" b="b"/>
              <a:pathLst>
                <a:path w="502" h="496" extrusionOk="0">
                  <a:moveTo>
                    <a:pt x="250" y="0"/>
                  </a:moveTo>
                  <a:cubicBezTo>
                    <a:pt x="114" y="0"/>
                    <a:pt x="1" y="108"/>
                    <a:pt x="1" y="251"/>
                  </a:cubicBezTo>
                  <a:cubicBezTo>
                    <a:pt x="1" y="387"/>
                    <a:pt x="114" y="496"/>
                    <a:pt x="250" y="496"/>
                  </a:cubicBezTo>
                  <a:cubicBezTo>
                    <a:pt x="395" y="496"/>
                    <a:pt x="501" y="387"/>
                    <a:pt x="501" y="251"/>
                  </a:cubicBezTo>
                  <a:cubicBezTo>
                    <a:pt x="501" y="108"/>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310;p2"/>
            <p:cNvSpPr/>
            <p:nvPr/>
          </p:nvSpPr>
          <p:spPr>
            <a:xfrm>
              <a:off x="2513250" y="4779625"/>
              <a:ext cx="12575" cy="12400"/>
            </a:xfrm>
            <a:custGeom>
              <a:avLst/>
              <a:gdLst/>
              <a:ahLst/>
              <a:cxnLst/>
              <a:rect l="l" t="t" r="r" b="b"/>
              <a:pathLst>
                <a:path w="503" h="496" extrusionOk="0">
                  <a:moveTo>
                    <a:pt x="252" y="0"/>
                  </a:moveTo>
                  <a:cubicBezTo>
                    <a:pt x="109" y="0"/>
                    <a:pt x="0" y="108"/>
                    <a:pt x="0" y="251"/>
                  </a:cubicBezTo>
                  <a:cubicBezTo>
                    <a:pt x="0" y="387"/>
                    <a:pt x="109" y="496"/>
                    <a:pt x="252" y="496"/>
                  </a:cubicBezTo>
                  <a:cubicBezTo>
                    <a:pt x="388" y="496"/>
                    <a:pt x="503" y="387"/>
                    <a:pt x="503" y="251"/>
                  </a:cubicBezTo>
                  <a:cubicBezTo>
                    <a:pt x="503"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 name="Google Shape;1311;p2"/>
            <p:cNvSpPr/>
            <p:nvPr/>
          </p:nvSpPr>
          <p:spPr>
            <a:xfrm>
              <a:off x="2605000" y="4779625"/>
              <a:ext cx="12575" cy="12400"/>
            </a:xfrm>
            <a:custGeom>
              <a:avLst/>
              <a:gdLst/>
              <a:ahLst/>
              <a:cxnLst/>
              <a:rect l="l" t="t" r="r" b="b"/>
              <a:pathLst>
                <a:path w="503" h="496" extrusionOk="0">
                  <a:moveTo>
                    <a:pt x="252" y="0"/>
                  </a:moveTo>
                  <a:cubicBezTo>
                    <a:pt x="116" y="0"/>
                    <a:pt x="0" y="108"/>
                    <a:pt x="0" y="251"/>
                  </a:cubicBezTo>
                  <a:cubicBezTo>
                    <a:pt x="0" y="387"/>
                    <a:pt x="116" y="496"/>
                    <a:pt x="252" y="496"/>
                  </a:cubicBezTo>
                  <a:cubicBezTo>
                    <a:pt x="387" y="496"/>
                    <a:pt x="503" y="387"/>
                    <a:pt x="503" y="251"/>
                  </a:cubicBezTo>
                  <a:cubicBezTo>
                    <a:pt x="503" y="108"/>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 name="Google Shape;1312;p2"/>
            <p:cNvSpPr/>
            <p:nvPr/>
          </p:nvSpPr>
          <p:spPr>
            <a:xfrm>
              <a:off x="2696950" y="4779625"/>
              <a:ext cx="12375" cy="12400"/>
            </a:xfrm>
            <a:custGeom>
              <a:avLst/>
              <a:gdLst/>
              <a:ahLst/>
              <a:cxnLst/>
              <a:rect l="l" t="t" r="r" b="b"/>
              <a:pathLst>
                <a:path w="495" h="496" extrusionOk="0">
                  <a:moveTo>
                    <a:pt x="252" y="0"/>
                  </a:moveTo>
                  <a:cubicBezTo>
                    <a:pt x="108" y="0"/>
                    <a:pt x="1" y="108"/>
                    <a:pt x="1" y="251"/>
                  </a:cubicBezTo>
                  <a:cubicBezTo>
                    <a:pt x="1" y="387"/>
                    <a:pt x="108" y="496"/>
                    <a:pt x="252" y="496"/>
                  </a:cubicBezTo>
                  <a:cubicBezTo>
                    <a:pt x="388" y="496"/>
                    <a:pt x="495" y="387"/>
                    <a:pt x="495" y="251"/>
                  </a:cubicBezTo>
                  <a:cubicBezTo>
                    <a:pt x="495"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 name="Google Shape;1313;p2"/>
            <p:cNvSpPr/>
            <p:nvPr/>
          </p:nvSpPr>
          <p:spPr>
            <a:xfrm>
              <a:off x="2788700" y="4779625"/>
              <a:ext cx="12600" cy="12400"/>
            </a:xfrm>
            <a:custGeom>
              <a:avLst/>
              <a:gdLst/>
              <a:ahLst/>
              <a:cxnLst/>
              <a:rect l="l" t="t" r="r" b="b"/>
              <a:pathLst>
                <a:path w="504" h="496" extrusionOk="0">
                  <a:moveTo>
                    <a:pt x="252" y="0"/>
                  </a:moveTo>
                  <a:cubicBezTo>
                    <a:pt x="116" y="0"/>
                    <a:pt x="1" y="108"/>
                    <a:pt x="1" y="251"/>
                  </a:cubicBezTo>
                  <a:cubicBezTo>
                    <a:pt x="1" y="387"/>
                    <a:pt x="116" y="496"/>
                    <a:pt x="252" y="496"/>
                  </a:cubicBezTo>
                  <a:cubicBezTo>
                    <a:pt x="388" y="496"/>
                    <a:pt x="503" y="387"/>
                    <a:pt x="503" y="251"/>
                  </a:cubicBezTo>
                  <a:cubicBezTo>
                    <a:pt x="503"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 name="Google Shape;1314;p2"/>
            <p:cNvSpPr/>
            <p:nvPr/>
          </p:nvSpPr>
          <p:spPr>
            <a:xfrm>
              <a:off x="2880675" y="4779625"/>
              <a:ext cx="12375" cy="12400"/>
            </a:xfrm>
            <a:custGeom>
              <a:avLst/>
              <a:gdLst/>
              <a:ahLst/>
              <a:cxnLst/>
              <a:rect l="l" t="t" r="r" b="b"/>
              <a:pathLst>
                <a:path w="495" h="496" extrusionOk="0">
                  <a:moveTo>
                    <a:pt x="243" y="0"/>
                  </a:moveTo>
                  <a:cubicBezTo>
                    <a:pt x="107" y="0"/>
                    <a:pt x="0" y="108"/>
                    <a:pt x="0" y="251"/>
                  </a:cubicBezTo>
                  <a:cubicBezTo>
                    <a:pt x="0" y="387"/>
                    <a:pt x="107" y="496"/>
                    <a:pt x="243" y="496"/>
                  </a:cubicBezTo>
                  <a:cubicBezTo>
                    <a:pt x="387" y="496"/>
                    <a:pt x="494" y="387"/>
                    <a:pt x="494" y="251"/>
                  </a:cubicBezTo>
                  <a:cubicBezTo>
                    <a:pt x="494" y="108"/>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 name="Google Shape;1315;p2"/>
            <p:cNvSpPr/>
            <p:nvPr/>
          </p:nvSpPr>
          <p:spPr>
            <a:xfrm>
              <a:off x="2972425" y="4779625"/>
              <a:ext cx="12575" cy="12400"/>
            </a:xfrm>
            <a:custGeom>
              <a:avLst/>
              <a:gdLst/>
              <a:ahLst/>
              <a:cxnLst/>
              <a:rect l="l" t="t" r="r" b="b"/>
              <a:pathLst>
                <a:path w="503" h="496" extrusionOk="0">
                  <a:moveTo>
                    <a:pt x="251" y="0"/>
                  </a:moveTo>
                  <a:cubicBezTo>
                    <a:pt x="115" y="0"/>
                    <a:pt x="0" y="108"/>
                    <a:pt x="0" y="251"/>
                  </a:cubicBezTo>
                  <a:cubicBezTo>
                    <a:pt x="0" y="387"/>
                    <a:pt x="115" y="496"/>
                    <a:pt x="251" y="496"/>
                  </a:cubicBezTo>
                  <a:cubicBezTo>
                    <a:pt x="387" y="496"/>
                    <a:pt x="503" y="387"/>
                    <a:pt x="503" y="251"/>
                  </a:cubicBezTo>
                  <a:cubicBezTo>
                    <a:pt x="503" y="108"/>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 name="Google Shape;1316;p2"/>
            <p:cNvSpPr/>
            <p:nvPr/>
          </p:nvSpPr>
          <p:spPr>
            <a:xfrm>
              <a:off x="3064375" y="4779625"/>
              <a:ext cx="12375" cy="12400"/>
            </a:xfrm>
            <a:custGeom>
              <a:avLst/>
              <a:gdLst/>
              <a:ahLst/>
              <a:cxnLst/>
              <a:rect l="l" t="t" r="r" b="b"/>
              <a:pathLst>
                <a:path w="495" h="496" extrusionOk="0">
                  <a:moveTo>
                    <a:pt x="243" y="0"/>
                  </a:moveTo>
                  <a:cubicBezTo>
                    <a:pt x="107" y="0"/>
                    <a:pt x="1" y="108"/>
                    <a:pt x="1" y="251"/>
                  </a:cubicBezTo>
                  <a:cubicBezTo>
                    <a:pt x="1" y="387"/>
                    <a:pt x="107" y="496"/>
                    <a:pt x="243" y="496"/>
                  </a:cubicBezTo>
                  <a:cubicBezTo>
                    <a:pt x="388" y="496"/>
                    <a:pt x="495" y="387"/>
                    <a:pt x="495" y="251"/>
                  </a:cubicBezTo>
                  <a:cubicBezTo>
                    <a:pt x="495" y="108"/>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 name="Google Shape;1317;p2"/>
            <p:cNvSpPr/>
            <p:nvPr/>
          </p:nvSpPr>
          <p:spPr>
            <a:xfrm>
              <a:off x="3156125" y="4779625"/>
              <a:ext cx="12600" cy="12400"/>
            </a:xfrm>
            <a:custGeom>
              <a:avLst/>
              <a:gdLst/>
              <a:ahLst/>
              <a:cxnLst/>
              <a:rect l="l" t="t" r="r" b="b"/>
              <a:pathLst>
                <a:path w="504" h="496" extrusionOk="0">
                  <a:moveTo>
                    <a:pt x="252" y="0"/>
                  </a:moveTo>
                  <a:cubicBezTo>
                    <a:pt x="116" y="0"/>
                    <a:pt x="1" y="108"/>
                    <a:pt x="1" y="251"/>
                  </a:cubicBezTo>
                  <a:cubicBezTo>
                    <a:pt x="1" y="387"/>
                    <a:pt x="116" y="496"/>
                    <a:pt x="252" y="496"/>
                  </a:cubicBezTo>
                  <a:cubicBezTo>
                    <a:pt x="388" y="496"/>
                    <a:pt x="503" y="387"/>
                    <a:pt x="503" y="251"/>
                  </a:cubicBezTo>
                  <a:cubicBezTo>
                    <a:pt x="503"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 name="Google Shape;1318;p2"/>
            <p:cNvSpPr/>
            <p:nvPr/>
          </p:nvSpPr>
          <p:spPr>
            <a:xfrm>
              <a:off x="3247875" y="4779625"/>
              <a:ext cx="12575" cy="12400"/>
            </a:xfrm>
            <a:custGeom>
              <a:avLst/>
              <a:gdLst/>
              <a:ahLst/>
              <a:cxnLst/>
              <a:rect l="l" t="t" r="r" b="b"/>
              <a:pathLst>
                <a:path w="503" h="496" extrusionOk="0">
                  <a:moveTo>
                    <a:pt x="252" y="0"/>
                  </a:moveTo>
                  <a:cubicBezTo>
                    <a:pt x="116" y="0"/>
                    <a:pt x="1" y="108"/>
                    <a:pt x="1" y="251"/>
                  </a:cubicBezTo>
                  <a:cubicBezTo>
                    <a:pt x="1" y="387"/>
                    <a:pt x="116" y="496"/>
                    <a:pt x="252" y="496"/>
                  </a:cubicBezTo>
                  <a:cubicBezTo>
                    <a:pt x="388" y="496"/>
                    <a:pt x="503" y="387"/>
                    <a:pt x="503" y="251"/>
                  </a:cubicBezTo>
                  <a:cubicBezTo>
                    <a:pt x="503"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 name="Google Shape;1319;p2"/>
            <p:cNvSpPr/>
            <p:nvPr/>
          </p:nvSpPr>
          <p:spPr>
            <a:xfrm>
              <a:off x="3339850" y="4779625"/>
              <a:ext cx="12525" cy="12400"/>
            </a:xfrm>
            <a:custGeom>
              <a:avLst/>
              <a:gdLst/>
              <a:ahLst/>
              <a:cxnLst/>
              <a:rect l="l" t="t" r="r" b="b"/>
              <a:pathLst>
                <a:path w="501" h="496" extrusionOk="0">
                  <a:moveTo>
                    <a:pt x="251" y="0"/>
                  </a:moveTo>
                  <a:cubicBezTo>
                    <a:pt x="107" y="0"/>
                    <a:pt x="0" y="108"/>
                    <a:pt x="0" y="251"/>
                  </a:cubicBezTo>
                  <a:cubicBezTo>
                    <a:pt x="0" y="387"/>
                    <a:pt x="107" y="496"/>
                    <a:pt x="251" y="496"/>
                  </a:cubicBezTo>
                  <a:cubicBezTo>
                    <a:pt x="387" y="496"/>
                    <a:pt x="501" y="387"/>
                    <a:pt x="501" y="251"/>
                  </a:cubicBezTo>
                  <a:cubicBezTo>
                    <a:pt x="501" y="108"/>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 name="Google Shape;1320;p2"/>
            <p:cNvSpPr/>
            <p:nvPr/>
          </p:nvSpPr>
          <p:spPr>
            <a:xfrm>
              <a:off x="3431575" y="4779625"/>
              <a:ext cx="12600" cy="12400"/>
            </a:xfrm>
            <a:custGeom>
              <a:avLst/>
              <a:gdLst/>
              <a:ahLst/>
              <a:cxnLst/>
              <a:rect l="l" t="t" r="r" b="b"/>
              <a:pathLst>
                <a:path w="504" h="496" extrusionOk="0">
                  <a:moveTo>
                    <a:pt x="252" y="0"/>
                  </a:moveTo>
                  <a:cubicBezTo>
                    <a:pt x="116" y="0"/>
                    <a:pt x="1" y="108"/>
                    <a:pt x="1" y="251"/>
                  </a:cubicBezTo>
                  <a:cubicBezTo>
                    <a:pt x="1" y="387"/>
                    <a:pt x="116" y="496"/>
                    <a:pt x="252" y="496"/>
                  </a:cubicBezTo>
                  <a:cubicBezTo>
                    <a:pt x="388" y="496"/>
                    <a:pt x="503" y="387"/>
                    <a:pt x="503" y="251"/>
                  </a:cubicBezTo>
                  <a:cubicBezTo>
                    <a:pt x="503"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321;p2"/>
            <p:cNvSpPr/>
            <p:nvPr/>
          </p:nvSpPr>
          <p:spPr>
            <a:xfrm>
              <a:off x="3523550" y="4779625"/>
              <a:ext cx="12375" cy="12400"/>
            </a:xfrm>
            <a:custGeom>
              <a:avLst/>
              <a:gdLst/>
              <a:ahLst/>
              <a:cxnLst/>
              <a:rect l="l" t="t" r="r" b="b"/>
              <a:pathLst>
                <a:path w="495" h="496" extrusionOk="0">
                  <a:moveTo>
                    <a:pt x="250" y="0"/>
                  </a:moveTo>
                  <a:cubicBezTo>
                    <a:pt x="107" y="0"/>
                    <a:pt x="0" y="108"/>
                    <a:pt x="0" y="251"/>
                  </a:cubicBezTo>
                  <a:cubicBezTo>
                    <a:pt x="0" y="387"/>
                    <a:pt x="107" y="496"/>
                    <a:pt x="250" y="496"/>
                  </a:cubicBezTo>
                  <a:cubicBezTo>
                    <a:pt x="388" y="496"/>
                    <a:pt x="494" y="387"/>
                    <a:pt x="494" y="251"/>
                  </a:cubicBezTo>
                  <a:cubicBezTo>
                    <a:pt x="494" y="108"/>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2"/>
            <p:cNvSpPr/>
            <p:nvPr/>
          </p:nvSpPr>
          <p:spPr>
            <a:xfrm>
              <a:off x="676400" y="48714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 name="Google Shape;1323;p2"/>
            <p:cNvSpPr/>
            <p:nvPr/>
          </p:nvSpPr>
          <p:spPr>
            <a:xfrm>
              <a:off x="768325" y="4871400"/>
              <a:ext cx="12400" cy="12550"/>
            </a:xfrm>
            <a:custGeom>
              <a:avLst/>
              <a:gdLst/>
              <a:ahLst/>
              <a:cxnLst/>
              <a:rect l="l" t="t" r="r" b="b"/>
              <a:pathLst>
                <a:path w="496" h="502" extrusionOk="0">
                  <a:moveTo>
                    <a:pt x="245" y="1"/>
                  </a:moveTo>
                  <a:cubicBezTo>
                    <a:pt x="109" y="1"/>
                    <a:pt x="0" y="114"/>
                    <a:pt x="0" y="252"/>
                  </a:cubicBezTo>
                  <a:cubicBezTo>
                    <a:pt x="0" y="388"/>
                    <a:pt x="109" y="501"/>
                    <a:pt x="245" y="501"/>
                  </a:cubicBezTo>
                  <a:cubicBezTo>
                    <a:pt x="388" y="501"/>
                    <a:pt x="496" y="388"/>
                    <a:pt x="496" y="252"/>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 name="Google Shape;1324;p2"/>
            <p:cNvSpPr/>
            <p:nvPr/>
          </p:nvSpPr>
          <p:spPr>
            <a:xfrm>
              <a:off x="860125" y="4871400"/>
              <a:ext cx="12525" cy="12550"/>
            </a:xfrm>
            <a:custGeom>
              <a:avLst/>
              <a:gdLst/>
              <a:ahLst/>
              <a:cxnLst/>
              <a:rect l="l" t="t" r="r" b="b"/>
              <a:pathLst>
                <a:path w="501" h="502" extrusionOk="0">
                  <a:moveTo>
                    <a:pt x="251" y="1"/>
                  </a:moveTo>
                  <a:cubicBezTo>
                    <a:pt x="114" y="1"/>
                    <a:pt x="0" y="114"/>
                    <a:pt x="0" y="252"/>
                  </a:cubicBezTo>
                  <a:cubicBezTo>
                    <a:pt x="0" y="388"/>
                    <a:pt x="114" y="501"/>
                    <a:pt x="251" y="501"/>
                  </a:cubicBezTo>
                  <a:cubicBezTo>
                    <a:pt x="387" y="501"/>
                    <a:pt x="501" y="388"/>
                    <a:pt x="501" y="252"/>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25;p2"/>
            <p:cNvSpPr/>
            <p:nvPr/>
          </p:nvSpPr>
          <p:spPr>
            <a:xfrm>
              <a:off x="951850" y="48714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 name="Google Shape;1326;p2"/>
            <p:cNvSpPr/>
            <p:nvPr/>
          </p:nvSpPr>
          <p:spPr>
            <a:xfrm>
              <a:off x="1043825" y="4871400"/>
              <a:ext cx="12375" cy="12550"/>
            </a:xfrm>
            <a:custGeom>
              <a:avLst/>
              <a:gdLst/>
              <a:ahLst/>
              <a:cxnLst/>
              <a:rect l="l" t="t" r="r" b="b"/>
              <a:pathLst>
                <a:path w="495" h="502" extrusionOk="0">
                  <a:moveTo>
                    <a:pt x="250" y="1"/>
                  </a:moveTo>
                  <a:cubicBezTo>
                    <a:pt x="107" y="1"/>
                    <a:pt x="0" y="114"/>
                    <a:pt x="0" y="252"/>
                  </a:cubicBezTo>
                  <a:cubicBezTo>
                    <a:pt x="0" y="388"/>
                    <a:pt x="107" y="501"/>
                    <a:pt x="250" y="501"/>
                  </a:cubicBezTo>
                  <a:cubicBezTo>
                    <a:pt x="388" y="501"/>
                    <a:pt x="494" y="388"/>
                    <a:pt x="494" y="252"/>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 name="Google Shape;1327;p2"/>
            <p:cNvSpPr/>
            <p:nvPr/>
          </p:nvSpPr>
          <p:spPr>
            <a:xfrm>
              <a:off x="1135575" y="4871400"/>
              <a:ext cx="12575" cy="12550"/>
            </a:xfrm>
            <a:custGeom>
              <a:avLst/>
              <a:gdLst/>
              <a:ahLst/>
              <a:cxnLst/>
              <a:rect l="l" t="t" r="r" b="b"/>
              <a:pathLst>
                <a:path w="503" h="502" extrusionOk="0">
                  <a:moveTo>
                    <a:pt x="252" y="1"/>
                  </a:moveTo>
                  <a:cubicBezTo>
                    <a:pt x="116" y="1"/>
                    <a:pt x="0" y="114"/>
                    <a:pt x="0" y="252"/>
                  </a:cubicBezTo>
                  <a:cubicBezTo>
                    <a:pt x="0" y="388"/>
                    <a:pt x="116" y="501"/>
                    <a:pt x="252" y="501"/>
                  </a:cubicBezTo>
                  <a:cubicBezTo>
                    <a:pt x="387" y="501"/>
                    <a:pt x="503" y="388"/>
                    <a:pt x="503" y="252"/>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28;p2"/>
            <p:cNvSpPr/>
            <p:nvPr/>
          </p:nvSpPr>
          <p:spPr>
            <a:xfrm>
              <a:off x="1227500" y="4871400"/>
              <a:ext cx="12400" cy="12550"/>
            </a:xfrm>
            <a:custGeom>
              <a:avLst/>
              <a:gdLst/>
              <a:ahLst/>
              <a:cxnLst/>
              <a:rect l="l" t="t" r="r" b="b"/>
              <a:pathLst>
                <a:path w="496" h="502" extrusionOk="0">
                  <a:moveTo>
                    <a:pt x="251" y="1"/>
                  </a:moveTo>
                  <a:cubicBezTo>
                    <a:pt x="109" y="1"/>
                    <a:pt x="0" y="114"/>
                    <a:pt x="0" y="252"/>
                  </a:cubicBezTo>
                  <a:cubicBezTo>
                    <a:pt x="0" y="388"/>
                    <a:pt x="109" y="501"/>
                    <a:pt x="251" y="501"/>
                  </a:cubicBezTo>
                  <a:cubicBezTo>
                    <a:pt x="387" y="501"/>
                    <a:pt x="496" y="388"/>
                    <a:pt x="496" y="252"/>
                  </a:cubicBezTo>
                  <a:cubicBezTo>
                    <a:pt x="496"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2"/>
            <p:cNvSpPr/>
            <p:nvPr/>
          </p:nvSpPr>
          <p:spPr>
            <a:xfrm>
              <a:off x="1319275" y="4871400"/>
              <a:ext cx="12550" cy="12550"/>
            </a:xfrm>
            <a:custGeom>
              <a:avLst/>
              <a:gdLst/>
              <a:ahLst/>
              <a:cxnLst/>
              <a:rect l="l" t="t" r="r" b="b"/>
              <a:pathLst>
                <a:path w="502" h="502" extrusionOk="0">
                  <a:moveTo>
                    <a:pt x="252" y="1"/>
                  </a:moveTo>
                  <a:cubicBezTo>
                    <a:pt x="114" y="1"/>
                    <a:pt x="1" y="114"/>
                    <a:pt x="1" y="252"/>
                  </a:cubicBezTo>
                  <a:cubicBezTo>
                    <a:pt x="1" y="388"/>
                    <a:pt x="114" y="501"/>
                    <a:pt x="252" y="501"/>
                  </a:cubicBezTo>
                  <a:cubicBezTo>
                    <a:pt x="388" y="501"/>
                    <a:pt x="501" y="388"/>
                    <a:pt x="501" y="252"/>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330;p2"/>
            <p:cNvSpPr/>
            <p:nvPr/>
          </p:nvSpPr>
          <p:spPr>
            <a:xfrm>
              <a:off x="1411200" y="4871400"/>
              <a:ext cx="12425" cy="12550"/>
            </a:xfrm>
            <a:custGeom>
              <a:avLst/>
              <a:gdLst/>
              <a:ahLst/>
              <a:cxnLst/>
              <a:rect l="l" t="t" r="r" b="b"/>
              <a:pathLst>
                <a:path w="497" h="502" extrusionOk="0">
                  <a:moveTo>
                    <a:pt x="245" y="1"/>
                  </a:moveTo>
                  <a:cubicBezTo>
                    <a:pt x="109" y="1"/>
                    <a:pt x="1" y="114"/>
                    <a:pt x="1" y="252"/>
                  </a:cubicBezTo>
                  <a:cubicBezTo>
                    <a:pt x="1" y="388"/>
                    <a:pt x="109" y="501"/>
                    <a:pt x="245" y="501"/>
                  </a:cubicBezTo>
                  <a:cubicBezTo>
                    <a:pt x="388" y="501"/>
                    <a:pt x="496" y="388"/>
                    <a:pt x="496" y="252"/>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 name="Google Shape;1331;p2"/>
            <p:cNvSpPr/>
            <p:nvPr/>
          </p:nvSpPr>
          <p:spPr>
            <a:xfrm>
              <a:off x="1503000" y="4871400"/>
              <a:ext cx="12525" cy="12550"/>
            </a:xfrm>
            <a:custGeom>
              <a:avLst/>
              <a:gdLst/>
              <a:ahLst/>
              <a:cxnLst/>
              <a:rect l="l" t="t" r="r" b="b"/>
              <a:pathLst>
                <a:path w="501" h="502" extrusionOk="0">
                  <a:moveTo>
                    <a:pt x="250" y="1"/>
                  </a:moveTo>
                  <a:cubicBezTo>
                    <a:pt x="114" y="1"/>
                    <a:pt x="0" y="114"/>
                    <a:pt x="0" y="252"/>
                  </a:cubicBezTo>
                  <a:cubicBezTo>
                    <a:pt x="0" y="388"/>
                    <a:pt x="114" y="501"/>
                    <a:pt x="250" y="501"/>
                  </a:cubicBezTo>
                  <a:cubicBezTo>
                    <a:pt x="387" y="501"/>
                    <a:pt x="501" y="388"/>
                    <a:pt x="501" y="252"/>
                  </a:cubicBezTo>
                  <a:cubicBezTo>
                    <a:pt x="501" y="114"/>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 name="Google Shape;1332;p2"/>
            <p:cNvSpPr/>
            <p:nvPr/>
          </p:nvSpPr>
          <p:spPr>
            <a:xfrm>
              <a:off x="1594750" y="4871400"/>
              <a:ext cx="12575" cy="12550"/>
            </a:xfrm>
            <a:custGeom>
              <a:avLst/>
              <a:gdLst/>
              <a:ahLst/>
              <a:cxnLst/>
              <a:rect l="l" t="t" r="r" b="b"/>
              <a:pathLst>
                <a:path w="503" h="502" extrusionOk="0">
                  <a:moveTo>
                    <a:pt x="251" y="1"/>
                  </a:moveTo>
                  <a:cubicBezTo>
                    <a:pt x="115" y="1"/>
                    <a:pt x="0" y="114"/>
                    <a:pt x="0" y="252"/>
                  </a:cubicBezTo>
                  <a:cubicBezTo>
                    <a:pt x="0" y="388"/>
                    <a:pt x="115" y="501"/>
                    <a:pt x="251" y="501"/>
                  </a:cubicBezTo>
                  <a:cubicBezTo>
                    <a:pt x="394" y="501"/>
                    <a:pt x="503" y="388"/>
                    <a:pt x="503" y="252"/>
                  </a:cubicBezTo>
                  <a:cubicBezTo>
                    <a:pt x="503" y="114"/>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33;p2"/>
            <p:cNvSpPr/>
            <p:nvPr/>
          </p:nvSpPr>
          <p:spPr>
            <a:xfrm>
              <a:off x="1686650" y="48714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2"/>
            <p:cNvSpPr/>
            <p:nvPr/>
          </p:nvSpPr>
          <p:spPr>
            <a:xfrm>
              <a:off x="1778450" y="4871400"/>
              <a:ext cx="12550" cy="12550"/>
            </a:xfrm>
            <a:custGeom>
              <a:avLst/>
              <a:gdLst/>
              <a:ahLst/>
              <a:cxnLst/>
              <a:rect l="l" t="t" r="r" b="b"/>
              <a:pathLst>
                <a:path w="502" h="502" extrusionOk="0">
                  <a:moveTo>
                    <a:pt x="252" y="1"/>
                  </a:moveTo>
                  <a:cubicBezTo>
                    <a:pt x="114" y="1"/>
                    <a:pt x="1" y="114"/>
                    <a:pt x="1" y="252"/>
                  </a:cubicBezTo>
                  <a:cubicBezTo>
                    <a:pt x="1" y="388"/>
                    <a:pt x="114" y="501"/>
                    <a:pt x="252" y="501"/>
                  </a:cubicBezTo>
                  <a:cubicBezTo>
                    <a:pt x="388" y="501"/>
                    <a:pt x="501" y="388"/>
                    <a:pt x="501" y="252"/>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2"/>
            <p:cNvSpPr/>
            <p:nvPr/>
          </p:nvSpPr>
          <p:spPr>
            <a:xfrm>
              <a:off x="1870375" y="4871400"/>
              <a:ext cx="12400" cy="12550"/>
            </a:xfrm>
            <a:custGeom>
              <a:avLst/>
              <a:gdLst/>
              <a:ahLst/>
              <a:cxnLst/>
              <a:rect l="l" t="t" r="r" b="b"/>
              <a:pathLst>
                <a:path w="496" h="502" extrusionOk="0">
                  <a:moveTo>
                    <a:pt x="252" y="1"/>
                  </a:moveTo>
                  <a:cubicBezTo>
                    <a:pt x="109" y="1"/>
                    <a:pt x="0" y="114"/>
                    <a:pt x="0" y="252"/>
                  </a:cubicBezTo>
                  <a:cubicBezTo>
                    <a:pt x="0" y="388"/>
                    <a:pt x="109" y="501"/>
                    <a:pt x="252" y="501"/>
                  </a:cubicBezTo>
                  <a:cubicBezTo>
                    <a:pt x="387" y="501"/>
                    <a:pt x="496" y="388"/>
                    <a:pt x="496" y="252"/>
                  </a:cubicBezTo>
                  <a:cubicBezTo>
                    <a:pt x="496"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2"/>
            <p:cNvSpPr/>
            <p:nvPr/>
          </p:nvSpPr>
          <p:spPr>
            <a:xfrm>
              <a:off x="1962150" y="4871400"/>
              <a:ext cx="12550" cy="12550"/>
            </a:xfrm>
            <a:custGeom>
              <a:avLst/>
              <a:gdLst/>
              <a:ahLst/>
              <a:cxnLst/>
              <a:rect l="l" t="t" r="r" b="b"/>
              <a:pathLst>
                <a:path w="502" h="502" extrusionOk="0">
                  <a:moveTo>
                    <a:pt x="250" y="1"/>
                  </a:moveTo>
                  <a:cubicBezTo>
                    <a:pt x="114" y="1"/>
                    <a:pt x="1" y="114"/>
                    <a:pt x="1" y="252"/>
                  </a:cubicBezTo>
                  <a:cubicBezTo>
                    <a:pt x="1" y="388"/>
                    <a:pt x="114" y="501"/>
                    <a:pt x="250" y="501"/>
                  </a:cubicBezTo>
                  <a:cubicBezTo>
                    <a:pt x="388" y="501"/>
                    <a:pt x="502" y="388"/>
                    <a:pt x="502" y="252"/>
                  </a:cubicBezTo>
                  <a:cubicBezTo>
                    <a:pt x="502"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37;p2"/>
            <p:cNvSpPr/>
            <p:nvPr/>
          </p:nvSpPr>
          <p:spPr>
            <a:xfrm>
              <a:off x="2054075" y="4871400"/>
              <a:ext cx="12425" cy="12550"/>
            </a:xfrm>
            <a:custGeom>
              <a:avLst/>
              <a:gdLst/>
              <a:ahLst/>
              <a:cxnLst/>
              <a:rect l="l" t="t" r="r" b="b"/>
              <a:pathLst>
                <a:path w="497" h="502" extrusionOk="0">
                  <a:moveTo>
                    <a:pt x="252" y="1"/>
                  </a:moveTo>
                  <a:cubicBezTo>
                    <a:pt x="109" y="1"/>
                    <a:pt x="1" y="114"/>
                    <a:pt x="1" y="252"/>
                  </a:cubicBezTo>
                  <a:cubicBezTo>
                    <a:pt x="1" y="388"/>
                    <a:pt x="109" y="501"/>
                    <a:pt x="252" y="501"/>
                  </a:cubicBezTo>
                  <a:cubicBezTo>
                    <a:pt x="388" y="501"/>
                    <a:pt x="496" y="388"/>
                    <a:pt x="496" y="252"/>
                  </a:cubicBezTo>
                  <a:cubicBezTo>
                    <a:pt x="496"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338;p2"/>
            <p:cNvSpPr/>
            <p:nvPr/>
          </p:nvSpPr>
          <p:spPr>
            <a:xfrm>
              <a:off x="2145825" y="48714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339;p2"/>
            <p:cNvSpPr/>
            <p:nvPr/>
          </p:nvSpPr>
          <p:spPr>
            <a:xfrm>
              <a:off x="2237800" y="4871400"/>
              <a:ext cx="12350" cy="12550"/>
            </a:xfrm>
            <a:custGeom>
              <a:avLst/>
              <a:gdLst/>
              <a:ahLst/>
              <a:cxnLst/>
              <a:rect l="l" t="t" r="r" b="b"/>
              <a:pathLst>
                <a:path w="494" h="502" extrusionOk="0">
                  <a:moveTo>
                    <a:pt x="244" y="1"/>
                  </a:moveTo>
                  <a:cubicBezTo>
                    <a:pt x="107" y="1"/>
                    <a:pt x="0" y="114"/>
                    <a:pt x="0" y="252"/>
                  </a:cubicBezTo>
                  <a:cubicBezTo>
                    <a:pt x="0" y="388"/>
                    <a:pt x="107" y="501"/>
                    <a:pt x="244" y="501"/>
                  </a:cubicBezTo>
                  <a:cubicBezTo>
                    <a:pt x="387" y="501"/>
                    <a:pt x="494" y="388"/>
                    <a:pt x="494" y="252"/>
                  </a:cubicBezTo>
                  <a:cubicBezTo>
                    <a:pt x="494" y="114"/>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340;p2"/>
            <p:cNvSpPr/>
            <p:nvPr/>
          </p:nvSpPr>
          <p:spPr>
            <a:xfrm>
              <a:off x="2329550" y="4871400"/>
              <a:ext cx="12575" cy="12550"/>
            </a:xfrm>
            <a:custGeom>
              <a:avLst/>
              <a:gdLst/>
              <a:ahLst/>
              <a:cxnLst/>
              <a:rect l="l" t="t" r="r" b="b"/>
              <a:pathLst>
                <a:path w="503" h="502" extrusionOk="0">
                  <a:moveTo>
                    <a:pt x="251" y="1"/>
                  </a:moveTo>
                  <a:cubicBezTo>
                    <a:pt x="115" y="1"/>
                    <a:pt x="0" y="114"/>
                    <a:pt x="0" y="252"/>
                  </a:cubicBezTo>
                  <a:cubicBezTo>
                    <a:pt x="0" y="388"/>
                    <a:pt x="115" y="501"/>
                    <a:pt x="251" y="501"/>
                  </a:cubicBezTo>
                  <a:cubicBezTo>
                    <a:pt x="387" y="501"/>
                    <a:pt x="502" y="388"/>
                    <a:pt x="502" y="252"/>
                  </a:cubicBezTo>
                  <a:cubicBezTo>
                    <a:pt x="502"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2"/>
            <p:cNvSpPr/>
            <p:nvPr/>
          </p:nvSpPr>
          <p:spPr>
            <a:xfrm>
              <a:off x="2421325" y="4871400"/>
              <a:ext cx="12550" cy="12550"/>
            </a:xfrm>
            <a:custGeom>
              <a:avLst/>
              <a:gdLst/>
              <a:ahLst/>
              <a:cxnLst/>
              <a:rect l="l" t="t" r="r" b="b"/>
              <a:pathLst>
                <a:path w="502" h="502" extrusionOk="0">
                  <a:moveTo>
                    <a:pt x="250" y="1"/>
                  </a:moveTo>
                  <a:cubicBezTo>
                    <a:pt x="114" y="1"/>
                    <a:pt x="1" y="114"/>
                    <a:pt x="1" y="252"/>
                  </a:cubicBezTo>
                  <a:cubicBezTo>
                    <a:pt x="1" y="388"/>
                    <a:pt x="114" y="501"/>
                    <a:pt x="250" y="501"/>
                  </a:cubicBezTo>
                  <a:cubicBezTo>
                    <a:pt x="395" y="501"/>
                    <a:pt x="501" y="388"/>
                    <a:pt x="501" y="252"/>
                  </a:cubicBezTo>
                  <a:cubicBezTo>
                    <a:pt x="501" y="114"/>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 name="Google Shape;1342;p2"/>
            <p:cNvSpPr/>
            <p:nvPr/>
          </p:nvSpPr>
          <p:spPr>
            <a:xfrm>
              <a:off x="2513250" y="4871400"/>
              <a:ext cx="12575" cy="12550"/>
            </a:xfrm>
            <a:custGeom>
              <a:avLst/>
              <a:gdLst/>
              <a:ahLst/>
              <a:cxnLst/>
              <a:rect l="l" t="t" r="r" b="b"/>
              <a:pathLst>
                <a:path w="503" h="502" extrusionOk="0">
                  <a:moveTo>
                    <a:pt x="252" y="1"/>
                  </a:moveTo>
                  <a:cubicBezTo>
                    <a:pt x="109" y="1"/>
                    <a:pt x="0" y="114"/>
                    <a:pt x="0" y="252"/>
                  </a:cubicBezTo>
                  <a:cubicBezTo>
                    <a:pt x="0" y="388"/>
                    <a:pt x="109"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 name="Google Shape;1343;p2"/>
            <p:cNvSpPr/>
            <p:nvPr/>
          </p:nvSpPr>
          <p:spPr>
            <a:xfrm>
              <a:off x="2605000" y="4871400"/>
              <a:ext cx="12575" cy="12550"/>
            </a:xfrm>
            <a:custGeom>
              <a:avLst/>
              <a:gdLst/>
              <a:ahLst/>
              <a:cxnLst/>
              <a:rect l="l" t="t" r="r" b="b"/>
              <a:pathLst>
                <a:path w="503" h="502" extrusionOk="0">
                  <a:moveTo>
                    <a:pt x="252" y="1"/>
                  </a:moveTo>
                  <a:cubicBezTo>
                    <a:pt x="116" y="1"/>
                    <a:pt x="0" y="114"/>
                    <a:pt x="0" y="252"/>
                  </a:cubicBezTo>
                  <a:cubicBezTo>
                    <a:pt x="0" y="388"/>
                    <a:pt x="116" y="501"/>
                    <a:pt x="252" y="501"/>
                  </a:cubicBezTo>
                  <a:cubicBezTo>
                    <a:pt x="387" y="501"/>
                    <a:pt x="503" y="388"/>
                    <a:pt x="503" y="252"/>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2"/>
            <p:cNvSpPr/>
            <p:nvPr/>
          </p:nvSpPr>
          <p:spPr>
            <a:xfrm>
              <a:off x="2696950" y="4871400"/>
              <a:ext cx="12375" cy="12550"/>
            </a:xfrm>
            <a:custGeom>
              <a:avLst/>
              <a:gdLst/>
              <a:ahLst/>
              <a:cxnLst/>
              <a:rect l="l" t="t" r="r" b="b"/>
              <a:pathLst>
                <a:path w="495" h="502" extrusionOk="0">
                  <a:moveTo>
                    <a:pt x="252" y="1"/>
                  </a:moveTo>
                  <a:cubicBezTo>
                    <a:pt x="108" y="1"/>
                    <a:pt x="1" y="114"/>
                    <a:pt x="1" y="252"/>
                  </a:cubicBezTo>
                  <a:cubicBezTo>
                    <a:pt x="1" y="388"/>
                    <a:pt x="108" y="501"/>
                    <a:pt x="252" y="501"/>
                  </a:cubicBezTo>
                  <a:cubicBezTo>
                    <a:pt x="388" y="501"/>
                    <a:pt x="495" y="388"/>
                    <a:pt x="495" y="252"/>
                  </a:cubicBezTo>
                  <a:cubicBezTo>
                    <a:pt x="495"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2"/>
            <p:cNvSpPr/>
            <p:nvPr/>
          </p:nvSpPr>
          <p:spPr>
            <a:xfrm>
              <a:off x="2788700" y="48714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46;p2"/>
            <p:cNvSpPr/>
            <p:nvPr/>
          </p:nvSpPr>
          <p:spPr>
            <a:xfrm>
              <a:off x="2880675" y="4871400"/>
              <a:ext cx="12375" cy="12550"/>
            </a:xfrm>
            <a:custGeom>
              <a:avLst/>
              <a:gdLst/>
              <a:ahLst/>
              <a:cxnLst/>
              <a:rect l="l" t="t" r="r" b="b"/>
              <a:pathLst>
                <a:path w="495" h="502" extrusionOk="0">
                  <a:moveTo>
                    <a:pt x="243" y="1"/>
                  </a:moveTo>
                  <a:cubicBezTo>
                    <a:pt x="107" y="1"/>
                    <a:pt x="0" y="114"/>
                    <a:pt x="0" y="252"/>
                  </a:cubicBezTo>
                  <a:cubicBezTo>
                    <a:pt x="0" y="388"/>
                    <a:pt x="107" y="501"/>
                    <a:pt x="243" y="501"/>
                  </a:cubicBezTo>
                  <a:cubicBezTo>
                    <a:pt x="387" y="501"/>
                    <a:pt x="494" y="388"/>
                    <a:pt x="494" y="252"/>
                  </a:cubicBezTo>
                  <a:cubicBezTo>
                    <a:pt x="494" y="114"/>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2"/>
            <p:cNvSpPr/>
            <p:nvPr/>
          </p:nvSpPr>
          <p:spPr>
            <a:xfrm>
              <a:off x="2972425" y="4871400"/>
              <a:ext cx="12575" cy="12550"/>
            </a:xfrm>
            <a:custGeom>
              <a:avLst/>
              <a:gdLst/>
              <a:ahLst/>
              <a:cxnLst/>
              <a:rect l="l" t="t" r="r" b="b"/>
              <a:pathLst>
                <a:path w="503" h="502" extrusionOk="0">
                  <a:moveTo>
                    <a:pt x="251" y="1"/>
                  </a:moveTo>
                  <a:cubicBezTo>
                    <a:pt x="115" y="1"/>
                    <a:pt x="0" y="114"/>
                    <a:pt x="0" y="252"/>
                  </a:cubicBezTo>
                  <a:cubicBezTo>
                    <a:pt x="0" y="388"/>
                    <a:pt x="115" y="501"/>
                    <a:pt x="251" y="501"/>
                  </a:cubicBezTo>
                  <a:cubicBezTo>
                    <a:pt x="387" y="501"/>
                    <a:pt x="503" y="388"/>
                    <a:pt x="503" y="252"/>
                  </a:cubicBezTo>
                  <a:cubicBezTo>
                    <a:pt x="503"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 name="Google Shape;1348;p2"/>
            <p:cNvSpPr/>
            <p:nvPr/>
          </p:nvSpPr>
          <p:spPr>
            <a:xfrm>
              <a:off x="3064375" y="4871400"/>
              <a:ext cx="12375" cy="12550"/>
            </a:xfrm>
            <a:custGeom>
              <a:avLst/>
              <a:gdLst/>
              <a:ahLst/>
              <a:cxnLst/>
              <a:rect l="l" t="t" r="r" b="b"/>
              <a:pathLst>
                <a:path w="495" h="502" extrusionOk="0">
                  <a:moveTo>
                    <a:pt x="243" y="1"/>
                  </a:moveTo>
                  <a:cubicBezTo>
                    <a:pt x="107" y="1"/>
                    <a:pt x="1" y="114"/>
                    <a:pt x="1" y="252"/>
                  </a:cubicBezTo>
                  <a:cubicBezTo>
                    <a:pt x="1" y="388"/>
                    <a:pt x="107" y="501"/>
                    <a:pt x="243" y="501"/>
                  </a:cubicBezTo>
                  <a:cubicBezTo>
                    <a:pt x="388" y="501"/>
                    <a:pt x="495" y="388"/>
                    <a:pt x="495" y="252"/>
                  </a:cubicBezTo>
                  <a:cubicBezTo>
                    <a:pt x="495" y="114"/>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 name="Google Shape;1349;p2"/>
            <p:cNvSpPr/>
            <p:nvPr/>
          </p:nvSpPr>
          <p:spPr>
            <a:xfrm>
              <a:off x="3156125" y="48714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50;p2"/>
            <p:cNvSpPr/>
            <p:nvPr/>
          </p:nvSpPr>
          <p:spPr>
            <a:xfrm>
              <a:off x="3247875" y="4871400"/>
              <a:ext cx="12575" cy="12550"/>
            </a:xfrm>
            <a:custGeom>
              <a:avLst/>
              <a:gdLst/>
              <a:ahLst/>
              <a:cxnLst/>
              <a:rect l="l" t="t" r="r" b="b"/>
              <a:pathLst>
                <a:path w="503"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2"/>
            <p:cNvSpPr/>
            <p:nvPr/>
          </p:nvSpPr>
          <p:spPr>
            <a:xfrm>
              <a:off x="3339850" y="4871400"/>
              <a:ext cx="12525" cy="12550"/>
            </a:xfrm>
            <a:custGeom>
              <a:avLst/>
              <a:gdLst/>
              <a:ahLst/>
              <a:cxnLst/>
              <a:rect l="l" t="t" r="r" b="b"/>
              <a:pathLst>
                <a:path w="501" h="502" extrusionOk="0">
                  <a:moveTo>
                    <a:pt x="251" y="1"/>
                  </a:moveTo>
                  <a:cubicBezTo>
                    <a:pt x="107" y="1"/>
                    <a:pt x="0" y="114"/>
                    <a:pt x="0" y="252"/>
                  </a:cubicBezTo>
                  <a:cubicBezTo>
                    <a:pt x="0" y="388"/>
                    <a:pt x="107" y="501"/>
                    <a:pt x="251" y="501"/>
                  </a:cubicBezTo>
                  <a:cubicBezTo>
                    <a:pt x="387" y="501"/>
                    <a:pt x="501" y="388"/>
                    <a:pt x="501" y="252"/>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2"/>
            <p:cNvSpPr/>
            <p:nvPr/>
          </p:nvSpPr>
          <p:spPr>
            <a:xfrm>
              <a:off x="3431575" y="48714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2"/>
            <p:cNvSpPr/>
            <p:nvPr/>
          </p:nvSpPr>
          <p:spPr>
            <a:xfrm>
              <a:off x="3523550" y="4871400"/>
              <a:ext cx="12375" cy="12550"/>
            </a:xfrm>
            <a:custGeom>
              <a:avLst/>
              <a:gdLst/>
              <a:ahLst/>
              <a:cxnLst/>
              <a:rect l="l" t="t" r="r" b="b"/>
              <a:pathLst>
                <a:path w="495" h="502" extrusionOk="0">
                  <a:moveTo>
                    <a:pt x="250" y="1"/>
                  </a:moveTo>
                  <a:cubicBezTo>
                    <a:pt x="107" y="1"/>
                    <a:pt x="0" y="114"/>
                    <a:pt x="0" y="252"/>
                  </a:cubicBezTo>
                  <a:cubicBezTo>
                    <a:pt x="0" y="388"/>
                    <a:pt x="107" y="501"/>
                    <a:pt x="250" y="501"/>
                  </a:cubicBezTo>
                  <a:cubicBezTo>
                    <a:pt x="388" y="501"/>
                    <a:pt x="494" y="388"/>
                    <a:pt x="494" y="252"/>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2"/>
            <p:cNvSpPr/>
            <p:nvPr/>
          </p:nvSpPr>
          <p:spPr>
            <a:xfrm>
              <a:off x="676400" y="49633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2"/>
            <p:cNvSpPr/>
            <p:nvPr/>
          </p:nvSpPr>
          <p:spPr>
            <a:xfrm>
              <a:off x="768325" y="4963325"/>
              <a:ext cx="12400" cy="12400"/>
            </a:xfrm>
            <a:custGeom>
              <a:avLst/>
              <a:gdLst/>
              <a:ahLst/>
              <a:cxnLst/>
              <a:rect l="l" t="t" r="r" b="b"/>
              <a:pathLst>
                <a:path w="496" h="496" extrusionOk="0">
                  <a:moveTo>
                    <a:pt x="245" y="0"/>
                  </a:moveTo>
                  <a:cubicBezTo>
                    <a:pt x="109" y="0"/>
                    <a:pt x="0" y="109"/>
                    <a:pt x="0" y="245"/>
                  </a:cubicBezTo>
                  <a:cubicBezTo>
                    <a:pt x="0" y="388"/>
                    <a:pt x="109" y="496"/>
                    <a:pt x="245" y="496"/>
                  </a:cubicBezTo>
                  <a:cubicBezTo>
                    <a:pt x="388" y="496"/>
                    <a:pt x="496" y="388"/>
                    <a:pt x="496" y="245"/>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2"/>
            <p:cNvSpPr/>
            <p:nvPr/>
          </p:nvSpPr>
          <p:spPr>
            <a:xfrm>
              <a:off x="860125" y="4963325"/>
              <a:ext cx="12525" cy="12400"/>
            </a:xfrm>
            <a:custGeom>
              <a:avLst/>
              <a:gdLst/>
              <a:ahLst/>
              <a:cxnLst/>
              <a:rect l="l" t="t" r="r" b="b"/>
              <a:pathLst>
                <a:path w="501" h="496" extrusionOk="0">
                  <a:moveTo>
                    <a:pt x="251" y="0"/>
                  </a:moveTo>
                  <a:cubicBezTo>
                    <a:pt x="114" y="0"/>
                    <a:pt x="0" y="109"/>
                    <a:pt x="0" y="245"/>
                  </a:cubicBezTo>
                  <a:cubicBezTo>
                    <a:pt x="0" y="388"/>
                    <a:pt x="114" y="496"/>
                    <a:pt x="251" y="496"/>
                  </a:cubicBezTo>
                  <a:cubicBezTo>
                    <a:pt x="387" y="496"/>
                    <a:pt x="501" y="388"/>
                    <a:pt x="501" y="245"/>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2"/>
            <p:cNvSpPr/>
            <p:nvPr/>
          </p:nvSpPr>
          <p:spPr>
            <a:xfrm>
              <a:off x="951850" y="49633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 name="Google Shape;1358;p2"/>
            <p:cNvSpPr/>
            <p:nvPr/>
          </p:nvSpPr>
          <p:spPr>
            <a:xfrm>
              <a:off x="1043825" y="4963325"/>
              <a:ext cx="12375" cy="12400"/>
            </a:xfrm>
            <a:custGeom>
              <a:avLst/>
              <a:gdLst/>
              <a:ahLst/>
              <a:cxnLst/>
              <a:rect l="l" t="t" r="r" b="b"/>
              <a:pathLst>
                <a:path w="495" h="496" extrusionOk="0">
                  <a:moveTo>
                    <a:pt x="250" y="0"/>
                  </a:moveTo>
                  <a:cubicBezTo>
                    <a:pt x="107" y="0"/>
                    <a:pt x="0" y="109"/>
                    <a:pt x="0" y="245"/>
                  </a:cubicBezTo>
                  <a:cubicBezTo>
                    <a:pt x="0" y="388"/>
                    <a:pt x="107" y="496"/>
                    <a:pt x="250" y="496"/>
                  </a:cubicBezTo>
                  <a:cubicBezTo>
                    <a:pt x="388" y="496"/>
                    <a:pt x="494" y="388"/>
                    <a:pt x="494" y="245"/>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 name="Google Shape;1359;p2"/>
            <p:cNvSpPr/>
            <p:nvPr/>
          </p:nvSpPr>
          <p:spPr>
            <a:xfrm>
              <a:off x="1135575" y="4963325"/>
              <a:ext cx="12575" cy="12400"/>
            </a:xfrm>
            <a:custGeom>
              <a:avLst/>
              <a:gdLst/>
              <a:ahLst/>
              <a:cxnLst/>
              <a:rect l="l" t="t" r="r" b="b"/>
              <a:pathLst>
                <a:path w="503" h="496" extrusionOk="0">
                  <a:moveTo>
                    <a:pt x="252" y="0"/>
                  </a:moveTo>
                  <a:cubicBezTo>
                    <a:pt x="116" y="0"/>
                    <a:pt x="0" y="109"/>
                    <a:pt x="0" y="245"/>
                  </a:cubicBezTo>
                  <a:cubicBezTo>
                    <a:pt x="0" y="388"/>
                    <a:pt x="116" y="496"/>
                    <a:pt x="252" y="496"/>
                  </a:cubicBezTo>
                  <a:cubicBezTo>
                    <a:pt x="387" y="496"/>
                    <a:pt x="503" y="388"/>
                    <a:pt x="503" y="245"/>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2"/>
            <p:cNvSpPr/>
            <p:nvPr/>
          </p:nvSpPr>
          <p:spPr>
            <a:xfrm>
              <a:off x="1227500" y="4963325"/>
              <a:ext cx="12400" cy="12400"/>
            </a:xfrm>
            <a:custGeom>
              <a:avLst/>
              <a:gdLst/>
              <a:ahLst/>
              <a:cxnLst/>
              <a:rect l="l" t="t" r="r" b="b"/>
              <a:pathLst>
                <a:path w="496" h="496" extrusionOk="0">
                  <a:moveTo>
                    <a:pt x="251" y="0"/>
                  </a:moveTo>
                  <a:cubicBezTo>
                    <a:pt x="109" y="0"/>
                    <a:pt x="0" y="109"/>
                    <a:pt x="0" y="245"/>
                  </a:cubicBezTo>
                  <a:cubicBezTo>
                    <a:pt x="0" y="388"/>
                    <a:pt x="109" y="496"/>
                    <a:pt x="251" y="496"/>
                  </a:cubicBezTo>
                  <a:cubicBezTo>
                    <a:pt x="387" y="496"/>
                    <a:pt x="496" y="388"/>
                    <a:pt x="496" y="245"/>
                  </a:cubicBezTo>
                  <a:cubicBezTo>
                    <a:pt x="496"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2"/>
            <p:cNvSpPr/>
            <p:nvPr/>
          </p:nvSpPr>
          <p:spPr>
            <a:xfrm>
              <a:off x="1319275" y="4963325"/>
              <a:ext cx="12550" cy="12400"/>
            </a:xfrm>
            <a:custGeom>
              <a:avLst/>
              <a:gdLst/>
              <a:ahLst/>
              <a:cxnLst/>
              <a:rect l="l" t="t" r="r" b="b"/>
              <a:pathLst>
                <a:path w="502" h="496" extrusionOk="0">
                  <a:moveTo>
                    <a:pt x="252" y="0"/>
                  </a:moveTo>
                  <a:cubicBezTo>
                    <a:pt x="114" y="0"/>
                    <a:pt x="1" y="109"/>
                    <a:pt x="1" y="245"/>
                  </a:cubicBezTo>
                  <a:cubicBezTo>
                    <a:pt x="1" y="388"/>
                    <a:pt x="114" y="496"/>
                    <a:pt x="252" y="496"/>
                  </a:cubicBezTo>
                  <a:cubicBezTo>
                    <a:pt x="388" y="496"/>
                    <a:pt x="501" y="388"/>
                    <a:pt x="501" y="245"/>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2"/>
            <p:cNvSpPr/>
            <p:nvPr/>
          </p:nvSpPr>
          <p:spPr>
            <a:xfrm>
              <a:off x="1411200" y="4963325"/>
              <a:ext cx="12425" cy="12400"/>
            </a:xfrm>
            <a:custGeom>
              <a:avLst/>
              <a:gdLst/>
              <a:ahLst/>
              <a:cxnLst/>
              <a:rect l="l" t="t" r="r" b="b"/>
              <a:pathLst>
                <a:path w="497" h="496" extrusionOk="0">
                  <a:moveTo>
                    <a:pt x="245" y="0"/>
                  </a:moveTo>
                  <a:cubicBezTo>
                    <a:pt x="109" y="0"/>
                    <a:pt x="1" y="109"/>
                    <a:pt x="1" y="245"/>
                  </a:cubicBezTo>
                  <a:cubicBezTo>
                    <a:pt x="1" y="388"/>
                    <a:pt x="109" y="496"/>
                    <a:pt x="245" y="496"/>
                  </a:cubicBezTo>
                  <a:cubicBezTo>
                    <a:pt x="388" y="496"/>
                    <a:pt x="496" y="388"/>
                    <a:pt x="496" y="245"/>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2"/>
            <p:cNvSpPr/>
            <p:nvPr/>
          </p:nvSpPr>
          <p:spPr>
            <a:xfrm>
              <a:off x="1503000" y="4963325"/>
              <a:ext cx="12525" cy="12400"/>
            </a:xfrm>
            <a:custGeom>
              <a:avLst/>
              <a:gdLst/>
              <a:ahLst/>
              <a:cxnLst/>
              <a:rect l="l" t="t" r="r" b="b"/>
              <a:pathLst>
                <a:path w="501" h="496" extrusionOk="0">
                  <a:moveTo>
                    <a:pt x="250" y="0"/>
                  </a:moveTo>
                  <a:cubicBezTo>
                    <a:pt x="114" y="0"/>
                    <a:pt x="0" y="109"/>
                    <a:pt x="0" y="245"/>
                  </a:cubicBezTo>
                  <a:cubicBezTo>
                    <a:pt x="0" y="388"/>
                    <a:pt x="114" y="496"/>
                    <a:pt x="250" y="496"/>
                  </a:cubicBezTo>
                  <a:cubicBezTo>
                    <a:pt x="387" y="496"/>
                    <a:pt x="501" y="388"/>
                    <a:pt x="501" y="245"/>
                  </a:cubicBezTo>
                  <a:cubicBezTo>
                    <a:pt x="501" y="109"/>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2"/>
            <p:cNvSpPr/>
            <p:nvPr/>
          </p:nvSpPr>
          <p:spPr>
            <a:xfrm>
              <a:off x="1594750" y="4963325"/>
              <a:ext cx="12575" cy="12400"/>
            </a:xfrm>
            <a:custGeom>
              <a:avLst/>
              <a:gdLst/>
              <a:ahLst/>
              <a:cxnLst/>
              <a:rect l="l" t="t" r="r" b="b"/>
              <a:pathLst>
                <a:path w="503" h="496" extrusionOk="0">
                  <a:moveTo>
                    <a:pt x="251" y="0"/>
                  </a:moveTo>
                  <a:cubicBezTo>
                    <a:pt x="115" y="0"/>
                    <a:pt x="0" y="109"/>
                    <a:pt x="0" y="245"/>
                  </a:cubicBezTo>
                  <a:cubicBezTo>
                    <a:pt x="0" y="388"/>
                    <a:pt x="115" y="496"/>
                    <a:pt x="251" y="496"/>
                  </a:cubicBezTo>
                  <a:cubicBezTo>
                    <a:pt x="394" y="496"/>
                    <a:pt x="503" y="388"/>
                    <a:pt x="503" y="245"/>
                  </a:cubicBezTo>
                  <a:cubicBezTo>
                    <a:pt x="503" y="109"/>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2"/>
            <p:cNvSpPr/>
            <p:nvPr/>
          </p:nvSpPr>
          <p:spPr>
            <a:xfrm>
              <a:off x="1686650" y="49633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2"/>
            <p:cNvSpPr/>
            <p:nvPr/>
          </p:nvSpPr>
          <p:spPr>
            <a:xfrm>
              <a:off x="1778450" y="4963325"/>
              <a:ext cx="12550" cy="12400"/>
            </a:xfrm>
            <a:custGeom>
              <a:avLst/>
              <a:gdLst/>
              <a:ahLst/>
              <a:cxnLst/>
              <a:rect l="l" t="t" r="r" b="b"/>
              <a:pathLst>
                <a:path w="502" h="496" extrusionOk="0">
                  <a:moveTo>
                    <a:pt x="252" y="0"/>
                  </a:moveTo>
                  <a:cubicBezTo>
                    <a:pt x="114" y="0"/>
                    <a:pt x="1" y="109"/>
                    <a:pt x="1" y="245"/>
                  </a:cubicBezTo>
                  <a:cubicBezTo>
                    <a:pt x="1" y="388"/>
                    <a:pt x="114" y="496"/>
                    <a:pt x="252" y="496"/>
                  </a:cubicBezTo>
                  <a:cubicBezTo>
                    <a:pt x="388" y="496"/>
                    <a:pt x="501" y="388"/>
                    <a:pt x="501" y="245"/>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2"/>
            <p:cNvSpPr/>
            <p:nvPr/>
          </p:nvSpPr>
          <p:spPr>
            <a:xfrm>
              <a:off x="1870375" y="4963325"/>
              <a:ext cx="12400" cy="12400"/>
            </a:xfrm>
            <a:custGeom>
              <a:avLst/>
              <a:gdLst/>
              <a:ahLst/>
              <a:cxnLst/>
              <a:rect l="l" t="t" r="r" b="b"/>
              <a:pathLst>
                <a:path w="496" h="496" extrusionOk="0">
                  <a:moveTo>
                    <a:pt x="252" y="0"/>
                  </a:moveTo>
                  <a:cubicBezTo>
                    <a:pt x="109" y="0"/>
                    <a:pt x="0" y="109"/>
                    <a:pt x="0" y="245"/>
                  </a:cubicBezTo>
                  <a:cubicBezTo>
                    <a:pt x="0" y="388"/>
                    <a:pt x="109" y="496"/>
                    <a:pt x="252" y="496"/>
                  </a:cubicBezTo>
                  <a:cubicBezTo>
                    <a:pt x="387" y="496"/>
                    <a:pt x="496" y="388"/>
                    <a:pt x="496" y="245"/>
                  </a:cubicBezTo>
                  <a:cubicBezTo>
                    <a:pt x="496"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2"/>
            <p:cNvSpPr/>
            <p:nvPr/>
          </p:nvSpPr>
          <p:spPr>
            <a:xfrm>
              <a:off x="1962150" y="4963325"/>
              <a:ext cx="12550" cy="12400"/>
            </a:xfrm>
            <a:custGeom>
              <a:avLst/>
              <a:gdLst/>
              <a:ahLst/>
              <a:cxnLst/>
              <a:rect l="l" t="t" r="r" b="b"/>
              <a:pathLst>
                <a:path w="502" h="496" extrusionOk="0">
                  <a:moveTo>
                    <a:pt x="250" y="0"/>
                  </a:moveTo>
                  <a:cubicBezTo>
                    <a:pt x="114" y="0"/>
                    <a:pt x="1" y="109"/>
                    <a:pt x="1" y="245"/>
                  </a:cubicBezTo>
                  <a:cubicBezTo>
                    <a:pt x="1" y="388"/>
                    <a:pt x="114" y="496"/>
                    <a:pt x="250" y="496"/>
                  </a:cubicBezTo>
                  <a:cubicBezTo>
                    <a:pt x="388" y="496"/>
                    <a:pt x="502" y="388"/>
                    <a:pt x="502" y="245"/>
                  </a:cubicBezTo>
                  <a:cubicBezTo>
                    <a:pt x="502"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 name="Google Shape;1369;p2"/>
            <p:cNvSpPr/>
            <p:nvPr/>
          </p:nvSpPr>
          <p:spPr>
            <a:xfrm>
              <a:off x="2054075" y="4963325"/>
              <a:ext cx="12425" cy="12400"/>
            </a:xfrm>
            <a:custGeom>
              <a:avLst/>
              <a:gdLst/>
              <a:ahLst/>
              <a:cxnLst/>
              <a:rect l="l" t="t" r="r" b="b"/>
              <a:pathLst>
                <a:path w="497" h="496" extrusionOk="0">
                  <a:moveTo>
                    <a:pt x="252" y="0"/>
                  </a:moveTo>
                  <a:cubicBezTo>
                    <a:pt x="109" y="0"/>
                    <a:pt x="1" y="109"/>
                    <a:pt x="1" y="245"/>
                  </a:cubicBezTo>
                  <a:cubicBezTo>
                    <a:pt x="1" y="388"/>
                    <a:pt x="109" y="496"/>
                    <a:pt x="252" y="496"/>
                  </a:cubicBezTo>
                  <a:cubicBezTo>
                    <a:pt x="388" y="496"/>
                    <a:pt x="496" y="388"/>
                    <a:pt x="496" y="245"/>
                  </a:cubicBezTo>
                  <a:cubicBezTo>
                    <a:pt x="496"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70;p2"/>
            <p:cNvSpPr/>
            <p:nvPr/>
          </p:nvSpPr>
          <p:spPr>
            <a:xfrm>
              <a:off x="2145825" y="49633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 name="Google Shape;1371;p2"/>
            <p:cNvSpPr/>
            <p:nvPr/>
          </p:nvSpPr>
          <p:spPr>
            <a:xfrm>
              <a:off x="2237800" y="4963325"/>
              <a:ext cx="12350" cy="12400"/>
            </a:xfrm>
            <a:custGeom>
              <a:avLst/>
              <a:gdLst/>
              <a:ahLst/>
              <a:cxnLst/>
              <a:rect l="l" t="t" r="r" b="b"/>
              <a:pathLst>
                <a:path w="494" h="496" extrusionOk="0">
                  <a:moveTo>
                    <a:pt x="244" y="0"/>
                  </a:moveTo>
                  <a:cubicBezTo>
                    <a:pt x="107" y="0"/>
                    <a:pt x="0" y="109"/>
                    <a:pt x="0" y="245"/>
                  </a:cubicBezTo>
                  <a:cubicBezTo>
                    <a:pt x="0" y="388"/>
                    <a:pt x="107" y="496"/>
                    <a:pt x="244" y="496"/>
                  </a:cubicBezTo>
                  <a:cubicBezTo>
                    <a:pt x="387" y="496"/>
                    <a:pt x="494" y="388"/>
                    <a:pt x="494" y="245"/>
                  </a:cubicBezTo>
                  <a:cubicBezTo>
                    <a:pt x="494" y="109"/>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2"/>
            <p:cNvSpPr/>
            <p:nvPr/>
          </p:nvSpPr>
          <p:spPr>
            <a:xfrm>
              <a:off x="2329550" y="4963325"/>
              <a:ext cx="12575" cy="12400"/>
            </a:xfrm>
            <a:custGeom>
              <a:avLst/>
              <a:gdLst/>
              <a:ahLst/>
              <a:cxnLst/>
              <a:rect l="l" t="t" r="r" b="b"/>
              <a:pathLst>
                <a:path w="503" h="496" extrusionOk="0">
                  <a:moveTo>
                    <a:pt x="251" y="0"/>
                  </a:moveTo>
                  <a:cubicBezTo>
                    <a:pt x="115" y="0"/>
                    <a:pt x="0" y="109"/>
                    <a:pt x="0" y="245"/>
                  </a:cubicBezTo>
                  <a:cubicBezTo>
                    <a:pt x="0" y="388"/>
                    <a:pt x="115" y="496"/>
                    <a:pt x="251" y="496"/>
                  </a:cubicBezTo>
                  <a:cubicBezTo>
                    <a:pt x="387" y="496"/>
                    <a:pt x="502" y="388"/>
                    <a:pt x="502" y="245"/>
                  </a:cubicBezTo>
                  <a:cubicBezTo>
                    <a:pt x="502"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2"/>
            <p:cNvSpPr/>
            <p:nvPr/>
          </p:nvSpPr>
          <p:spPr>
            <a:xfrm>
              <a:off x="2421325" y="4963325"/>
              <a:ext cx="12550" cy="12400"/>
            </a:xfrm>
            <a:custGeom>
              <a:avLst/>
              <a:gdLst/>
              <a:ahLst/>
              <a:cxnLst/>
              <a:rect l="l" t="t" r="r" b="b"/>
              <a:pathLst>
                <a:path w="502" h="496" extrusionOk="0">
                  <a:moveTo>
                    <a:pt x="250" y="0"/>
                  </a:moveTo>
                  <a:cubicBezTo>
                    <a:pt x="114" y="0"/>
                    <a:pt x="1" y="109"/>
                    <a:pt x="1" y="245"/>
                  </a:cubicBezTo>
                  <a:cubicBezTo>
                    <a:pt x="1" y="388"/>
                    <a:pt x="114" y="496"/>
                    <a:pt x="250" y="496"/>
                  </a:cubicBezTo>
                  <a:cubicBezTo>
                    <a:pt x="395" y="496"/>
                    <a:pt x="501" y="388"/>
                    <a:pt x="501" y="245"/>
                  </a:cubicBezTo>
                  <a:cubicBezTo>
                    <a:pt x="501" y="109"/>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 name="Google Shape;1374;p2"/>
            <p:cNvSpPr/>
            <p:nvPr/>
          </p:nvSpPr>
          <p:spPr>
            <a:xfrm>
              <a:off x="2513250" y="4963325"/>
              <a:ext cx="12575" cy="12400"/>
            </a:xfrm>
            <a:custGeom>
              <a:avLst/>
              <a:gdLst/>
              <a:ahLst/>
              <a:cxnLst/>
              <a:rect l="l" t="t" r="r" b="b"/>
              <a:pathLst>
                <a:path w="503" h="496" extrusionOk="0">
                  <a:moveTo>
                    <a:pt x="252" y="0"/>
                  </a:moveTo>
                  <a:cubicBezTo>
                    <a:pt x="109" y="0"/>
                    <a:pt x="0" y="109"/>
                    <a:pt x="0" y="245"/>
                  </a:cubicBezTo>
                  <a:cubicBezTo>
                    <a:pt x="0" y="388"/>
                    <a:pt x="109"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 name="Google Shape;1375;p2"/>
            <p:cNvSpPr/>
            <p:nvPr/>
          </p:nvSpPr>
          <p:spPr>
            <a:xfrm>
              <a:off x="2605000" y="4963325"/>
              <a:ext cx="12575" cy="12400"/>
            </a:xfrm>
            <a:custGeom>
              <a:avLst/>
              <a:gdLst/>
              <a:ahLst/>
              <a:cxnLst/>
              <a:rect l="l" t="t" r="r" b="b"/>
              <a:pathLst>
                <a:path w="503" h="496" extrusionOk="0">
                  <a:moveTo>
                    <a:pt x="252" y="0"/>
                  </a:moveTo>
                  <a:cubicBezTo>
                    <a:pt x="116" y="0"/>
                    <a:pt x="0" y="109"/>
                    <a:pt x="0" y="245"/>
                  </a:cubicBezTo>
                  <a:cubicBezTo>
                    <a:pt x="0" y="388"/>
                    <a:pt x="116" y="496"/>
                    <a:pt x="252" y="496"/>
                  </a:cubicBezTo>
                  <a:cubicBezTo>
                    <a:pt x="387" y="496"/>
                    <a:pt x="503" y="388"/>
                    <a:pt x="503" y="245"/>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2"/>
            <p:cNvSpPr/>
            <p:nvPr/>
          </p:nvSpPr>
          <p:spPr>
            <a:xfrm>
              <a:off x="2696950" y="4963325"/>
              <a:ext cx="12375" cy="12400"/>
            </a:xfrm>
            <a:custGeom>
              <a:avLst/>
              <a:gdLst/>
              <a:ahLst/>
              <a:cxnLst/>
              <a:rect l="l" t="t" r="r" b="b"/>
              <a:pathLst>
                <a:path w="495" h="496" extrusionOk="0">
                  <a:moveTo>
                    <a:pt x="252" y="0"/>
                  </a:moveTo>
                  <a:cubicBezTo>
                    <a:pt x="108" y="0"/>
                    <a:pt x="1" y="109"/>
                    <a:pt x="1" y="245"/>
                  </a:cubicBezTo>
                  <a:cubicBezTo>
                    <a:pt x="1" y="388"/>
                    <a:pt x="108" y="496"/>
                    <a:pt x="252" y="496"/>
                  </a:cubicBezTo>
                  <a:cubicBezTo>
                    <a:pt x="388" y="496"/>
                    <a:pt x="495" y="388"/>
                    <a:pt x="495" y="245"/>
                  </a:cubicBezTo>
                  <a:cubicBezTo>
                    <a:pt x="495"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2"/>
            <p:cNvSpPr/>
            <p:nvPr/>
          </p:nvSpPr>
          <p:spPr>
            <a:xfrm>
              <a:off x="2788700" y="49633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2"/>
            <p:cNvSpPr/>
            <p:nvPr/>
          </p:nvSpPr>
          <p:spPr>
            <a:xfrm>
              <a:off x="2880675" y="4963325"/>
              <a:ext cx="12375" cy="12400"/>
            </a:xfrm>
            <a:custGeom>
              <a:avLst/>
              <a:gdLst/>
              <a:ahLst/>
              <a:cxnLst/>
              <a:rect l="l" t="t" r="r" b="b"/>
              <a:pathLst>
                <a:path w="495" h="496" extrusionOk="0">
                  <a:moveTo>
                    <a:pt x="243" y="0"/>
                  </a:moveTo>
                  <a:cubicBezTo>
                    <a:pt x="107" y="0"/>
                    <a:pt x="0" y="109"/>
                    <a:pt x="0" y="245"/>
                  </a:cubicBezTo>
                  <a:cubicBezTo>
                    <a:pt x="0" y="388"/>
                    <a:pt x="107" y="496"/>
                    <a:pt x="243" y="496"/>
                  </a:cubicBezTo>
                  <a:cubicBezTo>
                    <a:pt x="387" y="496"/>
                    <a:pt x="494" y="388"/>
                    <a:pt x="494" y="245"/>
                  </a:cubicBezTo>
                  <a:cubicBezTo>
                    <a:pt x="494" y="109"/>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2"/>
            <p:cNvSpPr/>
            <p:nvPr/>
          </p:nvSpPr>
          <p:spPr>
            <a:xfrm>
              <a:off x="2972425" y="4963325"/>
              <a:ext cx="12575" cy="12400"/>
            </a:xfrm>
            <a:custGeom>
              <a:avLst/>
              <a:gdLst/>
              <a:ahLst/>
              <a:cxnLst/>
              <a:rect l="l" t="t" r="r" b="b"/>
              <a:pathLst>
                <a:path w="503" h="496" extrusionOk="0">
                  <a:moveTo>
                    <a:pt x="251" y="0"/>
                  </a:moveTo>
                  <a:cubicBezTo>
                    <a:pt x="115" y="0"/>
                    <a:pt x="0" y="109"/>
                    <a:pt x="0" y="245"/>
                  </a:cubicBezTo>
                  <a:cubicBezTo>
                    <a:pt x="0" y="388"/>
                    <a:pt x="115" y="496"/>
                    <a:pt x="251" y="496"/>
                  </a:cubicBezTo>
                  <a:cubicBezTo>
                    <a:pt x="387" y="496"/>
                    <a:pt x="503" y="388"/>
                    <a:pt x="503" y="245"/>
                  </a:cubicBezTo>
                  <a:cubicBezTo>
                    <a:pt x="503"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2"/>
            <p:cNvSpPr/>
            <p:nvPr/>
          </p:nvSpPr>
          <p:spPr>
            <a:xfrm>
              <a:off x="3064375" y="4963325"/>
              <a:ext cx="12375" cy="12400"/>
            </a:xfrm>
            <a:custGeom>
              <a:avLst/>
              <a:gdLst/>
              <a:ahLst/>
              <a:cxnLst/>
              <a:rect l="l" t="t" r="r" b="b"/>
              <a:pathLst>
                <a:path w="495" h="496" extrusionOk="0">
                  <a:moveTo>
                    <a:pt x="243" y="0"/>
                  </a:moveTo>
                  <a:cubicBezTo>
                    <a:pt x="107" y="0"/>
                    <a:pt x="1" y="109"/>
                    <a:pt x="1" y="245"/>
                  </a:cubicBezTo>
                  <a:cubicBezTo>
                    <a:pt x="1" y="388"/>
                    <a:pt x="107" y="496"/>
                    <a:pt x="243" y="496"/>
                  </a:cubicBezTo>
                  <a:cubicBezTo>
                    <a:pt x="388" y="496"/>
                    <a:pt x="495" y="388"/>
                    <a:pt x="495" y="245"/>
                  </a:cubicBezTo>
                  <a:cubicBezTo>
                    <a:pt x="495" y="109"/>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 name="Google Shape;1381;p2"/>
            <p:cNvSpPr/>
            <p:nvPr/>
          </p:nvSpPr>
          <p:spPr>
            <a:xfrm>
              <a:off x="3156125" y="49633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2;p2"/>
            <p:cNvSpPr/>
            <p:nvPr/>
          </p:nvSpPr>
          <p:spPr>
            <a:xfrm>
              <a:off x="3247875" y="4963325"/>
              <a:ext cx="12575" cy="12400"/>
            </a:xfrm>
            <a:custGeom>
              <a:avLst/>
              <a:gdLst/>
              <a:ahLst/>
              <a:cxnLst/>
              <a:rect l="l" t="t" r="r" b="b"/>
              <a:pathLst>
                <a:path w="503"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2"/>
            <p:cNvSpPr/>
            <p:nvPr/>
          </p:nvSpPr>
          <p:spPr>
            <a:xfrm>
              <a:off x="3339850" y="4963325"/>
              <a:ext cx="12525" cy="12400"/>
            </a:xfrm>
            <a:custGeom>
              <a:avLst/>
              <a:gdLst/>
              <a:ahLst/>
              <a:cxnLst/>
              <a:rect l="l" t="t" r="r" b="b"/>
              <a:pathLst>
                <a:path w="501" h="496" extrusionOk="0">
                  <a:moveTo>
                    <a:pt x="251" y="0"/>
                  </a:moveTo>
                  <a:cubicBezTo>
                    <a:pt x="107" y="0"/>
                    <a:pt x="0" y="109"/>
                    <a:pt x="0" y="245"/>
                  </a:cubicBezTo>
                  <a:cubicBezTo>
                    <a:pt x="0" y="388"/>
                    <a:pt x="107" y="496"/>
                    <a:pt x="251" y="496"/>
                  </a:cubicBezTo>
                  <a:cubicBezTo>
                    <a:pt x="387" y="496"/>
                    <a:pt x="501" y="388"/>
                    <a:pt x="501" y="245"/>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4;p2"/>
            <p:cNvSpPr/>
            <p:nvPr/>
          </p:nvSpPr>
          <p:spPr>
            <a:xfrm>
              <a:off x="3431575" y="49633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 name="Google Shape;1385;p2"/>
            <p:cNvSpPr/>
            <p:nvPr/>
          </p:nvSpPr>
          <p:spPr>
            <a:xfrm>
              <a:off x="3523550" y="4963325"/>
              <a:ext cx="12375" cy="12400"/>
            </a:xfrm>
            <a:custGeom>
              <a:avLst/>
              <a:gdLst/>
              <a:ahLst/>
              <a:cxnLst/>
              <a:rect l="l" t="t" r="r" b="b"/>
              <a:pathLst>
                <a:path w="495" h="496" extrusionOk="0">
                  <a:moveTo>
                    <a:pt x="250" y="0"/>
                  </a:moveTo>
                  <a:cubicBezTo>
                    <a:pt x="107" y="0"/>
                    <a:pt x="0" y="109"/>
                    <a:pt x="0" y="245"/>
                  </a:cubicBezTo>
                  <a:cubicBezTo>
                    <a:pt x="0" y="388"/>
                    <a:pt x="107" y="496"/>
                    <a:pt x="250" y="496"/>
                  </a:cubicBezTo>
                  <a:cubicBezTo>
                    <a:pt x="388" y="496"/>
                    <a:pt x="494" y="388"/>
                    <a:pt x="494" y="245"/>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2"/>
            <p:cNvSpPr/>
            <p:nvPr/>
          </p:nvSpPr>
          <p:spPr>
            <a:xfrm>
              <a:off x="676400" y="50551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2"/>
            <p:cNvSpPr/>
            <p:nvPr/>
          </p:nvSpPr>
          <p:spPr>
            <a:xfrm>
              <a:off x="768325" y="5055125"/>
              <a:ext cx="12400" cy="12525"/>
            </a:xfrm>
            <a:custGeom>
              <a:avLst/>
              <a:gdLst/>
              <a:ahLst/>
              <a:cxnLst/>
              <a:rect l="l" t="t" r="r" b="b"/>
              <a:pathLst>
                <a:path w="496" h="501" extrusionOk="0">
                  <a:moveTo>
                    <a:pt x="245" y="0"/>
                  </a:moveTo>
                  <a:cubicBezTo>
                    <a:pt x="109" y="0"/>
                    <a:pt x="0" y="114"/>
                    <a:pt x="0" y="250"/>
                  </a:cubicBezTo>
                  <a:cubicBezTo>
                    <a:pt x="0" y="387"/>
                    <a:pt x="109" y="501"/>
                    <a:pt x="245" y="501"/>
                  </a:cubicBezTo>
                  <a:cubicBezTo>
                    <a:pt x="388" y="501"/>
                    <a:pt x="496" y="387"/>
                    <a:pt x="496" y="250"/>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2"/>
            <p:cNvSpPr/>
            <p:nvPr/>
          </p:nvSpPr>
          <p:spPr>
            <a:xfrm>
              <a:off x="860125" y="5055125"/>
              <a:ext cx="12525" cy="12525"/>
            </a:xfrm>
            <a:custGeom>
              <a:avLst/>
              <a:gdLst/>
              <a:ahLst/>
              <a:cxnLst/>
              <a:rect l="l" t="t" r="r" b="b"/>
              <a:pathLst>
                <a:path w="501" h="501" extrusionOk="0">
                  <a:moveTo>
                    <a:pt x="251" y="0"/>
                  </a:moveTo>
                  <a:cubicBezTo>
                    <a:pt x="114" y="0"/>
                    <a:pt x="0" y="114"/>
                    <a:pt x="0" y="250"/>
                  </a:cubicBezTo>
                  <a:cubicBezTo>
                    <a:pt x="0" y="387"/>
                    <a:pt x="114" y="501"/>
                    <a:pt x="251" y="501"/>
                  </a:cubicBezTo>
                  <a:cubicBezTo>
                    <a:pt x="387" y="501"/>
                    <a:pt x="501" y="387"/>
                    <a:pt x="501" y="250"/>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2"/>
            <p:cNvSpPr/>
            <p:nvPr/>
          </p:nvSpPr>
          <p:spPr>
            <a:xfrm>
              <a:off x="951850" y="50551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2"/>
            <p:cNvSpPr/>
            <p:nvPr/>
          </p:nvSpPr>
          <p:spPr>
            <a:xfrm>
              <a:off x="1043825" y="5055125"/>
              <a:ext cx="12375" cy="12525"/>
            </a:xfrm>
            <a:custGeom>
              <a:avLst/>
              <a:gdLst/>
              <a:ahLst/>
              <a:cxnLst/>
              <a:rect l="l" t="t" r="r" b="b"/>
              <a:pathLst>
                <a:path w="495" h="501" extrusionOk="0">
                  <a:moveTo>
                    <a:pt x="250" y="0"/>
                  </a:moveTo>
                  <a:cubicBezTo>
                    <a:pt x="107" y="0"/>
                    <a:pt x="0" y="114"/>
                    <a:pt x="0" y="250"/>
                  </a:cubicBezTo>
                  <a:cubicBezTo>
                    <a:pt x="0" y="387"/>
                    <a:pt x="107" y="501"/>
                    <a:pt x="250" y="501"/>
                  </a:cubicBezTo>
                  <a:cubicBezTo>
                    <a:pt x="388" y="501"/>
                    <a:pt x="494" y="387"/>
                    <a:pt x="494" y="250"/>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2"/>
            <p:cNvSpPr/>
            <p:nvPr/>
          </p:nvSpPr>
          <p:spPr>
            <a:xfrm>
              <a:off x="1135575" y="5055125"/>
              <a:ext cx="12575" cy="12525"/>
            </a:xfrm>
            <a:custGeom>
              <a:avLst/>
              <a:gdLst/>
              <a:ahLst/>
              <a:cxnLst/>
              <a:rect l="l" t="t" r="r" b="b"/>
              <a:pathLst>
                <a:path w="503" h="501" extrusionOk="0">
                  <a:moveTo>
                    <a:pt x="252" y="0"/>
                  </a:moveTo>
                  <a:cubicBezTo>
                    <a:pt x="116" y="0"/>
                    <a:pt x="0" y="114"/>
                    <a:pt x="0" y="250"/>
                  </a:cubicBezTo>
                  <a:cubicBezTo>
                    <a:pt x="0" y="387"/>
                    <a:pt x="116" y="501"/>
                    <a:pt x="252" y="501"/>
                  </a:cubicBezTo>
                  <a:cubicBezTo>
                    <a:pt x="387" y="501"/>
                    <a:pt x="503" y="387"/>
                    <a:pt x="503" y="250"/>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92;p2"/>
            <p:cNvSpPr/>
            <p:nvPr/>
          </p:nvSpPr>
          <p:spPr>
            <a:xfrm>
              <a:off x="1227500" y="5055125"/>
              <a:ext cx="12400" cy="12525"/>
            </a:xfrm>
            <a:custGeom>
              <a:avLst/>
              <a:gdLst/>
              <a:ahLst/>
              <a:cxnLst/>
              <a:rect l="l" t="t" r="r" b="b"/>
              <a:pathLst>
                <a:path w="496" h="501" extrusionOk="0">
                  <a:moveTo>
                    <a:pt x="251" y="0"/>
                  </a:moveTo>
                  <a:cubicBezTo>
                    <a:pt x="109" y="0"/>
                    <a:pt x="0" y="114"/>
                    <a:pt x="0" y="250"/>
                  </a:cubicBezTo>
                  <a:cubicBezTo>
                    <a:pt x="0" y="387"/>
                    <a:pt x="109" y="501"/>
                    <a:pt x="251" y="501"/>
                  </a:cubicBezTo>
                  <a:cubicBezTo>
                    <a:pt x="387" y="501"/>
                    <a:pt x="496" y="387"/>
                    <a:pt x="496" y="250"/>
                  </a:cubicBezTo>
                  <a:cubicBezTo>
                    <a:pt x="496"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 name="Google Shape;1393;p2"/>
            <p:cNvSpPr/>
            <p:nvPr/>
          </p:nvSpPr>
          <p:spPr>
            <a:xfrm>
              <a:off x="1319275" y="5055125"/>
              <a:ext cx="12550" cy="12525"/>
            </a:xfrm>
            <a:custGeom>
              <a:avLst/>
              <a:gdLst/>
              <a:ahLst/>
              <a:cxnLst/>
              <a:rect l="l" t="t" r="r" b="b"/>
              <a:pathLst>
                <a:path w="502" h="501" extrusionOk="0">
                  <a:moveTo>
                    <a:pt x="252" y="0"/>
                  </a:moveTo>
                  <a:cubicBezTo>
                    <a:pt x="114" y="0"/>
                    <a:pt x="1" y="114"/>
                    <a:pt x="1" y="250"/>
                  </a:cubicBezTo>
                  <a:cubicBezTo>
                    <a:pt x="1" y="387"/>
                    <a:pt x="114" y="501"/>
                    <a:pt x="252" y="501"/>
                  </a:cubicBezTo>
                  <a:cubicBezTo>
                    <a:pt x="388" y="501"/>
                    <a:pt x="501" y="387"/>
                    <a:pt x="501" y="250"/>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2"/>
            <p:cNvSpPr/>
            <p:nvPr/>
          </p:nvSpPr>
          <p:spPr>
            <a:xfrm>
              <a:off x="1411200" y="5055125"/>
              <a:ext cx="12425" cy="12525"/>
            </a:xfrm>
            <a:custGeom>
              <a:avLst/>
              <a:gdLst/>
              <a:ahLst/>
              <a:cxnLst/>
              <a:rect l="l" t="t" r="r" b="b"/>
              <a:pathLst>
                <a:path w="497" h="501" extrusionOk="0">
                  <a:moveTo>
                    <a:pt x="245" y="0"/>
                  </a:moveTo>
                  <a:cubicBezTo>
                    <a:pt x="109" y="0"/>
                    <a:pt x="1" y="114"/>
                    <a:pt x="1" y="250"/>
                  </a:cubicBezTo>
                  <a:cubicBezTo>
                    <a:pt x="1" y="387"/>
                    <a:pt x="109" y="501"/>
                    <a:pt x="245" y="501"/>
                  </a:cubicBezTo>
                  <a:cubicBezTo>
                    <a:pt x="388" y="501"/>
                    <a:pt x="496" y="387"/>
                    <a:pt x="496" y="250"/>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2"/>
            <p:cNvSpPr/>
            <p:nvPr/>
          </p:nvSpPr>
          <p:spPr>
            <a:xfrm>
              <a:off x="1503000" y="5055125"/>
              <a:ext cx="12525" cy="12525"/>
            </a:xfrm>
            <a:custGeom>
              <a:avLst/>
              <a:gdLst/>
              <a:ahLst/>
              <a:cxnLst/>
              <a:rect l="l" t="t" r="r" b="b"/>
              <a:pathLst>
                <a:path w="501" h="501" extrusionOk="0">
                  <a:moveTo>
                    <a:pt x="250" y="0"/>
                  </a:moveTo>
                  <a:cubicBezTo>
                    <a:pt x="114" y="0"/>
                    <a:pt x="0" y="114"/>
                    <a:pt x="0" y="250"/>
                  </a:cubicBezTo>
                  <a:cubicBezTo>
                    <a:pt x="0" y="387"/>
                    <a:pt x="114" y="501"/>
                    <a:pt x="250" y="501"/>
                  </a:cubicBezTo>
                  <a:cubicBezTo>
                    <a:pt x="387" y="501"/>
                    <a:pt x="501" y="387"/>
                    <a:pt x="501" y="250"/>
                  </a:cubicBezTo>
                  <a:cubicBezTo>
                    <a:pt x="501" y="114"/>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2"/>
            <p:cNvSpPr/>
            <p:nvPr/>
          </p:nvSpPr>
          <p:spPr>
            <a:xfrm>
              <a:off x="1594750" y="5055125"/>
              <a:ext cx="12575" cy="12525"/>
            </a:xfrm>
            <a:custGeom>
              <a:avLst/>
              <a:gdLst/>
              <a:ahLst/>
              <a:cxnLst/>
              <a:rect l="l" t="t" r="r" b="b"/>
              <a:pathLst>
                <a:path w="503" h="501" extrusionOk="0">
                  <a:moveTo>
                    <a:pt x="251" y="0"/>
                  </a:moveTo>
                  <a:cubicBezTo>
                    <a:pt x="115" y="0"/>
                    <a:pt x="0" y="114"/>
                    <a:pt x="0" y="250"/>
                  </a:cubicBezTo>
                  <a:cubicBezTo>
                    <a:pt x="0" y="387"/>
                    <a:pt x="115" y="501"/>
                    <a:pt x="251" y="501"/>
                  </a:cubicBezTo>
                  <a:cubicBezTo>
                    <a:pt x="394" y="501"/>
                    <a:pt x="503" y="387"/>
                    <a:pt x="503" y="250"/>
                  </a:cubicBezTo>
                  <a:cubicBezTo>
                    <a:pt x="503" y="114"/>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2"/>
            <p:cNvSpPr/>
            <p:nvPr/>
          </p:nvSpPr>
          <p:spPr>
            <a:xfrm>
              <a:off x="1686650" y="50551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2"/>
            <p:cNvSpPr/>
            <p:nvPr/>
          </p:nvSpPr>
          <p:spPr>
            <a:xfrm>
              <a:off x="1778450" y="5055125"/>
              <a:ext cx="12550" cy="12525"/>
            </a:xfrm>
            <a:custGeom>
              <a:avLst/>
              <a:gdLst/>
              <a:ahLst/>
              <a:cxnLst/>
              <a:rect l="l" t="t" r="r" b="b"/>
              <a:pathLst>
                <a:path w="502" h="501" extrusionOk="0">
                  <a:moveTo>
                    <a:pt x="252" y="0"/>
                  </a:moveTo>
                  <a:cubicBezTo>
                    <a:pt x="114" y="0"/>
                    <a:pt x="1" y="114"/>
                    <a:pt x="1" y="250"/>
                  </a:cubicBezTo>
                  <a:cubicBezTo>
                    <a:pt x="1" y="387"/>
                    <a:pt x="114" y="501"/>
                    <a:pt x="252" y="501"/>
                  </a:cubicBezTo>
                  <a:cubicBezTo>
                    <a:pt x="388" y="501"/>
                    <a:pt x="501" y="387"/>
                    <a:pt x="501" y="250"/>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2"/>
            <p:cNvSpPr/>
            <p:nvPr/>
          </p:nvSpPr>
          <p:spPr>
            <a:xfrm>
              <a:off x="1870375" y="5055125"/>
              <a:ext cx="12400" cy="12525"/>
            </a:xfrm>
            <a:custGeom>
              <a:avLst/>
              <a:gdLst/>
              <a:ahLst/>
              <a:cxnLst/>
              <a:rect l="l" t="t" r="r" b="b"/>
              <a:pathLst>
                <a:path w="496" h="501" extrusionOk="0">
                  <a:moveTo>
                    <a:pt x="252" y="0"/>
                  </a:moveTo>
                  <a:cubicBezTo>
                    <a:pt x="109" y="0"/>
                    <a:pt x="0" y="114"/>
                    <a:pt x="0" y="250"/>
                  </a:cubicBezTo>
                  <a:cubicBezTo>
                    <a:pt x="0" y="387"/>
                    <a:pt x="109" y="501"/>
                    <a:pt x="252" y="501"/>
                  </a:cubicBezTo>
                  <a:cubicBezTo>
                    <a:pt x="387" y="501"/>
                    <a:pt x="496" y="387"/>
                    <a:pt x="496" y="250"/>
                  </a:cubicBezTo>
                  <a:cubicBezTo>
                    <a:pt x="496"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400;p2"/>
            <p:cNvSpPr/>
            <p:nvPr/>
          </p:nvSpPr>
          <p:spPr>
            <a:xfrm>
              <a:off x="1962150" y="5055125"/>
              <a:ext cx="12550" cy="12525"/>
            </a:xfrm>
            <a:custGeom>
              <a:avLst/>
              <a:gdLst/>
              <a:ahLst/>
              <a:cxnLst/>
              <a:rect l="l" t="t" r="r" b="b"/>
              <a:pathLst>
                <a:path w="502" h="501" extrusionOk="0">
                  <a:moveTo>
                    <a:pt x="250" y="0"/>
                  </a:moveTo>
                  <a:cubicBezTo>
                    <a:pt x="114" y="0"/>
                    <a:pt x="1" y="114"/>
                    <a:pt x="1" y="250"/>
                  </a:cubicBezTo>
                  <a:cubicBezTo>
                    <a:pt x="1" y="387"/>
                    <a:pt x="114" y="501"/>
                    <a:pt x="250" y="501"/>
                  </a:cubicBezTo>
                  <a:cubicBezTo>
                    <a:pt x="388" y="501"/>
                    <a:pt x="502" y="387"/>
                    <a:pt x="502" y="250"/>
                  </a:cubicBezTo>
                  <a:cubicBezTo>
                    <a:pt x="502"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2"/>
            <p:cNvSpPr/>
            <p:nvPr/>
          </p:nvSpPr>
          <p:spPr>
            <a:xfrm>
              <a:off x="2054075" y="5055125"/>
              <a:ext cx="12425" cy="12525"/>
            </a:xfrm>
            <a:custGeom>
              <a:avLst/>
              <a:gdLst/>
              <a:ahLst/>
              <a:cxnLst/>
              <a:rect l="l" t="t" r="r" b="b"/>
              <a:pathLst>
                <a:path w="497" h="501" extrusionOk="0">
                  <a:moveTo>
                    <a:pt x="252" y="0"/>
                  </a:moveTo>
                  <a:cubicBezTo>
                    <a:pt x="109" y="0"/>
                    <a:pt x="1" y="114"/>
                    <a:pt x="1" y="250"/>
                  </a:cubicBezTo>
                  <a:cubicBezTo>
                    <a:pt x="1" y="387"/>
                    <a:pt x="109" y="501"/>
                    <a:pt x="252" y="501"/>
                  </a:cubicBezTo>
                  <a:cubicBezTo>
                    <a:pt x="388" y="501"/>
                    <a:pt x="496" y="387"/>
                    <a:pt x="496" y="250"/>
                  </a:cubicBezTo>
                  <a:cubicBezTo>
                    <a:pt x="496"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2"/>
            <p:cNvSpPr/>
            <p:nvPr/>
          </p:nvSpPr>
          <p:spPr>
            <a:xfrm>
              <a:off x="2145825" y="50551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2"/>
            <p:cNvSpPr/>
            <p:nvPr/>
          </p:nvSpPr>
          <p:spPr>
            <a:xfrm>
              <a:off x="2237800" y="5055125"/>
              <a:ext cx="12350" cy="12525"/>
            </a:xfrm>
            <a:custGeom>
              <a:avLst/>
              <a:gdLst/>
              <a:ahLst/>
              <a:cxnLst/>
              <a:rect l="l" t="t" r="r" b="b"/>
              <a:pathLst>
                <a:path w="494" h="501" extrusionOk="0">
                  <a:moveTo>
                    <a:pt x="244" y="0"/>
                  </a:moveTo>
                  <a:cubicBezTo>
                    <a:pt x="107" y="0"/>
                    <a:pt x="0" y="114"/>
                    <a:pt x="0" y="250"/>
                  </a:cubicBezTo>
                  <a:cubicBezTo>
                    <a:pt x="0" y="387"/>
                    <a:pt x="107" y="501"/>
                    <a:pt x="244" y="501"/>
                  </a:cubicBezTo>
                  <a:cubicBezTo>
                    <a:pt x="387" y="501"/>
                    <a:pt x="494" y="387"/>
                    <a:pt x="494" y="250"/>
                  </a:cubicBezTo>
                  <a:cubicBezTo>
                    <a:pt x="494" y="114"/>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2"/>
            <p:cNvSpPr/>
            <p:nvPr/>
          </p:nvSpPr>
          <p:spPr>
            <a:xfrm>
              <a:off x="2329550" y="5055125"/>
              <a:ext cx="12575" cy="12525"/>
            </a:xfrm>
            <a:custGeom>
              <a:avLst/>
              <a:gdLst/>
              <a:ahLst/>
              <a:cxnLst/>
              <a:rect l="l" t="t" r="r" b="b"/>
              <a:pathLst>
                <a:path w="503" h="501" extrusionOk="0">
                  <a:moveTo>
                    <a:pt x="251" y="0"/>
                  </a:moveTo>
                  <a:cubicBezTo>
                    <a:pt x="115" y="0"/>
                    <a:pt x="0" y="114"/>
                    <a:pt x="0" y="250"/>
                  </a:cubicBezTo>
                  <a:cubicBezTo>
                    <a:pt x="0" y="387"/>
                    <a:pt x="115" y="501"/>
                    <a:pt x="251" y="501"/>
                  </a:cubicBezTo>
                  <a:cubicBezTo>
                    <a:pt x="387" y="501"/>
                    <a:pt x="502" y="387"/>
                    <a:pt x="502" y="250"/>
                  </a:cubicBezTo>
                  <a:cubicBezTo>
                    <a:pt x="502"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2"/>
            <p:cNvSpPr/>
            <p:nvPr/>
          </p:nvSpPr>
          <p:spPr>
            <a:xfrm>
              <a:off x="2421325" y="5055125"/>
              <a:ext cx="12550" cy="12525"/>
            </a:xfrm>
            <a:custGeom>
              <a:avLst/>
              <a:gdLst/>
              <a:ahLst/>
              <a:cxnLst/>
              <a:rect l="l" t="t" r="r" b="b"/>
              <a:pathLst>
                <a:path w="502" h="501" extrusionOk="0">
                  <a:moveTo>
                    <a:pt x="250" y="0"/>
                  </a:moveTo>
                  <a:cubicBezTo>
                    <a:pt x="114" y="0"/>
                    <a:pt x="1" y="114"/>
                    <a:pt x="1" y="250"/>
                  </a:cubicBezTo>
                  <a:cubicBezTo>
                    <a:pt x="1" y="387"/>
                    <a:pt x="114" y="501"/>
                    <a:pt x="250" y="501"/>
                  </a:cubicBezTo>
                  <a:cubicBezTo>
                    <a:pt x="395" y="501"/>
                    <a:pt x="501" y="387"/>
                    <a:pt x="501" y="250"/>
                  </a:cubicBezTo>
                  <a:cubicBezTo>
                    <a:pt x="501" y="114"/>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2"/>
            <p:cNvSpPr/>
            <p:nvPr/>
          </p:nvSpPr>
          <p:spPr>
            <a:xfrm>
              <a:off x="2513250" y="5055125"/>
              <a:ext cx="12575" cy="12525"/>
            </a:xfrm>
            <a:custGeom>
              <a:avLst/>
              <a:gdLst/>
              <a:ahLst/>
              <a:cxnLst/>
              <a:rect l="l" t="t" r="r" b="b"/>
              <a:pathLst>
                <a:path w="503" h="501" extrusionOk="0">
                  <a:moveTo>
                    <a:pt x="252" y="0"/>
                  </a:moveTo>
                  <a:cubicBezTo>
                    <a:pt x="109" y="0"/>
                    <a:pt x="0" y="114"/>
                    <a:pt x="0" y="250"/>
                  </a:cubicBezTo>
                  <a:cubicBezTo>
                    <a:pt x="0" y="387"/>
                    <a:pt x="109"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2"/>
            <p:cNvSpPr/>
            <p:nvPr/>
          </p:nvSpPr>
          <p:spPr>
            <a:xfrm>
              <a:off x="2605000" y="5055125"/>
              <a:ext cx="12575" cy="12525"/>
            </a:xfrm>
            <a:custGeom>
              <a:avLst/>
              <a:gdLst/>
              <a:ahLst/>
              <a:cxnLst/>
              <a:rect l="l" t="t" r="r" b="b"/>
              <a:pathLst>
                <a:path w="503" h="501" extrusionOk="0">
                  <a:moveTo>
                    <a:pt x="252" y="0"/>
                  </a:moveTo>
                  <a:cubicBezTo>
                    <a:pt x="116" y="0"/>
                    <a:pt x="0" y="114"/>
                    <a:pt x="0" y="250"/>
                  </a:cubicBezTo>
                  <a:cubicBezTo>
                    <a:pt x="0" y="387"/>
                    <a:pt x="116" y="501"/>
                    <a:pt x="252" y="501"/>
                  </a:cubicBezTo>
                  <a:cubicBezTo>
                    <a:pt x="387" y="501"/>
                    <a:pt x="503" y="387"/>
                    <a:pt x="503" y="250"/>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 name="Google Shape;1408;p2"/>
            <p:cNvSpPr/>
            <p:nvPr/>
          </p:nvSpPr>
          <p:spPr>
            <a:xfrm>
              <a:off x="2696950" y="5055125"/>
              <a:ext cx="12375" cy="12525"/>
            </a:xfrm>
            <a:custGeom>
              <a:avLst/>
              <a:gdLst/>
              <a:ahLst/>
              <a:cxnLst/>
              <a:rect l="l" t="t" r="r" b="b"/>
              <a:pathLst>
                <a:path w="495" h="501" extrusionOk="0">
                  <a:moveTo>
                    <a:pt x="252" y="0"/>
                  </a:moveTo>
                  <a:cubicBezTo>
                    <a:pt x="108" y="0"/>
                    <a:pt x="1" y="114"/>
                    <a:pt x="1" y="250"/>
                  </a:cubicBezTo>
                  <a:cubicBezTo>
                    <a:pt x="1" y="387"/>
                    <a:pt x="108" y="501"/>
                    <a:pt x="252" y="501"/>
                  </a:cubicBezTo>
                  <a:cubicBezTo>
                    <a:pt x="388" y="501"/>
                    <a:pt x="495" y="387"/>
                    <a:pt x="495" y="250"/>
                  </a:cubicBezTo>
                  <a:cubicBezTo>
                    <a:pt x="495"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 name="Google Shape;1409;p2"/>
            <p:cNvSpPr/>
            <p:nvPr/>
          </p:nvSpPr>
          <p:spPr>
            <a:xfrm>
              <a:off x="2788700" y="50551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2"/>
            <p:cNvSpPr/>
            <p:nvPr/>
          </p:nvSpPr>
          <p:spPr>
            <a:xfrm>
              <a:off x="2880675" y="5055125"/>
              <a:ext cx="12375" cy="12525"/>
            </a:xfrm>
            <a:custGeom>
              <a:avLst/>
              <a:gdLst/>
              <a:ahLst/>
              <a:cxnLst/>
              <a:rect l="l" t="t" r="r" b="b"/>
              <a:pathLst>
                <a:path w="495" h="501" extrusionOk="0">
                  <a:moveTo>
                    <a:pt x="243" y="0"/>
                  </a:moveTo>
                  <a:cubicBezTo>
                    <a:pt x="107" y="0"/>
                    <a:pt x="0" y="114"/>
                    <a:pt x="0" y="250"/>
                  </a:cubicBezTo>
                  <a:cubicBezTo>
                    <a:pt x="0" y="387"/>
                    <a:pt x="107" y="501"/>
                    <a:pt x="243" y="501"/>
                  </a:cubicBezTo>
                  <a:cubicBezTo>
                    <a:pt x="387" y="501"/>
                    <a:pt x="494" y="387"/>
                    <a:pt x="494" y="250"/>
                  </a:cubicBezTo>
                  <a:cubicBezTo>
                    <a:pt x="494" y="114"/>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 name="Google Shape;1411;p2"/>
            <p:cNvSpPr/>
            <p:nvPr/>
          </p:nvSpPr>
          <p:spPr>
            <a:xfrm>
              <a:off x="2972425" y="5055125"/>
              <a:ext cx="12575" cy="12525"/>
            </a:xfrm>
            <a:custGeom>
              <a:avLst/>
              <a:gdLst/>
              <a:ahLst/>
              <a:cxnLst/>
              <a:rect l="l" t="t" r="r" b="b"/>
              <a:pathLst>
                <a:path w="503" h="501" extrusionOk="0">
                  <a:moveTo>
                    <a:pt x="251" y="0"/>
                  </a:moveTo>
                  <a:cubicBezTo>
                    <a:pt x="115" y="0"/>
                    <a:pt x="0" y="114"/>
                    <a:pt x="0" y="250"/>
                  </a:cubicBezTo>
                  <a:cubicBezTo>
                    <a:pt x="0" y="387"/>
                    <a:pt x="115" y="501"/>
                    <a:pt x="251" y="501"/>
                  </a:cubicBezTo>
                  <a:cubicBezTo>
                    <a:pt x="387" y="501"/>
                    <a:pt x="503" y="387"/>
                    <a:pt x="503" y="250"/>
                  </a:cubicBezTo>
                  <a:cubicBezTo>
                    <a:pt x="503"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 name="Google Shape;1412;p2"/>
            <p:cNvSpPr/>
            <p:nvPr/>
          </p:nvSpPr>
          <p:spPr>
            <a:xfrm>
              <a:off x="3064375" y="5055125"/>
              <a:ext cx="12375" cy="12525"/>
            </a:xfrm>
            <a:custGeom>
              <a:avLst/>
              <a:gdLst/>
              <a:ahLst/>
              <a:cxnLst/>
              <a:rect l="l" t="t" r="r" b="b"/>
              <a:pathLst>
                <a:path w="495" h="501" extrusionOk="0">
                  <a:moveTo>
                    <a:pt x="243" y="0"/>
                  </a:moveTo>
                  <a:cubicBezTo>
                    <a:pt x="107" y="0"/>
                    <a:pt x="1" y="114"/>
                    <a:pt x="1" y="250"/>
                  </a:cubicBezTo>
                  <a:cubicBezTo>
                    <a:pt x="1" y="387"/>
                    <a:pt x="107" y="501"/>
                    <a:pt x="243" y="501"/>
                  </a:cubicBezTo>
                  <a:cubicBezTo>
                    <a:pt x="388" y="501"/>
                    <a:pt x="495" y="387"/>
                    <a:pt x="495" y="250"/>
                  </a:cubicBezTo>
                  <a:cubicBezTo>
                    <a:pt x="495" y="114"/>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413;p2"/>
            <p:cNvSpPr/>
            <p:nvPr/>
          </p:nvSpPr>
          <p:spPr>
            <a:xfrm>
              <a:off x="3156125" y="50551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2"/>
            <p:cNvSpPr/>
            <p:nvPr/>
          </p:nvSpPr>
          <p:spPr>
            <a:xfrm>
              <a:off x="3247875" y="5055125"/>
              <a:ext cx="12575" cy="12525"/>
            </a:xfrm>
            <a:custGeom>
              <a:avLst/>
              <a:gdLst/>
              <a:ahLst/>
              <a:cxnLst/>
              <a:rect l="l" t="t" r="r" b="b"/>
              <a:pathLst>
                <a:path w="503"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415;p2"/>
            <p:cNvSpPr/>
            <p:nvPr/>
          </p:nvSpPr>
          <p:spPr>
            <a:xfrm>
              <a:off x="3339850" y="5055125"/>
              <a:ext cx="12525" cy="12525"/>
            </a:xfrm>
            <a:custGeom>
              <a:avLst/>
              <a:gdLst/>
              <a:ahLst/>
              <a:cxnLst/>
              <a:rect l="l" t="t" r="r" b="b"/>
              <a:pathLst>
                <a:path w="501" h="501" extrusionOk="0">
                  <a:moveTo>
                    <a:pt x="251" y="0"/>
                  </a:moveTo>
                  <a:cubicBezTo>
                    <a:pt x="107" y="0"/>
                    <a:pt x="0" y="114"/>
                    <a:pt x="0" y="250"/>
                  </a:cubicBezTo>
                  <a:cubicBezTo>
                    <a:pt x="0" y="387"/>
                    <a:pt x="107" y="501"/>
                    <a:pt x="251" y="501"/>
                  </a:cubicBezTo>
                  <a:cubicBezTo>
                    <a:pt x="387" y="501"/>
                    <a:pt x="501" y="387"/>
                    <a:pt x="501" y="250"/>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2"/>
            <p:cNvSpPr/>
            <p:nvPr/>
          </p:nvSpPr>
          <p:spPr>
            <a:xfrm>
              <a:off x="3431575" y="50551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 name="Google Shape;1417;p2"/>
            <p:cNvSpPr/>
            <p:nvPr/>
          </p:nvSpPr>
          <p:spPr>
            <a:xfrm>
              <a:off x="3523550" y="5055125"/>
              <a:ext cx="12375" cy="12525"/>
            </a:xfrm>
            <a:custGeom>
              <a:avLst/>
              <a:gdLst/>
              <a:ahLst/>
              <a:cxnLst/>
              <a:rect l="l" t="t" r="r" b="b"/>
              <a:pathLst>
                <a:path w="495" h="501" extrusionOk="0">
                  <a:moveTo>
                    <a:pt x="250" y="0"/>
                  </a:moveTo>
                  <a:cubicBezTo>
                    <a:pt x="107" y="0"/>
                    <a:pt x="0" y="114"/>
                    <a:pt x="0" y="250"/>
                  </a:cubicBezTo>
                  <a:cubicBezTo>
                    <a:pt x="0" y="387"/>
                    <a:pt x="107" y="501"/>
                    <a:pt x="250" y="501"/>
                  </a:cubicBezTo>
                  <a:cubicBezTo>
                    <a:pt x="388" y="501"/>
                    <a:pt x="494" y="387"/>
                    <a:pt x="494" y="250"/>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 name="Google Shape;1418;p2"/>
            <p:cNvSpPr/>
            <p:nvPr/>
          </p:nvSpPr>
          <p:spPr>
            <a:xfrm>
              <a:off x="676400" y="5147025"/>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2"/>
            <p:cNvSpPr/>
            <p:nvPr/>
          </p:nvSpPr>
          <p:spPr>
            <a:xfrm>
              <a:off x="768325" y="5147025"/>
              <a:ext cx="12400" cy="12425"/>
            </a:xfrm>
            <a:custGeom>
              <a:avLst/>
              <a:gdLst/>
              <a:ahLst/>
              <a:cxnLst/>
              <a:rect l="l" t="t" r="r" b="b"/>
              <a:pathLst>
                <a:path w="496" h="497" extrusionOk="0">
                  <a:moveTo>
                    <a:pt x="245" y="1"/>
                  </a:moveTo>
                  <a:cubicBezTo>
                    <a:pt x="109" y="1"/>
                    <a:pt x="0" y="109"/>
                    <a:pt x="0" y="245"/>
                  </a:cubicBezTo>
                  <a:cubicBezTo>
                    <a:pt x="0" y="388"/>
                    <a:pt x="109" y="496"/>
                    <a:pt x="245" y="496"/>
                  </a:cubicBezTo>
                  <a:cubicBezTo>
                    <a:pt x="388" y="496"/>
                    <a:pt x="496" y="388"/>
                    <a:pt x="496" y="245"/>
                  </a:cubicBezTo>
                  <a:cubicBezTo>
                    <a:pt x="496" y="109"/>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420;p2"/>
            <p:cNvSpPr/>
            <p:nvPr/>
          </p:nvSpPr>
          <p:spPr>
            <a:xfrm>
              <a:off x="860125" y="5147025"/>
              <a:ext cx="12525" cy="12425"/>
            </a:xfrm>
            <a:custGeom>
              <a:avLst/>
              <a:gdLst/>
              <a:ahLst/>
              <a:cxnLst/>
              <a:rect l="l" t="t" r="r" b="b"/>
              <a:pathLst>
                <a:path w="501" h="497" extrusionOk="0">
                  <a:moveTo>
                    <a:pt x="251" y="1"/>
                  </a:moveTo>
                  <a:cubicBezTo>
                    <a:pt x="114" y="1"/>
                    <a:pt x="0" y="109"/>
                    <a:pt x="0" y="245"/>
                  </a:cubicBezTo>
                  <a:cubicBezTo>
                    <a:pt x="0" y="388"/>
                    <a:pt x="114" y="496"/>
                    <a:pt x="251" y="496"/>
                  </a:cubicBezTo>
                  <a:cubicBezTo>
                    <a:pt x="387" y="496"/>
                    <a:pt x="501" y="388"/>
                    <a:pt x="501" y="245"/>
                  </a:cubicBezTo>
                  <a:cubicBezTo>
                    <a:pt x="501"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 name="Google Shape;1421;p2"/>
            <p:cNvSpPr/>
            <p:nvPr/>
          </p:nvSpPr>
          <p:spPr>
            <a:xfrm>
              <a:off x="951850" y="5147025"/>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 name="Google Shape;1422;p2"/>
            <p:cNvSpPr/>
            <p:nvPr/>
          </p:nvSpPr>
          <p:spPr>
            <a:xfrm>
              <a:off x="1043825" y="5147025"/>
              <a:ext cx="12375" cy="12425"/>
            </a:xfrm>
            <a:custGeom>
              <a:avLst/>
              <a:gdLst/>
              <a:ahLst/>
              <a:cxnLst/>
              <a:rect l="l" t="t" r="r" b="b"/>
              <a:pathLst>
                <a:path w="495" h="497" extrusionOk="0">
                  <a:moveTo>
                    <a:pt x="250" y="1"/>
                  </a:moveTo>
                  <a:cubicBezTo>
                    <a:pt x="107" y="1"/>
                    <a:pt x="0" y="109"/>
                    <a:pt x="0" y="245"/>
                  </a:cubicBezTo>
                  <a:cubicBezTo>
                    <a:pt x="0" y="388"/>
                    <a:pt x="107" y="496"/>
                    <a:pt x="250" y="496"/>
                  </a:cubicBezTo>
                  <a:cubicBezTo>
                    <a:pt x="388" y="496"/>
                    <a:pt x="494" y="388"/>
                    <a:pt x="494" y="245"/>
                  </a:cubicBezTo>
                  <a:cubicBezTo>
                    <a:pt x="494"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423;p2"/>
            <p:cNvSpPr/>
            <p:nvPr/>
          </p:nvSpPr>
          <p:spPr>
            <a:xfrm>
              <a:off x="1135575" y="5147025"/>
              <a:ext cx="12575" cy="12425"/>
            </a:xfrm>
            <a:custGeom>
              <a:avLst/>
              <a:gdLst/>
              <a:ahLst/>
              <a:cxnLst/>
              <a:rect l="l" t="t" r="r" b="b"/>
              <a:pathLst>
                <a:path w="503" h="497" extrusionOk="0">
                  <a:moveTo>
                    <a:pt x="252" y="1"/>
                  </a:moveTo>
                  <a:cubicBezTo>
                    <a:pt x="116" y="1"/>
                    <a:pt x="0" y="109"/>
                    <a:pt x="0" y="245"/>
                  </a:cubicBezTo>
                  <a:cubicBezTo>
                    <a:pt x="0" y="388"/>
                    <a:pt x="116" y="496"/>
                    <a:pt x="252" y="496"/>
                  </a:cubicBezTo>
                  <a:cubicBezTo>
                    <a:pt x="387" y="496"/>
                    <a:pt x="503" y="388"/>
                    <a:pt x="503" y="245"/>
                  </a:cubicBezTo>
                  <a:cubicBezTo>
                    <a:pt x="503"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 name="Google Shape;1424;p2"/>
            <p:cNvSpPr/>
            <p:nvPr/>
          </p:nvSpPr>
          <p:spPr>
            <a:xfrm>
              <a:off x="1227500" y="5147025"/>
              <a:ext cx="12400" cy="12425"/>
            </a:xfrm>
            <a:custGeom>
              <a:avLst/>
              <a:gdLst/>
              <a:ahLst/>
              <a:cxnLst/>
              <a:rect l="l" t="t" r="r" b="b"/>
              <a:pathLst>
                <a:path w="496" h="497" extrusionOk="0">
                  <a:moveTo>
                    <a:pt x="251" y="1"/>
                  </a:moveTo>
                  <a:cubicBezTo>
                    <a:pt x="109" y="1"/>
                    <a:pt x="0" y="109"/>
                    <a:pt x="0" y="245"/>
                  </a:cubicBezTo>
                  <a:cubicBezTo>
                    <a:pt x="0" y="388"/>
                    <a:pt x="109" y="496"/>
                    <a:pt x="251" y="496"/>
                  </a:cubicBezTo>
                  <a:cubicBezTo>
                    <a:pt x="387" y="496"/>
                    <a:pt x="496" y="388"/>
                    <a:pt x="496" y="245"/>
                  </a:cubicBezTo>
                  <a:cubicBezTo>
                    <a:pt x="496"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 name="Google Shape;1425;p2"/>
            <p:cNvSpPr/>
            <p:nvPr/>
          </p:nvSpPr>
          <p:spPr>
            <a:xfrm>
              <a:off x="1319275" y="5147025"/>
              <a:ext cx="12550" cy="12425"/>
            </a:xfrm>
            <a:custGeom>
              <a:avLst/>
              <a:gdLst/>
              <a:ahLst/>
              <a:cxnLst/>
              <a:rect l="l" t="t" r="r" b="b"/>
              <a:pathLst>
                <a:path w="502" h="497" extrusionOk="0">
                  <a:moveTo>
                    <a:pt x="252" y="1"/>
                  </a:moveTo>
                  <a:cubicBezTo>
                    <a:pt x="114" y="1"/>
                    <a:pt x="1" y="109"/>
                    <a:pt x="1" y="245"/>
                  </a:cubicBezTo>
                  <a:cubicBezTo>
                    <a:pt x="1" y="388"/>
                    <a:pt x="114" y="496"/>
                    <a:pt x="252" y="496"/>
                  </a:cubicBezTo>
                  <a:cubicBezTo>
                    <a:pt x="388" y="496"/>
                    <a:pt x="501" y="388"/>
                    <a:pt x="501" y="245"/>
                  </a:cubicBezTo>
                  <a:cubicBezTo>
                    <a:pt x="501"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2"/>
            <p:cNvSpPr/>
            <p:nvPr/>
          </p:nvSpPr>
          <p:spPr>
            <a:xfrm>
              <a:off x="1411200" y="5147025"/>
              <a:ext cx="12425" cy="12425"/>
            </a:xfrm>
            <a:custGeom>
              <a:avLst/>
              <a:gdLst/>
              <a:ahLst/>
              <a:cxnLst/>
              <a:rect l="l" t="t" r="r" b="b"/>
              <a:pathLst>
                <a:path w="497" h="497" extrusionOk="0">
                  <a:moveTo>
                    <a:pt x="245" y="1"/>
                  </a:moveTo>
                  <a:cubicBezTo>
                    <a:pt x="109" y="1"/>
                    <a:pt x="1" y="109"/>
                    <a:pt x="1" y="245"/>
                  </a:cubicBezTo>
                  <a:cubicBezTo>
                    <a:pt x="1" y="388"/>
                    <a:pt x="109" y="496"/>
                    <a:pt x="245" y="496"/>
                  </a:cubicBezTo>
                  <a:cubicBezTo>
                    <a:pt x="388" y="496"/>
                    <a:pt x="496" y="388"/>
                    <a:pt x="496" y="245"/>
                  </a:cubicBezTo>
                  <a:cubicBezTo>
                    <a:pt x="496" y="109"/>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427;p2"/>
            <p:cNvSpPr/>
            <p:nvPr/>
          </p:nvSpPr>
          <p:spPr>
            <a:xfrm>
              <a:off x="1503000" y="5147025"/>
              <a:ext cx="12525" cy="12425"/>
            </a:xfrm>
            <a:custGeom>
              <a:avLst/>
              <a:gdLst/>
              <a:ahLst/>
              <a:cxnLst/>
              <a:rect l="l" t="t" r="r" b="b"/>
              <a:pathLst>
                <a:path w="501" h="497" extrusionOk="0">
                  <a:moveTo>
                    <a:pt x="250" y="1"/>
                  </a:moveTo>
                  <a:cubicBezTo>
                    <a:pt x="114" y="1"/>
                    <a:pt x="0" y="109"/>
                    <a:pt x="0" y="245"/>
                  </a:cubicBezTo>
                  <a:cubicBezTo>
                    <a:pt x="0" y="388"/>
                    <a:pt x="114" y="496"/>
                    <a:pt x="250" y="496"/>
                  </a:cubicBezTo>
                  <a:cubicBezTo>
                    <a:pt x="387" y="496"/>
                    <a:pt x="501" y="388"/>
                    <a:pt x="501" y="245"/>
                  </a:cubicBezTo>
                  <a:cubicBezTo>
                    <a:pt x="501" y="109"/>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2"/>
            <p:cNvSpPr/>
            <p:nvPr/>
          </p:nvSpPr>
          <p:spPr>
            <a:xfrm>
              <a:off x="1594750" y="5147025"/>
              <a:ext cx="12575" cy="12425"/>
            </a:xfrm>
            <a:custGeom>
              <a:avLst/>
              <a:gdLst/>
              <a:ahLst/>
              <a:cxnLst/>
              <a:rect l="l" t="t" r="r" b="b"/>
              <a:pathLst>
                <a:path w="503" h="497" extrusionOk="0">
                  <a:moveTo>
                    <a:pt x="251" y="1"/>
                  </a:moveTo>
                  <a:cubicBezTo>
                    <a:pt x="115" y="1"/>
                    <a:pt x="0" y="109"/>
                    <a:pt x="0" y="245"/>
                  </a:cubicBezTo>
                  <a:cubicBezTo>
                    <a:pt x="0" y="388"/>
                    <a:pt x="115" y="496"/>
                    <a:pt x="251" y="496"/>
                  </a:cubicBezTo>
                  <a:cubicBezTo>
                    <a:pt x="394" y="496"/>
                    <a:pt x="503" y="388"/>
                    <a:pt x="503" y="245"/>
                  </a:cubicBezTo>
                  <a:cubicBezTo>
                    <a:pt x="503" y="109"/>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 name="Google Shape;1429;p2"/>
            <p:cNvSpPr/>
            <p:nvPr/>
          </p:nvSpPr>
          <p:spPr>
            <a:xfrm>
              <a:off x="1686650" y="5147025"/>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430;p2"/>
            <p:cNvSpPr/>
            <p:nvPr/>
          </p:nvSpPr>
          <p:spPr>
            <a:xfrm>
              <a:off x="1778450" y="5147025"/>
              <a:ext cx="12550" cy="12425"/>
            </a:xfrm>
            <a:custGeom>
              <a:avLst/>
              <a:gdLst/>
              <a:ahLst/>
              <a:cxnLst/>
              <a:rect l="l" t="t" r="r" b="b"/>
              <a:pathLst>
                <a:path w="502" h="497" extrusionOk="0">
                  <a:moveTo>
                    <a:pt x="252" y="1"/>
                  </a:moveTo>
                  <a:cubicBezTo>
                    <a:pt x="114" y="1"/>
                    <a:pt x="1" y="109"/>
                    <a:pt x="1" y="245"/>
                  </a:cubicBezTo>
                  <a:cubicBezTo>
                    <a:pt x="1" y="388"/>
                    <a:pt x="114" y="496"/>
                    <a:pt x="252" y="496"/>
                  </a:cubicBezTo>
                  <a:cubicBezTo>
                    <a:pt x="388" y="496"/>
                    <a:pt x="501" y="388"/>
                    <a:pt x="501" y="245"/>
                  </a:cubicBezTo>
                  <a:cubicBezTo>
                    <a:pt x="501"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 name="Google Shape;1431;p2"/>
            <p:cNvSpPr/>
            <p:nvPr/>
          </p:nvSpPr>
          <p:spPr>
            <a:xfrm>
              <a:off x="1870375" y="5147025"/>
              <a:ext cx="12400" cy="12425"/>
            </a:xfrm>
            <a:custGeom>
              <a:avLst/>
              <a:gdLst/>
              <a:ahLst/>
              <a:cxnLst/>
              <a:rect l="l" t="t" r="r" b="b"/>
              <a:pathLst>
                <a:path w="496" h="497" extrusionOk="0">
                  <a:moveTo>
                    <a:pt x="252" y="1"/>
                  </a:moveTo>
                  <a:cubicBezTo>
                    <a:pt x="109" y="1"/>
                    <a:pt x="0" y="109"/>
                    <a:pt x="0" y="245"/>
                  </a:cubicBezTo>
                  <a:cubicBezTo>
                    <a:pt x="0" y="388"/>
                    <a:pt x="109" y="496"/>
                    <a:pt x="252" y="496"/>
                  </a:cubicBezTo>
                  <a:cubicBezTo>
                    <a:pt x="387" y="496"/>
                    <a:pt x="496" y="388"/>
                    <a:pt x="496" y="245"/>
                  </a:cubicBezTo>
                  <a:cubicBezTo>
                    <a:pt x="496"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 name="Google Shape;1432;p2"/>
            <p:cNvSpPr/>
            <p:nvPr/>
          </p:nvSpPr>
          <p:spPr>
            <a:xfrm>
              <a:off x="1962150" y="5147025"/>
              <a:ext cx="12550" cy="12425"/>
            </a:xfrm>
            <a:custGeom>
              <a:avLst/>
              <a:gdLst/>
              <a:ahLst/>
              <a:cxnLst/>
              <a:rect l="l" t="t" r="r" b="b"/>
              <a:pathLst>
                <a:path w="502" h="497" extrusionOk="0">
                  <a:moveTo>
                    <a:pt x="250" y="1"/>
                  </a:moveTo>
                  <a:cubicBezTo>
                    <a:pt x="114" y="1"/>
                    <a:pt x="1" y="109"/>
                    <a:pt x="1" y="245"/>
                  </a:cubicBezTo>
                  <a:cubicBezTo>
                    <a:pt x="1" y="388"/>
                    <a:pt x="114" y="496"/>
                    <a:pt x="250" y="496"/>
                  </a:cubicBezTo>
                  <a:cubicBezTo>
                    <a:pt x="388" y="496"/>
                    <a:pt x="502" y="388"/>
                    <a:pt x="502" y="245"/>
                  </a:cubicBezTo>
                  <a:cubicBezTo>
                    <a:pt x="502"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 name="Google Shape;1433;p2"/>
            <p:cNvSpPr/>
            <p:nvPr/>
          </p:nvSpPr>
          <p:spPr>
            <a:xfrm>
              <a:off x="2054075" y="5147025"/>
              <a:ext cx="12425" cy="12425"/>
            </a:xfrm>
            <a:custGeom>
              <a:avLst/>
              <a:gdLst/>
              <a:ahLst/>
              <a:cxnLst/>
              <a:rect l="l" t="t" r="r" b="b"/>
              <a:pathLst>
                <a:path w="497" h="497" extrusionOk="0">
                  <a:moveTo>
                    <a:pt x="252" y="1"/>
                  </a:moveTo>
                  <a:cubicBezTo>
                    <a:pt x="109" y="1"/>
                    <a:pt x="1" y="109"/>
                    <a:pt x="1" y="245"/>
                  </a:cubicBezTo>
                  <a:cubicBezTo>
                    <a:pt x="1" y="388"/>
                    <a:pt x="109" y="496"/>
                    <a:pt x="252" y="496"/>
                  </a:cubicBezTo>
                  <a:cubicBezTo>
                    <a:pt x="388" y="496"/>
                    <a:pt x="496" y="388"/>
                    <a:pt x="496" y="245"/>
                  </a:cubicBezTo>
                  <a:cubicBezTo>
                    <a:pt x="496"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 name="Google Shape;1434;p2"/>
            <p:cNvSpPr/>
            <p:nvPr/>
          </p:nvSpPr>
          <p:spPr>
            <a:xfrm>
              <a:off x="2145825" y="5147025"/>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2"/>
            <p:cNvSpPr/>
            <p:nvPr/>
          </p:nvSpPr>
          <p:spPr>
            <a:xfrm>
              <a:off x="2237800" y="5147025"/>
              <a:ext cx="12350" cy="12425"/>
            </a:xfrm>
            <a:custGeom>
              <a:avLst/>
              <a:gdLst/>
              <a:ahLst/>
              <a:cxnLst/>
              <a:rect l="l" t="t" r="r" b="b"/>
              <a:pathLst>
                <a:path w="494" h="497" extrusionOk="0">
                  <a:moveTo>
                    <a:pt x="244" y="1"/>
                  </a:moveTo>
                  <a:cubicBezTo>
                    <a:pt x="107" y="1"/>
                    <a:pt x="0" y="109"/>
                    <a:pt x="0" y="245"/>
                  </a:cubicBezTo>
                  <a:cubicBezTo>
                    <a:pt x="0" y="388"/>
                    <a:pt x="107" y="496"/>
                    <a:pt x="244" y="496"/>
                  </a:cubicBezTo>
                  <a:cubicBezTo>
                    <a:pt x="387" y="496"/>
                    <a:pt x="494" y="388"/>
                    <a:pt x="494" y="245"/>
                  </a:cubicBezTo>
                  <a:cubicBezTo>
                    <a:pt x="494" y="109"/>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2"/>
            <p:cNvSpPr/>
            <p:nvPr/>
          </p:nvSpPr>
          <p:spPr>
            <a:xfrm>
              <a:off x="2329550" y="5147025"/>
              <a:ext cx="12575" cy="12425"/>
            </a:xfrm>
            <a:custGeom>
              <a:avLst/>
              <a:gdLst/>
              <a:ahLst/>
              <a:cxnLst/>
              <a:rect l="l" t="t" r="r" b="b"/>
              <a:pathLst>
                <a:path w="503" h="497" extrusionOk="0">
                  <a:moveTo>
                    <a:pt x="251" y="1"/>
                  </a:moveTo>
                  <a:cubicBezTo>
                    <a:pt x="115" y="1"/>
                    <a:pt x="0" y="109"/>
                    <a:pt x="0" y="245"/>
                  </a:cubicBezTo>
                  <a:cubicBezTo>
                    <a:pt x="0" y="388"/>
                    <a:pt x="115" y="496"/>
                    <a:pt x="251" y="496"/>
                  </a:cubicBezTo>
                  <a:cubicBezTo>
                    <a:pt x="387" y="496"/>
                    <a:pt x="502" y="388"/>
                    <a:pt x="502" y="245"/>
                  </a:cubicBezTo>
                  <a:cubicBezTo>
                    <a:pt x="502"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 name="Google Shape;1437;p2"/>
            <p:cNvSpPr/>
            <p:nvPr/>
          </p:nvSpPr>
          <p:spPr>
            <a:xfrm>
              <a:off x="2421325" y="5147025"/>
              <a:ext cx="12550" cy="12425"/>
            </a:xfrm>
            <a:custGeom>
              <a:avLst/>
              <a:gdLst/>
              <a:ahLst/>
              <a:cxnLst/>
              <a:rect l="l" t="t" r="r" b="b"/>
              <a:pathLst>
                <a:path w="502" h="497" extrusionOk="0">
                  <a:moveTo>
                    <a:pt x="250" y="1"/>
                  </a:moveTo>
                  <a:cubicBezTo>
                    <a:pt x="114" y="1"/>
                    <a:pt x="1" y="109"/>
                    <a:pt x="1" y="245"/>
                  </a:cubicBezTo>
                  <a:cubicBezTo>
                    <a:pt x="1" y="388"/>
                    <a:pt x="114" y="496"/>
                    <a:pt x="250" y="496"/>
                  </a:cubicBezTo>
                  <a:cubicBezTo>
                    <a:pt x="395" y="496"/>
                    <a:pt x="501" y="388"/>
                    <a:pt x="501" y="245"/>
                  </a:cubicBezTo>
                  <a:cubicBezTo>
                    <a:pt x="501" y="109"/>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2"/>
            <p:cNvSpPr/>
            <p:nvPr/>
          </p:nvSpPr>
          <p:spPr>
            <a:xfrm>
              <a:off x="2513250" y="5147025"/>
              <a:ext cx="12575" cy="12425"/>
            </a:xfrm>
            <a:custGeom>
              <a:avLst/>
              <a:gdLst/>
              <a:ahLst/>
              <a:cxnLst/>
              <a:rect l="l" t="t" r="r" b="b"/>
              <a:pathLst>
                <a:path w="503" h="497" extrusionOk="0">
                  <a:moveTo>
                    <a:pt x="252" y="1"/>
                  </a:moveTo>
                  <a:cubicBezTo>
                    <a:pt x="109" y="1"/>
                    <a:pt x="0" y="109"/>
                    <a:pt x="0" y="245"/>
                  </a:cubicBezTo>
                  <a:cubicBezTo>
                    <a:pt x="0" y="388"/>
                    <a:pt x="109"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 name="Google Shape;1439;p2"/>
            <p:cNvSpPr/>
            <p:nvPr/>
          </p:nvSpPr>
          <p:spPr>
            <a:xfrm>
              <a:off x="2605000" y="5147025"/>
              <a:ext cx="12575" cy="12425"/>
            </a:xfrm>
            <a:custGeom>
              <a:avLst/>
              <a:gdLst/>
              <a:ahLst/>
              <a:cxnLst/>
              <a:rect l="l" t="t" r="r" b="b"/>
              <a:pathLst>
                <a:path w="503" h="497" extrusionOk="0">
                  <a:moveTo>
                    <a:pt x="252" y="1"/>
                  </a:moveTo>
                  <a:cubicBezTo>
                    <a:pt x="116" y="1"/>
                    <a:pt x="0" y="109"/>
                    <a:pt x="0" y="245"/>
                  </a:cubicBezTo>
                  <a:cubicBezTo>
                    <a:pt x="0" y="388"/>
                    <a:pt x="116" y="496"/>
                    <a:pt x="252" y="496"/>
                  </a:cubicBezTo>
                  <a:cubicBezTo>
                    <a:pt x="387" y="496"/>
                    <a:pt x="503" y="388"/>
                    <a:pt x="503" y="245"/>
                  </a:cubicBezTo>
                  <a:cubicBezTo>
                    <a:pt x="503"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 name="Google Shape;1440;p2"/>
            <p:cNvSpPr/>
            <p:nvPr/>
          </p:nvSpPr>
          <p:spPr>
            <a:xfrm>
              <a:off x="2696950" y="5147025"/>
              <a:ext cx="12375" cy="12425"/>
            </a:xfrm>
            <a:custGeom>
              <a:avLst/>
              <a:gdLst/>
              <a:ahLst/>
              <a:cxnLst/>
              <a:rect l="l" t="t" r="r" b="b"/>
              <a:pathLst>
                <a:path w="495" h="497" extrusionOk="0">
                  <a:moveTo>
                    <a:pt x="252" y="1"/>
                  </a:moveTo>
                  <a:cubicBezTo>
                    <a:pt x="108" y="1"/>
                    <a:pt x="1" y="109"/>
                    <a:pt x="1" y="245"/>
                  </a:cubicBezTo>
                  <a:cubicBezTo>
                    <a:pt x="1" y="388"/>
                    <a:pt x="108" y="496"/>
                    <a:pt x="252" y="496"/>
                  </a:cubicBezTo>
                  <a:cubicBezTo>
                    <a:pt x="388" y="496"/>
                    <a:pt x="495" y="388"/>
                    <a:pt x="495" y="245"/>
                  </a:cubicBezTo>
                  <a:cubicBezTo>
                    <a:pt x="495"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2"/>
            <p:cNvSpPr/>
            <p:nvPr/>
          </p:nvSpPr>
          <p:spPr>
            <a:xfrm>
              <a:off x="2788700" y="5147025"/>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2"/>
            <p:cNvSpPr/>
            <p:nvPr/>
          </p:nvSpPr>
          <p:spPr>
            <a:xfrm>
              <a:off x="2880675" y="5147025"/>
              <a:ext cx="12375" cy="12425"/>
            </a:xfrm>
            <a:custGeom>
              <a:avLst/>
              <a:gdLst/>
              <a:ahLst/>
              <a:cxnLst/>
              <a:rect l="l" t="t" r="r" b="b"/>
              <a:pathLst>
                <a:path w="495" h="497" extrusionOk="0">
                  <a:moveTo>
                    <a:pt x="243" y="1"/>
                  </a:moveTo>
                  <a:cubicBezTo>
                    <a:pt x="107" y="1"/>
                    <a:pt x="0" y="109"/>
                    <a:pt x="0" y="245"/>
                  </a:cubicBezTo>
                  <a:cubicBezTo>
                    <a:pt x="0" y="388"/>
                    <a:pt x="107" y="496"/>
                    <a:pt x="243" y="496"/>
                  </a:cubicBezTo>
                  <a:cubicBezTo>
                    <a:pt x="387" y="496"/>
                    <a:pt x="494" y="388"/>
                    <a:pt x="494" y="245"/>
                  </a:cubicBezTo>
                  <a:cubicBezTo>
                    <a:pt x="494" y="109"/>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2"/>
            <p:cNvSpPr/>
            <p:nvPr/>
          </p:nvSpPr>
          <p:spPr>
            <a:xfrm>
              <a:off x="2972425" y="5147025"/>
              <a:ext cx="12575" cy="12425"/>
            </a:xfrm>
            <a:custGeom>
              <a:avLst/>
              <a:gdLst/>
              <a:ahLst/>
              <a:cxnLst/>
              <a:rect l="l" t="t" r="r" b="b"/>
              <a:pathLst>
                <a:path w="503" h="497" extrusionOk="0">
                  <a:moveTo>
                    <a:pt x="251" y="1"/>
                  </a:moveTo>
                  <a:cubicBezTo>
                    <a:pt x="115" y="1"/>
                    <a:pt x="0" y="109"/>
                    <a:pt x="0" y="245"/>
                  </a:cubicBezTo>
                  <a:cubicBezTo>
                    <a:pt x="0" y="388"/>
                    <a:pt x="115" y="496"/>
                    <a:pt x="251" y="496"/>
                  </a:cubicBezTo>
                  <a:cubicBezTo>
                    <a:pt x="387" y="496"/>
                    <a:pt x="503" y="388"/>
                    <a:pt x="503" y="245"/>
                  </a:cubicBezTo>
                  <a:cubicBezTo>
                    <a:pt x="503"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2"/>
            <p:cNvSpPr/>
            <p:nvPr/>
          </p:nvSpPr>
          <p:spPr>
            <a:xfrm>
              <a:off x="3064375" y="5147025"/>
              <a:ext cx="12375" cy="12425"/>
            </a:xfrm>
            <a:custGeom>
              <a:avLst/>
              <a:gdLst/>
              <a:ahLst/>
              <a:cxnLst/>
              <a:rect l="l" t="t" r="r" b="b"/>
              <a:pathLst>
                <a:path w="495" h="497" extrusionOk="0">
                  <a:moveTo>
                    <a:pt x="243" y="1"/>
                  </a:moveTo>
                  <a:cubicBezTo>
                    <a:pt x="107" y="1"/>
                    <a:pt x="1" y="109"/>
                    <a:pt x="1" y="245"/>
                  </a:cubicBezTo>
                  <a:cubicBezTo>
                    <a:pt x="1" y="388"/>
                    <a:pt x="107" y="496"/>
                    <a:pt x="243" y="496"/>
                  </a:cubicBezTo>
                  <a:cubicBezTo>
                    <a:pt x="388" y="496"/>
                    <a:pt x="495" y="388"/>
                    <a:pt x="495" y="245"/>
                  </a:cubicBezTo>
                  <a:cubicBezTo>
                    <a:pt x="495" y="109"/>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2"/>
            <p:cNvSpPr/>
            <p:nvPr/>
          </p:nvSpPr>
          <p:spPr>
            <a:xfrm>
              <a:off x="3156125" y="5147025"/>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 name="Google Shape;1446;p2"/>
            <p:cNvSpPr/>
            <p:nvPr/>
          </p:nvSpPr>
          <p:spPr>
            <a:xfrm>
              <a:off x="3247875" y="5147025"/>
              <a:ext cx="12575" cy="12425"/>
            </a:xfrm>
            <a:custGeom>
              <a:avLst/>
              <a:gdLst/>
              <a:ahLst/>
              <a:cxnLst/>
              <a:rect l="l" t="t" r="r" b="b"/>
              <a:pathLst>
                <a:path w="503"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 name="Google Shape;1447;p2"/>
            <p:cNvSpPr/>
            <p:nvPr/>
          </p:nvSpPr>
          <p:spPr>
            <a:xfrm>
              <a:off x="3339850" y="5147025"/>
              <a:ext cx="12525" cy="12425"/>
            </a:xfrm>
            <a:custGeom>
              <a:avLst/>
              <a:gdLst/>
              <a:ahLst/>
              <a:cxnLst/>
              <a:rect l="l" t="t" r="r" b="b"/>
              <a:pathLst>
                <a:path w="501" h="497" extrusionOk="0">
                  <a:moveTo>
                    <a:pt x="251" y="1"/>
                  </a:moveTo>
                  <a:cubicBezTo>
                    <a:pt x="107" y="1"/>
                    <a:pt x="0" y="109"/>
                    <a:pt x="0" y="245"/>
                  </a:cubicBezTo>
                  <a:cubicBezTo>
                    <a:pt x="0" y="388"/>
                    <a:pt x="107" y="496"/>
                    <a:pt x="251" y="496"/>
                  </a:cubicBezTo>
                  <a:cubicBezTo>
                    <a:pt x="387" y="496"/>
                    <a:pt x="501" y="388"/>
                    <a:pt x="501" y="245"/>
                  </a:cubicBezTo>
                  <a:cubicBezTo>
                    <a:pt x="501"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448;p2"/>
            <p:cNvSpPr/>
            <p:nvPr/>
          </p:nvSpPr>
          <p:spPr>
            <a:xfrm>
              <a:off x="3431575" y="5147025"/>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2"/>
            <p:cNvSpPr/>
            <p:nvPr/>
          </p:nvSpPr>
          <p:spPr>
            <a:xfrm>
              <a:off x="3523550" y="5147025"/>
              <a:ext cx="12375" cy="12425"/>
            </a:xfrm>
            <a:custGeom>
              <a:avLst/>
              <a:gdLst/>
              <a:ahLst/>
              <a:cxnLst/>
              <a:rect l="l" t="t" r="r" b="b"/>
              <a:pathLst>
                <a:path w="495" h="497" extrusionOk="0">
                  <a:moveTo>
                    <a:pt x="250" y="1"/>
                  </a:moveTo>
                  <a:cubicBezTo>
                    <a:pt x="107" y="1"/>
                    <a:pt x="0" y="109"/>
                    <a:pt x="0" y="245"/>
                  </a:cubicBezTo>
                  <a:cubicBezTo>
                    <a:pt x="0" y="388"/>
                    <a:pt x="107" y="496"/>
                    <a:pt x="250" y="496"/>
                  </a:cubicBezTo>
                  <a:cubicBezTo>
                    <a:pt x="388" y="496"/>
                    <a:pt x="494" y="388"/>
                    <a:pt x="494" y="245"/>
                  </a:cubicBezTo>
                  <a:cubicBezTo>
                    <a:pt x="494"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2"/>
            <p:cNvSpPr/>
            <p:nvPr/>
          </p:nvSpPr>
          <p:spPr>
            <a:xfrm>
              <a:off x="676400" y="52387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 name="Google Shape;1451;p2"/>
            <p:cNvSpPr/>
            <p:nvPr/>
          </p:nvSpPr>
          <p:spPr>
            <a:xfrm>
              <a:off x="768325" y="5238775"/>
              <a:ext cx="12400" cy="12600"/>
            </a:xfrm>
            <a:custGeom>
              <a:avLst/>
              <a:gdLst/>
              <a:ahLst/>
              <a:cxnLst/>
              <a:rect l="l" t="t" r="r" b="b"/>
              <a:pathLst>
                <a:path w="496" h="504"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452;p2"/>
            <p:cNvSpPr/>
            <p:nvPr/>
          </p:nvSpPr>
          <p:spPr>
            <a:xfrm>
              <a:off x="860125" y="5238775"/>
              <a:ext cx="12525" cy="12600"/>
            </a:xfrm>
            <a:custGeom>
              <a:avLst/>
              <a:gdLst/>
              <a:ahLst/>
              <a:cxnLst/>
              <a:rect l="l" t="t" r="r" b="b"/>
              <a:pathLst>
                <a:path w="501" h="504"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2"/>
            <p:cNvSpPr/>
            <p:nvPr/>
          </p:nvSpPr>
          <p:spPr>
            <a:xfrm>
              <a:off x="951850" y="52387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454;p2"/>
            <p:cNvSpPr/>
            <p:nvPr/>
          </p:nvSpPr>
          <p:spPr>
            <a:xfrm>
              <a:off x="1043825" y="5238775"/>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 name="Google Shape;1455;p2"/>
            <p:cNvSpPr/>
            <p:nvPr/>
          </p:nvSpPr>
          <p:spPr>
            <a:xfrm>
              <a:off x="1135575" y="5238775"/>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 name="Google Shape;1456;p2"/>
            <p:cNvSpPr/>
            <p:nvPr/>
          </p:nvSpPr>
          <p:spPr>
            <a:xfrm>
              <a:off x="1227500" y="5238775"/>
              <a:ext cx="12400" cy="12600"/>
            </a:xfrm>
            <a:custGeom>
              <a:avLst/>
              <a:gdLst/>
              <a:ahLst/>
              <a:cxnLst/>
              <a:rect l="l" t="t" r="r" b="b"/>
              <a:pathLst>
                <a:path w="496" h="504"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457;p2"/>
            <p:cNvSpPr/>
            <p:nvPr/>
          </p:nvSpPr>
          <p:spPr>
            <a:xfrm>
              <a:off x="1319275" y="5238775"/>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 name="Google Shape;1458;p2"/>
            <p:cNvSpPr/>
            <p:nvPr/>
          </p:nvSpPr>
          <p:spPr>
            <a:xfrm>
              <a:off x="1411200" y="5238775"/>
              <a:ext cx="12425" cy="12600"/>
            </a:xfrm>
            <a:custGeom>
              <a:avLst/>
              <a:gdLst/>
              <a:ahLst/>
              <a:cxnLst/>
              <a:rect l="l" t="t" r="r" b="b"/>
              <a:pathLst>
                <a:path w="497" h="504"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 name="Google Shape;1459;p2"/>
            <p:cNvSpPr/>
            <p:nvPr/>
          </p:nvSpPr>
          <p:spPr>
            <a:xfrm>
              <a:off x="1503000" y="5238775"/>
              <a:ext cx="12525" cy="12600"/>
            </a:xfrm>
            <a:custGeom>
              <a:avLst/>
              <a:gdLst/>
              <a:ahLst/>
              <a:cxnLst/>
              <a:rect l="l" t="t" r="r" b="b"/>
              <a:pathLst>
                <a:path w="501" h="504"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 name="Google Shape;1460;p2"/>
            <p:cNvSpPr/>
            <p:nvPr/>
          </p:nvSpPr>
          <p:spPr>
            <a:xfrm>
              <a:off x="1594750" y="5238775"/>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461;p2"/>
            <p:cNvSpPr/>
            <p:nvPr/>
          </p:nvSpPr>
          <p:spPr>
            <a:xfrm>
              <a:off x="1686650" y="52387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462;p2"/>
            <p:cNvSpPr/>
            <p:nvPr/>
          </p:nvSpPr>
          <p:spPr>
            <a:xfrm>
              <a:off x="1778450" y="5238775"/>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2"/>
            <p:cNvSpPr/>
            <p:nvPr/>
          </p:nvSpPr>
          <p:spPr>
            <a:xfrm>
              <a:off x="1870375" y="5238775"/>
              <a:ext cx="12400" cy="12600"/>
            </a:xfrm>
            <a:custGeom>
              <a:avLst/>
              <a:gdLst/>
              <a:ahLst/>
              <a:cxnLst/>
              <a:rect l="l" t="t" r="r" b="b"/>
              <a:pathLst>
                <a:path w="496" h="504"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2"/>
            <p:cNvSpPr/>
            <p:nvPr/>
          </p:nvSpPr>
          <p:spPr>
            <a:xfrm>
              <a:off x="1962150" y="5238775"/>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465;p2"/>
            <p:cNvSpPr/>
            <p:nvPr/>
          </p:nvSpPr>
          <p:spPr>
            <a:xfrm>
              <a:off x="2054075" y="5238775"/>
              <a:ext cx="12425" cy="12600"/>
            </a:xfrm>
            <a:custGeom>
              <a:avLst/>
              <a:gdLst/>
              <a:ahLst/>
              <a:cxnLst/>
              <a:rect l="l" t="t" r="r" b="b"/>
              <a:pathLst>
                <a:path w="497" h="504"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2"/>
            <p:cNvSpPr/>
            <p:nvPr/>
          </p:nvSpPr>
          <p:spPr>
            <a:xfrm>
              <a:off x="2145825" y="52387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2"/>
            <p:cNvSpPr/>
            <p:nvPr/>
          </p:nvSpPr>
          <p:spPr>
            <a:xfrm>
              <a:off x="2237800" y="5238775"/>
              <a:ext cx="12350" cy="12600"/>
            </a:xfrm>
            <a:custGeom>
              <a:avLst/>
              <a:gdLst/>
              <a:ahLst/>
              <a:cxnLst/>
              <a:rect l="l" t="t" r="r" b="b"/>
              <a:pathLst>
                <a:path w="494" h="504"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 name="Google Shape;1468;p2"/>
            <p:cNvSpPr/>
            <p:nvPr/>
          </p:nvSpPr>
          <p:spPr>
            <a:xfrm>
              <a:off x="2329550" y="5238775"/>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 name="Google Shape;1469;p2"/>
            <p:cNvSpPr/>
            <p:nvPr/>
          </p:nvSpPr>
          <p:spPr>
            <a:xfrm>
              <a:off x="2421325" y="5238775"/>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 name="Google Shape;1470;p2"/>
            <p:cNvSpPr/>
            <p:nvPr/>
          </p:nvSpPr>
          <p:spPr>
            <a:xfrm>
              <a:off x="2513250" y="5238775"/>
              <a:ext cx="12575" cy="12600"/>
            </a:xfrm>
            <a:custGeom>
              <a:avLst/>
              <a:gdLst/>
              <a:ahLst/>
              <a:cxnLst/>
              <a:rect l="l" t="t" r="r" b="b"/>
              <a:pathLst>
                <a:path w="503" h="504"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 name="Google Shape;1471;p2"/>
            <p:cNvSpPr/>
            <p:nvPr/>
          </p:nvSpPr>
          <p:spPr>
            <a:xfrm>
              <a:off x="2605000" y="5238775"/>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 name="Google Shape;1472;p2"/>
            <p:cNvSpPr/>
            <p:nvPr/>
          </p:nvSpPr>
          <p:spPr>
            <a:xfrm>
              <a:off x="2696950" y="5238775"/>
              <a:ext cx="12375" cy="12600"/>
            </a:xfrm>
            <a:custGeom>
              <a:avLst/>
              <a:gdLst/>
              <a:ahLst/>
              <a:cxnLst/>
              <a:rect l="l" t="t" r="r" b="b"/>
              <a:pathLst>
                <a:path w="495" h="504"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 name="Google Shape;1473;p2"/>
            <p:cNvSpPr/>
            <p:nvPr/>
          </p:nvSpPr>
          <p:spPr>
            <a:xfrm>
              <a:off x="2788700" y="52387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 name="Google Shape;1474;p2"/>
            <p:cNvSpPr/>
            <p:nvPr/>
          </p:nvSpPr>
          <p:spPr>
            <a:xfrm>
              <a:off x="2880675" y="5238775"/>
              <a:ext cx="12375" cy="12600"/>
            </a:xfrm>
            <a:custGeom>
              <a:avLst/>
              <a:gdLst/>
              <a:ahLst/>
              <a:cxnLst/>
              <a:rect l="l" t="t" r="r" b="b"/>
              <a:pathLst>
                <a:path w="495" h="504"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475;p2"/>
            <p:cNvSpPr/>
            <p:nvPr/>
          </p:nvSpPr>
          <p:spPr>
            <a:xfrm>
              <a:off x="2972425" y="5238775"/>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476;p2"/>
            <p:cNvSpPr/>
            <p:nvPr/>
          </p:nvSpPr>
          <p:spPr>
            <a:xfrm>
              <a:off x="3064375" y="5238775"/>
              <a:ext cx="12375" cy="12600"/>
            </a:xfrm>
            <a:custGeom>
              <a:avLst/>
              <a:gdLst/>
              <a:ahLst/>
              <a:cxnLst/>
              <a:rect l="l" t="t" r="r" b="b"/>
              <a:pathLst>
                <a:path w="495" h="504"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477;p2"/>
            <p:cNvSpPr/>
            <p:nvPr/>
          </p:nvSpPr>
          <p:spPr>
            <a:xfrm>
              <a:off x="3156125" y="52387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 name="Google Shape;1478;p2"/>
            <p:cNvSpPr/>
            <p:nvPr/>
          </p:nvSpPr>
          <p:spPr>
            <a:xfrm>
              <a:off x="3247875" y="5238775"/>
              <a:ext cx="12575" cy="12600"/>
            </a:xfrm>
            <a:custGeom>
              <a:avLst/>
              <a:gdLst/>
              <a:ahLst/>
              <a:cxnLst/>
              <a:rect l="l" t="t" r="r" b="b"/>
              <a:pathLst>
                <a:path w="503"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 name="Google Shape;1479;p2"/>
            <p:cNvSpPr/>
            <p:nvPr/>
          </p:nvSpPr>
          <p:spPr>
            <a:xfrm>
              <a:off x="3339850" y="5238775"/>
              <a:ext cx="12525" cy="12600"/>
            </a:xfrm>
            <a:custGeom>
              <a:avLst/>
              <a:gdLst/>
              <a:ahLst/>
              <a:cxnLst/>
              <a:rect l="l" t="t" r="r" b="b"/>
              <a:pathLst>
                <a:path w="501" h="504"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2"/>
            <p:cNvSpPr/>
            <p:nvPr/>
          </p:nvSpPr>
          <p:spPr>
            <a:xfrm>
              <a:off x="3431575" y="52387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2"/>
            <p:cNvSpPr/>
            <p:nvPr/>
          </p:nvSpPr>
          <p:spPr>
            <a:xfrm>
              <a:off x="3523550" y="5238775"/>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2"/>
            <p:cNvSpPr/>
            <p:nvPr/>
          </p:nvSpPr>
          <p:spPr>
            <a:xfrm>
              <a:off x="676400" y="53305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2"/>
            <p:cNvSpPr/>
            <p:nvPr/>
          </p:nvSpPr>
          <p:spPr>
            <a:xfrm>
              <a:off x="768325" y="5330575"/>
              <a:ext cx="12400" cy="12550"/>
            </a:xfrm>
            <a:custGeom>
              <a:avLst/>
              <a:gdLst/>
              <a:ahLst/>
              <a:cxnLst/>
              <a:rect l="l" t="t" r="r" b="b"/>
              <a:pathLst>
                <a:path w="496" h="502" extrusionOk="0">
                  <a:moveTo>
                    <a:pt x="245" y="0"/>
                  </a:moveTo>
                  <a:cubicBezTo>
                    <a:pt x="109" y="0"/>
                    <a:pt x="0" y="114"/>
                    <a:pt x="0" y="252"/>
                  </a:cubicBezTo>
                  <a:cubicBezTo>
                    <a:pt x="0" y="388"/>
                    <a:pt x="109" y="501"/>
                    <a:pt x="245" y="501"/>
                  </a:cubicBezTo>
                  <a:cubicBezTo>
                    <a:pt x="388" y="501"/>
                    <a:pt x="496" y="388"/>
                    <a:pt x="496" y="252"/>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2"/>
            <p:cNvSpPr/>
            <p:nvPr/>
          </p:nvSpPr>
          <p:spPr>
            <a:xfrm>
              <a:off x="860125" y="5330575"/>
              <a:ext cx="12525" cy="12550"/>
            </a:xfrm>
            <a:custGeom>
              <a:avLst/>
              <a:gdLst/>
              <a:ahLst/>
              <a:cxnLst/>
              <a:rect l="l" t="t" r="r" b="b"/>
              <a:pathLst>
                <a:path w="501" h="502" extrusionOk="0">
                  <a:moveTo>
                    <a:pt x="251" y="0"/>
                  </a:moveTo>
                  <a:cubicBezTo>
                    <a:pt x="114" y="0"/>
                    <a:pt x="0" y="114"/>
                    <a:pt x="0" y="252"/>
                  </a:cubicBezTo>
                  <a:cubicBezTo>
                    <a:pt x="0" y="388"/>
                    <a:pt x="114" y="501"/>
                    <a:pt x="251" y="501"/>
                  </a:cubicBezTo>
                  <a:cubicBezTo>
                    <a:pt x="387" y="501"/>
                    <a:pt x="501" y="388"/>
                    <a:pt x="501" y="252"/>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2"/>
            <p:cNvSpPr/>
            <p:nvPr/>
          </p:nvSpPr>
          <p:spPr>
            <a:xfrm>
              <a:off x="951850" y="53305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2"/>
            <p:cNvSpPr/>
            <p:nvPr/>
          </p:nvSpPr>
          <p:spPr>
            <a:xfrm>
              <a:off x="1043825" y="5330575"/>
              <a:ext cx="12375" cy="12550"/>
            </a:xfrm>
            <a:custGeom>
              <a:avLst/>
              <a:gdLst/>
              <a:ahLst/>
              <a:cxnLst/>
              <a:rect l="l" t="t" r="r" b="b"/>
              <a:pathLst>
                <a:path w="495" h="502" extrusionOk="0">
                  <a:moveTo>
                    <a:pt x="250" y="0"/>
                  </a:moveTo>
                  <a:cubicBezTo>
                    <a:pt x="107" y="0"/>
                    <a:pt x="0" y="114"/>
                    <a:pt x="0" y="252"/>
                  </a:cubicBezTo>
                  <a:cubicBezTo>
                    <a:pt x="0" y="388"/>
                    <a:pt x="107" y="501"/>
                    <a:pt x="250" y="501"/>
                  </a:cubicBezTo>
                  <a:cubicBezTo>
                    <a:pt x="388" y="501"/>
                    <a:pt x="494" y="388"/>
                    <a:pt x="494" y="252"/>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2"/>
            <p:cNvSpPr/>
            <p:nvPr/>
          </p:nvSpPr>
          <p:spPr>
            <a:xfrm>
              <a:off x="1135575" y="5330575"/>
              <a:ext cx="12575" cy="12550"/>
            </a:xfrm>
            <a:custGeom>
              <a:avLst/>
              <a:gdLst/>
              <a:ahLst/>
              <a:cxnLst/>
              <a:rect l="l" t="t" r="r" b="b"/>
              <a:pathLst>
                <a:path w="503" h="502" extrusionOk="0">
                  <a:moveTo>
                    <a:pt x="252" y="0"/>
                  </a:moveTo>
                  <a:cubicBezTo>
                    <a:pt x="116" y="0"/>
                    <a:pt x="0" y="114"/>
                    <a:pt x="0" y="252"/>
                  </a:cubicBezTo>
                  <a:cubicBezTo>
                    <a:pt x="0" y="388"/>
                    <a:pt x="116" y="501"/>
                    <a:pt x="252" y="501"/>
                  </a:cubicBezTo>
                  <a:cubicBezTo>
                    <a:pt x="387" y="501"/>
                    <a:pt x="503" y="388"/>
                    <a:pt x="503" y="252"/>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2"/>
            <p:cNvSpPr/>
            <p:nvPr/>
          </p:nvSpPr>
          <p:spPr>
            <a:xfrm>
              <a:off x="1227500" y="5330575"/>
              <a:ext cx="12400" cy="12550"/>
            </a:xfrm>
            <a:custGeom>
              <a:avLst/>
              <a:gdLst/>
              <a:ahLst/>
              <a:cxnLst/>
              <a:rect l="l" t="t" r="r" b="b"/>
              <a:pathLst>
                <a:path w="496" h="502" extrusionOk="0">
                  <a:moveTo>
                    <a:pt x="251" y="0"/>
                  </a:moveTo>
                  <a:cubicBezTo>
                    <a:pt x="109" y="0"/>
                    <a:pt x="0" y="114"/>
                    <a:pt x="0" y="252"/>
                  </a:cubicBezTo>
                  <a:cubicBezTo>
                    <a:pt x="0" y="388"/>
                    <a:pt x="109" y="501"/>
                    <a:pt x="251" y="501"/>
                  </a:cubicBezTo>
                  <a:cubicBezTo>
                    <a:pt x="387" y="501"/>
                    <a:pt x="496" y="388"/>
                    <a:pt x="496" y="252"/>
                  </a:cubicBezTo>
                  <a:cubicBezTo>
                    <a:pt x="496"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2"/>
            <p:cNvSpPr/>
            <p:nvPr/>
          </p:nvSpPr>
          <p:spPr>
            <a:xfrm>
              <a:off x="1319275" y="5330575"/>
              <a:ext cx="12550" cy="12550"/>
            </a:xfrm>
            <a:custGeom>
              <a:avLst/>
              <a:gdLst/>
              <a:ahLst/>
              <a:cxnLst/>
              <a:rect l="l" t="t" r="r" b="b"/>
              <a:pathLst>
                <a:path w="502" h="502" extrusionOk="0">
                  <a:moveTo>
                    <a:pt x="252" y="0"/>
                  </a:moveTo>
                  <a:cubicBezTo>
                    <a:pt x="114" y="0"/>
                    <a:pt x="1" y="114"/>
                    <a:pt x="1" y="252"/>
                  </a:cubicBezTo>
                  <a:cubicBezTo>
                    <a:pt x="1" y="388"/>
                    <a:pt x="114" y="501"/>
                    <a:pt x="252" y="501"/>
                  </a:cubicBezTo>
                  <a:cubicBezTo>
                    <a:pt x="388" y="501"/>
                    <a:pt x="501" y="388"/>
                    <a:pt x="501" y="252"/>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490;p2"/>
            <p:cNvSpPr/>
            <p:nvPr/>
          </p:nvSpPr>
          <p:spPr>
            <a:xfrm>
              <a:off x="1411200" y="5330575"/>
              <a:ext cx="12425" cy="12550"/>
            </a:xfrm>
            <a:custGeom>
              <a:avLst/>
              <a:gdLst/>
              <a:ahLst/>
              <a:cxnLst/>
              <a:rect l="l" t="t" r="r" b="b"/>
              <a:pathLst>
                <a:path w="497" h="502" extrusionOk="0">
                  <a:moveTo>
                    <a:pt x="245" y="0"/>
                  </a:moveTo>
                  <a:cubicBezTo>
                    <a:pt x="109" y="0"/>
                    <a:pt x="1" y="114"/>
                    <a:pt x="1" y="252"/>
                  </a:cubicBezTo>
                  <a:cubicBezTo>
                    <a:pt x="1" y="388"/>
                    <a:pt x="109" y="501"/>
                    <a:pt x="245" y="501"/>
                  </a:cubicBezTo>
                  <a:cubicBezTo>
                    <a:pt x="388" y="501"/>
                    <a:pt x="496" y="388"/>
                    <a:pt x="496" y="252"/>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2"/>
            <p:cNvSpPr/>
            <p:nvPr/>
          </p:nvSpPr>
          <p:spPr>
            <a:xfrm>
              <a:off x="1503000" y="5330575"/>
              <a:ext cx="12525" cy="12550"/>
            </a:xfrm>
            <a:custGeom>
              <a:avLst/>
              <a:gdLst/>
              <a:ahLst/>
              <a:cxnLst/>
              <a:rect l="l" t="t" r="r" b="b"/>
              <a:pathLst>
                <a:path w="501" h="502" extrusionOk="0">
                  <a:moveTo>
                    <a:pt x="250" y="0"/>
                  </a:moveTo>
                  <a:cubicBezTo>
                    <a:pt x="114" y="0"/>
                    <a:pt x="0" y="114"/>
                    <a:pt x="0" y="252"/>
                  </a:cubicBezTo>
                  <a:cubicBezTo>
                    <a:pt x="0" y="388"/>
                    <a:pt x="114" y="501"/>
                    <a:pt x="250" y="501"/>
                  </a:cubicBezTo>
                  <a:cubicBezTo>
                    <a:pt x="387" y="501"/>
                    <a:pt x="501" y="388"/>
                    <a:pt x="501" y="252"/>
                  </a:cubicBezTo>
                  <a:cubicBezTo>
                    <a:pt x="501" y="114"/>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2"/>
            <p:cNvSpPr/>
            <p:nvPr/>
          </p:nvSpPr>
          <p:spPr>
            <a:xfrm>
              <a:off x="1594750" y="5330575"/>
              <a:ext cx="12575" cy="12550"/>
            </a:xfrm>
            <a:custGeom>
              <a:avLst/>
              <a:gdLst/>
              <a:ahLst/>
              <a:cxnLst/>
              <a:rect l="l" t="t" r="r" b="b"/>
              <a:pathLst>
                <a:path w="503" h="502" extrusionOk="0">
                  <a:moveTo>
                    <a:pt x="251" y="0"/>
                  </a:moveTo>
                  <a:cubicBezTo>
                    <a:pt x="115" y="0"/>
                    <a:pt x="0" y="114"/>
                    <a:pt x="0" y="252"/>
                  </a:cubicBezTo>
                  <a:cubicBezTo>
                    <a:pt x="0" y="388"/>
                    <a:pt x="115" y="501"/>
                    <a:pt x="251" y="501"/>
                  </a:cubicBezTo>
                  <a:cubicBezTo>
                    <a:pt x="394" y="501"/>
                    <a:pt x="503" y="388"/>
                    <a:pt x="503" y="252"/>
                  </a:cubicBezTo>
                  <a:cubicBezTo>
                    <a:pt x="503" y="114"/>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2"/>
            <p:cNvSpPr/>
            <p:nvPr/>
          </p:nvSpPr>
          <p:spPr>
            <a:xfrm>
              <a:off x="1686650" y="53305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2"/>
            <p:cNvSpPr/>
            <p:nvPr/>
          </p:nvSpPr>
          <p:spPr>
            <a:xfrm>
              <a:off x="1778450" y="5330575"/>
              <a:ext cx="12550" cy="12550"/>
            </a:xfrm>
            <a:custGeom>
              <a:avLst/>
              <a:gdLst/>
              <a:ahLst/>
              <a:cxnLst/>
              <a:rect l="l" t="t" r="r" b="b"/>
              <a:pathLst>
                <a:path w="502" h="502" extrusionOk="0">
                  <a:moveTo>
                    <a:pt x="252" y="0"/>
                  </a:moveTo>
                  <a:cubicBezTo>
                    <a:pt x="114" y="0"/>
                    <a:pt x="1" y="114"/>
                    <a:pt x="1" y="252"/>
                  </a:cubicBezTo>
                  <a:cubicBezTo>
                    <a:pt x="1" y="388"/>
                    <a:pt x="114" y="501"/>
                    <a:pt x="252" y="501"/>
                  </a:cubicBezTo>
                  <a:cubicBezTo>
                    <a:pt x="388" y="501"/>
                    <a:pt x="501" y="388"/>
                    <a:pt x="501" y="252"/>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2"/>
            <p:cNvSpPr/>
            <p:nvPr/>
          </p:nvSpPr>
          <p:spPr>
            <a:xfrm>
              <a:off x="1870375" y="5330575"/>
              <a:ext cx="12400" cy="12550"/>
            </a:xfrm>
            <a:custGeom>
              <a:avLst/>
              <a:gdLst/>
              <a:ahLst/>
              <a:cxnLst/>
              <a:rect l="l" t="t" r="r" b="b"/>
              <a:pathLst>
                <a:path w="496" h="502" extrusionOk="0">
                  <a:moveTo>
                    <a:pt x="252" y="0"/>
                  </a:moveTo>
                  <a:cubicBezTo>
                    <a:pt x="109" y="0"/>
                    <a:pt x="0" y="114"/>
                    <a:pt x="0" y="252"/>
                  </a:cubicBezTo>
                  <a:cubicBezTo>
                    <a:pt x="0" y="388"/>
                    <a:pt x="109" y="501"/>
                    <a:pt x="252" y="501"/>
                  </a:cubicBezTo>
                  <a:cubicBezTo>
                    <a:pt x="387" y="501"/>
                    <a:pt x="496" y="388"/>
                    <a:pt x="496" y="252"/>
                  </a:cubicBezTo>
                  <a:cubicBezTo>
                    <a:pt x="496"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2"/>
            <p:cNvSpPr/>
            <p:nvPr/>
          </p:nvSpPr>
          <p:spPr>
            <a:xfrm>
              <a:off x="1962150" y="5330575"/>
              <a:ext cx="12550" cy="12550"/>
            </a:xfrm>
            <a:custGeom>
              <a:avLst/>
              <a:gdLst/>
              <a:ahLst/>
              <a:cxnLst/>
              <a:rect l="l" t="t" r="r" b="b"/>
              <a:pathLst>
                <a:path w="502" h="502" extrusionOk="0">
                  <a:moveTo>
                    <a:pt x="250" y="0"/>
                  </a:moveTo>
                  <a:cubicBezTo>
                    <a:pt x="114" y="0"/>
                    <a:pt x="1" y="114"/>
                    <a:pt x="1" y="252"/>
                  </a:cubicBezTo>
                  <a:cubicBezTo>
                    <a:pt x="1" y="388"/>
                    <a:pt x="114" y="501"/>
                    <a:pt x="250" y="501"/>
                  </a:cubicBezTo>
                  <a:cubicBezTo>
                    <a:pt x="388" y="501"/>
                    <a:pt x="502" y="388"/>
                    <a:pt x="502" y="252"/>
                  </a:cubicBezTo>
                  <a:cubicBezTo>
                    <a:pt x="502"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 name="Google Shape;1497;p2"/>
            <p:cNvSpPr/>
            <p:nvPr/>
          </p:nvSpPr>
          <p:spPr>
            <a:xfrm>
              <a:off x="2054075" y="5330575"/>
              <a:ext cx="12425" cy="12550"/>
            </a:xfrm>
            <a:custGeom>
              <a:avLst/>
              <a:gdLst/>
              <a:ahLst/>
              <a:cxnLst/>
              <a:rect l="l" t="t" r="r" b="b"/>
              <a:pathLst>
                <a:path w="497" h="502" extrusionOk="0">
                  <a:moveTo>
                    <a:pt x="252" y="0"/>
                  </a:moveTo>
                  <a:cubicBezTo>
                    <a:pt x="109" y="0"/>
                    <a:pt x="1" y="114"/>
                    <a:pt x="1" y="252"/>
                  </a:cubicBezTo>
                  <a:cubicBezTo>
                    <a:pt x="1" y="388"/>
                    <a:pt x="109" y="501"/>
                    <a:pt x="252" y="501"/>
                  </a:cubicBezTo>
                  <a:cubicBezTo>
                    <a:pt x="388" y="501"/>
                    <a:pt x="496" y="388"/>
                    <a:pt x="496" y="252"/>
                  </a:cubicBezTo>
                  <a:cubicBezTo>
                    <a:pt x="496"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 name="Google Shape;1498;p2"/>
            <p:cNvSpPr/>
            <p:nvPr/>
          </p:nvSpPr>
          <p:spPr>
            <a:xfrm>
              <a:off x="2145825" y="53305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2"/>
            <p:cNvSpPr/>
            <p:nvPr/>
          </p:nvSpPr>
          <p:spPr>
            <a:xfrm>
              <a:off x="2237800" y="5330575"/>
              <a:ext cx="12350" cy="12550"/>
            </a:xfrm>
            <a:custGeom>
              <a:avLst/>
              <a:gdLst/>
              <a:ahLst/>
              <a:cxnLst/>
              <a:rect l="l" t="t" r="r" b="b"/>
              <a:pathLst>
                <a:path w="494" h="502" extrusionOk="0">
                  <a:moveTo>
                    <a:pt x="244" y="0"/>
                  </a:moveTo>
                  <a:cubicBezTo>
                    <a:pt x="107" y="0"/>
                    <a:pt x="0" y="114"/>
                    <a:pt x="0" y="252"/>
                  </a:cubicBezTo>
                  <a:cubicBezTo>
                    <a:pt x="0" y="388"/>
                    <a:pt x="107" y="501"/>
                    <a:pt x="244" y="501"/>
                  </a:cubicBezTo>
                  <a:cubicBezTo>
                    <a:pt x="387" y="501"/>
                    <a:pt x="494" y="388"/>
                    <a:pt x="494" y="252"/>
                  </a:cubicBezTo>
                  <a:cubicBezTo>
                    <a:pt x="494" y="114"/>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2"/>
            <p:cNvSpPr/>
            <p:nvPr/>
          </p:nvSpPr>
          <p:spPr>
            <a:xfrm>
              <a:off x="2329550" y="5330575"/>
              <a:ext cx="12575" cy="12550"/>
            </a:xfrm>
            <a:custGeom>
              <a:avLst/>
              <a:gdLst/>
              <a:ahLst/>
              <a:cxnLst/>
              <a:rect l="l" t="t" r="r" b="b"/>
              <a:pathLst>
                <a:path w="503" h="502" extrusionOk="0">
                  <a:moveTo>
                    <a:pt x="251" y="0"/>
                  </a:moveTo>
                  <a:cubicBezTo>
                    <a:pt x="115" y="0"/>
                    <a:pt x="0" y="114"/>
                    <a:pt x="0" y="252"/>
                  </a:cubicBezTo>
                  <a:cubicBezTo>
                    <a:pt x="0" y="388"/>
                    <a:pt x="115" y="501"/>
                    <a:pt x="251" y="501"/>
                  </a:cubicBezTo>
                  <a:cubicBezTo>
                    <a:pt x="387" y="501"/>
                    <a:pt x="502" y="388"/>
                    <a:pt x="502" y="252"/>
                  </a:cubicBezTo>
                  <a:cubicBezTo>
                    <a:pt x="502"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2"/>
            <p:cNvSpPr/>
            <p:nvPr/>
          </p:nvSpPr>
          <p:spPr>
            <a:xfrm>
              <a:off x="2421325" y="5330575"/>
              <a:ext cx="12550" cy="12550"/>
            </a:xfrm>
            <a:custGeom>
              <a:avLst/>
              <a:gdLst/>
              <a:ahLst/>
              <a:cxnLst/>
              <a:rect l="l" t="t" r="r" b="b"/>
              <a:pathLst>
                <a:path w="502" h="502" extrusionOk="0">
                  <a:moveTo>
                    <a:pt x="250" y="0"/>
                  </a:moveTo>
                  <a:cubicBezTo>
                    <a:pt x="114" y="0"/>
                    <a:pt x="1" y="114"/>
                    <a:pt x="1" y="252"/>
                  </a:cubicBezTo>
                  <a:cubicBezTo>
                    <a:pt x="1" y="388"/>
                    <a:pt x="114" y="501"/>
                    <a:pt x="250" y="501"/>
                  </a:cubicBezTo>
                  <a:cubicBezTo>
                    <a:pt x="395" y="501"/>
                    <a:pt x="501" y="388"/>
                    <a:pt x="501" y="252"/>
                  </a:cubicBezTo>
                  <a:cubicBezTo>
                    <a:pt x="501" y="114"/>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2"/>
            <p:cNvSpPr/>
            <p:nvPr/>
          </p:nvSpPr>
          <p:spPr>
            <a:xfrm>
              <a:off x="2513250" y="5330575"/>
              <a:ext cx="12575" cy="12550"/>
            </a:xfrm>
            <a:custGeom>
              <a:avLst/>
              <a:gdLst/>
              <a:ahLst/>
              <a:cxnLst/>
              <a:rect l="l" t="t" r="r" b="b"/>
              <a:pathLst>
                <a:path w="503" h="502" extrusionOk="0">
                  <a:moveTo>
                    <a:pt x="252" y="0"/>
                  </a:moveTo>
                  <a:cubicBezTo>
                    <a:pt x="109" y="0"/>
                    <a:pt x="0" y="114"/>
                    <a:pt x="0" y="252"/>
                  </a:cubicBezTo>
                  <a:cubicBezTo>
                    <a:pt x="0" y="388"/>
                    <a:pt x="109"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2"/>
            <p:cNvSpPr/>
            <p:nvPr/>
          </p:nvSpPr>
          <p:spPr>
            <a:xfrm>
              <a:off x="2605000" y="5330575"/>
              <a:ext cx="12575" cy="12550"/>
            </a:xfrm>
            <a:custGeom>
              <a:avLst/>
              <a:gdLst/>
              <a:ahLst/>
              <a:cxnLst/>
              <a:rect l="l" t="t" r="r" b="b"/>
              <a:pathLst>
                <a:path w="503" h="502" extrusionOk="0">
                  <a:moveTo>
                    <a:pt x="252" y="0"/>
                  </a:moveTo>
                  <a:cubicBezTo>
                    <a:pt x="116" y="0"/>
                    <a:pt x="0" y="114"/>
                    <a:pt x="0" y="252"/>
                  </a:cubicBezTo>
                  <a:cubicBezTo>
                    <a:pt x="0" y="388"/>
                    <a:pt x="116" y="501"/>
                    <a:pt x="252" y="501"/>
                  </a:cubicBezTo>
                  <a:cubicBezTo>
                    <a:pt x="387" y="501"/>
                    <a:pt x="503" y="388"/>
                    <a:pt x="503" y="252"/>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2"/>
            <p:cNvSpPr/>
            <p:nvPr/>
          </p:nvSpPr>
          <p:spPr>
            <a:xfrm>
              <a:off x="2696950" y="5330575"/>
              <a:ext cx="12375" cy="12550"/>
            </a:xfrm>
            <a:custGeom>
              <a:avLst/>
              <a:gdLst/>
              <a:ahLst/>
              <a:cxnLst/>
              <a:rect l="l" t="t" r="r" b="b"/>
              <a:pathLst>
                <a:path w="495" h="502" extrusionOk="0">
                  <a:moveTo>
                    <a:pt x="252" y="0"/>
                  </a:moveTo>
                  <a:cubicBezTo>
                    <a:pt x="108" y="0"/>
                    <a:pt x="1" y="114"/>
                    <a:pt x="1" y="252"/>
                  </a:cubicBezTo>
                  <a:cubicBezTo>
                    <a:pt x="1" y="388"/>
                    <a:pt x="108" y="501"/>
                    <a:pt x="252" y="501"/>
                  </a:cubicBezTo>
                  <a:cubicBezTo>
                    <a:pt x="388" y="501"/>
                    <a:pt x="495" y="388"/>
                    <a:pt x="495" y="252"/>
                  </a:cubicBezTo>
                  <a:cubicBezTo>
                    <a:pt x="495"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2"/>
            <p:cNvSpPr/>
            <p:nvPr/>
          </p:nvSpPr>
          <p:spPr>
            <a:xfrm>
              <a:off x="2788700" y="53305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 name="Google Shape;1506;p2"/>
            <p:cNvSpPr/>
            <p:nvPr/>
          </p:nvSpPr>
          <p:spPr>
            <a:xfrm>
              <a:off x="2880675" y="5330575"/>
              <a:ext cx="12375" cy="12550"/>
            </a:xfrm>
            <a:custGeom>
              <a:avLst/>
              <a:gdLst/>
              <a:ahLst/>
              <a:cxnLst/>
              <a:rect l="l" t="t" r="r" b="b"/>
              <a:pathLst>
                <a:path w="495" h="502" extrusionOk="0">
                  <a:moveTo>
                    <a:pt x="243" y="0"/>
                  </a:moveTo>
                  <a:cubicBezTo>
                    <a:pt x="107" y="0"/>
                    <a:pt x="0" y="114"/>
                    <a:pt x="0" y="252"/>
                  </a:cubicBezTo>
                  <a:cubicBezTo>
                    <a:pt x="0" y="388"/>
                    <a:pt x="107" y="501"/>
                    <a:pt x="243" y="501"/>
                  </a:cubicBezTo>
                  <a:cubicBezTo>
                    <a:pt x="387" y="501"/>
                    <a:pt x="494" y="388"/>
                    <a:pt x="494" y="252"/>
                  </a:cubicBezTo>
                  <a:cubicBezTo>
                    <a:pt x="494" y="114"/>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2"/>
            <p:cNvSpPr/>
            <p:nvPr/>
          </p:nvSpPr>
          <p:spPr>
            <a:xfrm>
              <a:off x="2972425" y="5330575"/>
              <a:ext cx="12575" cy="12550"/>
            </a:xfrm>
            <a:custGeom>
              <a:avLst/>
              <a:gdLst/>
              <a:ahLst/>
              <a:cxnLst/>
              <a:rect l="l" t="t" r="r" b="b"/>
              <a:pathLst>
                <a:path w="503" h="502" extrusionOk="0">
                  <a:moveTo>
                    <a:pt x="251" y="0"/>
                  </a:moveTo>
                  <a:cubicBezTo>
                    <a:pt x="115" y="0"/>
                    <a:pt x="0" y="114"/>
                    <a:pt x="0" y="252"/>
                  </a:cubicBezTo>
                  <a:cubicBezTo>
                    <a:pt x="0" y="388"/>
                    <a:pt x="115" y="501"/>
                    <a:pt x="251" y="501"/>
                  </a:cubicBezTo>
                  <a:cubicBezTo>
                    <a:pt x="387" y="501"/>
                    <a:pt x="503" y="388"/>
                    <a:pt x="503" y="252"/>
                  </a:cubicBezTo>
                  <a:cubicBezTo>
                    <a:pt x="503"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 name="Google Shape;1508;p2"/>
            <p:cNvSpPr/>
            <p:nvPr/>
          </p:nvSpPr>
          <p:spPr>
            <a:xfrm>
              <a:off x="3064375" y="5330575"/>
              <a:ext cx="12375" cy="12550"/>
            </a:xfrm>
            <a:custGeom>
              <a:avLst/>
              <a:gdLst/>
              <a:ahLst/>
              <a:cxnLst/>
              <a:rect l="l" t="t" r="r" b="b"/>
              <a:pathLst>
                <a:path w="495" h="502" extrusionOk="0">
                  <a:moveTo>
                    <a:pt x="243" y="0"/>
                  </a:moveTo>
                  <a:cubicBezTo>
                    <a:pt x="107" y="0"/>
                    <a:pt x="1" y="114"/>
                    <a:pt x="1" y="252"/>
                  </a:cubicBezTo>
                  <a:cubicBezTo>
                    <a:pt x="1" y="388"/>
                    <a:pt x="107" y="501"/>
                    <a:pt x="243" y="501"/>
                  </a:cubicBezTo>
                  <a:cubicBezTo>
                    <a:pt x="388" y="501"/>
                    <a:pt x="495" y="388"/>
                    <a:pt x="495" y="252"/>
                  </a:cubicBezTo>
                  <a:cubicBezTo>
                    <a:pt x="495" y="114"/>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 name="Google Shape;1509;p2"/>
            <p:cNvSpPr/>
            <p:nvPr/>
          </p:nvSpPr>
          <p:spPr>
            <a:xfrm>
              <a:off x="3156125" y="53305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2"/>
            <p:cNvSpPr/>
            <p:nvPr/>
          </p:nvSpPr>
          <p:spPr>
            <a:xfrm>
              <a:off x="3247875" y="5330575"/>
              <a:ext cx="12575" cy="12550"/>
            </a:xfrm>
            <a:custGeom>
              <a:avLst/>
              <a:gdLst/>
              <a:ahLst/>
              <a:cxnLst/>
              <a:rect l="l" t="t" r="r" b="b"/>
              <a:pathLst>
                <a:path w="503"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2"/>
            <p:cNvSpPr/>
            <p:nvPr/>
          </p:nvSpPr>
          <p:spPr>
            <a:xfrm>
              <a:off x="3339850" y="5330575"/>
              <a:ext cx="12525" cy="12550"/>
            </a:xfrm>
            <a:custGeom>
              <a:avLst/>
              <a:gdLst/>
              <a:ahLst/>
              <a:cxnLst/>
              <a:rect l="l" t="t" r="r" b="b"/>
              <a:pathLst>
                <a:path w="501" h="502" extrusionOk="0">
                  <a:moveTo>
                    <a:pt x="251" y="0"/>
                  </a:moveTo>
                  <a:cubicBezTo>
                    <a:pt x="107" y="0"/>
                    <a:pt x="0" y="114"/>
                    <a:pt x="0" y="252"/>
                  </a:cubicBezTo>
                  <a:cubicBezTo>
                    <a:pt x="0" y="388"/>
                    <a:pt x="107" y="501"/>
                    <a:pt x="251" y="501"/>
                  </a:cubicBezTo>
                  <a:cubicBezTo>
                    <a:pt x="387" y="501"/>
                    <a:pt x="501" y="388"/>
                    <a:pt x="501" y="252"/>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512;p2"/>
            <p:cNvSpPr/>
            <p:nvPr/>
          </p:nvSpPr>
          <p:spPr>
            <a:xfrm>
              <a:off x="3431575" y="53305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 name="Google Shape;1513;p2"/>
            <p:cNvSpPr/>
            <p:nvPr/>
          </p:nvSpPr>
          <p:spPr>
            <a:xfrm>
              <a:off x="3523550" y="5330575"/>
              <a:ext cx="12375" cy="12550"/>
            </a:xfrm>
            <a:custGeom>
              <a:avLst/>
              <a:gdLst/>
              <a:ahLst/>
              <a:cxnLst/>
              <a:rect l="l" t="t" r="r" b="b"/>
              <a:pathLst>
                <a:path w="495" h="502" extrusionOk="0">
                  <a:moveTo>
                    <a:pt x="250" y="0"/>
                  </a:moveTo>
                  <a:cubicBezTo>
                    <a:pt x="107" y="0"/>
                    <a:pt x="0" y="114"/>
                    <a:pt x="0" y="252"/>
                  </a:cubicBezTo>
                  <a:cubicBezTo>
                    <a:pt x="0" y="388"/>
                    <a:pt x="107" y="501"/>
                    <a:pt x="250" y="501"/>
                  </a:cubicBezTo>
                  <a:cubicBezTo>
                    <a:pt x="388" y="501"/>
                    <a:pt x="494" y="388"/>
                    <a:pt x="494" y="252"/>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 name="Google Shape;1514;p2"/>
            <p:cNvSpPr/>
            <p:nvPr/>
          </p:nvSpPr>
          <p:spPr>
            <a:xfrm>
              <a:off x="676400" y="5422500"/>
              <a:ext cx="12600" cy="12575"/>
            </a:xfrm>
            <a:custGeom>
              <a:avLst/>
              <a:gdLst/>
              <a:ahLst/>
              <a:cxnLst/>
              <a:rect l="l" t="t" r="r" b="b"/>
              <a:pathLst>
                <a:path w="504" h="503" extrusionOk="0">
                  <a:moveTo>
                    <a:pt x="252" y="0"/>
                  </a:moveTo>
                  <a:cubicBezTo>
                    <a:pt x="116" y="0"/>
                    <a:pt x="1" y="109"/>
                    <a:pt x="1" y="251"/>
                  </a:cubicBezTo>
                  <a:cubicBezTo>
                    <a:pt x="1" y="387"/>
                    <a:pt x="116" y="503"/>
                    <a:pt x="252" y="503"/>
                  </a:cubicBezTo>
                  <a:cubicBezTo>
                    <a:pt x="388" y="503"/>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2"/>
            <p:cNvSpPr/>
            <p:nvPr/>
          </p:nvSpPr>
          <p:spPr>
            <a:xfrm>
              <a:off x="768325" y="5422500"/>
              <a:ext cx="12400" cy="12575"/>
            </a:xfrm>
            <a:custGeom>
              <a:avLst/>
              <a:gdLst/>
              <a:ahLst/>
              <a:cxnLst/>
              <a:rect l="l" t="t" r="r" b="b"/>
              <a:pathLst>
                <a:path w="496" h="503" extrusionOk="0">
                  <a:moveTo>
                    <a:pt x="245" y="0"/>
                  </a:moveTo>
                  <a:cubicBezTo>
                    <a:pt x="109" y="0"/>
                    <a:pt x="0" y="109"/>
                    <a:pt x="0" y="251"/>
                  </a:cubicBezTo>
                  <a:cubicBezTo>
                    <a:pt x="0" y="387"/>
                    <a:pt x="109" y="503"/>
                    <a:pt x="245" y="503"/>
                  </a:cubicBezTo>
                  <a:cubicBezTo>
                    <a:pt x="388" y="503"/>
                    <a:pt x="496" y="387"/>
                    <a:pt x="496" y="251"/>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2"/>
            <p:cNvSpPr/>
            <p:nvPr/>
          </p:nvSpPr>
          <p:spPr>
            <a:xfrm>
              <a:off x="860125" y="5422500"/>
              <a:ext cx="12525" cy="12575"/>
            </a:xfrm>
            <a:custGeom>
              <a:avLst/>
              <a:gdLst/>
              <a:ahLst/>
              <a:cxnLst/>
              <a:rect l="l" t="t" r="r" b="b"/>
              <a:pathLst>
                <a:path w="501" h="503" extrusionOk="0">
                  <a:moveTo>
                    <a:pt x="251" y="0"/>
                  </a:moveTo>
                  <a:cubicBezTo>
                    <a:pt x="114" y="0"/>
                    <a:pt x="0" y="109"/>
                    <a:pt x="0" y="251"/>
                  </a:cubicBezTo>
                  <a:cubicBezTo>
                    <a:pt x="0" y="387"/>
                    <a:pt x="114" y="503"/>
                    <a:pt x="251" y="503"/>
                  </a:cubicBezTo>
                  <a:cubicBezTo>
                    <a:pt x="387" y="503"/>
                    <a:pt x="501" y="387"/>
                    <a:pt x="501" y="251"/>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2"/>
            <p:cNvSpPr/>
            <p:nvPr/>
          </p:nvSpPr>
          <p:spPr>
            <a:xfrm>
              <a:off x="951850" y="5422500"/>
              <a:ext cx="12600" cy="12575"/>
            </a:xfrm>
            <a:custGeom>
              <a:avLst/>
              <a:gdLst/>
              <a:ahLst/>
              <a:cxnLst/>
              <a:rect l="l" t="t" r="r" b="b"/>
              <a:pathLst>
                <a:path w="504" h="503" extrusionOk="0">
                  <a:moveTo>
                    <a:pt x="252" y="0"/>
                  </a:moveTo>
                  <a:cubicBezTo>
                    <a:pt x="116" y="0"/>
                    <a:pt x="1" y="109"/>
                    <a:pt x="1" y="251"/>
                  </a:cubicBezTo>
                  <a:cubicBezTo>
                    <a:pt x="1" y="387"/>
                    <a:pt x="116" y="503"/>
                    <a:pt x="252" y="503"/>
                  </a:cubicBezTo>
                  <a:cubicBezTo>
                    <a:pt x="388" y="503"/>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 name="Google Shape;1518;p2"/>
            <p:cNvSpPr/>
            <p:nvPr/>
          </p:nvSpPr>
          <p:spPr>
            <a:xfrm>
              <a:off x="1043825" y="5422500"/>
              <a:ext cx="12375" cy="12575"/>
            </a:xfrm>
            <a:custGeom>
              <a:avLst/>
              <a:gdLst/>
              <a:ahLst/>
              <a:cxnLst/>
              <a:rect l="l" t="t" r="r" b="b"/>
              <a:pathLst>
                <a:path w="495" h="503" extrusionOk="0">
                  <a:moveTo>
                    <a:pt x="250" y="0"/>
                  </a:moveTo>
                  <a:cubicBezTo>
                    <a:pt x="107" y="0"/>
                    <a:pt x="0" y="109"/>
                    <a:pt x="0" y="251"/>
                  </a:cubicBezTo>
                  <a:cubicBezTo>
                    <a:pt x="0" y="387"/>
                    <a:pt x="107" y="503"/>
                    <a:pt x="250" y="503"/>
                  </a:cubicBezTo>
                  <a:cubicBezTo>
                    <a:pt x="388" y="503"/>
                    <a:pt x="494" y="387"/>
                    <a:pt x="494" y="251"/>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 name="Google Shape;1519;p2"/>
            <p:cNvSpPr/>
            <p:nvPr/>
          </p:nvSpPr>
          <p:spPr>
            <a:xfrm>
              <a:off x="1135575" y="5422500"/>
              <a:ext cx="12575" cy="12575"/>
            </a:xfrm>
            <a:custGeom>
              <a:avLst/>
              <a:gdLst/>
              <a:ahLst/>
              <a:cxnLst/>
              <a:rect l="l" t="t" r="r" b="b"/>
              <a:pathLst>
                <a:path w="503" h="503" extrusionOk="0">
                  <a:moveTo>
                    <a:pt x="252" y="0"/>
                  </a:moveTo>
                  <a:cubicBezTo>
                    <a:pt x="116" y="0"/>
                    <a:pt x="0" y="109"/>
                    <a:pt x="0" y="251"/>
                  </a:cubicBezTo>
                  <a:cubicBezTo>
                    <a:pt x="0" y="387"/>
                    <a:pt x="116" y="503"/>
                    <a:pt x="252" y="503"/>
                  </a:cubicBezTo>
                  <a:cubicBezTo>
                    <a:pt x="387" y="503"/>
                    <a:pt x="503" y="387"/>
                    <a:pt x="503" y="251"/>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520;p2"/>
            <p:cNvSpPr/>
            <p:nvPr/>
          </p:nvSpPr>
          <p:spPr>
            <a:xfrm>
              <a:off x="1227500" y="5422500"/>
              <a:ext cx="12400" cy="12575"/>
            </a:xfrm>
            <a:custGeom>
              <a:avLst/>
              <a:gdLst/>
              <a:ahLst/>
              <a:cxnLst/>
              <a:rect l="l" t="t" r="r" b="b"/>
              <a:pathLst>
                <a:path w="496" h="503" extrusionOk="0">
                  <a:moveTo>
                    <a:pt x="251" y="0"/>
                  </a:moveTo>
                  <a:cubicBezTo>
                    <a:pt x="109" y="0"/>
                    <a:pt x="0" y="109"/>
                    <a:pt x="0" y="251"/>
                  </a:cubicBezTo>
                  <a:cubicBezTo>
                    <a:pt x="0" y="387"/>
                    <a:pt x="109" y="503"/>
                    <a:pt x="251" y="503"/>
                  </a:cubicBezTo>
                  <a:cubicBezTo>
                    <a:pt x="387" y="503"/>
                    <a:pt x="496" y="387"/>
                    <a:pt x="496" y="251"/>
                  </a:cubicBezTo>
                  <a:cubicBezTo>
                    <a:pt x="496"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 name="Google Shape;1521;p2"/>
            <p:cNvSpPr/>
            <p:nvPr/>
          </p:nvSpPr>
          <p:spPr>
            <a:xfrm>
              <a:off x="1319275" y="5422500"/>
              <a:ext cx="12550" cy="12575"/>
            </a:xfrm>
            <a:custGeom>
              <a:avLst/>
              <a:gdLst/>
              <a:ahLst/>
              <a:cxnLst/>
              <a:rect l="l" t="t" r="r" b="b"/>
              <a:pathLst>
                <a:path w="502" h="503" extrusionOk="0">
                  <a:moveTo>
                    <a:pt x="252" y="0"/>
                  </a:moveTo>
                  <a:cubicBezTo>
                    <a:pt x="114" y="0"/>
                    <a:pt x="1" y="109"/>
                    <a:pt x="1" y="251"/>
                  </a:cubicBezTo>
                  <a:cubicBezTo>
                    <a:pt x="1" y="387"/>
                    <a:pt x="114" y="503"/>
                    <a:pt x="252" y="503"/>
                  </a:cubicBezTo>
                  <a:cubicBezTo>
                    <a:pt x="388" y="503"/>
                    <a:pt x="501" y="387"/>
                    <a:pt x="501" y="251"/>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 name="Google Shape;1522;p2"/>
            <p:cNvSpPr/>
            <p:nvPr/>
          </p:nvSpPr>
          <p:spPr>
            <a:xfrm>
              <a:off x="1411200" y="5422500"/>
              <a:ext cx="12425" cy="12575"/>
            </a:xfrm>
            <a:custGeom>
              <a:avLst/>
              <a:gdLst/>
              <a:ahLst/>
              <a:cxnLst/>
              <a:rect l="l" t="t" r="r" b="b"/>
              <a:pathLst>
                <a:path w="497" h="503" extrusionOk="0">
                  <a:moveTo>
                    <a:pt x="245" y="0"/>
                  </a:moveTo>
                  <a:cubicBezTo>
                    <a:pt x="109" y="0"/>
                    <a:pt x="1" y="109"/>
                    <a:pt x="1" y="251"/>
                  </a:cubicBezTo>
                  <a:cubicBezTo>
                    <a:pt x="1" y="387"/>
                    <a:pt x="109" y="503"/>
                    <a:pt x="245" y="503"/>
                  </a:cubicBezTo>
                  <a:cubicBezTo>
                    <a:pt x="388" y="503"/>
                    <a:pt x="496" y="387"/>
                    <a:pt x="496" y="251"/>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 name="Google Shape;1523;p2"/>
            <p:cNvSpPr/>
            <p:nvPr/>
          </p:nvSpPr>
          <p:spPr>
            <a:xfrm>
              <a:off x="1503000" y="5422500"/>
              <a:ext cx="12525" cy="12575"/>
            </a:xfrm>
            <a:custGeom>
              <a:avLst/>
              <a:gdLst/>
              <a:ahLst/>
              <a:cxnLst/>
              <a:rect l="l" t="t" r="r" b="b"/>
              <a:pathLst>
                <a:path w="501" h="503" extrusionOk="0">
                  <a:moveTo>
                    <a:pt x="250" y="0"/>
                  </a:moveTo>
                  <a:cubicBezTo>
                    <a:pt x="114" y="0"/>
                    <a:pt x="0" y="109"/>
                    <a:pt x="0" y="251"/>
                  </a:cubicBezTo>
                  <a:cubicBezTo>
                    <a:pt x="0" y="387"/>
                    <a:pt x="114" y="503"/>
                    <a:pt x="250" y="503"/>
                  </a:cubicBezTo>
                  <a:cubicBezTo>
                    <a:pt x="387" y="503"/>
                    <a:pt x="501" y="387"/>
                    <a:pt x="501" y="251"/>
                  </a:cubicBezTo>
                  <a:cubicBezTo>
                    <a:pt x="501" y="109"/>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524;p2"/>
            <p:cNvSpPr/>
            <p:nvPr/>
          </p:nvSpPr>
          <p:spPr>
            <a:xfrm>
              <a:off x="1594750" y="5422500"/>
              <a:ext cx="12575" cy="12575"/>
            </a:xfrm>
            <a:custGeom>
              <a:avLst/>
              <a:gdLst/>
              <a:ahLst/>
              <a:cxnLst/>
              <a:rect l="l" t="t" r="r" b="b"/>
              <a:pathLst>
                <a:path w="503" h="503" extrusionOk="0">
                  <a:moveTo>
                    <a:pt x="251" y="0"/>
                  </a:moveTo>
                  <a:cubicBezTo>
                    <a:pt x="115" y="0"/>
                    <a:pt x="0" y="109"/>
                    <a:pt x="0" y="251"/>
                  </a:cubicBezTo>
                  <a:cubicBezTo>
                    <a:pt x="0" y="387"/>
                    <a:pt x="115" y="503"/>
                    <a:pt x="251" y="503"/>
                  </a:cubicBezTo>
                  <a:cubicBezTo>
                    <a:pt x="394" y="503"/>
                    <a:pt x="503" y="387"/>
                    <a:pt x="503" y="251"/>
                  </a:cubicBezTo>
                  <a:cubicBezTo>
                    <a:pt x="503" y="109"/>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 name="Google Shape;1525;p2"/>
            <p:cNvSpPr/>
            <p:nvPr/>
          </p:nvSpPr>
          <p:spPr>
            <a:xfrm>
              <a:off x="1686650" y="5422500"/>
              <a:ext cx="12600" cy="12575"/>
            </a:xfrm>
            <a:custGeom>
              <a:avLst/>
              <a:gdLst/>
              <a:ahLst/>
              <a:cxnLst/>
              <a:rect l="l" t="t" r="r" b="b"/>
              <a:pathLst>
                <a:path w="504" h="503" extrusionOk="0">
                  <a:moveTo>
                    <a:pt x="252" y="0"/>
                  </a:moveTo>
                  <a:cubicBezTo>
                    <a:pt x="116" y="0"/>
                    <a:pt x="1" y="109"/>
                    <a:pt x="1" y="251"/>
                  </a:cubicBezTo>
                  <a:cubicBezTo>
                    <a:pt x="1" y="387"/>
                    <a:pt x="116" y="503"/>
                    <a:pt x="252" y="503"/>
                  </a:cubicBezTo>
                  <a:cubicBezTo>
                    <a:pt x="388" y="503"/>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2"/>
            <p:cNvSpPr/>
            <p:nvPr/>
          </p:nvSpPr>
          <p:spPr>
            <a:xfrm>
              <a:off x="1778450" y="5422500"/>
              <a:ext cx="12550" cy="12575"/>
            </a:xfrm>
            <a:custGeom>
              <a:avLst/>
              <a:gdLst/>
              <a:ahLst/>
              <a:cxnLst/>
              <a:rect l="l" t="t" r="r" b="b"/>
              <a:pathLst>
                <a:path w="502" h="503" extrusionOk="0">
                  <a:moveTo>
                    <a:pt x="252" y="0"/>
                  </a:moveTo>
                  <a:cubicBezTo>
                    <a:pt x="114" y="0"/>
                    <a:pt x="1" y="109"/>
                    <a:pt x="1" y="251"/>
                  </a:cubicBezTo>
                  <a:cubicBezTo>
                    <a:pt x="1" y="387"/>
                    <a:pt x="114" y="503"/>
                    <a:pt x="252" y="503"/>
                  </a:cubicBezTo>
                  <a:cubicBezTo>
                    <a:pt x="388" y="503"/>
                    <a:pt x="501" y="387"/>
                    <a:pt x="501" y="251"/>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 name="Google Shape;1527;p2"/>
            <p:cNvSpPr/>
            <p:nvPr/>
          </p:nvSpPr>
          <p:spPr>
            <a:xfrm>
              <a:off x="1870375" y="5422500"/>
              <a:ext cx="12400" cy="12575"/>
            </a:xfrm>
            <a:custGeom>
              <a:avLst/>
              <a:gdLst/>
              <a:ahLst/>
              <a:cxnLst/>
              <a:rect l="l" t="t" r="r" b="b"/>
              <a:pathLst>
                <a:path w="496" h="503" extrusionOk="0">
                  <a:moveTo>
                    <a:pt x="252" y="0"/>
                  </a:moveTo>
                  <a:cubicBezTo>
                    <a:pt x="109" y="0"/>
                    <a:pt x="0" y="109"/>
                    <a:pt x="0" y="251"/>
                  </a:cubicBezTo>
                  <a:cubicBezTo>
                    <a:pt x="0" y="387"/>
                    <a:pt x="109" y="503"/>
                    <a:pt x="252" y="503"/>
                  </a:cubicBezTo>
                  <a:cubicBezTo>
                    <a:pt x="387" y="503"/>
                    <a:pt x="496" y="387"/>
                    <a:pt x="496" y="251"/>
                  </a:cubicBezTo>
                  <a:cubicBezTo>
                    <a:pt x="496"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 name="Google Shape;1528;p2"/>
            <p:cNvSpPr/>
            <p:nvPr/>
          </p:nvSpPr>
          <p:spPr>
            <a:xfrm>
              <a:off x="1962150" y="5422500"/>
              <a:ext cx="12550" cy="12575"/>
            </a:xfrm>
            <a:custGeom>
              <a:avLst/>
              <a:gdLst/>
              <a:ahLst/>
              <a:cxnLst/>
              <a:rect l="l" t="t" r="r" b="b"/>
              <a:pathLst>
                <a:path w="502" h="503" extrusionOk="0">
                  <a:moveTo>
                    <a:pt x="250" y="0"/>
                  </a:moveTo>
                  <a:cubicBezTo>
                    <a:pt x="114" y="0"/>
                    <a:pt x="1" y="109"/>
                    <a:pt x="1" y="251"/>
                  </a:cubicBezTo>
                  <a:cubicBezTo>
                    <a:pt x="1" y="387"/>
                    <a:pt x="114" y="503"/>
                    <a:pt x="250" y="503"/>
                  </a:cubicBezTo>
                  <a:cubicBezTo>
                    <a:pt x="388" y="503"/>
                    <a:pt x="502" y="387"/>
                    <a:pt x="502" y="251"/>
                  </a:cubicBezTo>
                  <a:cubicBezTo>
                    <a:pt x="502"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 name="Google Shape;1529;p2"/>
            <p:cNvSpPr/>
            <p:nvPr/>
          </p:nvSpPr>
          <p:spPr>
            <a:xfrm>
              <a:off x="2054075" y="5422500"/>
              <a:ext cx="12425" cy="12575"/>
            </a:xfrm>
            <a:custGeom>
              <a:avLst/>
              <a:gdLst/>
              <a:ahLst/>
              <a:cxnLst/>
              <a:rect l="l" t="t" r="r" b="b"/>
              <a:pathLst>
                <a:path w="497" h="503" extrusionOk="0">
                  <a:moveTo>
                    <a:pt x="252" y="0"/>
                  </a:moveTo>
                  <a:cubicBezTo>
                    <a:pt x="109" y="0"/>
                    <a:pt x="1" y="109"/>
                    <a:pt x="1" y="251"/>
                  </a:cubicBezTo>
                  <a:cubicBezTo>
                    <a:pt x="1" y="387"/>
                    <a:pt x="109" y="503"/>
                    <a:pt x="252" y="503"/>
                  </a:cubicBezTo>
                  <a:cubicBezTo>
                    <a:pt x="388" y="503"/>
                    <a:pt x="496" y="387"/>
                    <a:pt x="496" y="251"/>
                  </a:cubicBezTo>
                  <a:cubicBezTo>
                    <a:pt x="496"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 name="Google Shape;1530;p2"/>
            <p:cNvSpPr/>
            <p:nvPr/>
          </p:nvSpPr>
          <p:spPr>
            <a:xfrm>
              <a:off x="2145825" y="5422500"/>
              <a:ext cx="12600" cy="12575"/>
            </a:xfrm>
            <a:custGeom>
              <a:avLst/>
              <a:gdLst/>
              <a:ahLst/>
              <a:cxnLst/>
              <a:rect l="l" t="t" r="r" b="b"/>
              <a:pathLst>
                <a:path w="504" h="503" extrusionOk="0">
                  <a:moveTo>
                    <a:pt x="252" y="0"/>
                  </a:moveTo>
                  <a:cubicBezTo>
                    <a:pt x="116" y="0"/>
                    <a:pt x="1" y="109"/>
                    <a:pt x="1" y="251"/>
                  </a:cubicBezTo>
                  <a:cubicBezTo>
                    <a:pt x="1" y="387"/>
                    <a:pt x="116" y="503"/>
                    <a:pt x="252" y="503"/>
                  </a:cubicBezTo>
                  <a:cubicBezTo>
                    <a:pt x="388" y="503"/>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531;p2"/>
            <p:cNvSpPr/>
            <p:nvPr/>
          </p:nvSpPr>
          <p:spPr>
            <a:xfrm>
              <a:off x="2237800" y="5422500"/>
              <a:ext cx="12350" cy="12575"/>
            </a:xfrm>
            <a:custGeom>
              <a:avLst/>
              <a:gdLst/>
              <a:ahLst/>
              <a:cxnLst/>
              <a:rect l="l" t="t" r="r" b="b"/>
              <a:pathLst>
                <a:path w="494" h="503" extrusionOk="0">
                  <a:moveTo>
                    <a:pt x="244" y="0"/>
                  </a:moveTo>
                  <a:cubicBezTo>
                    <a:pt x="107" y="0"/>
                    <a:pt x="0" y="109"/>
                    <a:pt x="0" y="251"/>
                  </a:cubicBezTo>
                  <a:cubicBezTo>
                    <a:pt x="0" y="387"/>
                    <a:pt x="107" y="503"/>
                    <a:pt x="244" y="503"/>
                  </a:cubicBezTo>
                  <a:cubicBezTo>
                    <a:pt x="387" y="503"/>
                    <a:pt x="494" y="387"/>
                    <a:pt x="494" y="251"/>
                  </a:cubicBezTo>
                  <a:cubicBezTo>
                    <a:pt x="494" y="109"/>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532;p2"/>
            <p:cNvSpPr/>
            <p:nvPr/>
          </p:nvSpPr>
          <p:spPr>
            <a:xfrm>
              <a:off x="2329550" y="5422500"/>
              <a:ext cx="12575" cy="12575"/>
            </a:xfrm>
            <a:custGeom>
              <a:avLst/>
              <a:gdLst/>
              <a:ahLst/>
              <a:cxnLst/>
              <a:rect l="l" t="t" r="r" b="b"/>
              <a:pathLst>
                <a:path w="503" h="503" extrusionOk="0">
                  <a:moveTo>
                    <a:pt x="251" y="0"/>
                  </a:moveTo>
                  <a:cubicBezTo>
                    <a:pt x="115" y="0"/>
                    <a:pt x="0" y="109"/>
                    <a:pt x="0" y="251"/>
                  </a:cubicBezTo>
                  <a:cubicBezTo>
                    <a:pt x="0" y="387"/>
                    <a:pt x="115" y="503"/>
                    <a:pt x="251" y="503"/>
                  </a:cubicBezTo>
                  <a:cubicBezTo>
                    <a:pt x="387" y="503"/>
                    <a:pt x="502" y="387"/>
                    <a:pt x="502" y="251"/>
                  </a:cubicBezTo>
                  <a:cubicBezTo>
                    <a:pt x="502"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533;p2"/>
            <p:cNvSpPr/>
            <p:nvPr/>
          </p:nvSpPr>
          <p:spPr>
            <a:xfrm>
              <a:off x="2421325" y="5422500"/>
              <a:ext cx="12550" cy="12575"/>
            </a:xfrm>
            <a:custGeom>
              <a:avLst/>
              <a:gdLst/>
              <a:ahLst/>
              <a:cxnLst/>
              <a:rect l="l" t="t" r="r" b="b"/>
              <a:pathLst>
                <a:path w="502" h="503" extrusionOk="0">
                  <a:moveTo>
                    <a:pt x="250" y="0"/>
                  </a:moveTo>
                  <a:cubicBezTo>
                    <a:pt x="114" y="0"/>
                    <a:pt x="1" y="109"/>
                    <a:pt x="1" y="251"/>
                  </a:cubicBezTo>
                  <a:cubicBezTo>
                    <a:pt x="1" y="387"/>
                    <a:pt x="114" y="503"/>
                    <a:pt x="250" y="503"/>
                  </a:cubicBezTo>
                  <a:cubicBezTo>
                    <a:pt x="395" y="503"/>
                    <a:pt x="501" y="387"/>
                    <a:pt x="501" y="251"/>
                  </a:cubicBezTo>
                  <a:cubicBezTo>
                    <a:pt x="501" y="109"/>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2"/>
            <p:cNvSpPr/>
            <p:nvPr/>
          </p:nvSpPr>
          <p:spPr>
            <a:xfrm>
              <a:off x="2513250" y="5422500"/>
              <a:ext cx="12575" cy="12575"/>
            </a:xfrm>
            <a:custGeom>
              <a:avLst/>
              <a:gdLst/>
              <a:ahLst/>
              <a:cxnLst/>
              <a:rect l="l" t="t" r="r" b="b"/>
              <a:pathLst>
                <a:path w="503" h="503" extrusionOk="0">
                  <a:moveTo>
                    <a:pt x="252" y="0"/>
                  </a:moveTo>
                  <a:cubicBezTo>
                    <a:pt x="109" y="0"/>
                    <a:pt x="0" y="109"/>
                    <a:pt x="0" y="251"/>
                  </a:cubicBezTo>
                  <a:cubicBezTo>
                    <a:pt x="0" y="387"/>
                    <a:pt x="109" y="503"/>
                    <a:pt x="252" y="503"/>
                  </a:cubicBezTo>
                  <a:cubicBezTo>
                    <a:pt x="388" y="503"/>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2"/>
            <p:cNvSpPr/>
            <p:nvPr/>
          </p:nvSpPr>
          <p:spPr>
            <a:xfrm>
              <a:off x="2605000" y="5422500"/>
              <a:ext cx="12575" cy="12575"/>
            </a:xfrm>
            <a:custGeom>
              <a:avLst/>
              <a:gdLst/>
              <a:ahLst/>
              <a:cxnLst/>
              <a:rect l="l" t="t" r="r" b="b"/>
              <a:pathLst>
                <a:path w="503" h="503" extrusionOk="0">
                  <a:moveTo>
                    <a:pt x="252" y="0"/>
                  </a:moveTo>
                  <a:cubicBezTo>
                    <a:pt x="116" y="0"/>
                    <a:pt x="0" y="109"/>
                    <a:pt x="0" y="251"/>
                  </a:cubicBezTo>
                  <a:cubicBezTo>
                    <a:pt x="0" y="387"/>
                    <a:pt x="116" y="503"/>
                    <a:pt x="252" y="503"/>
                  </a:cubicBezTo>
                  <a:cubicBezTo>
                    <a:pt x="387" y="503"/>
                    <a:pt x="503" y="387"/>
                    <a:pt x="503" y="251"/>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536;p2"/>
            <p:cNvSpPr/>
            <p:nvPr/>
          </p:nvSpPr>
          <p:spPr>
            <a:xfrm>
              <a:off x="2696950" y="5422500"/>
              <a:ext cx="12375" cy="12575"/>
            </a:xfrm>
            <a:custGeom>
              <a:avLst/>
              <a:gdLst/>
              <a:ahLst/>
              <a:cxnLst/>
              <a:rect l="l" t="t" r="r" b="b"/>
              <a:pathLst>
                <a:path w="495" h="503" extrusionOk="0">
                  <a:moveTo>
                    <a:pt x="252" y="0"/>
                  </a:moveTo>
                  <a:cubicBezTo>
                    <a:pt x="108" y="0"/>
                    <a:pt x="1" y="109"/>
                    <a:pt x="1" y="251"/>
                  </a:cubicBezTo>
                  <a:cubicBezTo>
                    <a:pt x="1" y="387"/>
                    <a:pt x="108" y="503"/>
                    <a:pt x="252" y="503"/>
                  </a:cubicBezTo>
                  <a:cubicBezTo>
                    <a:pt x="388" y="503"/>
                    <a:pt x="495" y="387"/>
                    <a:pt x="495" y="251"/>
                  </a:cubicBezTo>
                  <a:cubicBezTo>
                    <a:pt x="495"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 name="Google Shape;1537;p2"/>
            <p:cNvSpPr/>
            <p:nvPr/>
          </p:nvSpPr>
          <p:spPr>
            <a:xfrm>
              <a:off x="2788700" y="5422500"/>
              <a:ext cx="12600" cy="12575"/>
            </a:xfrm>
            <a:custGeom>
              <a:avLst/>
              <a:gdLst/>
              <a:ahLst/>
              <a:cxnLst/>
              <a:rect l="l" t="t" r="r" b="b"/>
              <a:pathLst>
                <a:path w="504" h="503" extrusionOk="0">
                  <a:moveTo>
                    <a:pt x="252" y="0"/>
                  </a:moveTo>
                  <a:cubicBezTo>
                    <a:pt x="116" y="0"/>
                    <a:pt x="1" y="109"/>
                    <a:pt x="1" y="251"/>
                  </a:cubicBezTo>
                  <a:cubicBezTo>
                    <a:pt x="1" y="387"/>
                    <a:pt x="116" y="503"/>
                    <a:pt x="252" y="503"/>
                  </a:cubicBezTo>
                  <a:cubicBezTo>
                    <a:pt x="388" y="503"/>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 name="Google Shape;1538;p2"/>
            <p:cNvSpPr/>
            <p:nvPr/>
          </p:nvSpPr>
          <p:spPr>
            <a:xfrm>
              <a:off x="2880675" y="5422500"/>
              <a:ext cx="12375" cy="12575"/>
            </a:xfrm>
            <a:custGeom>
              <a:avLst/>
              <a:gdLst/>
              <a:ahLst/>
              <a:cxnLst/>
              <a:rect l="l" t="t" r="r" b="b"/>
              <a:pathLst>
                <a:path w="495" h="503" extrusionOk="0">
                  <a:moveTo>
                    <a:pt x="243" y="0"/>
                  </a:moveTo>
                  <a:cubicBezTo>
                    <a:pt x="107" y="0"/>
                    <a:pt x="0" y="109"/>
                    <a:pt x="0" y="251"/>
                  </a:cubicBezTo>
                  <a:cubicBezTo>
                    <a:pt x="0" y="387"/>
                    <a:pt x="107" y="503"/>
                    <a:pt x="243" y="503"/>
                  </a:cubicBezTo>
                  <a:cubicBezTo>
                    <a:pt x="387" y="503"/>
                    <a:pt x="494" y="387"/>
                    <a:pt x="494" y="251"/>
                  </a:cubicBezTo>
                  <a:cubicBezTo>
                    <a:pt x="494" y="109"/>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 name="Google Shape;1539;p2"/>
            <p:cNvSpPr/>
            <p:nvPr/>
          </p:nvSpPr>
          <p:spPr>
            <a:xfrm>
              <a:off x="2972425" y="5422500"/>
              <a:ext cx="12575" cy="12575"/>
            </a:xfrm>
            <a:custGeom>
              <a:avLst/>
              <a:gdLst/>
              <a:ahLst/>
              <a:cxnLst/>
              <a:rect l="l" t="t" r="r" b="b"/>
              <a:pathLst>
                <a:path w="503" h="503" extrusionOk="0">
                  <a:moveTo>
                    <a:pt x="251" y="0"/>
                  </a:moveTo>
                  <a:cubicBezTo>
                    <a:pt x="115" y="0"/>
                    <a:pt x="0" y="109"/>
                    <a:pt x="0" y="251"/>
                  </a:cubicBezTo>
                  <a:cubicBezTo>
                    <a:pt x="0" y="387"/>
                    <a:pt x="115" y="503"/>
                    <a:pt x="251" y="503"/>
                  </a:cubicBezTo>
                  <a:cubicBezTo>
                    <a:pt x="387" y="503"/>
                    <a:pt x="503" y="387"/>
                    <a:pt x="503" y="251"/>
                  </a:cubicBezTo>
                  <a:cubicBezTo>
                    <a:pt x="503"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540;p2"/>
            <p:cNvSpPr/>
            <p:nvPr/>
          </p:nvSpPr>
          <p:spPr>
            <a:xfrm>
              <a:off x="3064375" y="5422500"/>
              <a:ext cx="12375" cy="12575"/>
            </a:xfrm>
            <a:custGeom>
              <a:avLst/>
              <a:gdLst/>
              <a:ahLst/>
              <a:cxnLst/>
              <a:rect l="l" t="t" r="r" b="b"/>
              <a:pathLst>
                <a:path w="495" h="503" extrusionOk="0">
                  <a:moveTo>
                    <a:pt x="243" y="0"/>
                  </a:moveTo>
                  <a:cubicBezTo>
                    <a:pt x="107" y="0"/>
                    <a:pt x="1" y="109"/>
                    <a:pt x="1" y="251"/>
                  </a:cubicBezTo>
                  <a:cubicBezTo>
                    <a:pt x="1" y="387"/>
                    <a:pt x="107" y="503"/>
                    <a:pt x="243" y="503"/>
                  </a:cubicBezTo>
                  <a:cubicBezTo>
                    <a:pt x="388" y="503"/>
                    <a:pt x="495" y="387"/>
                    <a:pt x="495" y="251"/>
                  </a:cubicBezTo>
                  <a:cubicBezTo>
                    <a:pt x="495" y="109"/>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 name="Google Shape;1541;p2"/>
            <p:cNvSpPr/>
            <p:nvPr/>
          </p:nvSpPr>
          <p:spPr>
            <a:xfrm>
              <a:off x="3156125" y="5422500"/>
              <a:ext cx="12600" cy="12575"/>
            </a:xfrm>
            <a:custGeom>
              <a:avLst/>
              <a:gdLst/>
              <a:ahLst/>
              <a:cxnLst/>
              <a:rect l="l" t="t" r="r" b="b"/>
              <a:pathLst>
                <a:path w="504" h="503" extrusionOk="0">
                  <a:moveTo>
                    <a:pt x="252" y="0"/>
                  </a:moveTo>
                  <a:cubicBezTo>
                    <a:pt x="116" y="0"/>
                    <a:pt x="1" y="109"/>
                    <a:pt x="1" y="251"/>
                  </a:cubicBezTo>
                  <a:cubicBezTo>
                    <a:pt x="1" y="387"/>
                    <a:pt x="116" y="503"/>
                    <a:pt x="252" y="503"/>
                  </a:cubicBezTo>
                  <a:cubicBezTo>
                    <a:pt x="388" y="503"/>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 name="Google Shape;1542;p2"/>
            <p:cNvSpPr/>
            <p:nvPr/>
          </p:nvSpPr>
          <p:spPr>
            <a:xfrm>
              <a:off x="3247875" y="5422500"/>
              <a:ext cx="12575" cy="12575"/>
            </a:xfrm>
            <a:custGeom>
              <a:avLst/>
              <a:gdLst/>
              <a:ahLst/>
              <a:cxnLst/>
              <a:rect l="l" t="t" r="r" b="b"/>
              <a:pathLst>
                <a:path w="503" h="503" extrusionOk="0">
                  <a:moveTo>
                    <a:pt x="252" y="0"/>
                  </a:moveTo>
                  <a:cubicBezTo>
                    <a:pt x="116" y="0"/>
                    <a:pt x="1" y="109"/>
                    <a:pt x="1" y="251"/>
                  </a:cubicBezTo>
                  <a:cubicBezTo>
                    <a:pt x="1" y="387"/>
                    <a:pt x="116" y="503"/>
                    <a:pt x="252" y="503"/>
                  </a:cubicBezTo>
                  <a:cubicBezTo>
                    <a:pt x="388" y="503"/>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 name="Google Shape;1543;p2"/>
            <p:cNvSpPr/>
            <p:nvPr/>
          </p:nvSpPr>
          <p:spPr>
            <a:xfrm>
              <a:off x="3339850" y="5422500"/>
              <a:ext cx="12525" cy="12575"/>
            </a:xfrm>
            <a:custGeom>
              <a:avLst/>
              <a:gdLst/>
              <a:ahLst/>
              <a:cxnLst/>
              <a:rect l="l" t="t" r="r" b="b"/>
              <a:pathLst>
                <a:path w="501" h="503" extrusionOk="0">
                  <a:moveTo>
                    <a:pt x="251" y="0"/>
                  </a:moveTo>
                  <a:cubicBezTo>
                    <a:pt x="107" y="0"/>
                    <a:pt x="0" y="109"/>
                    <a:pt x="0" y="251"/>
                  </a:cubicBezTo>
                  <a:cubicBezTo>
                    <a:pt x="0" y="387"/>
                    <a:pt x="107" y="503"/>
                    <a:pt x="251" y="503"/>
                  </a:cubicBezTo>
                  <a:cubicBezTo>
                    <a:pt x="387" y="503"/>
                    <a:pt x="501" y="387"/>
                    <a:pt x="501" y="251"/>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 name="Google Shape;1544;p2"/>
            <p:cNvSpPr/>
            <p:nvPr/>
          </p:nvSpPr>
          <p:spPr>
            <a:xfrm>
              <a:off x="3431575" y="5422500"/>
              <a:ext cx="12600" cy="12575"/>
            </a:xfrm>
            <a:custGeom>
              <a:avLst/>
              <a:gdLst/>
              <a:ahLst/>
              <a:cxnLst/>
              <a:rect l="l" t="t" r="r" b="b"/>
              <a:pathLst>
                <a:path w="504" h="503" extrusionOk="0">
                  <a:moveTo>
                    <a:pt x="252" y="0"/>
                  </a:moveTo>
                  <a:cubicBezTo>
                    <a:pt x="116" y="0"/>
                    <a:pt x="1" y="109"/>
                    <a:pt x="1" y="251"/>
                  </a:cubicBezTo>
                  <a:cubicBezTo>
                    <a:pt x="1" y="387"/>
                    <a:pt x="116" y="503"/>
                    <a:pt x="252" y="503"/>
                  </a:cubicBezTo>
                  <a:cubicBezTo>
                    <a:pt x="388" y="503"/>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 name="Google Shape;1545;p2"/>
            <p:cNvSpPr/>
            <p:nvPr/>
          </p:nvSpPr>
          <p:spPr>
            <a:xfrm>
              <a:off x="3523550" y="5422500"/>
              <a:ext cx="12375" cy="12575"/>
            </a:xfrm>
            <a:custGeom>
              <a:avLst/>
              <a:gdLst/>
              <a:ahLst/>
              <a:cxnLst/>
              <a:rect l="l" t="t" r="r" b="b"/>
              <a:pathLst>
                <a:path w="495" h="503" extrusionOk="0">
                  <a:moveTo>
                    <a:pt x="250" y="0"/>
                  </a:moveTo>
                  <a:cubicBezTo>
                    <a:pt x="107" y="0"/>
                    <a:pt x="0" y="109"/>
                    <a:pt x="0" y="251"/>
                  </a:cubicBezTo>
                  <a:cubicBezTo>
                    <a:pt x="0" y="387"/>
                    <a:pt x="107" y="503"/>
                    <a:pt x="250" y="503"/>
                  </a:cubicBezTo>
                  <a:cubicBezTo>
                    <a:pt x="388" y="503"/>
                    <a:pt x="494" y="387"/>
                    <a:pt x="494" y="251"/>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 name="Google Shape;1546;p2"/>
            <p:cNvSpPr/>
            <p:nvPr/>
          </p:nvSpPr>
          <p:spPr>
            <a:xfrm>
              <a:off x="635875" y="5336650"/>
              <a:ext cx="2940550" cy="1475"/>
            </a:xfrm>
            <a:custGeom>
              <a:avLst/>
              <a:gdLst/>
              <a:ahLst/>
              <a:cxnLst/>
              <a:rect l="l" t="t" r="r" b="b"/>
              <a:pathLst>
                <a:path w="117622" h="59" extrusionOk="0">
                  <a:moveTo>
                    <a:pt x="1" y="0"/>
                  </a:moveTo>
                  <a:lnTo>
                    <a:pt x="1" y="59"/>
                  </a:lnTo>
                  <a:lnTo>
                    <a:pt x="117622" y="59"/>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 name="Google Shape;1547;p2"/>
            <p:cNvSpPr/>
            <p:nvPr/>
          </p:nvSpPr>
          <p:spPr>
            <a:xfrm>
              <a:off x="635875" y="5428425"/>
              <a:ext cx="2940550" cy="1450"/>
            </a:xfrm>
            <a:custGeom>
              <a:avLst/>
              <a:gdLst/>
              <a:ahLst/>
              <a:cxnLst/>
              <a:rect l="l" t="t" r="r" b="b"/>
              <a:pathLst>
                <a:path w="117622" h="58" extrusionOk="0">
                  <a:moveTo>
                    <a:pt x="1" y="1"/>
                  </a:moveTo>
                  <a:lnTo>
                    <a:pt x="1" y="57"/>
                  </a:lnTo>
                  <a:lnTo>
                    <a:pt x="117622" y="57"/>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 name="Google Shape;1548;p2"/>
            <p:cNvSpPr/>
            <p:nvPr/>
          </p:nvSpPr>
          <p:spPr>
            <a:xfrm>
              <a:off x="635875" y="5244725"/>
              <a:ext cx="2940550" cy="1450"/>
            </a:xfrm>
            <a:custGeom>
              <a:avLst/>
              <a:gdLst/>
              <a:ahLst/>
              <a:cxnLst/>
              <a:rect l="l" t="t" r="r" b="b"/>
              <a:pathLst>
                <a:path w="117622" h="58"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 name="Google Shape;1549;p2"/>
            <p:cNvSpPr/>
            <p:nvPr/>
          </p:nvSpPr>
          <p:spPr>
            <a:xfrm>
              <a:off x="635875" y="5152975"/>
              <a:ext cx="2940550" cy="1450"/>
            </a:xfrm>
            <a:custGeom>
              <a:avLst/>
              <a:gdLst/>
              <a:ahLst/>
              <a:cxnLst/>
              <a:rect l="l" t="t" r="r" b="b"/>
              <a:pathLst>
                <a:path w="117622" h="58"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 name="Google Shape;1550;p2"/>
            <p:cNvSpPr/>
            <p:nvPr/>
          </p:nvSpPr>
          <p:spPr>
            <a:xfrm>
              <a:off x="635875" y="5061000"/>
              <a:ext cx="2940550" cy="1450"/>
            </a:xfrm>
            <a:custGeom>
              <a:avLst/>
              <a:gdLst/>
              <a:ahLst/>
              <a:cxnLst/>
              <a:rect l="l" t="t" r="r" b="b"/>
              <a:pathLst>
                <a:path w="117622" h="58" extrusionOk="0">
                  <a:moveTo>
                    <a:pt x="1" y="1"/>
                  </a:moveTo>
                  <a:lnTo>
                    <a:pt x="1" y="58"/>
                  </a:lnTo>
                  <a:lnTo>
                    <a:pt x="117622" y="58"/>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 name="Google Shape;1551;p2"/>
            <p:cNvSpPr/>
            <p:nvPr/>
          </p:nvSpPr>
          <p:spPr>
            <a:xfrm>
              <a:off x="635875" y="4969250"/>
              <a:ext cx="2940550" cy="1450"/>
            </a:xfrm>
            <a:custGeom>
              <a:avLst/>
              <a:gdLst/>
              <a:ahLst/>
              <a:cxnLst/>
              <a:rect l="l" t="t" r="r" b="b"/>
              <a:pathLst>
                <a:path w="117622" h="58" extrusionOk="0">
                  <a:moveTo>
                    <a:pt x="1" y="1"/>
                  </a:moveTo>
                  <a:lnTo>
                    <a:pt x="1" y="58"/>
                  </a:lnTo>
                  <a:lnTo>
                    <a:pt x="117622" y="58"/>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 name="Google Shape;1552;p2"/>
            <p:cNvSpPr/>
            <p:nvPr/>
          </p:nvSpPr>
          <p:spPr>
            <a:xfrm>
              <a:off x="635875" y="4877300"/>
              <a:ext cx="2940550" cy="1650"/>
            </a:xfrm>
            <a:custGeom>
              <a:avLst/>
              <a:gdLst/>
              <a:ahLst/>
              <a:cxnLst/>
              <a:rect l="l" t="t" r="r" b="b"/>
              <a:pathLst>
                <a:path w="117622" h="66" extrusionOk="0">
                  <a:moveTo>
                    <a:pt x="1" y="0"/>
                  </a:moveTo>
                  <a:lnTo>
                    <a:pt x="1" y="66"/>
                  </a:lnTo>
                  <a:lnTo>
                    <a:pt x="117622" y="66"/>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 name="Google Shape;1553;p2"/>
            <p:cNvSpPr/>
            <p:nvPr/>
          </p:nvSpPr>
          <p:spPr>
            <a:xfrm>
              <a:off x="635875" y="4785550"/>
              <a:ext cx="2940550" cy="1450"/>
            </a:xfrm>
            <a:custGeom>
              <a:avLst/>
              <a:gdLst/>
              <a:ahLst/>
              <a:cxnLst/>
              <a:rect l="l" t="t" r="r" b="b"/>
              <a:pathLst>
                <a:path w="117622" h="58"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 name="Google Shape;1554;p2"/>
            <p:cNvSpPr/>
            <p:nvPr/>
          </p:nvSpPr>
          <p:spPr>
            <a:xfrm>
              <a:off x="635875" y="4693575"/>
              <a:ext cx="2940550" cy="1675"/>
            </a:xfrm>
            <a:custGeom>
              <a:avLst/>
              <a:gdLst/>
              <a:ahLst/>
              <a:cxnLst/>
              <a:rect l="l" t="t" r="r" b="b"/>
              <a:pathLst>
                <a:path w="117622" h="67" extrusionOk="0">
                  <a:moveTo>
                    <a:pt x="1" y="1"/>
                  </a:moveTo>
                  <a:lnTo>
                    <a:pt x="1" y="66"/>
                  </a:lnTo>
                  <a:lnTo>
                    <a:pt x="117622" y="66"/>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 name="Google Shape;1555;p2"/>
            <p:cNvSpPr/>
            <p:nvPr/>
          </p:nvSpPr>
          <p:spPr>
            <a:xfrm>
              <a:off x="635875" y="4601850"/>
              <a:ext cx="2940550" cy="1425"/>
            </a:xfrm>
            <a:custGeom>
              <a:avLst/>
              <a:gdLst/>
              <a:ahLst/>
              <a:cxnLst/>
              <a:rect l="l" t="t" r="r" b="b"/>
              <a:pathLst>
                <a:path w="117622" h="57"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 name="Google Shape;1556;p2"/>
            <p:cNvSpPr/>
            <p:nvPr/>
          </p:nvSpPr>
          <p:spPr>
            <a:xfrm>
              <a:off x="635875" y="4510100"/>
              <a:ext cx="2940550" cy="1425"/>
            </a:xfrm>
            <a:custGeom>
              <a:avLst/>
              <a:gdLst/>
              <a:ahLst/>
              <a:cxnLst/>
              <a:rect l="l" t="t" r="r" b="b"/>
              <a:pathLst>
                <a:path w="117622" h="57"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 name="Google Shape;1557;p2"/>
            <p:cNvSpPr/>
            <p:nvPr/>
          </p:nvSpPr>
          <p:spPr>
            <a:xfrm>
              <a:off x="635875" y="4418125"/>
              <a:ext cx="2940550" cy="1500"/>
            </a:xfrm>
            <a:custGeom>
              <a:avLst/>
              <a:gdLst/>
              <a:ahLst/>
              <a:cxnLst/>
              <a:rect l="l" t="t" r="r" b="b"/>
              <a:pathLst>
                <a:path w="117622" h="60" extrusionOk="0">
                  <a:moveTo>
                    <a:pt x="1" y="1"/>
                  </a:moveTo>
                  <a:lnTo>
                    <a:pt x="1" y="59"/>
                  </a:lnTo>
                  <a:lnTo>
                    <a:pt x="117622" y="59"/>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 name="Google Shape;1558;p2"/>
            <p:cNvSpPr/>
            <p:nvPr/>
          </p:nvSpPr>
          <p:spPr>
            <a:xfrm>
              <a:off x="635875" y="4326375"/>
              <a:ext cx="2940550" cy="1450"/>
            </a:xfrm>
            <a:custGeom>
              <a:avLst/>
              <a:gdLst/>
              <a:ahLst/>
              <a:cxnLst/>
              <a:rect l="l" t="t" r="r" b="b"/>
              <a:pathLst>
                <a:path w="117622" h="58" extrusionOk="0">
                  <a:moveTo>
                    <a:pt x="1" y="1"/>
                  </a:moveTo>
                  <a:lnTo>
                    <a:pt x="1" y="57"/>
                  </a:lnTo>
                  <a:lnTo>
                    <a:pt x="117622" y="57"/>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 name="Google Shape;1559;p2"/>
            <p:cNvSpPr/>
            <p:nvPr/>
          </p:nvSpPr>
          <p:spPr>
            <a:xfrm>
              <a:off x="635875" y="4234425"/>
              <a:ext cx="2940550" cy="1475"/>
            </a:xfrm>
            <a:custGeom>
              <a:avLst/>
              <a:gdLst/>
              <a:ahLst/>
              <a:cxnLst/>
              <a:rect l="l" t="t" r="r" b="b"/>
              <a:pathLst>
                <a:path w="117622" h="59" extrusionOk="0">
                  <a:moveTo>
                    <a:pt x="1" y="0"/>
                  </a:moveTo>
                  <a:lnTo>
                    <a:pt x="1" y="59"/>
                  </a:lnTo>
                  <a:lnTo>
                    <a:pt x="117622" y="59"/>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 name="Google Shape;1560;p2"/>
            <p:cNvSpPr/>
            <p:nvPr/>
          </p:nvSpPr>
          <p:spPr>
            <a:xfrm>
              <a:off x="635875" y="4142675"/>
              <a:ext cx="2940550" cy="1425"/>
            </a:xfrm>
            <a:custGeom>
              <a:avLst/>
              <a:gdLst/>
              <a:ahLst/>
              <a:cxnLst/>
              <a:rect l="l" t="t" r="r" b="b"/>
              <a:pathLst>
                <a:path w="117622" h="57"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 name="Google Shape;1561;p2"/>
            <p:cNvSpPr/>
            <p:nvPr/>
          </p:nvSpPr>
          <p:spPr>
            <a:xfrm>
              <a:off x="635875" y="4050750"/>
              <a:ext cx="2940550" cy="1625"/>
            </a:xfrm>
            <a:custGeom>
              <a:avLst/>
              <a:gdLst/>
              <a:ahLst/>
              <a:cxnLst/>
              <a:rect l="l" t="t" r="r" b="b"/>
              <a:pathLst>
                <a:path w="117622" h="65" extrusionOk="0">
                  <a:moveTo>
                    <a:pt x="1" y="0"/>
                  </a:moveTo>
                  <a:lnTo>
                    <a:pt x="1" y="64"/>
                  </a:lnTo>
                  <a:lnTo>
                    <a:pt x="117622" y="64"/>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 name="Google Shape;1562;p2"/>
            <p:cNvSpPr/>
            <p:nvPr/>
          </p:nvSpPr>
          <p:spPr>
            <a:xfrm>
              <a:off x="635875" y="3958950"/>
              <a:ext cx="2940550" cy="1500"/>
            </a:xfrm>
            <a:custGeom>
              <a:avLst/>
              <a:gdLst/>
              <a:ahLst/>
              <a:cxnLst/>
              <a:rect l="l" t="t" r="r" b="b"/>
              <a:pathLst>
                <a:path w="117622" h="60" extrusionOk="0">
                  <a:moveTo>
                    <a:pt x="1" y="1"/>
                  </a:moveTo>
                  <a:lnTo>
                    <a:pt x="1" y="59"/>
                  </a:lnTo>
                  <a:lnTo>
                    <a:pt x="117622" y="59"/>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 name="Google Shape;1563;p2"/>
            <p:cNvSpPr/>
            <p:nvPr/>
          </p:nvSpPr>
          <p:spPr>
            <a:xfrm>
              <a:off x="635875" y="3867025"/>
              <a:ext cx="2940550" cy="1625"/>
            </a:xfrm>
            <a:custGeom>
              <a:avLst/>
              <a:gdLst/>
              <a:ahLst/>
              <a:cxnLst/>
              <a:rect l="l" t="t" r="r" b="b"/>
              <a:pathLst>
                <a:path w="117622" h="65" extrusionOk="0">
                  <a:moveTo>
                    <a:pt x="1" y="1"/>
                  </a:moveTo>
                  <a:lnTo>
                    <a:pt x="1" y="65"/>
                  </a:lnTo>
                  <a:lnTo>
                    <a:pt x="117622" y="65"/>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 name="Google Shape;1564;p2"/>
            <p:cNvSpPr/>
            <p:nvPr/>
          </p:nvSpPr>
          <p:spPr>
            <a:xfrm>
              <a:off x="635875" y="3775250"/>
              <a:ext cx="2940550" cy="1475"/>
            </a:xfrm>
            <a:custGeom>
              <a:avLst/>
              <a:gdLst/>
              <a:ahLst/>
              <a:cxnLst/>
              <a:rect l="l" t="t" r="r" b="b"/>
              <a:pathLst>
                <a:path w="117622" h="59" extrusionOk="0">
                  <a:moveTo>
                    <a:pt x="1" y="0"/>
                  </a:moveTo>
                  <a:lnTo>
                    <a:pt x="1" y="59"/>
                  </a:lnTo>
                  <a:lnTo>
                    <a:pt x="117622" y="59"/>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 name="Google Shape;1565;p2"/>
            <p:cNvSpPr/>
            <p:nvPr/>
          </p:nvSpPr>
          <p:spPr>
            <a:xfrm>
              <a:off x="635875" y="3683500"/>
              <a:ext cx="2940550" cy="1450"/>
            </a:xfrm>
            <a:custGeom>
              <a:avLst/>
              <a:gdLst/>
              <a:ahLst/>
              <a:cxnLst/>
              <a:rect l="l" t="t" r="r" b="b"/>
              <a:pathLst>
                <a:path w="117622" h="58"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 name="Google Shape;1566;p2"/>
            <p:cNvSpPr/>
            <p:nvPr/>
          </p:nvSpPr>
          <p:spPr>
            <a:xfrm>
              <a:off x="635875" y="3591575"/>
              <a:ext cx="2940550" cy="1450"/>
            </a:xfrm>
            <a:custGeom>
              <a:avLst/>
              <a:gdLst/>
              <a:ahLst/>
              <a:cxnLst/>
              <a:rect l="l" t="t" r="r" b="b"/>
              <a:pathLst>
                <a:path w="117622" h="58" extrusionOk="0">
                  <a:moveTo>
                    <a:pt x="1" y="1"/>
                  </a:moveTo>
                  <a:lnTo>
                    <a:pt x="1" y="57"/>
                  </a:lnTo>
                  <a:lnTo>
                    <a:pt x="117622" y="57"/>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 name="Google Shape;1567;p2"/>
            <p:cNvSpPr/>
            <p:nvPr/>
          </p:nvSpPr>
          <p:spPr>
            <a:xfrm>
              <a:off x="635875" y="3499800"/>
              <a:ext cx="2940550" cy="1475"/>
            </a:xfrm>
            <a:custGeom>
              <a:avLst/>
              <a:gdLst/>
              <a:ahLst/>
              <a:cxnLst/>
              <a:rect l="l" t="t" r="r" b="b"/>
              <a:pathLst>
                <a:path w="117622" h="59" extrusionOk="0">
                  <a:moveTo>
                    <a:pt x="1" y="0"/>
                  </a:moveTo>
                  <a:lnTo>
                    <a:pt x="1" y="59"/>
                  </a:lnTo>
                  <a:lnTo>
                    <a:pt x="117622" y="59"/>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 name="Google Shape;1568;p2"/>
            <p:cNvSpPr/>
            <p:nvPr/>
          </p:nvSpPr>
          <p:spPr>
            <a:xfrm>
              <a:off x="635875" y="3407875"/>
              <a:ext cx="2940550" cy="1425"/>
            </a:xfrm>
            <a:custGeom>
              <a:avLst/>
              <a:gdLst/>
              <a:ahLst/>
              <a:cxnLst/>
              <a:rect l="l" t="t" r="r" b="b"/>
              <a:pathLst>
                <a:path w="117622" h="57"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 name="Google Shape;1569;p2"/>
            <p:cNvSpPr/>
            <p:nvPr/>
          </p:nvSpPr>
          <p:spPr>
            <a:xfrm>
              <a:off x="635875" y="3316075"/>
              <a:ext cx="2940550" cy="1500"/>
            </a:xfrm>
            <a:custGeom>
              <a:avLst/>
              <a:gdLst/>
              <a:ahLst/>
              <a:cxnLst/>
              <a:rect l="l" t="t" r="r" b="b"/>
              <a:pathLst>
                <a:path w="117622" h="60" extrusionOk="0">
                  <a:moveTo>
                    <a:pt x="1" y="1"/>
                  </a:moveTo>
                  <a:lnTo>
                    <a:pt x="1" y="59"/>
                  </a:lnTo>
                  <a:lnTo>
                    <a:pt x="117622" y="59"/>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 name="Google Shape;1570;p2"/>
            <p:cNvSpPr/>
            <p:nvPr/>
          </p:nvSpPr>
          <p:spPr>
            <a:xfrm>
              <a:off x="635875" y="3224150"/>
              <a:ext cx="2940550" cy="1625"/>
            </a:xfrm>
            <a:custGeom>
              <a:avLst/>
              <a:gdLst/>
              <a:ahLst/>
              <a:cxnLst/>
              <a:rect l="l" t="t" r="r" b="b"/>
              <a:pathLst>
                <a:path w="117622" h="65" extrusionOk="0">
                  <a:moveTo>
                    <a:pt x="1" y="1"/>
                  </a:moveTo>
                  <a:lnTo>
                    <a:pt x="1" y="64"/>
                  </a:lnTo>
                  <a:lnTo>
                    <a:pt x="117622" y="64"/>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 name="Google Shape;1571;p2"/>
            <p:cNvSpPr/>
            <p:nvPr/>
          </p:nvSpPr>
          <p:spPr>
            <a:xfrm>
              <a:off x="635875" y="3132400"/>
              <a:ext cx="2940550" cy="1450"/>
            </a:xfrm>
            <a:custGeom>
              <a:avLst/>
              <a:gdLst/>
              <a:ahLst/>
              <a:cxnLst/>
              <a:rect l="l" t="t" r="r" b="b"/>
              <a:pathLst>
                <a:path w="117622" h="58" extrusionOk="0">
                  <a:moveTo>
                    <a:pt x="1" y="1"/>
                  </a:moveTo>
                  <a:lnTo>
                    <a:pt x="1" y="58"/>
                  </a:lnTo>
                  <a:lnTo>
                    <a:pt x="117622" y="58"/>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 name="Google Shape;1572;p2"/>
            <p:cNvSpPr/>
            <p:nvPr/>
          </p:nvSpPr>
          <p:spPr>
            <a:xfrm>
              <a:off x="635875" y="3040450"/>
              <a:ext cx="2940550" cy="1650"/>
            </a:xfrm>
            <a:custGeom>
              <a:avLst/>
              <a:gdLst/>
              <a:ahLst/>
              <a:cxnLst/>
              <a:rect l="l" t="t" r="r" b="b"/>
              <a:pathLst>
                <a:path w="117622" h="66" extrusionOk="0">
                  <a:moveTo>
                    <a:pt x="1" y="0"/>
                  </a:moveTo>
                  <a:lnTo>
                    <a:pt x="1" y="66"/>
                  </a:lnTo>
                  <a:lnTo>
                    <a:pt x="117622" y="66"/>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2"/>
            <p:cNvSpPr/>
            <p:nvPr/>
          </p:nvSpPr>
          <p:spPr>
            <a:xfrm>
              <a:off x="635875" y="2948700"/>
              <a:ext cx="2940550" cy="1450"/>
            </a:xfrm>
            <a:custGeom>
              <a:avLst/>
              <a:gdLst/>
              <a:ahLst/>
              <a:cxnLst/>
              <a:rect l="l" t="t" r="r" b="b"/>
              <a:pathLst>
                <a:path w="117622" h="58"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 name="Google Shape;1574;p2"/>
            <p:cNvSpPr/>
            <p:nvPr/>
          </p:nvSpPr>
          <p:spPr>
            <a:xfrm>
              <a:off x="635875" y="2856900"/>
              <a:ext cx="2940550" cy="1500"/>
            </a:xfrm>
            <a:custGeom>
              <a:avLst/>
              <a:gdLst/>
              <a:ahLst/>
              <a:cxnLst/>
              <a:rect l="l" t="t" r="r" b="b"/>
              <a:pathLst>
                <a:path w="117622" h="60" extrusionOk="0">
                  <a:moveTo>
                    <a:pt x="1" y="1"/>
                  </a:moveTo>
                  <a:lnTo>
                    <a:pt x="1" y="59"/>
                  </a:lnTo>
                  <a:lnTo>
                    <a:pt x="117622" y="59"/>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2"/>
            <p:cNvSpPr/>
            <p:nvPr/>
          </p:nvSpPr>
          <p:spPr>
            <a:xfrm>
              <a:off x="635875" y="2764975"/>
              <a:ext cx="2940550" cy="1450"/>
            </a:xfrm>
            <a:custGeom>
              <a:avLst/>
              <a:gdLst/>
              <a:ahLst/>
              <a:cxnLst/>
              <a:rect l="l" t="t" r="r" b="b"/>
              <a:pathLst>
                <a:path w="117622" h="58" extrusionOk="0">
                  <a:moveTo>
                    <a:pt x="1" y="1"/>
                  </a:moveTo>
                  <a:lnTo>
                    <a:pt x="1" y="58"/>
                  </a:lnTo>
                  <a:lnTo>
                    <a:pt x="117622" y="58"/>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2"/>
            <p:cNvSpPr/>
            <p:nvPr/>
          </p:nvSpPr>
          <p:spPr>
            <a:xfrm>
              <a:off x="635875" y="2673250"/>
              <a:ext cx="2940550" cy="1425"/>
            </a:xfrm>
            <a:custGeom>
              <a:avLst/>
              <a:gdLst/>
              <a:ahLst/>
              <a:cxnLst/>
              <a:rect l="l" t="t" r="r" b="b"/>
              <a:pathLst>
                <a:path w="117622" h="57"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2"/>
            <p:cNvSpPr/>
            <p:nvPr/>
          </p:nvSpPr>
          <p:spPr>
            <a:xfrm>
              <a:off x="635875" y="2581275"/>
              <a:ext cx="2940550" cy="1450"/>
            </a:xfrm>
            <a:custGeom>
              <a:avLst/>
              <a:gdLst/>
              <a:ahLst/>
              <a:cxnLst/>
              <a:rect l="l" t="t" r="r" b="b"/>
              <a:pathLst>
                <a:path w="117622" h="58" extrusionOk="0">
                  <a:moveTo>
                    <a:pt x="1" y="1"/>
                  </a:moveTo>
                  <a:lnTo>
                    <a:pt x="1" y="57"/>
                  </a:lnTo>
                  <a:lnTo>
                    <a:pt x="117622" y="57"/>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2"/>
            <p:cNvSpPr/>
            <p:nvPr/>
          </p:nvSpPr>
          <p:spPr>
            <a:xfrm>
              <a:off x="635875" y="2489525"/>
              <a:ext cx="2940550" cy="1450"/>
            </a:xfrm>
            <a:custGeom>
              <a:avLst/>
              <a:gdLst/>
              <a:ahLst/>
              <a:cxnLst/>
              <a:rect l="l" t="t" r="r" b="b"/>
              <a:pathLst>
                <a:path w="117622" h="58" extrusionOk="0">
                  <a:moveTo>
                    <a:pt x="1" y="1"/>
                  </a:moveTo>
                  <a:lnTo>
                    <a:pt x="1" y="57"/>
                  </a:lnTo>
                  <a:lnTo>
                    <a:pt x="117622" y="57"/>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2"/>
            <p:cNvSpPr/>
            <p:nvPr/>
          </p:nvSpPr>
          <p:spPr>
            <a:xfrm>
              <a:off x="635875" y="2397575"/>
              <a:ext cx="2940550" cy="1650"/>
            </a:xfrm>
            <a:custGeom>
              <a:avLst/>
              <a:gdLst/>
              <a:ahLst/>
              <a:cxnLst/>
              <a:rect l="l" t="t" r="r" b="b"/>
              <a:pathLst>
                <a:path w="117622" h="66" extrusionOk="0">
                  <a:moveTo>
                    <a:pt x="1" y="0"/>
                  </a:moveTo>
                  <a:lnTo>
                    <a:pt x="1" y="65"/>
                  </a:lnTo>
                  <a:lnTo>
                    <a:pt x="117622" y="65"/>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1580;p2"/>
            <p:cNvSpPr/>
            <p:nvPr/>
          </p:nvSpPr>
          <p:spPr>
            <a:xfrm>
              <a:off x="635875" y="2305825"/>
              <a:ext cx="2940550" cy="1425"/>
            </a:xfrm>
            <a:custGeom>
              <a:avLst/>
              <a:gdLst/>
              <a:ahLst/>
              <a:cxnLst/>
              <a:rect l="l" t="t" r="r" b="b"/>
              <a:pathLst>
                <a:path w="117622" h="57"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 name="Google Shape;1581;p2"/>
            <p:cNvSpPr/>
            <p:nvPr/>
          </p:nvSpPr>
          <p:spPr>
            <a:xfrm>
              <a:off x="635875" y="2213850"/>
              <a:ext cx="2940550" cy="1675"/>
            </a:xfrm>
            <a:custGeom>
              <a:avLst/>
              <a:gdLst/>
              <a:ahLst/>
              <a:cxnLst/>
              <a:rect l="l" t="t" r="r" b="b"/>
              <a:pathLst>
                <a:path w="117622" h="67" extrusionOk="0">
                  <a:moveTo>
                    <a:pt x="1" y="1"/>
                  </a:moveTo>
                  <a:lnTo>
                    <a:pt x="1" y="66"/>
                  </a:lnTo>
                  <a:lnTo>
                    <a:pt x="117622" y="66"/>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 name="Google Shape;1582;p2"/>
            <p:cNvSpPr/>
            <p:nvPr/>
          </p:nvSpPr>
          <p:spPr>
            <a:xfrm>
              <a:off x="635875" y="2122100"/>
              <a:ext cx="2940550" cy="1450"/>
            </a:xfrm>
            <a:custGeom>
              <a:avLst/>
              <a:gdLst/>
              <a:ahLst/>
              <a:cxnLst/>
              <a:rect l="l" t="t" r="r" b="b"/>
              <a:pathLst>
                <a:path w="117622" h="58" extrusionOk="0">
                  <a:moveTo>
                    <a:pt x="1" y="1"/>
                  </a:moveTo>
                  <a:lnTo>
                    <a:pt x="1" y="58"/>
                  </a:lnTo>
                  <a:lnTo>
                    <a:pt x="117622" y="58"/>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2"/>
            <p:cNvSpPr/>
            <p:nvPr/>
          </p:nvSpPr>
          <p:spPr>
            <a:xfrm>
              <a:off x="635875" y="2030350"/>
              <a:ext cx="2940550" cy="1450"/>
            </a:xfrm>
            <a:custGeom>
              <a:avLst/>
              <a:gdLst/>
              <a:ahLst/>
              <a:cxnLst/>
              <a:rect l="l" t="t" r="r" b="b"/>
              <a:pathLst>
                <a:path w="117622" h="58" extrusionOk="0">
                  <a:moveTo>
                    <a:pt x="1" y="1"/>
                  </a:moveTo>
                  <a:lnTo>
                    <a:pt x="1" y="58"/>
                  </a:lnTo>
                  <a:lnTo>
                    <a:pt x="117622" y="58"/>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2"/>
            <p:cNvSpPr/>
            <p:nvPr/>
          </p:nvSpPr>
          <p:spPr>
            <a:xfrm>
              <a:off x="635875" y="1938400"/>
              <a:ext cx="2940550" cy="1475"/>
            </a:xfrm>
            <a:custGeom>
              <a:avLst/>
              <a:gdLst/>
              <a:ahLst/>
              <a:cxnLst/>
              <a:rect l="l" t="t" r="r" b="b"/>
              <a:pathLst>
                <a:path w="117622" h="59" extrusionOk="0">
                  <a:moveTo>
                    <a:pt x="1" y="0"/>
                  </a:moveTo>
                  <a:lnTo>
                    <a:pt x="1" y="59"/>
                  </a:lnTo>
                  <a:lnTo>
                    <a:pt x="117622" y="59"/>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2"/>
            <p:cNvSpPr/>
            <p:nvPr/>
          </p:nvSpPr>
          <p:spPr>
            <a:xfrm>
              <a:off x="635875" y="1846650"/>
              <a:ext cx="2940550" cy="1450"/>
            </a:xfrm>
            <a:custGeom>
              <a:avLst/>
              <a:gdLst/>
              <a:ahLst/>
              <a:cxnLst/>
              <a:rect l="l" t="t" r="r" b="b"/>
              <a:pathLst>
                <a:path w="117622" h="58"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2"/>
            <p:cNvSpPr/>
            <p:nvPr/>
          </p:nvSpPr>
          <p:spPr>
            <a:xfrm>
              <a:off x="635875" y="1754675"/>
              <a:ext cx="2940550" cy="1500"/>
            </a:xfrm>
            <a:custGeom>
              <a:avLst/>
              <a:gdLst/>
              <a:ahLst/>
              <a:cxnLst/>
              <a:rect l="l" t="t" r="r" b="b"/>
              <a:pathLst>
                <a:path w="117622" h="60" extrusionOk="0">
                  <a:moveTo>
                    <a:pt x="1" y="1"/>
                  </a:moveTo>
                  <a:lnTo>
                    <a:pt x="1" y="59"/>
                  </a:lnTo>
                  <a:lnTo>
                    <a:pt x="117622" y="59"/>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587;p2"/>
            <p:cNvSpPr/>
            <p:nvPr/>
          </p:nvSpPr>
          <p:spPr>
            <a:xfrm>
              <a:off x="635875" y="1662925"/>
              <a:ext cx="2940550" cy="1450"/>
            </a:xfrm>
            <a:custGeom>
              <a:avLst/>
              <a:gdLst/>
              <a:ahLst/>
              <a:cxnLst/>
              <a:rect l="l" t="t" r="r" b="b"/>
              <a:pathLst>
                <a:path w="117622" h="58" extrusionOk="0">
                  <a:moveTo>
                    <a:pt x="1" y="1"/>
                  </a:moveTo>
                  <a:lnTo>
                    <a:pt x="1" y="58"/>
                  </a:lnTo>
                  <a:lnTo>
                    <a:pt x="117622" y="58"/>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2"/>
            <p:cNvSpPr/>
            <p:nvPr/>
          </p:nvSpPr>
          <p:spPr>
            <a:xfrm>
              <a:off x="635875" y="1571025"/>
              <a:ext cx="2940550" cy="1600"/>
            </a:xfrm>
            <a:custGeom>
              <a:avLst/>
              <a:gdLst/>
              <a:ahLst/>
              <a:cxnLst/>
              <a:rect l="l" t="t" r="r" b="b"/>
              <a:pathLst>
                <a:path w="117622" h="64" extrusionOk="0">
                  <a:moveTo>
                    <a:pt x="1" y="0"/>
                  </a:moveTo>
                  <a:lnTo>
                    <a:pt x="1" y="64"/>
                  </a:lnTo>
                  <a:lnTo>
                    <a:pt x="117622" y="64"/>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2"/>
            <p:cNvSpPr/>
            <p:nvPr/>
          </p:nvSpPr>
          <p:spPr>
            <a:xfrm>
              <a:off x="635875" y="1479225"/>
              <a:ext cx="2940550" cy="1500"/>
            </a:xfrm>
            <a:custGeom>
              <a:avLst/>
              <a:gdLst/>
              <a:ahLst/>
              <a:cxnLst/>
              <a:rect l="l" t="t" r="r" b="b"/>
              <a:pathLst>
                <a:path w="117622" h="60" extrusionOk="0">
                  <a:moveTo>
                    <a:pt x="1" y="1"/>
                  </a:moveTo>
                  <a:lnTo>
                    <a:pt x="1" y="59"/>
                  </a:lnTo>
                  <a:lnTo>
                    <a:pt x="117622" y="59"/>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590;p2"/>
            <p:cNvSpPr/>
            <p:nvPr/>
          </p:nvSpPr>
          <p:spPr>
            <a:xfrm>
              <a:off x="635875" y="1387475"/>
              <a:ext cx="2940550" cy="1450"/>
            </a:xfrm>
            <a:custGeom>
              <a:avLst/>
              <a:gdLst/>
              <a:ahLst/>
              <a:cxnLst/>
              <a:rect l="l" t="t" r="r" b="b"/>
              <a:pathLst>
                <a:path w="117622" h="58" extrusionOk="0">
                  <a:moveTo>
                    <a:pt x="1" y="1"/>
                  </a:moveTo>
                  <a:lnTo>
                    <a:pt x="1" y="57"/>
                  </a:lnTo>
                  <a:lnTo>
                    <a:pt x="117622" y="57"/>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2"/>
            <p:cNvSpPr/>
            <p:nvPr/>
          </p:nvSpPr>
          <p:spPr>
            <a:xfrm>
              <a:off x="635875" y="1295525"/>
              <a:ext cx="2940550" cy="1475"/>
            </a:xfrm>
            <a:custGeom>
              <a:avLst/>
              <a:gdLst/>
              <a:ahLst/>
              <a:cxnLst/>
              <a:rect l="l" t="t" r="r" b="b"/>
              <a:pathLst>
                <a:path w="117622" h="59" extrusionOk="0">
                  <a:moveTo>
                    <a:pt x="1" y="0"/>
                  </a:moveTo>
                  <a:lnTo>
                    <a:pt x="1" y="59"/>
                  </a:lnTo>
                  <a:lnTo>
                    <a:pt x="117622" y="59"/>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2"/>
            <p:cNvSpPr/>
            <p:nvPr/>
          </p:nvSpPr>
          <p:spPr>
            <a:xfrm>
              <a:off x="635875" y="1203775"/>
              <a:ext cx="2940550" cy="1425"/>
            </a:xfrm>
            <a:custGeom>
              <a:avLst/>
              <a:gdLst/>
              <a:ahLst/>
              <a:cxnLst/>
              <a:rect l="l" t="t" r="r" b="b"/>
              <a:pathLst>
                <a:path w="117622" h="57"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 name="Google Shape;1593;p2"/>
            <p:cNvSpPr/>
            <p:nvPr/>
          </p:nvSpPr>
          <p:spPr>
            <a:xfrm>
              <a:off x="635875" y="1111850"/>
              <a:ext cx="2940550" cy="1450"/>
            </a:xfrm>
            <a:custGeom>
              <a:avLst/>
              <a:gdLst/>
              <a:ahLst/>
              <a:cxnLst/>
              <a:rect l="l" t="t" r="r" b="b"/>
              <a:pathLst>
                <a:path w="117622" h="58"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 name="Google Shape;1594;p2"/>
            <p:cNvSpPr/>
            <p:nvPr/>
          </p:nvSpPr>
          <p:spPr>
            <a:xfrm>
              <a:off x="773700" y="1065050"/>
              <a:ext cx="1475" cy="4410900"/>
            </a:xfrm>
            <a:custGeom>
              <a:avLst/>
              <a:gdLst/>
              <a:ahLst/>
              <a:cxnLst/>
              <a:rect l="l" t="t" r="r" b="b"/>
              <a:pathLst>
                <a:path w="59" h="176436" extrusionOk="0">
                  <a:moveTo>
                    <a:pt x="0" y="0"/>
                  </a:moveTo>
                  <a:lnTo>
                    <a:pt x="0" y="176435"/>
                  </a:lnTo>
                  <a:lnTo>
                    <a:pt x="59" y="176435"/>
                  </a:lnTo>
                  <a:lnTo>
                    <a:pt x="59"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595;p2"/>
            <p:cNvSpPr/>
            <p:nvPr/>
          </p:nvSpPr>
          <p:spPr>
            <a:xfrm>
              <a:off x="681950" y="1065050"/>
              <a:ext cx="1450" cy="4410900"/>
            </a:xfrm>
            <a:custGeom>
              <a:avLst/>
              <a:gdLst/>
              <a:ahLst/>
              <a:cxnLst/>
              <a:rect l="l" t="t" r="r" b="b"/>
              <a:pathLst>
                <a:path w="58" h="176436" extrusionOk="0">
                  <a:moveTo>
                    <a:pt x="1" y="0"/>
                  </a:moveTo>
                  <a:lnTo>
                    <a:pt x="1"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2"/>
            <p:cNvSpPr/>
            <p:nvPr/>
          </p:nvSpPr>
          <p:spPr>
            <a:xfrm>
              <a:off x="865650" y="1065050"/>
              <a:ext cx="1450" cy="4410900"/>
            </a:xfrm>
            <a:custGeom>
              <a:avLst/>
              <a:gdLst/>
              <a:ahLst/>
              <a:cxnLst/>
              <a:rect l="l" t="t" r="r" b="b"/>
              <a:pathLst>
                <a:path w="58" h="176436" extrusionOk="0">
                  <a:moveTo>
                    <a:pt x="1" y="0"/>
                  </a:moveTo>
                  <a:lnTo>
                    <a:pt x="1" y="176435"/>
                  </a:lnTo>
                  <a:lnTo>
                    <a:pt x="58" y="176435"/>
                  </a:lnTo>
                  <a:lnTo>
                    <a:pt x="58"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2"/>
            <p:cNvSpPr/>
            <p:nvPr/>
          </p:nvSpPr>
          <p:spPr>
            <a:xfrm>
              <a:off x="957400" y="1065050"/>
              <a:ext cx="1500" cy="4410900"/>
            </a:xfrm>
            <a:custGeom>
              <a:avLst/>
              <a:gdLst/>
              <a:ahLst/>
              <a:cxnLst/>
              <a:rect l="l" t="t" r="r" b="b"/>
              <a:pathLst>
                <a:path w="60" h="176436" extrusionOk="0">
                  <a:moveTo>
                    <a:pt x="1" y="0"/>
                  </a:moveTo>
                  <a:lnTo>
                    <a:pt x="1" y="176435"/>
                  </a:lnTo>
                  <a:lnTo>
                    <a:pt x="59" y="176435"/>
                  </a:lnTo>
                  <a:lnTo>
                    <a:pt x="59"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598;p2"/>
            <p:cNvSpPr/>
            <p:nvPr/>
          </p:nvSpPr>
          <p:spPr>
            <a:xfrm>
              <a:off x="1049375" y="1065050"/>
              <a:ext cx="1450" cy="4410900"/>
            </a:xfrm>
            <a:custGeom>
              <a:avLst/>
              <a:gdLst/>
              <a:ahLst/>
              <a:cxnLst/>
              <a:rect l="l" t="t" r="r" b="b"/>
              <a:pathLst>
                <a:path w="58" h="176436" extrusionOk="0">
                  <a:moveTo>
                    <a:pt x="0" y="0"/>
                  </a:moveTo>
                  <a:lnTo>
                    <a:pt x="0"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1599;p2"/>
            <p:cNvSpPr/>
            <p:nvPr/>
          </p:nvSpPr>
          <p:spPr>
            <a:xfrm>
              <a:off x="1141125" y="1065050"/>
              <a:ext cx="1450" cy="4410900"/>
            </a:xfrm>
            <a:custGeom>
              <a:avLst/>
              <a:gdLst/>
              <a:ahLst/>
              <a:cxnLst/>
              <a:rect l="l" t="t" r="r" b="b"/>
              <a:pathLst>
                <a:path w="58" h="176436" extrusionOk="0">
                  <a:moveTo>
                    <a:pt x="0" y="0"/>
                  </a:moveTo>
                  <a:lnTo>
                    <a:pt x="0"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 name="Google Shape;1600;p2"/>
            <p:cNvSpPr/>
            <p:nvPr/>
          </p:nvSpPr>
          <p:spPr>
            <a:xfrm>
              <a:off x="1232875" y="1065050"/>
              <a:ext cx="1650" cy="4410900"/>
            </a:xfrm>
            <a:custGeom>
              <a:avLst/>
              <a:gdLst/>
              <a:ahLst/>
              <a:cxnLst/>
              <a:rect l="l" t="t" r="r" b="b"/>
              <a:pathLst>
                <a:path w="66" h="176436" extrusionOk="0">
                  <a:moveTo>
                    <a:pt x="0" y="0"/>
                  </a:moveTo>
                  <a:lnTo>
                    <a:pt x="0" y="176435"/>
                  </a:lnTo>
                  <a:lnTo>
                    <a:pt x="66" y="176435"/>
                  </a:lnTo>
                  <a:lnTo>
                    <a:pt x="66"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2"/>
            <p:cNvSpPr/>
            <p:nvPr/>
          </p:nvSpPr>
          <p:spPr>
            <a:xfrm>
              <a:off x="1324825" y="1065050"/>
              <a:ext cx="1450" cy="4410900"/>
            </a:xfrm>
            <a:custGeom>
              <a:avLst/>
              <a:gdLst/>
              <a:ahLst/>
              <a:cxnLst/>
              <a:rect l="l" t="t" r="r" b="b"/>
              <a:pathLst>
                <a:path w="58" h="176436" extrusionOk="0">
                  <a:moveTo>
                    <a:pt x="1" y="0"/>
                  </a:moveTo>
                  <a:lnTo>
                    <a:pt x="1" y="176435"/>
                  </a:lnTo>
                  <a:lnTo>
                    <a:pt x="58" y="176435"/>
                  </a:lnTo>
                  <a:lnTo>
                    <a:pt x="58"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 name="Google Shape;1602;p2"/>
            <p:cNvSpPr/>
            <p:nvPr/>
          </p:nvSpPr>
          <p:spPr>
            <a:xfrm>
              <a:off x="1416575" y="1065050"/>
              <a:ext cx="1500" cy="4410900"/>
            </a:xfrm>
            <a:custGeom>
              <a:avLst/>
              <a:gdLst/>
              <a:ahLst/>
              <a:cxnLst/>
              <a:rect l="l" t="t" r="r" b="b"/>
              <a:pathLst>
                <a:path w="60" h="176436" extrusionOk="0">
                  <a:moveTo>
                    <a:pt x="1" y="0"/>
                  </a:moveTo>
                  <a:lnTo>
                    <a:pt x="1" y="176435"/>
                  </a:lnTo>
                  <a:lnTo>
                    <a:pt x="59" y="176435"/>
                  </a:lnTo>
                  <a:lnTo>
                    <a:pt x="59"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 name="Google Shape;1603;p2"/>
            <p:cNvSpPr/>
            <p:nvPr/>
          </p:nvSpPr>
          <p:spPr>
            <a:xfrm>
              <a:off x="1508550" y="1065050"/>
              <a:ext cx="1425" cy="4410900"/>
            </a:xfrm>
            <a:custGeom>
              <a:avLst/>
              <a:gdLst/>
              <a:ahLst/>
              <a:cxnLst/>
              <a:rect l="l" t="t" r="r" b="b"/>
              <a:pathLst>
                <a:path w="57" h="176436" extrusionOk="0">
                  <a:moveTo>
                    <a:pt x="0" y="0"/>
                  </a:moveTo>
                  <a:lnTo>
                    <a:pt x="0"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 name="Google Shape;1604;p2"/>
            <p:cNvSpPr/>
            <p:nvPr/>
          </p:nvSpPr>
          <p:spPr>
            <a:xfrm>
              <a:off x="1600300" y="1065050"/>
              <a:ext cx="1425" cy="4410900"/>
            </a:xfrm>
            <a:custGeom>
              <a:avLst/>
              <a:gdLst/>
              <a:ahLst/>
              <a:cxnLst/>
              <a:rect l="l" t="t" r="r" b="b"/>
              <a:pathLst>
                <a:path w="57" h="176436" extrusionOk="0">
                  <a:moveTo>
                    <a:pt x="0" y="0"/>
                  </a:moveTo>
                  <a:lnTo>
                    <a:pt x="0"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 name="Google Shape;1605;p2"/>
            <p:cNvSpPr/>
            <p:nvPr/>
          </p:nvSpPr>
          <p:spPr>
            <a:xfrm>
              <a:off x="1692250" y="1065050"/>
              <a:ext cx="1450" cy="4410900"/>
            </a:xfrm>
            <a:custGeom>
              <a:avLst/>
              <a:gdLst/>
              <a:ahLst/>
              <a:cxnLst/>
              <a:rect l="l" t="t" r="r" b="b"/>
              <a:pathLst>
                <a:path w="58" h="176436" extrusionOk="0">
                  <a:moveTo>
                    <a:pt x="1" y="0"/>
                  </a:moveTo>
                  <a:lnTo>
                    <a:pt x="1"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 name="Google Shape;1606;p2"/>
            <p:cNvSpPr/>
            <p:nvPr/>
          </p:nvSpPr>
          <p:spPr>
            <a:xfrm>
              <a:off x="1784000" y="1065050"/>
              <a:ext cx="1450" cy="4410900"/>
            </a:xfrm>
            <a:custGeom>
              <a:avLst/>
              <a:gdLst/>
              <a:ahLst/>
              <a:cxnLst/>
              <a:rect l="l" t="t" r="r" b="b"/>
              <a:pathLst>
                <a:path w="58" h="176436" extrusionOk="0">
                  <a:moveTo>
                    <a:pt x="0" y="0"/>
                  </a:moveTo>
                  <a:lnTo>
                    <a:pt x="0"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2"/>
            <p:cNvSpPr/>
            <p:nvPr/>
          </p:nvSpPr>
          <p:spPr>
            <a:xfrm>
              <a:off x="1875750" y="1065050"/>
              <a:ext cx="1650" cy="4410900"/>
            </a:xfrm>
            <a:custGeom>
              <a:avLst/>
              <a:gdLst/>
              <a:ahLst/>
              <a:cxnLst/>
              <a:rect l="l" t="t" r="r" b="b"/>
              <a:pathLst>
                <a:path w="66" h="176436" extrusionOk="0">
                  <a:moveTo>
                    <a:pt x="0" y="0"/>
                  </a:moveTo>
                  <a:lnTo>
                    <a:pt x="0" y="176435"/>
                  </a:lnTo>
                  <a:lnTo>
                    <a:pt x="66" y="176435"/>
                  </a:lnTo>
                  <a:lnTo>
                    <a:pt x="66"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1608;p2"/>
            <p:cNvSpPr/>
            <p:nvPr/>
          </p:nvSpPr>
          <p:spPr>
            <a:xfrm>
              <a:off x="1967700" y="1065050"/>
              <a:ext cx="1450" cy="4410900"/>
            </a:xfrm>
            <a:custGeom>
              <a:avLst/>
              <a:gdLst/>
              <a:ahLst/>
              <a:cxnLst/>
              <a:rect l="l" t="t" r="r" b="b"/>
              <a:pathLst>
                <a:path w="58" h="176436" extrusionOk="0">
                  <a:moveTo>
                    <a:pt x="1" y="0"/>
                  </a:moveTo>
                  <a:lnTo>
                    <a:pt x="1" y="176435"/>
                  </a:lnTo>
                  <a:lnTo>
                    <a:pt x="58" y="176435"/>
                  </a:lnTo>
                  <a:lnTo>
                    <a:pt x="58"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 name="Google Shape;1609;p2"/>
            <p:cNvSpPr/>
            <p:nvPr/>
          </p:nvSpPr>
          <p:spPr>
            <a:xfrm>
              <a:off x="2059450" y="1065050"/>
              <a:ext cx="1675" cy="4410900"/>
            </a:xfrm>
            <a:custGeom>
              <a:avLst/>
              <a:gdLst/>
              <a:ahLst/>
              <a:cxnLst/>
              <a:rect l="l" t="t" r="r" b="b"/>
              <a:pathLst>
                <a:path w="67" h="176436" extrusionOk="0">
                  <a:moveTo>
                    <a:pt x="1" y="0"/>
                  </a:moveTo>
                  <a:lnTo>
                    <a:pt x="1" y="176435"/>
                  </a:lnTo>
                  <a:lnTo>
                    <a:pt x="66" y="176435"/>
                  </a:lnTo>
                  <a:lnTo>
                    <a:pt x="66"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 name="Google Shape;1610;p2"/>
            <p:cNvSpPr/>
            <p:nvPr/>
          </p:nvSpPr>
          <p:spPr>
            <a:xfrm>
              <a:off x="2151425" y="1065050"/>
              <a:ext cx="1450" cy="4410900"/>
            </a:xfrm>
            <a:custGeom>
              <a:avLst/>
              <a:gdLst/>
              <a:ahLst/>
              <a:cxnLst/>
              <a:rect l="l" t="t" r="r" b="b"/>
              <a:pathLst>
                <a:path w="58" h="176436" extrusionOk="0">
                  <a:moveTo>
                    <a:pt x="0" y="0"/>
                  </a:moveTo>
                  <a:lnTo>
                    <a:pt x="0"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 name="Google Shape;1611;p2"/>
            <p:cNvSpPr/>
            <p:nvPr/>
          </p:nvSpPr>
          <p:spPr>
            <a:xfrm>
              <a:off x="2243175" y="1065050"/>
              <a:ext cx="1425" cy="4410900"/>
            </a:xfrm>
            <a:custGeom>
              <a:avLst/>
              <a:gdLst/>
              <a:ahLst/>
              <a:cxnLst/>
              <a:rect l="l" t="t" r="r" b="b"/>
              <a:pathLst>
                <a:path w="57" h="176436" extrusionOk="0">
                  <a:moveTo>
                    <a:pt x="0" y="0"/>
                  </a:moveTo>
                  <a:lnTo>
                    <a:pt x="0"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 name="Google Shape;1612;p2"/>
            <p:cNvSpPr/>
            <p:nvPr/>
          </p:nvSpPr>
          <p:spPr>
            <a:xfrm>
              <a:off x="2335075" y="1065050"/>
              <a:ext cx="1500" cy="4410900"/>
            </a:xfrm>
            <a:custGeom>
              <a:avLst/>
              <a:gdLst/>
              <a:ahLst/>
              <a:cxnLst/>
              <a:rect l="l" t="t" r="r" b="b"/>
              <a:pathLst>
                <a:path w="60" h="176436" extrusionOk="0">
                  <a:moveTo>
                    <a:pt x="1" y="0"/>
                  </a:moveTo>
                  <a:lnTo>
                    <a:pt x="1" y="176435"/>
                  </a:lnTo>
                  <a:lnTo>
                    <a:pt x="59" y="176435"/>
                  </a:lnTo>
                  <a:lnTo>
                    <a:pt x="59"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1613;p2"/>
            <p:cNvSpPr/>
            <p:nvPr/>
          </p:nvSpPr>
          <p:spPr>
            <a:xfrm>
              <a:off x="2426875" y="1065050"/>
              <a:ext cx="1450" cy="4410900"/>
            </a:xfrm>
            <a:custGeom>
              <a:avLst/>
              <a:gdLst/>
              <a:ahLst/>
              <a:cxnLst/>
              <a:rect l="l" t="t" r="r" b="b"/>
              <a:pathLst>
                <a:path w="58" h="176436" extrusionOk="0">
                  <a:moveTo>
                    <a:pt x="1" y="0"/>
                  </a:moveTo>
                  <a:lnTo>
                    <a:pt x="1"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1614;p2"/>
            <p:cNvSpPr/>
            <p:nvPr/>
          </p:nvSpPr>
          <p:spPr>
            <a:xfrm>
              <a:off x="2518800" y="1065050"/>
              <a:ext cx="1475" cy="4410900"/>
            </a:xfrm>
            <a:custGeom>
              <a:avLst/>
              <a:gdLst/>
              <a:ahLst/>
              <a:cxnLst/>
              <a:rect l="l" t="t" r="r" b="b"/>
              <a:pathLst>
                <a:path w="59" h="176436" extrusionOk="0">
                  <a:moveTo>
                    <a:pt x="0" y="0"/>
                  </a:moveTo>
                  <a:lnTo>
                    <a:pt x="0" y="176435"/>
                  </a:lnTo>
                  <a:lnTo>
                    <a:pt x="59" y="176435"/>
                  </a:lnTo>
                  <a:lnTo>
                    <a:pt x="59"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2"/>
            <p:cNvSpPr/>
            <p:nvPr/>
          </p:nvSpPr>
          <p:spPr>
            <a:xfrm>
              <a:off x="2610600" y="1065050"/>
              <a:ext cx="1425" cy="4410900"/>
            </a:xfrm>
            <a:custGeom>
              <a:avLst/>
              <a:gdLst/>
              <a:ahLst/>
              <a:cxnLst/>
              <a:rect l="l" t="t" r="r" b="b"/>
              <a:pathLst>
                <a:path w="57" h="176436" extrusionOk="0">
                  <a:moveTo>
                    <a:pt x="0" y="0"/>
                  </a:moveTo>
                  <a:lnTo>
                    <a:pt x="0"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2"/>
            <p:cNvSpPr/>
            <p:nvPr/>
          </p:nvSpPr>
          <p:spPr>
            <a:xfrm>
              <a:off x="2702325" y="1065050"/>
              <a:ext cx="1625" cy="4410900"/>
            </a:xfrm>
            <a:custGeom>
              <a:avLst/>
              <a:gdLst/>
              <a:ahLst/>
              <a:cxnLst/>
              <a:rect l="l" t="t" r="r" b="b"/>
              <a:pathLst>
                <a:path w="65" h="176436" extrusionOk="0">
                  <a:moveTo>
                    <a:pt x="1" y="0"/>
                  </a:moveTo>
                  <a:lnTo>
                    <a:pt x="1" y="176435"/>
                  </a:lnTo>
                  <a:lnTo>
                    <a:pt x="65" y="176435"/>
                  </a:lnTo>
                  <a:lnTo>
                    <a:pt x="65"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1617;p2"/>
            <p:cNvSpPr/>
            <p:nvPr/>
          </p:nvSpPr>
          <p:spPr>
            <a:xfrm>
              <a:off x="2794250" y="1065050"/>
              <a:ext cx="1500" cy="4410900"/>
            </a:xfrm>
            <a:custGeom>
              <a:avLst/>
              <a:gdLst/>
              <a:ahLst/>
              <a:cxnLst/>
              <a:rect l="l" t="t" r="r" b="b"/>
              <a:pathLst>
                <a:path w="60" h="176436" extrusionOk="0">
                  <a:moveTo>
                    <a:pt x="1" y="0"/>
                  </a:moveTo>
                  <a:lnTo>
                    <a:pt x="1" y="176435"/>
                  </a:lnTo>
                  <a:lnTo>
                    <a:pt x="59" y="176435"/>
                  </a:lnTo>
                  <a:lnTo>
                    <a:pt x="59"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 name="Google Shape;1618;p2"/>
            <p:cNvSpPr/>
            <p:nvPr/>
          </p:nvSpPr>
          <p:spPr>
            <a:xfrm>
              <a:off x="2886050" y="1065050"/>
              <a:ext cx="1625" cy="4410900"/>
            </a:xfrm>
            <a:custGeom>
              <a:avLst/>
              <a:gdLst/>
              <a:ahLst/>
              <a:cxnLst/>
              <a:rect l="l" t="t" r="r" b="b"/>
              <a:pathLst>
                <a:path w="65" h="176436" extrusionOk="0">
                  <a:moveTo>
                    <a:pt x="0" y="0"/>
                  </a:moveTo>
                  <a:lnTo>
                    <a:pt x="0" y="176435"/>
                  </a:lnTo>
                  <a:lnTo>
                    <a:pt x="64" y="176435"/>
                  </a:lnTo>
                  <a:lnTo>
                    <a:pt x="64"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 name="Google Shape;1619;p2"/>
            <p:cNvSpPr/>
            <p:nvPr/>
          </p:nvSpPr>
          <p:spPr>
            <a:xfrm>
              <a:off x="2977975" y="1065050"/>
              <a:ext cx="1475" cy="4410900"/>
            </a:xfrm>
            <a:custGeom>
              <a:avLst/>
              <a:gdLst/>
              <a:ahLst/>
              <a:cxnLst/>
              <a:rect l="l" t="t" r="r" b="b"/>
              <a:pathLst>
                <a:path w="59" h="176436" extrusionOk="0">
                  <a:moveTo>
                    <a:pt x="0" y="0"/>
                  </a:moveTo>
                  <a:lnTo>
                    <a:pt x="0" y="176435"/>
                  </a:lnTo>
                  <a:lnTo>
                    <a:pt x="59" y="176435"/>
                  </a:lnTo>
                  <a:lnTo>
                    <a:pt x="59"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 name="Google Shape;1620;p2"/>
            <p:cNvSpPr/>
            <p:nvPr/>
          </p:nvSpPr>
          <p:spPr>
            <a:xfrm>
              <a:off x="3069750" y="1065050"/>
              <a:ext cx="1450" cy="4410900"/>
            </a:xfrm>
            <a:custGeom>
              <a:avLst/>
              <a:gdLst/>
              <a:ahLst/>
              <a:cxnLst/>
              <a:rect l="l" t="t" r="r" b="b"/>
              <a:pathLst>
                <a:path w="58" h="176436" extrusionOk="0">
                  <a:moveTo>
                    <a:pt x="1" y="0"/>
                  </a:moveTo>
                  <a:lnTo>
                    <a:pt x="1" y="176435"/>
                  </a:lnTo>
                  <a:lnTo>
                    <a:pt x="58" y="176435"/>
                  </a:lnTo>
                  <a:lnTo>
                    <a:pt x="58"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621;p2"/>
            <p:cNvSpPr/>
            <p:nvPr/>
          </p:nvSpPr>
          <p:spPr>
            <a:xfrm>
              <a:off x="3161675" y="1065050"/>
              <a:ext cx="1450" cy="4410900"/>
            </a:xfrm>
            <a:custGeom>
              <a:avLst/>
              <a:gdLst/>
              <a:ahLst/>
              <a:cxnLst/>
              <a:rect l="l" t="t" r="r" b="b"/>
              <a:pathLst>
                <a:path w="58" h="176436" extrusionOk="0">
                  <a:moveTo>
                    <a:pt x="1" y="0"/>
                  </a:moveTo>
                  <a:lnTo>
                    <a:pt x="1"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 name="Google Shape;1622;p2"/>
            <p:cNvSpPr/>
            <p:nvPr/>
          </p:nvSpPr>
          <p:spPr>
            <a:xfrm>
              <a:off x="3253425" y="1065050"/>
              <a:ext cx="1475" cy="4410900"/>
            </a:xfrm>
            <a:custGeom>
              <a:avLst/>
              <a:gdLst/>
              <a:ahLst/>
              <a:cxnLst/>
              <a:rect l="l" t="t" r="r" b="b"/>
              <a:pathLst>
                <a:path w="59" h="176436" extrusionOk="0">
                  <a:moveTo>
                    <a:pt x="0" y="0"/>
                  </a:moveTo>
                  <a:lnTo>
                    <a:pt x="0" y="176435"/>
                  </a:lnTo>
                  <a:lnTo>
                    <a:pt x="59" y="176435"/>
                  </a:lnTo>
                  <a:lnTo>
                    <a:pt x="59"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 name="Google Shape;1623;p2"/>
            <p:cNvSpPr/>
            <p:nvPr/>
          </p:nvSpPr>
          <p:spPr>
            <a:xfrm>
              <a:off x="3345375" y="1065050"/>
              <a:ext cx="1450" cy="4410900"/>
            </a:xfrm>
            <a:custGeom>
              <a:avLst/>
              <a:gdLst/>
              <a:ahLst/>
              <a:cxnLst/>
              <a:rect l="l" t="t" r="r" b="b"/>
              <a:pathLst>
                <a:path w="58" h="176436" extrusionOk="0">
                  <a:moveTo>
                    <a:pt x="1" y="0"/>
                  </a:moveTo>
                  <a:lnTo>
                    <a:pt x="1" y="176435"/>
                  </a:lnTo>
                  <a:lnTo>
                    <a:pt x="58" y="176435"/>
                  </a:lnTo>
                  <a:lnTo>
                    <a:pt x="58"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 name="Google Shape;1624;p2"/>
            <p:cNvSpPr/>
            <p:nvPr/>
          </p:nvSpPr>
          <p:spPr>
            <a:xfrm>
              <a:off x="3437125" y="1065050"/>
              <a:ext cx="1500" cy="4410900"/>
            </a:xfrm>
            <a:custGeom>
              <a:avLst/>
              <a:gdLst/>
              <a:ahLst/>
              <a:cxnLst/>
              <a:rect l="l" t="t" r="r" b="b"/>
              <a:pathLst>
                <a:path w="60" h="176436" extrusionOk="0">
                  <a:moveTo>
                    <a:pt x="1" y="0"/>
                  </a:moveTo>
                  <a:lnTo>
                    <a:pt x="1" y="176435"/>
                  </a:lnTo>
                  <a:lnTo>
                    <a:pt x="59" y="176435"/>
                  </a:lnTo>
                  <a:lnTo>
                    <a:pt x="59"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1625;p2"/>
            <p:cNvSpPr/>
            <p:nvPr/>
          </p:nvSpPr>
          <p:spPr>
            <a:xfrm>
              <a:off x="3528925" y="1065050"/>
              <a:ext cx="1625" cy="4410900"/>
            </a:xfrm>
            <a:custGeom>
              <a:avLst/>
              <a:gdLst/>
              <a:ahLst/>
              <a:cxnLst/>
              <a:rect l="l" t="t" r="r" b="b"/>
              <a:pathLst>
                <a:path w="65" h="176436" extrusionOk="0">
                  <a:moveTo>
                    <a:pt x="1" y="0"/>
                  </a:moveTo>
                  <a:lnTo>
                    <a:pt x="1" y="176435"/>
                  </a:lnTo>
                  <a:lnTo>
                    <a:pt x="64" y="176435"/>
                  </a:lnTo>
                  <a:lnTo>
                    <a:pt x="64"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26" name="Google Shape;1626;p2"/>
          <p:cNvSpPr txBox="1">
            <a:spLocks noGrp="1"/>
          </p:cNvSpPr>
          <p:nvPr>
            <p:ph type="ctrTitle"/>
          </p:nvPr>
        </p:nvSpPr>
        <p:spPr>
          <a:xfrm>
            <a:off x="713225" y="564343"/>
            <a:ext cx="7717500" cy="3143400"/>
          </a:xfrm>
          <a:prstGeom prst="rect">
            <a:avLst/>
          </a:prstGeom>
        </p:spPr>
        <p:txBody>
          <a:bodyPr spcFirstLastPara="1" wrap="square" lIns="91425" tIns="91425" rIns="91425" bIns="91425" anchor="b" anchorCtr="0">
            <a:noAutofit/>
          </a:bodyPr>
          <a:lstStyle>
            <a:lvl1pPr lvl="0" algn="l">
              <a:lnSpc>
                <a:spcPct val="115000"/>
              </a:lnSpc>
              <a:spcBef>
                <a:spcPts val="0"/>
              </a:spcBef>
              <a:spcAft>
                <a:spcPts val="0"/>
              </a:spcAft>
              <a:buClr>
                <a:schemeClr val="dk2"/>
              </a:buClr>
              <a:buSzPts val="5200"/>
              <a:buNone/>
              <a:defRPr sz="6000" b="0">
                <a:solidFill>
                  <a:schemeClr val="dk2"/>
                </a:solidFill>
                <a:latin typeface="Poppins SemiBold"/>
                <a:ea typeface="Poppins SemiBold"/>
                <a:cs typeface="Poppins SemiBold"/>
                <a:sym typeface="Poppins SemiBold"/>
              </a:defRPr>
            </a:lvl1pPr>
            <a:lvl2pPr lvl="1" algn="ctr">
              <a:spcBef>
                <a:spcPts val="0"/>
              </a:spcBef>
              <a:spcAft>
                <a:spcPts val="0"/>
              </a:spcAft>
              <a:buClr>
                <a:schemeClr val="dk2"/>
              </a:buClr>
              <a:buSzPts val="5200"/>
              <a:buNone/>
              <a:defRPr sz="5200">
                <a:solidFill>
                  <a:schemeClr val="dk2"/>
                </a:solidFill>
              </a:defRPr>
            </a:lvl2pPr>
            <a:lvl3pPr lvl="2" algn="ctr">
              <a:spcBef>
                <a:spcPts val="0"/>
              </a:spcBef>
              <a:spcAft>
                <a:spcPts val="0"/>
              </a:spcAft>
              <a:buClr>
                <a:schemeClr val="dk2"/>
              </a:buClr>
              <a:buSzPts val="5200"/>
              <a:buNone/>
              <a:defRPr sz="5200">
                <a:solidFill>
                  <a:schemeClr val="dk2"/>
                </a:solidFill>
              </a:defRPr>
            </a:lvl3pPr>
            <a:lvl4pPr lvl="3" algn="ctr">
              <a:spcBef>
                <a:spcPts val="0"/>
              </a:spcBef>
              <a:spcAft>
                <a:spcPts val="0"/>
              </a:spcAft>
              <a:buClr>
                <a:schemeClr val="dk2"/>
              </a:buClr>
              <a:buSzPts val="5200"/>
              <a:buNone/>
              <a:defRPr sz="5200">
                <a:solidFill>
                  <a:schemeClr val="dk2"/>
                </a:solidFill>
              </a:defRPr>
            </a:lvl4pPr>
            <a:lvl5pPr lvl="4" algn="ctr">
              <a:spcBef>
                <a:spcPts val="0"/>
              </a:spcBef>
              <a:spcAft>
                <a:spcPts val="0"/>
              </a:spcAft>
              <a:buClr>
                <a:schemeClr val="dk2"/>
              </a:buClr>
              <a:buSzPts val="5200"/>
              <a:buNone/>
              <a:defRPr sz="5200">
                <a:solidFill>
                  <a:schemeClr val="dk2"/>
                </a:solidFill>
              </a:defRPr>
            </a:lvl5pPr>
            <a:lvl6pPr lvl="5" algn="ctr">
              <a:spcBef>
                <a:spcPts val="0"/>
              </a:spcBef>
              <a:spcAft>
                <a:spcPts val="0"/>
              </a:spcAft>
              <a:buClr>
                <a:schemeClr val="dk2"/>
              </a:buClr>
              <a:buSzPts val="5200"/>
              <a:buNone/>
              <a:defRPr sz="5200">
                <a:solidFill>
                  <a:schemeClr val="dk2"/>
                </a:solidFill>
              </a:defRPr>
            </a:lvl6pPr>
            <a:lvl7pPr lvl="6" algn="ctr">
              <a:spcBef>
                <a:spcPts val="0"/>
              </a:spcBef>
              <a:spcAft>
                <a:spcPts val="0"/>
              </a:spcAft>
              <a:buClr>
                <a:schemeClr val="dk2"/>
              </a:buClr>
              <a:buSzPts val="5200"/>
              <a:buNone/>
              <a:defRPr sz="5200">
                <a:solidFill>
                  <a:schemeClr val="dk2"/>
                </a:solidFill>
              </a:defRPr>
            </a:lvl7pPr>
            <a:lvl8pPr lvl="7" algn="ctr">
              <a:spcBef>
                <a:spcPts val="0"/>
              </a:spcBef>
              <a:spcAft>
                <a:spcPts val="0"/>
              </a:spcAft>
              <a:buClr>
                <a:schemeClr val="dk2"/>
              </a:buClr>
              <a:buSzPts val="5200"/>
              <a:buNone/>
              <a:defRPr sz="5200">
                <a:solidFill>
                  <a:schemeClr val="dk2"/>
                </a:solidFill>
              </a:defRPr>
            </a:lvl8pPr>
            <a:lvl9pPr lvl="8" algn="ctr">
              <a:spcBef>
                <a:spcPts val="0"/>
              </a:spcBef>
              <a:spcAft>
                <a:spcPts val="0"/>
              </a:spcAft>
              <a:buClr>
                <a:schemeClr val="dk2"/>
              </a:buClr>
              <a:buSzPts val="5200"/>
              <a:buNone/>
              <a:defRPr sz="5200">
                <a:solidFill>
                  <a:schemeClr val="dk2"/>
                </a:solidFill>
              </a:defRPr>
            </a:lvl9pPr>
          </a:lstStyle>
          <a:p>
            <a:r>
              <a:rPr lang="en-US"/>
              <a:t>Click to edit Master title style</a:t>
            </a:r>
            <a:endParaRPr/>
          </a:p>
        </p:txBody>
      </p:sp>
      <p:sp>
        <p:nvSpPr>
          <p:cNvPr id="1627" name="Google Shape;1627;p2"/>
          <p:cNvSpPr txBox="1">
            <a:spLocks noGrp="1"/>
          </p:cNvSpPr>
          <p:nvPr>
            <p:ph type="subTitle" idx="1"/>
          </p:nvPr>
        </p:nvSpPr>
        <p:spPr>
          <a:xfrm>
            <a:off x="713250" y="3682906"/>
            <a:ext cx="7717500" cy="409800"/>
          </a:xfrm>
          <a:prstGeom prst="rect">
            <a:avLst/>
          </a:prstGeom>
          <a:solidFill>
            <a:schemeClr val="dk2"/>
          </a:solidFill>
        </p:spPr>
        <p:txBody>
          <a:bodyPr spcFirstLastPara="1" wrap="square" lIns="91425" tIns="91425" rIns="91425" bIns="91425" anchor="t" anchorCtr="0">
            <a:noAutofit/>
          </a:bodyPr>
          <a:lstStyle>
            <a:lvl1pPr lvl="0">
              <a:lnSpc>
                <a:spcPct val="115000"/>
              </a:lnSpc>
              <a:spcBef>
                <a:spcPts val="0"/>
              </a:spcBef>
              <a:spcAft>
                <a:spcPts val="0"/>
              </a:spcAft>
              <a:buSzPts val="1400"/>
              <a:buNone/>
              <a:defRPr sz="1600">
                <a:solidFill>
                  <a:schemeClr val="dk1"/>
                </a:solidFill>
                <a:latin typeface="Poppins"/>
                <a:ea typeface="Poppins"/>
                <a:cs typeface="Poppins"/>
                <a:sym typeface="Poppins"/>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a:r>
              <a:rPr lang="en-US"/>
              <a:t>Click to edit Master subtitle style</a:t>
            </a:r>
            <a:endParaRPr/>
          </a:p>
        </p:txBody>
      </p:sp>
      <p:sp>
        <p:nvSpPr>
          <p:cNvPr id="1628" name="Google Shape;1628;p2"/>
          <p:cNvSpPr/>
          <p:nvPr/>
        </p:nvSpPr>
        <p:spPr>
          <a:xfrm>
            <a:off x="-149000" y="4777950"/>
            <a:ext cx="2895900" cy="11802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2"/>
          <p:cNvSpPr/>
          <p:nvPr/>
        </p:nvSpPr>
        <p:spPr>
          <a:xfrm>
            <a:off x="1164785" y="4482086"/>
            <a:ext cx="491917" cy="517164"/>
          </a:xfrm>
          <a:custGeom>
            <a:avLst/>
            <a:gdLst/>
            <a:ahLst/>
            <a:cxnLst/>
            <a:rect l="l" t="t" r="r" b="b"/>
            <a:pathLst>
              <a:path w="16581" h="17432" extrusionOk="0">
                <a:moveTo>
                  <a:pt x="8431" y="4679"/>
                </a:moveTo>
                <a:cubicBezTo>
                  <a:pt x="9068" y="4707"/>
                  <a:pt x="9697" y="4879"/>
                  <a:pt x="10256" y="5191"/>
                </a:cubicBezTo>
                <a:cubicBezTo>
                  <a:pt x="10264" y="5191"/>
                  <a:pt x="10264" y="5198"/>
                  <a:pt x="10271" y="5198"/>
                </a:cubicBezTo>
                <a:cubicBezTo>
                  <a:pt x="10298" y="5211"/>
                  <a:pt x="10319" y="5226"/>
                  <a:pt x="10339" y="5239"/>
                </a:cubicBezTo>
                <a:cubicBezTo>
                  <a:pt x="10367" y="5253"/>
                  <a:pt x="10389" y="5267"/>
                  <a:pt x="10415" y="5281"/>
                </a:cubicBezTo>
                <a:cubicBezTo>
                  <a:pt x="10415" y="5287"/>
                  <a:pt x="10422" y="5287"/>
                  <a:pt x="10430" y="5294"/>
                </a:cubicBezTo>
                <a:cubicBezTo>
                  <a:pt x="10969" y="5632"/>
                  <a:pt x="11426" y="6097"/>
                  <a:pt x="11757" y="6643"/>
                </a:cubicBezTo>
                <a:cubicBezTo>
                  <a:pt x="11757" y="6649"/>
                  <a:pt x="11764" y="6656"/>
                  <a:pt x="11764" y="6663"/>
                </a:cubicBezTo>
                <a:cubicBezTo>
                  <a:pt x="11777" y="6684"/>
                  <a:pt x="11790" y="6704"/>
                  <a:pt x="11805" y="6732"/>
                </a:cubicBezTo>
                <a:cubicBezTo>
                  <a:pt x="11819" y="6752"/>
                  <a:pt x="11832" y="6780"/>
                  <a:pt x="11847" y="6802"/>
                </a:cubicBezTo>
                <a:cubicBezTo>
                  <a:pt x="11847" y="6808"/>
                  <a:pt x="11854" y="6815"/>
                  <a:pt x="11854" y="6822"/>
                </a:cubicBezTo>
                <a:cubicBezTo>
                  <a:pt x="12150" y="7382"/>
                  <a:pt x="12316" y="8018"/>
                  <a:pt x="12330" y="8653"/>
                </a:cubicBezTo>
                <a:lnTo>
                  <a:pt x="12330" y="8675"/>
                </a:lnTo>
                <a:cubicBezTo>
                  <a:pt x="12330" y="8701"/>
                  <a:pt x="12330" y="8723"/>
                  <a:pt x="12323" y="8751"/>
                </a:cubicBezTo>
                <a:lnTo>
                  <a:pt x="12323" y="8834"/>
                </a:lnTo>
                <a:lnTo>
                  <a:pt x="12323" y="8854"/>
                </a:lnTo>
                <a:cubicBezTo>
                  <a:pt x="12303" y="9497"/>
                  <a:pt x="12131" y="10119"/>
                  <a:pt x="11819" y="10678"/>
                </a:cubicBezTo>
                <a:cubicBezTo>
                  <a:pt x="11812" y="10685"/>
                  <a:pt x="11812" y="10692"/>
                  <a:pt x="11805" y="10700"/>
                </a:cubicBezTo>
                <a:cubicBezTo>
                  <a:pt x="11799" y="10720"/>
                  <a:pt x="11784" y="10741"/>
                  <a:pt x="11771" y="10761"/>
                </a:cubicBezTo>
                <a:cubicBezTo>
                  <a:pt x="11757" y="10790"/>
                  <a:pt x="11742" y="10809"/>
                  <a:pt x="11722" y="10838"/>
                </a:cubicBezTo>
                <a:cubicBezTo>
                  <a:pt x="11722" y="10844"/>
                  <a:pt x="11716" y="10851"/>
                  <a:pt x="11716" y="10851"/>
                </a:cubicBezTo>
                <a:cubicBezTo>
                  <a:pt x="11376" y="11397"/>
                  <a:pt x="10913" y="11853"/>
                  <a:pt x="10361" y="12178"/>
                </a:cubicBezTo>
                <a:cubicBezTo>
                  <a:pt x="10361" y="12185"/>
                  <a:pt x="10354" y="12185"/>
                  <a:pt x="10347" y="12193"/>
                </a:cubicBezTo>
                <a:cubicBezTo>
                  <a:pt x="10319" y="12206"/>
                  <a:pt x="10298" y="12219"/>
                  <a:pt x="10271" y="12234"/>
                </a:cubicBezTo>
                <a:cubicBezTo>
                  <a:pt x="10249" y="12248"/>
                  <a:pt x="10230" y="12261"/>
                  <a:pt x="10201" y="12267"/>
                </a:cubicBezTo>
                <a:cubicBezTo>
                  <a:pt x="10201" y="12276"/>
                  <a:pt x="10195" y="12276"/>
                  <a:pt x="10188" y="12282"/>
                </a:cubicBezTo>
                <a:cubicBezTo>
                  <a:pt x="9621" y="12579"/>
                  <a:pt x="8992" y="12739"/>
                  <a:pt x="8357" y="12752"/>
                </a:cubicBezTo>
                <a:lnTo>
                  <a:pt x="8150" y="12752"/>
                </a:lnTo>
                <a:cubicBezTo>
                  <a:pt x="7513" y="12724"/>
                  <a:pt x="6884" y="12551"/>
                  <a:pt x="6325" y="12241"/>
                </a:cubicBezTo>
                <a:cubicBezTo>
                  <a:pt x="6325" y="12241"/>
                  <a:pt x="6317" y="12234"/>
                  <a:pt x="6310" y="12234"/>
                </a:cubicBezTo>
                <a:cubicBezTo>
                  <a:pt x="6283" y="12219"/>
                  <a:pt x="6262" y="12206"/>
                  <a:pt x="6234" y="12193"/>
                </a:cubicBezTo>
                <a:cubicBezTo>
                  <a:pt x="6214" y="12178"/>
                  <a:pt x="6192" y="12165"/>
                  <a:pt x="6172" y="12151"/>
                </a:cubicBezTo>
                <a:cubicBezTo>
                  <a:pt x="6166" y="12143"/>
                  <a:pt x="6159" y="12143"/>
                  <a:pt x="6151" y="12136"/>
                </a:cubicBezTo>
                <a:cubicBezTo>
                  <a:pt x="5612" y="11798"/>
                  <a:pt x="5155" y="11335"/>
                  <a:pt x="4824" y="10790"/>
                </a:cubicBezTo>
                <a:cubicBezTo>
                  <a:pt x="4824" y="10783"/>
                  <a:pt x="4817" y="10775"/>
                  <a:pt x="4817" y="10768"/>
                </a:cubicBezTo>
                <a:cubicBezTo>
                  <a:pt x="4804" y="10748"/>
                  <a:pt x="4791" y="10720"/>
                  <a:pt x="4776" y="10700"/>
                </a:cubicBezTo>
                <a:cubicBezTo>
                  <a:pt x="4762" y="10672"/>
                  <a:pt x="4749" y="10650"/>
                  <a:pt x="4734" y="10630"/>
                </a:cubicBezTo>
                <a:cubicBezTo>
                  <a:pt x="4734" y="10624"/>
                  <a:pt x="4727" y="10617"/>
                  <a:pt x="4727" y="10609"/>
                </a:cubicBezTo>
                <a:cubicBezTo>
                  <a:pt x="4431" y="10050"/>
                  <a:pt x="4265" y="9421"/>
                  <a:pt x="4258" y="8777"/>
                </a:cubicBezTo>
                <a:lnTo>
                  <a:pt x="4258" y="8758"/>
                </a:lnTo>
                <a:lnTo>
                  <a:pt x="4258" y="8675"/>
                </a:lnTo>
                <a:lnTo>
                  <a:pt x="4258" y="8598"/>
                </a:lnTo>
                <a:lnTo>
                  <a:pt x="4258" y="8577"/>
                </a:lnTo>
                <a:cubicBezTo>
                  <a:pt x="4278" y="7935"/>
                  <a:pt x="4450" y="7313"/>
                  <a:pt x="4762" y="6752"/>
                </a:cubicBezTo>
                <a:cubicBezTo>
                  <a:pt x="4769" y="6745"/>
                  <a:pt x="4769" y="6739"/>
                  <a:pt x="4776" y="6732"/>
                </a:cubicBezTo>
                <a:cubicBezTo>
                  <a:pt x="4791" y="6711"/>
                  <a:pt x="4804" y="6684"/>
                  <a:pt x="4817" y="6663"/>
                </a:cubicBezTo>
                <a:cubicBezTo>
                  <a:pt x="4832" y="6636"/>
                  <a:pt x="4845" y="6614"/>
                  <a:pt x="4859" y="6594"/>
                </a:cubicBezTo>
                <a:cubicBezTo>
                  <a:pt x="4859" y="6586"/>
                  <a:pt x="4865" y="6586"/>
                  <a:pt x="4865" y="6580"/>
                </a:cubicBezTo>
                <a:cubicBezTo>
                  <a:pt x="5205" y="6034"/>
                  <a:pt x="5675" y="5578"/>
                  <a:pt x="6220" y="5253"/>
                </a:cubicBezTo>
                <a:cubicBezTo>
                  <a:pt x="6227" y="5246"/>
                  <a:pt x="6227" y="5246"/>
                  <a:pt x="6234" y="5239"/>
                </a:cubicBezTo>
                <a:cubicBezTo>
                  <a:pt x="6255" y="5226"/>
                  <a:pt x="6283" y="5218"/>
                  <a:pt x="6303" y="5204"/>
                </a:cubicBezTo>
                <a:cubicBezTo>
                  <a:pt x="6332" y="5191"/>
                  <a:pt x="6351" y="5176"/>
                  <a:pt x="6380" y="5163"/>
                </a:cubicBezTo>
                <a:cubicBezTo>
                  <a:pt x="6386" y="5156"/>
                  <a:pt x="6386" y="5156"/>
                  <a:pt x="6393" y="5150"/>
                </a:cubicBezTo>
                <a:cubicBezTo>
                  <a:pt x="6960" y="4853"/>
                  <a:pt x="7589" y="4694"/>
                  <a:pt x="8232" y="4679"/>
                </a:cubicBezTo>
                <a:close/>
                <a:moveTo>
                  <a:pt x="6932" y="1"/>
                </a:moveTo>
                <a:lnTo>
                  <a:pt x="6317" y="2544"/>
                </a:lnTo>
                <a:cubicBezTo>
                  <a:pt x="6096" y="2613"/>
                  <a:pt x="5889" y="2688"/>
                  <a:pt x="5681" y="2779"/>
                </a:cubicBezTo>
                <a:cubicBezTo>
                  <a:pt x="5537" y="2841"/>
                  <a:pt x="5398" y="2910"/>
                  <a:pt x="5253" y="2987"/>
                </a:cubicBezTo>
                <a:cubicBezTo>
                  <a:pt x="5247" y="2993"/>
                  <a:pt x="5238" y="3000"/>
                  <a:pt x="5225" y="3000"/>
                </a:cubicBezTo>
                <a:cubicBezTo>
                  <a:pt x="5218" y="3007"/>
                  <a:pt x="5218" y="3007"/>
                  <a:pt x="5212" y="3013"/>
                </a:cubicBezTo>
                <a:cubicBezTo>
                  <a:pt x="5170" y="3035"/>
                  <a:pt x="5136" y="3048"/>
                  <a:pt x="5101" y="3070"/>
                </a:cubicBezTo>
                <a:cubicBezTo>
                  <a:pt x="5101" y="3076"/>
                  <a:pt x="5094" y="3076"/>
                  <a:pt x="5087" y="3076"/>
                </a:cubicBezTo>
                <a:cubicBezTo>
                  <a:pt x="5059" y="3096"/>
                  <a:pt x="5031" y="3111"/>
                  <a:pt x="4998" y="3131"/>
                </a:cubicBezTo>
                <a:cubicBezTo>
                  <a:pt x="4990" y="3131"/>
                  <a:pt x="4990" y="3138"/>
                  <a:pt x="4983" y="3144"/>
                </a:cubicBezTo>
                <a:cubicBezTo>
                  <a:pt x="4928" y="3172"/>
                  <a:pt x="4873" y="3207"/>
                  <a:pt x="4817" y="3242"/>
                </a:cubicBezTo>
                <a:cubicBezTo>
                  <a:pt x="4776" y="3269"/>
                  <a:pt x="4734" y="3297"/>
                  <a:pt x="4686" y="3325"/>
                </a:cubicBezTo>
                <a:cubicBezTo>
                  <a:pt x="4459" y="3476"/>
                  <a:pt x="4236" y="3650"/>
                  <a:pt x="4023" y="3836"/>
                </a:cubicBezTo>
                <a:lnTo>
                  <a:pt x="1528" y="3048"/>
                </a:lnTo>
                <a:lnTo>
                  <a:pt x="63" y="5536"/>
                </a:lnTo>
                <a:lnTo>
                  <a:pt x="1956" y="7341"/>
                </a:lnTo>
                <a:cubicBezTo>
                  <a:pt x="1921" y="7507"/>
                  <a:pt x="1888" y="7673"/>
                  <a:pt x="1866" y="7830"/>
                </a:cubicBezTo>
                <a:cubicBezTo>
                  <a:pt x="1859" y="7893"/>
                  <a:pt x="1853" y="7948"/>
                  <a:pt x="1846" y="8011"/>
                </a:cubicBezTo>
                <a:cubicBezTo>
                  <a:pt x="1831" y="8107"/>
                  <a:pt x="1825" y="8212"/>
                  <a:pt x="1818" y="8315"/>
                </a:cubicBezTo>
                <a:lnTo>
                  <a:pt x="1818" y="8328"/>
                </a:lnTo>
                <a:cubicBezTo>
                  <a:pt x="1818" y="8391"/>
                  <a:pt x="1811" y="8452"/>
                  <a:pt x="1811" y="8509"/>
                </a:cubicBezTo>
                <a:lnTo>
                  <a:pt x="1811" y="8535"/>
                </a:lnTo>
                <a:lnTo>
                  <a:pt x="1811" y="8633"/>
                </a:lnTo>
                <a:lnTo>
                  <a:pt x="1811" y="8653"/>
                </a:lnTo>
                <a:lnTo>
                  <a:pt x="1811" y="8771"/>
                </a:lnTo>
                <a:lnTo>
                  <a:pt x="1811" y="8799"/>
                </a:lnTo>
                <a:cubicBezTo>
                  <a:pt x="1811" y="9185"/>
                  <a:pt x="1853" y="9580"/>
                  <a:pt x="1929" y="9967"/>
                </a:cubicBezTo>
                <a:lnTo>
                  <a:pt x="0" y="11743"/>
                </a:lnTo>
                <a:lnTo>
                  <a:pt x="1423" y="14251"/>
                </a:lnTo>
                <a:lnTo>
                  <a:pt x="3933" y="13512"/>
                </a:lnTo>
                <a:cubicBezTo>
                  <a:pt x="4140" y="13706"/>
                  <a:pt x="4354" y="13878"/>
                  <a:pt x="4583" y="14037"/>
                </a:cubicBezTo>
                <a:cubicBezTo>
                  <a:pt x="4673" y="14092"/>
                  <a:pt x="4756" y="14155"/>
                  <a:pt x="4845" y="14210"/>
                </a:cubicBezTo>
                <a:cubicBezTo>
                  <a:pt x="4852" y="14217"/>
                  <a:pt x="4865" y="14217"/>
                  <a:pt x="4873" y="14225"/>
                </a:cubicBezTo>
                <a:cubicBezTo>
                  <a:pt x="4880" y="14231"/>
                  <a:pt x="4887" y="14231"/>
                  <a:pt x="4893" y="14238"/>
                </a:cubicBezTo>
                <a:cubicBezTo>
                  <a:pt x="4928" y="14258"/>
                  <a:pt x="4963" y="14280"/>
                  <a:pt x="4998" y="14299"/>
                </a:cubicBezTo>
                <a:cubicBezTo>
                  <a:pt x="5031" y="14321"/>
                  <a:pt x="5066" y="14341"/>
                  <a:pt x="5101" y="14362"/>
                </a:cubicBezTo>
                <a:cubicBezTo>
                  <a:pt x="5107" y="14362"/>
                  <a:pt x="5114" y="14369"/>
                  <a:pt x="5122" y="14369"/>
                </a:cubicBezTo>
                <a:cubicBezTo>
                  <a:pt x="5129" y="14376"/>
                  <a:pt x="5136" y="14382"/>
                  <a:pt x="5149" y="14382"/>
                </a:cubicBezTo>
                <a:cubicBezTo>
                  <a:pt x="5280" y="14459"/>
                  <a:pt x="5426" y="14535"/>
                  <a:pt x="5563" y="14598"/>
                </a:cubicBezTo>
                <a:cubicBezTo>
                  <a:pt x="5771" y="14694"/>
                  <a:pt x="5978" y="14777"/>
                  <a:pt x="6192" y="14853"/>
                </a:cubicBezTo>
                <a:lnTo>
                  <a:pt x="6766" y="17403"/>
                </a:lnTo>
                <a:lnTo>
                  <a:pt x="9649" y="17431"/>
                </a:lnTo>
                <a:lnTo>
                  <a:pt x="10271" y="14888"/>
                </a:lnTo>
                <a:cubicBezTo>
                  <a:pt x="10485" y="14819"/>
                  <a:pt x="10692" y="14742"/>
                  <a:pt x="10900" y="14653"/>
                </a:cubicBezTo>
                <a:cubicBezTo>
                  <a:pt x="11044" y="14590"/>
                  <a:pt x="11190" y="14522"/>
                  <a:pt x="11328" y="14445"/>
                </a:cubicBezTo>
                <a:cubicBezTo>
                  <a:pt x="11334" y="14439"/>
                  <a:pt x="11343" y="14439"/>
                  <a:pt x="11356" y="14432"/>
                </a:cubicBezTo>
                <a:cubicBezTo>
                  <a:pt x="11363" y="14424"/>
                  <a:pt x="11369" y="14424"/>
                  <a:pt x="11369" y="14417"/>
                </a:cubicBezTo>
                <a:cubicBezTo>
                  <a:pt x="11411" y="14404"/>
                  <a:pt x="11445" y="14382"/>
                  <a:pt x="11480" y="14362"/>
                </a:cubicBezTo>
                <a:cubicBezTo>
                  <a:pt x="11480" y="14356"/>
                  <a:pt x="11487" y="14356"/>
                  <a:pt x="11494" y="14356"/>
                </a:cubicBezTo>
                <a:cubicBezTo>
                  <a:pt x="11522" y="14334"/>
                  <a:pt x="11550" y="14321"/>
                  <a:pt x="11583" y="14299"/>
                </a:cubicBezTo>
                <a:cubicBezTo>
                  <a:pt x="11591" y="14299"/>
                  <a:pt x="11598" y="14293"/>
                  <a:pt x="11605" y="14293"/>
                </a:cubicBezTo>
                <a:cubicBezTo>
                  <a:pt x="11936" y="14092"/>
                  <a:pt x="12262" y="13858"/>
                  <a:pt x="12558" y="13603"/>
                </a:cubicBezTo>
                <a:lnTo>
                  <a:pt x="15053" y="14382"/>
                </a:lnTo>
                <a:lnTo>
                  <a:pt x="16518" y="11903"/>
                </a:lnTo>
                <a:lnTo>
                  <a:pt x="14625" y="10091"/>
                </a:lnTo>
                <a:cubicBezTo>
                  <a:pt x="14652" y="9973"/>
                  <a:pt x="14673" y="9856"/>
                  <a:pt x="14693" y="9738"/>
                </a:cubicBezTo>
                <a:cubicBezTo>
                  <a:pt x="14708" y="9628"/>
                  <a:pt x="14722" y="9524"/>
                  <a:pt x="14735" y="9421"/>
                </a:cubicBezTo>
                <a:cubicBezTo>
                  <a:pt x="14743" y="9373"/>
                  <a:pt x="14750" y="9317"/>
                  <a:pt x="14750" y="9268"/>
                </a:cubicBezTo>
                <a:cubicBezTo>
                  <a:pt x="14763" y="9166"/>
                  <a:pt x="14763" y="9054"/>
                  <a:pt x="14770" y="8950"/>
                </a:cubicBezTo>
                <a:lnTo>
                  <a:pt x="14770" y="8923"/>
                </a:lnTo>
                <a:lnTo>
                  <a:pt x="14770" y="8895"/>
                </a:lnTo>
                <a:cubicBezTo>
                  <a:pt x="14770" y="8860"/>
                  <a:pt x="14776" y="8819"/>
                  <a:pt x="14776" y="8777"/>
                </a:cubicBezTo>
                <a:lnTo>
                  <a:pt x="14776" y="8660"/>
                </a:lnTo>
                <a:lnTo>
                  <a:pt x="14776" y="8633"/>
                </a:lnTo>
                <a:cubicBezTo>
                  <a:pt x="14770" y="8245"/>
                  <a:pt x="14728" y="7852"/>
                  <a:pt x="14652" y="7465"/>
                </a:cubicBezTo>
                <a:lnTo>
                  <a:pt x="16581" y="5695"/>
                </a:lnTo>
                <a:lnTo>
                  <a:pt x="15164" y="3179"/>
                </a:lnTo>
                <a:lnTo>
                  <a:pt x="12648" y="3919"/>
                </a:lnTo>
                <a:cubicBezTo>
                  <a:pt x="12558" y="3836"/>
                  <a:pt x="12469" y="3753"/>
                  <a:pt x="12379" y="3677"/>
                </a:cubicBezTo>
                <a:cubicBezTo>
                  <a:pt x="12296" y="3615"/>
                  <a:pt x="12213" y="3552"/>
                  <a:pt x="12122" y="3491"/>
                </a:cubicBezTo>
                <a:cubicBezTo>
                  <a:pt x="12081" y="3456"/>
                  <a:pt x="12039" y="3428"/>
                  <a:pt x="11998" y="3393"/>
                </a:cubicBezTo>
                <a:cubicBezTo>
                  <a:pt x="11908" y="3338"/>
                  <a:pt x="11825" y="3277"/>
                  <a:pt x="11736" y="3221"/>
                </a:cubicBezTo>
                <a:cubicBezTo>
                  <a:pt x="11729" y="3214"/>
                  <a:pt x="11716" y="3214"/>
                  <a:pt x="11708" y="3207"/>
                </a:cubicBezTo>
                <a:cubicBezTo>
                  <a:pt x="11701" y="3201"/>
                  <a:pt x="11694" y="3201"/>
                  <a:pt x="11688" y="3194"/>
                </a:cubicBezTo>
                <a:cubicBezTo>
                  <a:pt x="11653" y="3172"/>
                  <a:pt x="11618" y="3153"/>
                  <a:pt x="11583" y="3131"/>
                </a:cubicBezTo>
                <a:cubicBezTo>
                  <a:pt x="11550" y="3111"/>
                  <a:pt x="11515" y="3090"/>
                  <a:pt x="11480" y="3076"/>
                </a:cubicBezTo>
                <a:cubicBezTo>
                  <a:pt x="11474" y="3070"/>
                  <a:pt x="11467" y="3070"/>
                  <a:pt x="11467" y="3061"/>
                </a:cubicBezTo>
                <a:cubicBezTo>
                  <a:pt x="11452" y="3055"/>
                  <a:pt x="11445" y="3048"/>
                  <a:pt x="11439" y="3048"/>
                </a:cubicBezTo>
                <a:cubicBezTo>
                  <a:pt x="11301" y="2972"/>
                  <a:pt x="11155" y="2895"/>
                  <a:pt x="11018" y="2834"/>
                </a:cubicBezTo>
                <a:cubicBezTo>
                  <a:pt x="10810" y="2738"/>
                  <a:pt x="10603" y="2655"/>
                  <a:pt x="10389" y="2579"/>
                </a:cubicBezTo>
                <a:lnTo>
                  <a:pt x="9815" y="27"/>
                </a:lnTo>
                <a:lnTo>
                  <a:pt x="693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30" name="Google Shape;1630;p2"/>
          <p:cNvGrpSpPr/>
          <p:nvPr/>
        </p:nvGrpSpPr>
        <p:grpSpPr>
          <a:xfrm>
            <a:off x="-77409" y="-99751"/>
            <a:ext cx="347597" cy="4345456"/>
            <a:chOff x="-136402" y="-175976"/>
            <a:chExt cx="347597" cy="4345456"/>
          </a:xfrm>
        </p:grpSpPr>
        <p:sp>
          <p:nvSpPr>
            <p:cNvPr id="1631" name="Google Shape;1631;p2"/>
            <p:cNvSpPr/>
            <p:nvPr/>
          </p:nvSpPr>
          <p:spPr>
            <a:xfrm>
              <a:off x="-136402" y="-175976"/>
              <a:ext cx="273965" cy="273814"/>
            </a:xfrm>
            <a:custGeom>
              <a:avLst/>
              <a:gdLst/>
              <a:ahLst/>
              <a:cxnLst/>
              <a:rect l="l" t="t" r="r" b="b"/>
              <a:pathLst>
                <a:path w="3624" h="3622" extrusionOk="0">
                  <a:moveTo>
                    <a:pt x="1515" y="0"/>
                  </a:moveTo>
                  <a:lnTo>
                    <a:pt x="1" y="1513"/>
                  </a:lnTo>
                  <a:lnTo>
                    <a:pt x="1" y="3621"/>
                  </a:lnTo>
                  <a:lnTo>
                    <a:pt x="36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 name="Google Shape;1632;p2"/>
            <p:cNvSpPr/>
            <p:nvPr/>
          </p:nvSpPr>
          <p:spPr>
            <a:xfrm>
              <a:off x="-136402" y="1778994"/>
              <a:ext cx="347597" cy="506503"/>
            </a:xfrm>
            <a:custGeom>
              <a:avLst/>
              <a:gdLst/>
              <a:ahLst/>
              <a:cxnLst/>
              <a:rect l="l" t="t" r="r" b="b"/>
              <a:pathLst>
                <a:path w="4598" h="6700" extrusionOk="0">
                  <a:moveTo>
                    <a:pt x="4597" y="1"/>
                  </a:moveTo>
                  <a:lnTo>
                    <a:pt x="1" y="4597"/>
                  </a:lnTo>
                  <a:lnTo>
                    <a:pt x="1" y="6699"/>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2"/>
            <p:cNvSpPr/>
            <p:nvPr/>
          </p:nvSpPr>
          <p:spPr>
            <a:xfrm>
              <a:off x="-136402" y="2326153"/>
              <a:ext cx="347597" cy="506276"/>
            </a:xfrm>
            <a:custGeom>
              <a:avLst/>
              <a:gdLst/>
              <a:ahLst/>
              <a:cxnLst/>
              <a:rect l="l" t="t" r="r" b="b"/>
              <a:pathLst>
                <a:path w="4598" h="6697" extrusionOk="0">
                  <a:moveTo>
                    <a:pt x="4597" y="0"/>
                  </a:moveTo>
                  <a:lnTo>
                    <a:pt x="1" y="4597"/>
                  </a:lnTo>
                  <a:lnTo>
                    <a:pt x="1" y="6697"/>
                  </a:lnTo>
                  <a:lnTo>
                    <a:pt x="4597" y="2108"/>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2"/>
            <p:cNvSpPr/>
            <p:nvPr/>
          </p:nvSpPr>
          <p:spPr>
            <a:xfrm>
              <a:off x="-136402" y="-175976"/>
              <a:ext cx="91624" cy="91473"/>
            </a:xfrm>
            <a:custGeom>
              <a:avLst/>
              <a:gdLst/>
              <a:ahLst/>
              <a:cxnLst/>
              <a:rect l="l" t="t" r="r" b="b"/>
              <a:pathLst>
                <a:path w="1212" h="1210" extrusionOk="0">
                  <a:moveTo>
                    <a:pt x="1" y="0"/>
                  </a:moveTo>
                  <a:lnTo>
                    <a:pt x="1" y="1209"/>
                  </a:lnTo>
                  <a:lnTo>
                    <a:pt x="12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 name="Google Shape;1635;p2"/>
            <p:cNvSpPr/>
            <p:nvPr/>
          </p:nvSpPr>
          <p:spPr>
            <a:xfrm>
              <a:off x="-136402" y="3602504"/>
              <a:ext cx="347597" cy="506428"/>
            </a:xfrm>
            <a:custGeom>
              <a:avLst/>
              <a:gdLst/>
              <a:ahLst/>
              <a:cxnLst/>
              <a:rect l="l" t="t" r="r" b="b"/>
              <a:pathLst>
                <a:path w="4598" h="6699" extrusionOk="0">
                  <a:moveTo>
                    <a:pt x="4597" y="1"/>
                  </a:moveTo>
                  <a:lnTo>
                    <a:pt x="1" y="4597"/>
                  </a:lnTo>
                  <a:lnTo>
                    <a:pt x="1" y="6699"/>
                  </a:lnTo>
                  <a:lnTo>
                    <a:pt x="4597" y="2102"/>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 name="Google Shape;1636;p2"/>
            <p:cNvSpPr/>
            <p:nvPr/>
          </p:nvSpPr>
          <p:spPr>
            <a:xfrm>
              <a:off x="-136402" y="3420168"/>
              <a:ext cx="347597" cy="506352"/>
            </a:xfrm>
            <a:custGeom>
              <a:avLst/>
              <a:gdLst/>
              <a:ahLst/>
              <a:cxnLst/>
              <a:rect l="l" t="t" r="r" b="b"/>
              <a:pathLst>
                <a:path w="4598" h="6698" extrusionOk="0">
                  <a:moveTo>
                    <a:pt x="4597" y="1"/>
                  </a:moveTo>
                  <a:lnTo>
                    <a:pt x="1" y="4597"/>
                  </a:lnTo>
                  <a:lnTo>
                    <a:pt x="1" y="6697"/>
                  </a:lnTo>
                  <a:lnTo>
                    <a:pt x="4597" y="2103"/>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637;p2"/>
            <p:cNvSpPr/>
            <p:nvPr/>
          </p:nvSpPr>
          <p:spPr>
            <a:xfrm>
              <a:off x="-136402" y="3237908"/>
              <a:ext cx="347597" cy="506276"/>
            </a:xfrm>
            <a:custGeom>
              <a:avLst/>
              <a:gdLst/>
              <a:ahLst/>
              <a:cxnLst/>
              <a:rect l="l" t="t" r="r" b="b"/>
              <a:pathLst>
                <a:path w="4598" h="6697" extrusionOk="0">
                  <a:moveTo>
                    <a:pt x="4597" y="0"/>
                  </a:moveTo>
                  <a:lnTo>
                    <a:pt x="1" y="4596"/>
                  </a:lnTo>
                  <a:lnTo>
                    <a:pt x="1" y="6696"/>
                  </a:lnTo>
                  <a:lnTo>
                    <a:pt x="4597" y="2100"/>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2"/>
            <p:cNvSpPr/>
            <p:nvPr/>
          </p:nvSpPr>
          <p:spPr>
            <a:xfrm>
              <a:off x="-136402" y="3055572"/>
              <a:ext cx="347597" cy="506276"/>
            </a:xfrm>
            <a:custGeom>
              <a:avLst/>
              <a:gdLst/>
              <a:ahLst/>
              <a:cxnLst/>
              <a:rect l="l" t="t" r="r" b="b"/>
              <a:pathLst>
                <a:path w="4598" h="6697" extrusionOk="0">
                  <a:moveTo>
                    <a:pt x="4597" y="0"/>
                  </a:moveTo>
                  <a:lnTo>
                    <a:pt x="1" y="4595"/>
                  </a:lnTo>
                  <a:lnTo>
                    <a:pt x="1" y="6697"/>
                  </a:lnTo>
                  <a:lnTo>
                    <a:pt x="4597" y="2107"/>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2"/>
            <p:cNvSpPr/>
            <p:nvPr/>
          </p:nvSpPr>
          <p:spPr>
            <a:xfrm>
              <a:off x="-136402" y="-175976"/>
              <a:ext cx="347597" cy="456155"/>
            </a:xfrm>
            <a:custGeom>
              <a:avLst/>
              <a:gdLst/>
              <a:ahLst/>
              <a:cxnLst/>
              <a:rect l="l" t="t" r="r" b="b"/>
              <a:pathLst>
                <a:path w="4598" h="6034" extrusionOk="0">
                  <a:moveTo>
                    <a:pt x="3927" y="0"/>
                  </a:moveTo>
                  <a:lnTo>
                    <a:pt x="1" y="3925"/>
                  </a:lnTo>
                  <a:lnTo>
                    <a:pt x="1" y="6033"/>
                  </a:lnTo>
                  <a:lnTo>
                    <a:pt x="4597" y="1437"/>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1640;p2"/>
            <p:cNvSpPr/>
            <p:nvPr/>
          </p:nvSpPr>
          <p:spPr>
            <a:xfrm>
              <a:off x="-136402" y="2690749"/>
              <a:ext cx="347597" cy="506428"/>
            </a:xfrm>
            <a:custGeom>
              <a:avLst/>
              <a:gdLst/>
              <a:ahLst/>
              <a:cxnLst/>
              <a:rect l="l" t="t" r="r" b="b"/>
              <a:pathLst>
                <a:path w="4598" h="6699" extrusionOk="0">
                  <a:moveTo>
                    <a:pt x="4597" y="1"/>
                  </a:moveTo>
                  <a:lnTo>
                    <a:pt x="1" y="4597"/>
                  </a:lnTo>
                  <a:lnTo>
                    <a:pt x="1" y="6699"/>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2"/>
            <p:cNvSpPr/>
            <p:nvPr/>
          </p:nvSpPr>
          <p:spPr>
            <a:xfrm>
              <a:off x="-136402" y="1232062"/>
              <a:ext cx="347597" cy="506957"/>
            </a:xfrm>
            <a:custGeom>
              <a:avLst/>
              <a:gdLst/>
              <a:ahLst/>
              <a:cxnLst/>
              <a:rect l="l" t="t" r="r" b="b"/>
              <a:pathLst>
                <a:path w="4598" h="6706" extrusionOk="0">
                  <a:moveTo>
                    <a:pt x="4597" y="0"/>
                  </a:moveTo>
                  <a:lnTo>
                    <a:pt x="1" y="4597"/>
                  </a:lnTo>
                  <a:lnTo>
                    <a:pt x="1" y="6705"/>
                  </a:lnTo>
                  <a:lnTo>
                    <a:pt x="4597" y="2109"/>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2"/>
            <p:cNvSpPr/>
            <p:nvPr/>
          </p:nvSpPr>
          <p:spPr>
            <a:xfrm>
              <a:off x="-136402" y="2508489"/>
              <a:ext cx="347597" cy="506428"/>
            </a:xfrm>
            <a:custGeom>
              <a:avLst/>
              <a:gdLst/>
              <a:ahLst/>
              <a:cxnLst/>
              <a:rect l="l" t="t" r="r" b="b"/>
              <a:pathLst>
                <a:path w="4598" h="6699" extrusionOk="0">
                  <a:moveTo>
                    <a:pt x="4597" y="0"/>
                  </a:moveTo>
                  <a:lnTo>
                    <a:pt x="1" y="4596"/>
                  </a:lnTo>
                  <a:lnTo>
                    <a:pt x="1" y="6698"/>
                  </a:lnTo>
                  <a:lnTo>
                    <a:pt x="4597" y="2108"/>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643;p2"/>
            <p:cNvSpPr/>
            <p:nvPr/>
          </p:nvSpPr>
          <p:spPr>
            <a:xfrm>
              <a:off x="-136402" y="1049726"/>
              <a:ext cx="347597" cy="506806"/>
            </a:xfrm>
            <a:custGeom>
              <a:avLst/>
              <a:gdLst/>
              <a:ahLst/>
              <a:cxnLst/>
              <a:rect l="l" t="t" r="r" b="b"/>
              <a:pathLst>
                <a:path w="4598" h="6704" extrusionOk="0">
                  <a:moveTo>
                    <a:pt x="4597" y="1"/>
                  </a:moveTo>
                  <a:lnTo>
                    <a:pt x="1" y="4597"/>
                  </a:lnTo>
                  <a:lnTo>
                    <a:pt x="1" y="6704"/>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2"/>
            <p:cNvSpPr/>
            <p:nvPr/>
          </p:nvSpPr>
          <p:spPr>
            <a:xfrm>
              <a:off x="-136402" y="503172"/>
              <a:ext cx="347597" cy="506428"/>
            </a:xfrm>
            <a:custGeom>
              <a:avLst/>
              <a:gdLst/>
              <a:ahLst/>
              <a:cxnLst/>
              <a:rect l="l" t="t" r="r" b="b"/>
              <a:pathLst>
                <a:path w="4598" h="6699" extrusionOk="0">
                  <a:moveTo>
                    <a:pt x="4597" y="0"/>
                  </a:moveTo>
                  <a:lnTo>
                    <a:pt x="1" y="4590"/>
                  </a:lnTo>
                  <a:lnTo>
                    <a:pt x="1" y="6698"/>
                  </a:lnTo>
                  <a:lnTo>
                    <a:pt x="4597" y="2102"/>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2"/>
            <p:cNvSpPr/>
            <p:nvPr/>
          </p:nvSpPr>
          <p:spPr>
            <a:xfrm>
              <a:off x="-136402" y="2143817"/>
              <a:ext cx="347597" cy="506276"/>
            </a:xfrm>
            <a:custGeom>
              <a:avLst/>
              <a:gdLst/>
              <a:ahLst/>
              <a:cxnLst/>
              <a:rect l="l" t="t" r="r" b="b"/>
              <a:pathLst>
                <a:path w="4598" h="6697" extrusionOk="0">
                  <a:moveTo>
                    <a:pt x="4597" y="0"/>
                  </a:moveTo>
                  <a:lnTo>
                    <a:pt x="1" y="4597"/>
                  </a:lnTo>
                  <a:lnTo>
                    <a:pt x="1" y="6697"/>
                  </a:lnTo>
                  <a:lnTo>
                    <a:pt x="4597" y="2109"/>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2"/>
            <p:cNvSpPr/>
            <p:nvPr/>
          </p:nvSpPr>
          <p:spPr>
            <a:xfrm>
              <a:off x="-136402" y="1596734"/>
              <a:ext cx="347597" cy="506428"/>
            </a:xfrm>
            <a:custGeom>
              <a:avLst/>
              <a:gdLst/>
              <a:ahLst/>
              <a:cxnLst/>
              <a:rect l="l" t="t" r="r" b="b"/>
              <a:pathLst>
                <a:path w="4598" h="6699" extrusionOk="0">
                  <a:moveTo>
                    <a:pt x="4597" y="0"/>
                  </a:moveTo>
                  <a:lnTo>
                    <a:pt x="1" y="4597"/>
                  </a:lnTo>
                  <a:lnTo>
                    <a:pt x="1" y="6698"/>
                  </a:lnTo>
                  <a:lnTo>
                    <a:pt x="4597" y="2108"/>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2"/>
            <p:cNvSpPr/>
            <p:nvPr/>
          </p:nvSpPr>
          <p:spPr>
            <a:xfrm>
              <a:off x="-136402" y="320836"/>
              <a:ext cx="347597" cy="506428"/>
            </a:xfrm>
            <a:custGeom>
              <a:avLst/>
              <a:gdLst/>
              <a:ahLst/>
              <a:cxnLst/>
              <a:rect l="l" t="t" r="r" b="b"/>
              <a:pathLst>
                <a:path w="4598" h="6699" extrusionOk="0">
                  <a:moveTo>
                    <a:pt x="4597" y="0"/>
                  </a:moveTo>
                  <a:lnTo>
                    <a:pt x="1" y="4590"/>
                  </a:lnTo>
                  <a:lnTo>
                    <a:pt x="1" y="6698"/>
                  </a:lnTo>
                  <a:lnTo>
                    <a:pt x="4597" y="2102"/>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2"/>
            <p:cNvSpPr/>
            <p:nvPr/>
          </p:nvSpPr>
          <p:spPr>
            <a:xfrm>
              <a:off x="-136402" y="3784840"/>
              <a:ext cx="347597" cy="384640"/>
            </a:xfrm>
            <a:custGeom>
              <a:avLst/>
              <a:gdLst/>
              <a:ahLst/>
              <a:cxnLst/>
              <a:rect l="l" t="t" r="r" b="b"/>
              <a:pathLst>
                <a:path w="4598" h="5088" extrusionOk="0">
                  <a:moveTo>
                    <a:pt x="4597" y="1"/>
                  </a:moveTo>
                  <a:lnTo>
                    <a:pt x="1" y="4597"/>
                  </a:lnTo>
                  <a:lnTo>
                    <a:pt x="1" y="5088"/>
                  </a:lnTo>
                  <a:lnTo>
                    <a:pt x="1611" y="5088"/>
                  </a:lnTo>
                  <a:lnTo>
                    <a:pt x="4597" y="2102"/>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2"/>
            <p:cNvSpPr/>
            <p:nvPr/>
          </p:nvSpPr>
          <p:spPr>
            <a:xfrm>
              <a:off x="-136402" y="1414398"/>
              <a:ext cx="347597" cy="506957"/>
            </a:xfrm>
            <a:custGeom>
              <a:avLst/>
              <a:gdLst/>
              <a:ahLst/>
              <a:cxnLst/>
              <a:rect l="l" t="t" r="r" b="b"/>
              <a:pathLst>
                <a:path w="4598" h="6706" extrusionOk="0">
                  <a:moveTo>
                    <a:pt x="4597" y="0"/>
                  </a:moveTo>
                  <a:lnTo>
                    <a:pt x="1" y="4597"/>
                  </a:lnTo>
                  <a:lnTo>
                    <a:pt x="1" y="6705"/>
                  </a:lnTo>
                  <a:lnTo>
                    <a:pt x="4597" y="2109"/>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2"/>
            <p:cNvSpPr/>
            <p:nvPr/>
          </p:nvSpPr>
          <p:spPr>
            <a:xfrm>
              <a:off x="-136402" y="685583"/>
              <a:ext cx="347597" cy="506276"/>
            </a:xfrm>
            <a:custGeom>
              <a:avLst/>
              <a:gdLst/>
              <a:ahLst/>
              <a:cxnLst/>
              <a:rect l="l" t="t" r="r" b="b"/>
              <a:pathLst>
                <a:path w="4598" h="6697" extrusionOk="0">
                  <a:moveTo>
                    <a:pt x="4597" y="1"/>
                  </a:moveTo>
                  <a:lnTo>
                    <a:pt x="1" y="4589"/>
                  </a:lnTo>
                  <a:lnTo>
                    <a:pt x="1" y="6697"/>
                  </a:lnTo>
                  <a:lnTo>
                    <a:pt x="4597" y="2101"/>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2"/>
            <p:cNvSpPr/>
            <p:nvPr/>
          </p:nvSpPr>
          <p:spPr>
            <a:xfrm>
              <a:off x="-136402" y="2873085"/>
              <a:ext cx="347597" cy="506428"/>
            </a:xfrm>
            <a:custGeom>
              <a:avLst/>
              <a:gdLst/>
              <a:ahLst/>
              <a:cxnLst/>
              <a:rect l="l" t="t" r="r" b="b"/>
              <a:pathLst>
                <a:path w="4598" h="6699" extrusionOk="0">
                  <a:moveTo>
                    <a:pt x="4597" y="1"/>
                  </a:moveTo>
                  <a:lnTo>
                    <a:pt x="1" y="4597"/>
                  </a:lnTo>
                  <a:lnTo>
                    <a:pt x="1" y="6699"/>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2"/>
            <p:cNvSpPr/>
            <p:nvPr/>
          </p:nvSpPr>
          <p:spPr>
            <a:xfrm>
              <a:off x="-136402" y="-43836"/>
              <a:ext cx="347597" cy="506276"/>
            </a:xfrm>
            <a:custGeom>
              <a:avLst/>
              <a:gdLst/>
              <a:ahLst/>
              <a:cxnLst/>
              <a:rect l="l" t="t" r="r" b="b"/>
              <a:pathLst>
                <a:path w="4598" h="6697" extrusionOk="0">
                  <a:moveTo>
                    <a:pt x="4597" y="1"/>
                  </a:moveTo>
                  <a:lnTo>
                    <a:pt x="1" y="4590"/>
                  </a:lnTo>
                  <a:lnTo>
                    <a:pt x="1" y="6697"/>
                  </a:lnTo>
                  <a:lnTo>
                    <a:pt x="4597" y="2102"/>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2"/>
            <p:cNvSpPr/>
            <p:nvPr/>
          </p:nvSpPr>
          <p:spPr>
            <a:xfrm>
              <a:off x="8971" y="3967175"/>
              <a:ext cx="202223" cy="202299"/>
            </a:xfrm>
            <a:custGeom>
              <a:avLst/>
              <a:gdLst/>
              <a:ahLst/>
              <a:cxnLst/>
              <a:rect l="l" t="t" r="r" b="b"/>
              <a:pathLst>
                <a:path w="2675" h="2676" extrusionOk="0">
                  <a:moveTo>
                    <a:pt x="2674" y="0"/>
                  </a:moveTo>
                  <a:lnTo>
                    <a:pt x="0" y="2676"/>
                  </a:lnTo>
                  <a:lnTo>
                    <a:pt x="2100" y="2676"/>
                  </a:lnTo>
                  <a:lnTo>
                    <a:pt x="2674" y="2102"/>
                  </a:lnTo>
                  <a:lnTo>
                    <a:pt x="267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2"/>
            <p:cNvSpPr/>
            <p:nvPr/>
          </p:nvSpPr>
          <p:spPr>
            <a:xfrm>
              <a:off x="-136402" y="1961481"/>
              <a:ext cx="347597" cy="506276"/>
            </a:xfrm>
            <a:custGeom>
              <a:avLst/>
              <a:gdLst/>
              <a:ahLst/>
              <a:cxnLst/>
              <a:rect l="l" t="t" r="r" b="b"/>
              <a:pathLst>
                <a:path w="4598" h="6697" extrusionOk="0">
                  <a:moveTo>
                    <a:pt x="4597" y="0"/>
                  </a:moveTo>
                  <a:lnTo>
                    <a:pt x="1" y="4595"/>
                  </a:lnTo>
                  <a:lnTo>
                    <a:pt x="1" y="6697"/>
                  </a:lnTo>
                  <a:lnTo>
                    <a:pt x="4597" y="2107"/>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2"/>
            <p:cNvSpPr/>
            <p:nvPr/>
          </p:nvSpPr>
          <p:spPr>
            <a:xfrm>
              <a:off x="-136402" y="867919"/>
              <a:ext cx="347597" cy="506276"/>
            </a:xfrm>
            <a:custGeom>
              <a:avLst/>
              <a:gdLst/>
              <a:ahLst/>
              <a:cxnLst/>
              <a:rect l="l" t="t" r="r" b="b"/>
              <a:pathLst>
                <a:path w="4598" h="6697" extrusionOk="0">
                  <a:moveTo>
                    <a:pt x="4597" y="0"/>
                  </a:moveTo>
                  <a:lnTo>
                    <a:pt x="1" y="4589"/>
                  </a:lnTo>
                  <a:lnTo>
                    <a:pt x="1" y="6697"/>
                  </a:lnTo>
                  <a:lnTo>
                    <a:pt x="4597" y="2100"/>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 name="Google Shape;1656;p2"/>
            <p:cNvSpPr/>
            <p:nvPr/>
          </p:nvSpPr>
          <p:spPr>
            <a:xfrm>
              <a:off x="-136402" y="138500"/>
              <a:ext cx="347597" cy="506428"/>
            </a:xfrm>
            <a:custGeom>
              <a:avLst/>
              <a:gdLst/>
              <a:ahLst/>
              <a:cxnLst/>
              <a:rect l="l" t="t" r="r" b="b"/>
              <a:pathLst>
                <a:path w="4598" h="6699" extrusionOk="0">
                  <a:moveTo>
                    <a:pt x="4597" y="0"/>
                  </a:moveTo>
                  <a:lnTo>
                    <a:pt x="1" y="4590"/>
                  </a:lnTo>
                  <a:lnTo>
                    <a:pt x="1" y="6698"/>
                  </a:lnTo>
                  <a:lnTo>
                    <a:pt x="4597" y="2102"/>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2"/>
            <p:cNvSpPr/>
            <p:nvPr/>
          </p:nvSpPr>
          <p:spPr>
            <a:xfrm>
              <a:off x="191311" y="4149587"/>
              <a:ext cx="19882" cy="19882"/>
            </a:xfrm>
            <a:custGeom>
              <a:avLst/>
              <a:gdLst/>
              <a:ahLst/>
              <a:cxnLst/>
              <a:rect l="l" t="t" r="r" b="b"/>
              <a:pathLst>
                <a:path w="263" h="263" extrusionOk="0">
                  <a:moveTo>
                    <a:pt x="262" y="1"/>
                  </a:moveTo>
                  <a:lnTo>
                    <a:pt x="0" y="263"/>
                  </a:lnTo>
                  <a:lnTo>
                    <a:pt x="262" y="263"/>
                  </a:lnTo>
                  <a:lnTo>
                    <a:pt x="26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8" name="Google Shape;1658;p2"/>
          <p:cNvGrpSpPr/>
          <p:nvPr/>
        </p:nvGrpSpPr>
        <p:grpSpPr>
          <a:xfrm>
            <a:off x="-77409" y="-99751"/>
            <a:ext cx="347597" cy="4345451"/>
            <a:chOff x="-136402" y="-175976"/>
            <a:chExt cx="347597" cy="4345451"/>
          </a:xfrm>
        </p:grpSpPr>
        <p:sp>
          <p:nvSpPr>
            <p:cNvPr id="1659" name="Google Shape;1659;p2"/>
            <p:cNvSpPr/>
            <p:nvPr/>
          </p:nvSpPr>
          <p:spPr>
            <a:xfrm>
              <a:off x="-136402" y="3579069"/>
              <a:ext cx="347597" cy="371033"/>
            </a:xfrm>
            <a:custGeom>
              <a:avLst/>
              <a:gdLst/>
              <a:ahLst/>
              <a:cxnLst/>
              <a:rect l="l" t="t" r="r" b="b"/>
              <a:pathLst>
                <a:path w="4598" h="4908" extrusionOk="0">
                  <a:moveTo>
                    <a:pt x="4597" y="1"/>
                  </a:moveTo>
                  <a:lnTo>
                    <a:pt x="1" y="4595"/>
                  </a:lnTo>
                  <a:lnTo>
                    <a:pt x="1" y="4907"/>
                  </a:lnTo>
                  <a:lnTo>
                    <a:pt x="4597" y="311"/>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1660;p2"/>
            <p:cNvSpPr/>
            <p:nvPr/>
          </p:nvSpPr>
          <p:spPr>
            <a:xfrm>
              <a:off x="-136402" y="2850179"/>
              <a:ext cx="347597" cy="370503"/>
            </a:xfrm>
            <a:custGeom>
              <a:avLst/>
              <a:gdLst/>
              <a:ahLst/>
              <a:cxnLst/>
              <a:rect l="l" t="t" r="r" b="b"/>
              <a:pathLst>
                <a:path w="4598" h="4901" extrusionOk="0">
                  <a:moveTo>
                    <a:pt x="4597" y="0"/>
                  </a:moveTo>
                  <a:lnTo>
                    <a:pt x="1" y="4590"/>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1661;p2"/>
            <p:cNvSpPr/>
            <p:nvPr/>
          </p:nvSpPr>
          <p:spPr>
            <a:xfrm>
              <a:off x="-14615" y="3943741"/>
              <a:ext cx="225810" cy="225734"/>
            </a:xfrm>
            <a:custGeom>
              <a:avLst/>
              <a:gdLst/>
              <a:ahLst/>
              <a:cxnLst/>
              <a:rect l="l" t="t" r="r" b="b"/>
              <a:pathLst>
                <a:path w="2987" h="2986" extrusionOk="0">
                  <a:moveTo>
                    <a:pt x="2986" y="0"/>
                  </a:moveTo>
                  <a:lnTo>
                    <a:pt x="0" y="2986"/>
                  </a:lnTo>
                  <a:lnTo>
                    <a:pt x="312" y="2986"/>
                  </a:lnTo>
                  <a:lnTo>
                    <a:pt x="2986" y="310"/>
                  </a:lnTo>
                  <a:lnTo>
                    <a:pt x="29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2"/>
            <p:cNvSpPr/>
            <p:nvPr/>
          </p:nvSpPr>
          <p:spPr>
            <a:xfrm>
              <a:off x="-136402" y="3214775"/>
              <a:ext cx="347597" cy="370655"/>
            </a:xfrm>
            <a:custGeom>
              <a:avLst/>
              <a:gdLst/>
              <a:ahLst/>
              <a:cxnLst/>
              <a:rect l="l" t="t" r="r" b="b"/>
              <a:pathLst>
                <a:path w="4598" h="4903" extrusionOk="0">
                  <a:moveTo>
                    <a:pt x="4597" y="1"/>
                  </a:moveTo>
                  <a:lnTo>
                    <a:pt x="1" y="4591"/>
                  </a:lnTo>
                  <a:lnTo>
                    <a:pt x="1" y="4902"/>
                  </a:lnTo>
                  <a:lnTo>
                    <a:pt x="4597" y="306"/>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2"/>
            <p:cNvSpPr/>
            <p:nvPr/>
          </p:nvSpPr>
          <p:spPr>
            <a:xfrm>
              <a:off x="-136402" y="2485508"/>
              <a:ext cx="347597" cy="370503"/>
            </a:xfrm>
            <a:custGeom>
              <a:avLst/>
              <a:gdLst/>
              <a:ahLst/>
              <a:cxnLst/>
              <a:rect l="l" t="t" r="r" b="b"/>
              <a:pathLst>
                <a:path w="4598" h="4901" extrusionOk="0">
                  <a:moveTo>
                    <a:pt x="4597" y="0"/>
                  </a:moveTo>
                  <a:lnTo>
                    <a:pt x="1" y="4589"/>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2"/>
            <p:cNvSpPr/>
            <p:nvPr/>
          </p:nvSpPr>
          <p:spPr>
            <a:xfrm>
              <a:off x="-136402" y="2120760"/>
              <a:ext cx="347597" cy="370579"/>
            </a:xfrm>
            <a:custGeom>
              <a:avLst/>
              <a:gdLst/>
              <a:ahLst/>
              <a:cxnLst/>
              <a:rect l="l" t="t" r="r" b="b"/>
              <a:pathLst>
                <a:path w="4598" h="4902" extrusionOk="0">
                  <a:moveTo>
                    <a:pt x="4597" y="0"/>
                  </a:moveTo>
                  <a:lnTo>
                    <a:pt x="1" y="4590"/>
                  </a:lnTo>
                  <a:lnTo>
                    <a:pt x="1" y="4902"/>
                  </a:lnTo>
                  <a:lnTo>
                    <a:pt x="4597" y="305"/>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2"/>
            <p:cNvSpPr/>
            <p:nvPr/>
          </p:nvSpPr>
          <p:spPr>
            <a:xfrm>
              <a:off x="-136402" y="1756088"/>
              <a:ext cx="347597" cy="370503"/>
            </a:xfrm>
            <a:custGeom>
              <a:avLst/>
              <a:gdLst/>
              <a:ahLst/>
              <a:cxnLst/>
              <a:rect l="l" t="t" r="r" b="b"/>
              <a:pathLst>
                <a:path w="4598" h="4901" extrusionOk="0">
                  <a:moveTo>
                    <a:pt x="4597" y="0"/>
                  </a:moveTo>
                  <a:lnTo>
                    <a:pt x="1" y="4590"/>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2"/>
            <p:cNvSpPr/>
            <p:nvPr/>
          </p:nvSpPr>
          <p:spPr>
            <a:xfrm>
              <a:off x="-136402" y="1391417"/>
              <a:ext cx="347597" cy="370503"/>
            </a:xfrm>
            <a:custGeom>
              <a:avLst/>
              <a:gdLst/>
              <a:ahLst/>
              <a:cxnLst/>
              <a:rect l="l" t="t" r="r" b="b"/>
              <a:pathLst>
                <a:path w="4598" h="4901" extrusionOk="0">
                  <a:moveTo>
                    <a:pt x="4597" y="1"/>
                  </a:moveTo>
                  <a:lnTo>
                    <a:pt x="1" y="4597"/>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2"/>
            <p:cNvSpPr/>
            <p:nvPr/>
          </p:nvSpPr>
          <p:spPr>
            <a:xfrm>
              <a:off x="-136402" y="1026669"/>
              <a:ext cx="347597" cy="370655"/>
            </a:xfrm>
            <a:custGeom>
              <a:avLst/>
              <a:gdLst/>
              <a:ahLst/>
              <a:cxnLst/>
              <a:rect l="l" t="t" r="r" b="b"/>
              <a:pathLst>
                <a:path w="4598" h="4903" extrusionOk="0">
                  <a:moveTo>
                    <a:pt x="4597" y="0"/>
                  </a:moveTo>
                  <a:lnTo>
                    <a:pt x="1" y="4597"/>
                  </a:lnTo>
                  <a:lnTo>
                    <a:pt x="1" y="4902"/>
                  </a:lnTo>
                  <a:lnTo>
                    <a:pt x="4597" y="306"/>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2"/>
            <p:cNvSpPr/>
            <p:nvPr/>
          </p:nvSpPr>
          <p:spPr>
            <a:xfrm>
              <a:off x="-136402" y="661998"/>
              <a:ext cx="347597" cy="370503"/>
            </a:xfrm>
            <a:custGeom>
              <a:avLst/>
              <a:gdLst/>
              <a:ahLst/>
              <a:cxnLst/>
              <a:rect l="l" t="t" r="r" b="b"/>
              <a:pathLst>
                <a:path w="4598" h="4901" extrusionOk="0">
                  <a:moveTo>
                    <a:pt x="4597" y="1"/>
                  </a:moveTo>
                  <a:lnTo>
                    <a:pt x="1" y="4597"/>
                  </a:lnTo>
                  <a:lnTo>
                    <a:pt x="1" y="4901"/>
                  </a:lnTo>
                  <a:lnTo>
                    <a:pt x="4597" y="313"/>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2"/>
            <p:cNvSpPr/>
            <p:nvPr/>
          </p:nvSpPr>
          <p:spPr>
            <a:xfrm>
              <a:off x="-136402" y="297402"/>
              <a:ext cx="347597" cy="370503"/>
            </a:xfrm>
            <a:custGeom>
              <a:avLst/>
              <a:gdLst/>
              <a:ahLst/>
              <a:cxnLst/>
              <a:rect l="l" t="t" r="r" b="b"/>
              <a:pathLst>
                <a:path w="4598" h="4901" extrusionOk="0">
                  <a:moveTo>
                    <a:pt x="4597" y="0"/>
                  </a:moveTo>
                  <a:lnTo>
                    <a:pt x="1" y="4596"/>
                  </a:lnTo>
                  <a:lnTo>
                    <a:pt x="1" y="4900"/>
                  </a:lnTo>
                  <a:lnTo>
                    <a:pt x="4597" y="310"/>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2"/>
            <p:cNvSpPr/>
            <p:nvPr/>
          </p:nvSpPr>
          <p:spPr>
            <a:xfrm>
              <a:off x="-136402" y="-67421"/>
              <a:ext cx="347597" cy="370655"/>
            </a:xfrm>
            <a:custGeom>
              <a:avLst/>
              <a:gdLst/>
              <a:ahLst/>
              <a:cxnLst/>
              <a:rect l="l" t="t" r="r" b="b"/>
              <a:pathLst>
                <a:path w="4598" h="4903" extrusionOk="0">
                  <a:moveTo>
                    <a:pt x="4597" y="1"/>
                  </a:moveTo>
                  <a:lnTo>
                    <a:pt x="1" y="4597"/>
                  </a:lnTo>
                  <a:lnTo>
                    <a:pt x="1" y="4902"/>
                  </a:lnTo>
                  <a:lnTo>
                    <a:pt x="4597" y="313"/>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2"/>
            <p:cNvSpPr/>
            <p:nvPr/>
          </p:nvSpPr>
          <p:spPr>
            <a:xfrm>
              <a:off x="-136402" y="-175976"/>
              <a:ext cx="114606" cy="114379"/>
            </a:xfrm>
            <a:custGeom>
              <a:avLst/>
              <a:gdLst/>
              <a:ahLst/>
              <a:cxnLst/>
              <a:rect l="l" t="t" r="r" b="b"/>
              <a:pathLst>
                <a:path w="1516" h="1513" extrusionOk="0">
                  <a:moveTo>
                    <a:pt x="1212" y="0"/>
                  </a:moveTo>
                  <a:lnTo>
                    <a:pt x="1" y="1209"/>
                  </a:lnTo>
                  <a:lnTo>
                    <a:pt x="1" y="1513"/>
                  </a:lnTo>
                  <a:lnTo>
                    <a:pt x="15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2"/>
            <p:cNvSpPr/>
            <p:nvPr/>
          </p:nvSpPr>
          <p:spPr>
            <a:xfrm>
              <a:off x="167725" y="4126077"/>
              <a:ext cx="43469" cy="43393"/>
            </a:xfrm>
            <a:custGeom>
              <a:avLst/>
              <a:gdLst/>
              <a:ahLst/>
              <a:cxnLst/>
              <a:rect l="l" t="t" r="r" b="b"/>
              <a:pathLst>
                <a:path w="575" h="574" extrusionOk="0">
                  <a:moveTo>
                    <a:pt x="574" y="0"/>
                  </a:moveTo>
                  <a:lnTo>
                    <a:pt x="0" y="574"/>
                  </a:lnTo>
                  <a:lnTo>
                    <a:pt x="312" y="574"/>
                  </a:lnTo>
                  <a:lnTo>
                    <a:pt x="574" y="312"/>
                  </a:lnTo>
                  <a:lnTo>
                    <a:pt x="57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2"/>
            <p:cNvSpPr/>
            <p:nvPr/>
          </p:nvSpPr>
          <p:spPr>
            <a:xfrm>
              <a:off x="-136402" y="3396658"/>
              <a:ext cx="347597" cy="371108"/>
            </a:xfrm>
            <a:custGeom>
              <a:avLst/>
              <a:gdLst/>
              <a:ahLst/>
              <a:cxnLst/>
              <a:rect l="l" t="t" r="r" b="b"/>
              <a:pathLst>
                <a:path w="4598" h="4909" extrusionOk="0">
                  <a:moveTo>
                    <a:pt x="4597" y="0"/>
                  </a:moveTo>
                  <a:lnTo>
                    <a:pt x="1" y="4596"/>
                  </a:lnTo>
                  <a:lnTo>
                    <a:pt x="1" y="4908"/>
                  </a:lnTo>
                  <a:lnTo>
                    <a:pt x="4597" y="312"/>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2"/>
            <p:cNvSpPr/>
            <p:nvPr/>
          </p:nvSpPr>
          <p:spPr>
            <a:xfrm>
              <a:off x="-136402" y="2667843"/>
              <a:ext cx="347597" cy="370503"/>
            </a:xfrm>
            <a:custGeom>
              <a:avLst/>
              <a:gdLst/>
              <a:ahLst/>
              <a:cxnLst/>
              <a:rect l="l" t="t" r="r" b="b"/>
              <a:pathLst>
                <a:path w="4598" h="4901" extrusionOk="0">
                  <a:moveTo>
                    <a:pt x="4597" y="0"/>
                  </a:moveTo>
                  <a:lnTo>
                    <a:pt x="1" y="4590"/>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2"/>
            <p:cNvSpPr/>
            <p:nvPr/>
          </p:nvSpPr>
          <p:spPr>
            <a:xfrm>
              <a:off x="-136402" y="1938424"/>
              <a:ext cx="347597" cy="370503"/>
            </a:xfrm>
            <a:custGeom>
              <a:avLst/>
              <a:gdLst/>
              <a:ahLst/>
              <a:cxnLst/>
              <a:rect l="l" t="t" r="r" b="b"/>
              <a:pathLst>
                <a:path w="4598" h="4901" extrusionOk="0">
                  <a:moveTo>
                    <a:pt x="4597" y="0"/>
                  </a:moveTo>
                  <a:lnTo>
                    <a:pt x="1" y="4590"/>
                  </a:lnTo>
                  <a:lnTo>
                    <a:pt x="1" y="4900"/>
                  </a:lnTo>
                  <a:lnTo>
                    <a:pt x="4597" y="305"/>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2"/>
            <p:cNvSpPr/>
            <p:nvPr/>
          </p:nvSpPr>
          <p:spPr>
            <a:xfrm>
              <a:off x="-136402" y="1209081"/>
              <a:ext cx="347597" cy="370503"/>
            </a:xfrm>
            <a:custGeom>
              <a:avLst/>
              <a:gdLst/>
              <a:ahLst/>
              <a:cxnLst/>
              <a:rect l="l" t="t" r="r" b="b"/>
              <a:pathLst>
                <a:path w="4598" h="4901" extrusionOk="0">
                  <a:moveTo>
                    <a:pt x="4597" y="1"/>
                  </a:moveTo>
                  <a:lnTo>
                    <a:pt x="1" y="4596"/>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2"/>
            <p:cNvSpPr/>
            <p:nvPr/>
          </p:nvSpPr>
          <p:spPr>
            <a:xfrm>
              <a:off x="-136402" y="479662"/>
              <a:ext cx="347597" cy="370503"/>
            </a:xfrm>
            <a:custGeom>
              <a:avLst/>
              <a:gdLst/>
              <a:ahLst/>
              <a:cxnLst/>
              <a:rect l="l" t="t" r="r" b="b"/>
              <a:pathLst>
                <a:path w="4598" h="4901" extrusionOk="0">
                  <a:moveTo>
                    <a:pt x="4597" y="1"/>
                  </a:moveTo>
                  <a:lnTo>
                    <a:pt x="1" y="4597"/>
                  </a:lnTo>
                  <a:lnTo>
                    <a:pt x="1" y="4901"/>
                  </a:lnTo>
                  <a:lnTo>
                    <a:pt x="4597" y="311"/>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2"/>
            <p:cNvSpPr/>
            <p:nvPr/>
          </p:nvSpPr>
          <p:spPr>
            <a:xfrm>
              <a:off x="-136402" y="3761405"/>
              <a:ext cx="347597" cy="370957"/>
            </a:xfrm>
            <a:custGeom>
              <a:avLst/>
              <a:gdLst/>
              <a:ahLst/>
              <a:cxnLst/>
              <a:rect l="l" t="t" r="r" b="b"/>
              <a:pathLst>
                <a:path w="4598" h="4907" extrusionOk="0">
                  <a:moveTo>
                    <a:pt x="4597" y="0"/>
                  </a:moveTo>
                  <a:lnTo>
                    <a:pt x="1" y="4597"/>
                  </a:lnTo>
                  <a:lnTo>
                    <a:pt x="1" y="4907"/>
                  </a:lnTo>
                  <a:lnTo>
                    <a:pt x="4597" y="311"/>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2"/>
            <p:cNvSpPr/>
            <p:nvPr/>
          </p:nvSpPr>
          <p:spPr>
            <a:xfrm>
              <a:off x="-136402" y="3032440"/>
              <a:ext cx="347597" cy="370503"/>
            </a:xfrm>
            <a:custGeom>
              <a:avLst/>
              <a:gdLst/>
              <a:ahLst/>
              <a:cxnLst/>
              <a:rect l="l" t="t" r="r" b="b"/>
              <a:pathLst>
                <a:path w="4598" h="4901" extrusionOk="0">
                  <a:moveTo>
                    <a:pt x="4597" y="1"/>
                  </a:moveTo>
                  <a:lnTo>
                    <a:pt x="1" y="4591"/>
                  </a:lnTo>
                  <a:lnTo>
                    <a:pt x="1" y="4901"/>
                  </a:lnTo>
                  <a:lnTo>
                    <a:pt x="4597" y="306"/>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2"/>
            <p:cNvSpPr/>
            <p:nvPr/>
          </p:nvSpPr>
          <p:spPr>
            <a:xfrm>
              <a:off x="-136402" y="2303172"/>
              <a:ext cx="347597" cy="370503"/>
            </a:xfrm>
            <a:custGeom>
              <a:avLst/>
              <a:gdLst/>
              <a:ahLst/>
              <a:cxnLst/>
              <a:rect l="l" t="t" r="r" b="b"/>
              <a:pathLst>
                <a:path w="4598" h="4901" extrusionOk="0">
                  <a:moveTo>
                    <a:pt x="4597" y="1"/>
                  </a:moveTo>
                  <a:lnTo>
                    <a:pt x="1" y="4589"/>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2"/>
            <p:cNvSpPr/>
            <p:nvPr/>
          </p:nvSpPr>
          <p:spPr>
            <a:xfrm>
              <a:off x="-136402" y="1573753"/>
              <a:ext cx="347597" cy="370503"/>
            </a:xfrm>
            <a:custGeom>
              <a:avLst/>
              <a:gdLst/>
              <a:ahLst/>
              <a:cxnLst/>
              <a:rect l="l" t="t" r="r" b="b"/>
              <a:pathLst>
                <a:path w="4598" h="4901" extrusionOk="0">
                  <a:moveTo>
                    <a:pt x="4597" y="1"/>
                  </a:moveTo>
                  <a:lnTo>
                    <a:pt x="1" y="4597"/>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2"/>
            <p:cNvSpPr/>
            <p:nvPr/>
          </p:nvSpPr>
          <p:spPr>
            <a:xfrm>
              <a:off x="-136402" y="844334"/>
              <a:ext cx="347597" cy="370503"/>
            </a:xfrm>
            <a:custGeom>
              <a:avLst/>
              <a:gdLst/>
              <a:ahLst/>
              <a:cxnLst/>
              <a:rect l="l" t="t" r="r" b="b"/>
              <a:pathLst>
                <a:path w="4598" h="4901" extrusionOk="0">
                  <a:moveTo>
                    <a:pt x="4597" y="1"/>
                  </a:moveTo>
                  <a:lnTo>
                    <a:pt x="1" y="4597"/>
                  </a:lnTo>
                  <a:lnTo>
                    <a:pt x="1" y="4901"/>
                  </a:lnTo>
                  <a:lnTo>
                    <a:pt x="4597" y="312"/>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2"/>
            <p:cNvSpPr/>
            <p:nvPr/>
          </p:nvSpPr>
          <p:spPr>
            <a:xfrm>
              <a:off x="-136402" y="115066"/>
              <a:ext cx="347597" cy="370503"/>
            </a:xfrm>
            <a:custGeom>
              <a:avLst/>
              <a:gdLst/>
              <a:ahLst/>
              <a:cxnLst/>
              <a:rect l="l" t="t" r="r" b="b"/>
              <a:pathLst>
                <a:path w="4598" h="4901" extrusionOk="0">
                  <a:moveTo>
                    <a:pt x="4597" y="0"/>
                  </a:moveTo>
                  <a:lnTo>
                    <a:pt x="1" y="4595"/>
                  </a:lnTo>
                  <a:lnTo>
                    <a:pt x="1" y="4900"/>
                  </a:lnTo>
                  <a:lnTo>
                    <a:pt x="4597" y="310"/>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2"/>
            <p:cNvSpPr/>
            <p:nvPr/>
          </p:nvSpPr>
          <p:spPr>
            <a:xfrm>
              <a:off x="-136402" y="-175976"/>
              <a:ext cx="296947" cy="296720"/>
            </a:xfrm>
            <a:custGeom>
              <a:avLst/>
              <a:gdLst/>
              <a:ahLst/>
              <a:cxnLst/>
              <a:rect l="l" t="t" r="r" b="b"/>
              <a:pathLst>
                <a:path w="3928" h="3925" extrusionOk="0">
                  <a:moveTo>
                    <a:pt x="3624" y="0"/>
                  </a:moveTo>
                  <a:lnTo>
                    <a:pt x="1" y="3621"/>
                  </a:lnTo>
                  <a:lnTo>
                    <a:pt x="1" y="3925"/>
                  </a:lnTo>
                  <a:lnTo>
                    <a:pt x="39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85" name="Google Shape;1685;p2"/>
          <p:cNvSpPr/>
          <p:nvPr/>
        </p:nvSpPr>
        <p:spPr>
          <a:xfrm>
            <a:off x="-77457" y="-99800"/>
            <a:ext cx="347700" cy="43455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848671932"/>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bg>
      <p:bgPr>
        <a:solidFill>
          <a:schemeClr val="dk1"/>
        </a:solidFill>
        <a:effectLst/>
      </p:bgPr>
    </p:bg>
    <p:spTree>
      <p:nvGrpSpPr>
        <p:cNvPr id="1" name="Shape 1686"/>
        <p:cNvGrpSpPr/>
        <p:nvPr/>
      </p:nvGrpSpPr>
      <p:grpSpPr>
        <a:xfrm>
          <a:off x="0" y="0"/>
          <a:ext cx="0" cy="0"/>
          <a:chOff x="0" y="0"/>
          <a:chExt cx="0" cy="0"/>
        </a:xfrm>
      </p:grpSpPr>
      <p:grpSp>
        <p:nvGrpSpPr>
          <p:cNvPr id="1687" name="Google Shape;1687;p3"/>
          <p:cNvGrpSpPr/>
          <p:nvPr/>
        </p:nvGrpSpPr>
        <p:grpSpPr>
          <a:xfrm rot="5400000">
            <a:off x="1416205" y="-2099758"/>
            <a:ext cx="6311597" cy="9467556"/>
            <a:chOff x="635875" y="1065050"/>
            <a:chExt cx="2940550" cy="4410900"/>
          </a:xfrm>
        </p:grpSpPr>
        <p:sp>
          <p:nvSpPr>
            <p:cNvPr id="1688" name="Google Shape;1688;p3"/>
            <p:cNvSpPr/>
            <p:nvPr/>
          </p:nvSpPr>
          <p:spPr>
            <a:xfrm>
              <a:off x="676400" y="11059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3"/>
            <p:cNvSpPr/>
            <p:nvPr/>
          </p:nvSpPr>
          <p:spPr>
            <a:xfrm>
              <a:off x="768325" y="1105900"/>
              <a:ext cx="12400" cy="12600"/>
            </a:xfrm>
            <a:custGeom>
              <a:avLst/>
              <a:gdLst/>
              <a:ahLst/>
              <a:cxnLst/>
              <a:rect l="l" t="t" r="r" b="b"/>
              <a:pathLst>
                <a:path w="496" h="504"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3"/>
            <p:cNvSpPr/>
            <p:nvPr/>
          </p:nvSpPr>
          <p:spPr>
            <a:xfrm>
              <a:off x="860125" y="1105900"/>
              <a:ext cx="12525" cy="12600"/>
            </a:xfrm>
            <a:custGeom>
              <a:avLst/>
              <a:gdLst/>
              <a:ahLst/>
              <a:cxnLst/>
              <a:rect l="l" t="t" r="r" b="b"/>
              <a:pathLst>
                <a:path w="501" h="504"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3"/>
            <p:cNvSpPr/>
            <p:nvPr/>
          </p:nvSpPr>
          <p:spPr>
            <a:xfrm>
              <a:off x="951850" y="11059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3"/>
            <p:cNvSpPr/>
            <p:nvPr/>
          </p:nvSpPr>
          <p:spPr>
            <a:xfrm>
              <a:off x="1043825" y="110590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3"/>
            <p:cNvSpPr/>
            <p:nvPr/>
          </p:nvSpPr>
          <p:spPr>
            <a:xfrm>
              <a:off x="1135575" y="110590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3"/>
            <p:cNvSpPr/>
            <p:nvPr/>
          </p:nvSpPr>
          <p:spPr>
            <a:xfrm>
              <a:off x="1227500" y="1105900"/>
              <a:ext cx="12400" cy="12600"/>
            </a:xfrm>
            <a:custGeom>
              <a:avLst/>
              <a:gdLst/>
              <a:ahLst/>
              <a:cxnLst/>
              <a:rect l="l" t="t" r="r" b="b"/>
              <a:pathLst>
                <a:path w="496" h="504"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3"/>
            <p:cNvSpPr/>
            <p:nvPr/>
          </p:nvSpPr>
          <p:spPr>
            <a:xfrm>
              <a:off x="1319275" y="110590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3"/>
            <p:cNvSpPr/>
            <p:nvPr/>
          </p:nvSpPr>
          <p:spPr>
            <a:xfrm>
              <a:off x="1411200" y="1105900"/>
              <a:ext cx="12425" cy="12600"/>
            </a:xfrm>
            <a:custGeom>
              <a:avLst/>
              <a:gdLst/>
              <a:ahLst/>
              <a:cxnLst/>
              <a:rect l="l" t="t" r="r" b="b"/>
              <a:pathLst>
                <a:path w="497" h="504"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3"/>
            <p:cNvSpPr/>
            <p:nvPr/>
          </p:nvSpPr>
          <p:spPr>
            <a:xfrm>
              <a:off x="1503000" y="1105900"/>
              <a:ext cx="12525" cy="12600"/>
            </a:xfrm>
            <a:custGeom>
              <a:avLst/>
              <a:gdLst/>
              <a:ahLst/>
              <a:cxnLst/>
              <a:rect l="l" t="t" r="r" b="b"/>
              <a:pathLst>
                <a:path w="501" h="504"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3"/>
            <p:cNvSpPr/>
            <p:nvPr/>
          </p:nvSpPr>
          <p:spPr>
            <a:xfrm>
              <a:off x="1594750" y="110590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3"/>
            <p:cNvSpPr/>
            <p:nvPr/>
          </p:nvSpPr>
          <p:spPr>
            <a:xfrm>
              <a:off x="1686650" y="11059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3"/>
            <p:cNvSpPr/>
            <p:nvPr/>
          </p:nvSpPr>
          <p:spPr>
            <a:xfrm>
              <a:off x="1778450" y="110590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3"/>
            <p:cNvSpPr/>
            <p:nvPr/>
          </p:nvSpPr>
          <p:spPr>
            <a:xfrm>
              <a:off x="1870375" y="1105900"/>
              <a:ext cx="12400" cy="12600"/>
            </a:xfrm>
            <a:custGeom>
              <a:avLst/>
              <a:gdLst/>
              <a:ahLst/>
              <a:cxnLst/>
              <a:rect l="l" t="t" r="r" b="b"/>
              <a:pathLst>
                <a:path w="496" h="504"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3"/>
            <p:cNvSpPr/>
            <p:nvPr/>
          </p:nvSpPr>
          <p:spPr>
            <a:xfrm>
              <a:off x="1962150" y="110590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3"/>
            <p:cNvSpPr/>
            <p:nvPr/>
          </p:nvSpPr>
          <p:spPr>
            <a:xfrm>
              <a:off x="2054075" y="1105900"/>
              <a:ext cx="12425" cy="12600"/>
            </a:xfrm>
            <a:custGeom>
              <a:avLst/>
              <a:gdLst/>
              <a:ahLst/>
              <a:cxnLst/>
              <a:rect l="l" t="t" r="r" b="b"/>
              <a:pathLst>
                <a:path w="497" h="504"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3"/>
            <p:cNvSpPr/>
            <p:nvPr/>
          </p:nvSpPr>
          <p:spPr>
            <a:xfrm>
              <a:off x="2145825" y="11059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3"/>
            <p:cNvSpPr/>
            <p:nvPr/>
          </p:nvSpPr>
          <p:spPr>
            <a:xfrm>
              <a:off x="2237800" y="1105900"/>
              <a:ext cx="12350" cy="12600"/>
            </a:xfrm>
            <a:custGeom>
              <a:avLst/>
              <a:gdLst/>
              <a:ahLst/>
              <a:cxnLst/>
              <a:rect l="l" t="t" r="r" b="b"/>
              <a:pathLst>
                <a:path w="494" h="504"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3"/>
            <p:cNvSpPr/>
            <p:nvPr/>
          </p:nvSpPr>
          <p:spPr>
            <a:xfrm>
              <a:off x="2329550" y="110590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3"/>
            <p:cNvSpPr/>
            <p:nvPr/>
          </p:nvSpPr>
          <p:spPr>
            <a:xfrm>
              <a:off x="2421325" y="110590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3"/>
            <p:cNvSpPr/>
            <p:nvPr/>
          </p:nvSpPr>
          <p:spPr>
            <a:xfrm>
              <a:off x="2513250" y="1105900"/>
              <a:ext cx="12575" cy="12600"/>
            </a:xfrm>
            <a:custGeom>
              <a:avLst/>
              <a:gdLst/>
              <a:ahLst/>
              <a:cxnLst/>
              <a:rect l="l" t="t" r="r" b="b"/>
              <a:pathLst>
                <a:path w="503" h="504"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3"/>
            <p:cNvSpPr/>
            <p:nvPr/>
          </p:nvSpPr>
          <p:spPr>
            <a:xfrm>
              <a:off x="2605000" y="110590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3"/>
            <p:cNvSpPr/>
            <p:nvPr/>
          </p:nvSpPr>
          <p:spPr>
            <a:xfrm>
              <a:off x="2696950" y="1105900"/>
              <a:ext cx="12375" cy="12600"/>
            </a:xfrm>
            <a:custGeom>
              <a:avLst/>
              <a:gdLst/>
              <a:ahLst/>
              <a:cxnLst/>
              <a:rect l="l" t="t" r="r" b="b"/>
              <a:pathLst>
                <a:path w="495" h="504"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3"/>
            <p:cNvSpPr/>
            <p:nvPr/>
          </p:nvSpPr>
          <p:spPr>
            <a:xfrm>
              <a:off x="2788700" y="11059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3"/>
            <p:cNvSpPr/>
            <p:nvPr/>
          </p:nvSpPr>
          <p:spPr>
            <a:xfrm>
              <a:off x="2880675" y="1105900"/>
              <a:ext cx="12375" cy="12600"/>
            </a:xfrm>
            <a:custGeom>
              <a:avLst/>
              <a:gdLst/>
              <a:ahLst/>
              <a:cxnLst/>
              <a:rect l="l" t="t" r="r" b="b"/>
              <a:pathLst>
                <a:path w="495" h="504"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3"/>
            <p:cNvSpPr/>
            <p:nvPr/>
          </p:nvSpPr>
          <p:spPr>
            <a:xfrm>
              <a:off x="2972425" y="110590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3"/>
            <p:cNvSpPr/>
            <p:nvPr/>
          </p:nvSpPr>
          <p:spPr>
            <a:xfrm>
              <a:off x="3064375" y="1105900"/>
              <a:ext cx="12375" cy="12600"/>
            </a:xfrm>
            <a:custGeom>
              <a:avLst/>
              <a:gdLst/>
              <a:ahLst/>
              <a:cxnLst/>
              <a:rect l="l" t="t" r="r" b="b"/>
              <a:pathLst>
                <a:path w="495" h="504"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3"/>
            <p:cNvSpPr/>
            <p:nvPr/>
          </p:nvSpPr>
          <p:spPr>
            <a:xfrm>
              <a:off x="3156125" y="11059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3"/>
            <p:cNvSpPr/>
            <p:nvPr/>
          </p:nvSpPr>
          <p:spPr>
            <a:xfrm>
              <a:off x="3247875" y="1105900"/>
              <a:ext cx="12575" cy="12600"/>
            </a:xfrm>
            <a:custGeom>
              <a:avLst/>
              <a:gdLst/>
              <a:ahLst/>
              <a:cxnLst/>
              <a:rect l="l" t="t" r="r" b="b"/>
              <a:pathLst>
                <a:path w="503"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3"/>
            <p:cNvSpPr/>
            <p:nvPr/>
          </p:nvSpPr>
          <p:spPr>
            <a:xfrm>
              <a:off x="3339850" y="1105900"/>
              <a:ext cx="12525" cy="12600"/>
            </a:xfrm>
            <a:custGeom>
              <a:avLst/>
              <a:gdLst/>
              <a:ahLst/>
              <a:cxnLst/>
              <a:rect l="l" t="t" r="r" b="b"/>
              <a:pathLst>
                <a:path w="501" h="504"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3"/>
            <p:cNvSpPr/>
            <p:nvPr/>
          </p:nvSpPr>
          <p:spPr>
            <a:xfrm>
              <a:off x="3431575" y="11059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3"/>
            <p:cNvSpPr/>
            <p:nvPr/>
          </p:nvSpPr>
          <p:spPr>
            <a:xfrm>
              <a:off x="3523550" y="110590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3"/>
            <p:cNvSpPr/>
            <p:nvPr/>
          </p:nvSpPr>
          <p:spPr>
            <a:xfrm>
              <a:off x="676400" y="1197875"/>
              <a:ext cx="12600" cy="12375"/>
            </a:xfrm>
            <a:custGeom>
              <a:avLst/>
              <a:gdLst/>
              <a:ahLst/>
              <a:cxnLst/>
              <a:rect l="l" t="t" r="r" b="b"/>
              <a:pathLst>
                <a:path w="504" h="495" extrusionOk="0">
                  <a:moveTo>
                    <a:pt x="252" y="0"/>
                  </a:moveTo>
                  <a:cubicBezTo>
                    <a:pt x="116" y="0"/>
                    <a:pt x="1" y="107"/>
                    <a:pt x="1" y="243"/>
                  </a:cubicBezTo>
                  <a:cubicBezTo>
                    <a:pt x="1" y="388"/>
                    <a:pt x="116" y="494"/>
                    <a:pt x="252" y="494"/>
                  </a:cubicBezTo>
                  <a:cubicBezTo>
                    <a:pt x="388" y="494"/>
                    <a:pt x="503" y="388"/>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3"/>
            <p:cNvSpPr/>
            <p:nvPr/>
          </p:nvSpPr>
          <p:spPr>
            <a:xfrm>
              <a:off x="768325" y="1197875"/>
              <a:ext cx="12400" cy="12375"/>
            </a:xfrm>
            <a:custGeom>
              <a:avLst/>
              <a:gdLst/>
              <a:ahLst/>
              <a:cxnLst/>
              <a:rect l="l" t="t" r="r" b="b"/>
              <a:pathLst>
                <a:path w="496" h="495" extrusionOk="0">
                  <a:moveTo>
                    <a:pt x="245" y="0"/>
                  </a:moveTo>
                  <a:cubicBezTo>
                    <a:pt x="109" y="0"/>
                    <a:pt x="0" y="107"/>
                    <a:pt x="0" y="243"/>
                  </a:cubicBezTo>
                  <a:cubicBezTo>
                    <a:pt x="0" y="388"/>
                    <a:pt x="109" y="494"/>
                    <a:pt x="245" y="494"/>
                  </a:cubicBezTo>
                  <a:cubicBezTo>
                    <a:pt x="388" y="494"/>
                    <a:pt x="496" y="388"/>
                    <a:pt x="496" y="243"/>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3"/>
            <p:cNvSpPr/>
            <p:nvPr/>
          </p:nvSpPr>
          <p:spPr>
            <a:xfrm>
              <a:off x="860125" y="1197875"/>
              <a:ext cx="12525" cy="12375"/>
            </a:xfrm>
            <a:custGeom>
              <a:avLst/>
              <a:gdLst/>
              <a:ahLst/>
              <a:cxnLst/>
              <a:rect l="l" t="t" r="r" b="b"/>
              <a:pathLst>
                <a:path w="501" h="495" extrusionOk="0">
                  <a:moveTo>
                    <a:pt x="251" y="0"/>
                  </a:moveTo>
                  <a:cubicBezTo>
                    <a:pt x="114" y="0"/>
                    <a:pt x="0" y="107"/>
                    <a:pt x="0" y="243"/>
                  </a:cubicBezTo>
                  <a:cubicBezTo>
                    <a:pt x="0" y="388"/>
                    <a:pt x="114" y="494"/>
                    <a:pt x="251" y="494"/>
                  </a:cubicBezTo>
                  <a:cubicBezTo>
                    <a:pt x="387" y="494"/>
                    <a:pt x="501" y="388"/>
                    <a:pt x="501" y="243"/>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3"/>
            <p:cNvSpPr/>
            <p:nvPr/>
          </p:nvSpPr>
          <p:spPr>
            <a:xfrm>
              <a:off x="951850" y="1197875"/>
              <a:ext cx="12600" cy="12375"/>
            </a:xfrm>
            <a:custGeom>
              <a:avLst/>
              <a:gdLst/>
              <a:ahLst/>
              <a:cxnLst/>
              <a:rect l="l" t="t" r="r" b="b"/>
              <a:pathLst>
                <a:path w="504" h="495" extrusionOk="0">
                  <a:moveTo>
                    <a:pt x="252" y="0"/>
                  </a:moveTo>
                  <a:cubicBezTo>
                    <a:pt x="116" y="0"/>
                    <a:pt x="1" y="107"/>
                    <a:pt x="1" y="243"/>
                  </a:cubicBezTo>
                  <a:cubicBezTo>
                    <a:pt x="1" y="388"/>
                    <a:pt x="116" y="494"/>
                    <a:pt x="252" y="494"/>
                  </a:cubicBezTo>
                  <a:cubicBezTo>
                    <a:pt x="388" y="494"/>
                    <a:pt x="503" y="388"/>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3"/>
            <p:cNvSpPr/>
            <p:nvPr/>
          </p:nvSpPr>
          <p:spPr>
            <a:xfrm>
              <a:off x="1043825" y="1197875"/>
              <a:ext cx="12375" cy="12375"/>
            </a:xfrm>
            <a:custGeom>
              <a:avLst/>
              <a:gdLst/>
              <a:ahLst/>
              <a:cxnLst/>
              <a:rect l="l" t="t" r="r" b="b"/>
              <a:pathLst>
                <a:path w="495" h="495" extrusionOk="0">
                  <a:moveTo>
                    <a:pt x="250" y="0"/>
                  </a:moveTo>
                  <a:cubicBezTo>
                    <a:pt x="107" y="0"/>
                    <a:pt x="0" y="107"/>
                    <a:pt x="0" y="243"/>
                  </a:cubicBezTo>
                  <a:cubicBezTo>
                    <a:pt x="0" y="388"/>
                    <a:pt x="107" y="494"/>
                    <a:pt x="250" y="494"/>
                  </a:cubicBezTo>
                  <a:cubicBezTo>
                    <a:pt x="388" y="494"/>
                    <a:pt x="494" y="388"/>
                    <a:pt x="494" y="243"/>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3"/>
            <p:cNvSpPr/>
            <p:nvPr/>
          </p:nvSpPr>
          <p:spPr>
            <a:xfrm>
              <a:off x="1135575" y="1197875"/>
              <a:ext cx="12575" cy="12375"/>
            </a:xfrm>
            <a:custGeom>
              <a:avLst/>
              <a:gdLst/>
              <a:ahLst/>
              <a:cxnLst/>
              <a:rect l="l" t="t" r="r" b="b"/>
              <a:pathLst>
                <a:path w="503" h="495" extrusionOk="0">
                  <a:moveTo>
                    <a:pt x="252" y="0"/>
                  </a:moveTo>
                  <a:cubicBezTo>
                    <a:pt x="116" y="0"/>
                    <a:pt x="0" y="107"/>
                    <a:pt x="0" y="243"/>
                  </a:cubicBezTo>
                  <a:cubicBezTo>
                    <a:pt x="0" y="388"/>
                    <a:pt x="116" y="494"/>
                    <a:pt x="252" y="494"/>
                  </a:cubicBezTo>
                  <a:cubicBezTo>
                    <a:pt x="387" y="494"/>
                    <a:pt x="503" y="388"/>
                    <a:pt x="503" y="243"/>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3"/>
            <p:cNvSpPr/>
            <p:nvPr/>
          </p:nvSpPr>
          <p:spPr>
            <a:xfrm>
              <a:off x="1227500" y="1197875"/>
              <a:ext cx="12400" cy="12375"/>
            </a:xfrm>
            <a:custGeom>
              <a:avLst/>
              <a:gdLst/>
              <a:ahLst/>
              <a:cxnLst/>
              <a:rect l="l" t="t" r="r" b="b"/>
              <a:pathLst>
                <a:path w="496" h="495" extrusionOk="0">
                  <a:moveTo>
                    <a:pt x="251" y="0"/>
                  </a:moveTo>
                  <a:cubicBezTo>
                    <a:pt x="109" y="0"/>
                    <a:pt x="0" y="107"/>
                    <a:pt x="0" y="243"/>
                  </a:cubicBezTo>
                  <a:cubicBezTo>
                    <a:pt x="0" y="388"/>
                    <a:pt x="109" y="494"/>
                    <a:pt x="251" y="494"/>
                  </a:cubicBezTo>
                  <a:cubicBezTo>
                    <a:pt x="387" y="494"/>
                    <a:pt x="496" y="388"/>
                    <a:pt x="496" y="243"/>
                  </a:cubicBezTo>
                  <a:cubicBezTo>
                    <a:pt x="496"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3"/>
            <p:cNvSpPr/>
            <p:nvPr/>
          </p:nvSpPr>
          <p:spPr>
            <a:xfrm>
              <a:off x="1319275" y="1197875"/>
              <a:ext cx="12550" cy="12375"/>
            </a:xfrm>
            <a:custGeom>
              <a:avLst/>
              <a:gdLst/>
              <a:ahLst/>
              <a:cxnLst/>
              <a:rect l="l" t="t" r="r" b="b"/>
              <a:pathLst>
                <a:path w="502" h="495" extrusionOk="0">
                  <a:moveTo>
                    <a:pt x="252" y="0"/>
                  </a:moveTo>
                  <a:cubicBezTo>
                    <a:pt x="114" y="0"/>
                    <a:pt x="1" y="107"/>
                    <a:pt x="1" y="243"/>
                  </a:cubicBezTo>
                  <a:cubicBezTo>
                    <a:pt x="1" y="388"/>
                    <a:pt x="114" y="494"/>
                    <a:pt x="252" y="494"/>
                  </a:cubicBezTo>
                  <a:cubicBezTo>
                    <a:pt x="388" y="494"/>
                    <a:pt x="501" y="388"/>
                    <a:pt x="501" y="243"/>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3"/>
            <p:cNvSpPr/>
            <p:nvPr/>
          </p:nvSpPr>
          <p:spPr>
            <a:xfrm>
              <a:off x="1411200" y="1197875"/>
              <a:ext cx="12425" cy="12375"/>
            </a:xfrm>
            <a:custGeom>
              <a:avLst/>
              <a:gdLst/>
              <a:ahLst/>
              <a:cxnLst/>
              <a:rect l="l" t="t" r="r" b="b"/>
              <a:pathLst>
                <a:path w="497" h="495" extrusionOk="0">
                  <a:moveTo>
                    <a:pt x="245" y="0"/>
                  </a:moveTo>
                  <a:cubicBezTo>
                    <a:pt x="109" y="0"/>
                    <a:pt x="1" y="107"/>
                    <a:pt x="1" y="243"/>
                  </a:cubicBezTo>
                  <a:cubicBezTo>
                    <a:pt x="1" y="388"/>
                    <a:pt x="109" y="494"/>
                    <a:pt x="245" y="494"/>
                  </a:cubicBezTo>
                  <a:cubicBezTo>
                    <a:pt x="388" y="494"/>
                    <a:pt x="496" y="388"/>
                    <a:pt x="496" y="243"/>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3"/>
            <p:cNvSpPr/>
            <p:nvPr/>
          </p:nvSpPr>
          <p:spPr>
            <a:xfrm>
              <a:off x="1503000" y="1197875"/>
              <a:ext cx="12525" cy="12375"/>
            </a:xfrm>
            <a:custGeom>
              <a:avLst/>
              <a:gdLst/>
              <a:ahLst/>
              <a:cxnLst/>
              <a:rect l="l" t="t" r="r" b="b"/>
              <a:pathLst>
                <a:path w="501" h="495" extrusionOk="0">
                  <a:moveTo>
                    <a:pt x="250" y="0"/>
                  </a:moveTo>
                  <a:cubicBezTo>
                    <a:pt x="114" y="0"/>
                    <a:pt x="0" y="107"/>
                    <a:pt x="0" y="243"/>
                  </a:cubicBezTo>
                  <a:cubicBezTo>
                    <a:pt x="0" y="388"/>
                    <a:pt x="114" y="494"/>
                    <a:pt x="250" y="494"/>
                  </a:cubicBezTo>
                  <a:cubicBezTo>
                    <a:pt x="387" y="494"/>
                    <a:pt x="501" y="388"/>
                    <a:pt x="501" y="243"/>
                  </a:cubicBezTo>
                  <a:cubicBezTo>
                    <a:pt x="501" y="107"/>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3"/>
            <p:cNvSpPr/>
            <p:nvPr/>
          </p:nvSpPr>
          <p:spPr>
            <a:xfrm>
              <a:off x="1594750" y="1197875"/>
              <a:ext cx="12575" cy="12375"/>
            </a:xfrm>
            <a:custGeom>
              <a:avLst/>
              <a:gdLst/>
              <a:ahLst/>
              <a:cxnLst/>
              <a:rect l="l" t="t" r="r" b="b"/>
              <a:pathLst>
                <a:path w="503" h="495" extrusionOk="0">
                  <a:moveTo>
                    <a:pt x="251" y="0"/>
                  </a:moveTo>
                  <a:cubicBezTo>
                    <a:pt x="115" y="0"/>
                    <a:pt x="0" y="107"/>
                    <a:pt x="0" y="243"/>
                  </a:cubicBezTo>
                  <a:cubicBezTo>
                    <a:pt x="0" y="388"/>
                    <a:pt x="115" y="494"/>
                    <a:pt x="251" y="494"/>
                  </a:cubicBezTo>
                  <a:cubicBezTo>
                    <a:pt x="394" y="494"/>
                    <a:pt x="503" y="388"/>
                    <a:pt x="503" y="243"/>
                  </a:cubicBezTo>
                  <a:cubicBezTo>
                    <a:pt x="503" y="107"/>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3"/>
            <p:cNvSpPr/>
            <p:nvPr/>
          </p:nvSpPr>
          <p:spPr>
            <a:xfrm>
              <a:off x="1686650" y="1197875"/>
              <a:ext cx="12600" cy="12375"/>
            </a:xfrm>
            <a:custGeom>
              <a:avLst/>
              <a:gdLst/>
              <a:ahLst/>
              <a:cxnLst/>
              <a:rect l="l" t="t" r="r" b="b"/>
              <a:pathLst>
                <a:path w="504" h="495" extrusionOk="0">
                  <a:moveTo>
                    <a:pt x="252" y="0"/>
                  </a:moveTo>
                  <a:cubicBezTo>
                    <a:pt x="116" y="0"/>
                    <a:pt x="1" y="107"/>
                    <a:pt x="1" y="243"/>
                  </a:cubicBezTo>
                  <a:cubicBezTo>
                    <a:pt x="1" y="388"/>
                    <a:pt x="116" y="494"/>
                    <a:pt x="252" y="494"/>
                  </a:cubicBezTo>
                  <a:cubicBezTo>
                    <a:pt x="388" y="494"/>
                    <a:pt x="503" y="388"/>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3"/>
            <p:cNvSpPr/>
            <p:nvPr/>
          </p:nvSpPr>
          <p:spPr>
            <a:xfrm>
              <a:off x="1778450" y="1197875"/>
              <a:ext cx="12550" cy="12375"/>
            </a:xfrm>
            <a:custGeom>
              <a:avLst/>
              <a:gdLst/>
              <a:ahLst/>
              <a:cxnLst/>
              <a:rect l="l" t="t" r="r" b="b"/>
              <a:pathLst>
                <a:path w="502" h="495" extrusionOk="0">
                  <a:moveTo>
                    <a:pt x="252" y="0"/>
                  </a:moveTo>
                  <a:cubicBezTo>
                    <a:pt x="114" y="0"/>
                    <a:pt x="1" y="107"/>
                    <a:pt x="1" y="243"/>
                  </a:cubicBezTo>
                  <a:cubicBezTo>
                    <a:pt x="1" y="388"/>
                    <a:pt x="114" y="494"/>
                    <a:pt x="252" y="494"/>
                  </a:cubicBezTo>
                  <a:cubicBezTo>
                    <a:pt x="388" y="494"/>
                    <a:pt x="501" y="388"/>
                    <a:pt x="501" y="243"/>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3"/>
            <p:cNvSpPr/>
            <p:nvPr/>
          </p:nvSpPr>
          <p:spPr>
            <a:xfrm>
              <a:off x="1870375" y="1197875"/>
              <a:ext cx="12400" cy="12375"/>
            </a:xfrm>
            <a:custGeom>
              <a:avLst/>
              <a:gdLst/>
              <a:ahLst/>
              <a:cxnLst/>
              <a:rect l="l" t="t" r="r" b="b"/>
              <a:pathLst>
                <a:path w="496" h="495" extrusionOk="0">
                  <a:moveTo>
                    <a:pt x="252" y="0"/>
                  </a:moveTo>
                  <a:cubicBezTo>
                    <a:pt x="109" y="0"/>
                    <a:pt x="0" y="107"/>
                    <a:pt x="0" y="243"/>
                  </a:cubicBezTo>
                  <a:cubicBezTo>
                    <a:pt x="0" y="388"/>
                    <a:pt x="109" y="494"/>
                    <a:pt x="252" y="494"/>
                  </a:cubicBezTo>
                  <a:cubicBezTo>
                    <a:pt x="387" y="494"/>
                    <a:pt x="496" y="388"/>
                    <a:pt x="496" y="243"/>
                  </a:cubicBezTo>
                  <a:cubicBezTo>
                    <a:pt x="496"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3"/>
            <p:cNvSpPr/>
            <p:nvPr/>
          </p:nvSpPr>
          <p:spPr>
            <a:xfrm>
              <a:off x="1962150" y="1197875"/>
              <a:ext cx="12550" cy="12375"/>
            </a:xfrm>
            <a:custGeom>
              <a:avLst/>
              <a:gdLst/>
              <a:ahLst/>
              <a:cxnLst/>
              <a:rect l="l" t="t" r="r" b="b"/>
              <a:pathLst>
                <a:path w="502" h="495" extrusionOk="0">
                  <a:moveTo>
                    <a:pt x="250" y="0"/>
                  </a:moveTo>
                  <a:cubicBezTo>
                    <a:pt x="114" y="0"/>
                    <a:pt x="1" y="107"/>
                    <a:pt x="1" y="243"/>
                  </a:cubicBezTo>
                  <a:cubicBezTo>
                    <a:pt x="1" y="388"/>
                    <a:pt x="114" y="494"/>
                    <a:pt x="250" y="494"/>
                  </a:cubicBezTo>
                  <a:cubicBezTo>
                    <a:pt x="388" y="494"/>
                    <a:pt x="502" y="388"/>
                    <a:pt x="502" y="243"/>
                  </a:cubicBezTo>
                  <a:cubicBezTo>
                    <a:pt x="502"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3"/>
            <p:cNvSpPr/>
            <p:nvPr/>
          </p:nvSpPr>
          <p:spPr>
            <a:xfrm>
              <a:off x="2054075" y="1197875"/>
              <a:ext cx="12425" cy="12375"/>
            </a:xfrm>
            <a:custGeom>
              <a:avLst/>
              <a:gdLst/>
              <a:ahLst/>
              <a:cxnLst/>
              <a:rect l="l" t="t" r="r" b="b"/>
              <a:pathLst>
                <a:path w="497" h="495" extrusionOk="0">
                  <a:moveTo>
                    <a:pt x="252" y="0"/>
                  </a:moveTo>
                  <a:cubicBezTo>
                    <a:pt x="109" y="0"/>
                    <a:pt x="1" y="107"/>
                    <a:pt x="1" y="243"/>
                  </a:cubicBezTo>
                  <a:cubicBezTo>
                    <a:pt x="1" y="388"/>
                    <a:pt x="109" y="494"/>
                    <a:pt x="252" y="494"/>
                  </a:cubicBezTo>
                  <a:cubicBezTo>
                    <a:pt x="388" y="494"/>
                    <a:pt x="496" y="388"/>
                    <a:pt x="496" y="243"/>
                  </a:cubicBezTo>
                  <a:cubicBezTo>
                    <a:pt x="496"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3"/>
            <p:cNvSpPr/>
            <p:nvPr/>
          </p:nvSpPr>
          <p:spPr>
            <a:xfrm>
              <a:off x="2145825" y="1197875"/>
              <a:ext cx="12600" cy="12375"/>
            </a:xfrm>
            <a:custGeom>
              <a:avLst/>
              <a:gdLst/>
              <a:ahLst/>
              <a:cxnLst/>
              <a:rect l="l" t="t" r="r" b="b"/>
              <a:pathLst>
                <a:path w="504" h="495" extrusionOk="0">
                  <a:moveTo>
                    <a:pt x="252" y="0"/>
                  </a:moveTo>
                  <a:cubicBezTo>
                    <a:pt x="116" y="0"/>
                    <a:pt x="1" y="107"/>
                    <a:pt x="1" y="243"/>
                  </a:cubicBezTo>
                  <a:cubicBezTo>
                    <a:pt x="1" y="388"/>
                    <a:pt x="116" y="494"/>
                    <a:pt x="252" y="494"/>
                  </a:cubicBezTo>
                  <a:cubicBezTo>
                    <a:pt x="388" y="494"/>
                    <a:pt x="503" y="388"/>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3"/>
            <p:cNvSpPr/>
            <p:nvPr/>
          </p:nvSpPr>
          <p:spPr>
            <a:xfrm>
              <a:off x="2237800" y="1197875"/>
              <a:ext cx="12350" cy="12375"/>
            </a:xfrm>
            <a:custGeom>
              <a:avLst/>
              <a:gdLst/>
              <a:ahLst/>
              <a:cxnLst/>
              <a:rect l="l" t="t" r="r" b="b"/>
              <a:pathLst>
                <a:path w="494" h="495" extrusionOk="0">
                  <a:moveTo>
                    <a:pt x="244" y="0"/>
                  </a:moveTo>
                  <a:cubicBezTo>
                    <a:pt x="107" y="0"/>
                    <a:pt x="0" y="107"/>
                    <a:pt x="0" y="243"/>
                  </a:cubicBezTo>
                  <a:cubicBezTo>
                    <a:pt x="0" y="388"/>
                    <a:pt x="107" y="494"/>
                    <a:pt x="244" y="494"/>
                  </a:cubicBezTo>
                  <a:cubicBezTo>
                    <a:pt x="387" y="494"/>
                    <a:pt x="494" y="388"/>
                    <a:pt x="494" y="243"/>
                  </a:cubicBezTo>
                  <a:cubicBezTo>
                    <a:pt x="494" y="107"/>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3"/>
            <p:cNvSpPr/>
            <p:nvPr/>
          </p:nvSpPr>
          <p:spPr>
            <a:xfrm>
              <a:off x="2329550" y="1197875"/>
              <a:ext cx="12575" cy="12375"/>
            </a:xfrm>
            <a:custGeom>
              <a:avLst/>
              <a:gdLst/>
              <a:ahLst/>
              <a:cxnLst/>
              <a:rect l="l" t="t" r="r" b="b"/>
              <a:pathLst>
                <a:path w="503" h="495" extrusionOk="0">
                  <a:moveTo>
                    <a:pt x="251" y="0"/>
                  </a:moveTo>
                  <a:cubicBezTo>
                    <a:pt x="115" y="0"/>
                    <a:pt x="0" y="107"/>
                    <a:pt x="0" y="243"/>
                  </a:cubicBezTo>
                  <a:cubicBezTo>
                    <a:pt x="0" y="388"/>
                    <a:pt x="115" y="494"/>
                    <a:pt x="251" y="494"/>
                  </a:cubicBezTo>
                  <a:cubicBezTo>
                    <a:pt x="387" y="494"/>
                    <a:pt x="502" y="388"/>
                    <a:pt x="502" y="243"/>
                  </a:cubicBezTo>
                  <a:cubicBezTo>
                    <a:pt x="502"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3"/>
            <p:cNvSpPr/>
            <p:nvPr/>
          </p:nvSpPr>
          <p:spPr>
            <a:xfrm>
              <a:off x="2421325" y="1197875"/>
              <a:ext cx="12550" cy="12375"/>
            </a:xfrm>
            <a:custGeom>
              <a:avLst/>
              <a:gdLst/>
              <a:ahLst/>
              <a:cxnLst/>
              <a:rect l="l" t="t" r="r" b="b"/>
              <a:pathLst>
                <a:path w="502" h="495" extrusionOk="0">
                  <a:moveTo>
                    <a:pt x="250" y="0"/>
                  </a:moveTo>
                  <a:cubicBezTo>
                    <a:pt x="114" y="0"/>
                    <a:pt x="1" y="107"/>
                    <a:pt x="1" y="243"/>
                  </a:cubicBezTo>
                  <a:cubicBezTo>
                    <a:pt x="1" y="388"/>
                    <a:pt x="114" y="494"/>
                    <a:pt x="250" y="494"/>
                  </a:cubicBezTo>
                  <a:cubicBezTo>
                    <a:pt x="395" y="494"/>
                    <a:pt x="501" y="388"/>
                    <a:pt x="501" y="243"/>
                  </a:cubicBezTo>
                  <a:cubicBezTo>
                    <a:pt x="501" y="107"/>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3"/>
            <p:cNvSpPr/>
            <p:nvPr/>
          </p:nvSpPr>
          <p:spPr>
            <a:xfrm>
              <a:off x="2513250" y="1197875"/>
              <a:ext cx="12575" cy="12375"/>
            </a:xfrm>
            <a:custGeom>
              <a:avLst/>
              <a:gdLst/>
              <a:ahLst/>
              <a:cxnLst/>
              <a:rect l="l" t="t" r="r" b="b"/>
              <a:pathLst>
                <a:path w="503" h="495" extrusionOk="0">
                  <a:moveTo>
                    <a:pt x="252" y="0"/>
                  </a:moveTo>
                  <a:cubicBezTo>
                    <a:pt x="109" y="0"/>
                    <a:pt x="0" y="107"/>
                    <a:pt x="0" y="243"/>
                  </a:cubicBezTo>
                  <a:cubicBezTo>
                    <a:pt x="0" y="388"/>
                    <a:pt x="109" y="494"/>
                    <a:pt x="252" y="494"/>
                  </a:cubicBezTo>
                  <a:cubicBezTo>
                    <a:pt x="388" y="494"/>
                    <a:pt x="503" y="388"/>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3"/>
            <p:cNvSpPr/>
            <p:nvPr/>
          </p:nvSpPr>
          <p:spPr>
            <a:xfrm>
              <a:off x="2605000" y="1197875"/>
              <a:ext cx="12575" cy="12375"/>
            </a:xfrm>
            <a:custGeom>
              <a:avLst/>
              <a:gdLst/>
              <a:ahLst/>
              <a:cxnLst/>
              <a:rect l="l" t="t" r="r" b="b"/>
              <a:pathLst>
                <a:path w="503" h="495" extrusionOk="0">
                  <a:moveTo>
                    <a:pt x="252" y="0"/>
                  </a:moveTo>
                  <a:cubicBezTo>
                    <a:pt x="116" y="0"/>
                    <a:pt x="0" y="107"/>
                    <a:pt x="0" y="243"/>
                  </a:cubicBezTo>
                  <a:cubicBezTo>
                    <a:pt x="0" y="388"/>
                    <a:pt x="116" y="494"/>
                    <a:pt x="252" y="494"/>
                  </a:cubicBezTo>
                  <a:cubicBezTo>
                    <a:pt x="387" y="494"/>
                    <a:pt x="503" y="388"/>
                    <a:pt x="503" y="243"/>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3"/>
            <p:cNvSpPr/>
            <p:nvPr/>
          </p:nvSpPr>
          <p:spPr>
            <a:xfrm>
              <a:off x="2696950" y="1197875"/>
              <a:ext cx="12375" cy="12375"/>
            </a:xfrm>
            <a:custGeom>
              <a:avLst/>
              <a:gdLst/>
              <a:ahLst/>
              <a:cxnLst/>
              <a:rect l="l" t="t" r="r" b="b"/>
              <a:pathLst>
                <a:path w="495" h="495" extrusionOk="0">
                  <a:moveTo>
                    <a:pt x="252" y="0"/>
                  </a:moveTo>
                  <a:cubicBezTo>
                    <a:pt x="108" y="0"/>
                    <a:pt x="1" y="107"/>
                    <a:pt x="1" y="243"/>
                  </a:cubicBezTo>
                  <a:cubicBezTo>
                    <a:pt x="1" y="388"/>
                    <a:pt x="108" y="494"/>
                    <a:pt x="252" y="494"/>
                  </a:cubicBezTo>
                  <a:cubicBezTo>
                    <a:pt x="388" y="494"/>
                    <a:pt x="495" y="388"/>
                    <a:pt x="495" y="243"/>
                  </a:cubicBezTo>
                  <a:cubicBezTo>
                    <a:pt x="495"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3"/>
            <p:cNvSpPr/>
            <p:nvPr/>
          </p:nvSpPr>
          <p:spPr>
            <a:xfrm>
              <a:off x="2788700" y="1197875"/>
              <a:ext cx="12600" cy="12375"/>
            </a:xfrm>
            <a:custGeom>
              <a:avLst/>
              <a:gdLst/>
              <a:ahLst/>
              <a:cxnLst/>
              <a:rect l="l" t="t" r="r" b="b"/>
              <a:pathLst>
                <a:path w="504" h="495" extrusionOk="0">
                  <a:moveTo>
                    <a:pt x="252" y="0"/>
                  </a:moveTo>
                  <a:cubicBezTo>
                    <a:pt x="116" y="0"/>
                    <a:pt x="1" y="107"/>
                    <a:pt x="1" y="243"/>
                  </a:cubicBezTo>
                  <a:cubicBezTo>
                    <a:pt x="1" y="388"/>
                    <a:pt x="116" y="494"/>
                    <a:pt x="252" y="494"/>
                  </a:cubicBezTo>
                  <a:cubicBezTo>
                    <a:pt x="388" y="494"/>
                    <a:pt x="503" y="388"/>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3"/>
            <p:cNvSpPr/>
            <p:nvPr/>
          </p:nvSpPr>
          <p:spPr>
            <a:xfrm>
              <a:off x="2880675" y="1197875"/>
              <a:ext cx="12375" cy="12375"/>
            </a:xfrm>
            <a:custGeom>
              <a:avLst/>
              <a:gdLst/>
              <a:ahLst/>
              <a:cxnLst/>
              <a:rect l="l" t="t" r="r" b="b"/>
              <a:pathLst>
                <a:path w="495" h="495" extrusionOk="0">
                  <a:moveTo>
                    <a:pt x="243" y="0"/>
                  </a:moveTo>
                  <a:cubicBezTo>
                    <a:pt x="107" y="0"/>
                    <a:pt x="0" y="107"/>
                    <a:pt x="0" y="243"/>
                  </a:cubicBezTo>
                  <a:cubicBezTo>
                    <a:pt x="0" y="388"/>
                    <a:pt x="107" y="494"/>
                    <a:pt x="243" y="494"/>
                  </a:cubicBezTo>
                  <a:cubicBezTo>
                    <a:pt x="387" y="494"/>
                    <a:pt x="494" y="388"/>
                    <a:pt x="494" y="243"/>
                  </a:cubicBezTo>
                  <a:cubicBezTo>
                    <a:pt x="494" y="107"/>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3"/>
            <p:cNvSpPr/>
            <p:nvPr/>
          </p:nvSpPr>
          <p:spPr>
            <a:xfrm>
              <a:off x="2972425" y="1197875"/>
              <a:ext cx="12575" cy="12375"/>
            </a:xfrm>
            <a:custGeom>
              <a:avLst/>
              <a:gdLst/>
              <a:ahLst/>
              <a:cxnLst/>
              <a:rect l="l" t="t" r="r" b="b"/>
              <a:pathLst>
                <a:path w="503" h="495" extrusionOk="0">
                  <a:moveTo>
                    <a:pt x="251" y="0"/>
                  </a:moveTo>
                  <a:cubicBezTo>
                    <a:pt x="115" y="0"/>
                    <a:pt x="0" y="107"/>
                    <a:pt x="0" y="243"/>
                  </a:cubicBezTo>
                  <a:cubicBezTo>
                    <a:pt x="0" y="388"/>
                    <a:pt x="115" y="494"/>
                    <a:pt x="251" y="494"/>
                  </a:cubicBezTo>
                  <a:cubicBezTo>
                    <a:pt x="387" y="494"/>
                    <a:pt x="503" y="388"/>
                    <a:pt x="503" y="243"/>
                  </a:cubicBezTo>
                  <a:cubicBezTo>
                    <a:pt x="503"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3"/>
            <p:cNvSpPr/>
            <p:nvPr/>
          </p:nvSpPr>
          <p:spPr>
            <a:xfrm>
              <a:off x="3064375" y="1197875"/>
              <a:ext cx="12375" cy="12375"/>
            </a:xfrm>
            <a:custGeom>
              <a:avLst/>
              <a:gdLst/>
              <a:ahLst/>
              <a:cxnLst/>
              <a:rect l="l" t="t" r="r" b="b"/>
              <a:pathLst>
                <a:path w="495" h="495" extrusionOk="0">
                  <a:moveTo>
                    <a:pt x="243" y="0"/>
                  </a:moveTo>
                  <a:cubicBezTo>
                    <a:pt x="107" y="0"/>
                    <a:pt x="1" y="107"/>
                    <a:pt x="1" y="243"/>
                  </a:cubicBezTo>
                  <a:cubicBezTo>
                    <a:pt x="1" y="388"/>
                    <a:pt x="107" y="494"/>
                    <a:pt x="243" y="494"/>
                  </a:cubicBezTo>
                  <a:cubicBezTo>
                    <a:pt x="388" y="494"/>
                    <a:pt x="495" y="388"/>
                    <a:pt x="495" y="243"/>
                  </a:cubicBezTo>
                  <a:cubicBezTo>
                    <a:pt x="495" y="107"/>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3"/>
            <p:cNvSpPr/>
            <p:nvPr/>
          </p:nvSpPr>
          <p:spPr>
            <a:xfrm>
              <a:off x="3156125" y="1197875"/>
              <a:ext cx="12600" cy="12375"/>
            </a:xfrm>
            <a:custGeom>
              <a:avLst/>
              <a:gdLst/>
              <a:ahLst/>
              <a:cxnLst/>
              <a:rect l="l" t="t" r="r" b="b"/>
              <a:pathLst>
                <a:path w="504" h="495" extrusionOk="0">
                  <a:moveTo>
                    <a:pt x="252" y="0"/>
                  </a:moveTo>
                  <a:cubicBezTo>
                    <a:pt x="116" y="0"/>
                    <a:pt x="1" y="107"/>
                    <a:pt x="1" y="243"/>
                  </a:cubicBezTo>
                  <a:cubicBezTo>
                    <a:pt x="1" y="388"/>
                    <a:pt x="116" y="494"/>
                    <a:pt x="252" y="494"/>
                  </a:cubicBezTo>
                  <a:cubicBezTo>
                    <a:pt x="388" y="494"/>
                    <a:pt x="503" y="388"/>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3"/>
            <p:cNvSpPr/>
            <p:nvPr/>
          </p:nvSpPr>
          <p:spPr>
            <a:xfrm>
              <a:off x="3247875" y="1197875"/>
              <a:ext cx="12575" cy="12375"/>
            </a:xfrm>
            <a:custGeom>
              <a:avLst/>
              <a:gdLst/>
              <a:ahLst/>
              <a:cxnLst/>
              <a:rect l="l" t="t" r="r" b="b"/>
              <a:pathLst>
                <a:path w="503" h="495" extrusionOk="0">
                  <a:moveTo>
                    <a:pt x="252" y="0"/>
                  </a:moveTo>
                  <a:cubicBezTo>
                    <a:pt x="116" y="0"/>
                    <a:pt x="1" y="107"/>
                    <a:pt x="1" y="243"/>
                  </a:cubicBezTo>
                  <a:cubicBezTo>
                    <a:pt x="1" y="388"/>
                    <a:pt x="116" y="494"/>
                    <a:pt x="252" y="494"/>
                  </a:cubicBezTo>
                  <a:cubicBezTo>
                    <a:pt x="388" y="494"/>
                    <a:pt x="503" y="388"/>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3"/>
            <p:cNvSpPr/>
            <p:nvPr/>
          </p:nvSpPr>
          <p:spPr>
            <a:xfrm>
              <a:off x="3339850" y="1197875"/>
              <a:ext cx="12525" cy="12375"/>
            </a:xfrm>
            <a:custGeom>
              <a:avLst/>
              <a:gdLst/>
              <a:ahLst/>
              <a:cxnLst/>
              <a:rect l="l" t="t" r="r" b="b"/>
              <a:pathLst>
                <a:path w="501" h="495" extrusionOk="0">
                  <a:moveTo>
                    <a:pt x="251" y="0"/>
                  </a:moveTo>
                  <a:cubicBezTo>
                    <a:pt x="107" y="0"/>
                    <a:pt x="0" y="107"/>
                    <a:pt x="0" y="243"/>
                  </a:cubicBezTo>
                  <a:cubicBezTo>
                    <a:pt x="0" y="388"/>
                    <a:pt x="107" y="494"/>
                    <a:pt x="251" y="494"/>
                  </a:cubicBezTo>
                  <a:cubicBezTo>
                    <a:pt x="387" y="494"/>
                    <a:pt x="501" y="388"/>
                    <a:pt x="501" y="243"/>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3"/>
            <p:cNvSpPr/>
            <p:nvPr/>
          </p:nvSpPr>
          <p:spPr>
            <a:xfrm>
              <a:off x="3431575" y="1197875"/>
              <a:ext cx="12600" cy="12375"/>
            </a:xfrm>
            <a:custGeom>
              <a:avLst/>
              <a:gdLst/>
              <a:ahLst/>
              <a:cxnLst/>
              <a:rect l="l" t="t" r="r" b="b"/>
              <a:pathLst>
                <a:path w="504" h="495" extrusionOk="0">
                  <a:moveTo>
                    <a:pt x="252" y="0"/>
                  </a:moveTo>
                  <a:cubicBezTo>
                    <a:pt x="116" y="0"/>
                    <a:pt x="1" y="107"/>
                    <a:pt x="1" y="243"/>
                  </a:cubicBezTo>
                  <a:cubicBezTo>
                    <a:pt x="1" y="388"/>
                    <a:pt x="116" y="494"/>
                    <a:pt x="252" y="494"/>
                  </a:cubicBezTo>
                  <a:cubicBezTo>
                    <a:pt x="388" y="494"/>
                    <a:pt x="503" y="388"/>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3"/>
            <p:cNvSpPr/>
            <p:nvPr/>
          </p:nvSpPr>
          <p:spPr>
            <a:xfrm>
              <a:off x="3523550" y="1197875"/>
              <a:ext cx="12375" cy="12375"/>
            </a:xfrm>
            <a:custGeom>
              <a:avLst/>
              <a:gdLst/>
              <a:ahLst/>
              <a:cxnLst/>
              <a:rect l="l" t="t" r="r" b="b"/>
              <a:pathLst>
                <a:path w="495" h="495" extrusionOk="0">
                  <a:moveTo>
                    <a:pt x="250" y="0"/>
                  </a:moveTo>
                  <a:cubicBezTo>
                    <a:pt x="107" y="0"/>
                    <a:pt x="0" y="107"/>
                    <a:pt x="0" y="243"/>
                  </a:cubicBezTo>
                  <a:cubicBezTo>
                    <a:pt x="0" y="388"/>
                    <a:pt x="107" y="494"/>
                    <a:pt x="250" y="494"/>
                  </a:cubicBezTo>
                  <a:cubicBezTo>
                    <a:pt x="388" y="494"/>
                    <a:pt x="494" y="388"/>
                    <a:pt x="494" y="243"/>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3"/>
            <p:cNvSpPr/>
            <p:nvPr/>
          </p:nvSpPr>
          <p:spPr>
            <a:xfrm>
              <a:off x="676400" y="12896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3"/>
            <p:cNvSpPr/>
            <p:nvPr/>
          </p:nvSpPr>
          <p:spPr>
            <a:xfrm>
              <a:off x="768325" y="1289625"/>
              <a:ext cx="12400" cy="12575"/>
            </a:xfrm>
            <a:custGeom>
              <a:avLst/>
              <a:gdLst/>
              <a:ahLst/>
              <a:cxnLst/>
              <a:rect l="l" t="t" r="r" b="b"/>
              <a:pathLst>
                <a:path w="496" h="503" extrusionOk="0">
                  <a:moveTo>
                    <a:pt x="245" y="0"/>
                  </a:moveTo>
                  <a:cubicBezTo>
                    <a:pt x="109" y="0"/>
                    <a:pt x="0" y="116"/>
                    <a:pt x="0" y="252"/>
                  </a:cubicBezTo>
                  <a:cubicBezTo>
                    <a:pt x="0" y="387"/>
                    <a:pt x="109" y="503"/>
                    <a:pt x="245" y="503"/>
                  </a:cubicBezTo>
                  <a:cubicBezTo>
                    <a:pt x="388" y="503"/>
                    <a:pt x="496" y="387"/>
                    <a:pt x="496" y="252"/>
                  </a:cubicBezTo>
                  <a:cubicBezTo>
                    <a:pt x="496" y="116"/>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3"/>
            <p:cNvSpPr/>
            <p:nvPr/>
          </p:nvSpPr>
          <p:spPr>
            <a:xfrm>
              <a:off x="860125" y="1289625"/>
              <a:ext cx="12525" cy="12575"/>
            </a:xfrm>
            <a:custGeom>
              <a:avLst/>
              <a:gdLst/>
              <a:ahLst/>
              <a:cxnLst/>
              <a:rect l="l" t="t" r="r" b="b"/>
              <a:pathLst>
                <a:path w="501" h="503" extrusionOk="0">
                  <a:moveTo>
                    <a:pt x="251" y="0"/>
                  </a:moveTo>
                  <a:cubicBezTo>
                    <a:pt x="114" y="0"/>
                    <a:pt x="0" y="116"/>
                    <a:pt x="0" y="252"/>
                  </a:cubicBezTo>
                  <a:cubicBezTo>
                    <a:pt x="0" y="387"/>
                    <a:pt x="114" y="503"/>
                    <a:pt x="251" y="503"/>
                  </a:cubicBezTo>
                  <a:cubicBezTo>
                    <a:pt x="387" y="503"/>
                    <a:pt x="501" y="387"/>
                    <a:pt x="501" y="252"/>
                  </a:cubicBezTo>
                  <a:cubicBezTo>
                    <a:pt x="501"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3"/>
            <p:cNvSpPr/>
            <p:nvPr/>
          </p:nvSpPr>
          <p:spPr>
            <a:xfrm>
              <a:off x="951850" y="12896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3"/>
            <p:cNvSpPr/>
            <p:nvPr/>
          </p:nvSpPr>
          <p:spPr>
            <a:xfrm>
              <a:off x="1043825" y="1289625"/>
              <a:ext cx="12375" cy="12575"/>
            </a:xfrm>
            <a:custGeom>
              <a:avLst/>
              <a:gdLst/>
              <a:ahLst/>
              <a:cxnLst/>
              <a:rect l="l" t="t" r="r" b="b"/>
              <a:pathLst>
                <a:path w="495" h="503" extrusionOk="0">
                  <a:moveTo>
                    <a:pt x="250" y="0"/>
                  </a:moveTo>
                  <a:cubicBezTo>
                    <a:pt x="107" y="0"/>
                    <a:pt x="0" y="116"/>
                    <a:pt x="0" y="252"/>
                  </a:cubicBezTo>
                  <a:cubicBezTo>
                    <a:pt x="0" y="387"/>
                    <a:pt x="107" y="503"/>
                    <a:pt x="250" y="503"/>
                  </a:cubicBezTo>
                  <a:cubicBezTo>
                    <a:pt x="388" y="503"/>
                    <a:pt x="494" y="387"/>
                    <a:pt x="494" y="252"/>
                  </a:cubicBezTo>
                  <a:cubicBezTo>
                    <a:pt x="494"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3"/>
            <p:cNvSpPr/>
            <p:nvPr/>
          </p:nvSpPr>
          <p:spPr>
            <a:xfrm>
              <a:off x="1135575" y="1289625"/>
              <a:ext cx="12575" cy="12575"/>
            </a:xfrm>
            <a:custGeom>
              <a:avLst/>
              <a:gdLst/>
              <a:ahLst/>
              <a:cxnLst/>
              <a:rect l="l" t="t" r="r" b="b"/>
              <a:pathLst>
                <a:path w="503" h="503" extrusionOk="0">
                  <a:moveTo>
                    <a:pt x="252" y="0"/>
                  </a:moveTo>
                  <a:cubicBezTo>
                    <a:pt x="116" y="0"/>
                    <a:pt x="0" y="116"/>
                    <a:pt x="0" y="252"/>
                  </a:cubicBezTo>
                  <a:cubicBezTo>
                    <a:pt x="0" y="387"/>
                    <a:pt x="116" y="503"/>
                    <a:pt x="252" y="503"/>
                  </a:cubicBezTo>
                  <a:cubicBezTo>
                    <a:pt x="387" y="503"/>
                    <a:pt x="503" y="387"/>
                    <a:pt x="503" y="252"/>
                  </a:cubicBezTo>
                  <a:cubicBezTo>
                    <a:pt x="503"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3"/>
            <p:cNvSpPr/>
            <p:nvPr/>
          </p:nvSpPr>
          <p:spPr>
            <a:xfrm>
              <a:off x="1227500" y="1289625"/>
              <a:ext cx="12400" cy="12575"/>
            </a:xfrm>
            <a:custGeom>
              <a:avLst/>
              <a:gdLst/>
              <a:ahLst/>
              <a:cxnLst/>
              <a:rect l="l" t="t" r="r" b="b"/>
              <a:pathLst>
                <a:path w="496" h="503" extrusionOk="0">
                  <a:moveTo>
                    <a:pt x="251" y="0"/>
                  </a:moveTo>
                  <a:cubicBezTo>
                    <a:pt x="109" y="0"/>
                    <a:pt x="0" y="116"/>
                    <a:pt x="0" y="252"/>
                  </a:cubicBezTo>
                  <a:cubicBezTo>
                    <a:pt x="0" y="387"/>
                    <a:pt x="109" y="503"/>
                    <a:pt x="251" y="503"/>
                  </a:cubicBezTo>
                  <a:cubicBezTo>
                    <a:pt x="387" y="503"/>
                    <a:pt x="496" y="387"/>
                    <a:pt x="496" y="252"/>
                  </a:cubicBezTo>
                  <a:cubicBezTo>
                    <a:pt x="496"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3"/>
            <p:cNvSpPr/>
            <p:nvPr/>
          </p:nvSpPr>
          <p:spPr>
            <a:xfrm>
              <a:off x="1319275" y="1289625"/>
              <a:ext cx="12550" cy="12575"/>
            </a:xfrm>
            <a:custGeom>
              <a:avLst/>
              <a:gdLst/>
              <a:ahLst/>
              <a:cxnLst/>
              <a:rect l="l" t="t" r="r" b="b"/>
              <a:pathLst>
                <a:path w="502" h="503" extrusionOk="0">
                  <a:moveTo>
                    <a:pt x="252" y="0"/>
                  </a:moveTo>
                  <a:cubicBezTo>
                    <a:pt x="114" y="0"/>
                    <a:pt x="1" y="116"/>
                    <a:pt x="1" y="252"/>
                  </a:cubicBezTo>
                  <a:cubicBezTo>
                    <a:pt x="1" y="387"/>
                    <a:pt x="114" y="503"/>
                    <a:pt x="252" y="503"/>
                  </a:cubicBezTo>
                  <a:cubicBezTo>
                    <a:pt x="388" y="503"/>
                    <a:pt x="501" y="387"/>
                    <a:pt x="501" y="252"/>
                  </a:cubicBezTo>
                  <a:cubicBezTo>
                    <a:pt x="501"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3"/>
            <p:cNvSpPr/>
            <p:nvPr/>
          </p:nvSpPr>
          <p:spPr>
            <a:xfrm>
              <a:off x="1411200" y="1289625"/>
              <a:ext cx="12425" cy="12575"/>
            </a:xfrm>
            <a:custGeom>
              <a:avLst/>
              <a:gdLst/>
              <a:ahLst/>
              <a:cxnLst/>
              <a:rect l="l" t="t" r="r" b="b"/>
              <a:pathLst>
                <a:path w="497" h="503" extrusionOk="0">
                  <a:moveTo>
                    <a:pt x="245" y="0"/>
                  </a:moveTo>
                  <a:cubicBezTo>
                    <a:pt x="109" y="0"/>
                    <a:pt x="1" y="116"/>
                    <a:pt x="1" y="252"/>
                  </a:cubicBezTo>
                  <a:cubicBezTo>
                    <a:pt x="1" y="387"/>
                    <a:pt x="109" y="503"/>
                    <a:pt x="245" y="503"/>
                  </a:cubicBezTo>
                  <a:cubicBezTo>
                    <a:pt x="388" y="503"/>
                    <a:pt x="496" y="387"/>
                    <a:pt x="496" y="252"/>
                  </a:cubicBezTo>
                  <a:cubicBezTo>
                    <a:pt x="496" y="116"/>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3"/>
            <p:cNvSpPr/>
            <p:nvPr/>
          </p:nvSpPr>
          <p:spPr>
            <a:xfrm>
              <a:off x="1503000" y="1289625"/>
              <a:ext cx="12525" cy="12575"/>
            </a:xfrm>
            <a:custGeom>
              <a:avLst/>
              <a:gdLst/>
              <a:ahLst/>
              <a:cxnLst/>
              <a:rect l="l" t="t" r="r" b="b"/>
              <a:pathLst>
                <a:path w="501" h="503" extrusionOk="0">
                  <a:moveTo>
                    <a:pt x="250" y="0"/>
                  </a:moveTo>
                  <a:cubicBezTo>
                    <a:pt x="114" y="0"/>
                    <a:pt x="0" y="116"/>
                    <a:pt x="0" y="252"/>
                  </a:cubicBezTo>
                  <a:cubicBezTo>
                    <a:pt x="0" y="387"/>
                    <a:pt x="114" y="503"/>
                    <a:pt x="250" y="503"/>
                  </a:cubicBezTo>
                  <a:cubicBezTo>
                    <a:pt x="387" y="503"/>
                    <a:pt x="501" y="387"/>
                    <a:pt x="501" y="252"/>
                  </a:cubicBezTo>
                  <a:cubicBezTo>
                    <a:pt x="501" y="116"/>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3"/>
            <p:cNvSpPr/>
            <p:nvPr/>
          </p:nvSpPr>
          <p:spPr>
            <a:xfrm>
              <a:off x="1594750" y="1289625"/>
              <a:ext cx="12575" cy="12575"/>
            </a:xfrm>
            <a:custGeom>
              <a:avLst/>
              <a:gdLst/>
              <a:ahLst/>
              <a:cxnLst/>
              <a:rect l="l" t="t" r="r" b="b"/>
              <a:pathLst>
                <a:path w="503" h="503" extrusionOk="0">
                  <a:moveTo>
                    <a:pt x="251" y="0"/>
                  </a:moveTo>
                  <a:cubicBezTo>
                    <a:pt x="115" y="0"/>
                    <a:pt x="0" y="116"/>
                    <a:pt x="0" y="252"/>
                  </a:cubicBezTo>
                  <a:cubicBezTo>
                    <a:pt x="0" y="387"/>
                    <a:pt x="115" y="503"/>
                    <a:pt x="251" y="503"/>
                  </a:cubicBezTo>
                  <a:cubicBezTo>
                    <a:pt x="394" y="503"/>
                    <a:pt x="503" y="387"/>
                    <a:pt x="503" y="252"/>
                  </a:cubicBezTo>
                  <a:cubicBezTo>
                    <a:pt x="503" y="116"/>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3"/>
            <p:cNvSpPr/>
            <p:nvPr/>
          </p:nvSpPr>
          <p:spPr>
            <a:xfrm>
              <a:off x="1686650" y="12896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3"/>
            <p:cNvSpPr/>
            <p:nvPr/>
          </p:nvSpPr>
          <p:spPr>
            <a:xfrm>
              <a:off x="1778450" y="1289625"/>
              <a:ext cx="12550" cy="12575"/>
            </a:xfrm>
            <a:custGeom>
              <a:avLst/>
              <a:gdLst/>
              <a:ahLst/>
              <a:cxnLst/>
              <a:rect l="l" t="t" r="r" b="b"/>
              <a:pathLst>
                <a:path w="502" h="503" extrusionOk="0">
                  <a:moveTo>
                    <a:pt x="252" y="0"/>
                  </a:moveTo>
                  <a:cubicBezTo>
                    <a:pt x="114" y="0"/>
                    <a:pt x="1" y="116"/>
                    <a:pt x="1" y="252"/>
                  </a:cubicBezTo>
                  <a:cubicBezTo>
                    <a:pt x="1" y="387"/>
                    <a:pt x="114" y="503"/>
                    <a:pt x="252" y="503"/>
                  </a:cubicBezTo>
                  <a:cubicBezTo>
                    <a:pt x="388" y="503"/>
                    <a:pt x="501" y="387"/>
                    <a:pt x="501" y="252"/>
                  </a:cubicBezTo>
                  <a:cubicBezTo>
                    <a:pt x="501"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3"/>
            <p:cNvSpPr/>
            <p:nvPr/>
          </p:nvSpPr>
          <p:spPr>
            <a:xfrm>
              <a:off x="1870375" y="1289625"/>
              <a:ext cx="12400" cy="12575"/>
            </a:xfrm>
            <a:custGeom>
              <a:avLst/>
              <a:gdLst/>
              <a:ahLst/>
              <a:cxnLst/>
              <a:rect l="l" t="t" r="r" b="b"/>
              <a:pathLst>
                <a:path w="496" h="503" extrusionOk="0">
                  <a:moveTo>
                    <a:pt x="252" y="0"/>
                  </a:moveTo>
                  <a:cubicBezTo>
                    <a:pt x="109" y="0"/>
                    <a:pt x="0" y="116"/>
                    <a:pt x="0" y="252"/>
                  </a:cubicBezTo>
                  <a:cubicBezTo>
                    <a:pt x="0" y="387"/>
                    <a:pt x="109" y="503"/>
                    <a:pt x="252" y="503"/>
                  </a:cubicBezTo>
                  <a:cubicBezTo>
                    <a:pt x="387" y="503"/>
                    <a:pt x="496" y="387"/>
                    <a:pt x="496" y="252"/>
                  </a:cubicBezTo>
                  <a:cubicBezTo>
                    <a:pt x="496"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3"/>
            <p:cNvSpPr/>
            <p:nvPr/>
          </p:nvSpPr>
          <p:spPr>
            <a:xfrm>
              <a:off x="1962150" y="1289625"/>
              <a:ext cx="12550" cy="12575"/>
            </a:xfrm>
            <a:custGeom>
              <a:avLst/>
              <a:gdLst/>
              <a:ahLst/>
              <a:cxnLst/>
              <a:rect l="l" t="t" r="r" b="b"/>
              <a:pathLst>
                <a:path w="502" h="503" extrusionOk="0">
                  <a:moveTo>
                    <a:pt x="250" y="0"/>
                  </a:moveTo>
                  <a:cubicBezTo>
                    <a:pt x="114" y="0"/>
                    <a:pt x="1" y="116"/>
                    <a:pt x="1" y="252"/>
                  </a:cubicBezTo>
                  <a:cubicBezTo>
                    <a:pt x="1" y="387"/>
                    <a:pt x="114" y="503"/>
                    <a:pt x="250" y="503"/>
                  </a:cubicBezTo>
                  <a:cubicBezTo>
                    <a:pt x="388" y="503"/>
                    <a:pt x="502" y="387"/>
                    <a:pt x="502" y="252"/>
                  </a:cubicBezTo>
                  <a:cubicBezTo>
                    <a:pt x="502"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3"/>
            <p:cNvSpPr/>
            <p:nvPr/>
          </p:nvSpPr>
          <p:spPr>
            <a:xfrm>
              <a:off x="2054075" y="1289625"/>
              <a:ext cx="12425" cy="12575"/>
            </a:xfrm>
            <a:custGeom>
              <a:avLst/>
              <a:gdLst/>
              <a:ahLst/>
              <a:cxnLst/>
              <a:rect l="l" t="t" r="r" b="b"/>
              <a:pathLst>
                <a:path w="497" h="503" extrusionOk="0">
                  <a:moveTo>
                    <a:pt x="252" y="0"/>
                  </a:moveTo>
                  <a:cubicBezTo>
                    <a:pt x="109" y="0"/>
                    <a:pt x="1" y="116"/>
                    <a:pt x="1" y="252"/>
                  </a:cubicBezTo>
                  <a:cubicBezTo>
                    <a:pt x="1" y="387"/>
                    <a:pt x="109" y="503"/>
                    <a:pt x="252" y="503"/>
                  </a:cubicBezTo>
                  <a:cubicBezTo>
                    <a:pt x="388" y="503"/>
                    <a:pt x="496" y="387"/>
                    <a:pt x="496" y="252"/>
                  </a:cubicBezTo>
                  <a:cubicBezTo>
                    <a:pt x="496"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3"/>
            <p:cNvSpPr/>
            <p:nvPr/>
          </p:nvSpPr>
          <p:spPr>
            <a:xfrm>
              <a:off x="2145825" y="12896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3"/>
            <p:cNvSpPr/>
            <p:nvPr/>
          </p:nvSpPr>
          <p:spPr>
            <a:xfrm>
              <a:off x="2237800" y="1289625"/>
              <a:ext cx="12350" cy="12575"/>
            </a:xfrm>
            <a:custGeom>
              <a:avLst/>
              <a:gdLst/>
              <a:ahLst/>
              <a:cxnLst/>
              <a:rect l="l" t="t" r="r" b="b"/>
              <a:pathLst>
                <a:path w="494" h="503" extrusionOk="0">
                  <a:moveTo>
                    <a:pt x="244" y="0"/>
                  </a:moveTo>
                  <a:cubicBezTo>
                    <a:pt x="107" y="0"/>
                    <a:pt x="0" y="116"/>
                    <a:pt x="0" y="252"/>
                  </a:cubicBezTo>
                  <a:cubicBezTo>
                    <a:pt x="0" y="387"/>
                    <a:pt x="107" y="503"/>
                    <a:pt x="244" y="503"/>
                  </a:cubicBezTo>
                  <a:cubicBezTo>
                    <a:pt x="387" y="503"/>
                    <a:pt x="494" y="387"/>
                    <a:pt x="494" y="252"/>
                  </a:cubicBezTo>
                  <a:cubicBezTo>
                    <a:pt x="494" y="116"/>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3"/>
            <p:cNvSpPr/>
            <p:nvPr/>
          </p:nvSpPr>
          <p:spPr>
            <a:xfrm>
              <a:off x="2329550" y="1289625"/>
              <a:ext cx="12575" cy="12575"/>
            </a:xfrm>
            <a:custGeom>
              <a:avLst/>
              <a:gdLst/>
              <a:ahLst/>
              <a:cxnLst/>
              <a:rect l="l" t="t" r="r" b="b"/>
              <a:pathLst>
                <a:path w="503" h="503" extrusionOk="0">
                  <a:moveTo>
                    <a:pt x="251" y="0"/>
                  </a:moveTo>
                  <a:cubicBezTo>
                    <a:pt x="115" y="0"/>
                    <a:pt x="0" y="116"/>
                    <a:pt x="0" y="252"/>
                  </a:cubicBezTo>
                  <a:cubicBezTo>
                    <a:pt x="0" y="387"/>
                    <a:pt x="115" y="503"/>
                    <a:pt x="251" y="503"/>
                  </a:cubicBezTo>
                  <a:cubicBezTo>
                    <a:pt x="387" y="503"/>
                    <a:pt x="502" y="387"/>
                    <a:pt x="502" y="252"/>
                  </a:cubicBezTo>
                  <a:cubicBezTo>
                    <a:pt x="502"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3"/>
            <p:cNvSpPr/>
            <p:nvPr/>
          </p:nvSpPr>
          <p:spPr>
            <a:xfrm>
              <a:off x="2421325" y="1289625"/>
              <a:ext cx="12550" cy="12575"/>
            </a:xfrm>
            <a:custGeom>
              <a:avLst/>
              <a:gdLst/>
              <a:ahLst/>
              <a:cxnLst/>
              <a:rect l="l" t="t" r="r" b="b"/>
              <a:pathLst>
                <a:path w="502" h="503" extrusionOk="0">
                  <a:moveTo>
                    <a:pt x="250" y="0"/>
                  </a:moveTo>
                  <a:cubicBezTo>
                    <a:pt x="114" y="0"/>
                    <a:pt x="1" y="116"/>
                    <a:pt x="1" y="252"/>
                  </a:cubicBezTo>
                  <a:cubicBezTo>
                    <a:pt x="1" y="387"/>
                    <a:pt x="114" y="503"/>
                    <a:pt x="250" y="503"/>
                  </a:cubicBezTo>
                  <a:cubicBezTo>
                    <a:pt x="395" y="503"/>
                    <a:pt x="501" y="387"/>
                    <a:pt x="501" y="252"/>
                  </a:cubicBezTo>
                  <a:cubicBezTo>
                    <a:pt x="501" y="116"/>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3"/>
            <p:cNvSpPr/>
            <p:nvPr/>
          </p:nvSpPr>
          <p:spPr>
            <a:xfrm>
              <a:off x="2513250" y="1289625"/>
              <a:ext cx="12575" cy="12575"/>
            </a:xfrm>
            <a:custGeom>
              <a:avLst/>
              <a:gdLst/>
              <a:ahLst/>
              <a:cxnLst/>
              <a:rect l="l" t="t" r="r" b="b"/>
              <a:pathLst>
                <a:path w="503" h="503" extrusionOk="0">
                  <a:moveTo>
                    <a:pt x="252" y="0"/>
                  </a:moveTo>
                  <a:cubicBezTo>
                    <a:pt x="109" y="0"/>
                    <a:pt x="0" y="116"/>
                    <a:pt x="0" y="252"/>
                  </a:cubicBezTo>
                  <a:cubicBezTo>
                    <a:pt x="0" y="387"/>
                    <a:pt x="109"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3"/>
            <p:cNvSpPr/>
            <p:nvPr/>
          </p:nvSpPr>
          <p:spPr>
            <a:xfrm>
              <a:off x="2605000" y="1289625"/>
              <a:ext cx="12575" cy="12575"/>
            </a:xfrm>
            <a:custGeom>
              <a:avLst/>
              <a:gdLst/>
              <a:ahLst/>
              <a:cxnLst/>
              <a:rect l="l" t="t" r="r" b="b"/>
              <a:pathLst>
                <a:path w="503" h="503" extrusionOk="0">
                  <a:moveTo>
                    <a:pt x="252" y="0"/>
                  </a:moveTo>
                  <a:cubicBezTo>
                    <a:pt x="116" y="0"/>
                    <a:pt x="0" y="116"/>
                    <a:pt x="0" y="252"/>
                  </a:cubicBezTo>
                  <a:cubicBezTo>
                    <a:pt x="0" y="387"/>
                    <a:pt x="116" y="503"/>
                    <a:pt x="252" y="503"/>
                  </a:cubicBezTo>
                  <a:cubicBezTo>
                    <a:pt x="387" y="503"/>
                    <a:pt x="503" y="387"/>
                    <a:pt x="503" y="252"/>
                  </a:cubicBezTo>
                  <a:cubicBezTo>
                    <a:pt x="503"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3"/>
            <p:cNvSpPr/>
            <p:nvPr/>
          </p:nvSpPr>
          <p:spPr>
            <a:xfrm>
              <a:off x="2696950" y="1289625"/>
              <a:ext cx="12375" cy="12575"/>
            </a:xfrm>
            <a:custGeom>
              <a:avLst/>
              <a:gdLst/>
              <a:ahLst/>
              <a:cxnLst/>
              <a:rect l="l" t="t" r="r" b="b"/>
              <a:pathLst>
                <a:path w="495" h="503" extrusionOk="0">
                  <a:moveTo>
                    <a:pt x="252" y="0"/>
                  </a:moveTo>
                  <a:cubicBezTo>
                    <a:pt x="108" y="0"/>
                    <a:pt x="1" y="116"/>
                    <a:pt x="1" y="252"/>
                  </a:cubicBezTo>
                  <a:cubicBezTo>
                    <a:pt x="1" y="387"/>
                    <a:pt x="108" y="503"/>
                    <a:pt x="252" y="503"/>
                  </a:cubicBezTo>
                  <a:cubicBezTo>
                    <a:pt x="388" y="503"/>
                    <a:pt x="495" y="387"/>
                    <a:pt x="495" y="252"/>
                  </a:cubicBezTo>
                  <a:cubicBezTo>
                    <a:pt x="495"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3"/>
            <p:cNvSpPr/>
            <p:nvPr/>
          </p:nvSpPr>
          <p:spPr>
            <a:xfrm>
              <a:off x="2788700" y="12896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3"/>
            <p:cNvSpPr/>
            <p:nvPr/>
          </p:nvSpPr>
          <p:spPr>
            <a:xfrm>
              <a:off x="2880675" y="1289625"/>
              <a:ext cx="12375" cy="12575"/>
            </a:xfrm>
            <a:custGeom>
              <a:avLst/>
              <a:gdLst/>
              <a:ahLst/>
              <a:cxnLst/>
              <a:rect l="l" t="t" r="r" b="b"/>
              <a:pathLst>
                <a:path w="495" h="503" extrusionOk="0">
                  <a:moveTo>
                    <a:pt x="243" y="0"/>
                  </a:moveTo>
                  <a:cubicBezTo>
                    <a:pt x="107" y="0"/>
                    <a:pt x="0" y="116"/>
                    <a:pt x="0" y="252"/>
                  </a:cubicBezTo>
                  <a:cubicBezTo>
                    <a:pt x="0" y="387"/>
                    <a:pt x="107" y="503"/>
                    <a:pt x="243" y="503"/>
                  </a:cubicBezTo>
                  <a:cubicBezTo>
                    <a:pt x="387" y="503"/>
                    <a:pt x="494" y="387"/>
                    <a:pt x="494" y="252"/>
                  </a:cubicBezTo>
                  <a:cubicBezTo>
                    <a:pt x="494" y="116"/>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3"/>
            <p:cNvSpPr/>
            <p:nvPr/>
          </p:nvSpPr>
          <p:spPr>
            <a:xfrm>
              <a:off x="2972425" y="1289625"/>
              <a:ext cx="12575" cy="12575"/>
            </a:xfrm>
            <a:custGeom>
              <a:avLst/>
              <a:gdLst/>
              <a:ahLst/>
              <a:cxnLst/>
              <a:rect l="l" t="t" r="r" b="b"/>
              <a:pathLst>
                <a:path w="503" h="503" extrusionOk="0">
                  <a:moveTo>
                    <a:pt x="251" y="0"/>
                  </a:moveTo>
                  <a:cubicBezTo>
                    <a:pt x="115" y="0"/>
                    <a:pt x="0" y="116"/>
                    <a:pt x="0" y="252"/>
                  </a:cubicBezTo>
                  <a:cubicBezTo>
                    <a:pt x="0" y="387"/>
                    <a:pt x="115" y="503"/>
                    <a:pt x="251" y="503"/>
                  </a:cubicBezTo>
                  <a:cubicBezTo>
                    <a:pt x="387" y="503"/>
                    <a:pt x="503" y="387"/>
                    <a:pt x="503" y="252"/>
                  </a:cubicBezTo>
                  <a:cubicBezTo>
                    <a:pt x="503"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3"/>
            <p:cNvSpPr/>
            <p:nvPr/>
          </p:nvSpPr>
          <p:spPr>
            <a:xfrm>
              <a:off x="3064375" y="1289625"/>
              <a:ext cx="12375" cy="12575"/>
            </a:xfrm>
            <a:custGeom>
              <a:avLst/>
              <a:gdLst/>
              <a:ahLst/>
              <a:cxnLst/>
              <a:rect l="l" t="t" r="r" b="b"/>
              <a:pathLst>
                <a:path w="495" h="503" extrusionOk="0">
                  <a:moveTo>
                    <a:pt x="243" y="0"/>
                  </a:moveTo>
                  <a:cubicBezTo>
                    <a:pt x="107" y="0"/>
                    <a:pt x="1" y="116"/>
                    <a:pt x="1" y="252"/>
                  </a:cubicBezTo>
                  <a:cubicBezTo>
                    <a:pt x="1" y="387"/>
                    <a:pt x="107" y="503"/>
                    <a:pt x="243" y="503"/>
                  </a:cubicBezTo>
                  <a:cubicBezTo>
                    <a:pt x="388" y="503"/>
                    <a:pt x="495" y="387"/>
                    <a:pt x="495" y="252"/>
                  </a:cubicBezTo>
                  <a:cubicBezTo>
                    <a:pt x="495" y="116"/>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3"/>
            <p:cNvSpPr/>
            <p:nvPr/>
          </p:nvSpPr>
          <p:spPr>
            <a:xfrm>
              <a:off x="3156125" y="12896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3"/>
            <p:cNvSpPr/>
            <p:nvPr/>
          </p:nvSpPr>
          <p:spPr>
            <a:xfrm>
              <a:off x="3247875" y="1289625"/>
              <a:ext cx="12575" cy="12575"/>
            </a:xfrm>
            <a:custGeom>
              <a:avLst/>
              <a:gdLst/>
              <a:ahLst/>
              <a:cxnLst/>
              <a:rect l="l" t="t" r="r" b="b"/>
              <a:pathLst>
                <a:path w="503"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3"/>
            <p:cNvSpPr/>
            <p:nvPr/>
          </p:nvSpPr>
          <p:spPr>
            <a:xfrm>
              <a:off x="3339850" y="1289625"/>
              <a:ext cx="12525" cy="12575"/>
            </a:xfrm>
            <a:custGeom>
              <a:avLst/>
              <a:gdLst/>
              <a:ahLst/>
              <a:cxnLst/>
              <a:rect l="l" t="t" r="r" b="b"/>
              <a:pathLst>
                <a:path w="501" h="503" extrusionOk="0">
                  <a:moveTo>
                    <a:pt x="251" y="0"/>
                  </a:moveTo>
                  <a:cubicBezTo>
                    <a:pt x="107" y="0"/>
                    <a:pt x="0" y="116"/>
                    <a:pt x="0" y="252"/>
                  </a:cubicBezTo>
                  <a:cubicBezTo>
                    <a:pt x="0" y="387"/>
                    <a:pt x="107" y="503"/>
                    <a:pt x="251" y="503"/>
                  </a:cubicBezTo>
                  <a:cubicBezTo>
                    <a:pt x="387" y="503"/>
                    <a:pt x="501" y="387"/>
                    <a:pt x="501" y="252"/>
                  </a:cubicBezTo>
                  <a:cubicBezTo>
                    <a:pt x="501"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3"/>
            <p:cNvSpPr/>
            <p:nvPr/>
          </p:nvSpPr>
          <p:spPr>
            <a:xfrm>
              <a:off x="3431575" y="12896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3"/>
            <p:cNvSpPr/>
            <p:nvPr/>
          </p:nvSpPr>
          <p:spPr>
            <a:xfrm>
              <a:off x="3523550" y="1289625"/>
              <a:ext cx="12375" cy="12575"/>
            </a:xfrm>
            <a:custGeom>
              <a:avLst/>
              <a:gdLst/>
              <a:ahLst/>
              <a:cxnLst/>
              <a:rect l="l" t="t" r="r" b="b"/>
              <a:pathLst>
                <a:path w="495" h="503" extrusionOk="0">
                  <a:moveTo>
                    <a:pt x="250" y="0"/>
                  </a:moveTo>
                  <a:cubicBezTo>
                    <a:pt x="107" y="0"/>
                    <a:pt x="0" y="116"/>
                    <a:pt x="0" y="252"/>
                  </a:cubicBezTo>
                  <a:cubicBezTo>
                    <a:pt x="0" y="387"/>
                    <a:pt x="107" y="503"/>
                    <a:pt x="250" y="503"/>
                  </a:cubicBezTo>
                  <a:cubicBezTo>
                    <a:pt x="388" y="503"/>
                    <a:pt x="494" y="387"/>
                    <a:pt x="494" y="252"/>
                  </a:cubicBezTo>
                  <a:cubicBezTo>
                    <a:pt x="494"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3"/>
            <p:cNvSpPr/>
            <p:nvPr/>
          </p:nvSpPr>
          <p:spPr>
            <a:xfrm>
              <a:off x="676400" y="1381375"/>
              <a:ext cx="12600" cy="12575"/>
            </a:xfrm>
            <a:custGeom>
              <a:avLst/>
              <a:gdLst/>
              <a:ahLst/>
              <a:cxnLst/>
              <a:rect l="l" t="t" r="r" b="b"/>
              <a:pathLst>
                <a:path w="504" h="503" extrusionOk="0">
                  <a:moveTo>
                    <a:pt x="252" y="0"/>
                  </a:moveTo>
                  <a:cubicBezTo>
                    <a:pt x="116" y="0"/>
                    <a:pt x="1" y="116"/>
                    <a:pt x="1" y="251"/>
                  </a:cubicBezTo>
                  <a:cubicBezTo>
                    <a:pt x="1" y="394"/>
                    <a:pt x="116" y="503"/>
                    <a:pt x="252" y="503"/>
                  </a:cubicBezTo>
                  <a:cubicBezTo>
                    <a:pt x="388" y="503"/>
                    <a:pt x="503" y="394"/>
                    <a:pt x="503" y="251"/>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3"/>
            <p:cNvSpPr/>
            <p:nvPr/>
          </p:nvSpPr>
          <p:spPr>
            <a:xfrm>
              <a:off x="768325" y="1381375"/>
              <a:ext cx="12400" cy="12575"/>
            </a:xfrm>
            <a:custGeom>
              <a:avLst/>
              <a:gdLst/>
              <a:ahLst/>
              <a:cxnLst/>
              <a:rect l="l" t="t" r="r" b="b"/>
              <a:pathLst>
                <a:path w="496" h="503" extrusionOk="0">
                  <a:moveTo>
                    <a:pt x="245" y="0"/>
                  </a:moveTo>
                  <a:cubicBezTo>
                    <a:pt x="109" y="0"/>
                    <a:pt x="0" y="116"/>
                    <a:pt x="0" y="251"/>
                  </a:cubicBezTo>
                  <a:cubicBezTo>
                    <a:pt x="0" y="394"/>
                    <a:pt x="109" y="503"/>
                    <a:pt x="245" y="503"/>
                  </a:cubicBezTo>
                  <a:cubicBezTo>
                    <a:pt x="388" y="503"/>
                    <a:pt x="496" y="394"/>
                    <a:pt x="496" y="251"/>
                  </a:cubicBezTo>
                  <a:cubicBezTo>
                    <a:pt x="496" y="116"/>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3"/>
            <p:cNvSpPr/>
            <p:nvPr/>
          </p:nvSpPr>
          <p:spPr>
            <a:xfrm>
              <a:off x="860125" y="1381375"/>
              <a:ext cx="12525" cy="12575"/>
            </a:xfrm>
            <a:custGeom>
              <a:avLst/>
              <a:gdLst/>
              <a:ahLst/>
              <a:cxnLst/>
              <a:rect l="l" t="t" r="r" b="b"/>
              <a:pathLst>
                <a:path w="501" h="503" extrusionOk="0">
                  <a:moveTo>
                    <a:pt x="251" y="0"/>
                  </a:moveTo>
                  <a:cubicBezTo>
                    <a:pt x="114" y="0"/>
                    <a:pt x="0" y="116"/>
                    <a:pt x="0" y="251"/>
                  </a:cubicBezTo>
                  <a:cubicBezTo>
                    <a:pt x="0" y="394"/>
                    <a:pt x="114" y="503"/>
                    <a:pt x="251" y="503"/>
                  </a:cubicBezTo>
                  <a:cubicBezTo>
                    <a:pt x="387" y="503"/>
                    <a:pt x="501" y="394"/>
                    <a:pt x="501" y="251"/>
                  </a:cubicBezTo>
                  <a:cubicBezTo>
                    <a:pt x="501"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3"/>
            <p:cNvSpPr/>
            <p:nvPr/>
          </p:nvSpPr>
          <p:spPr>
            <a:xfrm>
              <a:off x="951850" y="1381375"/>
              <a:ext cx="12600" cy="12575"/>
            </a:xfrm>
            <a:custGeom>
              <a:avLst/>
              <a:gdLst/>
              <a:ahLst/>
              <a:cxnLst/>
              <a:rect l="l" t="t" r="r" b="b"/>
              <a:pathLst>
                <a:path w="504" h="503" extrusionOk="0">
                  <a:moveTo>
                    <a:pt x="252" y="0"/>
                  </a:moveTo>
                  <a:cubicBezTo>
                    <a:pt x="116" y="0"/>
                    <a:pt x="1" y="116"/>
                    <a:pt x="1" y="251"/>
                  </a:cubicBezTo>
                  <a:cubicBezTo>
                    <a:pt x="1" y="394"/>
                    <a:pt x="116" y="503"/>
                    <a:pt x="252" y="503"/>
                  </a:cubicBezTo>
                  <a:cubicBezTo>
                    <a:pt x="388" y="503"/>
                    <a:pt x="503" y="394"/>
                    <a:pt x="503" y="251"/>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3"/>
            <p:cNvSpPr/>
            <p:nvPr/>
          </p:nvSpPr>
          <p:spPr>
            <a:xfrm>
              <a:off x="1043825" y="1381375"/>
              <a:ext cx="12375" cy="12575"/>
            </a:xfrm>
            <a:custGeom>
              <a:avLst/>
              <a:gdLst/>
              <a:ahLst/>
              <a:cxnLst/>
              <a:rect l="l" t="t" r="r" b="b"/>
              <a:pathLst>
                <a:path w="495" h="503" extrusionOk="0">
                  <a:moveTo>
                    <a:pt x="250" y="0"/>
                  </a:moveTo>
                  <a:cubicBezTo>
                    <a:pt x="107" y="0"/>
                    <a:pt x="0" y="116"/>
                    <a:pt x="0" y="251"/>
                  </a:cubicBezTo>
                  <a:cubicBezTo>
                    <a:pt x="0" y="394"/>
                    <a:pt x="107" y="503"/>
                    <a:pt x="250" y="503"/>
                  </a:cubicBezTo>
                  <a:cubicBezTo>
                    <a:pt x="388" y="503"/>
                    <a:pt x="494" y="394"/>
                    <a:pt x="494" y="251"/>
                  </a:cubicBezTo>
                  <a:cubicBezTo>
                    <a:pt x="494"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3"/>
            <p:cNvSpPr/>
            <p:nvPr/>
          </p:nvSpPr>
          <p:spPr>
            <a:xfrm>
              <a:off x="1135575" y="1381375"/>
              <a:ext cx="12575" cy="12575"/>
            </a:xfrm>
            <a:custGeom>
              <a:avLst/>
              <a:gdLst/>
              <a:ahLst/>
              <a:cxnLst/>
              <a:rect l="l" t="t" r="r" b="b"/>
              <a:pathLst>
                <a:path w="503" h="503" extrusionOk="0">
                  <a:moveTo>
                    <a:pt x="252" y="0"/>
                  </a:moveTo>
                  <a:cubicBezTo>
                    <a:pt x="116" y="0"/>
                    <a:pt x="0" y="116"/>
                    <a:pt x="0" y="251"/>
                  </a:cubicBezTo>
                  <a:cubicBezTo>
                    <a:pt x="0" y="394"/>
                    <a:pt x="116" y="503"/>
                    <a:pt x="252" y="503"/>
                  </a:cubicBezTo>
                  <a:cubicBezTo>
                    <a:pt x="387" y="503"/>
                    <a:pt x="503" y="394"/>
                    <a:pt x="503" y="251"/>
                  </a:cubicBezTo>
                  <a:cubicBezTo>
                    <a:pt x="503"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3"/>
            <p:cNvSpPr/>
            <p:nvPr/>
          </p:nvSpPr>
          <p:spPr>
            <a:xfrm>
              <a:off x="1227500" y="1381375"/>
              <a:ext cx="12400" cy="12575"/>
            </a:xfrm>
            <a:custGeom>
              <a:avLst/>
              <a:gdLst/>
              <a:ahLst/>
              <a:cxnLst/>
              <a:rect l="l" t="t" r="r" b="b"/>
              <a:pathLst>
                <a:path w="496" h="503" extrusionOk="0">
                  <a:moveTo>
                    <a:pt x="251" y="0"/>
                  </a:moveTo>
                  <a:cubicBezTo>
                    <a:pt x="109" y="0"/>
                    <a:pt x="0" y="116"/>
                    <a:pt x="0" y="251"/>
                  </a:cubicBezTo>
                  <a:cubicBezTo>
                    <a:pt x="0" y="394"/>
                    <a:pt x="109" y="503"/>
                    <a:pt x="251" y="503"/>
                  </a:cubicBezTo>
                  <a:cubicBezTo>
                    <a:pt x="387" y="503"/>
                    <a:pt x="496" y="394"/>
                    <a:pt x="496" y="251"/>
                  </a:cubicBezTo>
                  <a:cubicBezTo>
                    <a:pt x="496"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3"/>
            <p:cNvSpPr/>
            <p:nvPr/>
          </p:nvSpPr>
          <p:spPr>
            <a:xfrm>
              <a:off x="1319275" y="1381375"/>
              <a:ext cx="12550" cy="12575"/>
            </a:xfrm>
            <a:custGeom>
              <a:avLst/>
              <a:gdLst/>
              <a:ahLst/>
              <a:cxnLst/>
              <a:rect l="l" t="t" r="r" b="b"/>
              <a:pathLst>
                <a:path w="502" h="503" extrusionOk="0">
                  <a:moveTo>
                    <a:pt x="252" y="0"/>
                  </a:moveTo>
                  <a:cubicBezTo>
                    <a:pt x="114" y="0"/>
                    <a:pt x="1" y="116"/>
                    <a:pt x="1" y="251"/>
                  </a:cubicBezTo>
                  <a:cubicBezTo>
                    <a:pt x="1" y="394"/>
                    <a:pt x="114" y="503"/>
                    <a:pt x="252" y="503"/>
                  </a:cubicBezTo>
                  <a:cubicBezTo>
                    <a:pt x="388" y="503"/>
                    <a:pt x="501" y="394"/>
                    <a:pt x="501" y="251"/>
                  </a:cubicBezTo>
                  <a:cubicBezTo>
                    <a:pt x="501"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3"/>
            <p:cNvSpPr/>
            <p:nvPr/>
          </p:nvSpPr>
          <p:spPr>
            <a:xfrm>
              <a:off x="1411200" y="1381375"/>
              <a:ext cx="12425" cy="12575"/>
            </a:xfrm>
            <a:custGeom>
              <a:avLst/>
              <a:gdLst/>
              <a:ahLst/>
              <a:cxnLst/>
              <a:rect l="l" t="t" r="r" b="b"/>
              <a:pathLst>
                <a:path w="497" h="503" extrusionOk="0">
                  <a:moveTo>
                    <a:pt x="245" y="0"/>
                  </a:moveTo>
                  <a:cubicBezTo>
                    <a:pt x="109" y="0"/>
                    <a:pt x="1" y="116"/>
                    <a:pt x="1" y="251"/>
                  </a:cubicBezTo>
                  <a:cubicBezTo>
                    <a:pt x="1" y="394"/>
                    <a:pt x="109" y="503"/>
                    <a:pt x="245" y="503"/>
                  </a:cubicBezTo>
                  <a:cubicBezTo>
                    <a:pt x="388" y="503"/>
                    <a:pt x="496" y="394"/>
                    <a:pt x="496" y="251"/>
                  </a:cubicBezTo>
                  <a:cubicBezTo>
                    <a:pt x="496" y="116"/>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3"/>
            <p:cNvSpPr/>
            <p:nvPr/>
          </p:nvSpPr>
          <p:spPr>
            <a:xfrm>
              <a:off x="1503000" y="1381375"/>
              <a:ext cx="12525" cy="12575"/>
            </a:xfrm>
            <a:custGeom>
              <a:avLst/>
              <a:gdLst/>
              <a:ahLst/>
              <a:cxnLst/>
              <a:rect l="l" t="t" r="r" b="b"/>
              <a:pathLst>
                <a:path w="501" h="503" extrusionOk="0">
                  <a:moveTo>
                    <a:pt x="250" y="0"/>
                  </a:moveTo>
                  <a:cubicBezTo>
                    <a:pt x="114" y="0"/>
                    <a:pt x="0" y="116"/>
                    <a:pt x="0" y="251"/>
                  </a:cubicBezTo>
                  <a:cubicBezTo>
                    <a:pt x="0" y="394"/>
                    <a:pt x="114" y="503"/>
                    <a:pt x="250" y="503"/>
                  </a:cubicBezTo>
                  <a:cubicBezTo>
                    <a:pt x="387" y="503"/>
                    <a:pt x="501" y="394"/>
                    <a:pt x="501" y="251"/>
                  </a:cubicBezTo>
                  <a:cubicBezTo>
                    <a:pt x="501" y="116"/>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3"/>
            <p:cNvSpPr/>
            <p:nvPr/>
          </p:nvSpPr>
          <p:spPr>
            <a:xfrm>
              <a:off x="1594750" y="1381375"/>
              <a:ext cx="12575" cy="12575"/>
            </a:xfrm>
            <a:custGeom>
              <a:avLst/>
              <a:gdLst/>
              <a:ahLst/>
              <a:cxnLst/>
              <a:rect l="l" t="t" r="r" b="b"/>
              <a:pathLst>
                <a:path w="503" h="503" extrusionOk="0">
                  <a:moveTo>
                    <a:pt x="251" y="0"/>
                  </a:moveTo>
                  <a:cubicBezTo>
                    <a:pt x="115" y="0"/>
                    <a:pt x="0" y="116"/>
                    <a:pt x="0" y="251"/>
                  </a:cubicBezTo>
                  <a:cubicBezTo>
                    <a:pt x="0" y="394"/>
                    <a:pt x="115" y="503"/>
                    <a:pt x="251" y="503"/>
                  </a:cubicBezTo>
                  <a:cubicBezTo>
                    <a:pt x="394" y="503"/>
                    <a:pt x="503" y="394"/>
                    <a:pt x="503" y="251"/>
                  </a:cubicBezTo>
                  <a:cubicBezTo>
                    <a:pt x="503" y="116"/>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3"/>
            <p:cNvSpPr/>
            <p:nvPr/>
          </p:nvSpPr>
          <p:spPr>
            <a:xfrm>
              <a:off x="1686650" y="1381375"/>
              <a:ext cx="12600" cy="12575"/>
            </a:xfrm>
            <a:custGeom>
              <a:avLst/>
              <a:gdLst/>
              <a:ahLst/>
              <a:cxnLst/>
              <a:rect l="l" t="t" r="r" b="b"/>
              <a:pathLst>
                <a:path w="504" h="503" extrusionOk="0">
                  <a:moveTo>
                    <a:pt x="252" y="0"/>
                  </a:moveTo>
                  <a:cubicBezTo>
                    <a:pt x="116" y="0"/>
                    <a:pt x="1" y="116"/>
                    <a:pt x="1" y="251"/>
                  </a:cubicBezTo>
                  <a:cubicBezTo>
                    <a:pt x="1" y="394"/>
                    <a:pt x="116" y="503"/>
                    <a:pt x="252" y="503"/>
                  </a:cubicBezTo>
                  <a:cubicBezTo>
                    <a:pt x="388" y="503"/>
                    <a:pt x="503" y="394"/>
                    <a:pt x="503" y="251"/>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3"/>
            <p:cNvSpPr/>
            <p:nvPr/>
          </p:nvSpPr>
          <p:spPr>
            <a:xfrm>
              <a:off x="1778450" y="1381375"/>
              <a:ext cx="12550" cy="12575"/>
            </a:xfrm>
            <a:custGeom>
              <a:avLst/>
              <a:gdLst/>
              <a:ahLst/>
              <a:cxnLst/>
              <a:rect l="l" t="t" r="r" b="b"/>
              <a:pathLst>
                <a:path w="502" h="503" extrusionOk="0">
                  <a:moveTo>
                    <a:pt x="252" y="0"/>
                  </a:moveTo>
                  <a:cubicBezTo>
                    <a:pt x="114" y="0"/>
                    <a:pt x="1" y="116"/>
                    <a:pt x="1" y="251"/>
                  </a:cubicBezTo>
                  <a:cubicBezTo>
                    <a:pt x="1" y="394"/>
                    <a:pt x="114" y="503"/>
                    <a:pt x="252" y="503"/>
                  </a:cubicBezTo>
                  <a:cubicBezTo>
                    <a:pt x="388" y="503"/>
                    <a:pt x="501" y="394"/>
                    <a:pt x="501" y="251"/>
                  </a:cubicBezTo>
                  <a:cubicBezTo>
                    <a:pt x="501"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3"/>
            <p:cNvSpPr/>
            <p:nvPr/>
          </p:nvSpPr>
          <p:spPr>
            <a:xfrm>
              <a:off x="1870375" y="1381375"/>
              <a:ext cx="12400" cy="12575"/>
            </a:xfrm>
            <a:custGeom>
              <a:avLst/>
              <a:gdLst/>
              <a:ahLst/>
              <a:cxnLst/>
              <a:rect l="l" t="t" r="r" b="b"/>
              <a:pathLst>
                <a:path w="496" h="503" extrusionOk="0">
                  <a:moveTo>
                    <a:pt x="252" y="0"/>
                  </a:moveTo>
                  <a:cubicBezTo>
                    <a:pt x="109" y="0"/>
                    <a:pt x="0" y="116"/>
                    <a:pt x="0" y="251"/>
                  </a:cubicBezTo>
                  <a:cubicBezTo>
                    <a:pt x="0" y="394"/>
                    <a:pt x="109" y="503"/>
                    <a:pt x="252" y="503"/>
                  </a:cubicBezTo>
                  <a:cubicBezTo>
                    <a:pt x="387" y="503"/>
                    <a:pt x="496" y="394"/>
                    <a:pt x="496" y="251"/>
                  </a:cubicBezTo>
                  <a:cubicBezTo>
                    <a:pt x="496"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3"/>
            <p:cNvSpPr/>
            <p:nvPr/>
          </p:nvSpPr>
          <p:spPr>
            <a:xfrm>
              <a:off x="1962150" y="1381375"/>
              <a:ext cx="12550" cy="12575"/>
            </a:xfrm>
            <a:custGeom>
              <a:avLst/>
              <a:gdLst/>
              <a:ahLst/>
              <a:cxnLst/>
              <a:rect l="l" t="t" r="r" b="b"/>
              <a:pathLst>
                <a:path w="502" h="503" extrusionOk="0">
                  <a:moveTo>
                    <a:pt x="250" y="0"/>
                  </a:moveTo>
                  <a:cubicBezTo>
                    <a:pt x="114" y="0"/>
                    <a:pt x="1" y="116"/>
                    <a:pt x="1" y="251"/>
                  </a:cubicBezTo>
                  <a:cubicBezTo>
                    <a:pt x="1" y="394"/>
                    <a:pt x="114" y="503"/>
                    <a:pt x="250" y="503"/>
                  </a:cubicBezTo>
                  <a:cubicBezTo>
                    <a:pt x="388" y="503"/>
                    <a:pt x="502" y="394"/>
                    <a:pt x="502" y="251"/>
                  </a:cubicBezTo>
                  <a:cubicBezTo>
                    <a:pt x="502"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3"/>
            <p:cNvSpPr/>
            <p:nvPr/>
          </p:nvSpPr>
          <p:spPr>
            <a:xfrm>
              <a:off x="2054075" y="1381375"/>
              <a:ext cx="12425" cy="12575"/>
            </a:xfrm>
            <a:custGeom>
              <a:avLst/>
              <a:gdLst/>
              <a:ahLst/>
              <a:cxnLst/>
              <a:rect l="l" t="t" r="r" b="b"/>
              <a:pathLst>
                <a:path w="497" h="503" extrusionOk="0">
                  <a:moveTo>
                    <a:pt x="252" y="0"/>
                  </a:moveTo>
                  <a:cubicBezTo>
                    <a:pt x="109" y="0"/>
                    <a:pt x="1" y="116"/>
                    <a:pt x="1" y="251"/>
                  </a:cubicBezTo>
                  <a:cubicBezTo>
                    <a:pt x="1" y="394"/>
                    <a:pt x="109" y="503"/>
                    <a:pt x="252" y="503"/>
                  </a:cubicBezTo>
                  <a:cubicBezTo>
                    <a:pt x="388" y="503"/>
                    <a:pt x="496" y="394"/>
                    <a:pt x="496" y="251"/>
                  </a:cubicBezTo>
                  <a:cubicBezTo>
                    <a:pt x="496"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3"/>
            <p:cNvSpPr/>
            <p:nvPr/>
          </p:nvSpPr>
          <p:spPr>
            <a:xfrm>
              <a:off x="2145825" y="1381375"/>
              <a:ext cx="12600" cy="12575"/>
            </a:xfrm>
            <a:custGeom>
              <a:avLst/>
              <a:gdLst/>
              <a:ahLst/>
              <a:cxnLst/>
              <a:rect l="l" t="t" r="r" b="b"/>
              <a:pathLst>
                <a:path w="504" h="503" extrusionOk="0">
                  <a:moveTo>
                    <a:pt x="252" y="0"/>
                  </a:moveTo>
                  <a:cubicBezTo>
                    <a:pt x="116" y="0"/>
                    <a:pt x="1" y="116"/>
                    <a:pt x="1" y="251"/>
                  </a:cubicBezTo>
                  <a:cubicBezTo>
                    <a:pt x="1" y="394"/>
                    <a:pt x="116" y="503"/>
                    <a:pt x="252" y="503"/>
                  </a:cubicBezTo>
                  <a:cubicBezTo>
                    <a:pt x="388" y="503"/>
                    <a:pt x="503" y="394"/>
                    <a:pt x="503" y="251"/>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3"/>
            <p:cNvSpPr/>
            <p:nvPr/>
          </p:nvSpPr>
          <p:spPr>
            <a:xfrm>
              <a:off x="2237800" y="1381375"/>
              <a:ext cx="12350" cy="12575"/>
            </a:xfrm>
            <a:custGeom>
              <a:avLst/>
              <a:gdLst/>
              <a:ahLst/>
              <a:cxnLst/>
              <a:rect l="l" t="t" r="r" b="b"/>
              <a:pathLst>
                <a:path w="494" h="503" extrusionOk="0">
                  <a:moveTo>
                    <a:pt x="244" y="0"/>
                  </a:moveTo>
                  <a:cubicBezTo>
                    <a:pt x="107" y="0"/>
                    <a:pt x="0" y="116"/>
                    <a:pt x="0" y="251"/>
                  </a:cubicBezTo>
                  <a:cubicBezTo>
                    <a:pt x="0" y="394"/>
                    <a:pt x="107" y="503"/>
                    <a:pt x="244" y="503"/>
                  </a:cubicBezTo>
                  <a:cubicBezTo>
                    <a:pt x="387" y="503"/>
                    <a:pt x="494" y="394"/>
                    <a:pt x="494" y="251"/>
                  </a:cubicBezTo>
                  <a:cubicBezTo>
                    <a:pt x="494" y="116"/>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3"/>
            <p:cNvSpPr/>
            <p:nvPr/>
          </p:nvSpPr>
          <p:spPr>
            <a:xfrm>
              <a:off x="2329550" y="1381375"/>
              <a:ext cx="12575" cy="12575"/>
            </a:xfrm>
            <a:custGeom>
              <a:avLst/>
              <a:gdLst/>
              <a:ahLst/>
              <a:cxnLst/>
              <a:rect l="l" t="t" r="r" b="b"/>
              <a:pathLst>
                <a:path w="503" h="503" extrusionOk="0">
                  <a:moveTo>
                    <a:pt x="251" y="0"/>
                  </a:moveTo>
                  <a:cubicBezTo>
                    <a:pt x="115" y="0"/>
                    <a:pt x="0" y="116"/>
                    <a:pt x="0" y="251"/>
                  </a:cubicBezTo>
                  <a:cubicBezTo>
                    <a:pt x="0" y="394"/>
                    <a:pt x="115" y="503"/>
                    <a:pt x="251" y="503"/>
                  </a:cubicBezTo>
                  <a:cubicBezTo>
                    <a:pt x="387" y="503"/>
                    <a:pt x="502" y="394"/>
                    <a:pt x="502" y="251"/>
                  </a:cubicBezTo>
                  <a:cubicBezTo>
                    <a:pt x="502"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3"/>
            <p:cNvSpPr/>
            <p:nvPr/>
          </p:nvSpPr>
          <p:spPr>
            <a:xfrm>
              <a:off x="2421325" y="1381375"/>
              <a:ext cx="12550" cy="12575"/>
            </a:xfrm>
            <a:custGeom>
              <a:avLst/>
              <a:gdLst/>
              <a:ahLst/>
              <a:cxnLst/>
              <a:rect l="l" t="t" r="r" b="b"/>
              <a:pathLst>
                <a:path w="502" h="503" extrusionOk="0">
                  <a:moveTo>
                    <a:pt x="250" y="0"/>
                  </a:moveTo>
                  <a:cubicBezTo>
                    <a:pt x="114" y="0"/>
                    <a:pt x="1" y="116"/>
                    <a:pt x="1" y="251"/>
                  </a:cubicBezTo>
                  <a:cubicBezTo>
                    <a:pt x="1" y="394"/>
                    <a:pt x="114" y="503"/>
                    <a:pt x="250" y="503"/>
                  </a:cubicBezTo>
                  <a:cubicBezTo>
                    <a:pt x="395" y="503"/>
                    <a:pt x="501" y="394"/>
                    <a:pt x="501" y="251"/>
                  </a:cubicBezTo>
                  <a:cubicBezTo>
                    <a:pt x="501" y="116"/>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3"/>
            <p:cNvSpPr/>
            <p:nvPr/>
          </p:nvSpPr>
          <p:spPr>
            <a:xfrm>
              <a:off x="2513250" y="1381375"/>
              <a:ext cx="12575" cy="12575"/>
            </a:xfrm>
            <a:custGeom>
              <a:avLst/>
              <a:gdLst/>
              <a:ahLst/>
              <a:cxnLst/>
              <a:rect l="l" t="t" r="r" b="b"/>
              <a:pathLst>
                <a:path w="503" h="503" extrusionOk="0">
                  <a:moveTo>
                    <a:pt x="252" y="0"/>
                  </a:moveTo>
                  <a:cubicBezTo>
                    <a:pt x="109" y="0"/>
                    <a:pt x="0" y="116"/>
                    <a:pt x="0" y="251"/>
                  </a:cubicBezTo>
                  <a:cubicBezTo>
                    <a:pt x="0" y="394"/>
                    <a:pt x="109" y="503"/>
                    <a:pt x="252" y="503"/>
                  </a:cubicBezTo>
                  <a:cubicBezTo>
                    <a:pt x="388" y="503"/>
                    <a:pt x="503" y="394"/>
                    <a:pt x="503" y="251"/>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3"/>
            <p:cNvSpPr/>
            <p:nvPr/>
          </p:nvSpPr>
          <p:spPr>
            <a:xfrm>
              <a:off x="2605000" y="1381375"/>
              <a:ext cx="12575" cy="12575"/>
            </a:xfrm>
            <a:custGeom>
              <a:avLst/>
              <a:gdLst/>
              <a:ahLst/>
              <a:cxnLst/>
              <a:rect l="l" t="t" r="r" b="b"/>
              <a:pathLst>
                <a:path w="503" h="503" extrusionOk="0">
                  <a:moveTo>
                    <a:pt x="252" y="0"/>
                  </a:moveTo>
                  <a:cubicBezTo>
                    <a:pt x="116" y="0"/>
                    <a:pt x="0" y="116"/>
                    <a:pt x="0" y="251"/>
                  </a:cubicBezTo>
                  <a:cubicBezTo>
                    <a:pt x="0" y="394"/>
                    <a:pt x="116" y="503"/>
                    <a:pt x="252" y="503"/>
                  </a:cubicBezTo>
                  <a:cubicBezTo>
                    <a:pt x="387" y="503"/>
                    <a:pt x="503" y="394"/>
                    <a:pt x="503" y="251"/>
                  </a:cubicBezTo>
                  <a:cubicBezTo>
                    <a:pt x="503"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3"/>
            <p:cNvSpPr/>
            <p:nvPr/>
          </p:nvSpPr>
          <p:spPr>
            <a:xfrm>
              <a:off x="2696950" y="1381375"/>
              <a:ext cx="12375" cy="12575"/>
            </a:xfrm>
            <a:custGeom>
              <a:avLst/>
              <a:gdLst/>
              <a:ahLst/>
              <a:cxnLst/>
              <a:rect l="l" t="t" r="r" b="b"/>
              <a:pathLst>
                <a:path w="495" h="503" extrusionOk="0">
                  <a:moveTo>
                    <a:pt x="252" y="0"/>
                  </a:moveTo>
                  <a:cubicBezTo>
                    <a:pt x="108" y="0"/>
                    <a:pt x="1" y="116"/>
                    <a:pt x="1" y="251"/>
                  </a:cubicBezTo>
                  <a:cubicBezTo>
                    <a:pt x="1" y="394"/>
                    <a:pt x="108" y="503"/>
                    <a:pt x="252" y="503"/>
                  </a:cubicBezTo>
                  <a:cubicBezTo>
                    <a:pt x="388" y="503"/>
                    <a:pt x="495" y="394"/>
                    <a:pt x="495" y="251"/>
                  </a:cubicBezTo>
                  <a:cubicBezTo>
                    <a:pt x="495"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3"/>
            <p:cNvSpPr/>
            <p:nvPr/>
          </p:nvSpPr>
          <p:spPr>
            <a:xfrm>
              <a:off x="2788700" y="1381375"/>
              <a:ext cx="12600" cy="12575"/>
            </a:xfrm>
            <a:custGeom>
              <a:avLst/>
              <a:gdLst/>
              <a:ahLst/>
              <a:cxnLst/>
              <a:rect l="l" t="t" r="r" b="b"/>
              <a:pathLst>
                <a:path w="504" h="503" extrusionOk="0">
                  <a:moveTo>
                    <a:pt x="252" y="0"/>
                  </a:moveTo>
                  <a:cubicBezTo>
                    <a:pt x="116" y="0"/>
                    <a:pt x="1" y="116"/>
                    <a:pt x="1" y="251"/>
                  </a:cubicBezTo>
                  <a:cubicBezTo>
                    <a:pt x="1" y="394"/>
                    <a:pt x="116" y="503"/>
                    <a:pt x="252" y="503"/>
                  </a:cubicBezTo>
                  <a:cubicBezTo>
                    <a:pt x="388" y="503"/>
                    <a:pt x="503" y="394"/>
                    <a:pt x="503" y="251"/>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3"/>
            <p:cNvSpPr/>
            <p:nvPr/>
          </p:nvSpPr>
          <p:spPr>
            <a:xfrm>
              <a:off x="2880675" y="1381375"/>
              <a:ext cx="12375" cy="12575"/>
            </a:xfrm>
            <a:custGeom>
              <a:avLst/>
              <a:gdLst/>
              <a:ahLst/>
              <a:cxnLst/>
              <a:rect l="l" t="t" r="r" b="b"/>
              <a:pathLst>
                <a:path w="495" h="503" extrusionOk="0">
                  <a:moveTo>
                    <a:pt x="243" y="0"/>
                  </a:moveTo>
                  <a:cubicBezTo>
                    <a:pt x="107" y="0"/>
                    <a:pt x="0" y="116"/>
                    <a:pt x="0" y="251"/>
                  </a:cubicBezTo>
                  <a:cubicBezTo>
                    <a:pt x="0" y="394"/>
                    <a:pt x="107" y="503"/>
                    <a:pt x="243" y="503"/>
                  </a:cubicBezTo>
                  <a:cubicBezTo>
                    <a:pt x="387" y="503"/>
                    <a:pt x="494" y="394"/>
                    <a:pt x="494" y="251"/>
                  </a:cubicBezTo>
                  <a:cubicBezTo>
                    <a:pt x="494" y="116"/>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3"/>
            <p:cNvSpPr/>
            <p:nvPr/>
          </p:nvSpPr>
          <p:spPr>
            <a:xfrm>
              <a:off x="2972425" y="1381375"/>
              <a:ext cx="12575" cy="12575"/>
            </a:xfrm>
            <a:custGeom>
              <a:avLst/>
              <a:gdLst/>
              <a:ahLst/>
              <a:cxnLst/>
              <a:rect l="l" t="t" r="r" b="b"/>
              <a:pathLst>
                <a:path w="503" h="503" extrusionOk="0">
                  <a:moveTo>
                    <a:pt x="251" y="0"/>
                  </a:moveTo>
                  <a:cubicBezTo>
                    <a:pt x="115" y="0"/>
                    <a:pt x="0" y="116"/>
                    <a:pt x="0" y="251"/>
                  </a:cubicBezTo>
                  <a:cubicBezTo>
                    <a:pt x="0" y="394"/>
                    <a:pt x="115" y="503"/>
                    <a:pt x="251" y="503"/>
                  </a:cubicBezTo>
                  <a:cubicBezTo>
                    <a:pt x="387" y="503"/>
                    <a:pt x="503" y="394"/>
                    <a:pt x="503" y="251"/>
                  </a:cubicBezTo>
                  <a:cubicBezTo>
                    <a:pt x="503"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3"/>
            <p:cNvSpPr/>
            <p:nvPr/>
          </p:nvSpPr>
          <p:spPr>
            <a:xfrm>
              <a:off x="3064375" y="1381375"/>
              <a:ext cx="12375" cy="12575"/>
            </a:xfrm>
            <a:custGeom>
              <a:avLst/>
              <a:gdLst/>
              <a:ahLst/>
              <a:cxnLst/>
              <a:rect l="l" t="t" r="r" b="b"/>
              <a:pathLst>
                <a:path w="495" h="503" extrusionOk="0">
                  <a:moveTo>
                    <a:pt x="243" y="0"/>
                  </a:moveTo>
                  <a:cubicBezTo>
                    <a:pt x="107" y="0"/>
                    <a:pt x="1" y="116"/>
                    <a:pt x="1" y="251"/>
                  </a:cubicBezTo>
                  <a:cubicBezTo>
                    <a:pt x="1" y="394"/>
                    <a:pt x="107" y="503"/>
                    <a:pt x="243" y="503"/>
                  </a:cubicBezTo>
                  <a:cubicBezTo>
                    <a:pt x="388" y="503"/>
                    <a:pt x="495" y="394"/>
                    <a:pt x="495" y="251"/>
                  </a:cubicBezTo>
                  <a:cubicBezTo>
                    <a:pt x="495" y="116"/>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3"/>
            <p:cNvSpPr/>
            <p:nvPr/>
          </p:nvSpPr>
          <p:spPr>
            <a:xfrm>
              <a:off x="3156125" y="1381375"/>
              <a:ext cx="12600" cy="12575"/>
            </a:xfrm>
            <a:custGeom>
              <a:avLst/>
              <a:gdLst/>
              <a:ahLst/>
              <a:cxnLst/>
              <a:rect l="l" t="t" r="r" b="b"/>
              <a:pathLst>
                <a:path w="504" h="503" extrusionOk="0">
                  <a:moveTo>
                    <a:pt x="252" y="0"/>
                  </a:moveTo>
                  <a:cubicBezTo>
                    <a:pt x="116" y="0"/>
                    <a:pt x="1" y="116"/>
                    <a:pt x="1" y="251"/>
                  </a:cubicBezTo>
                  <a:cubicBezTo>
                    <a:pt x="1" y="394"/>
                    <a:pt x="116" y="503"/>
                    <a:pt x="252" y="503"/>
                  </a:cubicBezTo>
                  <a:cubicBezTo>
                    <a:pt x="388" y="503"/>
                    <a:pt x="503" y="394"/>
                    <a:pt x="503" y="251"/>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3"/>
            <p:cNvSpPr/>
            <p:nvPr/>
          </p:nvSpPr>
          <p:spPr>
            <a:xfrm>
              <a:off x="3247875" y="1381375"/>
              <a:ext cx="12575" cy="12575"/>
            </a:xfrm>
            <a:custGeom>
              <a:avLst/>
              <a:gdLst/>
              <a:ahLst/>
              <a:cxnLst/>
              <a:rect l="l" t="t" r="r" b="b"/>
              <a:pathLst>
                <a:path w="503" h="503" extrusionOk="0">
                  <a:moveTo>
                    <a:pt x="252" y="0"/>
                  </a:moveTo>
                  <a:cubicBezTo>
                    <a:pt x="116" y="0"/>
                    <a:pt x="1" y="116"/>
                    <a:pt x="1" y="251"/>
                  </a:cubicBezTo>
                  <a:cubicBezTo>
                    <a:pt x="1" y="394"/>
                    <a:pt x="116" y="503"/>
                    <a:pt x="252" y="503"/>
                  </a:cubicBezTo>
                  <a:cubicBezTo>
                    <a:pt x="388" y="503"/>
                    <a:pt x="503" y="394"/>
                    <a:pt x="503" y="251"/>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3"/>
            <p:cNvSpPr/>
            <p:nvPr/>
          </p:nvSpPr>
          <p:spPr>
            <a:xfrm>
              <a:off x="3339850" y="1381375"/>
              <a:ext cx="12525" cy="12575"/>
            </a:xfrm>
            <a:custGeom>
              <a:avLst/>
              <a:gdLst/>
              <a:ahLst/>
              <a:cxnLst/>
              <a:rect l="l" t="t" r="r" b="b"/>
              <a:pathLst>
                <a:path w="501" h="503" extrusionOk="0">
                  <a:moveTo>
                    <a:pt x="251" y="0"/>
                  </a:moveTo>
                  <a:cubicBezTo>
                    <a:pt x="107" y="0"/>
                    <a:pt x="0" y="116"/>
                    <a:pt x="0" y="251"/>
                  </a:cubicBezTo>
                  <a:cubicBezTo>
                    <a:pt x="0" y="394"/>
                    <a:pt x="107" y="503"/>
                    <a:pt x="251" y="503"/>
                  </a:cubicBezTo>
                  <a:cubicBezTo>
                    <a:pt x="387" y="503"/>
                    <a:pt x="501" y="394"/>
                    <a:pt x="501" y="251"/>
                  </a:cubicBezTo>
                  <a:cubicBezTo>
                    <a:pt x="501"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3"/>
            <p:cNvSpPr/>
            <p:nvPr/>
          </p:nvSpPr>
          <p:spPr>
            <a:xfrm>
              <a:off x="3431575" y="1381375"/>
              <a:ext cx="12600" cy="12575"/>
            </a:xfrm>
            <a:custGeom>
              <a:avLst/>
              <a:gdLst/>
              <a:ahLst/>
              <a:cxnLst/>
              <a:rect l="l" t="t" r="r" b="b"/>
              <a:pathLst>
                <a:path w="504" h="503" extrusionOk="0">
                  <a:moveTo>
                    <a:pt x="252" y="0"/>
                  </a:moveTo>
                  <a:cubicBezTo>
                    <a:pt x="116" y="0"/>
                    <a:pt x="1" y="116"/>
                    <a:pt x="1" y="251"/>
                  </a:cubicBezTo>
                  <a:cubicBezTo>
                    <a:pt x="1" y="394"/>
                    <a:pt x="116" y="503"/>
                    <a:pt x="252" y="503"/>
                  </a:cubicBezTo>
                  <a:cubicBezTo>
                    <a:pt x="388" y="503"/>
                    <a:pt x="503" y="394"/>
                    <a:pt x="503" y="251"/>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3"/>
            <p:cNvSpPr/>
            <p:nvPr/>
          </p:nvSpPr>
          <p:spPr>
            <a:xfrm>
              <a:off x="3523550" y="1381375"/>
              <a:ext cx="12375" cy="12575"/>
            </a:xfrm>
            <a:custGeom>
              <a:avLst/>
              <a:gdLst/>
              <a:ahLst/>
              <a:cxnLst/>
              <a:rect l="l" t="t" r="r" b="b"/>
              <a:pathLst>
                <a:path w="495" h="503" extrusionOk="0">
                  <a:moveTo>
                    <a:pt x="250" y="0"/>
                  </a:moveTo>
                  <a:cubicBezTo>
                    <a:pt x="107" y="0"/>
                    <a:pt x="0" y="116"/>
                    <a:pt x="0" y="251"/>
                  </a:cubicBezTo>
                  <a:cubicBezTo>
                    <a:pt x="0" y="394"/>
                    <a:pt x="107" y="503"/>
                    <a:pt x="250" y="503"/>
                  </a:cubicBezTo>
                  <a:cubicBezTo>
                    <a:pt x="388" y="503"/>
                    <a:pt x="494" y="394"/>
                    <a:pt x="494" y="251"/>
                  </a:cubicBezTo>
                  <a:cubicBezTo>
                    <a:pt x="494"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3"/>
            <p:cNvSpPr/>
            <p:nvPr/>
          </p:nvSpPr>
          <p:spPr>
            <a:xfrm>
              <a:off x="676400" y="1473325"/>
              <a:ext cx="12600" cy="12550"/>
            </a:xfrm>
            <a:custGeom>
              <a:avLst/>
              <a:gdLst/>
              <a:ahLst/>
              <a:cxnLst/>
              <a:rect l="l" t="t" r="r" b="b"/>
              <a:pathLst>
                <a:path w="504" h="502" extrusionOk="0">
                  <a:moveTo>
                    <a:pt x="252" y="1"/>
                  </a:moveTo>
                  <a:cubicBezTo>
                    <a:pt x="116" y="1"/>
                    <a:pt x="1" y="107"/>
                    <a:pt x="1" y="252"/>
                  </a:cubicBezTo>
                  <a:cubicBezTo>
                    <a:pt x="1" y="388"/>
                    <a:pt x="116" y="501"/>
                    <a:pt x="252" y="501"/>
                  </a:cubicBezTo>
                  <a:cubicBezTo>
                    <a:pt x="388" y="501"/>
                    <a:pt x="503" y="388"/>
                    <a:pt x="503" y="252"/>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3"/>
            <p:cNvSpPr/>
            <p:nvPr/>
          </p:nvSpPr>
          <p:spPr>
            <a:xfrm>
              <a:off x="768325" y="1473325"/>
              <a:ext cx="12400" cy="12550"/>
            </a:xfrm>
            <a:custGeom>
              <a:avLst/>
              <a:gdLst/>
              <a:ahLst/>
              <a:cxnLst/>
              <a:rect l="l" t="t" r="r" b="b"/>
              <a:pathLst>
                <a:path w="496" h="502" extrusionOk="0">
                  <a:moveTo>
                    <a:pt x="245" y="1"/>
                  </a:moveTo>
                  <a:cubicBezTo>
                    <a:pt x="109" y="1"/>
                    <a:pt x="0" y="107"/>
                    <a:pt x="0" y="252"/>
                  </a:cubicBezTo>
                  <a:cubicBezTo>
                    <a:pt x="0" y="388"/>
                    <a:pt x="109" y="501"/>
                    <a:pt x="245" y="501"/>
                  </a:cubicBezTo>
                  <a:cubicBezTo>
                    <a:pt x="388" y="501"/>
                    <a:pt x="496" y="388"/>
                    <a:pt x="496" y="252"/>
                  </a:cubicBezTo>
                  <a:cubicBezTo>
                    <a:pt x="496" y="107"/>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3"/>
            <p:cNvSpPr/>
            <p:nvPr/>
          </p:nvSpPr>
          <p:spPr>
            <a:xfrm>
              <a:off x="860125" y="1473325"/>
              <a:ext cx="12525" cy="12550"/>
            </a:xfrm>
            <a:custGeom>
              <a:avLst/>
              <a:gdLst/>
              <a:ahLst/>
              <a:cxnLst/>
              <a:rect l="l" t="t" r="r" b="b"/>
              <a:pathLst>
                <a:path w="501" h="502" extrusionOk="0">
                  <a:moveTo>
                    <a:pt x="251" y="1"/>
                  </a:moveTo>
                  <a:cubicBezTo>
                    <a:pt x="114" y="1"/>
                    <a:pt x="0" y="107"/>
                    <a:pt x="0" y="252"/>
                  </a:cubicBezTo>
                  <a:cubicBezTo>
                    <a:pt x="0" y="388"/>
                    <a:pt x="114" y="501"/>
                    <a:pt x="251" y="501"/>
                  </a:cubicBezTo>
                  <a:cubicBezTo>
                    <a:pt x="387" y="501"/>
                    <a:pt x="501" y="388"/>
                    <a:pt x="501" y="252"/>
                  </a:cubicBezTo>
                  <a:cubicBezTo>
                    <a:pt x="501"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3"/>
            <p:cNvSpPr/>
            <p:nvPr/>
          </p:nvSpPr>
          <p:spPr>
            <a:xfrm>
              <a:off x="951850" y="1473325"/>
              <a:ext cx="12600" cy="12550"/>
            </a:xfrm>
            <a:custGeom>
              <a:avLst/>
              <a:gdLst/>
              <a:ahLst/>
              <a:cxnLst/>
              <a:rect l="l" t="t" r="r" b="b"/>
              <a:pathLst>
                <a:path w="504" h="502" extrusionOk="0">
                  <a:moveTo>
                    <a:pt x="252" y="1"/>
                  </a:moveTo>
                  <a:cubicBezTo>
                    <a:pt x="116" y="1"/>
                    <a:pt x="1" y="107"/>
                    <a:pt x="1" y="252"/>
                  </a:cubicBezTo>
                  <a:cubicBezTo>
                    <a:pt x="1" y="388"/>
                    <a:pt x="116" y="501"/>
                    <a:pt x="252" y="501"/>
                  </a:cubicBezTo>
                  <a:cubicBezTo>
                    <a:pt x="388" y="501"/>
                    <a:pt x="503" y="388"/>
                    <a:pt x="503" y="252"/>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3"/>
            <p:cNvSpPr/>
            <p:nvPr/>
          </p:nvSpPr>
          <p:spPr>
            <a:xfrm>
              <a:off x="1043825" y="1473325"/>
              <a:ext cx="12375" cy="12550"/>
            </a:xfrm>
            <a:custGeom>
              <a:avLst/>
              <a:gdLst/>
              <a:ahLst/>
              <a:cxnLst/>
              <a:rect l="l" t="t" r="r" b="b"/>
              <a:pathLst>
                <a:path w="495" h="502" extrusionOk="0">
                  <a:moveTo>
                    <a:pt x="250" y="1"/>
                  </a:moveTo>
                  <a:cubicBezTo>
                    <a:pt x="107" y="1"/>
                    <a:pt x="0" y="107"/>
                    <a:pt x="0" y="252"/>
                  </a:cubicBezTo>
                  <a:cubicBezTo>
                    <a:pt x="0" y="388"/>
                    <a:pt x="107" y="501"/>
                    <a:pt x="250" y="501"/>
                  </a:cubicBezTo>
                  <a:cubicBezTo>
                    <a:pt x="388" y="501"/>
                    <a:pt x="494" y="388"/>
                    <a:pt x="494" y="252"/>
                  </a:cubicBezTo>
                  <a:cubicBezTo>
                    <a:pt x="494" y="107"/>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3"/>
            <p:cNvSpPr/>
            <p:nvPr/>
          </p:nvSpPr>
          <p:spPr>
            <a:xfrm>
              <a:off x="1135575" y="1473325"/>
              <a:ext cx="12575" cy="12550"/>
            </a:xfrm>
            <a:custGeom>
              <a:avLst/>
              <a:gdLst/>
              <a:ahLst/>
              <a:cxnLst/>
              <a:rect l="l" t="t" r="r" b="b"/>
              <a:pathLst>
                <a:path w="503" h="502" extrusionOk="0">
                  <a:moveTo>
                    <a:pt x="252" y="1"/>
                  </a:moveTo>
                  <a:cubicBezTo>
                    <a:pt x="116" y="1"/>
                    <a:pt x="0" y="107"/>
                    <a:pt x="0" y="252"/>
                  </a:cubicBezTo>
                  <a:cubicBezTo>
                    <a:pt x="0" y="388"/>
                    <a:pt x="116" y="501"/>
                    <a:pt x="252" y="501"/>
                  </a:cubicBezTo>
                  <a:cubicBezTo>
                    <a:pt x="387" y="501"/>
                    <a:pt x="503" y="388"/>
                    <a:pt x="503" y="252"/>
                  </a:cubicBezTo>
                  <a:cubicBezTo>
                    <a:pt x="503" y="107"/>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3"/>
            <p:cNvSpPr/>
            <p:nvPr/>
          </p:nvSpPr>
          <p:spPr>
            <a:xfrm>
              <a:off x="1227500" y="1473325"/>
              <a:ext cx="12400" cy="12550"/>
            </a:xfrm>
            <a:custGeom>
              <a:avLst/>
              <a:gdLst/>
              <a:ahLst/>
              <a:cxnLst/>
              <a:rect l="l" t="t" r="r" b="b"/>
              <a:pathLst>
                <a:path w="496" h="502" extrusionOk="0">
                  <a:moveTo>
                    <a:pt x="251" y="1"/>
                  </a:moveTo>
                  <a:cubicBezTo>
                    <a:pt x="109" y="1"/>
                    <a:pt x="0" y="107"/>
                    <a:pt x="0" y="252"/>
                  </a:cubicBezTo>
                  <a:cubicBezTo>
                    <a:pt x="0" y="388"/>
                    <a:pt x="109" y="501"/>
                    <a:pt x="251" y="501"/>
                  </a:cubicBezTo>
                  <a:cubicBezTo>
                    <a:pt x="387" y="501"/>
                    <a:pt x="496" y="388"/>
                    <a:pt x="496" y="252"/>
                  </a:cubicBezTo>
                  <a:cubicBezTo>
                    <a:pt x="496"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3"/>
            <p:cNvSpPr/>
            <p:nvPr/>
          </p:nvSpPr>
          <p:spPr>
            <a:xfrm>
              <a:off x="1319275" y="1473325"/>
              <a:ext cx="12550" cy="12550"/>
            </a:xfrm>
            <a:custGeom>
              <a:avLst/>
              <a:gdLst/>
              <a:ahLst/>
              <a:cxnLst/>
              <a:rect l="l" t="t" r="r" b="b"/>
              <a:pathLst>
                <a:path w="502" h="502" extrusionOk="0">
                  <a:moveTo>
                    <a:pt x="252" y="1"/>
                  </a:moveTo>
                  <a:cubicBezTo>
                    <a:pt x="114" y="1"/>
                    <a:pt x="1" y="107"/>
                    <a:pt x="1" y="252"/>
                  </a:cubicBezTo>
                  <a:cubicBezTo>
                    <a:pt x="1" y="388"/>
                    <a:pt x="114" y="501"/>
                    <a:pt x="252" y="501"/>
                  </a:cubicBezTo>
                  <a:cubicBezTo>
                    <a:pt x="388" y="501"/>
                    <a:pt x="501" y="388"/>
                    <a:pt x="501" y="252"/>
                  </a:cubicBezTo>
                  <a:cubicBezTo>
                    <a:pt x="501"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3"/>
            <p:cNvSpPr/>
            <p:nvPr/>
          </p:nvSpPr>
          <p:spPr>
            <a:xfrm>
              <a:off x="1411200" y="1473325"/>
              <a:ext cx="12425" cy="12550"/>
            </a:xfrm>
            <a:custGeom>
              <a:avLst/>
              <a:gdLst/>
              <a:ahLst/>
              <a:cxnLst/>
              <a:rect l="l" t="t" r="r" b="b"/>
              <a:pathLst>
                <a:path w="497" h="502" extrusionOk="0">
                  <a:moveTo>
                    <a:pt x="245" y="1"/>
                  </a:moveTo>
                  <a:cubicBezTo>
                    <a:pt x="109" y="1"/>
                    <a:pt x="1" y="107"/>
                    <a:pt x="1" y="252"/>
                  </a:cubicBezTo>
                  <a:cubicBezTo>
                    <a:pt x="1" y="388"/>
                    <a:pt x="109" y="501"/>
                    <a:pt x="245" y="501"/>
                  </a:cubicBezTo>
                  <a:cubicBezTo>
                    <a:pt x="388" y="501"/>
                    <a:pt x="496" y="388"/>
                    <a:pt x="496" y="252"/>
                  </a:cubicBezTo>
                  <a:cubicBezTo>
                    <a:pt x="496" y="107"/>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3"/>
            <p:cNvSpPr/>
            <p:nvPr/>
          </p:nvSpPr>
          <p:spPr>
            <a:xfrm>
              <a:off x="1503000" y="1473325"/>
              <a:ext cx="12525" cy="12550"/>
            </a:xfrm>
            <a:custGeom>
              <a:avLst/>
              <a:gdLst/>
              <a:ahLst/>
              <a:cxnLst/>
              <a:rect l="l" t="t" r="r" b="b"/>
              <a:pathLst>
                <a:path w="501" h="502" extrusionOk="0">
                  <a:moveTo>
                    <a:pt x="250" y="1"/>
                  </a:moveTo>
                  <a:cubicBezTo>
                    <a:pt x="114" y="1"/>
                    <a:pt x="0" y="107"/>
                    <a:pt x="0" y="252"/>
                  </a:cubicBezTo>
                  <a:cubicBezTo>
                    <a:pt x="0" y="388"/>
                    <a:pt x="114" y="501"/>
                    <a:pt x="250" y="501"/>
                  </a:cubicBezTo>
                  <a:cubicBezTo>
                    <a:pt x="387" y="501"/>
                    <a:pt x="501" y="388"/>
                    <a:pt x="501" y="252"/>
                  </a:cubicBezTo>
                  <a:cubicBezTo>
                    <a:pt x="501" y="107"/>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3"/>
            <p:cNvSpPr/>
            <p:nvPr/>
          </p:nvSpPr>
          <p:spPr>
            <a:xfrm>
              <a:off x="1594750" y="1473325"/>
              <a:ext cx="12575" cy="12550"/>
            </a:xfrm>
            <a:custGeom>
              <a:avLst/>
              <a:gdLst/>
              <a:ahLst/>
              <a:cxnLst/>
              <a:rect l="l" t="t" r="r" b="b"/>
              <a:pathLst>
                <a:path w="503" h="502" extrusionOk="0">
                  <a:moveTo>
                    <a:pt x="251" y="1"/>
                  </a:moveTo>
                  <a:cubicBezTo>
                    <a:pt x="115" y="1"/>
                    <a:pt x="0" y="107"/>
                    <a:pt x="0" y="252"/>
                  </a:cubicBezTo>
                  <a:cubicBezTo>
                    <a:pt x="0" y="388"/>
                    <a:pt x="115" y="501"/>
                    <a:pt x="251" y="501"/>
                  </a:cubicBezTo>
                  <a:cubicBezTo>
                    <a:pt x="394" y="501"/>
                    <a:pt x="503" y="388"/>
                    <a:pt x="503" y="252"/>
                  </a:cubicBezTo>
                  <a:cubicBezTo>
                    <a:pt x="503" y="107"/>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3"/>
            <p:cNvSpPr/>
            <p:nvPr/>
          </p:nvSpPr>
          <p:spPr>
            <a:xfrm>
              <a:off x="1686650" y="1473325"/>
              <a:ext cx="12600" cy="12550"/>
            </a:xfrm>
            <a:custGeom>
              <a:avLst/>
              <a:gdLst/>
              <a:ahLst/>
              <a:cxnLst/>
              <a:rect l="l" t="t" r="r" b="b"/>
              <a:pathLst>
                <a:path w="504" h="502" extrusionOk="0">
                  <a:moveTo>
                    <a:pt x="252" y="1"/>
                  </a:moveTo>
                  <a:cubicBezTo>
                    <a:pt x="116" y="1"/>
                    <a:pt x="1" y="107"/>
                    <a:pt x="1" y="252"/>
                  </a:cubicBezTo>
                  <a:cubicBezTo>
                    <a:pt x="1" y="388"/>
                    <a:pt x="116" y="501"/>
                    <a:pt x="252" y="501"/>
                  </a:cubicBezTo>
                  <a:cubicBezTo>
                    <a:pt x="388" y="501"/>
                    <a:pt x="503" y="388"/>
                    <a:pt x="503" y="252"/>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3"/>
            <p:cNvSpPr/>
            <p:nvPr/>
          </p:nvSpPr>
          <p:spPr>
            <a:xfrm>
              <a:off x="1778450" y="1473325"/>
              <a:ext cx="12550" cy="12550"/>
            </a:xfrm>
            <a:custGeom>
              <a:avLst/>
              <a:gdLst/>
              <a:ahLst/>
              <a:cxnLst/>
              <a:rect l="l" t="t" r="r" b="b"/>
              <a:pathLst>
                <a:path w="502" h="502" extrusionOk="0">
                  <a:moveTo>
                    <a:pt x="252" y="1"/>
                  </a:moveTo>
                  <a:cubicBezTo>
                    <a:pt x="114" y="1"/>
                    <a:pt x="1" y="107"/>
                    <a:pt x="1" y="252"/>
                  </a:cubicBezTo>
                  <a:cubicBezTo>
                    <a:pt x="1" y="388"/>
                    <a:pt x="114" y="501"/>
                    <a:pt x="252" y="501"/>
                  </a:cubicBezTo>
                  <a:cubicBezTo>
                    <a:pt x="388" y="501"/>
                    <a:pt x="501" y="388"/>
                    <a:pt x="501" y="252"/>
                  </a:cubicBezTo>
                  <a:cubicBezTo>
                    <a:pt x="501"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3"/>
            <p:cNvSpPr/>
            <p:nvPr/>
          </p:nvSpPr>
          <p:spPr>
            <a:xfrm>
              <a:off x="1870375" y="1473325"/>
              <a:ext cx="12400" cy="12550"/>
            </a:xfrm>
            <a:custGeom>
              <a:avLst/>
              <a:gdLst/>
              <a:ahLst/>
              <a:cxnLst/>
              <a:rect l="l" t="t" r="r" b="b"/>
              <a:pathLst>
                <a:path w="496" h="502" extrusionOk="0">
                  <a:moveTo>
                    <a:pt x="252" y="1"/>
                  </a:moveTo>
                  <a:cubicBezTo>
                    <a:pt x="109" y="1"/>
                    <a:pt x="0" y="107"/>
                    <a:pt x="0" y="252"/>
                  </a:cubicBezTo>
                  <a:cubicBezTo>
                    <a:pt x="0" y="388"/>
                    <a:pt x="109" y="501"/>
                    <a:pt x="252" y="501"/>
                  </a:cubicBezTo>
                  <a:cubicBezTo>
                    <a:pt x="387" y="501"/>
                    <a:pt x="496" y="388"/>
                    <a:pt x="496" y="252"/>
                  </a:cubicBezTo>
                  <a:cubicBezTo>
                    <a:pt x="496" y="107"/>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3"/>
            <p:cNvSpPr/>
            <p:nvPr/>
          </p:nvSpPr>
          <p:spPr>
            <a:xfrm>
              <a:off x="1962150" y="1473325"/>
              <a:ext cx="12550" cy="12550"/>
            </a:xfrm>
            <a:custGeom>
              <a:avLst/>
              <a:gdLst/>
              <a:ahLst/>
              <a:cxnLst/>
              <a:rect l="l" t="t" r="r" b="b"/>
              <a:pathLst>
                <a:path w="502" h="502" extrusionOk="0">
                  <a:moveTo>
                    <a:pt x="250" y="1"/>
                  </a:moveTo>
                  <a:cubicBezTo>
                    <a:pt x="114" y="1"/>
                    <a:pt x="1" y="107"/>
                    <a:pt x="1" y="252"/>
                  </a:cubicBezTo>
                  <a:cubicBezTo>
                    <a:pt x="1" y="388"/>
                    <a:pt x="114" y="501"/>
                    <a:pt x="250" y="501"/>
                  </a:cubicBezTo>
                  <a:cubicBezTo>
                    <a:pt x="388" y="501"/>
                    <a:pt x="502" y="388"/>
                    <a:pt x="502" y="252"/>
                  </a:cubicBezTo>
                  <a:cubicBezTo>
                    <a:pt x="502" y="107"/>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3"/>
            <p:cNvSpPr/>
            <p:nvPr/>
          </p:nvSpPr>
          <p:spPr>
            <a:xfrm>
              <a:off x="2054075" y="1473325"/>
              <a:ext cx="12425" cy="12550"/>
            </a:xfrm>
            <a:custGeom>
              <a:avLst/>
              <a:gdLst/>
              <a:ahLst/>
              <a:cxnLst/>
              <a:rect l="l" t="t" r="r" b="b"/>
              <a:pathLst>
                <a:path w="497" h="502" extrusionOk="0">
                  <a:moveTo>
                    <a:pt x="252" y="1"/>
                  </a:moveTo>
                  <a:cubicBezTo>
                    <a:pt x="109" y="1"/>
                    <a:pt x="1" y="107"/>
                    <a:pt x="1" y="252"/>
                  </a:cubicBezTo>
                  <a:cubicBezTo>
                    <a:pt x="1" y="388"/>
                    <a:pt x="109" y="501"/>
                    <a:pt x="252" y="501"/>
                  </a:cubicBezTo>
                  <a:cubicBezTo>
                    <a:pt x="388" y="501"/>
                    <a:pt x="496" y="388"/>
                    <a:pt x="496" y="252"/>
                  </a:cubicBezTo>
                  <a:cubicBezTo>
                    <a:pt x="496"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3"/>
            <p:cNvSpPr/>
            <p:nvPr/>
          </p:nvSpPr>
          <p:spPr>
            <a:xfrm>
              <a:off x="2145825" y="1473325"/>
              <a:ext cx="12600" cy="12550"/>
            </a:xfrm>
            <a:custGeom>
              <a:avLst/>
              <a:gdLst/>
              <a:ahLst/>
              <a:cxnLst/>
              <a:rect l="l" t="t" r="r" b="b"/>
              <a:pathLst>
                <a:path w="504" h="502" extrusionOk="0">
                  <a:moveTo>
                    <a:pt x="252" y="1"/>
                  </a:moveTo>
                  <a:cubicBezTo>
                    <a:pt x="116" y="1"/>
                    <a:pt x="1" y="107"/>
                    <a:pt x="1" y="252"/>
                  </a:cubicBezTo>
                  <a:cubicBezTo>
                    <a:pt x="1" y="388"/>
                    <a:pt x="116" y="501"/>
                    <a:pt x="252" y="501"/>
                  </a:cubicBezTo>
                  <a:cubicBezTo>
                    <a:pt x="388" y="501"/>
                    <a:pt x="503" y="388"/>
                    <a:pt x="503" y="252"/>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3"/>
            <p:cNvSpPr/>
            <p:nvPr/>
          </p:nvSpPr>
          <p:spPr>
            <a:xfrm>
              <a:off x="2237800" y="1473325"/>
              <a:ext cx="12350" cy="12550"/>
            </a:xfrm>
            <a:custGeom>
              <a:avLst/>
              <a:gdLst/>
              <a:ahLst/>
              <a:cxnLst/>
              <a:rect l="l" t="t" r="r" b="b"/>
              <a:pathLst>
                <a:path w="494" h="502" extrusionOk="0">
                  <a:moveTo>
                    <a:pt x="244" y="1"/>
                  </a:moveTo>
                  <a:cubicBezTo>
                    <a:pt x="107" y="1"/>
                    <a:pt x="0" y="107"/>
                    <a:pt x="0" y="252"/>
                  </a:cubicBezTo>
                  <a:cubicBezTo>
                    <a:pt x="0" y="388"/>
                    <a:pt x="107" y="501"/>
                    <a:pt x="244" y="501"/>
                  </a:cubicBezTo>
                  <a:cubicBezTo>
                    <a:pt x="387" y="501"/>
                    <a:pt x="494" y="388"/>
                    <a:pt x="494" y="252"/>
                  </a:cubicBezTo>
                  <a:cubicBezTo>
                    <a:pt x="494" y="107"/>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3"/>
            <p:cNvSpPr/>
            <p:nvPr/>
          </p:nvSpPr>
          <p:spPr>
            <a:xfrm>
              <a:off x="2329550" y="1473325"/>
              <a:ext cx="12575" cy="12550"/>
            </a:xfrm>
            <a:custGeom>
              <a:avLst/>
              <a:gdLst/>
              <a:ahLst/>
              <a:cxnLst/>
              <a:rect l="l" t="t" r="r" b="b"/>
              <a:pathLst>
                <a:path w="503" h="502" extrusionOk="0">
                  <a:moveTo>
                    <a:pt x="251" y="1"/>
                  </a:moveTo>
                  <a:cubicBezTo>
                    <a:pt x="115" y="1"/>
                    <a:pt x="0" y="107"/>
                    <a:pt x="0" y="252"/>
                  </a:cubicBezTo>
                  <a:cubicBezTo>
                    <a:pt x="0" y="388"/>
                    <a:pt x="115" y="501"/>
                    <a:pt x="251" y="501"/>
                  </a:cubicBezTo>
                  <a:cubicBezTo>
                    <a:pt x="387" y="501"/>
                    <a:pt x="502" y="388"/>
                    <a:pt x="502" y="252"/>
                  </a:cubicBezTo>
                  <a:cubicBezTo>
                    <a:pt x="502"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3"/>
            <p:cNvSpPr/>
            <p:nvPr/>
          </p:nvSpPr>
          <p:spPr>
            <a:xfrm>
              <a:off x="2421325" y="1473325"/>
              <a:ext cx="12550" cy="12550"/>
            </a:xfrm>
            <a:custGeom>
              <a:avLst/>
              <a:gdLst/>
              <a:ahLst/>
              <a:cxnLst/>
              <a:rect l="l" t="t" r="r" b="b"/>
              <a:pathLst>
                <a:path w="502" h="502" extrusionOk="0">
                  <a:moveTo>
                    <a:pt x="250" y="1"/>
                  </a:moveTo>
                  <a:cubicBezTo>
                    <a:pt x="114" y="1"/>
                    <a:pt x="1" y="107"/>
                    <a:pt x="1" y="252"/>
                  </a:cubicBezTo>
                  <a:cubicBezTo>
                    <a:pt x="1" y="388"/>
                    <a:pt x="114" y="501"/>
                    <a:pt x="250" y="501"/>
                  </a:cubicBezTo>
                  <a:cubicBezTo>
                    <a:pt x="395" y="501"/>
                    <a:pt x="501" y="388"/>
                    <a:pt x="501" y="252"/>
                  </a:cubicBezTo>
                  <a:cubicBezTo>
                    <a:pt x="501" y="107"/>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3"/>
            <p:cNvSpPr/>
            <p:nvPr/>
          </p:nvSpPr>
          <p:spPr>
            <a:xfrm>
              <a:off x="2513250" y="1473325"/>
              <a:ext cx="12575" cy="12550"/>
            </a:xfrm>
            <a:custGeom>
              <a:avLst/>
              <a:gdLst/>
              <a:ahLst/>
              <a:cxnLst/>
              <a:rect l="l" t="t" r="r" b="b"/>
              <a:pathLst>
                <a:path w="503" h="502" extrusionOk="0">
                  <a:moveTo>
                    <a:pt x="252" y="1"/>
                  </a:moveTo>
                  <a:cubicBezTo>
                    <a:pt x="109" y="1"/>
                    <a:pt x="0" y="107"/>
                    <a:pt x="0" y="252"/>
                  </a:cubicBezTo>
                  <a:cubicBezTo>
                    <a:pt x="0" y="388"/>
                    <a:pt x="109" y="501"/>
                    <a:pt x="252" y="501"/>
                  </a:cubicBezTo>
                  <a:cubicBezTo>
                    <a:pt x="388" y="501"/>
                    <a:pt x="503" y="388"/>
                    <a:pt x="503" y="252"/>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3"/>
            <p:cNvSpPr/>
            <p:nvPr/>
          </p:nvSpPr>
          <p:spPr>
            <a:xfrm>
              <a:off x="2605000" y="1473325"/>
              <a:ext cx="12575" cy="12550"/>
            </a:xfrm>
            <a:custGeom>
              <a:avLst/>
              <a:gdLst/>
              <a:ahLst/>
              <a:cxnLst/>
              <a:rect l="l" t="t" r="r" b="b"/>
              <a:pathLst>
                <a:path w="503" h="502" extrusionOk="0">
                  <a:moveTo>
                    <a:pt x="252" y="1"/>
                  </a:moveTo>
                  <a:cubicBezTo>
                    <a:pt x="116" y="1"/>
                    <a:pt x="0" y="107"/>
                    <a:pt x="0" y="252"/>
                  </a:cubicBezTo>
                  <a:cubicBezTo>
                    <a:pt x="0" y="388"/>
                    <a:pt x="116" y="501"/>
                    <a:pt x="252" y="501"/>
                  </a:cubicBezTo>
                  <a:cubicBezTo>
                    <a:pt x="387" y="501"/>
                    <a:pt x="503" y="388"/>
                    <a:pt x="503" y="252"/>
                  </a:cubicBezTo>
                  <a:cubicBezTo>
                    <a:pt x="503" y="107"/>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3"/>
            <p:cNvSpPr/>
            <p:nvPr/>
          </p:nvSpPr>
          <p:spPr>
            <a:xfrm>
              <a:off x="2696950" y="1473325"/>
              <a:ext cx="12375" cy="12550"/>
            </a:xfrm>
            <a:custGeom>
              <a:avLst/>
              <a:gdLst/>
              <a:ahLst/>
              <a:cxnLst/>
              <a:rect l="l" t="t" r="r" b="b"/>
              <a:pathLst>
                <a:path w="495" h="502" extrusionOk="0">
                  <a:moveTo>
                    <a:pt x="252" y="1"/>
                  </a:moveTo>
                  <a:cubicBezTo>
                    <a:pt x="108" y="1"/>
                    <a:pt x="1" y="107"/>
                    <a:pt x="1" y="252"/>
                  </a:cubicBezTo>
                  <a:cubicBezTo>
                    <a:pt x="1" y="388"/>
                    <a:pt x="108" y="501"/>
                    <a:pt x="252" y="501"/>
                  </a:cubicBezTo>
                  <a:cubicBezTo>
                    <a:pt x="388" y="501"/>
                    <a:pt x="495" y="388"/>
                    <a:pt x="495" y="252"/>
                  </a:cubicBezTo>
                  <a:cubicBezTo>
                    <a:pt x="495"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3"/>
            <p:cNvSpPr/>
            <p:nvPr/>
          </p:nvSpPr>
          <p:spPr>
            <a:xfrm>
              <a:off x="2788700" y="1473325"/>
              <a:ext cx="12600" cy="12550"/>
            </a:xfrm>
            <a:custGeom>
              <a:avLst/>
              <a:gdLst/>
              <a:ahLst/>
              <a:cxnLst/>
              <a:rect l="l" t="t" r="r" b="b"/>
              <a:pathLst>
                <a:path w="504" h="502" extrusionOk="0">
                  <a:moveTo>
                    <a:pt x="252" y="1"/>
                  </a:moveTo>
                  <a:cubicBezTo>
                    <a:pt x="116" y="1"/>
                    <a:pt x="1" y="107"/>
                    <a:pt x="1" y="252"/>
                  </a:cubicBezTo>
                  <a:cubicBezTo>
                    <a:pt x="1" y="388"/>
                    <a:pt x="116" y="501"/>
                    <a:pt x="252" y="501"/>
                  </a:cubicBezTo>
                  <a:cubicBezTo>
                    <a:pt x="388" y="501"/>
                    <a:pt x="503" y="388"/>
                    <a:pt x="503" y="252"/>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3"/>
            <p:cNvSpPr/>
            <p:nvPr/>
          </p:nvSpPr>
          <p:spPr>
            <a:xfrm>
              <a:off x="2880675" y="1473325"/>
              <a:ext cx="12375" cy="12550"/>
            </a:xfrm>
            <a:custGeom>
              <a:avLst/>
              <a:gdLst/>
              <a:ahLst/>
              <a:cxnLst/>
              <a:rect l="l" t="t" r="r" b="b"/>
              <a:pathLst>
                <a:path w="495" h="502" extrusionOk="0">
                  <a:moveTo>
                    <a:pt x="243" y="1"/>
                  </a:moveTo>
                  <a:cubicBezTo>
                    <a:pt x="107" y="1"/>
                    <a:pt x="0" y="107"/>
                    <a:pt x="0" y="252"/>
                  </a:cubicBezTo>
                  <a:cubicBezTo>
                    <a:pt x="0" y="388"/>
                    <a:pt x="107" y="501"/>
                    <a:pt x="243" y="501"/>
                  </a:cubicBezTo>
                  <a:cubicBezTo>
                    <a:pt x="387" y="501"/>
                    <a:pt x="494" y="388"/>
                    <a:pt x="494" y="252"/>
                  </a:cubicBezTo>
                  <a:cubicBezTo>
                    <a:pt x="494" y="107"/>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3"/>
            <p:cNvSpPr/>
            <p:nvPr/>
          </p:nvSpPr>
          <p:spPr>
            <a:xfrm>
              <a:off x="2972425" y="1473325"/>
              <a:ext cx="12575" cy="12550"/>
            </a:xfrm>
            <a:custGeom>
              <a:avLst/>
              <a:gdLst/>
              <a:ahLst/>
              <a:cxnLst/>
              <a:rect l="l" t="t" r="r" b="b"/>
              <a:pathLst>
                <a:path w="503" h="502" extrusionOk="0">
                  <a:moveTo>
                    <a:pt x="251" y="1"/>
                  </a:moveTo>
                  <a:cubicBezTo>
                    <a:pt x="115" y="1"/>
                    <a:pt x="0" y="107"/>
                    <a:pt x="0" y="252"/>
                  </a:cubicBezTo>
                  <a:cubicBezTo>
                    <a:pt x="0" y="388"/>
                    <a:pt x="115" y="501"/>
                    <a:pt x="251" y="501"/>
                  </a:cubicBezTo>
                  <a:cubicBezTo>
                    <a:pt x="387" y="501"/>
                    <a:pt x="503" y="388"/>
                    <a:pt x="503" y="252"/>
                  </a:cubicBezTo>
                  <a:cubicBezTo>
                    <a:pt x="503"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3"/>
            <p:cNvSpPr/>
            <p:nvPr/>
          </p:nvSpPr>
          <p:spPr>
            <a:xfrm>
              <a:off x="3064375" y="1473325"/>
              <a:ext cx="12375" cy="12550"/>
            </a:xfrm>
            <a:custGeom>
              <a:avLst/>
              <a:gdLst/>
              <a:ahLst/>
              <a:cxnLst/>
              <a:rect l="l" t="t" r="r" b="b"/>
              <a:pathLst>
                <a:path w="495" h="502" extrusionOk="0">
                  <a:moveTo>
                    <a:pt x="243" y="1"/>
                  </a:moveTo>
                  <a:cubicBezTo>
                    <a:pt x="107" y="1"/>
                    <a:pt x="1" y="107"/>
                    <a:pt x="1" y="252"/>
                  </a:cubicBezTo>
                  <a:cubicBezTo>
                    <a:pt x="1" y="388"/>
                    <a:pt x="107" y="501"/>
                    <a:pt x="243" y="501"/>
                  </a:cubicBezTo>
                  <a:cubicBezTo>
                    <a:pt x="388" y="501"/>
                    <a:pt x="495" y="388"/>
                    <a:pt x="495" y="252"/>
                  </a:cubicBezTo>
                  <a:cubicBezTo>
                    <a:pt x="495" y="107"/>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3"/>
            <p:cNvSpPr/>
            <p:nvPr/>
          </p:nvSpPr>
          <p:spPr>
            <a:xfrm>
              <a:off x="3156125" y="1473325"/>
              <a:ext cx="12600" cy="12550"/>
            </a:xfrm>
            <a:custGeom>
              <a:avLst/>
              <a:gdLst/>
              <a:ahLst/>
              <a:cxnLst/>
              <a:rect l="l" t="t" r="r" b="b"/>
              <a:pathLst>
                <a:path w="504" h="502" extrusionOk="0">
                  <a:moveTo>
                    <a:pt x="252" y="1"/>
                  </a:moveTo>
                  <a:cubicBezTo>
                    <a:pt x="116" y="1"/>
                    <a:pt x="1" y="107"/>
                    <a:pt x="1" y="252"/>
                  </a:cubicBezTo>
                  <a:cubicBezTo>
                    <a:pt x="1" y="388"/>
                    <a:pt x="116" y="501"/>
                    <a:pt x="252" y="501"/>
                  </a:cubicBezTo>
                  <a:cubicBezTo>
                    <a:pt x="388" y="501"/>
                    <a:pt x="503" y="388"/>
                    <a:pt x="503" y="252"/>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3"/>
            <p:cNvSpPr/>
            <p:nvPr/>
          </p:nvSpPr>
          <p:spPr>
            <a:xfrm>
              <a:off x="3247875" y="1473325"/>
              <a:ext cx="12575" cy="12550"/>
            </a:xfrm>
            <a:custGeom>
              <a:avLst/>
              <a:gdLst/>
              <a:ahLst/>
              <a:cxnLst/>
              <a:rect l="l" t="t" r="r" b="b"/>
              <a:pathLst>
                <a:path w="503" h="502" extrusionOk="0">
                  <a:moveTo>
                    <a:pt x="252" y="1"/>
                  </a:moveTo>
                  <a:cubicBezTo>
                    <a:pt x="116" y="1"/>
                    <a:pt x="1" y="107"/>
                    <a:pt x="1" y="252"/>
                  </a:cubicBezTo>
                  <a:cubicBezTo>
                    <a:pt x="1" y="388"/>
                    <a:pt x="116" y="501"/>
                    <a:pt x="252" y="501"/>
                  </a:cubicBezTo>
                  <a:cubicBezTo>
                    <a:pt x="388" y="501"/>
                    <a:pt x="503" y="388"/>
                    <a:pt x="503" y="252"/>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3"/>
            <p:cNvSpPr/>
            <p:nvPr/>
          </p:nvSpPr>
          <p:spPr>
            <a:xfrm>
              <a:off x="3339850" y="1473325"/>
              <a:ext cx="12525" cy="12550"/>
            </a:xfrm>
            <a:custGeom>
              <a:avLst/>
              <a:gdLst/>
              <a:ahLst/>
              <a:cxnLst/>
              <a:rect l="l" t="t" r="r" b="b"/>
              <a:pathLst>
                <a:path w="501" h="502" extrusionOk="0">
                  <a:moveTo>
                    <a:pt x="251" y="1"/>
                  </a:moveTo>
                  <a:cubicBezTo>
                    <a:pt x="107" y="1"/>
                    <a:pt x="0" y="107"/>
                    <a:pt x="0" y="252"/>
                  </a:cubicBezTo>
                  <a:cubicBezTo>
                    <a:pt x="0" y="388"/>
                    <a:pt x="107" y="501"/>
                    <a:pt x="251" y="501"/>
                  </a:cubicBezTo>
                  <a:cubicBezTo>
                    <a:pt x="387" y="501"/>
                    <a:pt x="501" y="388"/>
                    <a:pt x="501" y="252"/>
                  </a:cubicBezTo>
                  <a:cubicBezTo>
                    <a:pt x="501"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3"/>
            <p:cNvSpPr/>
            <p:nvPr/>
          </p:nvSpPr>
          <p:spPr>
            <a:xfrm>
              <a:off x="3431575" y="1473325"/>
              <a:ext cx="12600" cy="12550"/>
            </a:xfrm>
            <a:custGeom>
              <a:avLst/>
              <a:gdLst/>
              <a:ahLst/>
              <a:cxnLst/>
              <a:rect l="l" t="t" r="r" b="b"/>
              <a:pathLst>
                <a:path w="504" h="502" extrusionOk="0">
                  <a:moveTo>
                    <a:pt x="252" y="1"/>
                  </a:moveTo>
                  <a:cubicBezTo>
                    <a:pt x="116" y="1"/>
                    <a:pt x="1" y="107"/>
                    <a:pt x="1" y="252"/>
                  </a:cubicBezTo>
                  <a:cubicBezTo>
                    <a:pt x="1" y="388"/>
                    <a:pt x="116" y="501"/>
                    <a:pt x="252" y="501"/>
                  </a:cubicBezTo>
                  <a:cubicBezTo>
                    <a:pt x="388" y="501"/>
                    <a:pt x="503" y="388"/>
                    <a:pt x="503" y="252"/>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3"/>
            <p:cNvSpPr/>
            <p:nvPr/>
          </p:nvSpPr>
          <p:spPr>
            <a:xfrm>
              <a:off x="3523550" y="1473325"/>
              <a:ext cx="12375" cy="12550"/>
            </a:xfrm>
            <a:custGeom>
              <a:avLst/>
              <a:gdLst/>
              <a:ahLst/>
              <a:cxnLst/>
              <a:rect l="l" t="t" r="r" b="b"/>
              <a:pathLst>
                <a:path w="495" h="502" extrusionOk="0">
                  <a:moveTo>
                    <a:pt x="250" y="1"/>
                  </a:moveTo>
                  <a:cubicBezTo>
                    <a:pt x="107" y="1"/>
                    <a:pt x="0" y="107"/>
                    <a:pt x="0" y="252"/>
                  </a:cubicBezTo>
                  <a:cubicBezTo>
                    <a:pt x="0" y="388"/>
                    <a:pt x="107" y="501"/>
                    <a:pt x="250" y="501"/>
                  </a:cubicBezTo>
                  <a:cubicBezTo>
                    <a:pt x="388" y="501"/>
                    <a:pt x="494" y="388"/>
                    <a:pt x="494" y="252"/>
                  </a:cubicBezTo>
                  <a:cubicBezTo>
                    <a:pt x="494" y="107"/>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3"/>
            <p:cNvSpPr/>
            <p:nvPr/>
          </p:nvSpPr>
          <p:spPr>
            <a:xfrm>
              <a:off x="676400" y="15650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3"/>
            <p:cNvSpPr/>
            <p:nvPr/>
          </p:nvSpPr>
          <p:spPr>
            <a:xfrm>
              <a:off x="768325" y="1565075"/>
              <a:ext cx="12400" cy="12600"/>
            </a:xfrm>
            <a:custGeom>
              <a:avLst/>
              <a:gdLst/>
              <a:ahLst/>
              <a:cxnLst/>
              <a:rect l="l" t="t" r="r" b="b"/>
              <a:pathLst>
                <a:path w="496" h="504"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3"/>
            <p:cNvSpPr/>
            <p:nvPr/>
          </p:nvSpPr>
          <p:spPr>
            <a:xfrm>
              <a:off x="860125" y="1565075"/>
              <a:ext cx="12525" cy="12600"/>
            </a:xfrm>
            <a:custGeom>
              <a:avLst/>
              <a:gdLst/>
              <a:ahLst/>
              <a:cxnLst/>
              <a:rect l="l" t="t" r="r" b="b"/>
              <a:pathLst>
                <a:path w="501" h="504"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3"/>
            <p:cNvSpPr/>
            <p:nvPr/>
          </p:nvSpPr>
          <p:spPr>
            <a:xfrm>
              <a:off x="951850" y="15650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3"/>
            <p:cNvSpPr/>
            <p:nvPr/>
          </p:nvSpPr>
          <p:spPr>
            <a:xfrm>
              <a:off x="1043825" y="1565075"/>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3"/>
            <p:cNvSpPr/>
            <p:nvPr/>
          </p:nvSpPr>
          <p:spPr>
            <a:xfrm>
              <a:off x="1135575" y="1565075"/>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3"/>
            <p:cNvSpPr/>
            <p:nvPr/>
          </p:nvSpPr>
          <p:spPr>
            <a:xfrm>
              <a:off x="1227500" y="1565075"/>
              <a:ext cx="12400" cy="12600"/>
            </a:xfrm>
            <a:custGeom>
              <a:avLst/>
              <a:gdLst/>
              <a:ahLst/>
              <a:cxnLst/>
              <a:rect l="l" t="t" r="r" b="b"/>
              <a:pathLst>
                <a:path w="496" h="504"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3"/>
            <p:cNvSpPr/>
            <p:nvPr/>
          </p:nvSpPr>
          <p:spPr>
            <a:xfrm>
              <a:off x="1319275" y="1565075"/>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3"/>
            <p:cNvSpPr/>
            <p:nvPr/>
          </p:nvSpPr>
          <p:spPr>
            <a:xfrm>
              <a:off x="1411200" y="1565075"/>
              <a:ext cx="12425" cy="12600"/>
            </a:xfrm>
            <a:custGeom>
              <a:avLst/>
              <a:gdLst/>
              <a:ahLst/>
              <a:cxnLst/>
              <a:rect l="l" t="t" r="r" b="b"/>
              <a:pathLst>
                <a:path w="497" h="504"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3"/>
            <p:cNvSpPr/>
            <p:nvPr/>
          </p:nvSpPr>
          <p:spPr>
            <a:xfrm>
              <a:off x="1503000" y="1565075"/>
              <a:ext cx="12525" cy="12600"/>
            </a:xfrm>
            <a:custGeom>
              <a:avLst/>
              <a:gdLst/>
              <a:ahLst/>
              <a:cxnLst/>
              <a:rect l="l" t="t" r="r" b="b"/>
              <a:pathLst>
                <a:path w="501" h="504"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3"/>
            <p:cNvSpPr/>
            <p:nvPr/>
          </p:nvSpPr>
          <p:spPr>
            <a:xfrm>
              <a:off x="1594750" y="1565075"/>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3"/>
            <p:cNvSpPr/>
            <p:nvPr/>
          </p:nvSpPr>
          <p:spPr>
            <a:xfrm>
              <a:off x="1686650" y="15650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3"/>
            <p:cNvSpPr/>
            <p:nvPr/>
          </p:nvSpPr>
          <p:spPr>
            <a:xfrm>
              <a:off x="1778450" y="1565075"/>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3"/>
            <p:cNvSpPr/>
            <p:nvPr/>
          </p:nvSpPr>
          <p:spPr>
            <a:xfrm>
              <a:off x="1870375" y="1565075"/>
              <a:ext cx="12400" cy="12600"/>
            </a:xfrm>
            <a:custGeom>
              <a:avLst/>
              <a:gdLst/>
              <a:ahLst/>
              <a:cxnLst/>
              <a:rect l="l" t="t" r="r" b="b"/>
              <a:pathLst>
                <a:path w="496" h="504"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3"/>
            <p:cNvSpPr/>
            <p:nvPr/>
          </p:nvSpPr>
          <p:spPr>
            <a:xfrm>
              <a:off x="1962150" y="1565075"/>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3"/>
            <p:cNvSpPr/>
            <p:nvPr/>
          </p:nvSpPr>
          <p:spPr>
            <a:xfrm>
              <a:off x="2054075" y="1565075"/>
              <a:ext cx="12425" cy="12600"/>
            </a:xfrm>
            <a:custGeom>
              <a:avLst/>
              <a:gdLst/>
              <a:ahLst/>
              <a:cxnLst/>
              <a:rect l="l" t="t" r="r" b="b"/>
              <a:pathLst>
                <a:path w="497" h="504"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3"/>
            <p:cNvSpPr/>
            <p:nvPr/>
          </p:nvSpPr>
          <p:spPr>
            <a:xfrm>
              <a:off x="2145825" y="15650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3"/>
            <p:cNvSpPr/>
            <p:nvPr/>
          </p:nvSpPr>
          <p:spPr>
            <a:xfrm>
              <a:off x="2237800" y="1565075"/>
              <a:ext cx="12350" cy="12600"/>
            </a:xfrm>
            <a:custGeom>
              <a:avLst/>
              <a:gdLst/>
              <a:ahLst/>
              <a:cxnLst/>
              <a:rect l="l" t="t" r="r" b="b"/>
              <a:pathLst>
                <a:path w="494" h="504"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3"/>
            <p:cNvSpPr/>
            <p:nvPr/>
          </p:nvSpPr>
          <p:spPr>
            <a:xfrm>
              <a:off x="2329550" y="1565075"/>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3"/>
            <p:cNvSpPr/>
            <p:nvPr/>
          </p:nvSpPr>
          <p:spPr>
            <a:xfrm>
              <a:off x="2421325" y="1565075"/>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3"/>
            <p:cNvSpPr/>
            <p:nvPr/>
          </p:nvSpPr>
          <p:spPr>
            <a:xfrm>
              <a:off x="2513250" y="1565075"/>
              <a:ext cx="12575" cy="12600"/>
            </a:xfrm>
            <a:custGeom>
              <a:avLst/>
              <a:gdLst/>
              <a:ahLst/>
              <a:cxnLst/>
              <a:rect l="l" t="t" r="r" b="b"/>
              <a:pathLst>
                <a:path w="503" h="504"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3"/>
            <p:cNvSpPr/>
            <p:nvPr/>
          </p:nvSpPr>
          <p:spPr>
            <a:xfrm>
              <a:off x="2605000" y="1565075"/>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3"/>
            <p:cNvSpPr/>
            <p:nvPr/>
          </p:nvSpPr>
          <p:spPr>
            <a:xfrm>
              <a:off x="2696950" y="1565075"/>
              <a:ext cx="12375" cy="12600"/>
            </a:xfrm>
            <a:custGeom>
              <a:avLst/>
              <a:gdLst/>
              <a:ahLst/>
              <a:cxnLst/>
              <a:rect l="l" t="t" r="r" b="b"/>
              <a:pathLst>
                <a:path w="495" h="504"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3"/>
            <p:cNvSpPr/>
            <p:nvPr/>
          </p:nvSpPr>
          <p:spPr>
            <a:xfrm>
              <a:off x="2788700" y="15650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3"/>
            <p:cNvSpPr/>
            <p:nvPr/>
          </p:nvSpPr>
          <p:spPr>
            <a:xfrm>
              <a:off x="2880675" y="1565075"/>
              <a:ext cx="12375" cy="12600"/>
            </a:xfrm>
            <a:custGeom>
              <a:avLst/>
              <a:gdLst/>
              <a:ahLst/>
              <a:cxnLst/>
              <a:rect l="l" t="t" r="r" b="b"/>
              <a:pathLst>
                <a:path w="495" h="504"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3"/>
            <p:cNvSpPr/>
            <p:nvPr/>
          </p:nvSpPr>
          <p:spPr>
            <a:xfrm>
              <a:off x="2972425" y="1565075"/>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3"/>
            <p:cNvSpPr/>
            <p:nvPr/>
          </p:nvSpPr>
          <p:spPr>
            <a:xfrm>
              <a:off x="3064375" y="1565075"/>
              <a:ext cx="12375" cy="12600"/>
            </a:xfrm>
            <a:custGeom>
              <a:avLst/>
              <a:gdLst/>
              <a:ahLst/>
              <a:cxnLst/>
              <a:rect l="l" t="t" r="r" b="b"/>
              <a:pathLst>
                <a:path w="495" h="504"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3"/>
            <p:cNvSpPr/>
            <p:nvPr/>
          </p:nvSpPr>
          <p:spPr>
            <a:xfrm>
              <a:off x="3156125" y="15650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3"/>
            <p:cNvSpPr/>
            <p:nvPr/>
          </p:nvSpPr>
          <p:spPr>
            <a:xfrm>
              <a:off x="3247875" y="1565075"/>
              <a:ext cx="12575" cy="12600"/>
            </a:xfrm>
            <a:custGeom>
              <a:avLst/>
              <a:gdLst/>
              <a:ahLst/>
              <a:cxnLst/>
              <a:rect l="l" t="t" r="r" b="b"/>
              <a:pathLst>
                <a:path w="503"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3"/>
            <p:cNvSpPr/>
            <p:nvPr/>
          </p:nvSpPr>
          <p:spPr>
            <a:xfrm>
              <a:off x="3339850" y="1565075"/>
              <a:ext cx="12525" cy="12600"/>
            </a:xfrm>
            <a:custGeom>
              <a:avLst/>
              <a:gdLst/>
              <a:ahLst/>
              <a:cxnLst/>
              <a:rect l="l" t="t" r="r" b="b"/>
              <a:pathLst>
                <a:path w="501" h="504"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3"/>
            <p:cNvSpPr/>
            <p:nvPr/>
          </p:nvSpPr>
          <p:spPr>
            <a:xfrm>
              <a:off x="3431575" y="15650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3"/>
            <p:cNvSpPr/>
            <p:nvPr/>
          </p:nvSpPr>
          <p:spPr>
            <a:xfrm>
              <a:off x="3523550" y="1565075"/>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3"/>
            <p:cNvSpPr/>
            <p:nvPr/>
          </p:nvSpPr>
          <p:spPr>
            <a:xfrm>
              <a:off x="676400" y="1657050"/>
              <a:ext cx="12600" cy="12375"/>
            </a:xfrm>
            <a:custGeom>
              <a:avLst/>
              <a:gdLst/>
              <a:ahLst/>
              <a:cxnLst/>
              <a:rect l="l" t="t" r="r" b="b"/>
              <a:pathLst>
                <a:path w="504" h="495" extrusionOk="0">
                  <a:moveTo>
                    <a:pt x="252" y="0"/>
                  </a:moveTo>
                  <a:cubicBezTo>
                    <a:pt x="116" y="0"/>
                    <a:pt x="1" y="107"/>
                    <a:pt x="1" y="250"/>
                  </a:cubicBezTo>
                  <a:cubicBezTo>
                    <a:pt x="1" y="387"/>
                    <a:pt x="116" y="494"/>
                    <a:pt x="252" y="494"/>
                  </a:cubicBezTo>
                  <a:cubicBezTo>
                    <a:pt x="388" y="494"/>
                    <a:pt x="503" y="387"/>
                    <a:pt x="503" y="250"/>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3"/>
            <p:cNvSpPr/>
            <p:nvPr/>
          </p:nvSpPr>
          <p:spPr>
            <a:xfrm>
              <a:off x="768325" y="1657050"/>
              <a:ext cx="12400" cy="12375"/>
            </a:xfrm>
            <a:custGeom>
              <a:avLst/>
              <a:gdLst/>
              <a:ahLst/>
              <a:cxnLst/>
              <a:rect l="l" t="t" r="r" b="b"/>
              <a:pathLst>
                <a:path w="496" h="495" extrusionOk="0">
                  <a:moveTo>
                    <a:pt x="245" y="0"/>
                  </a:moveTo>
                  <a:cubicBezTo>
                    <a:pt x="109" y="0"/>
                    <a:pt x="0" y="107"/>
                    <a:pt x="0" y="250"/>
                  </a:cubicBezTo>
                  <a:cubicBezTo>
                    <a:pt x="0" y="387"/>
                    <a:pt x="109" y="494"/>
                    <a:pt x="245" y="494"/>
                  </a:cubicBezTo>
                  <a:cubicBezTo>
                    <a:pt x="388" y="494"/>
                    <a:pt x="496" y="387"/>
                    <a:pt x="496" y="250"/>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3"/>
            <p:cNvSpPr/>
            <p:nvPr/>
          </p:nvSpPr>
          <p:spPr>
            <a:xfrm>
              <a:off x="860125" y="1657050"/>
              <a:ext cx="12525" cy="12375"/>
            </a:xfrm>
            <a:custGeom>
              <a:avLst/>
              <a:gdLst/>
              <a:ahLst/>
              <a:cxnLst/>
              <a:rect l="l" t="t" r="r" b="b"/>
              <a:pathLst>
                <a:path w="501" h="495" extrusionOk="0">
                  <a:moveTo>
                    <a:pt x="251" y="0"/>
                  </a:moveTo>
                  <a:cubicBezTo>
                    <a:pt x="114" y="0"/>
                    <a:pt x="0" y="107"/>
                    <a:pt x="0" y="250"/>
                  </a:cubicBezTo>
                  <a:cubicBezTo>
                    <a:pt x="0" y="387"/>
                    <a:pt x="114" y="494"/>
                    <a:pt x="251" y="494"/>
                  </a:cubicBezTo>
                  <a:cubicBezTo>
                    <a:pt x="387" y="494"/>
                    <a:pt x="501" y="387"/>
                    <a:pt x="501" y="250"/>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3"/>
            <p:cNvSpPr/>
            <p:nvPr/>
          </p:nvSpPr>
          <p:spPr>
            <a:xfrm>
              <a:off x="951850" y="1657050"/>
              <a:ext cx="12600" cy="12375"/>
            </a:xfrm>
            <a:custGeom>
              <a:avLst/>
              <a:gdLst/>
              <a:ahLst/>
              <a:cxnLst/>
              <a:rect l="l" t="t" r="r" b="b"/>
              <a:pathLst>
                <a:path w="504" h="495" extrusionOk="0">
                  <a:moveTo>
                    <a:pt x="252" y="0"/>
                  </a:moveTo>
                  <a:cubicBezTo>
                    <a:pt x="116" y="0"/>
                    <a:pt x="1" y="107"/>
                    <a:pt x="1" y="250"/>
                  </a:cubicBezTo>
                  <a:cubicBezTo>
                    <a:pt x="1" y="387"/>
                    <a:pt x="116" y="494"/>
                    <a:pt x="252" y="494"/>
                  </a:cubicBezTo>
                  <a:cubicBezTo>
                    <a:pt x="388" y="494"/>
                    <a:pt x="503" y="387"/>
                    <a:pt x="503" y="250"/>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3"/>
            <p:cNvSpPr/>
            <p:nvPr/>
          </p:nvSpPr>
          <p:spPr>
            <a:xfrm>
              <a:off x="1043825" y="1657050"/>
              <a:ext cx="12375" cy="12375"/>
            </a:xfrm>
            <a:custGeom>
              <a:avLst/>
              <a:gdLst/>
              <a:ahLst/>
              <a:cxnLst/>
              <a:rect l="l" t="t" r="r" b="b"/>
              <a:pathLst>
                <a:path w="495" h="495" extrusionOk="0">
                  <a:moveTo>
                    <a:pt x="250" y="0"/>
                  </a:moveTo>
                  <a:cubicBezTo>
                    <a:pt x="107" y="0"/>
                    <a:pt x="0" y="107"/>
                    <a:pt x="0" y="250"/>
                  </a:cubicBezTo>
                  <a:cubicBezTo>
                    <a:pt x="0" y="387"/>
                    <a:pt x="107" y="494"/>
                    <a:pt x="250" y="494"/>
                  </a:cubicBezTo>
                  <a:cubicBezTo>
                    <a:pt x="388" y="494"/>
                    <a:pt x="494" y="387"/>
                    <a:pt x="494" y="250"/>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3"/>
            <p:cNvSpPr/>
            <p:nvPr/>
          </p:nvSpPr>
          <p:spPr>
            <a:xfrm>
              <a:off x="1135575" y="1657050"/>
              <a:ext cx="12575" cy="12375"/>
            </a:xfrm>
            <a:custGeom>
              <a:avLst/>
              <a:gdLst/>
              <a:ahLst/>
              <a:cxnLst/>
              <a:rect l="l" t="t" r="r" b="b"/>
              <a:pathLst>
                <a:path w="503" h="495" extrusionOk="0">
                  <a:moveTo>
                    <a:pt x="252" y="0"/>
                  </a:moveTo>
                  <a:cubicBezTo>
                    <a:pt x="116" y="0"/>
                    <a:pt x="0" y="107"/>
                    <a:pt x="0" y="250"/>
                  </a:cubicBezTo>
                  <a:cubicBezTo>
                    <a:pt x="0" y="387"/>
                    <a:pt x="116" y="494"/>
                    <a:pt x="252" y="494"/>
                  </a:cubicBezTo>
                  <a:cubicBezTo>
                    <a:pt x="387" y="494"/>
                    <a:pt x="503" y="387"/>
                    <a:pt x="503" y="250"/>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3"/>
            <p:cNvSpPr/>
            <p:nvPr/>
          </p:nvSpPr>
          <p:spPr>
            <a:xfrm>
              <a:off x="1227500" y="1657050"/>
              <a:ext cx="12400" cy="12375"/>
            </a:xfrm>
            <a:custGeom>
              <a:avLst/>
              <a:gdLst/>
              <a:ahLst/>
              <a:cxnLst/>
              <a:rect l="l" t="t" r="r" b="b"/>
              <a:pathLst>
                <a:path w="496" h="495" extrusionOk="0">
                  <a:moveTo>
                    <a:pt x="251" y="0"/>
                  </a:moveTo>
                  <a:cubicBezTo>
                    <a:pt x="109" y="0"/>
                    <a:pt x="0" y="107"/>
                    <a:pt x="0" y="250"/>
                  </a:cubicBezTo>
                  <a:cubicBezTo>
                    <a:pt x="0" y="387"/>
                    <a:pt x="109" y="494"/>
                    <a:pt x="251" y="494"/>
                  </a:cubicBezTo>
                  <a:cubicBezTo>
                    <a:pt x="387" y="494"/>
                    <a:pt x="496" y="387"/>
                    <a:pt x="496" y="250"/>
                  </a:cubicBezTo>
                  <a:cubicBezTo>
                    <a:pt x="496"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3"/>
            <p:cNvSpPr/>
            <p:nvPr/>
          </p:nvSpPr>
          <p:spPr>
            <a:xfrm>
              <a:off x="1319275" y="1657050"/>
              <a:ext cx="12550" cy="12375"/>
            </a:xfrm>
            <a:custGeom>
              <a:avLst/>
              <a:gdLst/>
              <a:ahLst/>
              <a:cxnLst/>
              <a:rect l="l" t="t" r="r" b="b"/>
              <a:pathLst>
                <a:path w="502" h="495" extrusionOk="0">
                  <a:moveTo>
                    <a:pt x="252" y="0"/>
                  </a:moveTo>
                  <a:cubicBezTo>
                    <a:pt x="114" y="0"/>
                    <a:pt x="1" y="107"/>
                    <a:pt x="1" y="250"/>
                  </a:cubicBezTo>
                  <a:cubicBezTo>
                    <a:pt x="1" y="387"/>
                    <a:pt x="114" y="494"/>
                    <a:pt x="252" y="494"/>
                  </a:cubicBezTo>
                  <a:cubicBezTo>
                    <a:pt x="388" y="494"/>
                    <a:pt x="501" y="387"/>
                    <a:pt x="501" y="250"/>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3"/>
            <p:cNvSpPr/>
            <p:nvPr/>
          </p:nvSpPr>
          <p:spPr>
            <a:xfrm>
              <a:off x="1411200" y="1657050"/>
              <a:ext cx="12425" cy="12375"/>
            </a:xfrm>
            <a:custGeom>
              <a:avLst/>
              <a:gdLst/>
              <a:ahLst/>
              <a:cxnLst/>
              <a:rect l="l" t="t" r="r" b="b"/>
              <a:pathLst>
                <a:path w="497" h="495" extrusionOk="0">
                  <a:moveTo>
                    <a:pt x="245" y="0"/>
                  </a:moveTo>
                  <a:cubicBezTo>
                    <a:pt x="109" y="0"/>
                    <a:pt x="1" y="107"/>
                    <a:pt x="1" y="250"/>
                  </a:cubicBezTo>
                  <a:cubicBezTo>
                    <a:pt x="1" y="387"/>
                    <a:pt x="109" y="494"/>
                    <a:pt x="245" y="494"/>
                  </a:cubicBezTo>
                  <a:cubicBezTo>
                    <a:pt x="388" y="494"/>
                    <a:pt x="496" y="387"/>
                    <a:pt x="496" y="250"/>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3"/>
            <p:cNvSpPr/>
            <p:nvPr/>
          </p:nvSpPr>
          <p:spPr>
            <a:xfrm>
              <a:off x="1503000" y="1657050"/>
              <a:ext cx="12525" cy="12375"/>
            </a:xfrm>
            <a:custGeom>
              <a:avLst/>
              <a:gdLst/>
              <a:ahLst/>
              <a:cxnLst/>
              <a:rect l="l" t="t" r="r" b="b"/>
              <a:pathLst>
                <a:path w="501" h="495" extrusionOk="0">
                  <a:moveTo>
                    <a:pt x="250" y="0"/>
                  </a:moveTo>
                  <a:cubicBezTo>
                    <a:pt x="114" y="0"/>
                    <a:pt x="0" y="107"/>
                    <a:pt x="0" y="250"/>
                  </a:cubicBezTo>
                  <a:cubicBezTo>
                    <a:pt x="0" y="387"/>
                    <a:pt x="114" y="494"/>
                    <a:pt x="250" y="494"/>
                  </a:cubicBezTo>
                  <a:cubicBezTo>
                    <a:pt x="387" y="494"/>
                    <a:pt x="501" y="387"/>
                    <a:pt x="501" y="250"/>
                  </a:cubicBezTo>
                  <a:cubicBezTo>
                    <a:pt x="501" y="107"/>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3"/>
            <p:cNvSpPr/>
            <p:nvPr/>
          </p:nvSpPr>
          <p:spPr>
            <a:xfrm>
              <a:off x="1594750" y="1657050"/>
              <a:ext cx="12575" cy="12375"/>
            </a:xfrm>
            <a:custGeom>
              <a:avLst/>
              <a:gdLst/>
              <a:ahLst/>
              <a:cxnLst/>
              <a:rect l="l" t="t" r="r" b="b"/>
              <a:pathLst>
                <a:path w="503" h="495" extrusionOk="0">
                  <a:moveTo>
                    <a:pt x="251" y="0"/>
                  </a:moveTo>
                  <a:cubicBezTo>
                    <a:pt x="115" y="0"/>
                    <a:pt x="0" y="107"/>
                    <a:pt x="0" y="250"/>
                  </a:cubicBezTo>
                  <a:cubicBezTo>
                    <a:pt x="0" y="387"/>
                    <a:pt x="115" y="494"/>
                    <a:pt x="251" y="494"/>
                  </a:cubicBezTo>
                  <a:cubicBezTo>
                    <a:pt x="394" y="494"/>
                    <a:pt x="503" y="387"/>
                    <a:pt x="503" y="250"/>
                  </a:cubicBezTo>
                  <a:cubicBezTo>
                    <a:pt x="503" y="107"/>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3"/>
            <p:cNvSpPr/>
            <p:nvPr/>
          </p:nvSpPr>
          <p:spPr>
            <a:xfrm>
              <a:off x="1686650" y="1657050"/>
              <a:ext cx="12600" cy="12375"/>
            </a:xfrm>
            <a:custGeom>
              <a:avLst/>
              <a:gdLst/>
              <a:ahLst/>
              <a:cxnLst/>
              <a:rect l="l" t="t" r="r" b="b"/>
              <a:pathLst>
                <a:path w="504" h="495" extrusionOk="0">
                  <a:moveTo>
                    <a:pt x="252" y="0"/>
                  </a:moveTo>
                  <a:cubicBezTo>
                    <a:pt x="116" y="0"/>
                    <a:pt x="1" y="107"/>
                    <a:pt x="1" y="250"/>
                  </a:cubicBezTo>
                  <a:cubicBezTo>
                    <a:pt x="1" y="387"/>
                    <a:pt x="116" y="494"/>
                    <a:pt x="252" y="494"/>
                  </a:cubicBezTo>
                  <a:cubicBezTo>
                    <a:pt x="388" y="494"/>
                    <a:pt x="503" y="387"/>
                    <a:pt x="503" y="250"/>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3"/>
            <p:cNvSpPr/>
            <p:nvPr/>
          </p:nvSpPr>
          <p:spPr>
            <a:xfrm>
              <a:off x="1778450" y="1657050"/>
              <a:ext cx="12550" cy="12375"/>
            </a:xfrm>
            <a:custGeom>
              <a:avLst/>
              <a:gdLst/>
              <a:ahLst/>
              <a:cxnLst/>
              <a:rect l="l" t="t" r="r" b="b"/>
              <a:pathLst>
                <a:path w="502" h="495" extrusionOk="0">
                  <a:moveTo>
                    <a:pt x="252" y="0"/>
                  </a:moveTo>
                  <a:cubicBezTo>
                    <a:pt x="114" y="0"/>
                    <a:pt x="1" y="107"/>
                    <a:pt x="1" y="250"/>
                  </a:cubicBezTo>
                  <a:cubicBezTo>
                    <a:pt x="1" y="387"/>
                    <a:pt x="114" y="494"/>
                    <a:pt x="252" y="494"/>
                  </a:cubicBezTo>
                  <a:cubicBezTo>
                    <a:pt x="388" y="494"/>
                    <a:pt x="501" y="387"/>
                    <a:pt x="501" y="250"/>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3"/>
            <p:cNvSpPr/>
            <p:nvPr/>
          </p:nvSpPr>
          <p:spPr>
            <a:xfrm>
              <a:off x="1870375" y="1657050"/>
              <a:ext cx="12400" cy="12375"/>
            </a:xfrm>
            <a:custGeom>
              <a:avLst/>
              <a:gdLst/>
              <a:ahLst/>
              <a:cxnLst/>
              <a:rect l="l" t="t" r="r" b="b"/>
              <a:pathLst>
                <a:path w="496" h="495" extrusionOk="0">
                  <a:moveTo>
                    <a:pt x="252" y="0"/>
                  </a:moveTo>
                  <a:cubicBezTo>
                    <a:pt x="109" y="0"/>
                    <a:pt x="0" y="107"/>
                    <a:pt x="0" y="250"/>
                  </a:cubicBezTo>
                  <a:cubicBezTo>
                    <a:pt x="0" y="387"/>
                    <a:pt x="109" y="494"/>
                    <a:pt x="252" y="494"/>
                  </a:cubicBezTo>
                  <a:cubicBezTo>
                    <a:pt x="387" y="494"/>
                    <a:pt x="496" y="387"/>
                    <a:pt x="496" y="250"/>
                  </a:cubicBezTo>
                  <a:cubicBezTo>
                    <a:pt x="496"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3"/>
            <p:cNvSpPr/>
            <p:nvPr/>
          </p:nvSpPr>
          <p:spPr>
            <a:xfrm>
              <a:off x="1962150" y="1657050"/>
              <a:ext cx="12550" cy="12375"/>
            </a:xfrm>
            <a:custGeom>
              <a:avLst/>
              <a:gdLst/>
              <a:ahLst/>
              <a:cxnLst/>
              <a:rect l="l" t="t" r="r" b="b"/>
              <a:pathLst>
                <a:path w="502" h="495" extrusionOk="0">
                  <a:moveTo>
                    <a:pt x="250" y="0"/>
                  </a:moveTo>
                  <a:cubicBezTo>
                    <a:pt x="114" y="0"/>
                    <a:pt x="1" y="107"/>
                    <a:pt x="1" y="250"/>
                  </a:cubicBezTo>
                  <a:cubicBezTo>
                    <a:pt x="1" y="387"/>
                    <a:pt x="114" y="494"/>
                    <a:pt x="250" y="494"/>
                  </a:cubicBezTo>
                  <a:cubicBezTo>
                    <a:pt x="388" y="494"/>
                    <a:pt x="502" y="387"/>
                    <a:pt x="502" y="250"/>
                  </a:cubicBezTo>
                  <a:cubicBezTo>
                    <a:pt x="502"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3"/>
            <p:cNvSpPr/>
            <p:nvPr/>
          </p:nvSpPr>
          <p:spPr>
            <a:xfrm>
              <a:off x="2054075" y="1657050"/>
              <a:ext cx="12425" cy="12375"/>
            </a:xfrm>
            <a:custGeom>
              <a:avLst/>
              <a:gdLst/>
              <a:ahLst/>
              <a:cxnLst/>
              <a:rect l="l" t="t" r="r" b="b"/>
              <a:pathLst>
                <a:path w="497" h="495" extrusionOk="0">
                  <a:moveTo>
                    <a:pt x="252" y="0"/>
                  </a:moveTo>
                  <a:cubicBezTo>
                    <a:pt x="109" y="0"/>
                    <a:pt x="1" y="107"/>
                    <a:pt x="1" y="250"/>
                  </a:cubicBezTo>
                  <a:cubicBezTo>
                    <a:pt x="1" y="387"/>
                    <a:pt x="109" y="494"/>
                    <a:pt x="252" y="494"/>
                  </a:cubicBezTo>
                  <a:cubicBezTo>
                    <a:pt x="388" y="494"/>
                    <a:pt x="496" y="387"/>
                    <a:pt x="496" y="250"/>
                  </a:cubicBezTo>
                  <a:cubicBezTo>
                    <a:pt x="496"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3"/>
            <p:cNvSpPr/>
            <p:nvPr/>
          </p:nvSpPr>
          <p:spPr>
            <a:xfrm>
              <a:off x="2145825" y="1657050"/>
              <a:ext cx="12600" cy="12375"/>
            </a:xfrm>
            <a:custGeom>
              <a:avLst/>
              <a:gdLst/>
              <a:ahLst/>
              <a:cxnLst/>
              <a:rect l="l" t="t" r="r" b="b"/>
              <a:pathLst>
                <a:path w="504" h="495" extrusionOk="0">
                  <a:moveTo>
                    <a:pt x="252" y="0"/>
                  </a:moveTo>
                  <a:cubicBezTo>
                    <a:pt x="116" y="0"/>
                    <a:pt x="1" y="107"/>
                    <a:pt x="1" y="250"/>
                  </a:cubicBezTo>
                  <a:cubicBezTo>
                    <a:pt x="1" y="387"/>
                    <a:pt x="116" y="494"/>
                    <a:pt x="252" y="494"/>
                  </a:cubicBezTo>
                  <a:cubicBezTo>
                    <a:pt x="388" y="494"/>
                    <a:pt x="503" y="387"/>
                    <a:pt x="503" y="250"/>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3"/>
            <p:cNvSpPr/>
            <p:nvPr/>
          </p:nvSpPr>
          <p:spPr>
            <a:xfrm>
              <a:off x="2237800" y="1657050"/>
              <a:ext cx="12350" cy="12375"/>
            </a:xfrm>
            <a:custGeom>
              <a:avLst/>
              <a:gdLst/>
              <a:ahLst/>
              <a:cxnLst/>
              <a:rect l="l" t="t" r="r" b="b"/>
              <a:pathLst>
                <a:path w="494" h="495" extrusionOk="0">
                  <a:moveTo>
                    <a:pt x="244" y="0"/>
                  </a:moveTo>
                  <a:cubicBezTo>
                    <a:pt x="107" y="0"/>
                    <a:pt x="0" y="107"/>
                    <a:pt x="0" y="250"/>
                  </a:cubicBezTo>
                  <a:cubicBezTo>
                    <a:pt x="0" y="387"/>
                    <a:pt x="107" y="494"/>
                    <a:pt x="244" y="494"/>
                  </a:cubicBezTo>
                  <a:cubicBezTo>
                    <a:pt x="387" y="494"/>
                    <a:pt x="494" y="387"/>
                    <a:pt x="494" y="250"/>
                  </a:cubicBezTo>
                  <a:cubicBezTo>
                    <a:pt x="494" y="107"/>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3"/>
            <p:cNvSpPr/>
            <p:nvPr/>
          </p:nvSpPr>
          <p:spPr>
            <a:xfrm>
              <a:off x="2329550" y="1657050"/>
              <a:ext cx="12575" cy="12375"/>
            </a:xfrm>
            <a:custGeom>
              <a:avLst/>
              <a:gdLst/>
              <a:ahLst/>
              <a:cxnLst/>
              <a:rect l="l" t="t" r="r" b="b"/>
              <a:pathLst>
                <a:path w="503" h="495" extrusionOk="0">
                  <a:moveTo>
                    <a:pt x="251" y="0"/>
                  </a:moveTo>
                  <a:cubicBezTo>
                    <a:pt x="115" y="0"/>
                    <a:pt x="0" y="107"/>
                    <a:pt x="0" y="250"/>
                  </a:cubicBezTo>
                  <a:cubicBezTo>
                    <a:pt x="0" y="387"/>
                    <a:pt x="115" y="494"/>
                    <a:pt x="251" y="494"/>
                  </a:cubicBezTo>
                  <a:cubicBezTo>
                    <a:pt x="387" y="494"/>
                    <a:pt x="502" y="387"/>
                    <a:pt x="502" y="250"/>
                  </a:cubicBezTo>
                  <a:cubicBezTo>
                    <a:pt x="502"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3"/>
            <p:cNvSpPr/>
            <p:nvPr/>
          </p:nvSpPr>
          <p:spPr>
            <a:xfrm>
              <a:off x="2421325" y="1657050"/>
              <a:ext cx="12550" cy="12375"/>
            </a:xfrm>
            <a:custGeom>
              <a:avLst/>
              <a:gdLst/>
              <a:ahLst/>
              <a:cxnLst/>
              <a:rect l="l" t="t" r="r" b="b"/>
              <a:pathLst>
                <a:path w="502" h="495" extrusionOk="0">
                  <a:moveTo>
                    <a:pt x="250" y="0"/>
                  </a:moveTo>
                  <a:cubicBezTo>
                    <a:pt x="114" y="0"/>
                    <a:pt x="1" y="107"/>
                    <a:pt x="1" y="250"/>
                  </a:cubicBezTo>
                  <a:cubicBezTo>
                    <a:pt x="1" y="387"/>
                    <a:pt x="114" y="494"/>
                    <a:pt x="250" y="494"/>
                  </a:cubicBezTo>
                  <a:cubicBezTo>
                    <a:pt x="395" y="494"/>
                    <a:pt x="501" y="387"/>
                    <a:pt x="501" y="250"/>
                  </a:cubicBezTo>
                  <a:cubicBezTo>
                    <a:pt x="501" y="107"/>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3"/>
            <p:cNvSpPr/>
            <p:nvPr/>
          </p:nvSpPr>
          <p:spPr>
            <a:xfrm>
              <a:off x="2513250" y="1657050"/>
              <a:ext cx="12575" cy="12375"/>
            </a:xfrm>
            <a:custGeom>
              <a:avLst/>
              <a:gdLst/>
              <a:ahLst/>
              <a:cxnLst/>
              <a:rect l="l" t="t" r="r" b="b"/>
              <a:pathLst>
                <a:path w="503" h="495" extrusionOk="0">
                  <a:moveTo>
                    <a:pt x="252" y="0"/>
                  </a:moveTo>
                  <a:cubicBezTo>
                    <a:pt x="109" y="0"/>
                    <a:pt x="0" y="107"/>
                    <a:pt x="0" y="250"/>
                  </a:cubicBezTo>
                  <a:cubicBezTo>
                    <a:pt x="0" y="387"/>
                    <a:pt x="109" y="494"/>
                    <a:pt x="252" y="494"/>
                  </a:cubicBezTo>
                  <a:cubicBezTo>
                    <a:pt x="388" y="494"/>
                    <a:pt x="503" y="387"/>
                    <a:pt x="503" y="250"/>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3"/>
            <p:cNvSpPr/>
            <p:nvPr/>
          </p:nvSpPr>
          <p:spPr>
            <a:xfrm>
              <a:off x="2605000" y="1657050"/>
              <a:ext cx="12575" cy="12375"/>
            </a:xfrm>
            <a:custGeom>
              <a:avLst/>
              <a:gdLst/>
              <a:ahLst/>
              <a:cxnLst/>
              <a:rect l="l" t="t" r="r" b="b"/>
              <a:pathLst>
                <a:path w="503" h="495" extrusionOk="0">
                  <a:moveTo>
                    <a:pt x="252" y="0"/>
                  </a:moveTo>
                  <a:cubicBezTo>
                    <a:pt x="116" y="0"/>
                    <a:pt x="0" y="107"/>
                    <a:pt x="0" y="250"/>
                  </a:cubicBezTo>
                  <a:cubicBezTo>
                    <a:pt x="0" y="387"/>
                    <a:pt x="116" y="494"/>
                    <a:pt x="252" y="494"/>
                  </a:cubicBezTo>
                  <a:cubicBezTo>
                    <a:pt x="387" y="494"/>
                    <a:pt x="503" y="387"/>
                    <a:pt x="503" y="250"/>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3"/>
            <p:cNvSpPr/>
            <p:nvPr/>
          </p:nvSpPr>
          <p:spPr>
            <a:xfrm>
              <a:off x="2696950" y="1657050"/>
              <a:ext cx="12375" cy="12375"/>
            </a:xfrm>
            <a:custGeom>
              <a:avLst/>
              <a:gdLst/>
              <a:ahLst/>
              <a:cxnLst/>
              <a:rect l="l" t="t" r="r" b="b"/>
              <a:pathLst>
                <a:path w="495" h="495" extrusionOk="0">
                  <a:moveTo>
                    <a:pt x="252" y="0"/>
                  </a:moveTo>
                  <a:cubicBezTo>
                    <a:pt x="108" y="0"/>
                    <a:pt x="1" y="107"/>
                    <a:pt x="1" y="250"/>
                  </a:cubicBezTo>
                  <a:cubicBezTo>
                    <a:pt x="1" y="387"/>
                    <a:pt x="108" y="494"/>
                    <a:pt x="252" y="494"/>
                  </a:cubicBezTo>
                  <a:cubicBezTo>
                    <a:pt x="388" y="494"/>
                    <a:pt x="495" y="387"/>
                    <a:pt x="495" y="250"/>
                  </a:cubicBezTo>
                  <a:cubicBezTo>
                    <a:pt x="495"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3"/>
            <p:cNvSpPr/>
            <p:nvPr/>
          </p:nvSpPr>
          <p:spPr>
            <a:xfrm>
              <a:off x="2788700" y="1657050"/>
              <a:ext cx="12600" cy="12375"/>
            </a:xfrm>
            <a:custGeom>
              <a:avLst/>
              <a:gdLst/>
              <a:ahLst/>
              <a:cxnLst/>
              <a:rect l="l" t="t" r="r" b="b"/>
              <a:pathLst>
                <a:path w="504" h="495" extrusionOk="0">
                  <a:moveTo>
                    <a:pt x="252" y="0"/>
                  </a:moveTo>
                  <a:cubicBezTo>
                    <a:pt x="116" y="0"/>
                    <a:pt x="1" y="107"/>
                    <a:pt x="1" y="250"/>
                  </a:cubicBezTo>
                  <a:cubicBezTo>
                    <a:pt x="1" y="387"/>
                    <a:pt x="116" y="494"/>
                    <a:pt x="252" y="494"/>
                  </a:cubicBezTo>
                  <a:cubicBezTo>
                    <a:pt x="388" y="494"/>
                    <a:pt x="503" y="387"/>
                    <a:pt x="503" y="250"/>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3"/>
            <p:cNvSpPr/>
            <p:nvPr/>
          </p:nvSpPr>
          <p:spPr>
            <a:xfrm>
              <a:off x="2880675" y="1657050"/>
              <a:ext cx="12375" cy="12375"/>
            </a:xfrm>
            <a:custGeom>
              <a:avLst/>
              <a:gdLst/>
              <a:ahLst/>
              <a:cxnLst/>
              <a:rect l="l" t="t" r="r" b="b"/>
              <a:pathLst>
                <a:path w="495" h="495" extrusionOk="0">
                  <a:moveTo>
                    <a:pt x="243" y="0"/>
                  </a:moveTo>
                  <a:cubicBezTo>
                    <a:pt x="107" y="0"/>
                    <a:pt x="0" y="107"/>
                    <a:pt x="0" y="250"/>
                  </a:cubicBezTo>
                  <a:cubicBezTo>
                    <a:pt x="0" y="387"/>
                    <a:pt x="107" y="494"/>
                    <a:pt x="243" y="494"/>
                  </a:cubicBezTo>
                  <a:cubicBezTo>
                    <a:pt x="387" y="494"/>
                    <a:pt x="494" y="387"/>
                    <a:pt x="494" y="250"/>
                  </a:cubicBezTo>
                  <a:cubicBezTo>
                    <a:pt x="494" y="107"/>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3"/>
            <p:cNvSpPr/>
            <p:nvPr/>
          </p:nvSpPr>
          <p:spPr>
            <a:xfrm>
              <a:off x="2972425" y="1657050"/>
              <a:ext cx="12575" cy="12375"/>
            </a:xfrm>
            <a:custGeom>
              <a:avLst/>
              <a:gdLst/>
              <a:ahLst/>
              <a:cxnLst/>
              <a:rect l="l" t="t" r="r" b="b"/>
              <a:pathLst>
                <a:path w="503" h="495" extrusionOk="0">
                  <a:moveTo>
                    <a:pt x="251" y="0"/>
                  </a:moveTo>
                  <a:cubicBezTo>
                    <a:pt x="115" y="0"/>
                    <a:pt x="0" y="107"/>
                    <a:pt x="0" y="250"/>
                  </a:cubicBezTo>
                  <a:cubicBezTo>
                    <a:pt x="0" y="387"/>
                    <a:pt x="115" y="494"/>
                    <a:pt x="251" y="494"/>
                  </a:cubicBezTo>
                  <a:cubicBezTo>
                    <a:pt x="387" y="494"/>
                    <a:pt x="503" y="387"/>
                    <a:pt x="503" y="250"/>
                  </a:cubicBezTo>
                  <a:cubicBezTo>
                    <a:pt x="503"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3"/>
            <p:cNvSpPr/>
            <p:nvPr/>
          </p:nvSpPr>
          <p:spPr>
            <a:xfrm>
              <a:off x="3064375" y="1657050"/>
              <a:ext cx="12375" cy="12375"/>
            </a:xfrm>
            <a:custGeom>
              <a:avLst/>
              <a:gdLst/>
              <a:ahLst/>
              <a:cxnLst/>
              <a:rect l="l" t="t" r="r" b="b"/>
              <a:pathLst>
                <a:path w="495" h="495" extrusionOk="0">
                  <a:moveTo>
                    <a:pt x="243" y="0"/>
                  </a:moveTo>
                  <a:cubicBezTo>
                    <a:pt x="107" y="0"/>
                    <a:pt x="1" y="107"/>
                    <a:pt x="1" y="250"/>
                  </a:cubicBezTo>
                  <a:cubicBezTo>
                    <a:pt x="1" y="387"/>
                    <a:pt x="107" y="494"/>
                    <a:pt x="243" y="494"/>
                  </a:cubicBezTo>
                  <a:cubicBezTo>
                    <a:pt x="388" y="494"/>
                    <a:pt x="495" y="387"/>
                    <a:pt x="495" y="250"/>
                  </a:cubicBezTo>
                  <a:cubicBezTo>
                    <a:pt x="495" y="107"/>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3"/>
            <p:cNvSpPr/>
            <p:nvPr/>
          </p:nvSpPr>
          <p:spPr>
            <a:xfrm>
              <a:off x="3156125" y="1657050"/>
              <a:ext cx="12600" cy="12375"/>
            </a:xfrm>
            <a:custGeom>
              <a:avLst/>
              <a:gdLst/>
              <a:ahLst/>
              <a:cxnLst/>
              <a:rect l="l" t="t" r="r" b="b"/>
              <a:pathLst>
                <a:path w="504" h="495" extrusionOk="0">
                  <a:moveTo>
                    <a:pt x="252" y="0"/>
                  </a:moveTo>
                  <a:cubicBezTo>
                    <a:pt x="116" y="0"/>
                    <a:pt x="1" y="107"/>
                    <a:pt x="1" y="250"/>
                  </a:cubicBezTo>
                  <a:cubicBezTo>
                    <a:pt x="1" y="387"/>
                    <a:pt x="116" y="494"/>
                    <a:pt x="252" y="494"/>
                  </a:cubicBezTo>
                  <a:cubicBezTo>
                    <a:pt x="388" y="494"/>
                    <a:pt x="503" y="387"/>
                    <a:pt x="503" y="250"/>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3"/>
            <p:cNvSpPr/>
            <p:nvPr/>
          </p:nvSpPr>
          <p:spPr>
            <a:xfrm>
              <a:off x="3247875" y="1657050"/>
              <a:ext cx="12575" cy="12375"/>
            </a:xfrm>
            <a:custGeom>
              <a:avLst/>
              <a:gdLst/>
              <a:ahLst/>
              <a:cxnLst/>
              <a:rect l="l" t="t" r="r" b="b"/>
              <a:pathLst>
                <a:path w="503" h="495" extrusionOk="0">
                  <a:moveTo>
                    <a:pt x="252" y="0"/>
                  </a:moveTo>
                  <a:cubicBezTo>
                    <a:pt x="116" y="0"/>
                    <a:pt x="1" y="107"/>
                    <a:pt x="1" y="250"/>
                  </a:cubicBezTo>
                  <a:cubicBezTo>
                    <a:pt x="1" y="387"/>
                    <a:pt x="116" y="494"/>
                    <a:pt x="252" y="494"/>
                  </a:cubicBezTo>
                  <a:cubicBezTo>
                    <a:pt x="388" y="494"/>
                    <a:pt x="503" y="387"/>
                    <a:pt x="503" y="250"/>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3"/>
            <p:cNvSpPr/>
            <p:nvPr/>
          </p:nvSpPr>
          <p:spPr>
            <a:xfrm>
              <a:off x="3339850" y="1657050"/>
              <a:ext cx="12525" cy="12375"/>
            </a:xfrm>
            <a:custGeom>
              <a:avLst/>
              <a:gdLst/>
              <a:ahLst/>
              <a:cxnLst/>
              <a:rect l="l" t="t" r="r" b="b"/>
              <a:pathLst>
                <a:path w="501" h="495" extrusionOk="0">
                  <a:moveTo>
                    <a:pt x="251" y="0"/>
                  </a:moveTo>
                  <a:cubicBezTo>
                    <a:pt x="107" y="0"/>
                    <a:pt x="0" y="107"/>
                    <a:pt x="0" y="250"/>
                  </a:cubicBezTo>
                  <a:cubicBezTo>
                    <a:pt x="0" y="387"/>
                    <a:pt x="107" y="494"/>
                    <a:pt x="251" y="494"/>
                  </a:cubicBezTo>
                  <a:cubicBezTo>
                    <a:pt x="387" y="494"/>
                    <a:pt x="501" y="387"/>
                    <a:pt x="501" y="250"/>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3"/>
            <p:cNvSpPr/>
            <p:nvPr/>
          </p:nvSpPr>
          <p:spPr>
            <a:xfrm>
              <a:off x="3431575" y="1657050"/>
              <a:ext cx="12600" cy="12375"/>
            </a:xfrm>
            <a:custGeom>
              <a:avLst/>
              <a:gdLst/>
              <a:ahLst/>
              <a:cxnLst/>
              <a:rect l="l" t="t" r="r" b="b"/>
              <a:pathLst>
                <a:path w="504" h="495" extrusionOk="0">
                  <a:moveTo>
                    <a:pt x="252" y="0"/>
                  </a:moveTo>
                  <a:cubicBezTo>
                    <a:pt x="116" y="0"/>
                    <a:pt x="1" y="107"/>
                    <a:pt x="1" y="250"/>
                  </a:cubicBezTo>
                  <a:cubicBezTo>
                    <a:pt x="1" y="387"/>
                    <a:pt x="116" y="494"/>
                    <a:pt x="252" y="494"/>
                  </a:cubicBezTo>
                  <a:cubicBezTo>
                    <a:pt x="388" y="494"/>
                    <a:pt x="503" y="387"/>
                    <a:pt x="503" y="250"/>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3"/>
            <p:cNvSpPr/>
            <p:nvPr/>
          </p:nvSpPr>
          <p:spPr>
            <a:xfrm>
              <a:off x="3523550" y="1657050"/>
              <a:ext cx="12375" cy="12375"/>
            </a:xfrm>
            <a:custGeom>
              <a:avLst/>
              <a:gdLst/>
              <a:ahLst/>
              <a:cxnLst/>
              <a:rect l="l" t="t" r="r" b="b"/>
              <a:pathLst>
                <a:path w="495" h="495" extrusionOk="0">
                  <a:moveTo>
                    <a:pt x="250" y="0"/>
                  </a:moveTo>
                  <a:cubicBezTo>
                    <a:pt x="107" y="0"/>
                    <a:pt x="0" y="107"/>
                    <a:pt x="0" y="250"/>
                  </a:cubicBezTo>
                  <a:cubicBezTo>
                    <a:pt x="0" y="387"/>
                    <a:pt x="107" y="494"/>
                    <a:pt x="250" y="494"/>
                  </a:cubicBezTo>
                  <a:cubicBezTo>
                    <a:pt x="388" y="494"/>
                    <a:pt x="494" y="387"/>
                    <a:pt x="494" y="250"/>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3"/>
            <p:cNvSpPr/>
            <p:nvPr/>
          </p:nvSpPr>
          <p:spPr>
            <a:xfrm>
              <a:off x="676400" y="17488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3"/>
            <p:cNvSpPr/>
            <p:nvPr/>
          </p:nvSpPr>
          <p:spPr>
            <a:xfrm>
              <a:off x="768325" y="1748800"/>
              <a:ext cx="12400" cy="12575"/>
            </a:xfrm>
            <a:custGeom>
              <a:avLst/>
              <a:gdLst/>
              <a:ahLst/>
              <a:cxnLst/>
              <a:rect l="l" t="t" r="r" b="b"/>
              <a:pathLst>
                <a:path w="496" h="503" extrusionOk="0">
                  <a:moveTo>
                    <a:pt x="245" y="0"/>
                  </a:moveTo>
                  <a:cubicBezTo>
                    <a:pt x="109" y="0"/>
                    <a:pt x="0" y="115"/>
                    <a:pt x="0" y="251"/>
                  </a:cubicBezTo>
                  <a:cubicBezTo>
                    <a:pt x="0" y="387"/>
                    <a:pt x="109" y="503"/>
                    <a:pt x="245" y="503"/>
                  </a:cubicBezTo>
                  <a:cubicBezTo>
                    <a:pt x="388" y="503"/>
                    <a:pt x="496" y="387"/>
                    <a:pt x="496" y="251"/>
                  </a:cubicBezTo>
                  <a:cubicBezTo>
                    <a:pt x="496" y="115"/>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3"/>
            <p:cNvSpPr/>
            <p:nvPr/>
          </p:nvSpPr>
          <p:spPr>
            <a:xfrm>
              <a:off x="860125" y="1748800"/>
              <a:ext cx="12525" cy="12575"/>
            </a:xfrm>
            <a:custGeom>
              <a:avLst/>
              <a:gdLst/>
              <a:ahLst/>
              <a:cxnLst/>
              <a:rect l="l" t="t" r="r" b="b"/>
              <a:pathLst>
                <a:path w="501" h="503" extrusionOk="0">
                  <a:moveTo>
                    <a:pt x="251" y="0"/>
                  </a:moveTo>
                  <a:cubicBezTo>
                    <a:pt x="114" y="0"/>
                    <a:pt x="0" y="115"/>
                    <a:pt x="0" y="251"/>
                  </a:cubicBezTo>
                  <a:cubicBezTo>
                    <a:pt x="0" y="387"/>
                    <a:pt x="114" y="503"/>
                    <a:pt x="251" y="503"/>
                  </a:cubicBezTo>
                  <a:cubicBezTo>
                    <a:pt x="387" y="503"/>
                    <a:pt x="501" y="387"/>
                    <a:pt x="501" y="251"/>
                  </a:cubicBezTo>
                  <a:cubicBezTo>
                    <a:pt x="501"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3"/>
            <p:cNvSpPr/>
            <p:nvPr/>
          </p:nvSpPr>
          <p:spPr>
            <a:xfrm>
              <a:off x="951850" y="17488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3"/>
            <p:cNvSpPr/>
            <p:nvPr/>
          </p:nvSpPr>
          <p:spPr>
            <a:xfrm>
              <a:off x="1043825" y="1748800"/>
              <a:ext cx="12375" cy="12575"/>
            </a:xfrm>
            <a:custGeom>
              <a:avLst/>
              <a:gdLst/>
              <a:ahLst/>
              <a:cxnLst/>
              <a:rect l="l" t="t" r="r" b="b"/>
              <a:pathLst>
                <a:path w="495" h="503" extrusionOk="0">
                  <a:moveTo>
                    <a:pt x="250" y="0"/>
                  </a:moveTo>
                  <a:cubicBezTo>
                    <a:pt x="107" y="0"/>
                    <a:pt x="0" y="115"/>
                    <a:pt x="0" y="251"/>
                  </a:cubicBezTo>
                  <a:cubicBezTo>
                    <a:pt x="0" y="387"/>
                    <a:pt x="107" y="503"/>
                    <a:pt x="250" y="503"/>
                  </a:cubicBezTo>
                  <a:cubicBezTo>
                    <a:pt x="388" y="503"/>
                    <a:pt x="494" y="387"/>
                    <a:pt x="494" y="251"/>
                  </a:cubicBezTo>
                  <a:cubicBezTo>
                    <a:pt x="494" y="115"/>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3"/>
            <p:cNvSpPr/>
            <p:nvPr/>
          </p:nvSpPr>
          <p:spPr>
            <a:xfrm>
              <a:off x="1135575" y="1748800"/>
              <a:ext cx="12575" cy="12575"/>
            </a:xfrm>
            <a:custGeom>
              <a:avLst/>
              <a:gdLst/>
              <a:ahLst/>
              <a:cxnLst/>
              <a:rect l="l" t="t" r="r" b="b"/>
              <a:pathLst>
                <a:path w="503" h="503" extrusionOk="0">
                  <a:moveTo>
                    <a:pt x="252" y="0"/>
                  </a:moveTo>
                  <a:cubicBezTo>
                    <a:pt x="116" y="0"/>
                    <a:pt x="0" y="115"/>
                    <a:pt x="0" y="251"/>
                  </a:cubicBezTo>
                  <a:cubicBezTo>
                    <a:pt x="0" y="387"/>
                    <a:pt x="116" y="503"/>
                    <a:pt x="252" y="503"/>
                  </a:cubicBezTo>
                  <a:cubicBezTo>
                    <a:pt x="387" y="503"/>
                    <a:pt x="503" y="387"/>
                    <a:pt x="503" y="251"/>
                  </a:cubicBezTo>
                  <a:cubicBezTo>
                    <a:pt x="503" y="115"/>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3"/>
            <p:cNvSpPr/>
            <p:nvPr/>
          </p:nvSpPr>
          <p:spPr>
            <a:xfrm>
              <a:off x="1227500" y="1748800"/>
              <a:ext cx="12400" cy="12575"/>
            </a:xfrm>
            <a:custGeom>
              <a:avLst/>
              <a:gdLst/>
              <a:ahLst/>
              <a:cxnLst/>
              <a:rect l="l" t="t" r="r" b="b"/>
              <a:pathLst>
                <a:path w="496" h="503" extrusionOk="0">
                  <a:moveTo>
                    <a:pt x="251" y="0"/>
                  </a:moveTo>
                  <a:cubicBezTo>
                    <a:pt x="109" y="0"/>
                    <a:pt x="0" y="115"/>
                    <a:pt x="0" y="251"/>
                  </a:cubicBezTo>
                  <a:cubicBezTo>
                    <a:pt x="0" y="387"/>
                    <a:pt x="109" y="503"/>
                    <a:pt x="251" y="503"/>
                  </a:cubicBezTo>
                  <a:cubicBezTo>
                    <a:pt x="387" y="503"/>
                    <a:pt x="496" y="387"/>
                    <a:pt x="496" y="251"/>
                  </a:cubicBezTo>
                  <a:cubicBezTo>
                    <a:pt x="496"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3"/>
            <p:cNvSpPr/>
            <p:nvPr/>
          </p:nvSpPr>
          <p:spPr>
            <a:xfrm>
              <a:off x="1319275" y="1748800"/>
              <a:ext cx="12550" cy="12575"/>
            </a:xfrm>
            <a:custGeom>
              <a:avLst/>
              <a:gdLst/>
              <a:ahLst/>
              <a:cxnLst/>
              <a:rect l="l" t="t" r="r" b="b"/>
              <a:pathLst>
                <a:path w="502" h="503" extrusionOk="0">
                  <a:moveTo>
                    <a:pt x="252" y="0"/>
                  </a:moveTo>
                  <a:cubicBezTo>
                    <a:pt x="114" y="0"/>
                    <a:pt x="1" y="115"/>
                    <a:pt x="1" y="251"/>
                  </a:cubicBezTo>
                  <a:cubicBezTo>
                    <a:pt x="1" y="387"/>
                    <a:pt x="114" y="503"/>
                    <a:pt x="252" y="503"/>
                  </a:cubicBezTo>
                  <a:cubicBezTo>
                    <a:pt x="388" y="503"/>
                    <a:pt x="501" y="387"/>
                    <a:pt x="501" y="251"/>
                  </a:cubicBezTo>
                  <a:cubicBezTo>
                    <a:pt x="501"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3"/>
            <p:cNvSpPr/>
            <p:nvPr/>
          </p:nvSpPr>
          <p:spPr>
            <a:xfrm>
              <a:off x="1411200" y="1748800"/>
              <a:ext cx="12425" cy="12575"/>
            </a:xfrm>
            <a:custGeom>
              <a:avLst/>
              <a:gdLst/>
              <a:ahLst/>
              <a:cxnLst/>
              <a:rect l="l" t="t" r="r" b="b"/>
              <a:pathLst>
                <a:path w="497" h="503" extrusionOk="0">
                  <a:moveTo>
                    <a:pt x="245" y="0"/>
                  </a:moveTo>
                  <a:cubicBezTo>
                    <a:pt x="109" y="0"/>
                    <a:pt x="1" y="115"/>
                    <a:pt x="1" y="251"/>
                  </a:cubicBezTo>
                  <a:cubicBezTo>
                    <a:pt x="1" y="387"/>
                    <a:pt x="109" y="503"/>
                    <a:pt x="245" y="503"/>
                  </a:cubicBezTo>
                  <a:cubicBezTo>
                    <a:pt x="388" y="503"/>
                    <a:pt x="496" y="387"/>
                    <a:pt x="496" y="251"/>
                  </a:cubicBezTo>
                  <a:cubicBezTo>
                    <a:pt x="496" y="115"/>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3"/>
            <p:cNvSpPr/>
            <p:nvPr/>
          </p:nvSpPr>
          <p:spPr>
            <a:xfrm>
              <a:off x="1503000" y="1748800"/>
              <a:ext cx="12525" cy="12575"/>
            </a:xfrm>
            <a:custGeom>
              <a:avLst/>
              <a:gdLst/>
              <a:ahLst/>
              <a:cxnLst/>
              <a:rect l="l" t="t" r="r" b="b"/>
              <a:pathLst>
                <a:path w="501" h="503" extrusionOk="0">
                  <a:moveTo>
                    <a:pt x="250" y="0"/>
                  </a:moveTo>
                  <a:cubicBezTo>
                    <a:pt x="114" y="0"/>
                    <a:pt x="0" y="115"/>
                    <a:pt x="0" y="251"/>
                  </a:cubicBezTo>
                  <a:cubicBezTo>
                    <a:pt x="0" y="387"/>
                    <a:pt x="114" y="503"/>
                    <a:pt x="250" y="503"/>
                  </a:cubicBezTo>
                  <a:cubicBezTo>
                    <a:pt x="387" y="503"/>
                    <a:pt x="501" y="387"/>
                    <a:pt x="501" y="251"/>
                  </a:cubicBezTo>
                  <a:cubicBezTo>
                    <a:pt x="501" y="115"/>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3"/>
            <p:cNvSpPr/>
            <p:nvPr/>
          </p:nvSpPr>
          <p:spPr>
            <a:xfrm>
              <a:off x="1594750" y="1748800"/>
              <a:ext cx="12575" cy="12575"/>
            </a:xfrm>
            <a:custGeom>
              <a:avLst/>
              <a:gdLst/>
              <a:ahLst/>
              <a:cxnLst/>
              <a:rect l="l" t="t" r="r" b="b"/>
              <a:pathLst>
                <a:path w="503" h="503" extrusionOk="0">
                  <a:moveTo>
                    <a:pt x="251" y="0"/>
                  </a:moveTo>
                  <a:cubicBezTo>
                    <a:pt x="115" y="0"/>
                    <a:pt x="0" y="115"/>
                    <a:pt x="0" y="251"/>
                  </a:cubicBezTo>
                  <a:cubicBezTo>
                    <a:pt x="0" y="387"/>
                    <a:pt x="115" y="503"/>
                    <a:pt x="251" y="503"/>
                  </a:cubicBezTo>
                  <a:cubicBezTo>
                    <a:pt x="394" y="503"/>
                    <a:pt x="503" y="387"/>
                    <a:pt x="503" y="251"/>
                  </a:cubicBezTo>
                  <a:cubicBezTo>
                    <a:pt x="503" y="115"/>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3"/>
            <p:cNvSpPr/>
            <p:nvPr/>
          </p:nvSpPr>
          <p:spPr>
            <a:xfrm>
              <a:off x="1686650" y="17488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3"/>
            <p:cNvSpPr/>
            <p:nvPr/>
          </p:nvSpPr>
          <p:spPr>
            <a:xfrm>
              <a:off x="1778450" y="1748800"/>
              <a:ext cx="12550" cy="12575"/>
            </a:xfrm>
            <a:custGeom>
              <a:avLst/>
              <a:gdLst/>
              <a:ahLst/>
              <a:cxnLst/>
              <a:rect l="l" t="t" r="r" b="b"/>
              <a:pathLst>
                <a:path w="502" h="503" extrusionOk="0">
                  <a:moveTo>
                    <a:pt x="252" y="0"/>
                  </a:moveTo>
                  <a:cubicBezTo>
                    <a:pt x="114" y="0"/>
                    <a:pt x="1" y="115"/>
                    <a:pt x="1" y="251"/>
                  </a:cubicBezTo>
                  <a:cubicBezTo>
                    <a:pt x="1" y="387"/>
                    <a:pt x="114" y="503"/>
                    <a:pt x="252" y="503"/>
                  </a:cubicBezTo>
                  <a:cubicBezTo>
                    <a:pt x="388" y="503"/>
                    <a:pt x="501" y="387"/>
                    <a:pt x="501" y="251"/>
                  </a:cubicBezTo>
                  <a:cubicBezTo>
                    <a:pt x="501"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3"/>
            <p:cNvSpPr/>
            <p:nvPr/>
          </p:nvSpPr>
          <p:spPr>
            <a:xfrm>
              <a:off x="1870375" y="1748800"/>
              <a:ext cx="12400" cy="12575"/>
            </a:xfrm>
            <a:custGeom>
              <a:avLst/>
              <a:gdLst/>
              <a:ahLst/>
              <a:cxnLst/>
              <a:rect l="l" t="t" r="r" b="b"/>
              <a:pathLst>
                <a:path w="496" h="503" extrusionOk="0">
                  <a:moveTo>
                    <a:pt x="252" y="0"/>
                  </a:moveTo>
                  <a:cubicBezTo>
                    <a:pt x="109" y="0"/>
                    <a:pt x="0" y="115"/>
                    <a:pt x="0" y="251"/>
                  </a:cubicBezTo>
                  <a:cubicBezTo>
                    <a:pt x="0" y="387"/>
                    <a:pt x="109" y="503"/>
                    <a:pt x="252" y="503"/>
                  </a:cubicBezTo>
                  <a:cubicBezTo>
                    <a:pt x="387" y="503"/>
                    <a:pt x="496" y="387"/>
                    <a:pt x="496" y="251"/>
                  </a:cubicBezTo>
                  <a:cubicBezTo>
                    <a:pt x="496" y="115"/>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3"/>
            <p:cNvSpPr/>
            <p:nvPr/>
          </p:nvSpPr>
          <p:spPr>
            <a:xfrm>
              <a:off x="1962150" y="1748800"/>
              <a:ext cx="12550" cy="12575"/>
            </a:xfrm>
            <a:custGeom>
              <a:avLst/>
              <a:gdLst/>
              <a:ahLst/>
              <a:cxnLst/>
              <a:rect l="l" t="t" r="r" b="b"/>
              <a:pathLst>
                <a:path w="502" h="503" extrusionOk="0">
                  <a:moveTo>
                    <a:pt x="250" y="0"/>
                  </a:moveTo>
                  <a:cubicBezTo>
                    <a:pt x="114" y="0"/>
                    <a:pt x="1" y="115"/>
                    <a:pt x="1" y="251"/>
                  </a:cubicBezTo>
                  <a:cubicBezTo>
                    <a:pt x="1" y="387"/>
                    <a:pt x="114" y="503"/>
                    <a:pt x="250" y="503"/>
                  </a:cubicBezTo>
                  <a:cubicBezTo>
                    <a:pt x="388" y="503"/>
                    <a:pt x="502" y="387"/>
                    <a:pt x="502" y="251"/>
                  </a:cubicBezTo>
                  <a:cubicBezTo>
                    <a:pt x="502" y="115"/>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3"/>
            <p:cNvSpPr/>
            <p:nvPr/>
          </p:nvSpPr>
          <p:spPr>
            <a:xfrm>
              <a:off x="2054075" y="1748800"/>
              <a:ext cx="12425" cy="12575"/>
            </a:xfrm>
            <a:custGeom>
              <a:avLst/>
              <a:gdLst/>
              <a:ahLst/>
              <a:cxnLst/>
              <a:rect l="l" t="t" r="r" b="b"/>
              <a:pathLst>
                <a:path w="497" h="503" extrusionOk="0">
                  <a:moveTo>
                    <a:pt x="252" y="0"/>
                  </a:moveTo>
                  <a:cubicBezTo>
                    <a:pt x="109" y="0"/>
                    <a:pt x="1" y="115"/>
                    <a:pt x="1" y="251"/>
                  </a:cubicBezTo>
                  <a:cubicBezTo>
                    <a:pt x="1" y="387"/>
                    <a:pt x="109" y="503"/>
                    <a:pt x="252" y="503"/>
                  </a:cubicBezTo>
                  <a:cubicBezTo>
                    <a:pt x="388" y="503"/>
                    <a:pt x="496" y="387"/>
                    <a:pt x="496" y="251"/>
                  </a:cubicBezTo>
                  <a:cubicBezTo>
                    <a:pt x="496"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3"/>
            <p:cNvSpPr/>
            <p:nvPr/>
          </p:nvSpPr>
          <p:spPr>
            <a:xfrm>
              <a:off x="2145825" y="17488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3"/>
            <p:cNvSpPr/>
            <p:nvPr/>
          </p:nvSpPr>
          <p:spPr>
            <a:xfrm>
              <a:off x="2237800" y="1748800"/>
              <a:ext cx="12350" cy="12575"/>
            </a:xfrm>
            <a:custGeom>
              <a:avLst/>
              <a:gdLst/>
              <a:ahLst/>
              <a:cxnLst/>
              <a:rect l="l" t="t" r="r" b="b"/>
              <a:pathLst>
                <a:path w="494" h="503" extrusionOk="0">
                  <a:moveTo>
                    <a:pt x="244" y="0"/>
                  </a:moveTo>
                  <a:cubicBezTo>
                    <a:pt x="107" y="0"/>
                    <a:pt x="0" y="115"/>
                    <a:pt x="0" y="251"/>
                  </a:cubicBezTo>
                  <a:cubicBezTo>
                    <a:pt x="0" y="387"/>
                    <a:pt x="107" y="503"/>
                    <a:pt x="244" y="503"/>
                  </a:cubicBezTo>
                  <a:cubicBezTo>
                    <a:pt x="387" y="503"/>
                    <a:pt x="494" y="387"/>
                    <a:pt x="494" y="251"/>
                  </a:cubicBezTo>
                  <a:cubicBezTo>
                    <a:pt x="494" y="115"/>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3"/>
            <p:cNvSpPr/>
            <p:nvPr/>
          </p:nvSpPr>
          <p:spPr>
            <a:xfrm>
              <a:off x="2329550" y="1748800"/>
              <a:ext cx="12575" cy="12575"/>
            </a:xfrm>
            <a:custGeom>
              <a:avLst/>
              <a:gdLst/>
              <a:ahLst/>
              <a:cxnLst/>
              <a:rect l="l" t="t" r="r" b="b"/>
              <a:pathLst>
                <a:path w="503" h="503" extrusionOk="0">
                  <a:moveTo>
                    <a:pt x="251" y="0"/>
                  </a:moveTo>
                  <a:cubicBezTo>
                    <a:pt x="115" y="0"/>
                    <a:pt x="0" y="115"/>
                    <a:pt x="0" y="251"/>
                  </a:cubicBezTo>
                  <a:cubicBezTo>
                    <a:pt x="0" y="387"/>
                    <a:pt x="115" y="503"/>
                    <a:pt x="251" y="503"/>
                  </a:cubicBezTo>
                  <a:cubicBezTo>
                    <a:pt x="387" y="503"/>
                    <a:pt x="502" y="387"/>
                    <a:pt x="502" y="251"/>
                  </a:cubicBezTo>
                  <a:cubicBezTo>
                    <a:pt x="502"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3"/>
            <p:cNvSpPr/>
            <p:nvPr/>
          </p:nvSpPr>
          <p:spPr>
            <a:xfrm>
              <a:off x="2421325" y="1748800"/>
              <a:ext cx="12550" cy="12575"/>
            </a:xfrm>
            <a:custGeom>
              <a:avLst/>
              <a:gdLst/>
              <a:ahLst/>
              <a:cxnLst/>
              <a:rect l="l" t="t" r="r" b="b"/>
              <a:pathLst>
                <a:path w="502" h="503" extrusionOk="0">
                  <a:moveTo>
                    <a:pt x="250" y="0"/>
                  </a:moveTo>
                  <a:cubicBezTo>
                    <a:pt x="114" y="0"/>
                    <a:pt x="1" y="115"/>
                    <a:pt x="1" y="251"/>
                  </a:cubicBezTo>
                  <a:cubicBezTo>
                    <a:pt x="1" y="387"/>
                    <a:pt x="114" y="503"/>
                    <a:pt x="250" y="503"/>
                  </a:cubicBezTo>
                  <a:cubicBezTo>
                    <a:pt x="395" y="503"/>
                    <a:pt x="501" y="387"/>
                    <a:pt x="501" y="251"/>
                  </a:cubicBezTo>
                  <a:cubicBezTo>
                    <a:pt x="501" y="115"/>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3"/>
            <p:cNvSpPr/>
            <p:nvPr/>
          </p:nvSpPr>
          <p:spPr>
            <a:xfrm>
              <a:off x="2513250" y="1748800"/>
              <a:ext cx="12575" cy="12575"/>
            </a:xfrm>
            <a:custGeom>
              <a:avLst/>
              <a:gdLst/>
              <a:ahLst/>
              <a:cxnLst/>
              <a:rect l="l" t="t" r="r" b="b"/>
              <a:pathLst>
                <a:path w="503" h="503" extrusionOk="0">
                  <a:moveTo>
                    <a:pt x="252" y="0"/>
                  </a:moveTo>
                  <a:cubicBezTo>
                    <a:pt x="109" y="0"/>
                    <a:pt x="0" y="115"/>
                    <a:pt x="0" y="251"/>
                  </a:cubicBezTo>
                  <a:cubicBezTo>
                    <a:pt x="0" y="387"/>
                    <a:pt x="109"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3"/>
            <p:cNvSpPr/>
            <p:nvPr/>
          </p:nvSpPr>
          <p:spPr>
            <a:xfrm>
              <a:off x="2605000" y="1748800"/>
              <a:ext cx="12575" cy="12575"/>
            </a:xfrm>
            <a:custGeom>
              <a:avLst/>
              <a:gdLst/>
              <a:ahLst/>
              <a:cxnLst/>
              <a:rect l="l" t="t" r="r" b="b"/>
              <a:pathLst>
                <a:path w="503" h="503" extrusionOk="0">
                  <a:moveTo>
                    <a:pt x="252" y="0"/>
                  </a:moveTo>
                  <a:cubicBezTo>
                    <a:pt x="116" y="0"/>
                    <a:pt x="0" y="115"/>
                    <a:pt x="0" y="251"/>
                  </a:cubicBezTo>
                  <a:cubicBezTo>
                    <a:pt x="0" y="387"/>
                    <a:pt x="116" y="503"/>
                    <a:pt x="252" y="503"/>
                  </a:cubicBezTo>
                  <a:cubicBezTo>
                    <a:pt x="387" y="503"/>
                    <a:pt x="503" y="387"/>
                    <a:pt x="503" y="251"/>
                  </a:cubicBezTo>
                  <a:cubicBezTo>
                    <a:pt x="503" y="115"/>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3"/>
            <p:cNvSpPr/>
            <p:nvPr/>
          </p:nvSpPr>
          <p:spPr>
            <a:xfrm>
              <a:off x="2696950" y="1748800"/>
              <a:ext cx="12375" cy="12575"/>
            </a:xfrm>
            <a:custGeom>
              <a:avLst/>
              <a:gdLst/>
              <a:ahLst/>
              <a:cxnLst/>
              <a:rect l="l" t="t" r="r" b="b"/>
              <a:pathLst>
                <a:path w="495" h="503" extrusionOk="0">
                  <a:moveTo>
                    <a:pt x="252" y="0"/>
                  </a:moveTo>
                  <a:cubicBezTo>
                    <a:pt x="108" y="0"/>
                    <a:pt x="1" y="115"/>
                    <a:pt x="1" y="251"/>
                  </a:cubicBezTo>
                  <a:cubicBezTo>
                    <a:pt x="1" y="387"/>
                    <a:pt x="108" y="503"/>
                    <a:pt x="252" y="503"/>
                  </a:cubicBezTo>
                  <a:cubicBezTo>
                    <a:pt x="388" y="503"/>
                    <a:pt x="495" y="387"/>
                    <a:pt x="495" y="251"/>
                  </a:cubicBezTo>
                  <a:cubicBezTo>
                    <a:pt x="495"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3"/>
            <p:cNvSpPr/>
            <p:nvPr/>
          </p:nvSpPr>
          <p:spPr>
            <a:xfrm>
              <a:off x="2788700" y="17488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3"/>
            <p:cNvSpPr/>
            <p:nvPr/>
          </p:nvSpPr>
          <p:spPr>
            <a:xfrm>
              <a:off x="2880675" y="1748800"/>
              <a:ext cx="12375" cy="12575"/>
            </a:xfrm>
            <a:custGeom>
              <a:avLst/>
              <a:gdLst/>
              <a:ahLst/>
              <a:cxnLst/>
              <a:rect l="l" t="t" r="r" b="b"/>
              <a:pathLst>
                <a:path w="495" h="503" extrusionOk="0">
                  <a:moveTo>
                    <a:pt x="243" y="0"/>
                  </a:moveTo>
                  <a:cubicBezTo>
                    <a:pt x="107" y="0"/>
                    <a:pt x="0" y="115"/>
                    <a:pt x="0" y="251"/>
                  </a:cubicBezTo>
                  <a:cubicBezTo>
                    <a:pt x="0" y="387"/>
                    <a:pt x="107" y="503"/>
                    <a:pt x="243" y="503"/>
                  </a:cubicBezTo>
                  <a:cubicBezTo>
                    <a:pt x="387" y="503"/>
                    <a:pt x="494" y="387"/>
                    <a:pt x="494" y="251"/>
                  </a:cubicBezTo>
                  <a:cubicBezTo>
                    <a:pt x="494" y="115"/>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3"/>
            <p:cNvSpPr/>
            <p:nvPr/>
          </p:nvSpPr>
          <p:spPr>
            <a:xfrm>
              <a:off x="2972425" y="1748800"/>
              <a:ext cx="12575" cy="12575"/>
            </a:xfrm>
            <a:custGeom>
              <a:avLst/>
              <a:gdLst/>
              <a:ahLst/>
              <a:cxnLst/>
              <a:rect l="l" t="t" r="r" b="b"/>
              <a:pathLst>
                <a:path w="503" h="503" extrusionOk="0">
                  <a:moveTo>
                    <a:pt x="251" y="0"/>
                  </a:moveTo>
                  <a:cubicBezTo>
                    <a:pt x="115" y="0"/>
                    <a:pt x="0" y="115"/>
                    <a:pt x="0" y="251"/>
                  </a:cubicBezTo>
                  <a:cubicBezTo>
                    <a:pt x="0" y="387"/>
                    <a:pt x="115" y="503"/>
                    <a:pt x="251" y="503"/>
                  </a:cubicBezTo>
                  <a:cubicBezTo>
                    <a:pt x="387" y="503"/>
                    <a:pt x="503" y="387"/>
                    <a:pt x="503" y="251"/>
                  </a:cubicBezTo>
                  <a:cubicBezTo>
                    <a:pt x="503"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3"/>
            <p:cNvSpPr/>
            <p:nvPr/>
          </p:nvSpPr>
          <p:spPr>
            <a:xfrm>
              <a:off x="3064375" y="1748800"/>
              <a:ext cx="12375" cy="12575"/>
            </a:xfrm>
            <a:custGeom>
              <a:avLst/>
              <a:gdLst/>
              <a:ahLst/>
              <a:cxnLst/>
              <a:rect l="l" t="t" r="r" b="b"/>
              <a:pathLst>
                <a:path w="495" h="503" extrusionOk="0">
                  <a:moveTo>
                    <a:pt x="243" y="0"/>
                  </a:moveTo>
                  <a:cubicBezTo>
                    <a:pt x="107" y="0"/>
                    <a:pt x="1" y="115"/>
                    <a:pt x="1" y="251"/>
                  </a:cubicBezTo>
                  <a:cubicBezTo>
                    <a:pt x="1" y="387"/>
                    <a:pt x="107" y="503"/>
                    <a:pt x="243" y="503"/>
                  </a:cubicBezTo>
                  <a:cubicBezTo>
                    <a:pt x="388" y="503"/>
                    <a:pt x="495" y="387"/>
                    <a:pt x="495" y="251"/>
                  </a:cubicBezTo>
                  <a:cubicBezTo>
                    <a:pt x="495" y="115"/>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3"/>
            <p:cNvSpPr/>
            <p:nvPr/>
          </p:nvSpPr>
          <p:spPr>
            <a:xfrm>
              <a:off x="3156125" y="17488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3"/>
            <p:cNvSpPr/>
            <p:nvPr/>
          </p:nvSpPr>
          <p:spPr>
            <a:xfrm>
              <a:off x="3247875" y="1748800"/>
              <a:ext cx="12575" cy="12575"/>
            </a:xfrm>
            <a:custGeom>
              <a:avLst/>
              <a:gdLst/>
              <a:ahLst/>
              <a:cxnLst/>
              <a:rect l="l" t="t" r="r" b="b"/>
              <a:pathLst>
                <a:path w="503"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3"/>
            <p:cNvSpPr/>
            <p:nvPr/>
          </p:nvSpPr>
          <p:spPr>
            <a:xfrm>
              <a:off x="3339850" y="1748800"/>
              <a:ext cx="12525" cy="12575"/>
            </a:xfrm>
            <a:custGeom>
              <a:avLst/>
              <a:gdLst/>
              <a:ahLst/>
              <a:cxnLst/>
              <a:rect l="l" t="t" r="r" b="b"/>
              <a:pathLst>
                <a:path w="501" h="503" extrusionOk="0">
                  <a:moveTo>
                    <a:pt x="251" y="0"/>
                  </a:moveTo>
                  <a:cubicBezTo>
                    <a:pt x="107" y="0"/>
                    <a:pt x="0" y="115"/>
                    <a:pt x="0" y="251"/>
                  </a:cubicBezTo>
                  <a:cubicBezTo>
                    <a:pt x="0" y="387"/>
                    <a:pt x="107" y="503"/>
                    <a:pt x="251" y="503"/>
                  </a:cubicBezTo>
                  <a:cubicBezTo>
                    <a:pt x="387" y="503"/>
                    <a:pt x="501" y="387"/>
                    <a:pt x="501" y="251"/>
                  </a:cubicBezTo>
                  <a:cubicBezTo>
                    <a:pt x="501"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3"/>
            <p:cNvSpPr/>
            <p:nvPr/>
          </p:nvSpPr>
          <p:spPr>
            <a:xfrm>
              <a:off x="3431575" y="17488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3"/>
            <p:cNvSpPr/>
            <p:nvPr/>
          </p:nvSpPr>
          <p:spPr>
            <a:xfrm>
              <a:off x="3523550" y="1748800"/>
              <a:ext cx="12375" cy="12575"/>
            </a:xfrm>
            <a:custGeom>
              <a:avLst/>
              <a:gdLst/>
              <a:ahLst/>
              <a:cxnLst/>
              <a:rect l="l" t="t" r="r" b="b"/>
              <a:pathLst>
                <a:path w="495" h="503" extrusionOk="0">
                  <a:moveTo>
                    <a:pt x="250" y="0"/>
                  </a:moveTo>
                  <a:cubicBezTo>
                    <a:pt x="107" y="0"/>
                    <a:pt x="0" y="115"/>
                    <a:pt x="0" y="251"/>
                  </a:cubicBezTo>
                  <a:cubicBezTo>
                    <a:pt x="0" y="387"/>
                    <a:pt x="107" y="503"/>
                    <a:pt x="250" y="503"/>
                  </a:cubicBezTo>
                  <a:cubicBezTo>
                    <a:pt x="388" y="503"/>
                    <a:pt x="494" y="387"/>
                    <a:pt x="494" y="251"/>
                  </a:cubicBezTo>
                  <a:cubicBezTo>
                    <a:pt x="494" y="115"/>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3"/>
            <p:cNvSpPr/>
            <p:nvPr/>
          </p:nvSpPr>
          <p:spPr>
            <a:xfrm>
              <a:off x="676400" y="18407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3"/>
            <p:cNvSpPr/>
            <p:nvPr/>
          </p:nvSpPr>
          <p:spPr>
            <a:xfrm>
              <a:off x="768325" y="1840700"/>
              <a:ext cx="12400" cy="12425"/>
            </a:xfrm>
            <a:custGeom>
              <a:avLst/>
              <a:gdLst/>
              <a:ahLst/>
              <a:cxnLst/>
              <a:rect l="l" t="t" r="r" b="b"/>
              <a:pathLst>
                <a:path w="496" h="497" extrusionOk="0">
                  <a:moveTo>
                    <a:pt x="245" y="1"/>
                  </a:moveTo>
                  <a:cubicBezTo>
                    <a:pt x="109" y="1"/>
                    <a:pt x="0" y="109"/>
                    <a:pt x="0" y="245"/>
                  </a:cubicBezTo>
                  <a:cubicBezTo>
                    <a:pt x="0" y="388"/>
                    <a:pt x="109" y="496"/>
                    <a:pt x="245" y="496"/>
                  </a:cubicBezTo>
                  <a:cubicBezTo>
                    <a:pt x="388" y="496"/>
                    <a:pt x="496" y="388"/>
                    <a:pt x="496" y="245"/>
                  </a:cubicBezTo>
                  <a:cubicBezTo>
                    <a:pt x="496" y="109"/>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3"/>
            <p:cNvSpPr/>
            <p:nvPr/>
          </p:nvSpPr>
          <p:spPr>
            <a:xfrm>
              <a:off x="860125" y="1840700"/>
              <a:ext cx="12525" cy="12425"/>
            </a:xfrm>
            <a:custGeom>
              <a:avLst/>
              <a:gdLst/>
              <a:ahLst/>
              <a:cxnLst/>
              <a:rect l="l" t="t" r="r" b="b"/>
              <a:pathLst>
                <a:path w="501" h="497" extrusionOk="0">
                  <a:moveTo>
                    <a:pt x="251" y="1"/>
                  </a:moveTo>
                  <a:cubicBezTo>
                    <a:pt x="114" y="1"/>
                    <a:pt x="0" y="109"/>
                    <a:pt x="0" y="245"/>
                  </a:cubicBezTo>
                  <a:cubicBezTo>
                    <a:pt x="0" y="388"/>
                    <a:pt x="114" y="496"/>
                    <a:pt x="251" y="496"/>
                  </a:cubicBezTo>
                  <a:cubicBezTo>
                    <a:pt x="387" y="496"/>
                    <a:pt x="501" y="388"/>
                    <a:pt x="501" y="245"/>
                  </a:cubicBezTo>
                  <a:cubicBezTo>
                    <a:pt x="501"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3"/>
            <p:cNvSpPr/>
            <p:nvPr/>
          </p:nvSpPr>
          <p:spPr>
            <a:xfrm>
              <a:off x="951850" y="18407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3"/>
            <p:cNvSpPr/>
            <p:nvPr/>
          </p:nvSpPr>
          <p:spPr>
            <a:xfrm>
              <a:off x="1043825" y="1840700"/>
              <a:ext cx="12375" cy="12425"/>
            </a:xfrm>
            <a:custGeom>
              <a:avLst/>
              <a:gdLst/>
              <a:ahLst/>
              <a:cxnLst/>
              <a:rect l="l" t="t" r="r" b="b"/>
              <a:pathLst>
                <a:path w="495" h="497" extrusionOk="0">
                  <a:moveTo>
                    <a:pt x="250" y="1"/>
                  </a:moveTo>
                  <a:cubicBezTo>
                    <a:pt x="107" y="1"/>
                    <a:pt x="0" y="109"/>
                    <a:pt x="0" y="245"/>
                  </a:cubicBezTo>
                  <a:cubicBezTo>
                    <a:pt x="0" y="388"/>
                    <a:pt x="107" y="496"/>
                    <a:pt x="250" y="496"/>
                  </a:cubicBezTo>
                  <a:cubicBezTo>
                    <a:pt x="388" y="496"/>
                    <a:pt x="494" y="388"/>
                    <a:pt x="494" y="245"/>
                  </a:cubicBezTo>
                  <a:cubicBezTo>
                    <a:pt x="494"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3"/>
            <p:cNvSpPr/>
            <p:nvPr/>
          </p:nvSpPr>
          <p:spPr>
            <a:xfrm>
              <a:off x="1135575" y="1840700"/>
              <a:ext cx="12575" cy="12425"/>
            </a:xfrm>
            <a:custGeom>
              <a:avLst/>
              <a:gdLst/>
              <a:ahLst/>
              <a:cxnLst/>
              <a:rect l="l" t="t" r="r" b="b"/>
              <a:pathLst>
                <a:path w="503" h="497" extrusionOk="0">
                  <a:moveTo>
                    <a:pt x="252" y="1"/>
                  </a:moveTo>
                  <a:cubicBezTo>
                    <a:pt x="116" y="1"/>
                    <a:pt x="0" y="109"/>
                    <a:pt x="0" y="245"/>
                  </a:cubicBezTo>
                  <a:cubicBezTo>
                    <a:pt x="0" y="388"/>
                    <a:pt x="116" y="496"/>
                    <a:pt x="252" y="496"/>
                  </a:cubicBezTo>
                  <a:cubicBezTo>
                    <a:pt x="387" y="496"/>
                    <a:pt x="503" y="388"/>
                    <a:pt x="503" y="245"/>
                  </a:cubicBezTo>
                  <a:cubicBezTo>
                    <a:pt x="503"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3"/>
            <p:cNvSpPr/>
            <p:nvPr/>
          </p:nvSpPr>
          <p:spPr>
            <a:xfrm>
              <a:off x="1227500" y="1840700"/>
              <a:ext cx="12400" cy="12425"/>
            </a:xfrm>
            <a:custGeom>
              <a:avLst/>
              <a:gdLst/>
              <a:ahLst/>
              <a:cxnLst/>
              <a:rect l="l" t="t" r="r" b="b"/>
              <a:pathLst>
                <a:path w="496" h="497" extrusionOk="0">
                  <a:moveTo>
                    <a:pt x="251" y="1"/>
                  </a:moveTo>
                  <a:cubicBezTo>
                    <a:pt x="109" y="1"/>
                    <a:pt x="0" y="109"/>
                    <a:pt x="0" y="245"/>
                  </a:cubicBezTo>
                  <a:cubicBezTo>
                    <a:pt x="0" y="388"/>
                    <a:pt x="109" y="496"/>
                    <a:pt x="251" y="496"/>
                  </a:cubicBezTo>
                  <a:cubicBezTo>
                    <a:pt x="387" y="496"/>
                    <a:pt x="496" y="388"/>
                    <a:pt x="496" y="245"/>
                  </a:cubicBezTo>
                  <a:cubicBezTo>
                    <a:pt x="496"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3"/>
            <p:cNvSpPr/>
            <p:nvPr/>
          </p:nvSpPr>
          <p:spPr>
            <a:xfrm>
              <a:off x="1319275" y="1840700"/>
              <a:ext cx="12550" cy="12425"/>
            </a:xfrm>
            <a:custGeom>
              <a:avLst/>
              <a:gdLst/>
              <a:ahLst/>
              <a:cxnLst/>
              <a:rect l="l" t="t" r="r" b="b"/>
              <a:pathLst>
                <a:path w="502" h="497" extrusionOk="0">
                  <a:moveTo>
                    <a:pt x="252" y="1"/>
                  </a:moveTo>
                  <a:cubicBezTo>
                    <a:pt x="114" y="1"/>
                    <a:pt x="1" y="109"/>
                    <a:pt x="1" y="245"/>
                  </a:cubicBezTo>
                  <a:cubicBezTo>
                    <a:pt x="1" y="388"/>
                    <a:pt x="114" y="496"/>
                    <a:pt x="252" y="496"/>
                  </a:cubicBezTo>
                  <a:cubicBezTo>
                    <a:pt x="388" y="496"/>
                    <a:pt x="501" y="388"/>
                    <a:pt x="501" y="245"/>
                  </a:cubicBezTo>
                  <a:cubicBezTo>
                    <a:pt x="501"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3"/>
            <p:cNvSpPr/>
            <p:nvPr/>
          </p:nvSpPr>
          <p:spPr>
            <a:xfrm>
              <a:off x="1411200" y="1840700"/>
              <a:ext cx="12425" cy="12425"/>
            </a:xfrm>
            <a:custGeom>
              <a:avLst/>
              <a:gdLst/>
              <a:ahLst/>
              <a:cxnLst/>
              <a:rect l="l" t="t" r="r" b="b"/>
              <a:pathLst>
                <a:path w="497" h="497" extrusionOk="0">
                  <a:moveTo>
                    <a:pt x="245" y="1"/>
                  </a:moveTo>
                  <a:cubicBezTo>
                    <a:pt x="109" y="1"/>
                    <a:pt x="1" y="109"/>
                    <a:pt x="1" y="245"/>
                  </a:cubicBezTo>
                  <a:cubicBezTo>
                    <a:pt x="1" y="388"/>
                    <a:pt x="109" y="496"/>
                    <a:pt x="245" y="496"/>
                  </a:cubicBezTo>
                  <a:cubicBezTo>
                    <a:pt x="388" y="496"/>
                    <a:pt x="496" y="388"/>
                    <a:pt x="496" y="245"/>
                  </a:cubicBezTo>
                  <a:cubicBezTo>
                    <a:pt x="496" y="109"/>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3"/>
            <p:cNvSpPr/>
            <p:nvPr/>
          </p:nvSpPr>
          <p:spPr>
            <a:xfrm>
              <a:off x="1503000" y="1840700"/>
              <a:ext cx="12525" cy="12425"/>
            </a:xfrm>
            <a:custGeom>
              <a:avLst/>
              <a:gdLst/>
              <a:ahLst/>
              <a:cxnLst/>
              <a:rect l="l" t="t" r="r" b="b"/>
              <a:pathLst>
                <a:path w="501" h="497" extrusionOk="0">
                  <a:moveTo>
                    <a:pt x="250" y="1"/>
                  </a:moveTo>
                  <a:cubicBezTo>
                    <a:pt x="114" y="1"/>
                    <a:pt x="0" y="109"/>
                    <a:pt x="0" y="245"/>
                  </a:cubicBezTo>
                  <a:cubicBezTo>
                    <a:pt x="0" y="388"/>
                    <a:pt x="114" y="496"/>
                    <a:pt x="250" y="496"/>
                  </a:cubicBezTo>
                  <a:cubicBezTo>
                    <a:pt x="387" y="496"/>
                    <a:pt x="501" y="388"/>
                    <a:pt x="501" y="245"/>
                  </a:cubicBezTo>
                  <a:cubicBezTo>
                    <a:pt x="501" y="109"/>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3"/>
            <p:cNvSpPr/>
            <p:nvPr/>
          </p:nvSpPr>
          <p:spPr>
            <a:xfrm>
              <a:off x="1594750" y="1840700"/>
              <a:ext cx="12575" cy="12425"/>
            </a:xfrm>
            <a:custGeom>
              <a:avLst/>
              <a:gdLst/>
              <a:ahLst/>
              <a:cxnLst/>
              <a:rect l="l" t="t" r="r" b="b"/>
              <a:pathLst>
                <a:path w="503" h="497" extrusionOk="0">
                  <a:moveTo>
                    <a:pt x="251" y="1"/>
                  </a:moveTo>
                  <a:cubicBezTo>
                    <a:pt x="115" y="1"/>
                    <a:pt x="0" y="109"/>
                    <a:pt x="0" y="245"/>
                  </a:cubicBezTo>
                  <a:cubicBezTo>
                    <a:pt x="0" y="388"/>
                    <a:pt x="115" y="496"/>
                    <a:pt x="251" y="496"/>
                  </a:cubicBezTo>
                  <a:cubicBezTo>
                    <a:pt x="394" y="496"/>
                    <a:pt x="503" y="388"/>
                    <a:pt x="503" y="245"/>
                  </a:cubicBezTo>
                  <a:cubicBezTo>
                    <a:pt x="503" y="109"/>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3"/>
            <p:cNvSpPr/>
            <p:nvPr/>
          </p:nvSpPr>
          <p:spPr>
            <a:xfrm>
              <a:off x="1686650" y="18407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3"/>
            <p:cNvSpPr/>
            <p:nvPr/>
          </p:nvSpPr>
          <p:spPr>
            <a:xfrm>
              <a:off x="1778450" y="1840700"/>
              <a:ext cx="12550" cy="12425"/>
            </a:xfrm>
            <a:custGeom>
              <a:avLst/>
              <a:gdLst/>
              <a:ahLst/>
              <a:cxnLst/>
              <a:rect l="l" t="t" r="r" b="b"/>
              <a:pathLst>
                <a:path w="502" h="497" extrusionOk="0">
                  <a:moveTo>
                    <a:pt x="252" y="1"/>
                  </a:moveTo>
                  <a:cubicBezTo>
                    <a:pt x="114" y="1"/>
                    <a:pt x="1" y="109"/>
                    <a:pt x="1" y="245"/>
                  </a:cubicBezTo>
                  <a:cubicBezTo>
                    <a:pt x="1" y="388"/>
                    <a:pt x="114" y="496"/>
                    <a:pt x="252" y="496"/>
                  </a:cubicBezTo>
                  <a:cubicBezTo>
                    <a:pt x="388" y="496"/>
                    <a:pt x="501" y="388"/>
                    <a:pt x="501" y="245"/>
                  </a:cubicBezTo>
                  <a:cubicBezTo>
                    <a:pt x="501"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3"/>
            <p:cNvSpPr/>
            <p:nvPr/>
          </p:nvSpPr>
          <p:spPr>
            <a:xfrm>
              <a:off x="1870375" y="1840700"/>
              <a:ext cx="12400" cy="12425"/>
            </a:xfrm>
            <a:custGeom>
              <a:avLst/>
              <a:gdLst/>
              <a:ahLst/>
              <a:cxnLst/>
              <a:rect l="l" t="t" r="r" b="b"/>
              <a:pathLst>
                <a:path w="496" h="497" extrusionOk="0">
                  <a:moveTo>
                    <a:pt x="252" y="1"/>
                  </a:moveTo>
                  <a:cubicBezTo>
                    <a:pt x="109" y="1"/>
                    <a:pt x="0" y="109"/>
                    <a:pt x="0" y="245"/>
                  </a:cubicBezTo>
                  <a:cubicBezTo>
                    <a:pt x="0" y="388"/>
                    <a:pt x="109" y="496"/>
                    <a:pt x="252" y="496"/>
                  </a:cubicBezTo>
                  <a:cubicBezTo>
                    <a:pt x="387" y="496"/>
                    <a:pt x="496" y="388"/>
                    <a:pt x="496" y="245"/>
                  </a:cubicBezTo>
                  <a:cubicBezTo>
                    <a:pt x="496"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3"/>
            <p:cNvSpPr/>
            <p:nvPr/>
          </p:nvSpPr>
          <p:spPr>
            <a:xfrm>
              <a:off x="1962150" y="1840700"/>
              <a:ext cx="12550" cy="12425"/>
            </a:xfrm>
            <a:custGeom>
              <a:avLst/>
              <a:gdLst/>
              <a:ahLst/>
              <a:cxnLst/>
              <a:rect l="l" t="t" r="r" b="b"/>
              <a:pathLst>
                <a:path w="502" h="497" extrusionOk="0">
                  <a:moveTo>
                    <a:pt x="250" y="1"/>
                  </a:moveTo>
                  <a:cubicBezTo>
                    <a:pt x="114" y="1"/>
                    <a:pt x="1" y="109"/>
                    <a:pt x="1" y="245"/>
                  </a:cubicBezTo>
                  <a:cubicBezTo>
                    <a:pt x="1" y="388"/>
                    <a:pt x="114" y="496"/>
                    <a:pt x="250" y="496"/>
                  </a:cubicBezTo>
                  <a:cubicBezTo>
                    <a:pt x="388" y="496"/>
                    <a:pt x="502" y="388"/>
                    <a:pt x="502" y="245"/>
                  </a:cubicBezTo>
                  <a:cubicBezTo>
                    <a:pt x="502"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3"/>
            <p:cNvSpPr/>
            <p:nvPr/>
          </p:nvSpPr>
          <p:spPr>
            <a:xfrm>
              <a:off x="2054075" y="1840700"/>
              <a:ext cx="12425" cy="12425"/>
            </a:xfrm>
            <a:custGeom>
              <a:avLst/>
              <a:gdLst/>
              <a:ahLst/>
              <a:cxnLst/>
              <a:rect l="l" t="t" r="r" b="b"/>
              <a:pathLst>
                <a:path w="497" h="497" extrusionOk="0">
                  <a:moveTo>
                    <a:pt x="252" y="1"/>
                  </a:moveTo>
                  <a:cubicBezTo>
                    <a:pt x="109" y="1"/>
                    <a:pt x="1" y="109"/>
                    <a:pt x="1" y="245"/>
                  </a:cubicBezTo>
                  <a:cubicBezTo>
                    <a:pt x="1" y="388"/>
                    <a:pt x="109" y="496"/>
                    <a:pt x="252" y="496"/>
                  </a:cubicBezTo>
                  <a:cubicBezTo>
                    <a:pt x="388" y="496"/>
                    <a:pt x="496" y="388"/>
                    <a:pt x="496" y="245"/>
                  </a:cubicBezTo>
                  <a:cubicBezTo>
                    <a:pt x="496"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3"/>
            <p:cNvSpPr/>
            <p:nvPr/>
          </p:nvSpPr>
          <p:spPr>
            <a:xfrm>
              <a:off x="2145825" y="18407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3"/>
            <p:cNvSpPr/>
            <p:nvPr/>
          </p:nvSpPr>
          <p:spPr>
            <a:xfrm>
              <a:off x="2237800" y="1840700"/>
              <a:ext cx="12350" cy="12425"/>
            </a:xfrm>
            <a:custGeom>
              <a:avLst/>
              <a:gdLst/>
              <a:ahLst/>
              <a:cxnLst/>
              <a:rect l="l" t="t" r="r" b="b"/>
              <a:pathLst>
                <a:path w="494" h="497" extrusionOk="0">
                  <a:moveTo>
                    <a:pt x="244" y="1"/>
                  </a:moveTo>
                  <a:cubicBezTo>
                    <a:pt x="107" y="1"/>
                    <a:pt x="0" y="109"/>
                    <a:pt x="0" y="245"/>
                  </a:cubicBezTo>
                  <a:cubicBezTo>
                    <a:pt x="0" y="388"/>
                    <a:pt x="107" y="496"/>
                    <a:pt x="244" y="496"/>
                  </a:cubicBezTo>
                  <a:cubicBezTo>
                    <a:pt x="387" y="496"/>
                    <a:pt x="494" y="388"/>
                    <a:pt x="494" y="245"/>
                  </a:cubicBezTo>
                  <a:cubicBezTo>
                    <a:pt x="494" y="109"/>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3"/>
            <p:cNvSpPr/>
            <p:nvPr/>
          </p:nvSpPr>
          <p:spPr>
            <a:xfrm>
              <a:off x="2329550" y="1840700"/>
              <a:ext cx="12575" cy="12425"/>
            </a:xfrm>
            <a:custGeom>
              <a:avLst/>
              <a:gdLst/>
              <a:ahLst/>
              <a:cxnLst/>
              <a:rect l="l" t="t" r="r" b="b"/>
              <a:pathLst>
                <a:path w="503" h="497" extrusionOk="0">
                  <a:moveTo>
                    <a:pt x="251" y="1"/>
                  </a:moveTo>
                  <a:cubicBezTo>
                    <a:pt x="115" y="1"/>
                    <a:pt x="0" y="109"/>
                    <a:pt x="0" y="245"/>
                  </a:cubicBezTo>
                  <a:cubicBezTo>
                    <a:pt x="0" y="388"/>
                    <a:pt x="115" y="496"/>
                    <a:pt x="251" y="496"/>
                  </a:cubicBezTo>
                  <a:cubicBezTo>
                    <a:pt x="387" y="496"/>
                    <a:pt x="502" y="388"/>
                    <a:pt x="502" y="245"/>
                  </a:cubicBezTo>
                  <a:cubicBezTo>
                    <a:pt x="502"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3"/>
            <p:cNvSpPr/>
            <p:nvPr/>
          </p:nvSpPr>
          <p:spPr>
            <a:xfrm>
              <a:off x="2421325" y="1840700"/>
              <a:ext cx="12550" cy="12425"/>
            </a:xfrm>
            <a:custGeom>
              <a:avLst/>
              <a:gdLst/>
              <a:ahLst/>
              <a:cxnLst/>
              <a:rect l="l" t="t" r="r" b="b"/>
              <a:pathLst>
                <a:path w="502" h="497" extrusionOk="0">
                  <a:moveTo>
                    <a:pt x="250" y="1"/>
                  </a:moveTo>
                  <a:cubicBezTo>
                    <a:pt x="114" y="1"/>
                    <a:pt x="1" y="109"/>
                    <a:pt x="1" y="245"/>
                  </a:cubicBezTo>
                  <a:cubicBezTo>
                    <a:pt x="1" y="388"/>
                    <a:pt x="114" y="496"/>
                    <a:pt x="250" y="496"/>
                  </a:cubicBezTo>
                  <a:cubicBezTo>
                    <a:pt x="395" y="496"/>
                    <a:pt x="501" y="388"/>
                    <a:pt x="501" y="245"/>
                  </a:cubicBezTo>
                  <a:cubicBezTo>
                    <a:pt x="501" y="109"/>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3"/>
            <p:cNvSpPr/>
            <p:nvPr/>
          </p:nvSpPr>
          <p:spPr>
            <a:xfrm>
              <a:off x="2513250" y="1840700"/>
              <a:ext cx="12575" cy="12425"/>
            </a:xfrm>
            <a:custGeom>
              <a:avLst/>
              <a:gdLst/>
              <a:ahLst/>
              <a:cxnLst/>
              <a:rect l="l" t="t" r="r" b="b"/>
              <a:pathLst>
                <a:path w="503" h="497" extrusionOk="0">
                  <a:moveTo>
                    <a:pt x="252" y="1"/>
                  </a:moveTo>
                  <a:cubicBezTo>
                    <a:pt x="109" y="1"/>
                    <a:pt x="0" y="109"/>
                    <a:pt x="0" y="245"/>
                  </a:cubicBezTo>
                  <a:cubicBezTo>
                    <a:pt x="0" y="388"/>
                    <a:pt x="109"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3"/>
            <p:cNvSpPr/>
            <p:nvPr/>
          </p:nvSpPr>
          <p:spPr>
            <a:xfrm>
              <a:off x="2605000" y="1840700"/>
              <a:ext cx="12575" cy="12425"/>
            </a:xfrm>
            <a:custGeom>
              <a:avLst/>
              <a:gdLst/>
              <a:ahLst/>
              <a:cxnLst/>
              <a:rect l="l" t="t" r="r" b="b"/>
              <a:pathLst>
                <a:path w="503" h="497" extrusionOk="0">
                  <a:moveTo>
                    <a:pt x="252" y="1"/>
                  </a:moveTo>
                  <a:cubicBezTo>
                    <a:pt x="116" y="1"/>
                    <a:pt x="0" y="109"/>
                    <a:pt x="0" y="245"/>
                  </a:cubicBezTo>
                  <a:cubicBezTo>
                    <a:pt x="0" y="388"/>
                    <a:pt x="116" y="496"/>
                    <a:pt x="252" y="496"/>
                  </a:cubicBezTo>
                  <a:cubicBezTo>
                    <a:pt x="387" y="496"/>
                    <a:pt x="503" y="388"/>
                    <a:pt x="503" y="245"/>
                  </a:cubicBezTo>
                  <a:cubicBezTo>
                    <a:pt x="503"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3"/>
            <p:cNvSpPr/>
            <p:nvPr/>
          </p:nvSpPr>
          <p:spPr>
            <a:xfrm>
              <a:off x="2696950" y="1840700"/>
              <a:ext cx="12375" cy="12425"/>
            </a:xfrm>
            <a:custGeom>
              <a:avLst/>
              <a:gdLst/>
              <a:ahLst/>
              <a:cxnLst/>
              <a:rect l="l" t="t" r="r" b="b"/>
              <a:pathLst>
                <a:path w="495" h="497" extrusionOk="0">
                  <a:moveTo>
                    <a:pt x="252" y="1"/>
                  </a:moveTo>
                  <a:cubicBezTo>
                    <a:pt x="108" y="1"/>
                    <a:pt x="1" y="109"/>
                    <a:pt x="1" y="245"/>
                  </a:cubicBezTo>
                  <a:cubicBezTo>
                    <a:pt x="1" y="388"/>
                    <a:pt x="108" y="496"/>
                    <a:pt x="252" y="496"/>
                  </a:cubicBezTo>
                  <a:cubicBezTo>
                    <a:pt x="388" y="496"/>
                    <a:pt x="495" y="388"/>
                    <a:pt x="495" y="245"/>
                  </a:cubicBezTo>
                  <a:cubicBezTo>
                    <a:pt x="495"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3"/>
            <p:cNvSpPr/>
            <p:nvPr/>
          </p:nvSpPr>
          <p:spPr>
            <a:xfrm>
              <a:off x="2788700" y="18407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3"/>
            <p:cNvSpPr/>
            <p:nvPr/>
          </p:nvSpPr>
          <p:spPr>
            <a:xfrm>
              <a:off x="2880675" y="1840700"/>
              <a:ext cx="12375" cy="12425"/>
            </a:xfrm>
            <a:custGeom>
              <a:avLst/>
              <a:gdLst/>
              <a:ahLst/>
              <a:cxnLst/>
              <a:rect l="l" t="t" r="r" b="b"/>
              <a:pathLst>
                <a:path w="495" h="497" extrusionOk="0">
                  <a:moveTo>
                    <a:pt x="243" y="1"/>
                  </a:moveTo>
                  <a:cubicBezTo>
                    <a:pt x="107" y="1"/>
                    <a:pt x="0" y="109"/>
                    <a:pt x="0" y="245"/>
                  </a:cubicBezTo>
                  <a:cubicBezTo>
                    <a:pt x="0" y="388"/>
                    <a:pt x="107" y="496"/>
                    <a:pt x="243" y="496"/>
                  </a:cubicBezTo>
                  <a:cubicBezTo>
                    <a:pt x="387" y="496"/>
                    <a:pt x="494" y="388"/>
                    <a:pt x="494" y="245"/>
                  </a:cubicBezTo>
                  <a:cubicBezTo>
                    <a:pt x="494" y="109"/>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3"/>
            <p:cNvSpPr/>
            <p:nvPr/>
          </p:nvSpPr>
          <p:spPr>
            <a:xfrm>
              <a:off x="2972425" y="1840700"/>
              <a:ext cx="12575" cy="12425"/>
            </a:xfrm>
            <a:custGeom>
              <a:avLst/>
              <a:gdLst/>
              <a:ahLst/>
              <a:cxnLst/>
              <a:rect l="l" t="t" r="r" b="b"/>
              <a:pathLst>
                <a:path w="503" h="497" extrusionOk="0">
                  <a:moveTo>
                    <a:pt x="251" y="1"/>
                  </a:moveTo>
                  <a:cubicBezTo>
                    <a:pt x="115" y="1"/>
                    <a:pt x="0" y="109"/>
                    <a:pt x="0" y="245"/>
                  </a:cubicBezTo>
                  <a:cubicBezTo>
                    <a:pt x="0" y="388"/>
                    <a:pt x="115" y="496"/>
                    <a:pt x="251" y="496"/>
                  </a:cubicBezTo>
                  <a:cubicBezTo>
                    <a:pt x="387" y="496"/>
                    <a:pt x="503" y="388"/>
                    <a:pt x="503" y="245"/>
                  </a:cubicBezTo>
                  <a:cubicBezTo>
                    <a:pt x="503"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3"/>
            <p:cNvSpPr/>
            <p:nvPr/>
          </p:nvSpPr>
          <p:spPr>
            <a:xfrm>
              <a:off x="3064375" y="1840700"/>
              <a:ext cx="12375" cy="12425"/>
            </a:xfrm>
            <a:custGeom>
              <a:avLst/>
              <a:gdLst/>
              <a:ahLst/>
              <a:cxnLst/>
              <a:rect l="l" t="t" r="r" b="b"/>
              <a:pathLst>
                <a:path w="495" h="497" extrusionOk="0">
                  <a:moveTo>
                    <a:pt x="243" y="1"/>
                  </a:moveTo>
                  <a:cubicBezTo>
                    <a:pt x="107" y="1"/>
                    <a:pt x="1" y="109"/>
                    <a:pt x="1" y="245"/>
                  </a:cubicBezTo>
                  <a:cubicBezTo>
                    <a:pt x="1" y="388"/>
                    <a:pt x="107" y="496"/>
                    <a:pt x="243" y="496"/>
                  </a:cubicBezTo>
                  <a:cubicBezTo>
                    <a:pt x="388" y="496"/>
                    <a:pt x="495" y="388"/>
                    <a:pt x="495" y="245"/>
                  </a:cubicBezTo>
                  <a:cubicBezTo>
                    <a:pt x="495" y="109"/>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3"/>
            <p:cNvSpPr/>
            <p:nvPr/>
          </p:nvSpPr>
          <p:spPr>
            <a:xfrm>
              <a:off x="3156125" y="18407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3"/>
            <p:cNvSpPr/>
            <p:nvPr/>
          </p:nvSpPr>
          <p:spPr>
            <a:xfrm>
              <a:off x="3247875" y="1840700"/>
              <a:ext cx="12575" cy="12425"/>
            </a:xfrm>
            <a:custGeom>
              <a:avLst/>
              <a:gdLst/>
              <a:ahLst/>
              <a:cxnLst/>
              <a:rect l="l" t="t" r="r" b="b"/>
              <a:pathLst>
                <a:path w="503"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3"/>
            <p:cNvSpPr/>
            <p:nvPr/>
          </p:nvSpPr>
          <p:spPr>
            <a:xfrm>
              <a:off x="3339850" y="1840700"/>
              <a:ext cx="12525" cy="12425"/>
            </a:xfrm>
            <a:custGeom>
              <a:avLst/>
              <a:gdLst/>
              <a:ahLst/>
              <a:cxnLst/>
              <a:rect l="l" t="t" r="r" b="b"/>
              <a:pathLst>
                <a:path w="501" h="497" extrusionOk="0">
                  <a:moveTo>
                    <a:pt x="251" y="1"/>
                  </a:moveTo>
                  <a:cubicBezTo>
                    <a:pt x="107" y="1"/>
                    <a:pt x="0" y="109"/>
                    <a:pt x="0" y="245"/>
                  </a:cubicBezTo>
                  <a:cubicBezTo>
                    <a:pt x="0" y="388"/>
                    <a:pt x="107" y="496"/>
                    <a:pt x="251" y="496"/>
                  </a:cubicBezTo>
                  <a:cubicBezTo>
                    <a:pt x="387" y="496"/>
                    <a:pt x="501" y="388"/>
                    <a:pt x="501" y="245"/>
                  </a:cubicBezTo>
                  <a:cubicBezTo>
                    <a:pt x="501"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3"/>
            <p:cNvSpPr/>
            <p:nvPr/>
          </p:nvSpPr>
          <p:spPr>
            <a:xfrm>
              <a:off x="3431575" y="18407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3"/>
            <p:cNvSpPr/>
            <p:nvPr/>
          </p:nvSpPr>
          <p:spPr>
            <a:xfrm>
              <a:off x="3523550" y="1840700"/>
              <a:ext cx="12375" cy="12425"/>
            </a:xfrm>
            <a:custGeom>
              <a:avLst/>
              <a:gdLst/>
              <a:ahLst/>
              <a:cxnLst/>
              <a:rect l="l" t="t" r="r" b="b"/>
              <a:pathLst>
                <a:path w="495" h="497" extrusionOk="0">
                  <a:moveTo>
                    <a:pt x="250" y="1"/>
                  </a:moveTo>
                  <a:cubicBezTo>
                    <a:pt x="107" y="1"/>
                    <a:pt x="0" y="109"/>
                    <a:pt x="0" y="245"/>
                  </a:cubicBezTo>
                  <a:cubicBezTo>
                    <a:pt x="0" y="388"/>
                    <a:pt x="107" y="496"/>
                    <a:pt x="250" y="496"/>
                  </a:cubicBezTo>
                  <a:cubicBezTo>
                    <a:pt x="388" y="496"/>
                    <a:pt x="494" y="388"/>
                    <a:pt x="494" y="245"/>
                  </a:cubicBezTo>
                  <a:cubicBezTo>
                    <a:pt x="494"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3"/>
            <p:cNvSpPr/>
            <p:nvPr/>
          </p:nvSpPr>
          <p:spPr>
            <a:xfrm>
              <a:off x="676400" y="19325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3"/>
            <p:cNvSpPr/>
            <p:nvPr/>
          </p:nvSpPr>
          <p:spPr>
            <a:xfrm>
              <a:off x="768325" y="1932500"/>
              <a:ext cx="12400" cy="12550"/>
            </a:xfrm>
            <a:custGeom>
              <a:avLst/>
              <a:gdLst/>
              <a:ahLst/>
              <a:cxnLst/>
              <a:rect l="l" t="t" r="r" b="b"/>
              <a:pathLst>
                <a:path w="496" h="502" extrusionOk="0">
                  <a:moveTo>
                    <a:pt x="245" y="1"/>
                  </a:moveTo>
                  <a:cubicBezTo>
                    <a:pt x="109" y="1"/>
                    <a:pt x="0" y="114"/>
                    <a:pt x="0" y="252"/>
                  </a:cubicBezTo>
                  <a:cubicBezTo>
                    <a:pt x="0" y="388"/>
                    <a:pt x="109" y="501"/>
                    <a:pt x="245" y="501"/>
                  </a:cubicBezTo>
                  <a:cubicBezTo>
                    <a:pt x="388" y="501"/>
                    <a:pt x="496" y="388"/>
                    <a:pt x="496" y="252"/>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3"/>
            <p:cNvSpPr/>
            <p:nvPr/>
          </p:nvSpPr>
          <p:spPr>
            <a:xfrm>
              <a:off x="860125" y="1932500"/>
              <a:ext cx="12525" cy="12550"/>
            </a:xfrm>
            <a:custGeom>
              <a:avLst/>
              <a:gdLst/>
              <a:ahLst/>
              <a:cxnLst/>
              <a:rect l="l" t="t" r="r" b="b"/>
              <a:pathLst>
                <a:path w="501" h="502" extrusionOk="0">
                  <a:moveTo>
                    <a:pt x="251" y="1"/>
                  </a:moveTo>
                  <a:cubicBezTo>
                    <a:pt x="114" y="1"/>
                    <a:pt x="0" y="114"/>
                    <a:pt x="0" y="252"/>
                  </a:cubicBezTo>
                  <a:cubicBezTo>
                    <a:pt x="0" y="388"/>
                    <a:pt x="114" y="501"/>
                    <a:pt x="251" y="501"/>
                  </a:cubicBezTo>
                  <a:cubicBezTo>
                    <a:pt x="387" y="501"/>
                    <a:pt x="501" y="388"/>
                    <a:pt x="501" y="252"/>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3"/>
            <p:cNvSpPr/>
            <p:nvPr/>
          </p:nvSpPr>
          <p:spPr>
            <a:xfrm>
              <a:off x="951850" y="19325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3"/>
            <p:cNvSpPr/>
            <p:nvPr/>
          </p:nvSpPr>
          <p:spPr>
            <a:xfrm>
              <a:off x="1043825" y="1932500"/>
              <a:ext cx="12375" cy="12550"/>
            </a:xfrm>
            <a:custGeom>
              <a:avLst/>
              <a:gdLst/>
              <a:ahLst/>
              <a:cxnLst/>
              <a:rect l="l" t="t" r="r" b="b"/>
              <a:pathLst>
                <a:path w="495" h="502" extrusionOk="0">
                  <a:moveTo>
                    <a:pt x="250" y="1"/>
                  </a:moveTo>
                  <a:cubicBezTo>
                    <a:pt x="107" y="1"/>
                    <a:pt x="0" y="114"/>
                    <a:pt x="0" y="252"/>
                  </a:cubicBezTo>
                  <a:cubicBezTo>
                    <a:pt x="0" y="388"/>
                    <a:pt x="107" y="501"/>
                    <a:pt x="250" y="501"/>
                  </a:cubicBezTo>
                  <a:cubicBezTo>
                    <a:pt x="388" y="501"/>
                    <a:pt x="494" y="388"/>
                    <a:pt x="494" y="252"/>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3"/>
            <p:cNvSpPr/>
            <p:nvPr/>
          </p:nvSpPr>
          <p:spPr>
            <a:xfrm>
              <a:off x="1135575" y="1932500"/>
              <a:ext cx="12575" cy="12550"/>
            </a:xfrm>
            <a:custGeom>
              <a:avLst/>
              <a:gdLst/>
              <a:ahLst/>
              <a:cxnLst/>
              <a:rect l="l" t="t" r="r" b="b"/>
              <a:pathLst>
                <a:path w="503" h="502" extrusionOk="0">
                  <a:moveTo>
                    <a:pt x="252" y="1"/>
                  </a:moveTo>
                  <a:cubicBezTo>
                    <a:pt x="116" y="1"/>
                    <a:pt x="0" y="114"/>
                    <a:pt x="0" y="252"/>
                  </a:cubicBezTo>
                  <a:cubicBezTo>
                    <a:pt x="0" y="388"/>
                    <a:pt x="116" y="501"/>
                    <a:pt x="252" y="501"/>
                  </a:cubicBezTo>
                  <a:cubicBezTo>
                    <a:pt x="387" y="501"/>
                    <a:pt x="503" y="388"/>
                    <a:pt x="503" y="252"/>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3"/>
            <p:cNvSpPr/>
            <p:nvPr/>
          </p:nvSpPr>
          <p:spPr>
            <a:xfrm>
              <a:off x="1227500" y="1932500"/>
              <a:ext cx="12400" cy="12550"/>
            </a:xfrm>
            <a:custGeom>
              <a:avLst/>
              <a:gdLst/>
              <a:ahLst/>
              <a:cxnLst/>
              <a:rect l="l" t="t" r="r" b="b"/>
              <a:pathLst>
                <a:path w="496" h="502" extrusionOk="0">
                  <a:moveTo>
                    <a:pt x="251" y="1"/>
                  </a:moveTo>
                  <a:cubicBezTo>
                    <a:pt x="109" y="1"/>
                    <a:pt x="0" y="114"/>
                    <a:pt x="0" y="252"/>
                  </a:cubicBezTo>
                  <a:cubicBezTo>
                    <a:pt x="0" y="388"/>
                    <a:pt x="109" y="501"/>
                    <a:pt x="251" y="501"/>
                  </a:cubicBezTo>
                  <a:cubicBezTo>
                    <a:pt x="387" y="501"/>
                    <a:pt x="496" y="388"/>
                    <a:pt x="496" y="252"/>
                  </a:cubicBezTo>
                  <a:cubicBezTo>
                    <a:pt x="496"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3"/>
            <p:cNvSpPr/>
            <p:nvPr/>
          </p:nvSpPr>
          <p:spPr>
            <a:xfrm>
              <a:off x="1319275" y="1932500"/>
              <a:ext cx="12550" cy="12550"/>
            </a:xfrm>
            <a:custGeom>
              <a:avLst/>
              <a:gdLst/>
              <a:ahLst/>
              <a:cxnLst/>
              <a:rect l="l" t="t" r="r" b="b"/>
              <a:pathLst>
                <a:path w="502" h="502" extrusionOk="0">
                  <a:moveTo>
                    <a:pt x="252" y="1"/>
                  </a:moveTo>
                  <a:cubicBezTo>
                    <a:pt x="114" y="1"/>
                    <a:pt x="1" y="114"/>
                    <a:pt x="1" y="252"/>
                  </a:cubicBezTo>
                  <a:cubicBezTo>
                    <a:pt x="1" y="388"/>
                    <a:pt x="114" y="501"/>
                    <a:pt x="252" y="501"/>
                  </a:cubicBezTo>
                  <a:cubicBezTo>
                    <a:pt x="388" y="501"/>
                    <a:pt x="501" y="388"/>
                    <a:pt x="501" y="252"/>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3"/>
            <p:cNvSpPr/>
            <p:nvPr/>
          </p:nvSpPr>
          <p:spPr>
            <a:xfrm>
              <a:off x="1411200" y="1932500"/>
              <a:ext cx="12425" cy="12550"/>
            </a:xfrm>
            <a:custGeom>
              <a:avLst/>
              <a:gdLst/>
              <a:ahLst/>
              <a:cxnLst/>
              <a:rect l="l" t="t" r="r" b="b"/>
              <a:pathLst>
                <a:path w="497" h="502" extrusionOk="0">
                  <a:moveTo>
                    <a:pt x="245" y="1"/>
                  </a:moveTo>
                  <a:cubicBezTo>
                    <a:pt x="109" y="1"/>
                    <a:pt x="1" y="114"/>
                    <a:pt x="1" y="252"/>
                  </a:cubicBezTo>
                  <a:cubicBezTo>
                    <a:pt x="1" y="388"/>
                    <a:pt x="109" y="501"/>
                    <a:pt x="245" y="501"/>
                  </a:cubicBezTo>
                  <a:cubicBezTo>
                    <a:pt x="388" y="501"/>
                    <a:pt x="496" y="388"/>
                    <a:pt x="496" y="252"/>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3"/>
            <p:cNvSpPr/>
            <p:nvPr/>
          </p:nvSpPr>
          <p:spPr>
            <a:xfrm>
              <a:off x="1503000" y="1932500"/>
              <a:ext cx="12525" cy="12550"/>
            </a:xfrm>
            <a:custGeom>
              <a:avLst/>
              <a:gdLst/>
              <a:ahLst/>
              <a:cxnLst/>
              <a:rect l="l" t="t" r="r" b="b"/>
              <a:pathLst>
                <a:path w="501" h="502" extrusionOk="0">
                  <a:moveTo>
                    <a:pt x="250" y="1"/>
                  </a:moveTo>
                  <a:cubicBezTo>
                    <a:pt x="114" y="1"/>
                    <a:pt x="0" y="114"/>
                    <a:pt x="0" y="252"/>
                  </a:cubicBezTo>
                  <a:cubicBezTo>
                    <a:pt x="0" y="388"/>
                    <a:pt x="114" y="501"/>
                    <a:pt x="250" y="501"/>
                  </a:cubicBezTo>
                  <a:cubicBezTo>
                    <a:pt x="387" y="501"/>
                    <a:pt x="501" y="388"/>
                    <a:pt x="501" y="252"/>
                  </a:cubicBezTo>
                  <a:cubicBezTo>
                    <a:pt x="501" y="114"/>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3"/>
            <p:cNvSpPr/>
            <p:nvPr/>
          </p:nvSpPr>
          <p:spPr>
            <a:xfrm>
              <a:off x="1594750" y="1932500"/>
              <a:ext cx="12575" cy="12550"/>
            </a:xfrm>
            <a:custGeom>
              <a:avLst/>
              <a:gdLst/>
              <a:ahLst/>
              <a:cxnLst/>
              <a:rect l="l" t="t" r="r" b="b"/>
              <a:pathLst>
                <a:path w="503" h="502" extrusionOk="0">
                  <a:moveTo>
                    <a:pt x="251" y="1"/>
                  </a:moveTo>
                  <a:cubicBezTo>
                    <a:pt x="115" y="1"/>
                    <a:pt x="0" y="114"/>
                    <a:pt x="0" y="252"/>
                  </a:cubicBezTo>
                  <a:cubicBezTo>
                    <a:pt x="0" y="388"/>
                    <a:pt x="115" y="501"/>
                    <a:pt x="251" y="501"/>
                  </a:cubicBezTo>
                  <a:cubicBezTo>
                    <a:pt x="394" y="501"/>
                    <a:pt x="503" y="388"/>
                    <a:pt x="503" y="252"/>
                  </a:cubicBezTo>
                  <a:cubicBezTo>
                    <a:pt x="503" y="114"/>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3"/>
            <p:cNvSpPr/>
            <p:nvPr/>
          </p:nvSpPr>
          <p:spPr>
            <a:xfrm>
              <a:off x="1686650" y="19325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3"/>
            <p:cNvSpPr/>
            <p:nvPr/>
          </p:nvSpPr>
          <p:spPr>
            <a:xfrm>
              <a:off x="1778450" y="1932500"/>
              <a:ext cx="12550" cy="12550"/>
            </a:xfrm>
            <a:custGeom>
              <a:avLst/>
              <a:gdLst/>
              <a:ahLst/>
              <a:cxnLst/>
              <a:rect l="l" t="t" r="r" b="b"/>
              <a:pathLst>
                <a:path w="502" h="502" extrusionOk="0">
                  <a:moveTo>
                    <a:pt x="252" y="1"/>
                  </a:moveTo>
                  <a:cubicBezTo>
                    <a:pt x="114" y="1"/>
                    <a:pt x="1" y="114"/>
                    <a:pt x="1" y="252"/>
                  </a:cubicBezTo>
                  <a:cubicBezTo>
                    <a:pt x="1" y="388"/>
                    <a:pt x="114" y="501"/>
                    <a:pt x="252" y="501"/>
                  </a:cubicBezTo>
                  <a:cubicBezTo>
                    <a:pt x="388" y="501"/>
                    <a:pt x="501" y="388"/>
                    <a:pt x="501" y="252"/>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3"/>
            <p:cNvSpPr/>
            <p:nvPr/>
          </p:nvSpPr>
          <p:spPr>
            <a:xfrm>
              <a:off x="1870375" y="1932500"/>
              <a:ext cx="12400" cy="12550"/>
            </a:xfrm>
            <a:custGeom>
              <a:avLst/>
              <a:gdLst/>
              <a:ahLst/>
              <a:cxnLst/>
              <a:rect l="l" t="t" r="r" b="b"/>
              <a:pathLst>
                <a:path w="496" h="502" extrusionOk="0">
                  <a:moveTo>
                    <a:pt x="252" y="1"/>
                  </a:moveTo>
                  <a:cubicBezTo>
                    <a:pt x="109" y="1"/>
                    <a:pt x="0" y="114"/>
                    <a:pt x="0" y="252"/>
                  </a:cubicBezTo>
                  <a:cubicBezTo>
                    <a:pt x="0" y="388"/>
                    <a:pt x="109" y="501"/>
                    <a:pt x="252" y="501"/>
                  </a:cubicBezTo>
                  <a:cubicBezTo>
                    <a:pt x="387" y="501"/>
                    <a:pt x="496" y="388"/>
                    <a:pt x="496" y="252"/>
                  </a:cubicBezTo>
                  <a:cubicBezTo>
                    <a:pt x="496"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3"/>
            <p:cNvSpPr/>
            <p:nvPr/>
          </p:nvSpPr>
          <p:spPr>
            <a:xfrm>
              <a:off x="1962150" y="1932500"/>
              <a:ext cx="12550" cy="12550"/>
            </a:xfrm>
            <a:custGeom>
              <a:avLst/>
              <a:gdLst/>
              <a:ahLst/>
              <a:cxnLst/>
              <a:rect l="l" t="t" r="r" b="b"/>
              <a:pathLst>
                <a:path w="502" h="502" extrusionOk="0">
                  <a:moveTo>
                    <a:pt x="250" y="1"/>
                  </a:moveTo>
                  <a:cubicBezTo>
                    <a:pt x="114" y="1"/>
                    <a:pt x="1" y="114"/>
                    <a:pt x="1" y="252"/>
                  </a:cubicBezTo>
                  <a:cubicBezTo>
                    <a:pt x="1" y="388"/>
                    <a:pt x="114" y="501"/>
                    <a:pt x="250" y="501"/>
                  </a:cubicBezTo>
                  <a:cubicBezTo>
                    <a:pt x="388" y="501"/>
                    <a:pt x="502" y="388"/>
                    <a:pt x="502" y="252"/>
                  </a:cubicBezTo>
                  <a:cubicBezTo>
                    <a:pt x="502"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3"/>
            <p:cNvSpPr/>
            <p:nvPr/>
          </p:nvSpPr>
          <p:spPr>
            <a:xfrm>
              <a:off x="2054075" y="1932500"/>
              <a:ext cx="12425" cy="12550"/>
            </a:xfrm>
            <a:custGeom>
              <a:avLst/>
              <a:gdLst/>
              <a:ahLst/>
              <a:cxnLst/>
              <a:rect l="l" t="t" r="r" b="b"/>
              <a:pathLst>
                <a:path w="497" h="502" extrusionOk="0">
                  <a:moveTo>
                    <a:pt x="252" y="1"/>
                  </a:moveTo>
                  <a:cubicBezTo>
                    <a:pt x="109" y="1"/>
                    <a:pt x="1" y="114"/>
                    <a:pt x="1" y="252"/>
                  </a:cubicBezTo>
                  <a:cubicBezTo>
                    <a:pt x="1" y="388"/>
                    <a:pt x="109" y="501"/>
                    <a:pt x="252" y="501"/>
                  </a:cubicBezTo>
                  <a:cubicBezTo>
                    <a:pt x="388" y="501"/>
                    <a:pt x="496" y="388"/>
                    <a:pt x="496" y="252"/>
                  </a:cubicBezTo>
                  <a:cubicBezTo>
                    <a:pt x="496"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3"/>
            <p:cNvSpPr/>
            <p:nvPr/>
          </p:nvSpPr>
          <p:spPr>
            <a:xfrm>
              <a:off x="2145825" y="19325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3"/>
            <p:cNvSpPr/>
            <p:nvPr/>
          </p:nvSpPr>
          <p:spPr>
            <a:xfrm>
              <a:off x="2237800" y="1932500"/>
              <a:ext cx="12350" cy="12550"/>
            </a:xfrm>
            <a:custGeom>
              <a:avLst/>
              <a:gdLst/>
              <a:ahLst/>
              <a:cxnLst/>
              <a:rect l="l" t="t" r="r" b="b"/>
              <a:pathLst>
                <a:path w="494" h="502" extrusionOk="0">
                  <a:moveTo>
                    <a:pt x="244" y="1"/>
                  </a:moveTo>
                  <a:cubicBezTo>
                    <a:pt x="107" y="1"/>
                    <a:pt x="0" y="114"/>
                    <a:pt x="0" y="252"/>
                  </a:cubicBezTo>
                  <a:cubicBezTo>
                    <a:pt x="0" y="388"/>
                    <a:pt x="107" y="501"/>
                    <a:pt x="244" y="501"/>
                  </a:cubicBezTo>
                  <a:cubicBezTo>
                    <a:pt x="387" y="501"/>
                    <a:pt x="494" y="388"/>
                    <a:pt x="494" y="252"/>
                  </a:cubicBezTo>
                  <a:cubicBezTo>
                    <a:pt x="494" y="114"/>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3"/>
            <p:cNvSpPr/>
            <p:nvPr/>
          </p:nvSpPr>
          <p:spPr>
            <a:xfrm>
              <a:off x="2329550" y="1932500"/>
              <a:ext cx="12575" cy="12550"/>
            </a:xfrm>
            <a:custGeom>
              <a:avLst/>
              <a:gdLst/>
              <a:ahLst/>
              <a:cxnLst/>
              <a:rect l="l" t="t" r="r" b="b"/>
              <a:pathLst>
                <a:path w="503" h="502" extrusionOk="0">
                  <a:moveTo>
                    <a:pt x="251" y="1"/>
                  </a:moveTo>
                  <a:cubicBezTo>
                    <a:pt x="115" y="1"/>
                    <a:pt x="0" y="114"/>
                    <a:pt x="0" y="252"/>
                  </a:cubicBezTo>
                  <a:cubicBezTo>
                    <a:pt x="0" y="388"/>
                    <a:pt x="115" y="501"/>
                    <a:pt x="251" y="501"/>
                  </a:cubicBezTo>
                  <a:cubicBezTo>
                    <a:pt x="387" y="501"/>
                    <a:pt x="502" y="388"/>
                    <a:pt x="502" y="252"/>
                  </a:cubicBezTo>
                  <a:cubicBezTo>
                    <a:pt x="502"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3"/>
            <p:cNvSpPr/>
            <p:nvPr/>
          </p:nvSpPr>
          <p:spPr>
            <a:xfrm>
              <a:off x="2421325" y="1932500"/>
              <a:ext cx="12550" cy="12550"/>
            </a:xfrm>
            <a:custGeom>
              <a:avLst/>
              <a:gdLst/>
              <a:ahLst/>
              <a:cxnLst/>
              <a:rect l="l" t="t" r="r" b="b"/>
              <a:pathLst>
                <a:path w="502" h="502" extrusionOk="0">
                  <a:moveTo>
                    <a:pt x="250" y="1"/>
                  </a:moveTo>
                  <a:cubicBezTo>
                    <a:pt x="114" y="1"/>
                    <a:pt x="1" y="114"/>
                    <a:pt x="1" y="252"/>
                  </a:cubicBezTo>
                  <a:cubicBezTo>
                    <a:pt x="1" y="388"/>
                    <a:pt x="114" y="501"/>
                    <a:pt x="250" y="501"/>
                  </a:cubicBezTo>
                  <a:cubicBezTo>
                    <a:pt x="395" y="501"/>
                    <a:pt x="501" y="388"/>
                    <a:pt x="501" y="252"/>
                  </a:cubicBezTo>
                  <a:cubicBezTo>
                    <a:pt x="501" y="114"/>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3"/>
            <p:cNvSpPr/>
            <p:nvPr/>
          </p:nvSpPr>
          <p:spPr>
            <a:xfrm>
              <a:off x="2513250" y="1932500"/>
              <a:ext cx="12575" cy="12550"/>
            </a:xfrm>
            <a:custGeom>
              <a:avLst/>
              <a:gdLst/>
              <a:ahLst/>
              <a:cxnLst/>
              <a:rect l="l" t="t" r="r" b="b"/>
              <a:pathLst>
                <a:path w="503" h="502" extrusionOk="0">
                  <a:moveTo>
                    <a:pt x="252" y="1"/>
                  </a:moveTo>
                  <a:cubicBezTo>
                    <a:pt x="109" y="1"/>
                    <a:pt x="0" y="114"/>
                    <a:pt x="0" y="252"/>
                  </a:cubicBezTo>
                  <a:cubicBezTo>
                    <a:pt x="0" y="388"/>
                    <a:pt x="109"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3"/>
            <p:cNvSpPr/>
            <p:nvPr/>
          </p:nvSpPr>
          <p:spPr>
            <a:xfrm>
              <a:off x="2605000" y="1932500"/>
              <a:ext cx="12575" cy="12550"/>
            </a:xfrm>
            <a:custGeom>
              <a:avLst/>
              <a:gdLst/>
              <a:ahLst/>
              <a:cxnLst/>
              <a:rect l="l" t="t" r="r" b="b"/>
              <a:pathLst>
                <a:path w="503" h="502" extrusionOk="0">
                  <a:moveTo>
                    <a:pt x="252" y="1"/>
                  </a:moveTo>
                  <a:cubicBezTo>
                    <a:pt x="116" y="1"/>
                    <a:pt x="0" y="114"/>
                    <a:pt x="0" y="252"/>
                  </a:cubicBezTo>
                  <a:cubicBezTo>
                    <a:pt x="0" y="388"/>
                    <a:pt x="116" y="501"/>
                    <a:pt x="252" y="501"/>
                  </a:cubicBezTo>
                  <a:cubicBezTo>
                    <a:pt x="387" y="501"/>
                    <a:pt x="503" y="388"/>
                    <a:pt x="503" y="252"/>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3"/>
            <p:cNvSpPr/>
            <p:nvPr/>
          </p:nvSpPr>
          <p:spPr>
            <a:xfrm>
              <a:off x="2696950" y="1932500"/>
              <a:ext cx="12375" cy="12550"/>
            </a:xfrm>
            <a:custGeom>
              <a:avLst/>
              <a:gdLst/>
              <a:ahLst/>
              <a:cxnLst/>
              <a:rect l="l" t="t" r="r" b="b"/>
              <a:pathLst>
                <a:path w="495" h="502" extrusionOk="0">
                  <a:moveTo>
                    <a:pt x="252" y="1"/>
                  </a:moveTo>
                  <a:cubicBezTo>
                    <a:pt x="108" y="1"/>
                    <a:pt x="1" y="114"/>
                    <a:pt x="1" y="252"/>
                  </a:cubicBezTo>
                  <a:cubicBezTo>
                    <a:pt x="1" y="388"/>
                    <a:pt x="108" y="501"/>
                    <a:pt x="252" y="501"/>
                  </a:cubicBezTo>
                  <a:cubicBezTo>
                    <a:pt x="388" y="501"/>
                    <a:pt x="495" y="388"/>
                    <a:pt x="495" y="252"/>
                  </a:cubicBezTo>
                  <a:cubicBezTo>
                    <a:pt x="495"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3"/>
            <p:cNvSpPr/>
            <p:nvPr/>
          </p:nvSpPr>
          <p:spPr>
            <a:xfrm>
              <a:off x="2788700" y="19325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3"/>
            <p:cNvSpPr/>
            <p:nvPr/>
          </p:nvSpPr>
          <p:spPr>
            <a:xfrm>
              <a:off x="2880675" y="1932500"/>
              <a:ext cx="12375" cy="12550"/>
            </a:xfrm>
            <a:custGeom>
              <a:avLst/>
              <a:gdLst/>
              <a:ahLst/>
              <a:cxnLst/>
              <a:rect l="l" t="t" r="r" b="b"/>
              <a:pathLst>
                <a:path w="495" h="502" extrusionOk="0">
                  <a:moveTo>
                    <a:pt x="243" y="1"/>
                  </a:moveTo>
                  <a:cubicBezTo>
                    <a:pt x="107" y="1"/>
                    <a:pt x="0" y="114"/>
                    <a:pt x="0" y="252"/>
                  </a:cubicBezTo>
                  <a:cubicBezTo>
                    <a:pt x="0" y="388"/>
                    <a:pt x="107" y="501"/>
                    <a:pt x="243" y="501"/>
                  </a:cubicBezTo>
                  <a:cubicBezTo>
                    <a:pt x="387" y="501"/>
                    <a:pt x="494" y="388"/>
                    <a:pt x="494" y="252"/>
                  </a:cubicBezTo>
                  <a:cubicBezTo>
                    <a:pt x="494" y="114"/>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3"/>
            <p:cNvSpPr/>
            <p:nvPr/>
          </p:nvSpPr>
          <p:spPr>
            <a:xfrm>
              <a:off x="2972425" y="1932500"/>
              <a:ext cx="12575" cy="12550"/>
            </a:xfrm>
            <a:custGeom>
              <a:avLst/>
              <a:gdLst/>
              <a:ahLst/>
              <a:cxnLst/>
              <a:rect l="l" t="t" r="r" b="b"/>
              <a:pathLst>
                <a:path w="503" h="502" extrusionOk="0">
                  <a:moveTo>
                    <a:pt x="251" y="1"/>
                  </a:moveTo>
                  <a:cubicBezTo>
                    <a:pt x="115" y="1"/>
                    <a:pt x="0" y="114"/>
                    <a:pt x="0" y="252"/>
                  </a:cubicBezTo>
                  <a:cubicBezTo>
                    <a:pt x="0" y="388"/>
                    <a:pt x="115" y="501"/>
                    <a:pt x="251" y="501"/>
                  </a:cubicBezTo>
                  <a:cubicBezTo>
                    <a:pt x="387" y="501"/>
                    <a:pt x="503" y="388"/>
                    <a:pt x="503" y="252"/>
                  </a:cubicBezTo>
                  <a:cubicBezTo>
                    <a:pt x="503"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3"/>
            <p:cNvSpPr/>
            <p:nvPr/>
          </p:nvSpPr>
          <p:spPr>
            <a:xfrm>
              <a:off x="3064375" y="1932500"/>
              <a:ext cx="12375" cy="12550"/>
            </a:xfrm>
            <a:custGeom>
              <a:avLst/>
              <a:gdLst/>
              <a:ahLst/>
              <a:cxnLst/>
              <a:rect l="l" t="t" r="r" b="b"/>
              <a:pathLst>
                <a:path w="495" h="502" extrusionOk="0">
                  <a:moveTo>
                    <a:pt x="243" y="1"/>
                  </a:moveTo>
                  <a:cubicBezTo>
                    <a:pt x="107" y="1"/>
                    <a:pt x="1" y="114"/>
                    <a:pt x="1" y="252"/>
                  </a:cubicBezTo>
                  <a:cubicBezTo>
                    <a:pt x="1" y="388"/>
                    <a:pt x="107" y="501"/>
                    <a:pt x="243" y="501"/>
                  </a:cubicBezTo>
                  <a:cubicBezTo>
                    <a:pt x="388" y="501"/>
                    <a:pt x="495" y="388"/>
                    <a:pt x="495" y="252"/>
                  </a:cubicBezTo>
                  <a:cubicBezTo>
                    <a:pt x="495" y="114"/>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3"/>
            <p:cNvSpPr/>
            <p:nvPr/>
          </p:nvSpPr>
          <p:spPr>
            <a:xfrm>
              <a:off x="3156125" y="19325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3"/>
            <p:cNvSpPr/>
            <p:nvPr/>
          </p:nvSpPr>
          <p:spPr>
            <a:xfrm>
              <a:off x="3247875" y="1932500"/>
              <a:ext cx="12575" cy="12550"/>
            </a:xfrm>
            <a:custGeom>
              <a:avLst/>
              <a:gdLst/>
              <a:ahLst/>
              <a:cxnLst/>
              <a:rect l="l" t="t" r="r" b="b"/>
              <a:pathLst>
                <a:path w="503"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3"/>
            <p:cNvSpPr/>
            <p:nvPr/>
          </p:nvSpPr>
          <p:spPr>
            <a:xfrm>
              <a:off x="3339850" y="1932500"/>
              <a:ext cx="12525" cy="12550"/>
            </a:xfrm>
            <a:custGeom>
              <a:avLst/>
              <a:gdLst/>
              <a:ahLst/>
              <a:cxnLst/>
              <a:rect l="l" t="t" r="r" b="b"/>
              <a:pathLst>
                <a:path w="501" h="502" extrusionOk="0">
                  <a:moveTo>
                    <a:pt x="251" y="1"/>
                  </a:moveTo>
                  <a:cubicBezTo>
                    <a:pt x="107" y="1"/>
                    <a:pt x="0" y="114"/>
                    <a:pt x="0" y="252"/>
                  </a:cubicBezTo>
                  <a:cubicBezTo>
                    <a:pt x="0" y="388"/>
                    <a:pt x="107" y="501"/>
                    <a:pt x="251" y="501"/>
                  </a:cubicBezTo>
                  <a:cubicBezTo>
                    <a:pt x="387" y="501"/>
                    <a:pt x="501" y="388"/>
                    <a:pt x="501" y="252"/>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3"/>
            <p:cNvSpPr/>
            <p:nvPr/>
          </p:nvSpPr>
          <p:spPr>
            <a:xfrm>
              <a:off x="3431575" y="19325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3"/>
            <p:cNvSpPr/>
            <p:nvPr/>
          </p:nvSpPr>
          <p:spPr>
            <a:xfrm>
              <a:off x="3523550" y="1932500"/>
              <a:ext cx="12375" cy="12550"/>
            </a:xfrm>
            <a:custGeom>
              <a:avLst/>
              <a:gdLst/>
              <a:ahLst/>
              <a:cxnLst/>
              <a:rect l="l" t="t" r="r" b="b"/>
              <a:pathLst>
                <a:path w="495" h="502" extrusionOk="0">
                  <a:moveTo>
                    <a:pt x="250" y="1"/>
                  </a:moveTo>
                  <a:cubicBezTo>
                    <a:pt x="107" y="1"/>
                    <a:pt x="0" y="114"/>
                    <a:pt x="0" y="252"/>
                  </a:cubicBezTo>
                  <a:cubicBezTo>
                    <a:pt x="0" y="388"/>
                    <a:pt x="107" y="501"/>
                    <a:pt x="250" y="501"/>
                  </a:cubicBezTo>
                  <a:cubicBezTo>
                    <a:pt x="388" y="501"/>
                    <a:pt x="494" y="388"/>
                    <a:pt x="494" y="252"/>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3"/>
            <p:cNvSpPr/>
            <p:nvPr/>
          </p:nvSpPr>
          <p:spPr>
            <a:xfrm>
              <a:off x="676400" y="20244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3"/>
            <p:cNvSpPr/>
            <p:nvPr/>
          </p:nvSpPr>
          <p:spPr>
            <a:xfrm>
              <a:off x="768325" y="2024425"/>
              <a:ext cx="12400" cy="12400"/>
            </a:xfrm>
            <a:custGeom>
              <a:avLst/>
              <a:gdLst/>
              <a:ahLst/>
              <a:cxnLst/>
              <a:rect l="l" t="t" r="r" b="b"/>
              <a:pathLst>
                <a:path w="496" h="496" extrusionOk="0">
                  <a:moveTo>
                    <a:pt x="245" y="0"/>
                  </a:moveTo>
                  <a:cubicBezTo>
                    <a:pt x="109" y="0"/>
                    <a:pt x="0" y="109"/>
                    <a:pt x="0" y="245"/>
                  </a:cubicBezTo>
                  <a:cubicBezTo>
                    <a:pt x="0" y="388"/>
                    <a:pt x="109" y="496"/>
                    <a:pt x="245" y="496"/>
                  </a:cubicBezTo>
                  <a:cubicBezTo>
                    <a:pt x="388" y="496"/>
                    <a:pt x="496" y="388"/>
                    <a:pt x="496" y="245"/>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3"/>
            <p:cNvSpPr/>
            <p:nvPr/>
          </p:nvSpPr>
          <p:spPr>
            <a:xfrm>
              <a:off x="860125" y="2024425"/>
              <a:ext cx="12525" cy="12400"/>
            </a:xfrm>
            <a:custGeom>
              <a:avLst/>
              <a:gdLst/>
              <a:ahLst/>
              <a:cxnLst/>
              <a:rect l="l" t="t" r="r" b="b"/>
              <a:pathLst>
                <a:path w="501" h="496" extrusionOk="0">
                  <a:moveTo>
                    <a:pt x="251" y="0"/>
                  </a:moveTo>
                  <a:cubicBezTo>
                    <a:pt x="114" y="0"/>
                    <a:pt x="0" y="109"/>
                    <a:pt x="0" y="245"/>
                  </a:cubicBezTo>
                  <a:cubicBezTo>
                    <a:pt x="0" y="388"/>
                    <a:pt x="114" y="496"/>
                    <a:pt x="251" y="496"/>
                  </a:cubicBezTo>
                  <a:cubicBezTo>
                    <a:pt x="387" y="496"/>
                    <a:pt x="501" y="388"/>
                    <a:pt x="501" y="245"/>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3"/>
            <p:cNvSpPr/>
            <p:nvPr/>
          </p:nvSpPr>
          <p:spPr>
            <a:xfrm>
              <a:off x="951850" y="20244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3"/>
            <p:cNvSpPr/>
            <p:nvPr/>
          </p:nvSpPr>
          <p:spPr>
            <a:xfrm>
              <a:off x="1043825" y="2024425"/>
              <a:ext cx="12375" cy="12400"/>
            </a:xfrm>
            <a:custGeom>
              <a:avLst/>
              <a:gdLst/>
              <a:ahLst/>
              <a:cxnLst/>
              <a:rect l="l" t="t" r="r" b="b"/>
              <a:pathLst>
                <a:path w="495" h="496" extrusionOk="0">
                  <a:moveTo>
                    <a:pt x="250" y="0"/>
                  </a:moveTo>
                  <a:cubicBezTo>
                    <a:pt x="107" y="0"/>
                    <a:pt x="0" y="109"/>
                    <a:pt x="0" y="245"/>
                  </a:cubicBezTo>
                  <a:cubicBezTo>
                    <a:pt x="0" y="388"/>
                    <a:pt x="107" y="496"/>
                    <a:pt x="250" y="496"/>
                  </a:cubicBezTo>
                  <a:cubicBezTo>
                    <a:pt x="388" y="496"/>
                    <a:pt x="494" y="388"/>
                    <a:pt x="494" y="245"/>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3"/>
            <p:cNvSpPr/>
            <p:nvPr/>
          </p:nvSpPr>
          <p:spPr>
            <a:xfrm>
              <a:off x="1135575" y="2024425"/>
              <a:ext cx="12575" cy="12400"/>
            </a:xfrm>
            <a:custGeom>
              <a:avLst/>
              <a:gdLst/>
              <a:ahLst/>
              <a:cxnLst/>
              <a:rect l="l" t="t" r="r" b="b"/>
              <a:pathLst>
                <a:path w="503" h="496" extrusionOk="0">
                  <a:moveTo>
                    <a:pt x="252" y="0"/>
                  </a:moveTo>
                  <a:cubicBezTo>
                    <a:pt x="116" y="0"/>
                    <a:pt x="0" y="109"/>
                    <a:pt x="0" y="245"/>
                  </a:cubicBezTo>
                  <a:cubicBezTo>
                    <a:pt x="0" y="388"/>
                    <a:pt x="116" y="496"/>
                    <a:pt x="252" y="496"/>
                  </a:cubicBezTo>
                  <a:cubicBezTo>
                    <a:pt x="387" y="496"/>
                    <a:pt x="503" y="388"/>
                    <a:pt x="503" y="245"/>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3"/>
            <p:cNvSpPr/>
            <p:nvPr/>
          </p:nvSpPr>
          <p:spPr>
            <a:xfrm>
              <a:off x="1227500" y="2024425"/>
              <a:ext cx="12400" cy="12400"/>
            </a:xfrm>
            <a:custGeom>
              <a:avLst/>
              <a:gdLst/>
              <a:ahLst/>
              <a:cxnLst/>
              <a:rect l="l" t="t" r="r" b="b"/>
              <a:pathLst>
                <a:path w="496" h="496" extrusionOk="0">
                  <a:moveTo>
                    <a:pt x="251" y="0"/>
                  </a:moveTo>
                  <a:cubicBezTo>
                    <a:pt x="109" y="0"/>
                    <a:pt x="0" y="109"/>
                    <a:pt x="0" y="245"/>
                  </a:cubicBezTo>
                  <a:cubicBezTo>
                    <a:pt x="0" y="388"/>
                    <a:pt x="109" y="496"/>
                    <a:pt x="251" y="496"/>
                  </a:cubicBezTo>
                  <a:cubicBezTo>
                    <a:pt x="387" y="496"/>
                    <a:pt x="496" y="388"/>
                    <a:pt x="496" y="245"/>
                  </a:cubicBezTo>
                  <a:cubicBezTo>
                    <a:pt x="496"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3"/>
            <p:cNvSpPr/>
            <p:nvPr/>
          </p:nvSpPr>
          <p:spPr>
            <a:xfrm>
              <a:off x="1319275" y="2024425"/>
              <a:ext cx="12550" cy="12400"/>
            </a:xfrm>
            <a:custGeom>
              <a:avLst/>
              <a:gdLst/>
              <a:ahLst/>
              <a:cxnLst/>
              <a:rect l="l" t="t" r="r" b="b"/>
              <a:pathLst>
                <a:path w="502" h="496" extrusionOk="0">
                  <a:moveTo>
                    <a:pt x="252" y="0"/>
                  </a:moveTo>
                  <a:cubicBezTo>
                    <a:pt x="114" y="0"/>
                    <a:pt x="1" y="109"/>
                    <a:pt x="1" y="245"/>
                  </a:cubicBezTo>
                  <a:cubicBezTo>
                    <a:pt x="1" y="388"/>
                    <a:pt x="114" y="496"/>
                    <a:pt x="252" y="496"/>
                  </a:cubicBezTo>
                  <a:cubicBezTo>
                    <a:pt x="388" y="496"/>
                    <a:pt x="501" y="388"/>
                    <a:pt x="501" y="245"/>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3"/>
            <p:cNvSpPr/>
            <p:nvPr/>
          </p:nvSpPr>
          <p:spPr>
            <a:xfrm>
              <a:off x="1411200" y="2024425"/>
              <a:ext cx="12425" cy="12400"/>
            </a:xfrm>
            <a:custGeom>
              <a:avLst/>
              <a:gdLst/>
              <a:ahLst/>
              <a:cxnLst/>
              <a:rect l="l" t="t" r="r" b="b"/>
              <a:pathLst>
                <a:path w="497" h="496" extrusionOk="0">
                  <a:moveTo>
                    <a:pt x="245" y="0"/>
                  </a:moveTo>
                  <a:cubicBezTo>
                    <a:pt x="109" y="0"/>
                    <a:pt x="1" y="109"/>
                    <a:pt x="1" y="245"/>
                  </a:cubicBezTo>
                  <a:cubicBezTo>
                    <a:pt x="1" y="388"/>
                    <a:pt x="109" y="496"/>
                    <a:pt x="245" y="496"/>
                  </a:cubicBezTo>
                  <a:cubicBezTo>
                    <a:pt x="388" y="496"/>
                    <a:pt x="496" y="388"/>
                    <a:pt x="496" y="245"/>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3"/>
            <p:cNvSpPr/>
            <p:nvPr/>
          </p:nvSpPr>
          <p:spPr>
            <a:xfrm>
              <a:off x="1503000" y="2024425"/>
              <a:ext cx="12525" cy="12400"/>
            </a:xfrm>
            <a:custGeom>
              <a:avLst/>
              <a:gdLst/>
              <a:ahLst/>
              <a:cxnLst/>
              <a:rect l="l" t="t" r="r" b="b"/>
              <a:pathLst>
                <a:path w="501" h="496" extrusionOk="0">
                  <a:moveTo>
                    <a:pt x="250" y="0"/>
                  </a:moveTo>
                  <a:cubicBezTo>
                    <a:pt x="114" y="0"/>
                    <a:pt x="0" y="109"/>
                    <a:pt x="0" y="245"/>
                  </a:cubicBezTo>
                  <a:cubicBezTo>
                    <a:pt x="0" y="388"/>
                    <a:pt x="114" y="496"/>
                    <a:pt x="250" y="496"/>
                  </a:cubicBezTo>
                  <a:cubicBezTo>
                    <a:pt x="387" y="496"/>
                    <a:pt x="501" y="388"/>
                    <a:pt x="501" y="245"/>
                  </a:cubicBezTo>
                  <a:cubicBezTo>
                    <a:pt x="501" y="109"/>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3"/>
            <p:cNvSpPr/>
            <p:nvPr/>
          </p:nvSpPr>
          <p:spPr>
            <a:xfrm>
              <a:off x="1594750" y="2024425"/>
              <a:ext cx="12575" cy="12400"/>
            </a:xfrm>
            <a:custGeom>
              <a:avLst/>
              <a:gdLst/>
              <a:ahLst/>
              <a:cxnLst/>
              <a:rect l="l" t="t" r="r" b="b"/>
              <a:pathLst>
                <a:path w="503" h="496" extrusionOk="0">
                  <a:moveTo>
                    <a:pt x="251" y="0"/>
                  </a:moveTo>
                  <a:cubicBezTo>
                    <a:pt x="115" y="0"/>
                    <a:pt x="0" y="109"/>
                    <a:pt x="0" y="245"/>
                  </a:cubicBezTo>
                  <a:cubicBezTo>
                    <a:pt x="0" y="388"/>
                    <a:pt x="115" y="496"/>
                    <a:pt x="251" y="496"/>
                  </a:cubicBezTo>
                  <a:cubicBezTo>
                    <a:pt x="394" y="496"/>
                    <a:pt x="503" y="388"/>
                    <a:pt x="503" y="245"/>
                  </a:cubicBezTo>
                  <a:cubicBezTo>
                    <a:pt x="503" y="109"/>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3"/>
            <p:cNvSpPr/>
            <p:nvPr/>
          </p:nvSpPr>
          <p:spPr>
            <a:xfrm>
              <a:off x="1686650" y="20244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3"/>
            <p:cNvSpPr/>
            <p:nvPr/>
          </p:nvSpPr>
          <p:spPr>
            <a:xfrm>
              <a:off x="1778450" y="2024425"/>
              <a:ext cx="12550" cy="12400"/>
            </a:xfrm>
            <a:custGeom>
              <a:avLst/>
              <a:gdLst/>
              <a:ahLst/>
              <a:cxnLst/>
              <a:rect l="l" t="t" r="r" b="b"/>
              <a:pathLst>
                <a:path w="502" h="496" extrusionOk="0">
                  <a:moveTo>
                    <a:pt x="252" y="0"/>
                  </a:moveTo>
                  <a:cubicBezTo>
                    <a:pt x="114" y="0"/>
                    <a:pt x="1" y="109"/>
                    <a:pt x="1" y="245"/>
                  </a:cubicBezTo>
                  <a:cubicBezTo>
                    <a:pt x="1" y="388"/>
                    <a:pt x="114" y="496"/>
                    <a:pt x="252" y="496"/>
                  </a:cubicBezTo>
                  <a:cubicBezTo>
                    <a:pt x="388" y="496"/>
                    <a:pt x="501" y="388"/>
                    <a:pt x="501" y="245"/>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3"/>
            <p:cNvSpPr/>
            <p:nvPr/>
          </p:nvSpPr>
          <p:spPr>
            <a:xfrm>
              <a:off x="1870375" y="2024425"/>
              <a:ext cx="12400" cy="12400"/>
            </a:xfrm>
            <a:custGeom>
              <a:avLst/>
              <a:gdLst/>
              <a:ahLst/>
              <a:cxnLst/>
              <a:rect l="l" t="t" r="r" b="b"/>
              <a:pathLst>
                <a:path w="496" h="496" extrusionOk="0">
                  <a:moveTo>
                    <a:pt x="252" y="0"/>
                  </a:moveTo>
                  <a:cubicBezTo>
                    <a:pt x="109" y="0"/>
                    <a:pt x="0" y="109"/>
                    <a:pt x="0" y="245"/>
                  </a:cubicBezTo>
                  <a:cubicBezTo>
                    <a:pt x="0" y="388"/>
                    <a:pt x="109" y="496"/>
                    <a:pt x="252" y="496"/>
                  </a:cubicBezTo>
                  <a:cubicBezTo>
                    <a:pt x="387" y="496"/>
                    <a:pt x="496" y="388"/>
                    <a:pt x="496" y="245"/>
                  </a:cubicBezTo>
                  <a:cubicBezTo>
                    <a:pt x="496"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3"/>
            <p:cNvSpPr/>
            <p:nvPr/>
          </p:nvSpPr>
          <p:spPr>
            <a:xfrm>
              <a:off x="1962150" y="2024425"/>
              <a:ext cx="12550" cy="12400"/>
            </a:xfrm>
            <a:custGeom>
              <a:avLst/>
              <a:gdLst/>
              <a:ahLst/>
              <a:cxnLst/>
              <a:rect l="l" t="t" r="r" b="b"/>
              <a:pathLst>
                <a:path w="502" h="496" extrusionOk="0">
                  <a:moveTo>
                    <a:pt x="250" y="0"/>
                  </a:moveTo>
                  <a:cubicBezTo>
                    <a:pt x="114" y="0"/>
                    <a:pt x="1" y="109"/>
                    <a:pt x="1" y="245"/>
                  </a:cubicBezTo>
                  <a:cubicBezTo>
                    <a:pt x="1" y="388"/>
                    <a:pt x="114" y="496"/>
                    <a:pt x="250" y="496"/>
                  </a:cubicBezTo>
                  <a:cubicBezTo>
                    <a:pt x="388" y="496"/>
                    <a:pt x="502" y="388"/>
                    <a:pt x="502" y="245"/>
                  </a:cubicBezTo>
                  <a:cubicBezTo>
                    <a:pt x="502"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3"/>
            <p:cNvSpPr/>
            <p:nvPr/>
          </p:nvSpPr>
          <p:spPr>
            <a:xfrm>
              <a:off x="2054075" y="2024425"/>
              <a:ext cx="12425" cy="12400"/>
            </a:xfrm>
            <a:custGeom>
              <a:avLst/>
              <a:gdLst/>
              <a:ahLst/>
              <a:cxnLst/>
              <a:rect l="l" t="t" r="r" b="b"/>
              <a:pathLst>
                <a:path w="497" h="496" extrusionOk="0">
                  <a:moveTo>
                    <a:pt x="252" y="0"/>
                  </a:moveTo>
                  <a:cubicBezTo>
                    <a:pt x="109" y="0"/>
                    <a:pt x="1" y="109"/>
                    <a:pt x="1" y="245"/>
                  </a:cubicBezTo>
                  <a:cubicBezTo>
                    <a:pt x="1" y="388"/>
                    <a:pt x="109" y="496"/>
                    <a:pt x="252" y="496"/>
                  </a:cubicBezTo>
                  <a:cubicBezTo>
                    <a:pt x="388" y="496"/>
                    <a:pt x="496" y="388"/>
                    <a:pt x="496" y="245"/>
                  </a:cubicBezTo>
                  <a:cubicBezTo>
                    <a:pt x="496"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3"/>
            <p:cNvSpPr/>
            <p:nvPr/>
          </p:nvSpPr>
          <p:spPr>
            <a:xfrm>
              <a:off x="2145825" y="20244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3"/>
            <p:cNvSpPr/>
            <p:nvPr/>
          </p:nvSpPr>
          <p:spPr>
            <a:xfrm>
              <a:off x="2237800" y="2024425"/>
              <a:ext cx="12350" cy="12400"/>
            </a:xfrm>
            <a:custGeom>
              <a:avLst/>
              <a:gdLst/>
              <a:ahLst/>
              <a:cxnLst/>
              <a:rect l="l" t="t" r="r" b="b"/>
              <a:pathLst>
                <a:path w="494" h="496" extrusionOk="0">
                  <a:moveTo>
                    <a:pt x="244" y="0"/>
                  </a:moveTo>
                  <a:cubicBezTo>
                    <a:pt x="107" y="0"/>
                    <a:pt x="0" y="109"/>
                    <a:pt x="0" y="245"/>
                  </a:cubicBezTo>
                  <a:cubicBezTo>
                    <a:pt x="0" y="388"/>
                    <a:pt x="107" y="496"/>
                    <a:pt x="244" y="496"/>
                  </a:cubicBezTo>
                  <a:cubicBezTo>
                    <a:pt x="387" y="496"/>
                    <a:pt x="494" y="388"/>
                    <a:pt x="494" y="245"/>
                  </a:cubicBezTo>
                  <a:cubicBezTo>
                    <a:pt x="494" y="109"/>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3"/>
            <p:cNvSpPr/>
            <p:nvPr/>
          </p:nvSpPr>
          <p:spPr>
            <a:xfrm>
              <a:off x="2329550" y="2024425"/>
              <a:ext cx="12575" cy="12400"/>
            </a:xfrm>
            <a:custGeom>
              <a:avLst/>
              <a:gdLst/>
              <a:ahLst/>
              <a:cxnLst/>
              <a:rect l="l" t="t" r="r" b="b"/>
              <a:pathLst>
                <a:path w="503" h="496" extrusionOk="0">
                  <a:moveTo>
                    <a:pt x="251" y="0"/>
                  </a:moveTo>
                  <a:cubicBezTo>
                    <a:pt x="115" y="0"/>
                    <a:pt x="0" y="109"/>
                    <a:pt x="0" y="245"/>
                  </a:cubicBezTo>
                  <a:cubicBezTo>
                    <a:pt x="0" y="388"/>
                    <a:pt x="115" y="496"/>
                    <a:pt x="251" y="496"/>
                  </a:cubicBezTo>
                  <a:cubicBezTo>
                    <a:pt x="387" y="496"/>
                    <a:pt x="502" y="388"/>
                    <a:pt x="502" y="245"/>
                  </a:cubicBezTo>
                  <a:cubicBezTo>
                    <a:pt x="502"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3"/>
            <p:cNvSpPr/>
            <p:nvPr/>
          </p:nvSpPr>
          <p:spPr>
            <a:xfrm>
              <a:off x="2421325" y="2024425"/>
              <a:ext cx="12550" cy="12400"/>
            </a:xfrm>
            <a:custGeom>
              <a:avLst/>
              <a:gdLst/>
              <a:ahLst/>
              <a:cxnLst/>
              <a:rect l="l" t="t" r="r" b="b"/>
              <a:pathLst>
                <a:path w="502" h="496" extrusionOk="0">
                  <a:moveTo>
                    <a:pt x="250" y="0"/>
                  </a:moveTo>
                  <a:cubicBezTo>
                    <a:pt x="114" y="0"/>
                    <a:pt x="1" y="109"/>
                    <a:pt x="1" y="245"/>
                  </a:cubicBezTo>
                  <a:cubicBezTo>
                    <a:pt x="1" y="388"/>
                    <a:pt x="114" y="496"/>
                    <a:pt x="250" y="496"/>
                  </a:cubicBezTo>
                  <a:cubicBezTo>
                    <a:pt x="395" y="496"/>
                    <a:pt x="501" y="388"/>
                    <a:pt x="501" y="245"/>
                  </a:cubicBezTo>
                  <a:cubicBezTo>
                    <a:pt x="501" y="109"/>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3"/>
            <p:cNvSpPr/>
            <p:nvPr/>
          </p:nvSpPr>
          <p:spPr>
            <a:xfrm>
              <a:off x="2513250" y="2024425"/>
              <a:ext cx="12575" cy="12400"/>
            </a:xfrm>
            <a:custGeom>
              <a:avLst/>
              <a:gdLst/>
              <a:ahLst/>
              <a:cxnLst/>
              <a:rect l="l" t="t" r="r" b="b"/>
              <a:pathLst>
                <a:path w="503" h="496" extrusionOk="0">
                  <a:moveTo>
                    <a:pt x="252" y="0"/>
                  </a:moveTo>
                  <a:cubicBezTo>
                    <a:pt x="109" y="0"/>
                    <a:pt x="0" y="109"/>
                    <a:pt x="0" y="245"/>
                  </a:cubicBezTo>
                  <a:cubicBezTo>
                    <a:pt x="0" y="388"/>
                    <a:pt x="109"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3"/>
            <p:cNvSpPr/>
            <p:nvPr/>
          </p:nvSpPr>
          <p:spPr>
            <a:xfrm>
              <a:off x="2605000" y="2024425"/>
              <a:ext cx="12575" cy="12400"/>
            </a:xfrm>
            <a:custGeom>
              <a:avLst/>
              <a:gdLst/>
              <a:ahLst/>
              <a:cxnLst/>
              <a:rect l="l" t="t" r="r" b="b"/>
              <a:pathLst>
                <a:path w="503" h="496" extrusionOk="0">
                  <a:moveTo>
                    <a:pt x="252" y="0"/>
                  </a:moveTo>
                  <a:cubicBezTo>
                    <a:pt x="116" y="0"/>
                    <a:pt x="0" y="109"/>
                    <a:pt x="0" y="245"/>
                  </a:cubicBezTo>
                  <a:cubicBezTo>
                    <a:pt x="0" y="388"/>
                    <a:pt x="116" y="496"/>
                    <a:pt x="252" y="496"/>
                  </a:cubicBezTo>
                  <a:cubicBezTo>
                    <a:pt x="387" y="496"/>
                    <a:pt x="503" y="388"/>
                    <a:pt x="503" y="245"/>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3"/>
            <p:cNvSpPr/>
            <p:nvPr/>
          </p:nvSpPr>
          <p:spPr>
            <a:xfrm>
              <a:off x="2696950" y="2024425"/>
              <a:ext cx="12375" cy="12400"/>
            </a:xfrm>
            <a:custGeom>
              <a:avLst/>
              <a:gdLst/>
              <a:ahLst/>
              <a:cxnLst/>
              <a:rect l="l" t="t" r="r" b="b"/>
              <a:pathLst>
                <a:path w="495" h="496" extrusionOk="0">
                  <a:moveTo>
                    <a:pt x="252" y="0"/>
                  </a:moveTo>
                  <a:cubicBezTo>
                    <a:pt x="108" y="0"/>
                    <a:pt x="1" y="109"/>
                    <a:pt x="1" y="245"/>
                  </a:cubicBezTo>
                  <a:cubicBezTo>
                    <a:pt x="1" y="388"/>
                    <a:pt x="108" y="496"/>
                    <a:pt x="252" y="496"/>
                  </a:cubicBezTo>
                  <a:cubicBezTo>
                    <a:pt x="388" y="496"/>
                    <a:pt x="495" y="388"/>
                    <a:pt x="495" y="245"/>
                  </a:cubicBezTo>
                  <a:cubicBezTo>
                    <a:pt x="495"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3"/>
            <p:cNvSpPr/>
            <p:nvPr/>
          </p:nvSpPr>
          <p:spPr>
            <a:xfrm>
              <a:off x="2788700" y="20244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3"/>
            <p:cNvSpPr/>
            <p:nvPr/>
          </p:nvSpPr>
          <p:spPr>
            <a:xfrm>
              <a:off x="2880675" y="2024425"/>
              <a:ext cx="12375" cy="12400"/>
            </a:xfrm>
            <a:custGeom>
              <a:avLst/>
              <a:gdLst/>
              <a:ahLst/>
              <a:cxnLst/>
              <a:rect l="l" t="t" r="r" b="b"/>
              <a:pathLst>
                <a:path w="495" h="496" extrusionOk="0">
                  <a:moveTo>
                    <a:pt x="243" y="0"/>
                  </a:moveTo>
                  <a:cubicBezTo>
                    <a:pt x="107" y="0"/>
                    <a:pt x="0" y="109"/>
                    <a:pt x="0" y="245"/>
                  </a:cubicBezTo>
                  <a:cubicBezTo>
                    <a:pt x="0" y="388"/>
                    <a:pt x="107" y="496"/>
                    <a:pt x="243" y="496"/>
                  </a:cubicBezTo>
                  <a:cubicBezTo>
                    <a:pt x="387" y="496"/>
                    <a:pt x="494" y="388"/>
                    <a:pt x="494" y="245"/>
                  </a:cubicBezTo>
                  <a:cubicBezTo>
                    <a:pt x="494" y="109"/>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3"/>
            <p:cNvSpPr/>
            <p:nvPr/>
          </p:nvSpPr>
          <p:spPr>
            <a:xfrm>
              <a:off x="2972425" y="2024425"/>
              <a:ext cx="12575" cy="12400"/>
            </a:xfrm>
            <a:custGeom>
              <a:avLst/>
              <a:gdLst/>
              <a:ahLst/>
              <a:cxnLst/>
              <a:rect l="l" t="t" r="r" b="b"/>
              <a:pathLst>
                <a:path w="503" h="496" extrusionOk="0">
                  <a:moveTo>
                    <a:pt x="251" y="0"/>
                  </a:moveTo>
                  <a:cubicBezTo>
                    <a:pt x="115" y="0"/>
                    <a:pt x="0" y="109"/>
                    <a:pt x="0" y="245"/>
                  </a:cubicBezTo>
                  <a:cubicBezTo>
                    <a:pt x="0" y="388"/>
                    <a:pt x="115" y="496"/>
                    <a:pt x="251" y="496"/>
                  </a:cubicBezTo>
                  <a:cubicBezTo>
                    <a:pt x="387" y="496"/>
                    <a:pt x="503" y="388"/>
                    <a:pt x="503" y="245"/>
                  </a:cubicBezTo>
                  <a:cubicBezTo>
                    <a:pt x="503"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3"/>
            <p:cNvSpPr/>
            <p:nvPr/>
          </p:nvSpPr>
          <p:spPr>
            <a:xfrm>
              <a:off x="3064375" y="2024425"/>
              <a:ext cx="12375" cy="12400"/>
            </a:xfrm>
            <a:custGeom>
              <a:avLst/>
              <a:gdLst/>
              <a:ahLst/>
              <a:cxnLst/>
              <a:rect l="l" t="t" r="r" b="b"/>
              <a:pathLst>
                <a:path w="495" h="496" extrusionOk="0">
                  <a:moveTo>
                    <a:pt x="243" y="0"/>
                  </a:moveTo>
                  <a:cubicBezTo>
                    <a:pt x="107" y="0"/>
                    <a:pt x="1" y="109"/>
                    <a:pt x="1" y="245"/>
                  </a:cubicBezTo>
                  <a:cubicBezTo>
                    <a:pt x="1" y="388"/>
                    <a:pt x="107" y="496"/>
                    <a:pt x="243" y="496"/>
                  </a:cubicBezTo>
                  <a:cubicBezTo>
                    <a:pt x="388" y="496"/>
                    <a:pt x="495" y="388"/>
                    <a:pt x="495" y="245"/>
                  </a:cubicBezTo>
                  <a:cubicBezTo>
                    <a:pt x="495" y="109"/>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3"/>
            <p:cNvSpPr/>
            <p:nvPr/>
          </p:nvSpPr>
          <p:spPr>
            <a:xfrm>
              <a:off x="3156125" y="20244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3"/>
            <p:cNvSpPr/>
            <p:nvPr/>
          </p:nvSpPr>
          <p:spPr>
            <a:xfrm>
              <a:off x="3247875" y="2024425"/>
              <a:ext cx="12575" cy="12400"/>
            </a:xfrm>
            <a:custGeom>
              <a:avLst/>
              <a:gdLst/>
              <a:ahLst/>
              <a:cxnLst/>
              <a:rect l="l" t="t" r="r" b="b"/>
              <a:pathLst>
                <a:path w="503"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3"/>
            <p:cNvSpPr/>
            <p:nvPr/>
          </p:nvSpPr>
          <p:spPr>
            <a:xfrm>
              <a:off x="3339850" y="2024425"/>
              <a:ext cx="12525" cy="12400"/>
            </a:xfrm>
            <a:custGeom>
              <a:avLst/>
              <a:gdLst/>
              <a:ahLst/>
              <a:cxnLst/>
              <a:rect l="l" t="t" r="r" b="b"/>
              <a:pathLst>
                <a:path w="501" h="496" extrusionOk="0">
                  <a:moveTo>
                    <a:pt x="251" y="0"/>
                  </a:moveTo>
                  <a:cubicBezTo>
                    <a:pt x="107" y="0"/>
                    <a:pt x="0" y="109"/>
                    <a:pt x="0" y="245"/>
                  </a:cubicBezTo>
                  <a:cubicBezTo>
                    <a:pt x="0" y="388"/>
                    <a:pt x="107" y="496"/>
                    <a:pt x="251" y="496"/>
                  </a:cubicBezTo>
                  <a:cubicBezTo>
                    <a:pt x="387" y="496"/>
                    <a:pt x="501" y="388"/>
                    <a:pt x="501" y="245"/>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3"/>
            <p:cNvSpPr/>
            <p:nvPr/>
          </p:nvSpPr>
          <p:spPr>
            <a:xfrm>
              <a:off x="3431575" y="20244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3"/>
            <p:cNvSpPr/>
            <p:nvPr/>
          </p:nvSpPr>
          <p:spPr>
            <a:xfrm>
              <a:off x="3523550" y="2024425"/>
              <a:ext cx="12375" cy="12400"/>
            </a:xfrm>
            <a:custGeom>
              <a:avLst/>
              <a:gdLst/>
              <a:ahLst/>
              <a:cxnLst/>
              <a:rect l="l" t="t" r="r" b="b"/>
              <a:pathLst>
                <a:path w="495" h="496" extrusionOk="0">
                  <a:moveTo>
                    <a:pt x="250" y="0"/>
                  </a:moveTo>
                  <a:cubicBezTo>
                    <a:pt x="107" y="0"/>
                    <a:pt x="0" y="109"/>
                    <a:pt x="0" y="245"/>
                  </a:cubicBezTo>
                  <a:cubicBezTo>
                    <a:pt x="0" y="388"/>
                    <a:pt x="107" y="496"/>
                    <a:pt x="250" y="496"/>
                  </a:cubicBezTo>
                  <a:cubicBezTo>
                    <a:pt x="388" y="496"/>
                    <a:pt x="494" y="388"/>
                    <a:pt x="494" y="245"/>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3"/>
            <p:cNvSpPr/>
            <p:nvPr/>
          </p:nvSpPr>
          <p:spPr>
            <a:xfrm>
              <a:off x="676400" y="21162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3"/>
            <p:cNvSpPr/>
            <p:nvPr/>
          </p:nvSpPr>
          <p:spPr>
            <a:xfrm>
              <a:off x="768325" y="2116225"/>
              <a:ext cx="12400" cy="12525"/>
            </a:xfrm>
            <a:custGeom>
              <a:avLst/>
              <a:gdLst/>
              <a:ahLst/>
              <a:cxnLst/>
              <a:rect l="l" t="t" r="r" b="b"/>
              <a:pathLst>
                <a:path w="496" h="501" extrusionOk="0">
                  <a:moveTo>
                    <a:pt x="245" y="0"/>
                  </a:moveTo>
                  <a:cubicBezTo>
                    <a:pt x="109" y="0"/>
                    <a:pt x="0" y="114"/>
                    <a:pt x="0" y="250"/>
                  </a:cubicBezTo>
                  <a:cubicBezTo>
                    <a:pt x="0" y="387"/>
                    <a:pt x="109" y="501"/>
                    <a:pt x="245" y="501"/>
                  </a:cubicBezTo>
                  <a:cubicBezTo>
                    <a:pt x="388" y="501"/>
                    <a:pt x="496" y="387"/>
                    <a:pt x="496" y="250"/>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3"/>
            <p:cNvSpPr/>
            <p:nvPr/>
          </p:nvSpPr>
          <p:spPr>
            <a:xfrm>
              <a:off x="860125" y="2116225"/>
              <a:ext cx="12525" cy="12525"/>
            </a:xfrm>
            <a:custGeom>
              <a:avLst/>
              <a:gdLst/>
              <a:ahLst/>
              <a:cxnLst/>
              <a:rect l="l" t="t" r="r" b="b"/>
              <a:pathLst>
                <a:path w="501" h="501" extrusionOk="0">
                  <a:moveTo>
                    <a:pt x="251" y="0"/>
                  </a:moveTo>
                  <a:cubicBezTo>
                    <a:pt x="114" y="0"/>
                    <a:pt x="0" y="114"/>
                    <a:pt x="0" y="250"/>
                  </a:cubicBezTo>
                  <a:cubicBezTo>
                    <a:pt x="0" y="387"/>
                    <a:pt x="114" y="501"/>
                    <a:pt x="251" y="501"/>
                  </a:cubicBezTo>
                  <a:cubicBezTo>
                    <a:pt x="387" y="501"/>
                    <a:pt x="501" y="387"/>
                    <a:pt x="501" y="250"/>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3"/>
            <p:cNvSpPr/>
            <p:nvPr/>
          </p:nvSpPr>
          <p:spPr>
            <a:xfrm>
              <a:off x="951850" y="21162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3"/>
            <p:cNvSpPr/>
            <p:nvPr/>
          </p:nvSpPr>
          <p:spPr>
            <a:xfrm>
              <a:off x="1043825" y="2116225"/>
              <a:ext cx="12375" cy="12525"/>
            </a:xfrm>
            <a:custGeom>
              <a:avLst/>
              <a:gdLst/>
              <a:ahLst/>
              <a:cxnLst/>
              <a:rect l="l" t="t" r="r" b="b"/>
              <a:pathLst>
                <a:path w="495" h="501" extrusionOk="0">
                  <a:moveTo>
                    <a:pt x="250" y="0"/>
                  </a:moveTo>
                  <a:cubicBezTo>
                    <a:pt x="107" y="0"/>
                    <a:pt x="0" y="114"/>
                    <a:pt x="0" y="250"/>
                  </a:cubicBezTo>
                  <a:cubicBezTo>
                    <a:pt x="0" y="387"/>
                    <a:pt x="107" y="501"/>
                    <a:pt x="250" y="501"/>
                  </a:cubicBezTo>
                  <a:cubicBezTo>
                    <a:pt x="388" y="501"/>
                    <a:pt x="494" y="387"/>
                    <a:pt x="494" y="250"/>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3"/>
            <p:cNvSpPr/>
            <p:nvPr/>
          </p:nvSpPr>
          <p:spPr>
            <a:xfrm>
              <a:off x="1135575" y="2116225"/>
              <a:ext cx="12575" cy="12525"/>
            </a:xfrm>
            <a:custGeom>
              <a:avLst/>
              <a:gdLst/>
              <a:ahLst/>
              <a:cxnLst/>
              <a:rect l="l" t="t" r="r" b="b"/>
              <a:pathLst>
                <a:path w="503" h="501" extrusionOk="0">
                  <a:moveTo>
                    <a:pt x="252" y="0"/>
                  </a:moveTo>
                  <a:cubicBezTo>
                    <a:pt x="116" y="0"/>
                    <a:pt x="0" y="114"/>
                    <a:pt x="0" y="250"/>
                  </a:cubicBezTo>
                  <a:cubicBezTo>
                    <a:pt x="0" y="387"/>
                    <a:pt x="116" y="501"/>
                    <a:pt x="252" y="501"/>
                  </a:cubicBezTo>
                  <a:cubicBezTo>
                    <a:pt x="387" y="501"/>
                    <a:pt x="503" y="387"/>
                    <a:pt x="503" y="250"/>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3"/>
            <p:cNvSpPr/>
            <p:nvPr/>
          </p:nvSpPr>
          <p:spPr>
            <a:xfrm>
              <a:off x="1227500" y="2116225"/>
              <a:ext cx="12400" cy="12525"/>
            </a:xfrm>
            <a:custGeom>
              <a:avLst/>
              <a:gdLst/>
              <a:ahLst/>
              <a:cxnLst/>
              <a:rect l="l" t="t" r="r" b="b"/>
              <a:pathLst>
                <a:path w="496" h="501" extrusionOk="0">
                  <a:moveTo>
                    <a:pt x="251" y="0"/>
                  </a:moveTo>
                  <a:cubicBezTo>
                    <a:pt x="109" y="0"/>
                    <a:pt x="0" y="114"/>
                    <a:pt x="0" y="250"/>
                  </a:cubicBezTo>
                  <a:cubicBezTo>
                    <a:pt x="0" y="387"/>
                    <a:pt x="109" y="501"/>
                    <a:pt x="251" y="501"/>
                  </a:cubicBezTo>
                  <a:cubicBezTo>
                    <a:pt x="387" y="501"/>
                    <a:pt x="496" y="387"/>
                    <a:pt x="496" y="250"/>
                  </a:cubicBezTo>
                  <a:cubicBezTo>
                    <a:pt x="496"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3"/>
            <p:cNvSpPr/>
            <p:nvPr/>
          </p:nvSpPr>
          <p:spPr>
            <a:xfrm>
              <a:off x="1319275" y="2116225"/>
              <a:ext cx="12550" cy="12525"/>
            </a:xfrm>
            <a:custGeom>
              <a:avLst/>
              <a:gdLst/>
              <a:ahLst/>
              <a:cxnLst/>
              <a:rect l="l" t="t" r="r" b="b"/>
              <a:pathLst>
                <a:path w="502" h="501" extrusionOk="0">
                  <a:moveTo>
                    <a:pt x="252" y="0"/>
                  </a:moveTo>
                  <a:cubicBezTo>
                    <a:pt x="114" y="0"/>
                    <a:pt x="1" y="114"/>
                    <a:pt x="1" y="250"/>
                  </a:cubicBezTo>
                  <a:cubicBezTo>
                    <a:pt x="1" y="387"/>
                    <a:pt x="114" y="501"/>
                    <a:pt x="252" y="501"/>
                  </a:cubicBezTo>
                  <a:cubicBezTo>
                    <a:pt x="388" y="501"/>
                    <a:pt x="501" y="387"/>
                    <a:pt x="501" y="250"/>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3"/>
            <p:cNvSpPr/>
            <p:nvPr/>
          </p:nvSpPr>
          <p:spPr>
            <a:xfrm>
              <a:off x="1411200" y="2116225"/>
              <a:ext cx="12425" cy="12525"/>
            </a:xfrm>
            <a:custGeom>
              <a:avLst/>
              <a:gdLst/>
              <a:ahLst/>
              <a:cxnLst/>
              <a:rect l="l" t="t" r="r" b="b"/>
              <a:pathLst>
                <a:path w="497" h="501" extrusionOk="0">
                  <a:moveTo>
                    <a:pt x="245" y="0"/>
                  </a:moveTo>
                  <a:cubicBezTo>
                    <a:pt x="109" y="0"/>
                    <a:pt x="1" y="114"/>
                    <a:pt x="1" y="250"/>
                  </a:cubicBezTo>
                  <a:cubicBezTo>
                    <a:pt x="1" y="387"/>
                    <a:pt x="109" y="501"/>
                    <a:pt x="245" y="501"/>
                  </a:cubicBezTo>
                  <a:cubicBezTo>
                    <a:pt x="388" y="501"/>
                    <a:pt x="496" y="387"/>
                    <a:pt x="496" y="250"/>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3"/>
            <p:cNvSpPr/>
            <p:nvPr/>
          </p:nvSpPr>
          <p:spPr>
            <a:xfrm>
              <a:off x="1503000" y="2116225"/>
              <a:ext cx="12525" cy="12525"/>
            </a:xfrm>
            <a:custGeom>
              <a:avLst/>
              <a:gdLst/>
              <a:ahLst/>
              <a:cxnLst/>
              <a:rect l="l" t="t" r="r" b="b"/>
              <a:pathLst>
                <a:path w="501" h="501" extrusionOk="0">
                  <a:moveTo>
                    <a:pt x="250" y="0"/>
                  </a:moveTo>
                  <a:cubicBezTo>
                    <a:pt x="114" y="0"/>
                    <a:pt x="0" y="114"/>
                    <a:pt x="0" y="250"/>
                  </a:cubicBezTo>
                  <a:cubicBezTo>
                    <a:pt x="0" y="387"/>
                    <a:pt x="114" y="501"/>
                    <a:pt x="250" y="501"/>
                  </a:cubicBezTo>
                  <a:cubicBezTo>
                    <a:pt x="387" y="501"/>
                    <a:pt x="501" y="387"/>
                    <a:pt x="501" y="250"/>
                  </a:cubicBezTo>
                  <a:cubicBezTo>
                    <a:pt x="501" y="114"/>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3"/>
            <p:cNvSpPr/>
            <p:nvPr/>
          </p:nvSpPr>
          <p:spPr>
            <a:xfrm>
              <a:off x="1594750" y="2116225"/>
              <a:ext cx="12575" cy="12525"/>
            </a:xfrm>
            <a:custGeom>
              <a:avLst/>
              <a:gdLst/>
              <a:ahLst/>
              <a:cxnLst/>
              <a:rect l="l" t="t" r="r" b="b"/>
              <a:pathLst>
                <a:path w="503" h="501" extrusionOk="0">
                  <a:moveTo>
                    <a:pt x="251" y="0"/>
                  </a:moveTo>
                  <a:cubicBezTo>
                    <a:pt x="115" y="0"/>
                    <a:pt x="0" y="114"/>
                    <a:pt x="0" y="250"/>
                  </a:cubicBezTo>
                  <a:cubicBezTo>
                    <a:pt x="0" y="387"/>
                    <a:pt x="115" y="501"/>
                    <a:pt x="251" y="501"/>
                  </a:cubicBezTo>
                  <a:cubicBezTo>
                    <a:pt x="394" y="501"/>
                    <a:pt x="503" y="387"/>
                    <a:pt x="503" y="250"/>
                  </a:cubicBezTo>
                  <a:cubicBezTo>
                    <a:pt x="503" y="114"/>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3"/>
            <p:cNvSpPr/>
            <p:nvPr/>
          </p:nvSpPr>
          <p:spPr>
            <a:xfrm>
              <a:off x="1686650" y="21162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3"/>
            <p:cNvSpPr/>
            <p:nvPr/>
          </p:nvSpPr>
          <p:spPr>
            <a:xfrm>
              <a:off x="1778450" y="2116225"/>
              <a:ext cx="12550" cy="12525"/>
            </a:xfrm>
            <a:custGeom>
              <a:avLst/>
              <a:gdLst/>
              <a:ahLst/>
              <a:cxnLst/>
              <a:rect l="l" t="t" r="r" b="b"/>
              <a:pathLst>
                <a:path w="502" h="501" extrusionOk="0">
                  <a:moveTo>
                    <a:pt x="252" y="0"/>
                  </a:moveTo>
                  <a:cubicBezTo>
                    <a:pt x="114" y="0"/>
                    <a:pt x="1" y="114"/>
                    <a:pt x="1" y="250"/>
                  </a:cubicBezTo>
                  <a:cubicBezTo>
                    <a:pt x="1" y="387"/>
                    <a:pt x="114" y="501"/>
                    <a:pt x="252" y="501"/>
                  </a:cubicBezTo>
                  <a:cubicBezTo>
                    <a:pt x="388" y="501"/>
                    <a:pt x="501" y="387"/>
                    <a:pt x="501" y="250"/>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3"/>
            <p:cNvSpPr/>
            <p:nvPr/>
          </p:nvSpPr>
          <p:spPr>
            <a:xfrm>
              <a:off x="1870375" y="2116225"/>
              <a:ext cx="12400" cy="12525"/>
            </a:xfrm>
            <a:custGeom>
              <a:avLst/>
              <a:gdLst/>
              <a:ahLst/>
              <a:cxnLst/>
              <a:rect l="l" t="t" r="r" b="b"/>
              <a:pathLst>
                <a:path w="496" h="501" extrusionOk="0">
                  <a:moveTo>
                    <a:pt x="252" y="0"/>
                  </a:moveTo>
                  <a:cubicBezTo>
                    <a:pt x="109" y="0"/>
                    <a:pt x="0" y="114"/>
                    <a:pt x="0" y="250"/>
                  </a:cubicBezTo>
                  <a:cubicBezTo>
                    <a:pt x="0" y="387"/>
                    <a:pt x="109" y="501"/>
                    <a:pt x="252" y="501"/>
                  </a:cubicBezTo>
                  <a:cubicBezTo>
                    <a:pt x="387" y="501"/>
                    <a:pt x="496" y="387"/>
                    <a:pt x="496" y="250"/>
                  </a:cubicBezTo>
                  <a:cubicBezTo>
                    <a:pt x="496"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3"/>
            <p:cNvSpPr/>
            <p:nvPr/>
          </p:nvSpPr>
          <p:spPr>
            <a:xfrm>
              <a:off x="1962150" y="2116225"/>
              <a:ext cx="12550" cy="12525"/>
            </a:xfrm>
            <a:custGeom>
              <a:avLst/>
              <a:gdLst/>
              <a:ahLst/>
              <a:cxnLst/>
              <a:rect l="l" t="t" r="r" b="b"/>
              <a:pathLst>
                <a:path w="502" h="501" extrusionOk="0">
                  <a:moveTo>
                    <a:pt x="250" y="0"/>
                  </a:moveTo>
                  <a:cubicBezTo>
                    <a:pt x="114" y="0"/>
                    <a:pt x="1" y="114"/>
                    <a:pt x="1" y="250"/>
                  </a:cubicBezTo>
                  <a:cubicBezTo>
                    <a:pt x="1" y="387"/>
                    <a:pt x="114" y="501"/>
                    <a:pt x="250" y="501"/>
                  </a:cubicBezTo>
                  <a:cubicBezTo>
                    <a:pt x="388" y="501"/>
                    <a:pt x="502" y="387"/>
                    <a:pt x="502" y="250"/>
                  </a:cubicBezTo>
                  <a:cubicBezTo>
                    <a:pt x="502"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3"/>
            <p:cNvSpPr/>
            <p:nvPr/>
          </p:nvSpPr>
          <p:spPr>
            <a:xfrm>
              <a:off x="2054075" y="2116225"/>
              <a:ext cx="12425" cy="12525"/>
            </a:xfrm>
            <a:custGeom>
              <a:avLst/>
              <a:gdLst/>
              <a:ahLst/>
              <a:cxnLst/>
              <a:rect l="l" t="t" r="r" b="b"/>
              <a:pathLst>
                <a:path w="497" h="501" extrusionOk="0">
                  <a:moveTo>
                    <a:pt x="252" y="0"/>
                  </a:moveTo>
                  <a:cubicBezTo>
                    <a:pt x="109" y="0"/>
                    <a:pt x="1" y="114"/>
                    <a:pt x="1" y="250"/>
                  </a:cubicBezTo>
                  <a:cubicBezTo>
                    <a:pt x="1" y="387"/>
                    <a:pt x="109" y="501"/>
                    <a:pt x="252" y="501"/>
                  </a:cubicBezTo>
                  <a:cubicBezTo>
                    <a:pt x="388" y="501"/>
                    <a:pt x="496" y="387"/>
                    <a:pt x="496" y="250"/>
                  </a:cubicBezTo>
                  <a:cubicBezTo>
                    <a:pt x="496"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3"/>
            <p:cNvSpPr/>
            <p:nvPr/>
          </p:nvSpPr>
          <p:spPr>
            <a:xfrm>
              <a:off x="2145825" y="21162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3"/>
            <p:cNvSpPr/>
            <p:nvPr/>
          </p:nvSpPr>
          <p:spPr>
            <a:xfrm>
              <a:off x="2237800" y="2116225"/>
              <a:ext cx="12350" cy="12525"/>
            </a:xfrm>
            <a:custGeom>
              <a:avLst/>
              <a:gdLst/>
              <a:ahLst/>
              <a:cxnLst/>
              <a:rect l="l" t="t" r="r" b="b"/>
              <a:pathLst>
                <a:path w="494" h="501" extrusionOk="0">
                  <a:moveTo>
                    <a:pt x="244" y="0"/>
                  </a:moveTo>
                  <a:cubicBezTo>
                    <a:pt x="107" y="0"/>
                    <a:pt x="0" y="114"/>
                    <a:pt x="0" y="250"/>
                  </a:cubicBezTo>
                  <a:cubicBezTo>
                    <a:pt x="0" y="387"/>
                    <a:pt x="107" y="501"/>
                    <a:pt x="244" y="501"/>
                  </a:cubicBezTo>
                  <a:cubicBezTo>
                    <a:pt x="387" y="501"/>
                    <a:pt x="494" y="387"/>
                    <a:pt x="494" y="250"/>
                  </a:cubicBezTo>
                  <a:cubicBezTo>
                    <a:pt x="494" y="114"/>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3"/>
            <p:cNvSpPr/>
            <p:nvPr/>
          </p:nvSpPr>
          <p:spPr>
            <a:xfrm>
              <a:off x="2329550" y="2116225"/>
              <a:ext cx="12575" cy="12525"/>
            </a:xfrm>
            <a:custGeom>
              <a:avLst/>
              <a:gdLst/>
              <a:ahLst/>
              <a:cxnLst/>
              <a:rect l="l" t="t" r="r" b="b"/>
              <a:pathLst>
                <a:path w="503" h="501" extrusionOk="0">
                  <a:moveTo>
                    <a:pt x="251" y="0"/>
                  </a:moveTo>
                  <a:cubicBezTo>
                    <a:pt x="115" y="0"/>
                    <a:pt x="0" y="114"/>
                    <a:pt x="0" y="250"/>
                  </a:cubicBezTo>
                  <a:cubicBezTo>
                    <a:pt x="0" y="387"/>
                    <a:pt x="115" y="501"/>
                    <a:pt x="251" y="501"/>
                  </a:cubicBezTo>
                  <a:cubicBezTo>
                    <a:pt x="387" y="501"/>
                    <a:pt x="502" y="387"/>
                    <a:pt x="502" y="250"/>
                  </a:cubicBezTo>
                  <a:cubicBezTo>
                    <a:pt x="502"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3"/>
            <p:cNvSpPr/>
            <p:nvPr/>
          </p:nvSpPr>
          <p:spPr>
            <a:xfrm>
              <a:off x="2421325" y="2116225"/>
              <a:ext cx="12550" cy="12525"/>
            </a:xfrm>
            <a:custGeom>
              <a:avLst/>
              <a:gdLst/>
              <a:ahLst/>
              <a:cxnLst/>
              <a:rect l="l" t="t" r="r" b="b"/>
              <a:pathLst>
                <a:path w="502" h="501" extrusionOk="0">
                  <a:moveTo>
                    <a:pt x="250" y="0"/>
                  </a:moveTo>
                  <a:cubicBezTo>
                    <a:pt x="114" y="0"/>
                    <a:pt x="1" y="114"/>
                    <a:pt x="1" y="250"/>
                  </a:cubicBezTo>
                  <a:cubicBezTo>
                    <a:pt x="1" y="387"/>
                    <a:pt x="114" y="501"/>
                    <a:pt x="250" y="501"/>
                  </a:cubicBezTo>
                  <a:cubicBezTo>
                    <a:pt x="395" y="501"/>
                    <a:pt x="501" y="387"/>
                    <a:pt x="501" y="250"/>
                  </a:cubicBezTo>
                  <a:cubicBezTo>
                    <a:pt x="501" y="114"/>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3"/>
            <p:cNvSpPr/>
            <p:nvPr/>
          </p:nvSpPr>
          <p:spPr>
            <a:xfrm>
              <a:off x="2513250" y="2116225"/>
              <a:ext cx="12575" cy="12525"/>
            </a:xfrm>
            <a:custGeom>
              <a:avLst/>
              <a:gdLst/>
              <a:ahLst/>
              <a:cxnLst/>
              <a:rect l="l" t="t" r="r" b="b"/>
              <a:pathLst>
                <a:path w="503" h="501" extrusionOk="0">
                  <a:moveTo>
                    <a:pt x="252" y="0"/>
                  </a:moveTo>
                  <a:cubicBezTo>
                    <a:pt x="109" y="0"/>
                    <a:pt x="0" y="114"/>
                    <a:pt x="0" y="250"/>
                  </a:cubicBezTo>
                  <a:cubicBezTo>
                    <a:pt x="0" y="387"/>
                    <a:pt x="109"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3"/>
            <p:cNvSpPr/>
            <p:nvPr/>
          </p:nvSpPr>
          <p:spPr>
            <a:xfrm>
              <a:off x="2605000" y="2116225"/>
              <a:ext cx="12575" cy="12525"/>
            </a:xfrm>
            <a:custGeom>
              <a:avLst/>
              <a:gdLst/>
              <a:ahLst/>
              <a:cxnLst/>
              <a:rect l="l" t="t" r="r" b="b"/>
              <a:pathLst>
                <a:path w="503" h="501" extrusionOk="0">
                  <a:moveTo>
                    <a:pt x="252" y="0"/>
                  </a:moveTo>
                  <a:cubicBezTo>
                    <a:pt x="116" y="0"/>
                    <a:pt x="0" y="114"/>
                    <a:pt x="0" y="250"/>
                  </a:cubicBezTo>
                  <a:cubicBezTo>
                    <a:pt x="0" y="387"/>
                    <a:pt x="116" y="501"/>
                    <a:pt x="252" y="501"/>
                  </a:cubicBezTo>
                  <a:cubicBezTo>
                    <a:pt x="387" y="501"/>
                    <a:pt x="503" y="387"/>
                    <a:pt x="503" y="250"/>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3"/>
            <p:cNvSpPr/>
            <p:nvPr/>
          </p:nvSpPr>
          <p:spPr>
            <a:xfrm>
              <a:off x="2696950" y="2116225"/>
              <a:ext cx="12375" cy="12525"/>
            </a:xfrm>
            <a:custGeom>
              <a:avLst/>
              <a:gdLst/>
              <a:ahLst/>
              <a:cxnLst/>
              <a:rect l="l" t="t" r="r" b="b"/>
              <a:pathLst>
                <a:path w="495" h="501" extrusionOk="0">
                  <a:moveTo>
                    <a:pt x="252" y="0"/>
                  </a:moveTo>
                  <a:cubicBezTo>
                    <a:pt x="108" y="0"/>
                    <a:pt x="1" y="114"/>
                    <a:pt x="1" y="250"/>
                  </a:cubicBezTo>
                  <a:cubicBezTo>
                    <a:pt x="1" y="387"/>
                    <a:pt x="108" y="501"/>
                    <a:pt x="252" y="501"/>
                  </a:cubicBezTo>
                  <a:cubicBezTo>
                    <a:pt x="388" y="501"/>
                    <a:pt x="495" y="387"/>
                    <a:pt x="495" y="250"/>
                  </a:cubicBezTo>
                  <a:cubicBezTo>
                    <a:pt x="495"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3"/>
            <p:cNvSpPr/>
            <p:nvPr/>
          </p:nvSpPr>
          <p:spPr>
            <a:xfrm>
              <a:off x="2788700" y="21162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3"/>
            <p:cNvSpPr/>
            <p:nvPr/>
          </p:nvSpPr>
          <p:spPr>
            <a:xfrm>
              <a:off x="2880675" y="2116225"/>
              <a:ext cx="12375" cy="12525"/>
            </a:xfrm>
            <a:custGeom>
              <a:avLst/>
              <a:gdLst/>
              <a:ahLst/>
              <a:cxnLst/>
              <a:rect l="l" t="t" r="r" b="b"/>
              <a:pathLst>
                <a:path w="495" h="501" extrusionOk="0">
                  <a:moveTo>
                    <a:pt x="243" y="0"/>
                  </a:moveTo>
                  <a:cubicBezTo>
                    <a:pt x="107" y="0"/>
                    <a:pt x="0" y="114"/>
                    <a:pt x="0" y="250"/>
                  </a:cubicBezTo>
                  <a:cubicBezTo>
                    <a:pt x="0" y="387"/>
                    <a:pt x="107" y="501"/>
                    <a:pt x="243" y="501"/>
                  </a:cubicBezTo>
                  <a:cubicBezTo>
                    <a:pt x="387" y="501"/>
                    <a:pt x="494" y="387"/>
                    <a:pt x="494" y="250"/>
                  </a:cubicBezTo>
                  <a:cubicBezTo>
                    <a:pt x="494" y="114"/>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3"/>
            <p:cNvSpPr/>
            <p:nvPr/>
          </p:nvSpPr>
          <p:spPr>
            <a:xfrm>
              <a:off x="2972425" y="2116225"/>
              <a:ext cx="12575" cy="12525"/>
            </a:xfrm>
            <a:custGeom>
              <a:avLst/>
              <a:gdLst/>
              <a:ahLst/>
              <a:cxnLst/>
              <a:rect l="l" t="t" r="r" b="b"/>
              <a:pathLst>
                <a:path w="503" h="501" extrusionOk="0">
                  <a:moveTo>
                    <a:pt x="251" y="0"/>
                  </a:moveTo>
                  <a:cubicBezTo>
                    <a:pt x="115" y="0"/>
                    <a:pt x="0" y="114"/>
                    <a:pt x="0" y="250"/>
                  </a:cubicBezTo>
                  <a:cubicBezTo>
                    <a:pt x="0" y="387"/>
                    <a:pt x="115" y="501"/>
                    <a:pt x="251" y="501"/>
                  </a:cubicBezTo>
                  <a:cubicBezTo>
                    <a:pt x="387" y="501"/>
                    <a:pt x="503" y="387"/>
                    <a:pt x="503" y="250"/>
                  </a:cubicBezTo>
                  <a:cubicBezTo>
                    <a:pt x="503"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3"/>
            <p:cNvSpPr/>
            <p:nvPr/>
          </p:nvSpPr>
          <p:spPr>
            <a:xfrm>
              <a:off x="3064375" y="2116225"/>
              <a:ext cx="12375" cy="12525"/>
            </a:xfrm>
            <a:custGeom>
              <a:avLst/>
              <a:gdLst/>
              <a:ahLst/>
              <a:cxnLst/>
              <a:rect l="l" t="t" r="r" b="b"/>
              <a:pathLst>
                <a:path w="495" h="501" extrusionOk="0">
                  <a:moveTo>
                    <a:pt x="243" y="0"/>
                  </a:moveTo>
                  <a:cubicBezTo>
                    <a:pt x="107" y="0"/>
                    <a:pt x="1" y="114"/>
                    <a:pt x="1" y="250"/>
                  </a:cubicBezTo>
                  <a:cubicBezTo>
                    <a:pt x="1" y="387"/>
                    <a:pt x="107" y="501"/>
                    <a:pt x="243" y="501"/>
                  </a:cubicBezTo>
                  <a:cubicBezTo>
                    <a:pt x="388" y="501"/>
                    <a:pt x="495" y="387"/>
                    <a:pt x="495" y="250"/>
                  </a:cubicBezTo>
                  <a:cubicBezTo>
                    <a:pt x="495" y="114"/>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3"/>
            <p:cNvSpPr/>
            <p:nvPr/>
          </p:nvSpPr>
          <p:spPr>
            <a:xfrm>
              <a:off x="3156125" y="21162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3"/>
            <p:cNvSpPr/>
            <p:nvPr/>
          </p:nvSpPr>
          <p:spPr>
            <a:xfrm>
              <a:off x="3247875" y="2116225"/>
              <a:ext cx="12575" cy="12525"/>
            </a:xfrm>
            <a:custGeom>
              <a:avLst/>
              <a:gdLst/>
              <a:ahLst/>
              <a:cxnLst/>
              <a:rect l="l" t="t" r="r" b="b"/>
              <a:pathLst>
                <a:path w="503"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3"/>
            <p:cNvSpPr/>
            <p:nvPr/>
          </p:nvSpPr>
          <p:spPr>
            <a:xfrm>
              <a:off x="3339850" y="2116225"/>
              <a:ext cx="12525" cy="12525"/>
            </a:xfrm>
            <a:custGeom>
              <a:avLst/>
              <a:gdLst/>
              <a:ahLst/>
              <a:cxnLst/>
              <a:rect l="l" t="t" r="r" b="b"/>
              <a:pathLst>
                <a:path w="501" h="501" extrusionOk="0">
                  <a:moveTo>
                    <a:pt x="251" y="0"/>
                  </a:moveTo>
                  <a:cubicBezTo>
                    <a:pt x="107" y="0"/>
                    <a:pt x="0" y="114"/>
                    <a:pt x="0" y="250"/>
                  </a:cubicBezTo>
                  <a:cubicBezTo>
                    <a:pt x="0" y="387"/>
                    <a:pt x="107" y="501"/>
                    <a:pt x="251" y="501"/>
                  </a:cubicBezTo>
                  <a:cubicBezTo>
                    <a:pt x="387" y="501"/>
                    <a:pt x="501" y="387"/>
                    <a:pt x="501" y="250"/>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3"/>
            <p:cNvSpPr/>
            <p:nvPr/>
          </p:nvSpPr>
          <p:spPr>
            <a:xfrm>
              <a:off x="3431575" y="21162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3"/>
            <p:cNvSpPr/>
            <p:nvPr/>
          </p:nvSpPr>
          <p:spPr>
            <a:xfrm>
              <a:off x="3523550" y="2116225"/>
              <a:ext cx="12375" cy="12525"/>
            </a:xfrm>
            <a:custGeom>
              <a:avLst/>
              <a:gdLst/>
              <a:ahLst/>
              <a:cxnLst/>
              <a:rect l="l" t="t" r="r" b="b"/>
              <a:pathLst>
                <a:path w="495" h="501" extrusionOk="0">
                  <a:moveTo>
                    <a:pt x="250" y="0"/>
                  </a:moveTo>
                  <a:cubicBezTo>
                    <a:pt x="107" y="0"/>
                    <a:pt x="0" y="114"/>
                    <a:pt x="0" y="250"/>
                  </a:cubicBezTo>
                  <a:cubicBezTo>
                    <a:pt x="0" y="387"/>
                    <a:pt x="107" y="501"/>
                    <a:pt x="250" y="501"/>
                  </a:cubicBezTo>
                  <a:cubicBezTo>
                    <a:pt x="388" y="501"/>
                    <a:pt x="494" y="387"/>
                    <a:pt x="494" y="250"/>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3"/>
            <p:cNvSpPr/>
            <p:nvPr/>
          </p:nvSpPr>
          <p:spPr>
            <a:xfrm>
              <a:off x="676400" y="22079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3"/>
            <p:cNvSpPr/>
            <p:nvPr/>
          </p:nvSpPr>
          <p:spPr>
            <a:xfrm>
              <a:off x="768325" y="2207950"/>
              <a:ext cx="12400" cy="12600"/>
            </a:xfrm>
            <a:custGeom>
              <a:avLst/>
              <a:gdLst/>
              <a:ahLst/>
              <a:cxnLst/>
              <a:rect l="l" t="t" r="r" b="b"/>
              <a:pathLst>
                <a:path w="496" h="504"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3"/>
            <p:cNvSpPr/>
            <p:nvPr/>
          </p:nvSpPr>
          <p:spPr>
            <a:xfrm>
              <a:off x="860125" y="2207950"/>
              <a:ext cx="12525" cy="12600"/>
            </a:xfrm>
            <a:custGeom>
              <a:avLst/>
              <a:gdLst/>
              <a:ahLst/>
              <a:cxnLst/>
              <a:rect l="l" t="t" r="r" b="b"/>
              <a:pathLst>
                <a:path w="501" h="504"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3"/>
            <p:cNvSpPr/>
            <p:nvPr/>
          </p:nvSpPr>
          <p:spPr>
            <a:xfrm>
              <a:off x="951850" y="22079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3"/>
            <p:cNvSpPr/>
            <p:nvPr/>
          </p:nvSpPr>
          <p:spPr>
            <a:xfrm>
              <a:off x="1043825" y="220795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3"/>
            <p:cNvSpPr/>
            <p:nvPr/>
          </p:nvSpPr>
          <p:spPr>
            <a:xfrm>
              <a:off x="1135575" y="220795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3"/>
            <p:cNvSpPr/>
            <p:nvPr/>
          </p:nvSpPr>
          <p:spPr>
            <a:xfrm>
              <a:off x="1227500" y="2207950"/>
              <a:ext cx="12400" cy="12600"/>
            </a:xfrm>
            <a:custGeom>
              <a:avLst/>
              <a:gdLst/>
              <a:ahLst/>
              <a:cxnLst/>
              <a:rect l="l" t="t" r="r" b="b"/>
              <a:pathLst>
                <a:path w="496" h="504"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3"/>
            <p:cNvSpPr/>
            <p:nvPr/>
          </p:nvSpPr>
          <p:spPr>
            <a:xfrm>
              <a:off x="1319275" y="220795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3"/>
            <p:cNvSpPr/>
            <p:nvPr/>
          </p:nvSpPr>
          <p:spPr>
            <a:xfrm>
              <a:off x="1411200" y="2207950"/>
              <a:ext cx="12425" cy="12600"/>
            </a:xfrm>
            <a:custGeom>
              <a:avLst/>
              <a:gdLst/>
              <a:ahLst/>
              <a:cxnLst/>
              <a:rect l="l" t="t" r="r" b="b"/>
              <a:pathLst>
                <a:path w="497" h="504"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3"/>
            <p:cNvSpPr/>
            <p:nvPr/>
          </p:nvSpPr>
          <p:spPr>
            <a:xfrm>
              <a:off x="1503000" y="2207950"/>
              <a:ext cx="12525" cy="12600"/>
            </a:xfrm>
            <a:custGeom>
              <a:avLst/>
              <a:gdLst/>
              <a:ahLst/>
              <a:cxnLst/>
              <a:rect l="l" t="t" r="r" b="b"/>
              <a:pathLst>
                <a:path w="501" h="504"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3"/>
            <p:cNvSpPr/>
            <p:nvPr/>
          </p:nvSpPr>
          <p:spPr>
            <a:xfrm>
              <a:off x="1594750" y="220795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3"/>
            <p:cNvSpPr/>
            <p:nvPr/>
          </p:nvSpPr>
          <p:spPr>
            <a:xfrm>
              <a:off x="1686650" y="22079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3"/>
            <p:cNvSpPr/>
            <p:nvPr/>
          </p:nvSpPr>
          <p:spPr>
            <a:xfrm>
              <a:off x="1778450" y="220795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3"/>
            <p:cNvSpPr/>
            <p:nvPr/>
          </p:nvSpPr>
          <p:spPr>
            <a:xfrm>
              <a:off x="1870375" y="2207950"/>
              <a:ext cx="12400" cy="12600"/>
            </a:xfrm>
            <a:custGeom>
              <a:avLst/>
              <a:gdLst/>
              <a:ahLst/>
              <a:cxnLst/>
              <a:rect l="l" t="t" r="r" b="b"/>
              <a:pathLst>
                <a:path w="496" h="504"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3"/>
            <p:cNvSpPr/>
            <p:nvPr/>
          </p:nvSpPr>
          <p:spPr>
            <a:xfrm>
              <a:off x="1962150" y="220795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3"/>
            <p:cNvSpPr/>
            <p:nvPr/>
          </p:nvSpPr>
          <p:spPr>
            <a:xfrm>
              <a:off x="2054075" y="2207950"/>
              <a:ext cx="12425" cy="12600"/>
            </a:xfrm>
            <a:custGeom>
              <a:avLst/>
              <a:gdLst/>
              <a:ahLst/>
              <a:cxnLst/>
              <a:rect l="l" t="t" r="r" b="b"/>
              <a:pathLst>
                <a:path w="497" h="504"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3"/>
            <p:cNvSpPr/>
            <p:nvPr/>
          </p:nvSpPr>
          <p:spPr>
            <a:xfrm>
              <a:off x="2145825" y="22079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3"/>
            <p:cNvSpPr/>
            <p:nvPr/>
          </p:nvSpPr>
          <p:spPr>
            <a:xfrm>
              <a:off x="2237800" y="2207950"/>
              <a:ext cx="12350" cy="12600"/>
            </a:xfrm>
            <a:custGeom>
              <a:avLst/>
              <a:gdLst/>
              <a:ahLst/>
              <a:cxnLst/>
              <a:rect l="l" t="t" r="r" b="b"/>
              <a:pathLst>
                <a:path w="494" h="504"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3"/>
            <p:cNvSpPr/>
            <p:nvPr/>
          </p:nvSpPr>
          <p:spPr>
            <a:xfrm>
              <a:off x="2329550" y="220795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3"/>
            <p:cNvSpPr/>
            <p:nvPr/>
          </p:nvSpPr>
          <p:spPr>
            <a:xfrm>
              <a:off x="2421325" y="220795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3"/>
            <p:cNvSpPr/>
            <p:nvPr/>
          </p:nvSpPr>
          <p:spPr>
            <a:xfrm>
              <a:off x="2513250" y="2207950"/>
              <a:ext cx="12575" cy="12600"/>
            </a:xfrm>
            <a:custGeom>
              <a:avLst/>
              <a:gdLst/>
              <a:ahLst/>
              <a:cxnLst/>
              <a:rect l="l" t="t" r="r" b="b"/>
              <a:pathLst>
                <a:path w="503" h="504"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3"/>
            <p:cNvSpPr/>
            <p:nvPr/>
          </p:nvSpPr>
          <p:spPr>
            <a:xfrm>
              <a:off x="2605000" y="220795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3"/>
            <p:cNvSpPr/>
            <p:nvPr/>
          </p:nvSpPr>
          <p:spPr>
            <a:xfrm>
              <a:off x="2696950" y="2207950"/>
              <a:ext cx="12375" cy="12600"/>
            </a:xfrm>
            <a:custGeom>
              <a:avLst/>
              <a:gdLst/>
              <a:ahLst/>
              <a:cxnLst/>
              <a:rect l="l" t="t" r="r" b="b"/>
              <a:pathLst>
                <a:path w="495" h="504"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3"/>
            <p:cNvSpPr/>
            <p:nvPr/>
          </p:nvSpPr>
          <p:spPr>
            <a:xfrm>
              <a:off x="2788700" y="22079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3"/>
            <p:cNvSpPr/>
            <p:nvPr/>
          </p:nvSpPr>
          <p:spPr>
            <a:xfrm>
              <a:off x="2880675" y="2207950"/>
              <a:ext cx="12375" cy="12600"/>
            </a:xfrm>
            <a:custGeom>
              <a:avLst/>
              <a:gdLst/>
              <a:ahLst/>
              <a:cxnLst/>
              <a:rect l="l" t="t" r="r" b="b"/>
              <a:pathLst>
                <a:path w="495" h="504"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3"/>
            <p:cNvSpPr/>
            <p:nvPr/>
          </p:nvSpPr>
          <p:spPr>
            <a:xfrm>
              <a:off x="2972425" y="220795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3"/>
            <p:cNvSpPr/>
            <p:nvPr/>
          </p:nvSpPr>
          <p:spPr>
            <a:xfrm>
              <a:off x="3064375" y="2207950"/>
              <a:ext cx="12375" cy="12600"/>
            </a:xfrm>
            <a:custGeom>
              <a:avLst/>
              <a:gdLst/>
              <a:ahLst/>
              <a:cxnLst/>
              <a:rect l="l" t="t" r="r" b="b"/>
              <a:pathLst>
                <a:path w="495" h="504"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3"/>
            <p:cNvSpPr/>
            <p:nvPr/>
          </p:nvSpPr>
          <p:spPr>
            <a:xfrm>
              <a:off x="3156125" y="22079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3"/>
            <p:cNvSpPr/>
            <p:nvPr/>
          </p:nvSpPr>
          <p:spPr>
            <a:xfrm>
              <a:off x="3247875" y="2207950"/>
              <a:ext cx="12575" cy="12600"/>
            </a:xfrm>
            <a:custGeom>
              <a:avLst/>
              <a:gdLst/>
              <a:ahLst/>
              <a:cxnLst/>
              <a:rect l="l" t="t" r="r" b="b"/>
              <a:pathLst>
                <a:path w="503"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3"/>
            <p:cNvSpPr/>
            <p:nvPr/>
          </p:nvSpPr>
          <p:spPr>
            <a:xfrm>
              <a:off x="3339850" y="2207950"/>
              <a:ext cx="12525" cy="12600"/>
            </a:xfrm>
            <a:custGeom>
              <a:avLst/>
              <a:gdLst/>
              <a:ahLst/>
              <a:cxnLst/>
              <a:rect l="l" t="t" r="r" b="b"/>
              <a:pathLst>
                <a:path w="501" h="504"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3"/>
            <p:cNvSpPr/>
            <p:nvPr/>
          </p:nvSpPr>
          <p:spPr>
            <a:xfrm>
              <a:off x="3431575" y="22079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3"/>
            <p:cNvSpPr/>
            <p:nvPr/>
          </p:nvSpPr>
          <p:spPr>
            <a:xfrm>
              <a:off x="3523550" y="220795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3"/>
            <p:cNvSpPr/>
            <p:nvPr/>
          </p:nvSpPr>
          <p:spPr>
            <a:xfrm>
              <a:off x="676400" y="2299875"/>
              <a:ext cx="12600" cy="12600"/>
            </a:xfrm>
            <a:custGeom>
              <a:avLst/>
              <a:gdLst/>
              <a:ahLst/>
              <a:cxnLst/>
              <a:rect l="l" t="t" r="r" b="b"/>
              <a:pathLst>
                <a:path w="504" h="504" extrusionOk="0">
                  <a:moveTo>
                    <a:pt x="252" y="1"/>
                  </a:moveTo>
                  <a:cubicBezTo>
                    <a:pt x="116" y="1"/>
                    <a:pt x="1" y="109"/>
                    <a:pt x="1" y="252"/>
                  </a:cubicBezTo>
                  <a:cubicBezTo>
                    <a:pt x="1" y="388"/>
                    <a:pt x="116" y="503"/>
                    <a:pt x="252" y="503"/>
                  </a:cubicBezTo>
                  <a:cubicBezTo>
                    <a:pt x="388" y="503"/>
                    <a:pt x="503" y="388"/>
                    <a:pt x="503" y="252"/>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3"/>
            <p:cNvSpPr/>
            <p:nvPr/>
          </p:nvSpPr>
          <p:spPr>
            <a:xfrm>
              <a:off x="768325" y="2299875"/>
              <a:ext cx="12400" cy="12600"/>
            </a:xfrm>
            <a:custGeom>
              <a:avLst/>
              <a:gdLst/>
              <a:ahLst/>
              <a:cxnLst/>
              <a:rect l="l" t="t" r="r" b="b"/>
              <a:pathLst>
                <a:path w="496" h="504" extrusionOk="0">
                  <a:moveTo>
                    <a:pt x="245" y="1"/>
                  </a:moveTo>
                  <a:cubicBezTo>
                    <a:pt x="109" y="1"/>
                    <a:pt x="0" y="109"/>
                    <a:pt x="0" y="252"/>
                  </a:cubicBezTo>
                  <a:cubicBezTo>
                    <a:pt x="0" y="388"/>
                    <a:pt x="109" y="503"/>
                    <a:pt x="245" y="503"/>
                  </a:cubicBezTo>
                  <a:cubicBezTo>
                    <a:pt x="388" y="503"/>
                    <a:pt x="496" y="388"/>
                    <a:pt x="496" y="252"/>
                  </a:cubicBezTo>
                  <a:cubicBezTo>
                    <a:pt x="496" y="109"/>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3"/>
            <p:cNvSpPr/>
            <p:nvPr/>
          </p:nvSpPr>
          <p:spPr>
            <a:xfrm>
              <a:off x="860125" y="2299875"/>
              <a:ext cx="12525" cy="12600"/>
            </a:xfrm>
            <a:custGeom>
              <a:avLst/>
              <a:gdLst/>
              <a:ahLst/>
              <a:cxnLst/>
              <a:rect l="l" t="t" r="r" b="b"/>
              <a:pathLst>
                <a:path w="501" h="504" extrusionOk="0">
                  <a:moveTo>
                    <a:pt x="251" y="1"/>
                  </a:moveTo>
                  <a:cubicBezTo>
                    <a:pt x="114" y="1"/>
                    <a:pt x="0" y="109"/>
                    <a:pt x="0" y="252"/>
                  </a:cubicBezTo>
                  <a:cubicBezTo>
                    <a:pt x="0" y="388"/>
                    <a:pt x="114" y="503"/>
                    <a:pt x="251" y="503"/>
                  </a:cubicBezTo>
                  <a:cubicBezTo>
                    <a:pt x="387" y="503"/>
                    <a:pt x="501" y="388"/>
                    <a:pt x="501" y="252"/>
                  </a:cubicBezTo>
                  <a:cubicBezTo>
                    <a:pt x="501"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3"/>
            <p:cNvSpPr/>
            <p:nvPr/>
          </p:nvSpPr>
          <p:spPr>
            <a:xfrm>
              <a:off x="951850" y="2299875"/>
              <a:ext cx="12600" cy="12600"/>
            </a:xfrm>
            <a:custGeom>
              <a:avLst/>
              <a:gdLst/>
              <a:ahLst/>
              <a:cxnLst/>
              <a:rect l="l" t="t" r="r" b="b"/>
              <a:pathLst>
                <a:path w="504" h="504" extrusionOk="0">
                  <a:moveTo>
                    <a:pt x="252" y="1"/>
                  </a:moveTo>
                  <a:cubicBezTo>
                    <a:pt x="116" y="1"/>
                    <a:pt x="1" y="109"/>
                    <a:pt x="1" y="252"/>
                  </a:cubicBezTo>
                  <a:cubicBezTo>
                    <a:pt x="1" y="388"/>
                    <a:pt x="116" y="503"/>
                    <a:pt x="252" y="503"/>
                  </a:cubicBezTo>
                  <a:cubicBezTo>
                    <a:pt x="388" y="503"/>
                    <a:pt x="503" y="388"/>
                    <a:pt x="503" y="252"/>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3"/>
            <p:cNvSpPr/>
            <p:nvPr/>
          </p:nvSpPr>
          <p:spPr>
            <a:xfrm>
              <a:off x="1043825" y="2299875"/>
              <a:ext cx="12375" cy="12600"/>
            </a:xfrm>
            <a:custGeom>
              <a:avLst/>
              <a:gdLst/>
              <a:ahLst/>
              <a:cxnLst/>
              <a:rect l="l" t="t" r="r" b="b"/>
              <a:pathLst>
                <a:path w="495" h="504" extrusionOk="0">
                  <a:moveTo>
                    <a:pt x="250" y="1"/>
                  </a:moveTo>
                  <a:cubicBezTo>
                    <a:pt x="107" y="1"/>
                    <a:pt x="0" y="109"/>
                    <a:pt x="0" y="252"/>
                  </a:cubicBezTo>
                  <a:cubicBezTo>
                    <a:pt x="0" y="388"/>
                    <a:pt x="107" y="503"/>
                    <a:pt x="250" y="503"/>
                  </a:cubicBezTo>
                  <a:cubicBezTo>
                    <a:pt x="388" y="503"/>
                    <a:pt x="494" y="388"/>
                    <a:pt x="494" y="252"/>
                  </a:cubicBezTo>
                  <a:cubicBezTo>
                    <a:pt x="494"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3"/>
            <p:cNvSpPr/>
            <p:nvPr/>
          </p:nvSpPr>
          <p:spPr>
            <a:xfrm>
              <a:off x="1135575" y="2299875"/>
              <a:ext cx="12575" cy="12600"/>
            </a:xfrm>
            <a:custGeom>
              <a:avLst/>
              <a:gdLst/>
              <a:ahLst/>
              <a:cxnLst/>
              <a:rect l="l" t="t" r="r" b="b"/>
              <a:pathLst>
                <a:path w="503" h="504" extrusionOk="0">
                  <a:moveTo>
                    <a:pt x="252" y="1"/>
                  </a:moveTo>
                  <a:cubicBezTo>
                    <a:pt x="116" y="1"/>
                    <a:pt x="0" y="109"/>
                    <a:pt x="0" y="252"/>
                  </a:cubicBezTo>
                  <a:cubicBezTo>
                    <a:pt x="0" y="388"/>
                    <a:pt x="116" y="503"/>
                    <a:pt x="252" y="503"/>
                  </a:cubicBezTo>
                  <a:cubicBezTo>
                    <a:pt x="387" y="503"/>
                    <a:pt x="503" y="388"/>
                    <a:pt x="503" y="252"/>
                  </a:cubicBezTo>
                  <a:cubicBezTo>
                    <a:pt x="503"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3"/>
            <p:cNvSpPr/>
            <p:nvPr/>
          </p:nvSpPr>
          <p:spPr>
            <a:xfrm>
              <a:off x="1227500" y="2299875"/>
              <a:ext cx="12400" cy="12600"/>
            </a:xfrm>
            <a:custGeom>
              <a:avLst/>
              <a:gdLst/>
              <a:ahLst/>
              <a:cxnLst/>
              <a:rect l="l" t="t" r="r" b="b"/>
              <a:pathLst>
                <a:path w="496" h="504" extrusionOk="0">
                  <a:moveTo>
                    <a:pt x="251" y="1"/>
                  </a:moveTo>
                  <a:cubicBezTo>
                    <a:pt x="109" y="1"/>
                    <a:pt x="0" y="109"/>
                    <a:pt x="0" y="252"/>
                  </a:cubicBezTo>
                  <a:cubicBezTo>
                    <a:pt x="0" y="388"/>
                    <a:pt x="109" y="503"/>
                    <a:pt x="251" y="503"/>
                  </a:cubicBezTo>
                  <a:cubicBezTo>
                    <a:pt x="387" y="503"/>
                    <a:pt x="496" y="388"/>
                    <a:pt x="496" y="252"/>
                  </a:cubicBezTo>
                  <a:cubicBezTo>
                    <a:pt x="496"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3"/>
            <p:cNvSpPr/>
            <p:nvPr/>
          </p:nvSpPr>
          <p:spPr>
            <a:xfrm>
              <a:off x="1319275" y="2299875"/>
              <a:ext cx="12550" cy="12600"/>
            </a:xfrm>
            <a:custGeom>
              <a:avLst/>
              <a:gdLst/>
              <a:ahLst/>
              <a:cxnLst/>
              <a:rect l="l" t="t" r="r" b="b"/>
              <a:pathLst>
                <a:path w="502" h="504" extrusionOk="0">
                  <a:moveTo>
                    <a:pt x="252" y="1"/>
                  </a:moveTo>
                  <a:cubicBezTo>
                    <a:pt x="114" y="1"/>
                    <a:pt x="1" y="109"/>
                    <a:pt x="1" y="252"/>
                  </a:cubicBezTo>
                  <a:cubicBezTo>
                    <a:pt x="1" y="388"/>
                    <a:pt x="114" y="503"/>
                    <a:pt x="252" y="503"/>
                  </a:cubicBezTo>
                  <a:cubicBezTo>
                    <a:pt x="388" y="503"/>
                    <a:pt x="501" y="388"/>
                    <a:pt x="501" y="252"/>
                  </a:cubicBezTo>
                  <a:cubicBezTo>
                    <a:pt x="501"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3"/>
            <p:cNvSpPr/>
            <p:nvPr/>
          </p:nvSpPr>
          <p:spPr>
            <a:xfrm>
              <a:off x="1411200" y="2299875"/>
              <a:ext cx="12425" cy="12600"/>
            </a:xfrm>
            <a:custGeom>
              <a:avLst/>
              <a:gdLst/>
              <a:ahLst/>
              <a:cxnLst/>
              <a:rect l="l" t="t" r="r" b="b"/>
              <a:pathLst>
                <a:path w="497" h="504" extrusionOk="0">
                  <a:moveTo>
                    <a:pt x="245" y="1"/>
                  </a:moveTo>
                  <a:cubicBezTo>
                    <a:pt x="109" y="1"/>
                    <a:pt x="1" y="109"/>
                    <a:pt x="1" y="252"/>
                  </a:cubicBezTo>
                  <a:cubicBezTo>
                    <a:pt x="1" y="388"/>
                    <a:pt x="109" y="503"/>
                    <a:pt x="245" y="503"/>
                  </a:cubicBezTo>
                  <a:cubicBezTo>
                    <a:pt x="388" y="503"/>
                    <a:pt x="496" y="388"/>
                    <a:pt x="496" y="252"/>
                  </a:cubicBezTo>
                  <a:cubicBezTo>
                    <a:pt x="496" y="109"/>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3"/>
            <p:cNvSpPr/>
            <p:nvPr/>
          </p:nvSpPr>
          <p:spPr>
            <a:xfrm>
              <a:off x="1503000" y="2299875"/>
              <a:ext cx="12525" cy="12600"/>
            </a:xfrm>
            <a:custGeom>
              <a:avLst/>
              <a:gdLst/>
              <a:ahLst/>
              <a:cxnLst/>
              <a:rect l="l" t="t" r="r" b="b"/>
              <a:pathLst>
                <a:path w="501" h="504" extrusionOk="0">
                  <a:moveTo>
                    <a:pt x="250" y="1"/>
                  </a:moveTo>
                  <a:cubicBezTo>
                    <a:pt x="114" y="1"/>
                    <a:pt x="0" y="109"/>
                    <a:pt x="0" y="252"/>
                  </a:cubicBezTo>
                  <a:cubicBezTo>
                    <a:pt x="0" y="388"/>
                    <a:pt x="114" y="503"/>
                    <a:pt x="250" y="503"/>
                  </a:cubicBezTo>
                  <a:cubicBezTo>
                    <a:pt x="387" y="503"/>
                    <a:pt x="501" y="388"/>
                    <a:pt x="501" y="252"/>
                  </a:cubicBezTo>
                  <a:cubicBezTo>
                    <a:pt x="501" y="109"/>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3"/>
            <p:cNvSpPr/>
            <p:nvPr/>
          </p:nvSpPr>
          <p:spPr>
            <a:xfrm>
              <a:off x="1594750" y="2299875"/>
              <a:ext cx="12575" cy="12600"/>
            </a:xfrm>
            <a:custGeom>
              <a:avLst/>
              <a:gdLst/>
              <a:ahLst/>
              <a:cxnLst/>
              <a:rect l="l" t="t" r="r" b="b"/>
              <a:pathLst>
                <a:path w="503" h="504" extrusionOk="0">
                  <a:moveTo>
                    <a:pt x="251" y="1"/>
                  </a:moveTo>
                  <a:cubicBezTo>
                    <a:pt x="115" y="1"/>
                    <a:pt x="0" y="109"/>
                    <a:pt x="0" y="252"/>
                  </a:cubicBezTo>
                  <a:cubicBezTo>
                    <a:pt x="0" y="388"/>
                    <a:pt x="115" y="503"/>
                    <a:pt x="251" y="503"/>
                  </a:cubicBezTo>
                  <a:cubicBezTo>
                    <a:pt x="394" y="503"/>
                    <a:pt x="503" y="388"/>
                    <a:pt x="503" y="252"/>
                  </a:cubicBezTo>
                  <a:cubicBezTo>
                    <a:pt x="503" y="109"/>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3"/>
            <p:cNvSpPr/>
            <p:nvPr/>
          </p:nvSpPr>
          <p:spPr>
            <a:xfrm>
              <a:off x="1686650" y="2299875"/>
              <a:ext cx="12600" cy="12600"/>
            </a:xfrm>
            <a:custGeom>
              <a:avLst/>
              <a:gdLst/>
              <a:ahLst/>
              <a:cxnLst/>
              <a:rect l="l" t="t" r="r" b="b"/>
              <a:pathLst>
                <a:path w="504" h="504" extrusionOk="0">
                  <a:moveTo>
                    <a:pt x="252" y="1"/>
                  </a:moveTo>
                  <a:cubicBezTo>
                    <a:pt x="116" y="1"/>
                    <a:pt x="1" y="109"/>
                    <a:pt x="1" y="252"/>
                  </a:cubicBezTo>
                  <a:cubicBezTo>
                    <a:pt x="1" y="388"/>
                    <a:pt x="116" y="503"/>
                    <a:pt x="252" y="503"/>
                  </a:cubicBezTo>
                  <a:cubicBezTo>
                    <a:pt x="388" y="503"/>
                    <a:pt x="503" y="388"/>
                    <a:pt x="503" y="252"/>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3"/>
            <p:cNvSpPr/>
            <p:nvPr/>
          </p:nvSpPr>
          <p:spPr>
            <a:xfrm>
              <a:off x="1778450" y="2299875"/>
              <a:ext cx="12550" cy="12600"/>
            </a:xfrm>
            <a:custGeom>
              <a:avLst/>
              <a:gdLst/>
              <a:ahLst/>
              <a:cxnLst/>
              <a:rect l="l" t="t" r="r" b="b"/>
              <a:pathLst>
                <a:path w="502" h="504" extrusionOk="0">
                  <a:moveTo>
                    <a:pt x="252" y="1"/>
                  </a:moveTo>
                  <a:cubicBezTo>
                    <a:pt x="114" y="1"/>
                    <a:pt x="1" y="109"/>
                    <a:pt x="1" y="252"/>
                  </a:cubicBezTo>
                  <a:cubicBezTo>
                    <a:pt x="1" y="388"/>
                    <a:pt x="114" y="503"/>
                    <a:pt x="252" y="503"/>
                  </a:cubicBezTo>
                  <a:cubicBezTo>
                    <a:pt x="388" y="503"/>
                    <a:pt x="501" y="388"/>
                    <a:pt x="501" y="252"/>
                  </a:cubicBezTo>
                  <a:cubicBezTo>
                    <a:pt x="501"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3"/>
            <p:cNvSpPr/>
            <p:nvPr/>
          </p:nvSpPr>
          <p:spPr>
            <a:xfrm>
              <a:off x="1870375" y="2299875"/>
              <a:ext cx="12400" cy="12600"/>
            </a:xfrm>
            <a:custGeom>
              <a:avLst/>
              <a:gdLst/>
              <a:ahLst/>
              <a:cxnLst/>
              <a:rect l="l" t="t" r="r" b="b"/>
              <a:pathLst>
                <a:path w="496" h="504" extrusionOk="0">
                  <a:moveTo>
                    <a:pt x="252" y="1"/>
                  </a:moveTo>
                  <a:cubicBezTo>
                    <a:pt x="109" y="1"/>
                    <a:pt x="0" y="109"/>
                    <a:pt x="0" y="252"/>
                  </a:cubicBezTo>
                  <a:cubicBezTo>
                    <a:pt x="0" y="388"/>
                    <a:pt x="109" y="503"/>
                    <a:pt x="252" y="503"/>
                  </a:cubicBezTo>
                  <a:cubicBezTo>
                    <a:pt x="387" y="503"/>
                    <a:pt x="496" y="388"/>
                    <a:pt x="496" y="252"/>
                  </a:cubicBezTo>
                  <a:cubicBezTo>
                    <a:pt x="496"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3"/>
            <p:cNvSpPr/>
            <p:nvPr/>
          </p:nvSpPr>
          <p:spPr>
            <a:xfrm>
              <a:off x="1962150" y="2299875"/>
              <a:ext cx="12550" cy="12600"/>
            </a:xfrm>
            <a:custGeom>
              <a:avLst/>
              <a:gdLst/>
              <a:ahLst/>
              <a:cxnLst/>
              <a:rect l="l" t="t" r="r" b="b"/>
              <a:pathLst>
                <a:path w="502" h="504" extrusionOk="0">
                  <a:moveTo>
                    <a:pt x="250" y="1"/>
                  </a:moveTo>
                  <a:cubicBezTo>
                    <a:pt x="114" y="1"/>
                    <a:pt x="1" y="109"/>
                    <a:pt x="1" y="252"/>
                  </a:cubicBezTo>
                  <a:cubicBezTo>
                    <a:pt x="1" y="388"/>
                    <a:pt x="114" y="503"/>
                    <a:pt x="250" y="503"/>
                  </a:cubicBezTo>
                  <a:cubicBezTo>
                    <a:pt x="388" y="503"/>
                    <a:pt x="502" y="388"/>
                    <a:pt x="502" y="252"/>
                  </a:cubicBezTo>
                  <a:cubicBezTo>
                    <a:pt x="502"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3"/>
            <p:cNvSpPr/>
            <p:nvPr/>
          </p:nvSpPr>
          <p:spPr>
            <a:xfrm>
              <a:off x="2054075" y="2299875"/>
              <a:ext cx="12425" cy="12600"/>
            </a:xfrm>
            <a:custGeom>
              <a:avLst/>
              <a:gdLst/>
              <a:ahLst/>
              <a:cxnLst/>
              <a:rect l="l" t="t" r="r" b="b"/>
              <a:pathLst>
                <a:path w="497" h="504" extrusionOk="0">
                  <a:moveTo>
                    <a:pt x="252" y="1"/>
                  </a:moveTo>
                  <a:cubicBezTo>
                    <a:pt x="109" y="1"/>
                    <a:pt x="1" y="109"/>
                    <a:pt x="1" y="252"/>
                  </a:cubicBezTo>
                  <a:cubicBezTo>
                    <a:pt x="1" y="388"/>
                    <a:pt x="109" y="503"/>
                    <a:pt x="252" y="503"/>
                  </a:cubicBezTo>
                  <a:cubicBezTo>
                    <a:pt x="388" y="503"/>
                    <a:pt x="496" y="388"/>
                    <a:pt x="496" y="252"/>
                  </a:cubicBezTo>
                  <a:cubicBezTo>
                    <a:pt x="496"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3"/>
            <p:cNvSpPr/>
            <p:nvPr/>
          </p:nvSpPr>
          <p:spPr>
            <a:xfrm>
              <a:off x="2145825" y="2299875"/>
              <a:ext cx="12600" cy="12600"/>
            </a:xfrm>
            <a:custGeom>
              <a:avLst/>
              <a:gdLst/>
              <a:ahLst/>
              <a:cxnLst/>
              <a:rect l="l" t="t" r="r" b="b"/>
              <a:pathLst>
                <a:path w="504" h="504" extrusionOk="0">
                  <a:moveTo>
                    <a:pt x="252" y="1"/>
                  </a:moveTo>
                  <a:cubicBezTo>
                    <a:pt x="116" y="1"/>
                    <a:pt x="1" y="109"/>
                    <a:pt x="1" y="252"/>
                  </a:cubicBezTo>
                  <a:cubicBezTo>
                    <a:pt x="1" y="388"/>
                    <a:pt x="116" y="503"/>
                    <a:pt x="252" y="503"/>
                  </a:cubicBezTo>
                  <a:cubicBezTo>
                    <a:pt x="388" y="503"/>
                    <a:pt x="503" y="388"/>
                    <a:pt x="503" y="252"/>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3"/>
            <p:cNvSpPr/>
            <p:nvPr/>
          </p:nvSpPr>
          <p:spPr>
            <a:xfrm>
              <a:off x="2237800" y="2299875"/>
              <a:ext cx="12350" cy="12600"/>
            </a:xfrm>
            <a:custGeom>
              <a:avLst/>
              <a:gdLst/>
              <a:ahLst/>
              <a:cxnLst/>
              <a:rect l="l" t="t" r="r" b="b"/>
              <a:pathLst>
                <a:path w="494" h="504" extrusionOk="0">
                  <a:moveTo>
                    <a:pt x="244" y="1"/>
                  </a:moveTo>
                  <a:cubicBezTo>
                    <a:pt x="107" y="1"/>
                    <a:pt x="0" y="109"/>
                    <a:pt x="0" y="252"/>
                  </a:cubicBezTo>
                  <a:cubicBezTo>
                    <a:pt x="0" y="388"/>
                    <a:pt x="107" y="503"/>
                    <a:pt x="244" y="503"/>
                  </a:cubicBezTo>
                  <a:cubicBezTo>
                    <a:pt x="387" y="503"/>
                    <a:pt x="494" y="388"/>
                    <a:pt x="494" y="252"/>
                  </a:cubicBezTo>
                  <a:cubicBezTo>
                    <a:pt x="494" y="109"/>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3"/>
            <p:cNvSpPr/>
            <p:nvPr/>
          </p:nvSpPr>
          <p:spPr>
            <a:xfrm>
              <a:off x="2329550" y="2299875"/>
              <a:ext cx="12575" cy="12600"/>
            </a:xfrm>
            <a:custGeom>
              <a:avLst/>
              <a:gdLst/>
              <a:ahLst/>
              <a:cxnLst/>
              <a:rect l="l" t="t" r="r" b="b"/>
              <a:pathLst>
                <a:path w="503" h="504" extrusionOk="0">
                  <a:moveTo>
                    <a:pt x="251" y="1"/>
                  </a:moveTo>
                  <a:cubicBezTo>
                    <a:pt x="115" y="1"/>
                    <a:pt x="0" y="109"/>
                    <a:pt x="0" y="252"/>
                  </a:cubicBezTo>
                  <a:cubicBezTo>
                    <a:pt x="0" y="388"/>
                    <a:pt x="115" y="503"/>
                    <a:pt x="251" y="503"/>
                  </a:cubicBezTo>
                  <a:cubicBezTo>
                    <a:pt x="387" y="503"/>
                    <a:pt x="502" y="388"/>
                    <a:pt x="502" y="252"/>
                  </a:cubicBezTo>
                  <a:cubicBezTo>
                    <a:pt x="502"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3"/>
            <p:cNvSpPr/>
            <p:nvPr/>
          </p:nvSpPr>
          <p:spPr>
            <a:xfrm>
              <a:off x="2421325" y="2299875"/>
              <a:ext cx="12550" cy="12600"/>
            </a:xfrm>
            <a:custGeom>
              <a:avLst/>
              <a:gdLst/>
              <a:ahLst/>
              <a:cxnLst/>
              <a:rect l="l" t="t" r="r" b="b"/>
              <a:pathLst>
                <a:path w="502" h="504" extrusionOk="0">
                  <a:moveTo>
                    <a:pt x="250" y="1"/>
                  </a:moveTo>
                  <a:cubicBezTo>
                    <a:pt x="114" y="1"/>
                    <a:pt x="1" y="109"/>
                    <a:pt x="1" y="252"/>
                  </a:cubicBezTo>
                  <a:cubicBezTo>
                    <a:pt x="1" y="388"/>
                    <a:pt x="114" y="503"/>
                    <a:pt x="250" y="503"/>
                  </a:cubicBezTo>
                  <a:cubicBezTo>
                    <a:pt x="395" y="503"/>
                    <a:pt x="501" y="388"/>
                    <a:pt x="501" y="252"/>
                  </a:cubicBezTo>
                  <a:cubicBezTo>
                    <a:pt x="501" y="109"/>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3"/>
            <p:cNvSpPr/>
            <p:nvPr/>
          </p:nvSpPr>
          <p:spPr>
            <a:xfrm>
              <a:off x="2513250" y="2299875"/>
              <a:ext cx="12575" cy="12600"/>
            </a:xfrm>
            <a:custGeom>
              <a:avLst/>
              <a:gdLst/>
              <a:ahLst/>
              <a:cxnLst/>
              <a:rect l="l" t="t" r="r" b="b"/>
              <a:pathLst>
                <a:path w="503" h="504" extrusionOk="0">
                  <a:moveTo>
                    <a:pt x="252" y="1"/>
                  </a:moveTo>
                  <a:cubicBezTo>
                    <a:pt x="109" y="1"/>
                    <a:pt x="0" y="109"/>
                    <a:pt x="0" y="252"/>
                  </a:cubicBezTo>
                  <a:cubicBezTo>
                    <a:pt x="0" y="388"/>
                    <a:pt x="109" y="503"/>
                    <a:pt x="252" y="503"/>
                  </a:cubicBezTo>
                  <a:cubicBezTo>
                    <a:pt x="388" y="503"/>
                    <a:pt x="503" y="388"/>
                    <a:pt x="503" y="252"/>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3"/>
            <p:cNvSpPr/>
            <p:nvPr/>
          </p:nvSpPr>
          <p:spPr>
            <a:xfrm>
              <a:off x="2605000" y="2299875"/>
              <a:ext cx="12575" cy="12600"/>
            </a:xfrm>
            <a:custGeom>
              <a:avLst/>
              <a:gdLst/>
              <a:ahLst/>
              <a:cxnLst/>
              <a:rect l="l" t="t" r="r" b="b"/>
              <a:pathLst>
                <a:path w="503" h="504" extrusionOk="0">
                  <a:moveTo>
                    <a:pt x="252" y="1"/>
                  </a:moveTo>
                  <a:cubicBezTo>
                    <a:pt x="116" y="1"/>
                    <a:pt x="0" y="109"/>
                    <a:pt x="0" y="252"/>
                  </a:cubicBezTo>
                  <a:cubicBezTo>
                    <a:pt x="0" y="388"/>
                    <a:pt x="116" y="503"/>
                    <a:pt x="252" y="503"/>
                  </a:cubicBezTo>
                  <a:cubicBezTo>
                    <a:pt x="387" y="503"/>
                    <a:pt x="503" y="388"/>
                    <a:pt x="503" y="252"/>
                  </a:cubicBezTo>
                  <a:cubicBezTo>
                    <a:pt x="503"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3"/>
            <p:cNvSpPr/>
            <p:nvPr/>
          </p:nvSpPr>
          <p:spPr>
            <a:xfrm>
              <a:off x="2696950" y="2299875"/>
              <a:ext cx="12375" cy="12600"/>
            </a:xfrm>
            <a:custGeom>
              <a:avLst/>
              <a:gdLst/>
              <a:ahLst/>
              <a:cxnLst/>
              <a:rect l="l" t="t" r="r" b="b"/>
              <a:pathLst>
                <a:path w="495" h="504" extrusionOk="0">
                  <a:moveTo>
                    <a:pt x="252" y="1"/>
                  </a:moveTo>
                  <a:cubicBezTo>
                    <a:pt x="108" y="1"/>
                    <a:pt x="1" y="109"/>
                    <a:pt x="1" y="252"/>
                  </a:cubicBezTo>
                  <a:cubicBezTo>
                    <a:pt x="1" y="388"/>
                    <a:pt x="108" y="503"/>
                    <a:pt x="252" y="503"/>
                  </a:cubicBezTo>
                  <a:cubicBezTo>
                    <a:pt x="388" y="503"/>
                    <a:pt x="495" y="388"/>
                    <a:pt x="495" y="252"/>
                  </a:cubicBezTo>
                  <a:cubicBezTo>
                    <a:pt x="495"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3"/>
            <p:cNvSpPr/>
            <p:nvPr/>
          </p:nvSpPr>
          <p:spPr>
            <a:xfrm>
              <a:off x="2788700" y="2299875"/>
              <a:ext cx="12600" cy="12600"/>
            </a:xfrm>
            <a:custGeom>
              <a:avLst/>
              <a:gdLst/>
              <a:ahLst/>
              <a:cxnLst/>
              <a:rect l="l" t="t" r="r" b="b"/>
              <a:pathLst>
                <a:path w="504" h="504" extrusionOk="0">
                  <a:moveTo>
                    <a:pt x="252" y="1"/>
                  </a:moveTo>
                  <a:cubicBezTo>
                    <a:pt x="116" y="1"/>
                    <a:pt x="1" y="109"/>
                    <a:pt x="1" y="252"/>
                  </a:cubicBezTo>
                  <a:cubicBezTo>
                    <a:pt x="1" y="388"/>
                    <a:pt x="116" y="503"/>
                    <a:pt x="252" y="503"/>
                  </a:cubicBezTo>
                  <a:cubicBezTo>
                    <a:pt x="388" y="503"/>
                    <a:pt x="503" y="388"/>
                    <a:pt x="503" y="252"/>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3"/>
            <p:cNvSpPr/>
            <p:nvPr/>
          </p:nvSpPr>
          <p:spPr>
            <a:xfrm>
              <a:off x="2880675" y="2299875"/>
              <a:ext cx="12375" cy="12600"/>
            </a:xfrm>
            <a:custGeom>
              <a:avLst/>
              <a:gdLst/>
              <a:ahLst/>
              <a:cxnLst/>
              <a:rect l="l" t="t" r="r" b="b"/>
              <a:pathLst>
                <a:path w="495" h="504" extrusionOk="0">
                  <a:moveTo>
                    <a:pt x="243" y="1"/>
                  </a:moveTo>
                  <a:cubicBezTo>
                    <a:pt x="107" y="1"/>
                    <a:pt x="0" y="109"/>
                    <a:pt x="0" y="252"/>
                  </a:cubicBezTo>
                  <a:cubicBezTo>
                    <a:pt x="0" y="388"/>
                    <a:pt x="107" y="503"/>
                    <a:pt x="243" y="503"/>
                  </a:cubicBezTo>
                  <a:cubicBezTo>
                    <a:pt x="387" y="503"/>
                    <a:pt x="494" y="388"/>
                    <a:pt x="494" y="252"/>
                  </a:cubicBezTo>
                  <a:cubicBezTo>
                    <a:pt x="494" y="109"/>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3"/>
            <p:cNvSpPr/>
            <p:nvPr/>
          </p:nvSpPr>
          <p:spPr>
            <a:xfrm>
              <a:off x="2972425" y="2299875"/>
              <a:ext cx="12575" cy="12600"/>
            </a:xfrm>
            <a:custGeom>
              <a:avLst/>
              <a:gdLst/>
              <a:ahLst/>
              <a:cxnLst/>
              <a:rect l="l" t="t" r="r" b="b"/>
              <a:pathLst>
                <a:path w="503" h="504" extrusionOk="0">
                  <a:moveTo>
                    <a:pt x="251" y="1"/>
                  </a:moveTo>
                  <a:cubicBezTo>
                    <a:pt x="115" y="1"/>
                    <a:pt x="0" y="109"/>
                    <a:pt x="0" y="252"/>
                  </a:cubicBezTo>
                  <a:cubicBezTo>
                    <a:pt x="0" y="388"/>
                    <a:pt x="115" y="503"/>
                    <a:pt x="251" y="503"/>
                  </a:cubicBezTo>
                  <a:cubicBezTo>
                    <a:pt x="387" y="503"/>
                    <a:pt x="503" y="388"/>
                    <a:pt x="503" y="252"/>
                  </a:cubicBezTo>
                  <a:cubicBezTo>
                    <a:pt x="503"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3"/>
            <p:cNvSpPr/>
            <p:nvPr/>
          </p:nvSpPr>
          <p:spPr>
            <a:xfrm>
              <a:off x="3064375" y="2299875"/>
              <a:ext cx="12375" cy="12600"/>
            </a:xfrm>
            <a:custGeom>
              <a:avLst/>
              <a:gdLst/>
              <a:ahLst/>
              <a:cxnLst/>
              <a:rect l="l" t="t" r="r" b="b"/>
              <a:pathLst>
                <a:path w="495" h="504" extrusionOk="0">
                  <a:moveTo>
                    <a:pt x="243" y="1"/>
                  </a:moveTo>
                  <a:cubicBezTo>
                    <a:pt x="107" y="1"/>
                    <a:pt x="1" y="109"/>
                    <a:pt x="1" y="252"/>
                  </a:cubicBezTo>
                  <a:cubicBezTo>
                    <a:pt x="1" y="388"/>
                    <a:pt x="107" y="503"/>
                    <a:pt x="243" y="503"/>
                  </a:cubicBezTo>
                  <a:cubicBezTo>
                    <a:pt x="388" y="503"/>
                    <a:pt x="495" y="388"/>
                    <a:pt x="495" y="252"/>
                  </a:cubicBezTo>
                  <a:cubicBezTo>
                    <a:pt x="495" y="109"/>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3"/>
            <p:cNvSpPr/>
            <p:nvPr/>
          </p:nvSpPr>
          <p:spPr>
            <a:xfrm>
              <a:off x="3156125" y="2299875"/>
              <a:ext cx="12600" cy="12600"/>
            </a:xfrm>
            <a:custGeom>
              <a:avLst/>
              <a:gdLst/>
              <a:ahLst/>
              <a:cxnLst/>
              <a:rect l="l" t="t" r="r" b="b"/>
              <a:pathLst>
                <a:path w="504" h="504" extrusionOk="0">
                  <a:moveTo>
                    <a:pt x="252" y="1"/>
                  </a:moveTo>
                  <a:cubicBezTo>
                    <a:pt x="116" y="1"/>
                    <a:pt x="1" y="109"/>
                    <a:pt x="1" y="252"/>
                  </a:cubicBezTo>
                  <a:cubicBezTo>
                    <a:pt x="1" y="388"/>
                    <a:pt x="116" y="503"/>
                    <a:pt x="252" y="503"/>
                  </a:cubicBezTo>
                  <a:cubicBezTo>
                    <a:pt x="388" y="503"/>
                    <a:pt x="503" y="388"/>
                    <a:pt x="503" y="252"/>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3"/>
            <p:cNvSpPr/>
            <p:nvPr/>
          </p:nvSpPr>
          <p:spPr>
            <a:xfrm>
              <a:off x="3247875" y="2299875"/>
              <a:ext cx="12575" cy="12600"/>
            </a:xfrm>
            <a:custGeom>
              <a:avLst/>
              <a:gdLst/>
              <a:ahLst/>
              <a:cxnLst/>
              <a:rect l="l" t="t" r="r" b="b"/>
              <a:pathLst>
                <a:path w="503" h="504" extrusionOk="0">
                  <a:moveTo>
                    <a:pt x="252" y="1"/>
                  </a:moveTo>
                  <a:cubicBezTo>
                    <a:pt x="116" y="1"/>
                    <a:pt x="1" y="109"/>
                    <a:pt x="1" y="252"/>
                  </a:cubicBezTo>
                  <a:cubicBezTo>
                    <a:pt x="1" y="388"/>
                    <a:pt x="116" y="503"/>
                    <a:pt x="252" y="503"/>
                  </a:cubicBezTo>
                  <a:cubicBezTo>
                    <a:pt x="388" y="503"/>
                    <a:pt x="503" y="388"/>
                    <a:pt x="503" y="252"/>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3"/>
            <p:cNvSpPr/>
            <p:nvPr/>
          </p:nvSpPr>
          <p:spPr>
            <a:xfrm>
              <a:off x="3339850" y="2299875"/>
              <a:ext cx="12525" cy="12600"/>
            </a:xfrm>
            <a:custGeom>
              <a:avLst/>
              <a:gdLst/>
              <a:ahLst/>
              <a:cxnLst/>
              <a:rect l="l" t="t" r="r" b="b"/>
              <a:pathLst>
                <a:path w="501" h="504" extrusionOk="0">
                  <a:moveTo>
                    <a:pt x="251" y="1"/>
                  </a:moveTo>
                  <a:cubicBezTo>
                    <a:pt x="107" y="1"/>
                    <a:pt x="0" y="109"/>
                    <a:pt x="0" y="252"/>
                  </a:cubicBezTo>
                  <a:cubicBezTo>
                    <a:pt x="0" y="388"/>
                    <a:pt x="107" y="503"/>
                    <a:pt x="251" y="503"/>
                  </a:cubicBezTo>
                  <a:cubicBezTo>
                    <a:pt x="387" y="503"/>
                    <a:pt x="501" y="388"/>
                    <a:pt x="501" y="252"/>
                  </a:cubicBezTo>
                  <a:cubicBezTo>
                    <a:pt x="501"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3"/>
            <p:cNvSpPr/>
            <p:nvPr/>
          </p:nvSpPr>
          <p:spPr>
            <a:xfrm>
              <a:off x="3431575" y="2299875"/>
              <a:ext cx="12600" cy="12600"/>
            </a:xfrm>
            <a:custGeom>
              <a:avLst/>
              <a:gdLst/>
              <a:ahLst/>
              <a:cxnLst/>
              <a:rect l="l" t="t" r="r" b="b"/>
              <a:pathLst>
                <a:path w="504" h="504" extrusionOk="0">
                  <a:moveTo>
                    <a:pt x="252" y="1"/>
                  </a:moveTo>
                  <a:cubicBezTo>
                    <a:pt x="116" y="1"/>
                    <a:pt x="1" y="109"/>
                    <a:pt x="1" y="252"/>
                  </a:cubicBezTo>
                  <a:cubicBezTo>
                    <a:pt x="1" y="388"/>
                    <a:pt x="116" y="503"/>
                    <a:pt x="252" y="503"/>
                  </a:cubicBezTo>
                  <a:cubicBezTo>
                    <a:pt x="388" y="503"/>
                    <a:pt x="503" y="388"/>
                    <a:pt x="503" y="252"/>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3"/>
            <p:cNvSpPr/>
            <p:nvPr/>
          </p:nvSpPr>
          <p:spPr>
            <a:xfrm>
              <a:off x="3523550" y="2299875"/>
              <a:ext cx="12375" cy="12600"/>
            </a:xfrm>
            <a:custGeom>
              <a:avLst/>
              <a:gdLst/>
              <a:ahLst/>
              <a:cxnLst/>
              <a:rect l="l" t="t" r="r" b="b"/>
              <a:pathLst>
                <a:path w="495" h="504" extrusionOk="0">
                  <a:moveTo>
                    <a:pt x="250" y="1"/>
                  </a:moveTo>
                  <a:cubicBezTo>
                    <a:pt x="107" y="1"/>
                    <a:pt x="0" y="109"/>
                    <a:pt x="0" y="252"/>
                  </a:cubicBezTo>
                  <a:cubicBezTo>
                    <a:pt x="0" y="388"/>
                    <a:pt x="107" y="503"/>
                    <a:pt x="250" y="503"/>
                  </a:cubicBezTo>
                  <a:cubicBezTo>
                    <a:pt x="388" y="503"/>
                    <a:pt x="494" y="388"/>
                    <a:pt x="494" y="252"/>
                  </a:cubicBezTo>
                  <a:cubicBezTo>
                    <a:pt x="494"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3"/>
            <p:cNvSpPr/>
            <p:nvPr/>
          </p:nvSpPr>
          <p:spPr>
            <a:xfrm>
              <a:off x="676400" y="23916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3"/>
            <p:cNvSpPr/>
            <p:nvPr/>
          </p:nvSpPr>
          <p:spPr>
            <a:xfrm>
              <a:off x="768325" y="2391675"/>
              <a:ext cx="12400" cy="12550"/>
            </a:xfrm>
            <a:custGeom>
              <a:avLst/>
              <a:gdLst/>
              <a:ahLst/>
              <a:cxnLst/>
              <a:rect l="l" t="t" r="r" b="b"/>
              <a:pathLst>
                <a:path w="496" h="502" extrusionOk="0">
                  <a:moveTo>
                    <a:pt x="245" y="0"/>
                  </a:moveTo>
                  <a:cubicBezTo>
                    <a:pt x="109" y="0"/>
                    <a:pt x="0" y="114"/>
                    <a:pt x="0" y="252"/>
                  </a:cubicBezTo>
                  <a:cubicBezTo>
                    <a:pt x="0" y="388"/>
                    <a:pt x="109" y="501"/>
                    <a:pt x="245" y="501"/>
                  </a:cubicBezTo>
                  <a:cubicBezTo>
                    <a:pt x="388" y="501"/>
                    <a:pt x="496" y="388"/>
                    <a:pt x="496" y="252"/>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3"/>
            <p:cNvSpPr/>
            <p:nvPr/>
          </p:nvSpPr>
          <p:spPr>
            <a:xfrm>
              <a:off x="860125" y="2391675"/>
              <a:ext cx="12525" cy="12550"/>
            </a:xfrm>
            <a:custGeom>
              <a:avLst/>
              <a:gdLst/>
              <a:ahLst/>
              <a:cxnLst/>
              <a:rect l="l" t="t" r="r" b="b"/>
              <a:pathLst>
                <a:path w="501" h="502" extrusionOk="0">
                  <a:moveTo>
                    <a:pt x="251" y="0"/>
                  </a:moveTo>
                  <a:cubicBezTo>
                    <a:pt x="114" y="0"/>
                    <a:pt x="0" y="114"/>
                    <a:pt x="0" y="252"/>
                  </a:cubicBezTo>
                  <a:cubicBezTo>
                    <a:pt x="0" y="388"/>
                    <a:pt x="114" y="501"/>
                    <a:pt x="251" y="501"/>
                  </a:cubicBezTo>
                  <a:cubicBezTo>
                    <a:pt x="387" y="501"/>
                    <a:pt x="501" y="388"/>
                    <a:pt x="501" y="252"/>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3"/>
            <p:cNvSpPr/>
            <p:nvPr/>
          </p:nvSpPr>
          <p:spPr>
            <a:xfrm>
              <a:off x="951850" y="23916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3"/>
            <p:cNvSpPr/>
            <p:nvPr/>
          </p:nvSpPr>
          <p:spPr>
            <a:xfrm>
              <a:off x="1043825" y="2391675"/>
              <a:ext cx="12375" cy="12550"/>
            </a:xfrm>
            <a:custGeom>
              <a:avLst/>
              <a:gdLst/>
              <a:ahLst/>
              <a:cxnLst/>
              <a:rect l="l" t="t" r="r" b="b"/>
              <a:pathLst>
                <a:path w="495" h="502" extrusionOk="0">
                  <a:moveTo>
                    <a:pt x="250" y="0"/>
                  </a:moveTo>
                  <a:cubicBezTo>
                    <a:pt x="107" y="0"/>
                    <a:pt x="0" y="114"/>
                    <a:pt x="0" y="252"/>
                  </a:cubicBezTo>
                  <a:cubicBezTo>
                    <a:pt x="0" y="388"/>
                    <a:pt x="107" y="501"/>
                    <a:pt x="250" y="501"/>
                  </a:cubicBezTo>
                  <a:cubicBezTo>
                    <a:pt x="388" y="501"/>
                    <a:pt x="494" y="388"/>
                    <a:pt x="494" y="252"/>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3"/>
            <p:cNvSpPr/>
            <p:nvPr/>
          </p:nvSpPr>
          <p:spPr>
            <a:xfrm>
              <a:off x="1135575" y="2391675"/>
              <a:ext cx="12575" cy="12550"/>
            </a:xfrm>
            <a:custGeom>
              <a:avLst/>
              <a:gdLst/>
              <a:ahLst/>
              <a:cxnLst/>
              <a:rect l="l" t="t" r="r" b="b"/>
              <a:pathLst>
                <a:path w="503" h="502" extrusionOk="0">
                  <a:moveTo>
                    <a:pt x="252" y="0"/>
                  </a:moveTo>
                  <a:cubicBezTo>
                    <a:pt x="116" y="0"/>
                    <a:pt x="0" y="114"/>
                    <a:pt x="0" y="252"/>
                  </a:cubicBezTo>
                  <a:cubicBezTo>
                    <a:pt x="0" y="388"/>
                    <a:pt x="116" y="501"/>
                    <a:pt x="252" y="501"/>
                  </a:cubicBezTo>
                  <a:cubicBezTo>
                    <a:pt x="387" y="501"/>
                    <a:pt x="503" y="388"/>
                    <a:pt x="503" y="252"/>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3"/>
            <p:cNvSpPr/>
            <p:nvPr/>
          </p:nvSpPr>
          <p:spPr>
            <a:xfrm>
              <a:off x="1227500" y="2391675"/>
              <a:ext cx="12400" cy="12550"/>
            </a:xfrm>
            <a:custGeom>
              <a:avLst/>
              <a:gdLst/>
              <a:ahLst/>
              <a:cxnLst/>
              <a:rect l="l" t="t" r="r" b="b"/>
              <a:pathLst>
                <a:path w="496" h="502" extrusionOk="0">
                  <a:moveTo>
                    <a:pt x="251" y="0"/>
                  </a:moveTo>
                  <a:cubicBezTo>
                    <a:pt x="109" y="0"/>
                    <a:pt x="0" y="114"/>
                    <a:pt x="0" y="252"/>
                  </a:cubicBezTo>
                  <a:cubicBezTo>
                    <a:pt x="0" y="388"/>
                    <a:pt x="109" y="501"/>
                    <a:pt x="251" y="501"/>
                  </a:cubicBezTo>
                  <a:cubicBezTo>
                    <a:pt x="387" y="501"/>
                    <a:pt x="496" y="388"/>
                    <a:pt x="496" y="252"/>
                  </a:cubicBezTo>
                  <a:cubicBezTo>
                    <a:pt x="496"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3"/>
            <p:cNvSpPr/>
            <p:nvPr/>
          </p:nvSpPr>
          <p:spPr>
            <a:xfrm>
              <a:off x="1319275" y="2391675"/>
              <a:ext cx="12550" cy="12550"/>
            </a:xfrm>
            <a:custGeom>
              <a:avLst/>
              <a:gdLst/>
              <a:ahLst/>
              <a:cxnLst/>
              <a:rect l="l" t="t" r="r" b="b"/>
              <a:pathLst>
                <a:path w="502" h="502" extrusionOk="0">
                  <a:moveTo>
                    <a:pt x="252" y="0"/>
                  </a:moveTo>
                  <a:cubicBezTo>
                    <a:pt x="114" y="0"/>
                    <a:pt x="1" y="114"/>
                    <a:pt x="1" y="252"/>
                  </a:cubicBezTo>
                  <a:cubicBezTo>
                    <a:pt x="1" y="388"/>
                    <a:pt x="114" y="501"/>
                    <a:pt x="252" y="501"/>
                  </a:cubicBezTo>
                  <a:cubicBezTo>
                    <a:pt x="388" y="501"/>
                    <a:pt x="501" y="388"/>
                    <a:pt x="501" y="252"/>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3"/>
            <p:cNvSpPr/>
            <p:nvPr/>
          </p:nvSpPr>
          <p:spPr>
            <a:xfrm>
              <a:off x="1411200" y="2391675"/>
              <a:ext cx="12425" cy="12550"/>
            </a:xfrm>
            <a:custGeom>
              <a:avLst/>
              <a:gdLst/>
              <a:ahLst/>
              <a:cxnLst/>
              <a:rect l="l" t="t" r="r" b="b"/>
              <a:pathLst>
                <a:path w="497" h="502" extrusionOk="0">
                  <a:moveTo>
                    <a:pt x="245" y="0"/>
                  </a:moveTo>
                  <a:cubicBezTo>
                    <a:pt x="109" y="0"/>
                    <a:pt x="1" y="114"/>
                    <a:pt x="1" y="252"/>
                  </a:cubicBezTo>
                  <a:cubicBezTo>
                    <a:pt x="1" y="388"/>
                    <a:pt x="109" y="501"/>
                    <a:pt x="245" y="501"/>
                  </a:cubicBezTo>
                  <a:cubicBezTo>
                    <a:pt x="388" y="501"/>
                    <a:pt x="496" y="388"/>
                    <a:pt x="496" y="252"/>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3"/>
            <p:cNvSpPr/>
            <p:nvPr/>
          </p:nvSpPr>
          <p:spPr>
            <a:xfrm>
              <a:off x="1503000" y="2391675"/>
              <a:ext cx="12525" cy="12550"/>
            </a:xfrm>
            <a:custGeom>
              <a:avLst/>
              <a:gdLst/>
              <a:ahLst/>
              <a:cxnLst/>
              <a:rect l="l" t="t" r="r" b="b"/>
              <a:pathLst>
                <a:path w="501" h="502" extrusionOk="0">
                  <a:moveTo>
                    <a:pt x="250" y="0"/>
                  </a:moveTo>
                  <a:cubicBezTo>
                    <a:pt x="114" y="0"/>
                    <a:pt x="0" y="114"/>
                    <a:pt x="0" y="252"/>
                  </a:cubicBezTo>
                  <a:cubicBezTo>
                    <a:pt x="0" y="388"/>
                    <a:pt x="114" y="501"/>
                    <a:pt x="250" y="501"/>
                  </a:cubicBezTo>
                  <a:cubicBezTo>
                    <a:pt x="387" y="501"/>
                    <a:pt x="501" y="388"/>
                    <a:pt x="501" y="252"/>
                  </a:cubicBezTo>
                  <a:cubicBezTo>
                    <a:pt x="501" y="114"/>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3"/>
            <p:cNvSpPr/>
            <p:nvPr/>
          </p:nvSpPr>
          <p:spPr>
            <a:xfrm>
              <a:off x="1594750" y="2391675"/>
              <a:ext cx="12575" cy="12550"/>
            </a:xfrm>
            <a:custGeom>
              <a:avLst/>
              <a:gdLst/>
              <a:ahLst/>
              <a:cxnLst/>
              <a:rect l="l" t="t" r="r" b="b"/>
              <a:pathLst>
                <a:path w="503" h="502" extrusionOk="0">
                  <a:moveTo>
                    <a:pt x="251" y="0"/>
                  </a:moveTo>
                  <a:cubicBezTo>
                    <a:pt x="115" y="0"/>
                    <a:pt x="0" y="114"/>
                    <a:pt x="0" y="252"/>
                  </a:cubicBezTo>
                  <a:cubicBezTo>
                    <a:pt x="0" y="388"/>
                    <a:pt x="115" y="501"/>
                    <a:pt x="251" y="501"/>
                  </a:cubicBezTo>
                  <a:cubicBezTo>
                    <a:pt x="394" y="501"/>
                    <a:pt x="503" y="388"/>
                    <a:pt x="503" y="252"/>
                  </a:cubicBezTo>
                  <a:cubicBezTo>
                    <a:pt x="503" y="114"/>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3"/>
            <p:cNvSpPr/>
            <p:nvPr/>
          </p:nvSpPr>
          <p:spPr>
            <a:xfrm>
              <a:off x="1686650" y="23916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3"/>
            <p:cNvSpPr/>
            <p:nvPr/>
          </p:nvSpPr>
          <p:spPr>
            <a:xfrm>
              <a:off x="1778450" y="2391675"/>
              <a:ext cx="12550" cy="12550"/>
            </a:xfrm>
            <a:custGeom>
              <a:avLst/>
              <a:gdLst/>
              <a:ahLst/>
              <a:cxnLst/>
              <a:rect l="l" t="t" r="r" b="b"/>
              <a:pathLst>
                <a:path w="502" h="502" extrusionOk="0">
                  <a:moveTo>
                    <a:pt x="252" y="0"/>
                  </a:moveTo>
                  <a:cubicBezTo>
                    <a:pt x="114" y="0"/>
                    <a:pt x="1" y="114"/>
                    <a:pt x="1" y="252"/>
                  </a:cubicBezTo>
                  <a:cubicBezTo>
                    <a:pt x="1" y="388"/>
                    <a:pt x="114" y="501"/>
                    <a:pt x="252" y="501"/>
                  </a:cubicBezTo>
                  <a:cubicBezTo>
                    <a:pt x="388" y="501"/>
                    <a:pt x="501" y="388"/>
                    <a:pt x="501" y="252"/>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3"/>
            <p:cNvSpPr/>
            <p:nvPr/>
          </p:nvSpPr>
          <p:spPr>
            <a:xfrm>
              <a:off x="1870375" y="2391675"/>
              <a:ext cx="12400" cy="12550"/>
            </a:xfrm>
            <a:custGeom>
              <a:avLst/>
              <a:gdLst/>
              <a:ahLst/>
              <a:cxnLst/>
              <a:rect l="l" t="t" r="r" b="b"/>
              <a:pathLst>
                <a:path w="496" h="502" extrusionOk="0">
                  <a:moveTo>
                    <a:pt x="252" y="0"/>
                  </a:moveTo>
                  <a:cubicBezTo>
                    <a:pt x="109" y="0"/>
                    <a:pt x="0" y="114"/>
                    <a:pt x="0" y="252"/>
                  </a:cubicBezTo>
                  <a:cubicBezTo>
                    <a:pt x="0" y="388"/>
                    <a:pt x="109" y="501"/>
                    <a:pt x="252" y="501"/>
                  </a:cubicBezTo>
                  <a:cubicBezTo>
                    <a:pt x="387" y="501"/>
                    <a:pt x="496" y="388"/>
                    <a:pt x="496" y="252"/>
                  </a:cubicBezTo>
                  <a:cubicBezTo>
                    <a:pt x="496"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3"/>
            <p:cNvSpPr/>
            <p:nvPr/>
          </p:nvSpPr>
          <p:spPr>
            <a:xfrm>
              <a:off x="1962150" y="2391675"/>
              <a:ext cx="12550" cy="12550"/>
            </a:xfrm>
            <a:custGeom>
              <a:avLst/>
              <a:gdLst/>
              <a:ahLst/>
              <a:cxnLst/>
              <a:rect l="l" t="t" r="r" b="b"/>
              <a:pathLst>
                <a:path w="502" h="502" extrusionOk="0">
                  <a:moveTo>
                    <a:pt x="250" y="0"/>
                  </a:moveTo>
                  <a:cubicBezTo>
                    <a:pt x="114" y="0"/>
                    <a:pt x="1" y="114"/>
                    <a:pt x="1" y="252"/>
                  </a:cubicBezTo>
                  <a:cubicBezTo>
                    <a:pt x="1" y="388"/>
                    <a:pt x="114" y="501"/>
                    <a:pt x="250" y="501"/>
                  </a:cubicBezTo>
                  <a:cubicBezTo>
                    <a:pt x="388" y="501"/>
                    <a:pt x="502" y="388"/>
                    <a:pt x="502" y="252"/>
                  </a:cubicBezTo>
                  <a:cubicBezTo>
                    <a:pt x="502"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3"/>
            <p:cNvSpPr/>
            <p:nvPr/>
          </p:nvSpPr>
          <p:spPr>
            <a:xfrm>
              <a:off x="2054075" y="2391675"/>
              <a:ext cx="12425" cy="12550"/>
            </a:xfrm>
            <a:custGeom>
              <a:avLst/>
              <a:gdLst/>
              <a:ahLst/>
              <a:cxnLst/>
              <a:rect l="l" t="t" r="r" b="b"/>
              <a:pathLst>
                <a:path w="497" h="502" extrusionOk="0">
                  <a:moveTo>
                    <a:pt x="252" y="0"/>
                  </a:moveTo>
                  <a:cubicBezTo>
                    <a:pt x="109" y="0"/>
                    <a:pt x="1" y="114"/>
                    <a:pt x="1" y="252"/>
                  </a:cubicBezTo>
                  <a:cubicBezTo>
                    <a:pt x="1" y="388"/>
                    <a:pt x="109" y="501"/>
                    <a:pt x="252" y="501"/>
                  </a:cubicBezTo>
                  <a:cubicBezTo>
                    <a:pt x="388" y="501"/>
                    <a:pt x="496" y="388"/>
                    <a:pt x="496" y="252"/>
                  </a:cubicBezTo>
                  <a:cubicBezTo>
                    <a:pt x="496"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3"/>
            <p:cNvSpPr/>
            <p:nvPr/>
          </p:nvSpPr>
          <p:spPr>
            <a:xfrm>
              <a:off x="2145825" y="23916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3"/>
            <p:cNvSpPr/>
            <p:nvPr/>
          </p:nvSpPr>
          <p:spPr>
            <a:xfrm>
              <a:off x="2237800" y="2391675"/>
              <a:ext cx="12350" cy="12550"/>
            </a:xfrm>
            <a:custGeom>
              <a:avLst/>
              <a:gdLst/>
              <a:ahLst/>
              <a:cxnLst/>
              <a:rect l="l" t="t" r="r" b="b"/>
              <a:pathLst>
                <a:path w="494" h="502" extrusionOk="0">
                  <a:moveTo>
                    <a:pt x="244" y="0"/>
                  </a:moveTo>
                  <a:cubicBezTo>
                    <a:pt x="107" y="0"/>
                    <a:pt x="0" y="114"/>
                    <a:pt x="0" y="252"/>
                  </a:cubicBezTo>
                  <a:cubicBezTo>
                    <a:pt x="0" y="388"/>
                    <a:pt x="107" y="501"/>
                    <a:pt x="244" y="501"/>
                  </a:cubicBezTo>
                  <a:cubicBezTo>
                    <a:pt x="387" y="501"/>
                    <a:pt x="494" y="388"/>
                    <a:pt x="494" y="252"/>
                  </a:cubicBezTo>
                  <a:cubicBezTo>
                    <a:pt x="494" y="114"/>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3"/>
            <p:cNvSpPr/>
            <p:nvPr/>
          </p:nvSpPr>
          <p:spPr>
            <a:xfrm>
              <a:off x="2329550" y="2391675"/>
              <a:ext cx="12575" cy="12550"/>
            </a:xfrm>
            <a:custGeom>
              <a:avLst/>
              <a:gdLst/>
              <a:ahLst/>
              <a:cxnLst/>
              <a:rect l="l" t="t" r="r" b="b"/>
              <a:pathLst>
                <a:path w="503" h="502" extrusionOk="0">
                  <a:moveTo>
                    <a:pt x="251" y="0"/>
                  </a:moveTo>
                  <a:cubicBezTo>
                    <a:pt x="115" y="0"/>
                    <a:pt x="0" y="114"/>
                    <a:pt x="0" y="252"/>
                  </a:cubicBezTo>
                  <a:cubicBezTo>
                    <a:pt x="0" y="388"/>
                    <a:pt x="115" y="501"/>
                    <a:pt x="251" y="501"/>
                  </a:cubicBezTo>
                  <a:cubicBezTo>
                    <a:pt x="387" y="501"/>
                    <a:pt x="502" y="388"/>
                    <a:pt x="502" y="252"/>
                  </a:cubicBezTo>
                  <a:cubicBezTo>
                    <a:pt x="502"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3"/>
            <p:cNvSpPr/>
            <p:nvPr/>
          </p:nvSpPr>
          <p:spPr>
            <a:xfrm>
              <a:off x="2421325" y="2391675"/>
              <a:ext cx="12550" cy="12550"/>
            </a:xfrm>
            <a:custGeom>
              <a:avLst/>
              <a:gdLst/>
              <a:ahLst/>
              <a:cxnLst/>
              <a:rect l="l" t="t" r="r" b="b"/>
              <a:pathLst>
                <a:path w="502" h="502" extrusionOk="0">
                  <a:moveTo>
                    <a:pt x="250" y="0"/>
                  </a:moveTo>
                  <a:cubicBezTo>
                    <a:pt x="114" y="0"/>
                    <a:pt x="1" y="114"/>
                    <a:pt x="1" y="252"/>
                  </a:cubicBezTo>
                  <a:cubicBezTo>
                    <a:pt x="1" y="388"/>
                    <a:pt x="114" y="501"/>
                    <a:pt x="250" y="501"/>
                  </a:cubicBezTo>
                  <a:cubicBezTo>
                    <a:pt x="395" y="501"/>
                    <a:pt x="501" y="388"/>
                    <a:pt x="501" y="252"/>
                  </a:cubicBezTo>
                  <a:cubicBezTo>
                    <a:pt x="501" y="114"/>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3"/>
            <p:cNvSpPr/>
            <p:nvPr/>
          </p:nvSpPr>
          <p:spPr>
            <a:xfrm>
              <a:off x="2513250" y="2391675"/>
              <a:ext cx="12575" cy="12550"/>
            </a:xfrm>
            <a:custGeom>
              <a:avLst/>
              <a:gdLst/>
              <a:ahLst/>
              <a:cxnLst/>
              <a:rect l="l" t="t" r="r" b="b"/>
              <a:pathLst>
                <a:path w="503" h="502" extrusionOk="0">
                  <a:moveTo>
                    <a:pt x="252" y="0"/>
                  </a:moveTo>
                  <a:cubicBezTo>
                    <a:pt x="109" y="0"/>
                    <a:pt x="0" y="114"/>
                    <a:pt x="0" y="252"/>
                  </a:cubicBezTo>
                  <a:cubicBezTo>
                    <a:pt x="0" y="388"/>
                    <a:pt x="109"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3"/>
            <p:cNvSpPr/>
            <p:nvPr/>
          </p:nvSpPr>
          <p:spPr>
            <a:xfrm>
              <a:off x="2605000" y="2391675"/>
              <a:ext cx="12575" cy="12550"/>
            </a:xfrm>
            <a:custGeom>
              <a:avLst/>
              <a:gdLst/>
              <a:ahLst/>
              <a:cxnLst/>
              <a:rect l="l" t="t" r="r" b="b"/>
              <a:pathLst>
                <a:path w="503" h="502" extrusionOk="0">
                  <a:moveTo>
                    <a:pt x="252" y="0"/>
                  </a:moveTo>
                  <a:cubicBezTo>
                    <a:pt x="116" y="0"/>
                    <a:pt x="0" y="114"/>
                    <a:pt x="0" y="252"/>
                  </a:cubicBezTo>
                  <a:cubicBezTo>
                    <a:pt x="0" y="388"/>
                    <a:pt x="116" y="501"/>
                    <a:pt x="252" y="501"/>
                  </a:cubicBezTo>
                  <a:cubicBezTo>
                    <a:pt x="387" y="501"/>
                    <a:pt x="503" y="388"/>
                    <a:pt x="503" y="252"/>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3"/>
            <p:cNvSpPr/>
            <p:nvPr/>
          </p:nvSpPr>
          <p:spPr>
            <a:xfrm>
              <a:off x="2696950" y="2391675"/>
              <a:ext cx="12375" cy="12550"/>
            </a:xfrm>
            <a:custGeom>
              <a:avLst/>
              <a:gdLst/>
              <a:ahLst/>
              <a:cxnLst/>
              <a:rect l="l" t="t" r="r" b="b"/>
              <a:pathLst>
                <a:path w="495" h="502" extrusionOk="0">
                  <a:moveTo>
                    <a:pt x="252" y="0"/>
                  </a:moveTo>
                  <a:cubicBezTo>
                    <a:pt x="108" y="0"/>
                    <a:pt x="1" y="114"/>
                    <a:pt x="1" y="252"/>
                  </a:cubicBezTo>
                  <a:cubicBezTo>
                    <a:pt x="1" y="388"/>
                    <a:pt x="108" y="501"/>
                    <a:pt x="252" y="501"/>
                  </a:cubicBezTo>
                  <a:cubicBezTo>
                    <a:pt x="388" y="501"/>
                    <a:pt x="495" y="388"/>
                    <a:pt x="495" y="252"/>
                  </a:cubicBezTo>
                  <a:cubicBezTo>
                    <a:pt x="495"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3"/>
            <p:cNvSpPr/>
            <p:nvPr/>
          </p:nvSpPr>
          <p:spPr>
            <a:xfrm>
              <a:off x="2788700" y="23916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3"/>
            <p:cNvSpPr/>
            <p:nvPr/>
          </p:nvSpPr>
          <p:spPr>
            <a:xfrm>
              <a:off x="2880675" y="2391675"/>
              <a:ext cx="12375" cy="12550"/>
            </a:xfrm>
            <a:custGeom>
              <a:avLst/>
              <a:gdLst/>
              <a:ahLst/>
              <a:cxnLst/>
              <a:rect l="l" t="t" r="r" b="b"/>
              <a:pathLst>
                <a:path w="495" h="502" extrusionOk="0">
                  <a:moveTo>
                    <a:pt x="243" y="0"/>
                  </a:moveTo>
                  <a:cubicBezTo>
                    <a:pt x="107" y="0"/>
                    <a:pt x="0" y="114"/>
                    <a:pt x="0" y="252"/>
                  </a:cubicBezTo>
                  <a:cubicBezTo>
                    <a:pt x="0" y="388"/>
                    <a:pt x="107" y="501"/>
                    <a:pt x="243" y="501"/>
                  </a:cubicBezTo>
                  <a:cubicBezTo>
                    <a:pt x="387" y="501"/>
                    <a:pt x="494" y="388"/>
                    <a:pt x="494" y="252"/>
                  </a:cubicBezTo>
                  <a:cubicBezTo>
                    <a:pt x="494" y="114"/>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3"/>
            <p:cNvSpPr/>
            <p:nvPr/>
          </p:nvSpPr>
          <p:spPr>
            <a:xfrm>
              <a:off x="2972425" y="2391675"/>
              <a:ext cx="12575" cy="12550"/>
            </a:xfrm>
            <a:custGeom>
              <a:avLst/>
              <a:gdLst/>
              <a:ahLst/>
              <a:cxnLst/>
              <a:rect l="l" t="t" r="r" b="b"/>
              <a:pathLst>
                <a:path w="503" h="502" extrusionOk="0">
                  <a:moveTo>
                    <a:pt x="251" y="0"/>
                  </a:moveTo>
                  <a:cubicBezTo>
                    <a:pt x="115" y="0"/>
                    <a:pt x="0" y="114"/>
                    <a:pt x="0" y="252"/>
                  </a:cubicBezTo>
                  <a:cubicBezTo>
                    <a:pt x="0" y="388"/>
                    <a:pt x="115" y="501"/>
                    <a:pt x="251" y="501"/>
                  </a:cubicBezTo>
                  <a:cubicBezTo>
                    <a:pt x="387" y="501"/>
                    <a:pt x="503" y="388"/>
                    <a:pt x="503" y="252"/>
                  </a:cubicBezTo>
                  <a:cubicBezTo>
                    <a:pt x="503"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3"/>
            <p:cNvSpPr/>
            <p:nvPr/>
          </p:nvSpPr>
          <p:spPr>
            <a:xfrm>
              <a:off x="3064375" y="2391675"/>
              <a:ext cx="12375" cy="12550"/>
            </a:xfrm>
            <a:custGeom>
              <a:avLst/>
              <a:gdLst/>
              <a:ahLst/>
              <a:cxnLst/>
              <a:rect l="l" t="t" r="r" b="b"/>
              <a:pathLst>
                <a:path w="495" h="502" extrusionOk="0">
                  <a:moveTo>
                    <a:pt x="243" y="0"/>
                  </a:moveTo>
                  <a:cubicBezTo>
                    <a:pt x="107" y="0"/>
                    <a:pt x="1" y="114"/>
                    <a:pt x="1" y="252"/>
                  </a:cubicBezTo>
                  <a:cubicBezTo>
                    <a:pt x="1" y="388"/>
                    <a:pt x="107" y="501"/>
                    <a:pt x="243" y="501"/>
                  </a:cubicBezTo>
                  <a:cubicBezTo>
                    <a:pt x="388" y="501"/>
                    <a:pt x="495" y="388"/>
                    <a:pt x="495" y="252"/>
                  </a:cubicBezTo>
                  <a:cubicBezTo>
                    <a:pt x="495" y="114"/>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3"/>
            <p:cNvSpPr/>
            <p:nvPr/>
          </p:nvSpPr>
          <p:spPr>
            <a:xfrm>
              <a:off x="3156125" y="23916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3"/>
            <p:cNvSpPr/>
            <p:nvPr/>
          </p:nvSpPr>
          <p:spPr>
            <a:xfrm>
              <a:off x="3247875" y="2391675"/>
              <a:ext cx="12575" cy="12550"/>
            </a:xfrm>
            <a:custGeom>
              <a:avLst/>
              <a:gdLst/>
              <a:ahLst/>
              <a:cxnLst/>
              <a:rect l="l" t="t" r="r" b="b"/>
              <a:pathLst>
                <a:path w="503"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3"/>
            <p:cNvSpPr/>
            <p:nvPr/>
          </p:nvSpPr>
          <p:spPr>
            <a:xfrm>
              <a:off x="3339850" y="2391675"/>
              <a:ext cx="12525" cy="12550"/>
            </a:xfrm>
            <a:custGeom>
              <a:avLst/>
              <a:gdLst/>
              <a:ahLst/>
              <a:cxnLst/>
              <a:rect l="l" t="t" r="r" b="b"/>
              <a:pathLst>
                <a:path w="501" h="502" extrusionOk="0">
                  <a:moveTo>
                    <a:pt x="251" y="0"/>
                  </a:moveTo>
                  <a:cubicBezTo>
                    <a:pt x="107" y="0"/>
                    <a:pt x="0" y="114"/>
                    <a:pt x="0" y="252"/>
                  </a:cubicBezTo>
                  <a:cubicBezTo>
                    <a:pt x="0" y="388"/>
                    <a:pt x="107" y="501"/>
                    <a:pt x="251" y="501"/>
                  </a:cubicBezTo>
                  <a:cubicBezTo>
                    <a:pt x="387" y="501"/>
                    <a:pt x="501" y="388"/>
                    <a:pt x="501" y="252"/>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3"/>
            <p:cNvSpPr/>
            <p:nvPr/>
          </p:nvSpPr>
          <p:spPr>
            <a:xfrm>
              <a:off x="3431575" y="23916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3"/>
            <p:cNvSpPr/>
            <p:nvPr/>
          </p:nvSpPr>
          <p:spPr>
            <a:xfrm>
              <a:off x="3523550" y="2391675"/>
              <a:ext cx="12375" cy="12550"/>
            </a:xfrm>
            <a:custGeom>
              <a:avLst/>
              <a:gdLst/>
              <a:ahLst/>
              <a:cxnLst/>
              <a:rect l="l" t="t" r="r" b="b"/>
              <a:pathLst>
                <a:path w="495" h="502" extrusionOk="0">
                  <a:moveTo>
                    <a:pt x="250" y="0"/>
                  </a:moveTo>
                  <a:cubicBezTo>
                    <a:pt x="107" y="0"/>
                    <a:pt x="0" y="114"/>
                    <a:pt x="0" y="252"/>
                  </a:cubicBezTo>
                  <a:cubicBezTo>
                    <a:pt x="0" y="388"/>
                    <a:pt x="107" y="501"/>
                    <a:pt x="250" y="501"/>
                  </a:cubicBezTo>
                  <a:cubicBezTo>
                    <a:pt x="388" y="501"/>
                    <a:pt x="494" y="388"/>
                    <a:pt x="494" y="252"/>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3"/>
            <p:cNvSpPr/>
            <p:nvPr/>
          </p:nvSpPr>
          <p:spPr>
            <a:xfrm>
              <a:off x="676400" y="2483600"/>
              <a:ext cx="12600" cy="12400"/>
            </a:xfrm>
            <a:custGeom>
              <a:avLst/>
              <a:gdLst/>
              <a:ahLst/>
              <a:cxnLst/>
              <a:rect l="l" t="t" r="r" b="b"/>
              <a:pathLst>
                <a:path w="504" h="496" extrusionOk="0">
                  <a:moveTo>
                    <a:pt x="252" y="0"/>
                  </a:moveTo>
                  <a:cubicBezTo>
                    <a:pt x="116" y="0"/>
                    <a:pt x="1" y="109"/>
                    <a:pt x="1" y="251"/>
                  </a:cubicBezTo>
                  <a:cubicBezTo>
                    <a:pt x="1" y="387"/>
                    <a:pt x="116" y="496"/>
                    <a:pt x="252" y="496"/>
                  </a:cubicBezTo>
                  <a:cubicBezTo>
                    <a:pt x="388" y="496"/>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3"/>
            <p:cNvSpPr/>
            <p:nvPr/>
          </p:nvSpPr>
          <p:spPr>
            <a:xfrm>
              <a:off x="768325" y="2483600"/>
              <a:ext cx="12400" cy="12400"/>
            </a:xfrm>
            <a:custGeom>
              <a:avLst/>
              <a:gdLst/>
              <a:ahLst/>
              <a:cxnLst/>
              <a:rect l="l" t="t" r="r" b="b"/>
              <a:pathLst>
                <a:path w="496" h="496" extrusionOk="0">
                  <a:moveTo>
                    <a:pt x="245" y="0"/>
                  </a:moveTo>
                  <a:cubicBezTo>
                    <a:pt x="109" y="0"/>
                    <a:pt x="0" y="109"/>
                    <a:pt x="0" y="251"/>
                  </a:cubicBezTo>
                  <a:cubicBezTo>
                    <a:pt x="0" y="387"/>
                    <a:pt x="109" y="496"/>
                    <a:pt x="245" y="496"/>
                  </a:cubicBezTo>
                  <a:cubicBezTo>
                    <a:pt x="388" y="496"/>
                    <a:pt x="496" y="387"/>
                    <a:pt x="496" y="251"/>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3"/>
            <p:cNvSpPr/>
            <p:nvPr/>
          </p:nvSpPr>
          <p:spPr>
            <a:xfrm>
              <a:off x="860125" y="2483600"/>
              <a:ext cx="12525" cy="12400"/>
            </a:xfrm>
            <a:custGeom>
              <a:avLst/>
              <a:gdLst/>
              <a:ahLst/>
              <a:cxnLst/>
              <a:rect l="l" t="t" r="r" b="b"/>
              <a:pathLst>
                <a:path w="501" h="496" extrusionOk="0">
                  <a:moveTo>
                    <a:pt x="251" y="0"/>
                  </a:moveTo>
                  <a:cubicBezTo>
                    <a:pt x="114" y="0"/>
                    <a:pt x="0" y="109"/>
                    <a:pt x="0" y="251"/>
                  </a:cubicBezTo>
                  <a:cubicBezTo>
                    <a:pt x="0" y="387"/>
                    <a:pt x="114" y="496"/>
                    <a:pt x="251" y="496"/>
                  </a:cubicBezTo>
                  <a:cubicBezTo>
                    <a:pt x="387" y="496"/>
                    <a:pt x="501" y="387"/>
                    <a:pt x="501" y="251"/>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3"/>
            <p:cNvSpPr/>
            <p:nvPr/>
          </p:nvSpPr>
          <p:spPr>
            <a:xfrm>
              <a:off x="951850" y="2483600"/>
              <a:ext cx="12600" cy="12400"/>
            </a:xfrm>
            <a:custGeom>
              <a:avLst/>
              <a:gdLst/>
              <a:ahLst/>
              <a:cxnLst/>
              <a:rect l="l" t="t" r="r" b="b"/>
              <a:pathLst>
                <a:path w="504" h="496" extrusionOk="0">
                  <a:moveTo>
                    <a:pt x="252" y="0"/>
                  </a:moveTo>
                  <a:cubicBezTo>
                    <a:pt x="116" y="0"/>
                    <a:pt x="1" y="109"/>
                    <a:pt x="1" y="251"/>
                  </a:cubicBezTo>
                  <a:cubicBezTo>
                    <a:pt x="1" y="387"/>
                    <a:pt x="116" y="496"/>
                    <a:pt x="252" y="496"/>
                  </a:cubicBezTo>
                  <a:cubicBezTo>
                    <a:pt x="388" y="496"/>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3"/>
            <p:cNvSpPr/>
            <p:nvPr/>
          </p:nvSpPr>
          <p:spPr>
            <a:xfrm>
              <a:off x="1043825" y="2483600"/>
              <a:ext cx="12375" cy="12400"/>
            </a:xfrm>
            <a:custGeom>
              <a:avLst/>
              <a:gdLst/>
              <a:ahLst/>
              <a:cxnLst/>
              <a:rect l="l" t="t" r="r" b="b"/>
              <a:pathLst>
                <a:path w="495" h="496" extrusionOk="0">
                  <a:moveTo>
                    <a:pt x="250" y="0"/>
                  </a:moveTo>
                  <a:cubicBezTo>
                    <a:pt x="107" y="0"/>
                    <a:pt x="0" y="109"/>
                    <a:pt x="0" y="251"/>
                  </a:cubicBezTo>
                  <a:cubicBezTo>
                    <a:pt x="0" y="387"/>
                    <a:pt x="107" y="496"/>
                    <a:pt x="250" y="496"/>
                  </a:cubicBezTo>
                  <a:cubicBezTo>
                    <a:pt x="388" y="496"/>
                    <a:pt x="494" y="387"/>
                    <a:pt x="494" y="251"/>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3"/>
            <p:cNvSpPr/>
            <p:nvPr/>
          </p:nvSpPr>
          <p:spPr>
            <a:xfrm>
              <a:off x="1135575" y="2483600"/>
              <a:ext cx="12575" cy="12400"/>
            </a:xfrm>
            <a:custGeom>
              <a:avLst/>
              <a:gdLst/>
              <a:ahLst/>
              <a:cxnLst/>
              <a:rect l="l" t="t" r="r" b="b"/>
              <a:pathLst>
                <a:path w="503" h="496" extrusionOk="0">
                  <a:moveTo>
                    <a:pt x="252" y="0"/>
                  </a:moveTo>
                  <a:cubicBezTo>
                    <a:pt x="116" y="0"/>
                    <a:pt x="0" y="109"/>
                    <a:pt x="0" y="251"/>
                  </a:cubicBezTo>
                  <a:cubicBezTo>
                    <a:pt x="0" y="387"/>
                    <a:pt x="116" y="496"/>
                    <a:pt x="252" y="496"/>
                  </a:cubicBezTo>
                  <a:cubicBezTo>
                    <a:pt x="387" y="496"/>
                    <a:pt x="503" y="387"/>
                    <a:pt x="503" y="251"/>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3"/>
            <p:cNvSpPr/>
            <p:nvPr/>
          </p:nvSpPr>
          <p:spPr>
            <a:xfrm>
              <a:off x="1227500" y="2483600"/>
              <a:ext cx="12400" cy="12400"/>
            </a:xfrm>
            <a:custGeom>
              <a:avLst/>
              <a:gdLst/>
              <a:ahLst/>
              <a:cxnLst/>
              <a:rect l="l" t="t" r="r" b="b"/>
              <a:pathLst>
                <a:path w="496" h="496" extrusionOk="0">
                  <a:moveTo>
                    <a:pt x="251" y="0"/>
                  </a:moveTo>
                  <a:cubicBezTo>
                    <a:pt x="109" y="0"/>
                    <a:pt x="0" y="109"/>
                    <a:pt x="0" y="251"/>
                  </a:cubicBezTo>
                  <a:cubicBezTo>
                    <a:pt x="0" y="387"/>
                    <a:pt x="109" y="496"/>
                    <a:pt x="251" y="496"/>
                  </a:cubicBezTo>
                  <a:cubicBezTo>
                    <a:pt x="387" y="496"/>
                    <a:pt x="496" y="387"/>
                    <a:pt x="496" y="251"/>
                  </a:cubicBezTo>
                  <a:cubicBezTo>
                    <a:pt x="496"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3"/>
            <p:cNvSpPr/>
            <p:nvPr/>
          </p:nvSpPr>
          <p:spPr>
            <a:xfrm>
              <a:off x="1319275" y="2483600"/>
              <a:ext cx="12550" cy="12400"/>
            </a:xfrm>
            <a:custGeom>
              <a:avLst/>
              <a:gdLst/>
              <a:ahLst/>
              <a:cxnLst/>
              <a:rect l="l" t="t" r="r" b="b"/>
              <a:pathLst>
                <a:path w="502" h="496" extrusionOk="0">
                  <a:moveTo>
                    <a:pt x="252" y="0"/>
                  </a:moveTo>
                  <a:cubicBezTo>
                    <a:pt x="114" y="0"/>
                    <a:pt x="1" y="109"/>
                    <a:pt x="1" y="251"/>
                  </a:cubicBezTo>
                  <a:cubicBezTo>
                    <a:pt x="1" y="387"/>
                    <a:pt x="114" y="496"/>
                    <a:pt x="252" y="496"/>
                  </a:cubicBezTo>
                  <a:cubicBezTo>
                    <a:pt x="388" y="496"/>
                    <a:pt x="501" y="387"/>
                    <a:pt x="501" y="251"/>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3"/>
            <p:cNvSpPr/>
            <p:nvPr/>
          </p:nvSpPr>
          <p:spPr>
            <a:xfrm>
              <a:off x="1411200" y="2483600"/>
              <a:ext cx="12425" cy="12400"/>
            </a:xfrm>
            <a:custGeom>
              <a:avLst/>
              <a:gdLst/>
              <a:ahLst/>
              <a:cxnLst/>
              <a:rect l="l" t="t" r="r" b="b"/>
              <a:pathLst>
                <a:path w="497" h="496" extrusionOk="0">
                  <a:moveTo>
                    <a:pt x="245" y="0"/>
                  </a:moveTo>
                  <a:cubicBezTo>
                    <a:pt x="109" y="0"/>
                    <a:pt x="1" y="109"/>
                    <a:pt x="1" y="251"/>
                  </a:cubicBezTo>
                  <a:cubicBezTo>
                    <a:pt x="1" y="387"/>
                    <a:pt x="109" y="496"/>
                    <a:pt x="245" y="496"/>
                  </a:cubicBezTo>
                  <a:cubicBezTo>
                    <a:pt x="388" y="496"/>
                    <a:pt x="496" y="387"/>
                    <a:pt x="496" y="251"/>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3"/>
            <p:cNvSpPr/>
            <p:nvPr/>
          </p:nvSpPr>
          <p:spPr>
            <a:xfrm>
              <a:off x="1503000" y="2483600"/>
              <a:ext cx="12525" cy="12400"/>
            </a:xfrm>
            <a:custGeom>
              <a:avLst/>
              <a:gdLst/>
              <a:ahLst/>
              <a:cxnLst/>
              <a:rect l="l" t="t" r="r" b="b"/>
              <a:pathLst>
                <a:path w="501" h="496" extrusionOk="0">
                  <a:moveTo>
                    <a:pt x="250" y="0"/>
                  </a:moveTo>
                  <a:cubicBezTo>
                    <a:pt x="114" y="0"/>
                    <a:pt x="0" y="109"/>
                    <a:pt x="0" y="251"/>
                  </a:cubicBezTo>
                  <a:cubicBezTo>
                    <a:pt x="0" y="387"/>
                    <a:pt x="114" y="496"/>
                    <a:pt x="250" y="496"/>
                  </a:cubicBezTo>
                  <a:cubicBezTo>
                    <a:pt x="387" y="496"/>
                    <a:pt x="501" y="387"/>
                    <a:pt x="501" y="251"/>
                  </a:cubicBezTo>
                  <a:cubicBezTo>
                    <a:pt x="501" y="109"/>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3"/>
            <p:cNvSpPr/>
            <p:nvPr/>
          </p:nvSpPr>
          <p:spPr>
            <a:xfrm>
              <a:off x="1594750" y="2483600"/>
              <a:ext cx="12575" cy="12400"/>
            </a:xfrm>
            <a:custGeom>
              <a:avLst/>
              <a:gdLst/>
              <a:ahLst/>
              <a:cxnLst/>
              <a:rect l="l" t="t" r="r" b="b"/>
              <a:pathLst>
                <a:path w="503" h="496" extrusionOk="0">
                  <a:moveTo>
                    <a:pt x="251" y="0"/>
                  </a:moveTo>
                  <a:cubicBezTo>
                    <a:pt x="115" y="0"/>
                    <a:pt x="0" y="109"/>
                    <a:pt x="0" y="251"/>
                  </a:cubicBezTo>
                  <a:cubicBezTo>
                    <a:pt x="0" y="387"/>
                    <a:pt x="115" y="496"/>
                    <a:pt x="251" y="496"/>
                  </a:cubicBezTo>
                  <a:cubicBezTo>
                    <a:pt x="394" y="496"/>
                    <a:pt x="503" y="387"/>
                    <a:pt x="503" y="251"/>
                  </a:cubicBezTo>
                  <a:cubicBezTo>
                    <a:pt x="503" y="109"/>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3"/>
            <p:cNvSpPr/>
            <p:nvPr/>
          </p:nvSpPr>
          <p:spPr>
            <a:xfrm>
              <a:off x="1686650" y="2483600"/>
              <a:ext cx="12600" cy="12400"/>
            </a:xfrm>
            <a:custGeom>
              <a:avLst/>
              <a:gdLst/>
              <a:ahLst/>
              <a:cxnLst/>
              <a:rect l="l" t="t" r="r" b="b"/>
              <a:pathLst>
                <a:path w="504" h="496" extrusionOk="0">
                  <a:moveTo>
                    <a:pt x="252" y="0"/>
                  </a:moveTo>
                  <a:cubicBezTo>
                    <a:pt x="116" y="0"/>
                    <a:pt x="1" y="109"/>
                    <a:pt x="1" y="251"/>
                  </a:cubicBezTo>
                  <a:cubicBezTo>
                    <a:pt x="1" y="387"/>
                    <a:pt x="116" y="496"/>
                    <a:pt x="252" y="496"/>
                  </a:cubicBezTo>
                  <a:cubicBezTo>
                    <a:pt x="388" y="496"/>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3"/>
            <p:cNvSpPr/>
            <p:nvPr/>
          </p:nvSpPr>
          <p:spPr>
            <a:xfrm>
              <a:off x="1778450" y="2483600"/>
              <a:ext cx="12550" cy="12400"/>
            </a:xfrm>
            <a:custGeom>
              <a:avLst/>
              <a:gdLst/>
              <a:ahLst/>
              <a:cxnLst/>
              <a:rect l="l" t="t" r="r" b="b"/>
              <a:pathLst>
                <a:path w="502" h="496" extrusionOk="0">
                  <a:moveTo>
                    <a:pt x="252" y="0"/>
                  </a:moveTo>
                  <a:cubicBezTo>
                    <a:pt x="114" y="0"/>
                    <a:pt x="1" y="109"/>
                    <a:pt x="1" y="251"/>
                  </a:cubicBezTo>
                  <a:cubicBezTo>
                    <a:pt x="1" y="387"/>
                    <a:pt x="114" y="496"/>
                    <a:pt x="252" y="496"/>
                  </a:cubicBezTo>
                  <a:cubicBezTo>
                    <a:pt x="388" y="496"/>
                    <a:pt x="501" y="387"/>
                    <a:pt x="501" y="251"/>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3"/>
            <p:cNvSpPr/>
            <p:nvPr/>
          </p:nvSpPr>
          <p:spPr>
            <a:xfrm>
              <a:off x="1870375" y="2483600"/>
              <a:ext cx="12400" cy="12400"/>
            </a:xfrm>
            <a:custGeom>
              <a:avLst/>
              <a:gdLst/>
              <a:ahLst/>
              <a:cxnLst/>
              <a:rect l="l" t="t" r="r" b="b"/>
              <a:pathLst>
                <a:path w="496" h="496" extrusionOk="0">
                  <a:moveTo>
                    <a:pt x="252" y="0"/>
                  </a:moveTo>
                  <a:cubicBezTo>
                    <a:pt x="109" y="0"/>
                    <a:pt x="0" y="109"/>
                    <a:pt x="0" y="251"/>
                  </a:cubicBezTo>
                  <a:cubicBezTo>
                    <a:pt x="0" y="387"/>
                    <a:pt x="109" y="496"/>
                    <a:pt x="252" y="496"/>
                  </a:cubicBezTo>
                  <a:cubicBezTo>
                    <a:pt x="387" y="496"/>
                    <a:pt x="496" y="387"/>
                    <a:pt x="496" y="251"/>
                  </a:cubicBezTo>
                  <a:cubicBezTo>
                    <a:pt x="496"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3"/>
            <p:cNvSpPr/>
            <p:nvPr/>
          </p:nvSpPr>
          <p:spPr>
            <a:xfrm>
              <a:off x="1962150" y="2483600"/>
              <a:ext cx="12550" cy="12400"/>
            </a:xfrm>
            <a:custGeom>
              <a:avLst/>
              <a:gdLst/>
              <a:ahLst/>
              <a:cxnLst/>
              <a:rect l="l" t="t" r="r" b="b"/>
              <a:pathLst>
                <a:path w="502" h="496" extrusionOk="0">
                  <a:moveTo>
                    <a:pt x="250" y="0"/>
                  </a:moveTo>
                  <a:cubicBezTo>
                    <a:pt x="114" y="0"/>
                    <a:pt x="1" y="109"/>
                    <a:pt x="1" y="251"/>
                  </a:cubicBezTo>
                  <a:cubicBezTo>
                    <a:pt x="1" y="387"/>
                    <a:pt x="114" y="496"/>
                    <a:pt x="250" y="496"/>
                  </a:cubicBezTo>
                  <a:cubicBezTo>
                    <a:pt x="388" y="496"/>
                    <a:pt x="502" y="387"/>
                    <a:pt x="502" y="251"/>
                  </a:cubicBezTo>
                  <a:cubicBezTo>
                    <a:pt x="502"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3"/>
            <p:cNvSpPr/>
            <p:nvPr/>
          </p:nvSpPr>
          <p:spPr>
            <a:xfrm>
              <a:off x="2054075" y="2483600"/>
              <a:ext cx="12425" cy="12400"/>
            </a:xfrm>
            <a:custGeom>
              <a:avLst/>
              <a:gdLst/>
              <a:ahLst/>
              <a:cxnLst/>
              <a:rect l="l" t="t" r="r" b="b"/>
              <a:pathLst>
                <a:path w="497" h="496" extrusionOk="0">
                  <a:moveTo>
                    <a:pt x="252" y="0"/>
                  </a:moveTo>
                  <a:cubicBezTo>
                    <a:pt x="109" y="0"/>
                    <a:pt x="1" y="109"/>
                    <a:pt x="1" y="251"/>
                  </a:cubicBezTo>
                  <a:cubicBezTo>
                    <a:pt x="1" y="387"/>
                    <a:pt x="109" y="496"/>
                    <a:pt x="252" y="496"/>
                  </a:cubicBezTo>
                  <a:cubicBezTo>
                    <a:pt x="388" y="496"/>
                    <a:pt x="496" y="387"/>
                    <a:pt x="496" y="251"/>
                  </a:cubicBezTo>
                  <a:cubicBezTo>
                    <a:pt x="496"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3"/>
            <p:cNvSpPr/>
            <p:nvPr/>
          </p:nvSpPr>
          <p:spPr>
            <a:xfrm>
              <a:off x="2145825" y="2483600"/>
              <a:ext cx="12600" cy="12400"/>
            </a:xfrm>
            <a:custGeom>
              <a:avLst/>
              <a:gdLst/>
              <a:ahLst/>
              <a:cxnLst/>
              <a:rect l="l" t="t" r="r" b="b"/>
              <a:pathLst>
                <a:path w="504" h="496" extrusionOk="0">
                  <a:moveTo>
                    <a:pt x="252" y="0"/>
                  </a:moveTo>
                  <a:cubicBezTo>
                    <a:pt x="116" y="0"/>
                    <a:pt x="1" y="109"/>
                    <a:pt x="1" y="251"/>
                  </a:cubicBezTo>
                  <a:cubicBezTo>
                    <a:pt x="1" y="387"/>
                    <a:pt x="116" y="496"/>
                    <a:pt x="252" y="496"/>
                  </a:cubicBezTo>
                  <a:cubicBezTo>
                    <a:pt x="388" y="496"/>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3"/>
            <p:cNvSpPr/>
            <p:nvPr/>
          </p:nvSpPr>
          <p:spPr>
            <a:xfrm>
              <a:off x="2237800" y="2483600"/>
              <a:ext cx="12350" cy="12400"/>
            </a:xfrm>
            <a:custGeom>
              <a:avLst/>
              <a:gdLst/>
              <a:ahLst/>
              <a:cxnLst/>
              <a:rect l="l" t="t" r="r" b="b"/>
              <a:pathLst>
                <a:path w="494" h="496" extrusionOk="0">
                  <a:moveTo>
                    <a:pt x="244" y="0"/>
                  </a:moveTo>
                  <a:cubicBezTo>
                    <a:pt x="107" y="0"/>
                    <a:pt x="0" y="109"/>
                    <a:pt x="0" y="251"/>
                  </a:cubicBezTo>
                  <a:cubicBezTo>
                    <a:pt x="0" y="387"/>
                    <a:pt x="107" y="496"/>
                    <a:pt x="244" y="496"/>
                  </a:cubicBezTo>
                  <a:cubicBezTo>
                    <a:pt x="387" y="496"/>
                    <a:pt x="494" y="387"/>
                    <a:pt x="494" y="251"/>
                  </a:cubicBezTo>
                  <a:cubicBezTo>
                    <a:pt x="494" y="109"/>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3"/>
            <p:cNvSpPr/>
            <p:nvPr/>
          </p:nvSpPr>
          <p:spPr>
            <a:xfrm>
              <a:off x="2329550" y="2483600"/>
              <a:ext cx="12575" cy="12400"/>
            </a:xfrm>
            <a:custGeom>
              <a:avLst/>
              <a:gdLst/>
              <a:ahLst/>
              <a:cxnLst/>
              <a:rect l="l" t="t" r="r" b="b"/>
              <a:pathLst>
                <a:path w="503" h="496" extrusionOk="0">
                  <a:moveTo>
                    <a:pt x="251" y="0"/>
                  </a:moveTo>
                  <a:cubicBezTo>
                    <a:pt x="115" y="0"/>
                    <a:pt x="0" y="109"/>
                    <a:pt x="0" y="251"/>
                  </a:cubicBezTo>
                  <a:cubicBezTo>
                    <a:pt x="0" y="387"/>
                    <a:pt x="115" y="496"/>
                    <a:pt x="251" y="496"/>
                  </a:cubicBezTo>
                  <a:cubicBezTo>
                    <a:pt x="387" y="496"/>
                    <a:pt x="502" y="387"/>
                    <a:pt x="502" y="251"/>
                  </a:cubicBezTo>
                  <a:cubicBezTo>
                    <a:pt x="502"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3"/>
            <p:cNvSpPr/>
            <p:nvPr/>
          </p:nvSpPr>
          <p:spPr>
            <a:xfrm>
              <a:off x="2421325" y="2483600"/>
              <a:ext cx="12550" cy="12400"/>
            </a:xfrm>
            <a:custGeom>
              <a:avLst/>
              <a:gdLst/>
              <a:ahLst/>
              <a:cxnLst/>
              <a:rect l="l" t="t" r="r" b="b"/>
              <a:pathLst>
                <a:path w="502" h="496" extrusionOk="0">
                  <a:moveTo>
                    <a:pt x="250" y="0"/>
                  </a:moveTo>
                  <a:cubicBezTo>
                    <a:pt x="114" y="0"/>
                    <a:pt x="1" y="109"/>
                    <a:pt x="1" y="251"/>
                  </a:cubicBezTo>
                  <a:cubicBezTo>
                    <a:pt x="1" y="387"/>
                    <a:pt x="114" y="496"/>
                    <a:pt x="250" y="496"/>
                  </a:cubicBezTo>
                  <a:cubicBezTo>
                    <a:pt x="395" y="496"/>
                    <a:pt x="501" y="387"/>
                    <a:pt x="501" y="251"/>
                  </a:cubicBezTo>
                  <a:cubicBezTo>
                    <a:pt x="501" y="109"/>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3"/>
            <p:cNvSpPr/>
            <p:nvPr/>
          </p:nvSpPr>
          <p:spPr>
            <a:xfrm>
              <a:off x="2513250" y="2483600"/>
              <a:ext cx="12575" cy="12400"/>
            </a:xfrm>
            <a:custGeom>
              <a:avLst/>
              <a:gdLst/>
              <a:ahLst/>
              <a:cxnLst/>
              <a:rect l="l" t="t" r="r" b="b"/>
              <a:pathLst>
                <a:path w="503" h="496" extrusionOk="0">
                  <a:moveTo>
                    <a:pt x="252" y="0"/>
                  </a:moveTo>
                  <a:cubicBezTo>
                    <a:pt x="109" y="0"/>
                    <a:pt x="0" y="109"/>
                    <a:pt x="0" y="251"/>
                  </a:cubicBezTo>
                  <a:cubicBezTo>
                    <a:pt x="0" y="387"/>
                    <a:pt x="109" y="496"/>
                    <a:pt x="252" y="496"/>
                  </a:cubicBezTo>
                  <a:cubicBezTo>
                    <a:pt x="388" y="496"/>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3"/>
            <p:cNvSpPr/>
            <p:nvPr/>
          </p:nvSpPr>
          <p:spPr>
            <a:xfrm>
              <a:off x="2605000" y="2483600"/>
              <a:ext cx="12575" cy="12400"/>
            </a:xfrm>
            <a:custGeom>
              <a:avLst/>
              <a:gdLst/>
              <a:ahLst/>
              <a:cxnLst/>
              <a:rect l="l" t="t" r="r" b="b"/>
              <a:pathLst>
                <a:path w="503" h="496" extrusionOk="0">
                  <a:moveTo>
                    <a:pt x="252" y="0"/>
                  </a:moveTo>
                  <a:cubicBezTo>
                    <a:pt x="116" y="0"/>
                    <a:pt x="0" y="109"/>
                    <a:pt x="0" y="251"/>
                  </a:cubicBezTo>
                  <a:cubicBezTo>
                    <a:pt x="0" y="387"/>
                    <a:pt x="116" y="496"/>
                    <a:pt x="252" y="496"/>
                  </a:cubicBezTo>
                  <a:cubicBezTo>
                    <a:pt x="387" y="496"/>
                    <a:pt x="503" y="387"/>
                    <a:pt x="503" y="251"/>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3"/>
            <p:cNvSpPr/>
            <p:nvPr/>
          </p:nvSpPr>
          <p:spPr>
            <a:xfrm>
              <a:off x="2696950" y="2483600"/>
              <a:ext cx="12375" cy="12400"/>
            </a:xfrm>
            <a:custGeom>
              <a:avLst/>
              <a:gdLst/>
              <a:ahLst/>
              <a:cxnLst/>
              <a:rect l="l" t="t" r="r" b="b"/>
              <a:pathLst>
                <a:path w="495" h="496" extrusionOk="0">
                  <a:moveTo>
                    <a:pt x="252" y="0"/>
                  </a:moveTo>
                  <a:cubicBezTo>
                    <a:pt x="108" y="0"/>
                    <a:pt x="1" y="109"/>
                    <a:pt x="1" y="251"/>
                  </a:cubicBezTo>
                  <a:cubicBezTo>
                    <a:pt x="1" y="387"/>
                    <a:pt x="108" y="496"/>
                    <a:pt x="252" y="496"/>
                  </a:cubicBezTo>
                  <a:cubicBezTo>
                    <a:pt x="388" y="496"/>
                    <a:pt x="495" y="387"/>
                    <a:pt x="495" y="251"/>
                  </a:cubicBezTo>
                  <a:cubicBezTo>
                    <a:pt x="495"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3"/>
            <p:cNvSpPr/>
            <p:nvPr/>
          </p:nvSpPr>
          <p:spPr>
            <a:xfrm>
              <a:off x="2788700" y="2483600"/>
              <a:ext cx="12600" cy="12400"/>
            </a:xfrm>
            <a:custGeom>
              <a:avLst/>
              <a:gdLst/>
              <a:ahLst/>
              <a:cxnLst/>
              <a:rect l="l" t="t" r="r" b="b"/>
              <a:pathLst>
                <a:path w="504" h="496" extrusionOk="0">
                  <a:moveTo>
                    <a:pt x="252" y="0"/>
                  </a:moveTo>
                  <a:cubicBezTo>
                    <a:pt x="116" y="0"/>
                    <a:pt x="1" y="109"/>
                    <a:pt x="1" y="251"/>
                  </a:cubicBezTo>
                  <a:cubicBezTo>
                    <a:pt x="1" y="387"/>
                    <a:pt x="116" y="496"/>
                    <a:pt x="252" y="496"/>
                  </a:cubicBezTo>
                  <a:cubicBezTo>
                    <a:pt x="388" y="496"/>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3"/>
            <p:cNvSpPr/>
            <p:nvPr/>
          </p:nvSpPr>
          <p:spPr>
            <a:xfrm>
              <a:off x="2880675" y="2483600"/>
              <a:ext cx="12375" cy="12400"/>
            </a:xfrm>
            <a:custGeom>
              <a:avLst/>
              <a:gdLst/>
              <a:ahLst/>
              <a:cxnLst/>
              <a:rect l="l" t="t" r="r" b="b"/>
              <a:pathLst>
                <a:path w="495" h="496" extrusionOk="0">
                  <a:moveTo>
                    <a:pt x="243" y="0"/>
                  </a:moveTo>
                  <a:cubicBezTo>
                    <a:pt x="107" y="0"/>
                    <a:pt x="0" y="109"/>
                    <a:pt x="0" y="251"/>
                  </a:cubicBezTo>
                  <a:cubicBezTo>
                    <a:pt x="0" y="387"/>
                    <a:pt x="107" y="496"/>
                    <a:pt x="243" y="496"/>
                  </a:cubicBezTo>
                  <a:cubicBezTo>
                    <a:pt x="387" y="496"/>
                    <a:pt x="494" y="387"/>
                    <a:pt x="494" y="251"/>
                  </a:cubicBezTo>
                  <a:cubicBezTo>
                    <a:pt x="494" y="109"/>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3"/>
            <p:cNvSpPr/>
            <p:nvPr/>
          </p:nvSpPr>
          <p:spPr>
            <a:xfrm>
              <a:off x="2972425" y="2483600"/>
              <a:ext cx="12575" cy="12400"/>
            </a:xfrm>
            <a:custGeom>
              <a:avLst/>
              <a:gdLst/>
              <a:ahLst/>
              <a:cxnLst/>
              <a:rect l="l" t="t" r="r" b="b"/>
              <a:pathLst>
                <a:path w="503" h="496" extrusionOk="0">
                  <a:moveTo>
                    <a:pt x="251" y="0"/>
                  </a:moveTo>
                  <a:cubicBezTo>
                    <a:pt x="115" y="0"/>
                    <a:pt x="0" y="109"/>
                    <a:pt x="0" y="251"/>
                  </a:cubicBezTo>
                  <a:cubicBezTo>
                    <a:pt x="0" y="387"/>
                    <a:pt x="115" y="496"/>
                    <a:pt x="251" y="496"/>
                  </a:cubicBezTo>
                  <a:cubicBezTo>
                    <a:pt x="387" y="496"/>
                    <a:pt x="503" y="387"/>
                    <a:pt x="503" y="251"/>
                  </a:cubicBezTo>
                  <a:cubicBezTo>
                    <a:pt x="503"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3"/>
            <p:cNvSpPr/>
            <p:nvPr/>
          </p:nvSpPr>
          <p:spPr>
            <a:xfrm>
              <a:off x="3064375" y="2483600"/>
              <a:ext cx="12375" cy="12400"/>
            </a:xfrm>
            <a:custGeom>
              <a:avLst/>
              <a:gdLst/>
              <a:ahLst/>
              <a:cxnLst/>
              <a:rect l="l" t="t" r="r" b="b"/>
              <a:pathLst>
                <a:path w="495" h="496" extrusionOk="0">
                  <a:moveTo>
                    <a:pt x="243" y="0"/>
                  </a:moveTo>
                  <a:cubicBezTo>
                    <a:pt x="107" y="0"/>
                    <a:pt x="1" y="109"/>
                    <a:pt x="1" y="251"/>
                  </a:cubicBezTo>
                  <a:cubicBezTo>
                    <a:pt x="1" y="387"/>
                    <a:pt x="107" y="496"/>
                    <a:pt x="243" y="496"/>
                  </a:cubicBezTo>
                  <a:cubicBezTo>
                    <a:pt x="388" y="496"/>
                    <a:pt x="495" y="387"/>
                    <a:pt x="495" y="251"/>
                  </a:cubicBezTo>
                  <a:cubicBezTo>
                    <a:pt x="495" y="109"/>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3"/>
            <p:cNvSpPr/>
            <p:nvPr/>
          </p:nvSpPr>
          <p:spPr>
            <a:xfrm>
              <a:off x="3156125" y="2483600"/>
              <a:ext cx="12600" cy="12400"/>
            </a:xfrm>
            <a:custGeom>
              <a:avLst/>
              <a:gdLst/>
              <a:ahLst/>
              <a:cxnLst/>
              <a:rect l="l" t="t" r="r" b="b"/>
              <a:pathLst>
                <a:path w="504" h="496" extrusionOk="0">
                  <a:moveTo>
                    <a:pt x="252" y="0"/>
                  </a:moveTo>
                  <a:cubicBezTo>
                    <a:pt x="116" y="0"/>
                    <a:pt x="1" y="109"/>
                    <a:pt x="1" y="251"/>
                  </a:cubicBezTo>
                  <a:cubicBezTo>
                    <a:pt x="1" y="387"/>
                    <a:pt x="116" y="496"/>
                    <a:pt x="252" y="496"/>
                  </a:cubicBezTo>
                  <a:cubicBezTo>
                    <a:pt x="388" y="496"/>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3"/>
            <p:cNvSpPr/>
            <p:nvPr/>
          </p:nvSpPr>
          <p:spPr>
            <a:xfrm>
              <a:off x="3247875" y="2483600"/>
              <a:ext cx="12575" cy="12400"/>
            </a:xfrm>
            <a:custGeom>
              <a:avLst/>
              <a:gdLst/>
              <a:ahLst/>
              <a:cxnLst/>
              <a:rect l="l" t="t" r="r" b="b"/>
              <a:pathLst>
                <a:path w="503" h="496" extrusionOk="0">
                  <a:moveTo>
                    <a:pt x="252" y="0"/>
                  </a:moveTo>
                  <a:cubicBezTo>
                    <a:pt x="116" y="0"/>
                    <a:pt x="1" y="109"/>
                    <a:pt x="1" y="251"/>
                  </a:cubicBezTo>
                  <a:cubicBezTo>
                    <a:pt x="1" y="387"/>
                    <a:pt x="116" y="496"/>
                    <a:pt x="252" y="496"/>
                  </a:cubicBezTo>
                  <a:cubicBezTo>
                    <a:pt x="388" y="496"/>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3"/>
            <p:cNvSpPr/>
            <p:nvPr/>
          </p:nvSpPr>
          <p:spPr>
            <a:xfrm>
              <a:off x="3339850" y="2483600"/>
              <a:ext cx="12525" cy="12400"/>
            </a:xfrm>
            <a:custGeom>
              <a:avLst/>
              <a:gdLst/>
              <a:ahLst/>
              <a:cxnLst/>
              <a:rect l="l" t="t" r="r" b="b"/>
              <a:pathLst>
                <a:path w="501" h="496" extrusionOk="0">
                  <a:moveTo>
                    <a:pt x="251" y="0"/>
                  </a:moveTo>
                  <a:cubicBezTo>
                    <a:pt x="107" y="0"/>
                    <a:pt x="0" y="109"/>
                    <a:pt x="0" y="251"/>
                  </a:cubicBezTo>
                  <a:cubicBezTo>
                    <a:pt x="0" y="387"/>
                    <a:pt x="107" y="496"/>
                    <a:pt x="251" y="496"/>
                  </a:cubicBezTo>
                  <a:cubicBezTo>
                    <a:pt x="387" y="496"/>
                    <a:pt x="501" y="387"/>
                    <a:pt x="501" y="251"/>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3"/>
            <p:cNvSpPr/>
            <p:nvPr/>
          </p:nvSpPr>
          <p:spPr>
            <a:xfrm>
              <a:off x="3431575" y="2483600"/>
              <a:ext cx="12600" cy="12400"/>
            </a:xfrm>
            <a:custGeom>
              <a:avLst/>
              <a:gdLst/>
              <a:ahLst/>
              <a:cxnLst/>
              <a:rect l="l" t="t" r="r" b="b"/>
              <a:pathLst>
                <a:path w="504" h="496" extrusionOk="0">
                  <a:moveTo>
                    <a:pt x="252" y="0"/>
                  </a:moveTo>
                  <a:cubicBezTo>
                    <a:pt x="116" y="0"/>
                    <a:pt x="1" y="109"/>
                    <a:pt x="1" y="251"/>
                  </a:cubicBezTo>
                  <a:cubicBezTo>
                    <a:pt x="1" y="387"/>
                    <a:pt x="116" y="496"/>
                    <a:pt x="252" y="496"/>
                  </a:cubicBezTo>
                  <a:cubicBezTo>
                    <a:pt x="388" y="496"/>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3"/>
            <p:cNvSpPr/>
            <p:nvPr/>
          </p:nvSpPr>
          <p:spPr>
            <a:xfrm>
              <a:off x="3523550" y="2483600"/>
              <a:ext cx="12375" cy="12400"/>
            </a:xfrm>
            <a:custGeom>
              <a:avLst/>
              <a:gdLst/>
              <a:ahLst/>
              <a:cxnLst/>
              <a:rect l="l" t="t" r="r" b="b"/>
              <a:pathLst>
                <a:path w="495" h="496" extrusionOk="0">
                  <a:moveTo>
                    <a:pt x="250" y="0"/>
                  </a:moveTo>
                  <a:cubicBezTo>
                    <a:pt x="107" y="0"/>
                    <a:pt x="0" y="109"/>
                    <a:pt x="0" y="251"/>
                  </a:cubicBezTo>
                  <a:cubicBezTo>
                    <a:pt x="0" y="387"/>
                    <a:pt x="107" y="496"/>
                    <a:pt x="250" y="496"/>
                  </a:cubicBezTo>
                  <a:cubicBezTo>
                    <a:pt x="388" y="496"/>
                    <a:pt x="494" y="387"/>
                    <a:pt x="494" y="251"/>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3"/>
            <p:cNvSpPr/>
            <p:nvPr/>
          </p:nvSpPr>
          <p:spPr>
            <a:xfrm>
              <a:off x="676400" y="2575375"/>
              <a:ext cx="12600" cy="12550"/>
            </a:xfrm>
            <a:custGeom>
              <a:avLst/>
              <a:gdLst/>
              <a:ahLst/>
              <a:cxnLst/>
              <a:rect l="l" t="t" r="r" b="b"/>
              <a:pathLst>
                <a:path w="504" h="502" extrusionOk="0">
                  <a:moveTo>
                    <a:pt x="252" y="1"/>
                  </a:moveTo>
                  <a:cubicBezTo>
                    <a:pt x="116" y="1"/>
                    <a:pt x="1" y="114"/>
                    <a:pt x="1" y="250"/>
                  </a:cubicBezTo>
                  <a:cubicBezTo>
                    <a:pt x="1" y="388"/>
                    <a:pt x="116" y="502"/>
                    <a:pt x="252" y="502"/>
                  </a:cubicBezTo>
                  <a:cubicBezTo>
                    <a:pt x="388" y="502"/>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3"/>
            <p:cNvSpPr/>
            <p:nvPr/>
          </p:nvSpPr>
          <p:spPr>
            <a:xfrm>
              <a:off x="768325" y="2575375"/>
              <a:ext cx="12400" cy="12550"/>
            </a:xfrm>
            <a:custGeom>
              <a:avLst/>
              <a:gdLst/>
              <a:ahLst/>
              <a:cxnLst/>
              <a:rect l="l" t="t" r="r" b="b"/>
              <a:pathLst>
                <a:path w="496" h="502" extrusionOk="0">
                  <a:moveTo>
                    <a:pt x="245" y="1"/>
                  </a:moveTo>
                  <a:cubicBezTo>
                    <a:pt x="109" y="1"/>
                    <a:pt x="0" y="114"/>
                    <a:pt x="0" y="250"/>
                  </a:cubicBezTo>
                  <a:cubicBezTo>
                    <a:pt x="0" y="388"/>
                    <a:pt x="109" y="502"/>
                    <a:pt x="245" y="502"/>
                  </a:cubicBezTo>
                  <a:cubicBezTo>
                    <a:pt x="388" y="502"/>
                    <a:pt x="496" y="388"/>
                    <a:pt x="496" y="250"/>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3"/>
            <p:cNvSpPr/>
            <p:nvPr/>
          </p:nvSpPr>
          <p:spPr>
            <a:xfrm>
              <a:off x="860125" y="2575375"/>
              <a:ext cx="12525" cy="12550"/>
            </a:xfrm>
            <a:custGeom>
              <a:avLst/>
              <a:gdLst/>
              <a:ahLst/>
              <a:cxnLst/>
              <a:rect l="l" t="t" r="r" b="b"/>
              <a:pathLst>
                <a:path w="501" h="502" extrusionOk="0">
                  <a:moveTo>
                    <a:pt x="251" y="1"/>
                  </a:moveTo>
                  <a:cubicBezTo>
                    <a:pt x="114" y="1"/>
                    <a:pt x="0" y="114"/>
                    <a:pt x="0" y="250"/>
                  </a:cubicBezTo>
                  <a:cubicBezTo>
                    <a:pt x="0" y="388"/>
                    <a:pt x="114" y="502"/>
                    <a:pt x="251" y="502"/>
                  </a:cubicBezTo>
                  <a:cubicBezTo>
                    <a:pt x="387" y="502"/>
                    <a:pt x="501" y="388"/>
                    <a:pt x="501" y="250"/>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3"/>
            <p:cNvSpPr/>
            <p:nvPr/>
          </p:nvSpPr>
          <p:spPr>
            <a:xfrm>
              <a:off x="951850" y="2575375"/>
              <a:ext cx="12600" cy="12550"/>
            </a:xfrm>
            <a:custGeom>
              <a:avLst/>
              <a:gdLst/>
              <a:ahLst/>
              <a:cxnLst/>
              <a:rect l="l" t="t" r="r" b="b"/>
              <a:pathLst>
                <a:path w="504" h="502" extrusionOk="0">
                  <a:moveTo>
                    <a:pt x="252" y="1"/>
                  </a:moveTo>
                  <a:cubicBezTo>
                    <a:pt x="116" y="1"/>
                    <a:pt x="1" y="114"/>
                    <a:pt x="1" y="250"/>
                  </a:cubicBezTo>
                  <a:cubicBezTo>
                    <a:pt x="1" y="388"/>
                    <a:pt x="116" y="502"/>
                    <a:pt x="252" y="502"/>
                  </a:cubicBezTo>
                  <a:cubicBezTo>
                    <a:pt x="388" y="502"/>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3"/>
            <p:cNvSpPr/>
            <p:nvPr/>
          </p:nvSpPr>
          <p:spPr>
            <a:xfrm>
              <a:off x="1043825" y="2575375"/>
              <a:ext cx="12375" cy="12550"/>
            </a:xfrm>
            <a:custGeom>
              <a:avLst/>
              <a:gdLst/>
              <a:ahLst/>
              <a:cxnLst/>
              <a:rect l="l" t="t" r="r" b="b"/>
              <a:pathLst>
                <a:path w="495" h="502" extrusionOk="0">
                  <a:moveTo>
                    <a:pt x="250" y="1"/>
                  </a:moveTo>
                  <a:cubicBezTo>
                    <a:pt x="107" y="1"/>
                    <a:pt x="0" y="114"/>
                    <a:pt x="0" y="250"/>
                  </a:cubicBezTo>
                  <a:cubicBezTo>
                    <a:pt x="0" y="388"/>
                    <a:pt x="107" y="502"/>
                    <a:pt x="250" y="502"/>
                  </a:cubicBezTo>
                  <a:cubicBezTo>
                    <a:pt x="388" y="502"/>
                    <a:pt x="494" y="388"/>
                    <a:pt x="494" y="250"/>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3"/>
            <p:cNvSpPr/>
            <p:nvPr/>
          </p:nvSpPr>
          <p:spPr>
            <a:xfrm>
              <a:off x="1135575" y="2575375"/>
              <a:ext cx="12575" cy="12550"/>
            </a:xfrm>
            <a:custGeom>
              <a:avLst/>
              <a:gdLst/>
              <a:ahLst/>
              <a:cxnLst/>
              <a:rect l="l" t="t" r="r" b="b"/>
              <a:pathLst>
                <a:path w="503" h="502" extrusionOk="0">
                  <a:moveTo>
                    <a:pt x="252" y="1"/>
                  </a:moveTo>
                  <a:cubicBezTo>
                    <a:pt x="116" y="1"/>
                    <a:pt x="0" y="114"/>
                    <a:pt x="0" y="250"/>
                  </a:cubicBezTo>
                  <a:cubicBezTo>
                    <a:pt x="0" y="388"/>
                    <a:pt x="116" y="502"/>
                    <a:pt x="252" y="502"/>
                  </a:cubicBezTo>
                  <a:cubicBezTo>
                    <a:pt x="387" y="502"/>
                    <a:pt x="503" y="388"/>
                    <a:pt x="503" y="250"/>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3"/>
            <p:cNvSpPr/>
            <p:nvPr/>
          </p:nvSpPr>
          <p:spPr>
            <a:xfrm>
              <a:off x="1227500" y="2575375"/>
              <a:ext cx="12400" cy="12550"/>
            </a:xfrm>
            <a:custGeom>
              <a:avLst/>
              <a:gdLst/>
              <a:ahLst/>
              <a:cxnLst/>
              <a:rect l="l" t="t" r="r" b="b"/>
              <a:pathLst>
                <a:path w="496" h="502" extrusionOk="0">
                  <a:moveTo>
                    <a:pt x="251" y="1"/>
                  </a:moveTo>
                  <a:cubicBezTo>
                    <a:pt x="109" y="1"/>
                    <a:pt x="0" y="114"/>
                    <a:pt x="0" y="250"/>
                  </a:cubicBezTo>
                  <a:cubicBezTo>
                    <a:pt x="0" y="388"/>
                    <a:pt x="109" y="502"/>
                    <a:pt x="251" y="502"/>
                  </a:cubicBezTo>
                  <a:cubicBezTo>
                    <a:pt x="387" y="502"/>
                    <a:pt x="496" y="388"/>
                    <a:pt x="496" y="250"/>
                  </a:cubicBezTo>
                  <a:cubicBezTo>
                    <a:pt x="496"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3"/>
            <p:cNvSpPr/>
            <p:nvPr/>
          </p:nvSpPr>
          <p:spPr>
            <a:xfrm>
              <a:off x="1319275" y="2575375"/>
              <a:ext cx="12550" cy="12550"/>
            </a:xfrm>
            <a:custGeom>
              <a:avLst/>
              <a:gdLst/>
              <a:ahLst/>
              <a:cxnLst/>
              <a:rect l="l" t="t" r="r" b="b"/>
              <a:pathLst>
                <a:path w="502" h="502" extrusionOk="0">
                  <a:moveTo>
                    <a:pt x="252" y="1"/>
                  </a:moveTo>
                  <a:cubicBezTo>
                    <a:pt x="114" y="1"/>
                    <a:pt x="1" y="114"/>
                    <a:pt x="1" y="250"/>
                  </a:cubicBezTo>
                  <a:cubicBezTo>
                    <a:pt x="1" y="388"/>
                    <a:pt x="114" y="502"/>
                    <a:pt x="252" y="502"/>
                  </a:cubicBezTo>
                  <a:cubicBezTo>
                    <a:pt x="388" y="502"/>
                    <a:pt x="501" y="388"/>
                    <a:pt x="501" y="250"/>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3"/>
            <p:cNvSpPr/>
            <p:nvPr/>
          </p:nvSpPr>
          <p:spPr>
            <a:xfrm>
              <a:off x="1411200" y="2575375"/>
              <a:ext cx="12425" cy="12550"/>
            </a:xfrm>
            <a:custGeom>
              <a:avLst/>
              <a:gdLst/>
              <a:ahLst/>
              <a:cxnLst/>
              <a:rect l="l" t="t" r="r" b="b"/>
              <a:pathLst>
                <a:path w="497" h="502" extrusionOk="0">
                  <a:moveTo>
                    <a:pt x="245" y="1"/>
                  </a:moveTo>
                  <a:cubicBezTo>
                    <a:pt x="109" y="1"/>
                    <a:pt x="1" y="114"/>
                    <a:pt x="1" y="250"/>
                  </a:cubicBezTo>
                  <a:cubicBezTo>
                    <a:pt x="1" y="388"/>
                    <a:pt x="109" y="502"/>
                    <a:pt x="245" y="502"/>
                  </a:cubicBezTo>
                  <a:cubicBezTo>
                    <a:pt x="388" y="502"/>
                    <a:pt x="496" y="388"/>
                    <a:pt x="496" y="250"/>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3"/>
            <p:cNvSpPr/>
            <p:nvPr/>
          </p:nvSpPr>
          <p:spPr>
            <a:xfrm>
              <a:off x="1503000" y="2575375"/>
              <a:ext cx="12525" cy="12550"/>
            </a:xfrm>
            <a:custGeom>
              <a:avLst/>
              <a:gdLst/>
              <a:ahLst/>
              <a:cxnLst/>
              <a:rect l="l" t="t" r="r" b="b"/>
              <a:pathLst>
                <a:path w="501" h="502" extrusionOk="0">
                  <a:moveTo>
                    <a:pt x="250" y="1"/>
                  </a:moveTo>
                  <a:cubicBezTo>
                    <a:pt x="114" y="1"/>
                    <a:pt x="0" y="114"/>
                    <a:pt x="0" y="250"/>
                  </a:cubicBezTo>
                  <a:cubicBezTo>
                    <a:pt x="0" y="388"/>
                    <a:pt x="114" y="502"/>
                    <a:pt x="250" y="502"/>
                  </a:cubicBezTo>
                  <a:cubicBezTo>
                    <a:pt x="387" y="502"/>
                    <a:pt x="501" y="388"/>
                    <a:pt x="501" y="250"/>
                  </a:cubicBezTo>
                  <a:cubicBezTo>
                    <a:pt x="501" y="114"/>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3"/>
            <p:cNvSpPr/>
            <p:nvPr/>
          </p:nvSpPr>
          <p:spPr>
            <a:xfrm>
              <a:off x="1594750" y="2575375"/>
              <a:ext cx="12575" cy="12550"/>
            </a:xfrm>
            <a:custGeom>
              <a:avLst/>
              <a:gdLst/>
              <a:ahLst/>
              <a:cxnLst/>
              <a:rect l="l" t="t" r="r" b="b"/>
              <a:pathLst>
                <a:path w="503" h="502" extrusionOk="0">
                  <a:moveTo>
                    <a:pt x="251" y="1"/>
                  </a:moveTo>
                  <a:cubicBezTo>
                    <a:pt x="115" y="1"/>
                    <a:pt x="0" y="114"/>
                    <a:pt x="0" y="250"/>
                  </a:cubicBezTo>
                  <a:cubicBezTo>
                    <a:pt x="0" y="388"/>
                    <a:pt x="115" y="502"/>
                    <a:pt x="251" y="502"/>
                  </a:cubicBezTo>
                  <a:cubicBezTo>
                    <a:pt x="394" y="502"/>
                    <a:pt x="503" y="388"/>
                    <a:pt x="503" y="250"/>
                  </a:cubicBezTo>
                  <a:cubicBezTo>
                    <a:pt x="503" y="114"/>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3"/>
            <p:cNvSpPr/>
            <p:nvPr/>
          </p:nvSpPr>
          <p:spPr>
            <a:xfrm>
              <a:off x="1686650" y="2575375"/>
              <a:ext cx="12600" cy="12550"/>
            </a:xfrm>
            <a:custGeom>
              <a:avLst/>
              <a:gdLst/>
              <a:ahLst/>
              <a:cxnLst/>
              <a:rect l="l" t="t" r="r" b="b"/>
              <a:pathLst>
                <a:path w="504" h="502" extrusionOk="0">
                  <a:moveTo>
                    <a:pt x="252" y="1"/>
                  </a:moveTo>
                  <a:cubicBezTo>
                    <a:pt x="116" y="1"/>
                    <a:pt x="1" y="114"/>
                    <a:pt x="1" y="250"/>
                  </a:cubicBezTo>
                  <a:cubicBezTo>
                    <a:pt x="1" y="388"/>
                    <a:pt x="116" y="502"/>
                    <a:pt x="252" y="502"/>
                  </a:cubicBezTo>
                  <a:cubicBezTo>
                    <a:pt x="388" y="502"/>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3"/>
            <p:cNvSpPr/>
            <p:nvPr/>
          </p:nvSpPr>
          <p:spPr>
            <a:xfrm>
              <a:off x="1778450" y="2575375"/>
              <a:ext cx="12550" cy="12550"/>
            </a:xfrm>
            <a:custGeom>
              <a:avLst/>
              <a:gdLst/>
              <a:ahLst/>
              <a:cxnLst/>
              <a:rect l="l" t="t" r="r" b="b"/>
              <a:pathLst>
                <a:path w="502" h="502" extrusionOk="0">
                  <a:moveTo>
                    <a:pt x="252" y="1"/>
                  </a:moveTo>
                  <a:cubicBezTo>
                    <a:pt x="114" y="1"/>
                    <a:pt x="1" y="114"/>
                    <a:pt x="1" y="250"/>
                  </a:cubicBezTo>
                  <a:cubicBezTo>
                    <a:pt x="1" y="388"/>
                    <a:pt x="114" y="502"/>
                    <a:pt x="252" y="502"/>
                  </a:cubicBezTo>
                  <a:cubicBezTo>
                    <a:pt x="388" y="502"/>
                    <a:pt x="501" y="388"/>
                    <a:pt x="501" y="250"/>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3"/>
            <p:cNvSpPr/>
            <p:nvPr/>
          </p:nvSpPr>
          <p:spPr>
            <a:xfrm>
              <a:off x="1870375" y="2575375"/>
              <a:ext cx="12400" cy="12550"/>
            </a:xfrm>
            <a:custGeom>
              <a:avLst/>
              <a:gdLst/>
              <a:ahLst/>
              <a:cxnLst/>
              <a:rect l="l" t="t" r="r" b="b"/>
              <a:pathLst>
                <a:path w="496" h="502" extrusionOk="0">
                  <a:moveTo>
                    <a:pt x="252" y="1"/>
                  </a:moveTo>
                  <a:cubicBezTo>
                    <a:pt x="109" y="1"/>
                    <a:pt x="0" y="114"/>
                    <a:pt x="0" y="250"/>
                  </a:cubicBezTo>
                  <a:cubicBezTo>
                    <a:pt x="0" y="388"/>
                    <a:pt x="109" y="502"/>
                    <a:pt x="252" y="502"/>
                  </a:cubicBezTo>
                  <a:cubicBezTo>
                    <a:pt x="387" y="502"/>
                    <a:pt x="496" y="388"/>
                    <a:pt x="496" y="250"/>
                  </a:cubicBezTo>
                  <a:cubicBezTo>
                    <a:pt x="496"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3"/>
            <p:cNvSpPr/>
            <p:nvPr/>
          </p:nvSpPr>
          <p:spPr>
            <a:xfrm>
              <a:off x="1962150" y="2575375"/>
              <a:ext cx="12550" cy="12550"/>
            </a:xfrm>
            <a:custGeom>
              <a:avLst/>
              <a:gdLst/>
              <a:ahLst/>
              <a:cxnLst/>
              <a:rect l="l" t="t" r="r" b="b"/>
              <a:pathLst>
                <a:path w="502" h="502" extrusionOk="0">
                  <a:moveTo>
                    <a:pt x="250" y="1"/>
                  </a:moveTo>
                  <a:cubicBezTo>
                    <a:pt x="114" y="1"/>
                    <a:pt x="1" y="114"/>
                    <a:pt x="1" y="250"/>
                  </a:cubicBezTo>
                  <a:cubicBezTo>
                    <a:pt x="1" y="388"/>
                    <a:pt x="114" y="502"/>
                    <a:pt x="250" y="502"/>
                  </a:cubicBezTo>
                  <a:cubicBezTo>
                    <a:pt x="388" y="502"/>
                    <a:pt x="502" y="388"/>
                    <a:pt x="502" y="250"/>
                  </a:cubicBezTo>
                  <a:cubicBezTo>
                    <a:pt x="502"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3"/>
            <p:cNvSpPr/>
            <p:nvPr/>
          </p:nvSpPr>
          <p:spPr>
            <a:xfrm>
              <a:off x="2054075" y="2575375"/>
              <a:ext cx="12425" cy="12550"/>
            </a:xfrm>
            <a:custGeom>
              <a:avLst/>
              <a:gdLst/>
              <a:ahLst/>
              <a:cxnLst/>
              <a:rect l="l" t="t" r="r" b="b"/>
              <a:pathLst>
                <a:path w="497" h="502" extrusionOk="0">
                  <a:moveTo>
                    <a:pt x="252" y="1"/>
                  </a:moveTo>
                  <a:cubicBezTo>
                    <a:pt x="109" y="1"/>
                    <a:pt x="1" y="114"/>
                    <a:pt x="1" y="250"/>
                  </a:cubicBezTo>
                  <a:cubicBezTo>
                    <a:pt x="1" y="388"/>
                    <a:pt x="109" y="502"/>
                    <a:pt x="252" y="502"/>
                  </a:cubicBezTo>
                  <a:cubicBezTo>
                    <a:pt x="388" y="502"/>
                    <a:pt x="496" y="388"/>
                    <a:pt x="496" y="250"/>
                  </a:cubicBezTo>
                  <a:cubicBezTo>
                    <a:pt x="496"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3"/>
            <p:cNvSpPr/>
            <p:nvPr/>
          </p:nvSpPr>
          <p:spPr>
            <a:xfrm>
              <a:off x="2145825" y="2575375"/>
              <a:ext cx="12600" cy="12550"/>
            </a:xfrm>
            <a:custGeom>
              <a:avLst/>
              <a:gdLst/>
              <a:ahLst/>
              <a:cxnLst/>
              <a:rect l="l" t="t" r="r" b="b"/>
              <a:pathLst>
                <a:path w="504" h="502" extrusionOk="0">
                  <a:moveTo>
                    <a:pt x="252" y="1"/>
                  </a:moveTo>
                  <a:cubicBezTo>
                    <a:pt x="116" y="1"/>
                    <a:pt x="1" y="114"/>
                    <a:pt x="1" y="250"/>
                  </a:cubicBezTo>
                  <a:cubicBezTo>
                    <a:pt x="1" y="388"/>
                    <a:pt x="116" y="502"/>
                    <a:pt x="252" y="502"/>
                  </a:cubicBezTo>
                  <a:cubicBezTo>
                    <a:pt x="388" y="502"/>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3"/>
            <p:cNvSpPr/>
            <p:nvPr/>
          </p:nvSpPr>
          <p:spPr>
            <a:xfrm>
              <a:off x="2237800" y="2575375"/>
              <a:ext cx="12350" cy="12550"/>
            </a:xfrm>
            <a:custGeom>
              <a:avLst/>
              <a:gdLst/>
              <a:ahLst/>
              <a:cxnLst/>
              <a:rect l="l" t="t" r="r" b="b"/>
              <a:pathLst>
                <a:path w="494" h="502" extrusionOk="0">
                  <a:moveTo>
                    <a:pt x="244" y="1"/>
                  </a:moveTo>
                  <a:cubicBezTo>
                    <a:pt x="107" y="1"/>
                    <a:pt x="0" y="114"/>
                    <a:pt x="0" y="250"/>
                  </a:cubicBezTo>
                  <a:cubicBezTo>
                    <a:pt x="0" y="388"/>
                    <a:pt x="107" y="502"/>
                    <a:pt x="244" y="502"/>
                  </a:cubicBezTo>
                  <a:cubicBezTo>
                    <a:pt x="387" y="502"/>
                    <a:pt x="494" y="388"/>
                    <a:pt x="494" y="250"/>
                  </a:cubicBezTo>
                  <a:cubicBezTo>
                    <a:pt x="494" y="114"/>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3"/>
            <p:cNvSpPr/>
            <p:nvPr/>
          </p:nvSpPr>
          <p:spPr>
            <a:xfrm>
              <a:off x="2329550" y="2575375"/>
              <a:ext cx="12575" cy="12550"/>
            </a:xfrm>
            <a:custGeom>
              <a:avLst/>
              <a:gdLst/>
              <a:ahLst/>
              <a:cxnLst/>
              <a:rect l="l" t="t" r="r" b="b"/>
              <a:pathLst>
                <a:path w="503" h="502" extrusionOk="0">
                  <a:moveTo>
                    <a:pt x="251" y="1"/>
                  </a:moveTo>
                  <a:cubicBezTo>
                    <a:pt x="115" y="1"/>
                    <a:pt x="0" y="114"/>
                    <a:pt x="0" y="250"/>
                  </a:cubicBezTo>
                  <a:cubicBezTo>
                    <a:pt x="0" y="388"/>
                    <a:pt x="115" y="502"/>
                    <a:pt x="251" y="502"/>
                  </a:cubicBezTo>
                  <a:cubicBezTo>
                    <a:pt x="387" y="502"/>
                    <a:pt x="502" y="388"/>
                    <a:pt x="502" y="250"/>
                  </a:cubicBezTo>
                  <a:cubicBezTo>
                    <a:pt x="502"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3"/>
            <p:cNvSpPr/>
            <p:nvPr/>
          </p:nvSpPr>
          <p:spPr>
            <a:xfrm>
              <a:off x="2421325" y="2575375"/>
              <a:ext cx="12550" cy="12550"/>
            </a:xfrm>
            <a:custGeom>
              <a:avLst/>
              <a:gdLst/>
              <a:ahLst/>
              <a:cxnLst/>
              <a:rect l="l" t="t" r="r" b="b"/>
              <a:pathLst>
                <a:path w="502" h="502" extrusionOk="0">
                  <a:moveTo>
                    <a:pt x="250" y="1"/>
                  </a:moveTo>
                  <a:cubicBezTo>
                    <a:pt x="114" y="1"/>
                    <a:pt x="1" y="114"/>
                    <a:pt x="1" y="250"/>
                  </a:cubicBezTo>
                  <a:cubicBezTo>
                    <a:pt x="1" y="388"/>
                    <a:pt x="114" y="502"/>
                    <a:pt x="250" y="502"/>
                  </a:cubicBezTo>
                  <a:cubicBezTo>
                    <a:pt x="395" y="502"/>
                    <a:pt x="501" y="388"/>
                    <a:pt x="501" y="250"/>
                  </a:cubicBezTo>
                  <a:cubicBezTo>
                    <a:pt x="501" y="114"/>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3"/>
            <p:cNvSpPr/>
            <p:nvPr/>
          </p:nvSpPr>
          <p:spPr>
            <a:xfrm>
              <a:off x="2513250" y="2575375"/>
              <a:ext cx="12575" cy="12550"/>
            </a:xfrm>
            <a:custGeom>
              <a:avLst/>
              <a:gdLst/>
              <a:ahLst/>
              <a:cxnLst/>
              <a:rect l="l" t="t" r="r" b="b"/>
              <a:pathLst>
                <a:path w="503" h="502" extrusionOk="0">
                  <a:moveTo>
                    <a:pt x="252" y="1"/>
                  </a:moveTo>
                  <a:cubicBezTo>
                    <a:pt x="109" y="1"/>
                    <a:pt x="0" y="114"/>
                    <a:pt x="0" y="250"/>
                  </a:cubicBezTo>
                  <a:cubicBezTo>
                    <a:pt x="0" y="388"/>
                    <a:pt x="109" y="502"/>
                    <a:pt x="252" y="502"/>
                  </a:cubicBezTo>
                  <a:cubicBezTo>
                    <a:pt x="388" y="502"/>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3"/>
            <p:cNvSpPr/>
            <p:nvPr/>
          </p:nvSpPr>
          <p:spPr>
            <a:xfrm>
              <a:off x="2605000" y="2575375"/>
              <a:ext cx="12575" cy="12550"/>
            </a:xfrm>
            <a:custGeom>
              <a:avLst/>
              <a:gdLst/>
              <a:ahLst/>
              <a:cxnLst/>
              <a:rect l="l" t="t" r="r" b="b"/>
              <a:pathLst>
                <a:path w="503" h="502" extrusionOk="0">
                  <a:moveTo>
                    <a:pt x="252" y="1"/>
                  </a:moveTo>
                  <a:cubicBezTo>
                    <a:pt x="116" y="1"/>
                    <a:pt x="0" y="114"/>
                    <a:pt x="0" y="250"/>
                  </a:cubicBezTo>
                  <a:cubicBezTo>
                    <a:pt x="0" y="388"/>
                    <a:pt x="116" y="502"/>
                    <a:pt x="252" y="502"/>
                  </a:cubicBezTo>
                  <a:cubicBezTo>
                    <a:pt x="387" y="502"/>
                    <a:pt x="503" y="388"/>
                    <a:pt x="503" y="250"/>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3"/>
            <p:cNvSpPr/>
            <p:nvPr/>
          </p:nvSpPr>
          <p:spPr>
            <a:xfrm>
              <a:off x="2696950" y="2575375"/>
              <a:ext cx="12375" cy="12550"/>
            </a:xfrm>
            <a:custGeom>
              <a:avLst/>
              <a:gdLst/>
              <a:ahLst/>
              <a:cxnLst/>
              <a:rect l="l" t="t" r="r" b="b"/>
              <a:pathLst>
                <a:path w="495" h="502" extrusionOk="0">
                  <a:moveTo>
                    <a:pt x="252" y="1"/>
                  </a:moveTo>
                  <a:cubicBezTo>
                    <a:pt x="108" y="1"/>
                    <a:pt x="1" y="114"/>
                    <a:pt x="1" y="250"/>
                  </a:cubicBezTo>
                  <a:cubicBezTo>
                    <a:pt x="1" y="388"/>
                    <a:pt x="108" y="502"/>
                    <a:pt x="252" y="502"/>
                  </a:cubicBezTo>
                  <a:cubicBezTo>
                    <a:pt x="388" y="502"/>
                    <a:pt x="495" y="388"/>
                    <a:pt x="495" y="250"/>
                  </a:cubicBezTo>
                  <a:cubicBezTo>
                    <a:pt x="495"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3"/>
            <p:cNvSpPr/>
            <p:nvPr/>
          </p:nvSpPr>
          <p:spPr>
            <a:xfrm>
              <a:off x="2788700" y="2575375"/>
              <a:ext cx="12600" cy="12550"/>
            </a:xfrm>
            <a:custGeom>
              <a:avLst/>
              <a:gdLst/>
              <a:ahLst/>
              <a:cxnLst/>
              <a:rect l="l" t="t" r="r" b="b"/>
              <a:pathLst>
                <a:path w="504" h="502" extrusionOk="0">
                  <a:moveTo>
                    <a:pt x="252" y="1"/>
                  </a:moveTo>
                  <a:cubicBezTo>
                    <a:pt x="116" y="1"/>
                    <a:pt x="1" y="114"/>
                    <a:pt x="1" y="250"/>
                  </a:cubicBezTo>
                  <a:cubicBezTo>
                    <a:pt x="1" y="388"/>
                    <a:pt x="116" y="502"/>
                    <a:pt x="252" y="502"/>
                  </a:cubicBezTo>
                  <a:cubicBezTo>
                    <a:pt x="388" y="502"/>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3"/>
            <p:cNvSpPr/>
            <p:nvPr/>
          </p:nvSpPr>
          <p:spPr>
            <a:xfrm>
              <a:off x="2880675" y="2575375"/>
              <a:ext cx="12375" cy="12550"/>
            </a:xfrm>
            <a:custGeom>
              <a:avLst/>
              <a:gdLst/>
              <a:ahLst/>
              <a:cxnLst/>
              <a:rect l="l" t="t" r="r" b="b"/>
              <a:pathLst>
                <a:path w="495" h="502" extrusionOk="0">
                  <a:moveTo>
                    <a:pt x="243" y="1"/>
                  </a:moveTo>
                  <a:cubicBezTo>
                    <a:pt x="107" y="1"/>
                    <a:pt x="0" y="114"/>
                    <a:pt x="0" y="250"/>
                  </a:cubicBezTo>
                  <a:cubicBezTo>
                    <a:pt x="0" y="388"/>
                    <a:pt x="107" y="502"/>
                    <a:pt x="243" y="502"/>
                  </a:cubicBezTo>
                  <a:cubicBezTo>
                    <a:pt x="387" y="502"/>
                    <a:pt x="494" y="388"/>
                    <a:pt x="494" y="250"/>
                  </a:cubicBezTo>
                  <a:cubicBezTo>
                    <a:pt x="494" y="114"/>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3"/>
            <p:cNvSpPr/>
            <p:nvPr/>
          </p:nvSpPr>
          <p:spPr>
            <a:xfrm>
              <a:off x="2972425" y="2575375"/>
              <a:ext cx="12575" cy="12550"/>
            </a:xfrm>
            <a:custGeom>
              <a:avLst/>
              <a:gdLst/>
              <a:ahLst/>
              <a:cxnLst/>
              <a:rect l="l" t="t" r="r" b="b"/>
              <a:pathLst>
                <a:path w="503" h="502" extrusionOk="0">
                  <a:moveTo>
                    <a:pt x="251" y="1"/>
                  </a:moveTo>
                  <a:cubicBezTo>
                    <a:pt x="115" y="1"/>
                    <a:pt x="0" y="114"/>
                    <a:pt x="0" y="250"/>
                  </a:cubicBezTo>
                  <a:cubicBezTo>
                    <a:pt x="0" y="388"/>
                    <a:pt x="115" y="502"/>
                    <a:pt x="251" y="502"/>
                  </a:cubicBezTo>
                  <a:cubicBezTo>
                    <a:pt x="387" y="502"/>
                    <a:pt x="503" y="388"/>
                    <a:pt x="503" y="250"/>
                  </a:cubicBezTo>
                  <a:cubicBezTo>
                    <a:pt x="503"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3"/>
            <p:cNvSpPr/>
            <p:nvPr/>
          </p:nvSpPr>
          <p:spPr>
            <a:xfrm>
              <a:off x="3064375" y="2575375"/>
              <a:ext cx="12375" cy="12550"/>
            </a:xfrm>
            <a:custGeom>
              <a:avLst/>
              <a:gdLst/>
              <a:ahLst/>
              <a:cxnLst/>
              <a:rect l="l" t="t" r="r" b="b"/>
              <a:pathLst>
                <a:path w="495" h="502" extrusionOk="0">
                  <a:moveTo>
                    <a:pt x="243" y="1"/>
                  </a:moveTo>
                  <a:cubicBezTo>
                    <a:pt x="107" y="1"/>
                    <a:pt x="1" y="114"/>
                    <a:pt x="1" y="250"/>
                  </a:cubicBezTo>
                  <a:cubicBezTo>
                    <a:pt x="1" y="388"/>
                    <a:pt x="107" y="502"/>
                    <a:pt x="243" y="502"/>
                  </a:cubicBezTo>
                  <a:cubicBezTo>
                    <a:pt x="388" y="502"/>
                    <a:pt x="495" y="388"/>
                    <a:pt x="495" y="250"/>
                  </a:cubicBezTo>
                  <a:cubicBezTo>
                    <a:pt x="495" y="114"/>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3"/>
            <p:cNvSpPr/>
            <p:nvPr/>
          </p:nvSpPr>
          <p:spPr>
            <a:xfrm>
              <a:off x="3156125" y="2575375"/>
              <a:ext cx="12600" cy="12550"/>
            </a:xfrm>
            <a:custGeom>
              <a:avLst/>
              <a:gdLst/>
              <a:ahLst/>
              <a:cxnLst/>
              <a:rect l="l" t="t" r="r" b="b"/>
              <a:pathLst>
                <a:path w="504" h="502" extrusionOk="0">
                  <a:moveTo>
                    <a:pt x="252" y="1"/>
                  </a:moveTo>
                  <a:cubicBezTo>
                    <a:pt x="116" y="1"/>
                    <a:pt x="1" y="114"/>
                    <a:pt x="1" y="250"/>
                  </a:cubicBezTo>
                  <a:cubicBezTo>
                    <a:pt x="1" y="388"/>
                    <a:pt x="116" y="502"/>
                    <a:pt x="252" y="502"/>
                  </a:cubicBezTo>
                  <a:cubicBezTo>
                    <a:pt x="388" y="502"/>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3"/>
            <p:cNvSpPr/>
            <p:nvPr/>
          </p:nvSpPr>
          <p:spPr>
            <a:xfrm>
              <a:off x="3247875" y="2575375"/>
              <a:ext cx="12575" cy="12550"/>
            </a:xfrm>
            <a:custGeom>
              <a:avLst/>
              <a:gdLst/>
              <a:ahLst/>
              <a:cxnLst/>
              <a:rect l="l" t="t" r="r" b="b"/>
              <a:pathLst>
                <a:path w="503" h="502" extrusionOk="0">
                  <a:moveTo>
                    <a:pt x="252" y="1"/>
                  </a:moveTo>
                  <a:cubicBezTo>
                    <a:pt x="116" y="1"/>
                    <a:pt x="1" y="114"/>
                    <a:pt x="1" y="250"/>
                  </a:cubicBezTo>
                  <a:cubicBezTo>
                    <a:pt x="1" y="388"/>
                    <a:pt x="116" y="502"/>
                    <a:pt x="252" y="502"/>
                  </a:cubicBezTo>
                  <a:cubicBezTo>
                    <a:pt x="388" y="502"/>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3"/>
            <p:cNvSpPr/>
            <p:nvPr/>
          </p:nvSpPr>
          <p:spPr>
            <a:xfrm>
              <a:off x="3339850" y="2575375"/>
              <a:ext cx="12525" cy="12550"/>
            </a:xfrm>
            <a:custGeom>
              <a:avLst/>
              <a:gdLst/>
              <a:ahLst/>
              <a:cxnLst/>
              <a:rect l="l" t="t" r="r" b="b"/>
              <a:pathLst>
                <a:path w="501" h="502" extrusionOk="0">
                  <a:moveTo>
                    <a:pt x="251" y="1"/>
                  </a:moveTo>
                  <a:cubicBezTo>
                    <a:pt x="107" y="1"/>
                    <a:pt x="0" y="114"/>
                    <a:pt x="0" y="250"/>
                  </a:cubicBezTo>
                  <a:cubicBezTo>
                    <a:pt x="0" y="388"/>
                    <a:pt x="107" y="502"/>
                    <a:pt x="251" y="502"/>
                  </a:cubicBezTo>
                  <a:cubicBezTo>
                    <a:pt x="387" y="502"/>
                    <a:pt x="501" y="388"/>
                    <a:pt x="501" y="250"/>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3"/>
            <p:cNvSpPr/>
            <p:nvPr/>
          </p:nvSpPr>
          <p:spPr>
            <a:xfrm>
              <a:off x="3431575" y="2575375"/>
              <a:ext cx="12600" cy="12550"/>
            </a:xfrm>
            <a:custGeom>
              <a:avLst/>
              <a:gdLst/>
              <a:ahLst/>
              <a:cxnLst/>
              <a:rect l="l" t="t" r="r" b="b"/>
              <a:pathLst>
                <a:path w="504" h="502" extrusionOk="0">
                  <a:moveTo>
                    <a:pt x="252" y="1"/>
                  </a:moveTo>
                  <a:cubicBezTo>
                    <a:pt x="116" y="1"/>
                    <a:pt x="1" y="114"/>
                    <a:pt x="1" y="250"/>
                  </a:cubicBezTo>
                  <a:cubicBezTo>
                    <a:pt x="1" y="388"/>
                    <a:pt x="116" y="502"/>
                    <a:pt x="252" y="502"/>
                  </a:cubicBezTo>
                  <a:cubicBezTo>
                    <a:pt x="388" y="502"/>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3"/>
            <p:cNvSpPr/>
            <p:nvPr/>
          </p:nvSpPr>
          <p:spPr>
            <a:xfrm>
              <a:off x="3523550" y="2575375"/>
              <a:ext cx="12375" cy="12550"/>
            </a:xfrm>
            <a:custGeom>
              <a:avLst/>
              <a:gdLst/>
              <a:ahLst/>
              <a:cxnLst/>
              <a:rect l="l" t="t" r="r" b="b"/>
              <a:pathLst>
                <a:path w="495" h="502" extrusionOk="0">
                  <a:moveTo>
                    <a:pt x="250" y="1"/>
                  </a:moveTo>
                  <a:cubicBezTo>
                    <a:pt x="107" y="1"/>
                    <a:pt x="0" y="114"/>
                    <a:pt x="0" y="250"/>
                  </a:cubicBezTo>
                  <a:cubicBezTo>
                    <a:pt x="0" y="388"/>
                    <a:pt x="107" y="502"/>
                    <a:pt x="250" y="502"/>
                  </a:cubicBezTo>
                  <a:cubicBezTo>
                    <a:pt x="388" y="502"/>
                    <a:pt x="494" y="388"/>
                    <a:pt x="494" y="250"/>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3"/>
            <p:cNvSpPr/>
            <p:nvPr/>
          </p:nvSpPr>
          <p:spPr>
            <a:xfrm>
              <a:off x="676400" y="26673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3"/>
            <p:cNvSpPr/>
            <p:nvPr/>
          </p:nvSpPr>
          <p:spPr>
            <a:xfrm>
              <a:off x="768325" y="2667300"/>
              <a:ext cx="12400" cy="12425"/>
            </a:xfrm>
            <a:custGeom>
              <a:avLst/>
              <a:gdLst/>
              <a:ahLst/>
              <a:cxnLst/>
              <a:rect l="l" t="t" r="r" b="b"/>
              <a:pathLst>
                <a:path w="496" h="497" extrusionOk="0">
                  <a:moveTo>
                    <a:pt x="245" y="1"/>
                  </a:moveTo>
                  <a:cubicBezTo>
                    <a:pt x="109" y="1"/>
                    <a:pt x="0" y="109"/>
                    <a:pt x="0" y="245"/>
                  </a:cubicBezTo>
                  <a:cubicBezTo>
                    <a:pt x="0" y="388"/>
                    <a:pt x="109" y="496"/>
                    <a:pt x="245" y="496"/>
                  </a:cubicBezTo>
                  <a:cubicBezTo>
                    <a:pt x="388" y="496"/>
                    <a:pt x="496" y="388"/>
                    <a:pt x="496" y="245"/>
                  </a:cubicBezTo>
                  <a:cubicBezTo>
                    <a:pt x="496" y="109"/>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3"/>
            <p:cNvSpPr/>
            <p:nvPr/>
          </p:nvSpPr>
          <p:spPr>
            <a:xfrm>
              <a:off x="860125" y="2667300"/>
              <a:ext cx="12525" cy="12425"/>
            </a:xfrm>
            <a:custGeom>
              <a:avLst/>
              <a:gdLst/>
              <a:ahLst/>
              <a:cxnLst/>
              <a:rect l="l" t="t" r="r" b="b"/>
              <a:pathLst>
                <a:path w="501" h="497" extrusionOk="0">
                  <a:moveTo>
                    <a:pt x="251" y="1"/>
                  </a:moveTo>
                  <a:cubicBezTo>
                    <a:pt x="114" y="1"/>
                    <a:pt x="0" y="109"/>
                    <a:pt x="0" y="245"/>
                  </a:cubicBezTo>
                  <a:cubicBezTo>
                    <a:pt x="0" y="388"/>
                    <a:pt x="114" y="496"/>
                    <a:pt x="251" y="496"/>
                  </a:cubicBezTo>
                  <a:cubicBezTo>
                    <a:pt x="387" y="496"/>
                    <a:pt x="501" y="388"/>
                    <a:pt x="501" y="245"/>
                  </a:cubicBezTo>
                  <a:cubicBezTo>
                    <a:pt x="501"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3"/>
            <p:cNvSpPr/>
            <p:nvPr/>
          </p:nvSpPr>
          <p:spPr>
            <a:xfrm>
              <a:off x="951850" y="26673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3"/>
            <p:cNvSpPr/>
            <p:nvPr/>
          </p:nvSpPr>
          <p:spPr>
            <a:xfrm>
              <a:off x="1043825" y="2667300"/>
              <a:ext cx="12375" cy="12425"/>
            </a:xfrm>
            <a:custGeom>
              <a:avLst/>
              <a:gdLst/>
              <a:ahLst/>
              <a:cxnLst/>
              <a:rect l="l" t="t" r="r" b="b"/>
              <a:pathLst>
                <a:path w="495" h="497" extrusionOk="0">
                  <a:moveTo>
                    <a:pt x="250" y="1"/>
                  </a:moveTo>
                  <a:cubicBezTo>
                    <a:pt x="107" y="1"/>
                    <a:pt x="0" y="109"/>
                    <a:pt x="0" y="245"/>
                  </a:cubicBezTo>
                  <a:cubicBezTo>
                    <a:pt x="0" y="388"/>
                    <a:pt x="107" y="496"/>
                    <a:pt x="250" y="496"/>
                  </a:cubicBezTo>
                  <a:cubicBezTo>
                    <a:pt x="388" y="496"/>
                    <a:pt x="494" y="388"/>
                    <a:pt x="494" y="245"/>
                  </a:cubicBezTo>
                  <a:cubicBezTo>
                    <a:pt x="494"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3"/>
            <p:cNvSpPr/>
            <p:nvPr/>
          </p:nvSpPr>
          <p:spPr>
            <a:xfrm>
              <a:off x="1135575" y="2667300"/>
              <a:ext cx="12575" cy="12425"/>
            </a:xfrm>
            <a:custGeom>
              <a:avLst/>
              <a:gdLst/>
              <a:ahLst/>
              <a:cxnLst/>
              <a:rect l="l" t="t" r="r" b="b"/>
              <a:pathLst>
                <a:path w="503" h="497" extrusionOk="0">
                  <a:moveTo>
                    <a:pt x="252" y="1"/>
                  </a:moveTo>
                  <a:cubicBezTo>
                    <a:pt x="116" y="1"/>
                    <a:pt x="0" y="109"/>
                    <a:pt x="0" y="245"/>
                  </a:cubicBezTo>
                  <a:cubicBezTo>
                    <a:pt x="0" y="388"/>
                    <a:pt x="116" y="496"/>
                    <a:pt x="252" y="496"/>
                  </a:cubicBezTo>
                  <a:cubicBezTo>
                    <a:pt x="387" y="496"/>
                    <a:pt x="503" y="388"/>
                    <a:pt x="503" y="245"/>
                  </a:cubicBezTo>
                  <a:cubicBezTo>
                    <a:pt x="503"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3"/>
            <p:cNvSpPr/>
            <p:nvPr/>
          </p:nvSpPr>
          <p:spPr>
            <a:xfrm>
              <a:off x="1227500" y="2667300"/>
              <a:ext cx="12400" cy="12425"/>
            </a:xfrm>
            <a:custGeom>
              <a:avLst/>
              <a:gdLst/>
              <a:ahLst/>
              <a:cxnLst/>
              <a:rect l="l" t="t" r="r" b="b"/>
              <a:pathLst>
                <a:path w="496" h="497" extrusionOk="0">
                  <a:moveTo>
                    <a:pt x="251" y="1"/>
                  </a:moveTo>
                  <a:cubicBezTo>
                    <a:pt x="109" y="1"/>
                    <a:pt x="0" y="109"/>
                    <a:pt x="0" y="245"/>
                  </a:cubicBezTo>
                  <a:cubicBezTo>
                    <a:pt x="0" y="388"/>
                    <a:pt x="109" y="496"/>
                    <a:pt x="251" y="496"/>
                  </a:cubicBezTo>
                  <a:cubicBezTo>
                    <a:pt x="387" y="496"/>
                    <a:pt x="496" y="388"/>
                    <a:pt x="496" y="245"/>
                  </a:cubicBezTo>
                  <a:cubicBezTo>
                    <a:pt x="496"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3"/>
            <p:cNvSpPr/>
            <p:nvPr/>
          </p:nvSpPr>
          <p:spPr>
            <a:xfrm>
              <a:off x="1319275" y="2667300"/>
              <a:ext cx="12550" cy="12425"/>
            </a:xfrm>
            <a:custGeom>
              <a:avLst/>
              <a:gdLst/>
              <a:ahLst/>
              <a:cxnLst/>
              <a:rect l="l" t="t" r="r" b="b"/>
              <a:pathLst>
                <a:path w="502" h="497" extrusionOk="0">
                  <a:moveTo>
                    <a:pt x="252" y="1"/>
                  </a:moveTo>
                  <a:cubicBezTo>
                    <a:pt x="114" y="1"/>
                    <a:pt x="1" y="109"/>
                    <a:pt x="1" y="245"/>
                  </a:cubicBezTo>
                  <a:cubicBezTo>
                    <a:pt x="1" y="388"/>
                    <a:pt x="114" y="496"/>
                    <a:pt x="252" y="496"/>
                  </a:cubicBezTo>
                  <a:cubicBezTo>
                    <a:pt x="388" y="496"/>
                    <a:pt x="501" y="388"/>
                    <a:pt x="501" y="245"/>
                  </a:cubicBezTo>
                  <a:cubicBezTo>
                    <a:pt x="501"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3"/>
            <p:cNvSpPr/>
            <p:nvPr/>
          </p:nvSpPr>
          <p:spPr>
            <a:xfrm>
              <a:off x="1411200" y="2667300"/>
              <a:ext cx="12425" cy="12425"/>
            </a:xfrm>
            <a:custGeom>
              <a:avLst/>
              <a:gdLst/>
              <a:ahLst/>
              <a:cxnLst/>
              <a:rect l="l" t="t" r="r" b="b"/>
              <a:pathLst>
                <a:path w="497" h="497" extrusionOk="0">
                  <a:moveTo>
                    <a:pt x="245" y="1"/>
                  </a:moveTo>
                  <a:cubicBezTo>
                    <a:pt x="109" y="1"/>
                    <a:pt x="1" y="109"/>
                    <a:pt x="1" y="245"/>
                  </a:cubicBezTo>
                  <a:cubicBezTo>
                    <a:pt x="1" y="388"/>
                    <a:pt x="109" y="496"/>
                    <a:pt x="245" y="496"/>
                  </a:cubicBezTo>
                  <a:cubicBezTo>
                    <a:pt x="388" y="496"/>
                    <a:pt x="496" y="388"/>
                    <a:pt x="496" y="245"/>
                  </a:cubicBezTo>
                  <a:cubicBezTo>
                    <a:pt x="496" y="109"/>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3"/>
            <p:cNvSpPr/>
            <p:nvPr/>
          </p:nvSpPr>
          <p:spPr>
            <a:xfrm>
              <a:off x="1503000" y="2667300"/>
              <a:ext cx="12525" cy="12425"/>
            </a:xfrm>
            <a:custGeom>
              <a:avLst/>
              <a:gdLst/>
              <a:ahLst/>
              <a:cxnLst/>
              <a:rect l="l" t="t" r="r" b="b"/>
              <a:pathLst>
                <a:path w="501" h="497" extrusionOk="0">
                  <a:moveTo>
                    <a:pt x="250" y="1"/>
                  </a:moveTo>
                  <a:cubicBezTo>
                    <a:pt x="114" y="1"/>
                    <a:pt x="0" y="109"/>
                    <a:pt x="0" y="245"/>
                  </a:cubicBezTo>
                  <a:cubicBezTo>
                    <a:pt x="0" y="388"/>
                    <a:pt x="114" y="496"/>
                    <a:pt x="250" y="496"/>
                  </a:cubicBezTo>
                  <a:cubicBezTo>
                    <a:pt x="387" y="496"/>
                    <a:pt x="501" y="388"/>
                    <a:pt x="501" y="245"/>
                  </a:cubicBezTo>
                  <a:cubicBezTo>
                    <a:pt x="501" y="109"/>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3"/>
            <p:cNvSpPr/>
            <p:nvPr/>
          </p:nvSpPr>
          <p:spPr>
            <a:xfrm>
              <a:off x="1594750" y="2667300"/>
              <a:ext cx="12575" cy="12425"/>
            </a:xfrm>
            <a:custGeom>
              <a:avLst/>
              <a:gdLst/>
              <a:ahLst/>
              <a:cxnLst/>
              <a:rect l="l" t="t" r="r" b="b"/>
              <a:pathLst>
                <a:path w="503" h="497" extrusionOk="0">
                  <a:moveTo>
                    <a:pt x="251" y="1"/>
                  </a:moveTo>
                  <a:cubicBezTo>
                    <a:pt x="115" y="1"/>
                    <a:pt x="0" y="109"/>
                    <a:pt x="0" y="245"/>
                  </a:cubicBezTo>
                  <a:cubicBezTo>
                    <a:pt x="0" y="388"/>
                    <a:pt x="115" y="496"/>
                    <a:pt x="251" y="496"/>
                  </a:cubicBezTo>
                  <a:cubicBezTo>
                    <a:pt x="394" y="496"/>
                    <a:pt x="503" y="388"/>
                    <a:pt x="503" y="245"/>
                  </a:cubicBezTo>
                  <a:cubicBezTo>
                    <a:pt x="503" y="109"/>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3"/>
            <p:cNvSpPr/>
            <p:nvPr/>
          </p:nvSpPr>
          <p:spPr>
            <a:xfrm>
              <a:off x="1686650" y="26673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3"/>
            <p:cNvSpPr/>
            <p:nvPr/>
          </p:nvSpPr>
          <p:spPr>
            <a:xfrm>
              <a:off x="1778450" y="2667300"/>
              <a:ext cx="12550" cy="12425"/>
            </a:xfrm>
            <a:custGeom>
              <a:avLst/>
              <a:gdLst/>
              <a:ahLst/>
              <a:cxnLst/>
              <a:rect l="l" t="t" r="r" b="b"/>
              <a:pathLst>
                <a:path w="502" h="497" extrusionOk="0">
                  <a:moveTo>
                    <a:pt x="252" y="1"/>
                  </a:moveTo>
                  <a:cubicBezTo>
                    <a:pt x="114" y="1"/>
                    <a:pt x="1" y="109"/>
                    <a:pt x="1" y="245"/>
                  </a:cubicBezTo>
                  <a:cubicBezTo>
                    <a:pt x="1" y="388"/>
                    <a:pt x="114" y="496"/>
                    <a:pt x="252" y="496"/>
                  </a:cubicBezTo>
                  <a:cubicBezTo>
                    <a:pt x="388" y="496"/>
                    <a:pt x="501" y="388"/>
                    <a:pt x="501" y="245"/>
                  </a:cubicBezTo>
                  <a:cubicBezTo>
                    <a:pt x="501"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3"/>
            <p:cNvSpPr/>
            <p:nvPr/>
          </p:nvSpPr>
          <p:spPr>
            <a:xfrm>
              <a:off x="1870375" y="2667300"/>
              <a:ext cx="12400" cy="12425"/>
            </a:xfrm>
            <a:custGeom>
              <a:avLst/>
              <a:gdLst/>
              <a:ahLst/>
              <a:cxnLst/>
              <a:rect l="l" t="t" r="r" b="b"/>
              <a:pathLst>
                <a:path w="496" h="497" extrusionOk="0">
                  <a:moveTo>
                    <a:pt x="252" y="1"/>
                  </a:moveTo>
                  <a:cubicBezTo>
                    <a:pt x="109" y="1"/>
                    <a:pt x="0" y="109"/>
                    <a:pt x="0" y="245"/>
                  </a:cubicBezTo>
                  <a:cubicBezTo>
                    <a:pt x="0" y="388"/>
                    <a:pt x="109" y="496"/>
                    <a:pt x="252" y="496"/>
                  </a:cubicBezTo>
                  <a:cubicBezTo>
                    <a:pt x="387" y="496"/>
                    <a:pt x="496" y="388"/>
                    <a:pt x="496" y="245"/>
                  </a:cubicBezTo>
                  <a:cubicBezTo>
                    <a:pt x="496"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3"/>
            <p:cNvSpPr/>
            <p:nvPr/>
          </p:nvSpPr>
          <p:spPr>
            <a:xfrm>
              <a:off x="1962150" y="2667300"/>
              <a:ext cx="12550" cy="12425"/>
            </a:xfrm>
            <a:custGeom>
              <a:avLst/>
              <a:gdLst/>
              <a:ahLst/>
              <a:cxnLst/>
              <a:rect l="l" t="t" r="r" b="b"/>
              <a:pathLst>
                <a:path w="502" h="497" extrusionOk="0">
                  <a:moveTo>
                    <a:pt x="250" y="1"/>
                  </a:moveTo>
                  <a:cubicBezTo>
                    <a:pt x="114" y="1"/>
                    <a:pt x="1" y="109"/>
                    <a:pt x="1" y="245"/>
                  </a:cubicBezTo>
                  <a:cubicBezTo>
                    <a:pt x="1" y="388"/>
                    <a:pt x="114" y="496"/>
                    <a:pt x="250" y="496"/>
                  </a:cubicBezTo>
                  <a:cubicBezTo>
                    <a:pt x="388" y="496"/>
                    <a:pt x="502" y="388"/>
                    <a:pt x="502" y="245"/>
                  </a:cubicBezTo>
                  <a:cubicBezTo>
                    <a:pt x="502"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3"/>
            <p:cNvSpPr/>
            <p:nvPr/>
          </p:nvSpPr>
          <p:spPr>
            <a:xfrm>
              <a:off x="2054075" y="2667300"/>
              <a:ext cx="12425" cy="12425"/>
            </a:xfrm>
            <a:custGeom>
              <a:avLst/>
              <a:gdLst/>
              <a:ahLst/>
              <a:cxnLst/>
              <a:rect l="l" t="t" r="r" b="b"/>
              <a:pathLst>
                <a:path w="497" h="497" extrusionOk="0">
                  <a:moveTo>
                    <a:pt x="252" y="1"/>
                  </a:moveTo>
                  <a:cubicBezTo>
                    <a:pt x="109" y="1"/>
                    <a:pt x="1" y="109"/>
                    <a:pt x="1" y="245"/>
                  </a:cubicBezTo>
                  <a:cubicBezTo>
                    <a:pt x="1" y="388"/>
                    <a:pt x="109" y="496"/>
                    <a:pt x="252" y="496"/>
                  </a:cubicBezTo>
                  <a:cubicBezTo>
                    <a:pt x="388" y="496"/>
                    <a:pt x="496" y="388"/>
                    <a:pt x="496" y="245"/>
                  </a:cubicBezTo>
                  <a:cubicBezTo>
                    <a:pt x="496"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3"/>
            <p:cNvSpPr/>
            <p:nvPr/>
          </p:nvSpPr>
          <p:spPr>
            <a:xfrm>
              <a:off x="2145825" y="26673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3"/>
            <p:cNvSpPr/>
            <p:nvPr/>
          </p:nvSpPr>
          <p:spPr>
            <a:xfrm>
              <a:off x="2237800" y="2667300"/>
              <a:ext cx="12350" cy="12425"/>
            </a:xfrm>
            <a:custGeom>
              <a:avLst/>
              <a:gdLst/>
              <a:ahLst/>
              <a:cxnLst/>
              <a:rect l="l" t="t" r="r" b="b"/>
              <a:pathLst>
                <a:path w="494" h="497" extrusionOk="0">
                  <a:moveTo>
                    <a:pt x="244" y="1"/>
                  </a:moveTo>
                  <a:cubicBezTo>
                    <a:pt x="107" y="1"/>
                    <a:pt x="0" y="109"/>
                    <a:pt x="0" y="245"/>
                  </a:cubicBezTo>
                  <a:cubicBezTo>
                    <a:pt x="0" y="388"/>
                    <a:pt x="107" y="496"/>
                    <a:pt x="244" y="496"/>
                  </a:cubicBezTo>
                  <a:cubicBezTo>
                    <a:pt x="387" y="496"/>
                    <a:pt x="494" y="388"/>
                    <a:pt x="494" y="245"/>
                  </a:cubicBezTo>
                  <a:cubicBezTo>
                    <a:pt x="494" y="109"/>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3"/>
            <p:cNvSpPr/>
            <p:nvPr/>
          </p:nvSpPr>
          <p:spPr>
            <a:xfrm>
              <a:off x="2329550" y="2667300"/>
              <a:ext cx="12575" cy="12425"/>
            </a:xfrm>
            <a:custGeom>
              <a:avLst/>
              <a:gdLst/>
              <a:ahLst/>
              <a:cxnLst/>
              <a:rect l="l" t="t" r="r" b="b"/>
              <a:pathLst>
                <a:path w="503" h="497" extrusionOk="0">
                  <a:moveTo>
                    <a:pt x="251" y="1"/>
                  </a:moveTo>
                  <a:cubicBezTo>
                    <a:pt x="115" y="1"/>
                    <a:pt x="0" y="109"/>
                    <a:pt x="0" y="245"/>
                  </a:cubicBezTo>
                  <a:cubicBezTo>
                    <a:pt x="0" y="388"/>
                    <a:pt x="115" y="496"/>
                    <a:pt x="251" y="496"/>
                  </a:cubicBezTo>
                  <a:cubicBezTo>
                    <a:pt x="387" y="496"/>
                    <a:pt x="502" y="388"/>
                    <a:pt x="502" y="245"/>
                  </a:cubicBezTo>
                  <a:cubicBezTo>
                    <a:pt x="502"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3"/>
            <p:cNvSpPr/>
            <p:nvPr/>
          </p:nvSpPr>
          <p:spPr>
            <a:xfrm>
              <a:off x="2421325" y="2667300"/>
              <a:ext cx="12550" cy="12425"/>
            </a:xfrm>
            <a:custGeom>
              <a:avLst/>
              <a:gdLst/>
              <a:ahLst/>
              <a:cxnLst/>
              <a:rect l="l" t="t" r="r" b="b"/>
              <a:pathLst>
                <a:path w="502" h="497" extrusionOk="0">
                  <a:moveTo>
                    <a:pt x="250" y="1"/>
                  </a:moveTo>
                  <a:cubicBezTo>
                    <a:pt x="114" y="1"/>
                    <a:pt x="1" y="109"/>
                    <a:pt x="1" y="245"/>
                  </a:cubicBezTo>
                  <a:cubicBezTo>
                    <a:pt x="1" y="388"/>
                    <a:pt x="114" y="496"/>
                    <a:pt x="250" y="496"/>
                  </a:cubicBezTo>
                  <a:cubicBezTo>
                    <a:pt x="395" y="496"/>
                    <a:pt x="501" y="388"/>
                    <a:pt x="501" y="245"/>
                  </a:cubicBezTo>
                  <a:cubicBezTo>
                    <a:pt x="501" y="109"/>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3"/>
            <p:cNvSpPr/>
            <p:nvPr/>
          </p:nvSpPr>
          <p:spPr>
            <a:xfrm>
              <a:off x="2513250" y="2667300"/>
              <a:ext cx="12575" cy="12425"/>
            </a:xfrm>
            <a:custGeom>
              <a:avLst/>
              <a:gdLst/>
              <a:ahLst/>
              <a:cxnLst/>
              <a:rect l="l" t="t" r="r" b="b"/>
              <a:pathLst>
                <a:path w="503" h="497" extrusionOk="0">
                  <a:moveTo>
                    <a:pt x="252" y="1"/>
                  </a:moveTo>
                  <a:cubicBezTo>
                    <a:pt x="109" y="1"/>
                    <a:pt x="0" y="109"/>
                    <a:pt x="0" y="245"/>
                  </a:cubicBezTo>
                  <a:cubicBezTo>
                    <a:pt x="0" y="388"/>
                    <a:pt x="109"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3"/>
            <p:cNvSpPr/>
            <p:nvPr/>
          </p:nvSpPr>
          <p:spPr>
            <a:xfrm>
              <a:off x="2605000" y="2667300"/>
              <a:ext cx="12575" cy="12425"/>
            </a:xfrm>
            <a:custGeom>
              <a:avLst/>
              <a:gdLst/>
              <a:ahLst/>
              <a:cxnLst/>
              <a:rect l="l" t="t" r="r" b="b"/>
              <a:pathLst>
                <a:path w="503" h="497" extrusionOk="0">
                  <a:moveTo>
                    <a:pt x="252" y="1"/>
                  </a:moveTo>
                  <a:cubicBezTo>
                    <a:pt x="116" y="1"/>
                    <a:pt x="0" y="109"/>
                    <a:pt x="0" y="245"/>
                  </a:cubicBezTo>
                  <a:cubicBezTo>
                    <a:pt x="0" y="388"/>
                    <a:pt x="116" y="496"/>
                    <a:pt x="252" y="496"/>
                  </a:cubicBezTo>
                  <a:cubicBezTo>
                    <a:pt x="387" y="496"/>
                    <a:pt x="503" y="388"/>
                    <a:pt x="503" y="245"/>
                  </a:cubicBezTo>
                  <a:cubicBezTo>
                    <a:pt x="503"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3"/>
            <p:cNvSpPr/>
            <p:nvPr/>
          </p:nvSpPr>
          <p:spPr>
            <a:xfrm>
              <a:off x="2696950" y="2667300"/>
              <a:ext cx="12375" cy="12425"/>
            </a:xfrm>
            <a:custGeom>
              <a:avLst/>
              <a:gdLst/>
              <a:ahLst/>
              <a:cxnLst/>
              <a:rect l="l" t="t" r="r" b="b"/>
              <a:pathLst>
                <a:path w="495" h="497" extrusionOk="0">
                  <a:moveTo>
                    <a:pt x="252" y="1"/>
                  </a:moveTo>
                  <a:cubicBezTo>
                    <a:pt x="108" y="1"/>
                    <a:pt x="1" y="109"/>
                    <a:pt x="1" y="245"/>
                  </a:cubicBezTo>
                  <a:cubicBezTo>
                    <a:pt x="1" y="388"/>
                    <a:pt x="108" y="496"/>
                    <a:pt x="252" y="496"/>
                  </a:cubicBezTo>
                  <a:cubicBezTo>
                    <a:pt x="388" y="496"/>
                    <a:pt x="495" y="388"/>
                    <a:pt x="495" y="245"/>
                  </a:cubicBezTo>
                  <a:cubicBezTo>
                    <a:pt x="495"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3"/>
            <p:cNvSpPr/>
            <p:nvPr/>
          </p:nvSpPr>
          <p:spPr>
            <a:xfrm>
              <a:off x="2788700" y="26673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3"/>
            <p:cNvSpPr/>
            <p:nvPr/>
          </p:nvSpPr>
          <p:spPr>
            <a:xfrm>
              <a:off x="2880675" y="2667300"/>
              <a:ext cx="12375" cy="12425"/>
            </a:xfrm>
            <a:custGeom>
              <a:avLst/>
              <a:gdLst/>
              <a:ahLst/>
              <a:cxnLst/>
              <a:rect l="l" t="t" r="r" b="b"/>
              <a:pathLst>
                <a:path w="495" h="497" extrusionOk="0">
                  <a:moveTo>
                    <a:pt x="243" y="1"/>
                  </a:moveTo>
                  <a:cubicBezTo>
                    <a:pt x="107" y="1"/>
                    <a:pt x="0" y="109"/>
                    <a:pt x="0" y="245"/>
                  </a:cubicBezTo>
                  <a:cubicBezTo>
                    <a:pt x="0" y="388"/>
                    <a:pt x="107" y="496"/>
                    <a:pt x="243" y="496"/>
                  </a:cubicBezTo>
                  <a:cubicBezTo>
                    <a:pt x="387" y="496"/>
                    <a:pt x="494" y="388"/>
                    <a:pt x="494" y="245"/>
                  </a:cubicBezTo>
                  <a:cubicBezTo>
                    <a:pt x="494" y="109"/>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3"/>
            <p:cNvSpPr/>
            <p:nvPr/>
          </p:nvSpPr>
          <p:spPr>
            <a:xfrm>
              <a:off x="2972425" y="2667300"/>
              <a:ext cx="12575" cy="12425"/>
            </a:xfrm>
            <a:custGeom>
              <a:avLst/>
              <a:gdLst/>
              <a:ahLst/>
              <a:cxnLst/>
              <a:rect l="l" t="t" r="r" b="b"/>
              <a:pathLst>
                <a:path w="503" h="497" extrusionOk="0">
                  <a:moveTo>
                    <a:pt x="251" y="1"/>
                  </a:moveTo>
                  <a:cubicBezTo>
                    <a:pt x="115" y="1"/>
                    <a:pt x="0" y="109"/>
                    <a:pt x="0" y="245"/>
                  </a:cubicBezTo>
                  <a:cubicBezTo>
                    <a:pt x="0" y="388"/>
                    <a:pt x="115" y="496"/>
                    <a:pt x="251" y="496"/>
                  </a:cubicBezTo>
                  <a:cubicBezTo>
                    <a:pt x="387" y="496"/>
                    <a:pt x="503" y="388"/>
                    <a:pt x="503" y="245"/>
                  </a:cubicBezTo>
                  <a:cubicBezTo>
                    <a:pt x="503"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3"/>
            <p:cNvSpPr/>
            <p:nvPr/>
          </p:nvSpPr>
          <p:spPr>
            <a:xfrm>
              <a:off x="3064375" y="2667300"/>
              <a:ext cx="12375" cy="12425"/>
            </a:xfrm>
            <a:custGeom>
              <a:avLst/>
              <a:gdLst/>
              <a:ahLst/>
              <a:cxnLst/>
              <a:rect l="l" t="t" r="r" b="b"/>
              <a:pathLst>
                <a:path w="495" h="497" extrusionOk="0">
                  <a:moveTo>
                    <a:pt x="243" y="1"/>
                  </a:moveTo>
                  <a:cubicBezTo>
                    <a:pt x="107" y="1"/>
                    <a:pt x="1" y="109"/>
                    <a:pt x="1" y="245"/>
                  </a:cubicBezTo>
                  <a:cubicBezTo>
                    <a:pt x="1" y="388"/>
                    <a:pt x="107" y="496"/>
                    <a:pt x="243" y="496"/>
                  </a:cubicBezTo>
                  <a:cubicBezTo>
                    <a:pt x="388" y="496"/>
                    <a:pt x="495" y="388"/>
                    <a:pt x="495" y="245"/>
                  </a:cubicBezTo>
                  <a:cubicBezTo>
                    <a:pt x="495" y="109"/>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3"/>
            <p:cNvSpPr/>
            <p:nvPr/>
          </p:nvSpPr>
          <p:spPr>
            <a:xfrm>
              <a:off x="3156125" y="26673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3"/>
            <p:cNvSpPr/>
            <p:nvPr/>
          </p:nvSpPr>
          <p:spPr>
            <a:xfrm>
              <a:off x="3247875" y="2667300"/>
              <a:ext cx="12575" cy="12425"/>
            </a:xfrm>
            <a:custGeom>
              <a:avLst/>
              <a:gdLst/>
              <a:ahLst/>
              <a:cxnLst/>
              <a:rect l="l" t="t" r="r" b="b"/>
              <a:pathLst>
                <a:path w="503"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3"/>
            <p:cNvSpPr/>
            <p:nvPr/>
          </p:nvSpPr>
          <p:spPr>
            <a:xfrm>
              <a:off x="3339850" y="2667300"/>
              <a:ext cx="12525" cy="12425"/>
            </a:xfrm>
            <a:custGeom>
              <a:avLst/>
              <a:gdLst/>
              <a:ahLst/>
              <a:cxnLst/>
              <a:rect l="l" t="t" r="r" b="b"/>
              <a:pathLst>
                <a:path w="501" h="497" extrusionOk="0">
                  <a:moveTo>
                    <a:pt x="251" y="1"/>
                  </a:moveTo>
                  <a:cubicBezTo>
                    <a:pt x="107" y="1"/>
                    <a:pt x="0" y="109"/>
                    <a:pt x="0" y="245"/>
                  </a:cubicBezTo>
                  <a:cubicBezTo>
                    <a:pt x="0" y="388"/>
                    <a:pt x="107" y="496"/>
                    <a:pt x="251" y="496"/>
                  </a:cubicBezTo>
                  <a:cubicBezTo>
                    <a:pt x="387" y="496"/>
                    <a:pt x="501" y="388"/>
                    <a:pt x="501" y="245"/>
                  </a:cubicBezTo>
                  <a:cubicBezTo>
                    <a:pt x="501"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3"/>
            <p:cNvSpPr/>
            <p:nvPr/>
          </p:nvSpPr>
          <p:spPr>
            <a:xfrm>
              <a:off x="3431575" y="26673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3"/>
            <p:cNvSpPr/>
            <p:nvPr/>
          </p:nvSpPr>
          <p:spPr>
            <a:xfrm>
              <a:off x="3523550" y="2667300"/>
              <a:ext cx="12375" cy="12425"/>
            </a:xfrm>
            <a:custGeom>
              <a:avLst/>
              <a:gdLst/>
              <a:ahLst/>
              <a:cxnLst/>
              <a:rect l="l" t="t" r="r" b="b"/>
              <a:pathLst>
                <a:path w="495" h="497" extrusionOk="0">
                  <a:moveTo>
                    <a:pt x="250" y="1"/>
                  </a:moveTo>
                  <a:cubicBezTo>
                    <a:pt x="107" y="1"/>
                    <a:pt x="0" y="109"/>
                    <a:pt x="0" y="245"/>
                  </a:cubicBezTo>
                  <a:cubicBezTo>
                    <a:pt x="0" y="388"/>
                    <a:pt x="107" y="496"/>
                    <a:pt x="250" y="496"/>
                  </a:cubicBezTo>
                  <a:cubicBezTo>
                    <a:pt x="388" y="496"/>
                    <a:pt x="494" y="388"/>
                    <a:pt x="494" y="245"/>
                  </a:cubicBezTo>
                  <a:cubicBezTo>
                    <a:pt x="494"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3"/>
            <p:cNvSpPr/>
            <p:nvPr/>
          </p:nvSpPr>
          <p:spPr>
            <a:xfrm>
              <a:off x="676400" y="275905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3"/>
            <p:cNvSpPr/>
            <p:nvPr/>
          </p:nvSpPr>
          <p:spPr>
            <a:xfrm>
              <a:off x="768325" y="2759050"/>
              <a:ext cx="12400" cy="12575"/>
            </a:xfrm>
            <a:custGeom>
              <a:avLst/>
              <a:gdLst/>
              <a:ahLst/>
              <a:cxnLst/>
              <a:rect l="l" t="t" r="r" b="b"/>
              <a:pathLst>
                <a:path w="496" h="503"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3"/>
            <p:cNvSpPr/>
            <p:nvPr/>
          </p:nvSpPr>
          <p:spPr>
            <a:xfrm>
              <a:off x="860125" y="2759050"/>
              <a:ext cx="12525" cy="12575"/>
            </a:xfrm>
            <a:custGeom>
              <a:avLst/>
              <a:gdLst/>
              <a:ahLst/>
              <a:cxnLst/>
              <a:rect l="l" t="t" r="r" b="b"/>
              <a:pathLst>
                <a:path w="501" h="503"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3"/>
            <p:cNvSpPr/>
            <p:nvPr/>
          </p:nvSpPr>
          <p:spPr>
            <a:xfrm>
              <a:off x="951850" y="275905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3"/>
            <p:cNvSpPr/>
            <p:nvPr/>
          </p:nvSpPr>
          <p:spPr>
            <a:xfrm>
              <a:off x="1043825" y="2759050"/>
              <a:ext cx="12375" cy="12575"/>
            </a:xfrm>
            <a:custGeom>
              <a:avLst/>
              <a:gdLst/>
              <a:ahLst/>
              <a:cxnLst/>
              <a:rect l="l" t="t" r="r" b="b"/>
              <a:pathLst>
                <a:path w="495" h="503"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3"/>
            <p:cNvSpPr/>
            <p:nvPr/>
          </p:nvSpPr>
          <p:spPr>
            <a:xfrm>
              <a:off x="1135575" y="2759050"/>
              <a:ext cx="12575" cy="12575"/>
            </a:xfrm>
            <a:custGeom>
              <a:avLst/>
              <a:gdLst/>
              <a:ahLst/>
              <a:cxnLst/>
              <a:rect l="l" t="t" r="r" b="b"/>
              <a:pathLst>
                <a:path w="503" h="503"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3"/>
            <p:cNvSpPr/>
            <p:nvPr/>
          </p:nvSpPr>
          <p:spPr>
            <a:xfrm>
              <a:off x="1227500" y="2759050"/>
              <a:ext cx="12400" cy="12575"/>
            </a:xfrm>
            <a:custGeom>
              <a:avLst/>
              <a:gdLst/>
              <a:ahLst/>
              <a:cxnLst/>
              <a:rect l="l" t="t" r="r" b="b"/>
              <a:pathLst>
                <a:path w="496" h="503"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3"/>
            <p:cNvSpPr/>
            <p:nvPr/>
          </p:nvSpPr>
          <p:spPr>
            <a:xfrm>
              <a:off x="1319275" y="2759050"/>
              <a:ext cx="12550" cy="12575"/>
            </a:xfrm>
            <a:custGeom>
              <a:avLst/>
              <a:gdLst/>
              <a:ahLst/>
              <a:cxnLst/>
              <a:rect l="l" t="t" r="r" b="b"/>
              <a:pathLst>
                <a:path w="502" h="503"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3"/>
            <p:cNvSpPr/>
            <p:nvPr/>
          </p:nvSpPr>
          <p:spPr>
            <a:xfrm>
              <a:off x="1411200" y="2759050"/>
              <a:ext cx="12425" cy="12575"/>
            </a:xfrm>
            <a:custGeom>
              <a:avLst/>
              <a:gdLst/>
              <a:ahLst/>
              <a:cxnLst/>
              <a:rect l="l" t="t" r="r" b="b"/>
              <a:pathLst>
                <a:path w="497" h="503"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3"/>
            <p:cNvSpPr/>
            <p:nvPr/>
          </p:nvSpPr>
          <p:spPr>
            <a:xfrm>
              <a:off x="1503000" y="2759050"/>
              <a:ext cx="12525" cy="12575"/>
            </a:xfrm>
            <a:custGeom>
              <a:avLst/>
              <a:gdLst/>
              <a:ahLst/>
              <a:cxnLst/>
              <a:rect l="l" t="t" r="r" b="b"/>
              <a:pathLst>
                <a:path w="501" h="503"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3"/>
            <p:cNvSpPr/>
            <p:nvPr/>
          </p:nvSpPr>
          <p:spPr>
            <a:xfrm>
              <a:off x="1594750" y="2759050"/>
              <a:ext cx="12575" cy="12575"/>
            </a:xfrm>
            <a:custGeom>
              <a:avLst/>
              <a:gdLst/>
              <a:ahLst/>
              <a:cxnLst/>
              <a:rect l="l" t="t" r="r" b="b"/>
              <a:pathLst>
                <a:path w="503" h="503"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3"/>
            <p:cNvSpPr/>
            <p:nvPr/>
          </p:nvSpPr>
          <p:spPr>
            <a:xfrm>
              <a:off x="1686650" y="275905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3"/>
            <p:cNvSpPr/>
            <p:nvPr/>
          </p:nvSpPr>
          <p:spPr>
            <a:xfrm>
              <a:off x="1778450" y="2759050"/>
              <a:ext cx="12550" cy="12575"/>
            </a:xfrm>
            <a:custGeom>
              <a:avLst/>
              <a:gdLst/>
              <a:ahLst/>
              <a:cxnLst/>
              <a:rect l="l" t="t" r="r" b="b"/>
              <a:pathLst>
                <a:path w="502" h="503"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3"/>
            <p:cNvSpPr/>
            <p:nvPr/>
          </p:nvSpPr>
          <p:spPr>
            <a:xfrm>
              <a:off x="1870375" y="2759050"/>
              <a:ext cx="12400" cy="12575"/>
            </a:xfrm>
            <a:custGeom>
              <a:avLst/>
              <a:gdLst/>
              <a:ahLst/>
              <a:cxnLst/>
              <a:rect l="l" t="t" r="r" b="b"/>
              <a:pathLst>
                <a:path w="496" h="503"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3"/>
            <p:cNvSpPr/>
            <p:nvPr/>
          </p:nvSpPr>
          <p:spPr>
            <a:xfrm>
              <a:off x="1962150" y="2759050"/>
              <a:ext cx="12550" cy="12575"/>
            </a:xfrm>
            <a:custGeom>
              <a:avLst/>
              <a:gdLst/>
              <a:ahLst/>
              <a:cxnLst/>
              <a:rect l="l" t="t" r="r" b="b"/>
              <a:pathLst>
                <a:path w="502" h="503"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3"/>
            <p:cNvSpPr/>
            <p:nvPr/>
          </p:nvSpPr>
          <p:spPr>
            <a:xfrm>
              <a:off x="2054075" y="2759050"/>
              <a:ext cx="12425" cy="12575"/>
            </a:xfrm>
            <a:custGeom>
              <a:avLst/>
              <a:gdLst/>
              <a:ahLst/>
              <a:cxnLst/>
              <a:rect l="l" t="t" r="r" b="b"/>
              <a:pathLst>
                <a:path w="497" h="503"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3"/>
            <p:cNvSpPr/>
            <p:nvPr/>
          </p:nvSpPr>
          <p:spPr>
            <a:xfrm>
              <a:off x="2145825" y="275905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3"/>
            <p:cNvSpPr/>
            <p:nvPr/>
          </p:nvSpPr>
          <p:spPr>
            <a:xfrm>
              <a:off x="2237800" y="2759050"/>
              <a:ext cx="12350" cy="12575"/>
            </a:xfrm>
            <a:custGeom>
              <a:avLst/>
              <a:gdLst/>
              <a:ahLst/>
              <a:cxnLst/>
              <a:rect l="l" t="t" r="r" b="b"/>
              <a:pathLst>
                <a:path w="494" h="503"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3"/>
            <p:cNvSpPr/>
            <p:nvPr/>
          </p:nvSpPr>
          <p:spPr>
            <a:xfrm>
              <a:off x="2329550" y="2759050"/>
              <a:ext cx="12575" cy="12575"/>
            </a:xfrm>
            <a:custGeom>
              <a:avLst/>
              <a:gdLst/>
              <a:ahLst/>
              <a:cxnLst/>
              <a:rect l="l" t="t" r="r" b="b"/>
              <a:pathLst>
                <a:path w="503" h="503"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3"/>
            <p:cNvSpPr/>
            <p:nvPr/>
          </p:nvSpPr>
          <p:spPr>
            <a:xfrm>
              <a:off x="2421325" y="2759050"/>
              <a:ext cx="12550" cy="12575"/>
            </a:xfrm>
            <a:custGeom>
              <a:avLst/>
              <a:gdLst/>
              <a:ahLst/>
              <a:cxnLst/>
              <a:rect l="l" t="t" r="r" b="b"/>
              <a:pathLst>
                <a:path w="502" h="503"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3"/>
            <p:cNvSpPr/>
            <p:nvPr/>
          </p:nvSpPr>
          <p:spPr>
            <a:xfrm>
              <a:off x="2513250" y="2759050"/>
              <a:ext cx="12575" cy="12575"/>
            </a:xfrm>
            <a:custGeom>
              <a:avLst/>
              <a:gdLst/>
              <a:ahLst/>
              <a:cxnLst/>
              <a:rect l="l" t="t" r="r" b="b"/>
              <a:pathLst>
                <a:path w="503" h="503"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3"/>
            <p:cNvSpPr/>
            <p:nvPr/>
          </p:nvSpPr>
          <p:spPr>
            <a:xfrm>
              <a:off x="2605000" y="2759050"/>
              <a:ext cx="12575" cy="12575"/>
            </a:xfrm>
            <a:custGeom>
              <a:avLst/>
              <a:gdLst/>
              <a:ahLst/>
              <a:cxnLst/>
              <a:rect l="l" t="t" r="r" b="b"/>
              <a:pathLst>
                <a:path w="503" h="503"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3"/>
            <p:cNvSpPr/>
            <p:nvPr/>
          </p:nvSpPr>
          <p:spPr>
            <a:xfrm>
              <a:off x="2696950" y="2759050"/>
              <a:ext cx="12375" cy="12575"/>
            </a:xfrm>
            <a:custGeom>
              <a:avLst/>
              <a:gdLst/>
              <a:ahLst/>
              <a:cxnLst/>
              <a:rect l="l" t="t" r="r" b="b"/>
              <a:pathLst>
                <a:path w="495" h="503"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3"/>
            <p:cNvSpPr/>
            <p:nvPr/>
          </p:nvSpPr>
          <p:spPr>
            <a:xfrm>
              <a:off x="2788700" y="275905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3"/>
            <p:cNvSpPr/>
            <p:nvPr/>
          </p:nvSpPr>
          <p:spPr>
            <a:xfrm>
              <a:off x="2880675" y="2759050"/>
              <a:ext cx="12375" cy="12575"/>
            </a:xfrm>
            <a:custGeom>
              <a:avLst/>
              <a:gdLst/>
              <a:ahLst/>
              <a:cxnLst/>
              <a:rect l="l" t="t" r="r" b="b"/>
              <a:pathLst>
                <a:path w="495" h="503"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3"/>
            <p:cNvSpPr/>
            <p:nvPr/>
          </p:nvSpPr>
          <p:spPr>
            <a:xfrm>
              <a:off x="2972425" y="2759050"/>
              <a:ext cx="12575" cy="12575"/>
            </a:xfrm>
            <a:custGeom>
              <a:avLst/>
              <a:gdLst/>
              <a:ahLst/>
              <a:cxnLst/>
              <a:rect l="l" t="t" r="r" b="b"/>
              <a:pathLst>
                <a:path w="503" h="503"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3"/>
            <p:cNvSpPr/>
            <p:nvPr/>
          </p:nvSpPr>
          <p:spPr>
            <a:xfrm>
              <a:off x="3064375" y="2759050"/>
              <a:ext cx="12375" cy="12575"/>
            </a:xfrm>
            <a:custGeom>
              <a:avLst/>
              <a:gdLst/>
              <a:ahLst/>
              <a:cxnLst/>
              <a:rect l="l" t="t" r="r" b="b"/>
              <a:pathLst>
                <a:path w="495" h="503"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3"/>
            <p:cNvSpPr/>
            <p:nvPr/>
          </p:nvSpPr>
          <p:spPr>
            <a:xfrm>
              <a:off x="3156125" y="275905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3"/>
            <p:cNvSpPr/>
            <p:nvPr/>
          </p:nvSpPr>
          <p:spPr>
            <a:xfrm>
              <a:off x="3247875" y="2759050"/>
              <a:ext cx="12575" cy="12575"/>
            </a:xfrm>
            <a:custGeom>
              <a:avLst/>
              <a:gdLst/>
              <a:ahLst/>
              <a:cxnLst/>
              <a:rect l="l" t="t" r="r" b="b"/>
              <a:pathLst>
                <a:path w="503"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3"/>
            <p:cNvSpPr/>
            <p:nvPr/>
          </p:nvSpPr>
          <p:spPr>
            <a:xfrm>
              <a:off x="3339850" y="2759050"/>
              <a:ext cx="12525" cy="12575"/>
            </a:xfrm>
            <a:custGeom>
              <a:avLst/>
              <a:gdLst/>
              <a:ahLst/>
              <a:cxnLst/>
              <a:rect l="l" t="t" r="r" b="b"/>
              <a:pathLst>
                <a:path w="501" h="503"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3"/>
            <p:cNvSpPr/>
            <p:nvPr/>
          </p:nvSpPr>
          <p:spPr>
            <a:xfrm>
              <a:off x="3431575" y="275905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3"/>
            <p:cNvSpPr/>
            <p:nvPr/>
          </p:nvSpPr>
          <p:spPr>
            <a:xfrm>
              <a:off x="3523550" y="2759050"/>
              <a:ext cx="12375" cy="12575"/>
            </a:xfrm>
            <a:custGeom>
              <a:avLst/>
              <a:gdLst/>
              <a:ahLst/>
              <a:cxnLst/>
              <a:rect l="l" t="t" r="r" b="b"/>
              <a:pathLst>
                <a:path w="495" h="503"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3"/>
            <p:cNvSpPr/>
            <p:nvPr/>
          </p:nvSpPr>
          <p:spPr>
            <a:xfrm>
              <a:off x="676400" y="2851025"/>
              <a:ext cx="12600" cy="12350"/>
            </a:xfrm>
            <a:custGeom>
              <a:avLst/>
              <a:gdLst/>
              <a:ahLst/>
              <a:cxnLst/>
              <a:rect l="l" t="t" r="r" b="b"/>
              <a:pathLst>
                <a:path w="504" h="494" extrusionOk="0">
                  <a:moveTo>
                    <a:pt x="252" y="0"/>
                  </a:moveTo>
                  <a:cubicBezTo>
                    <a:pt x="116" y="0"/>
                    <a:pt x="1" y="107"/>
                    <a:pt x="1" y="244"/>
                  </a:cubicBezTo>
                  <a:cubicBezTo>
                    <a:pt x="1" y="387"/>
                    <a:pt x="116" y="494"/>
                    <a:pt x="252" y="494"/>
                  </a:cubicBezTo>
                  <a:cubicBezTo>
                    <a:pt x="388" y="494"/>
                    <a:pt x="503" y="387"/>
                    <a:pt x="503" y="244"/>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3"/>
            <p:cNvSpPr/>
            <p:nvPr/>
          </p:nvSpPr>
          <p:spPr>
            <a:xfrm>
              <a:off x="768325" y="2851025"/>
              <a:ext cx="12400" cy="12350"/>
            </a:xfrm>
            <a:custGeom>
              <a:avLst/>
              <a:gdLst/>
              <a:ahLst/>
              <a:cxnLst/>
              <a:rect l="l" t="t" r="r" b="b"/>
              <a:pathLst>
                <a:path w="496" h="494" extrusionOk="0">
                  <a:moveTo>
                    <a:pt x="245" y="0"/>
                  </a:moveTo>
                  <a:cubicBezTo>
                    <a:pt x="109" y="0"/>
                    <a:pt x="0" y="107"/>
                    <a:pt x="0" y="244"/>
                  </a:cubicBezTo>
                  <a:cubicBezTo>
                    <a:pt x="0" y="387"/>
                    <a:pt x="109" y="494"/>
                    <a:pt x="245" y="494"/>
                  </a:cubicBezTo>
                  <a:cubicBezTo>
                    <a:pt x="388" y="494"/>
                    <a:pt x="496" y="387"/>
                    <a:pt x="496" y="244"/>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3"/>
            <p:cNvSpPr/>
            <p:nvPr/>
          </p:nvSpPr>
          <p:spPr>
            <a:xfrm>
              <a:off x="860125" y="2851025"/>
              <a:ext cx="12525" cy="12350"/>
            </a:xfrm>
            <a:custGeom>
              <a:avLst/>
              <a:gdLst/>
              <a:ahLst/>
              <a:cxnLst/>
              <a:rect l="l" t="t" r="r" b="b"/>
              <a:pathLst>
                <a:path w="501" h="494" extrusionOk="0">
                  <a:moveTo>
                    <a:pt x="251" y="0"/>
                  </a:moveTo>
                  <a:cubicBezTo>
                    <a:pt x="114" y="0"/>
                    <a:pt x="0" y="107"/>
                    <a:pt x="0" y="244"/>
                  </a:cubicBezTo>
                  <a:cubicBezTo>
                    <a:pt x="0" y="387"/>
                    <a:pt x="114" y="494"/>
                    <a:pt x="251" y="494"/>
                  </a:cubicBezTo>
                  <a:cubicBezTo>
                    <a:pt x="387" y="494"/>
                    <a:pt x="501" y="387"/>
                    <a:pt x="501" y="244"/>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3"/>
            <p:cNvSpPr/>
            <p:nvPr/>
          </p:nvSpPr>
          <p:spPr>
            <a:xfrm>
              <a:off x="951850" y="2851025"/>
              <a:ext cx="12600" cy="12350"/>
            </a:xfrm>
            <a:custGeom>
              <a:avLst/>
              <a:gdLst/>
              <a:ahLst/>
              <a:cxnLst/>
              <a:rect l="l" t="t" r="r" b="b"/>
              <a:pathLst>
                <a:path w="504" h="494" extrusionOk="0">
                  <a:moveTo>
                    <a:pt x="252" y="0"/>
                  </a:moveTo>
                  <a:cubicBezTo>
                    <a:pt x="116" y="0"/>
                    <a:pt x="1" y="107"/>
                    <a:pt x="1" y="244"/>
                  </a:cubicBezTo>
                  <a:cubicBezTo>
                    <a:pt x="1" y="387"/>
                    <a:pt x="116" y="494"/>
                    <a:pt x="252" y="494"/>
                  </a:cubicBezTo>
                  <a:cubicBezTo>
                    <a:pt x="388" y="494"/>
                    <a:pt x="503" y="387"/>
                    <a:pt x="503" y="244"/>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3"/>
            <p:cNvSpPr/>
            <p:nvPr/>
          </p:nvSpPr>
          <p:spPr>
            <a:xfrm>
              <a:off x="1043825" y="2851025"/>
              <a:ext cx="12375" cy="12350"/>
            </a:xfrm>
            <a:custGeom>
              <a:avLst/>
              <a:gdLst/>
              <a:ahLst/>
              <a:cxnLst/>
              <a:rect l="l" t="t" r="r" b="b"/>
              <a:pathLst>
                <a:path w="495" h="494" extrusionOk="0">
                  <a:moveTo>
                    <a:pt x="250" y="0"/>
                  </a:moveTo>
                  <a:cubicBezTo>
                    <a:pt x="107" y="0"/>
                    <a:pt x="0" y="107"/>
                    <a:pt x="0" y="244"/>
                  </a:cubicBezTo>
                  <a:cubicBezTo>
                    <a:pt x="0" y="387"/>
                    <a:pt x="107" y="494"/>
                    <a:pt x="250" y="494"/>
                  </a:cubicBezTo>
                  <a:cubicBezTo>
                    <a:pt x="388" y="494"/>
                    <a:pt x="494" y="387"/>
                    <a:pt x="494" y="244"/>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3"/>
            <p:cNvSpPr/>
            <p:nvPr/>
          </p:nvSpPr>
          <p:spPr>
            <a:xfrm>
              <a:off x="1135575" y="2851025"/>
              <a:ext cx="12575" cy="12350"/>
            </a:xfrm>
            <a:custGeom>
              <a:avLst/>
              <a:gdLst/>
              <a:ahLst/>
              <a:cxnLst/>
              <a:rect l="l" t="t" r="r" b="b"/>
              <a:pathLst>
                <a:path w="503" h="494" extrusionOk="0">
                  <a:moveTo>
                    <a:pt x="252" y="0"/>
                  </a:moveTo>
                  <a:cubicBezTo>
                    <a:pt x="116" y="0"/>
                    <a:pt x="0" y="107"/>
                    <a:pt x="0" y="244"/>
                  </a:cubicBezTo>
                  <a:cubicBezTo>
                    <a:pt x="0" y="387"/>
                    <a:pt x="116" y="494"/>
                    <a:pt x="252" y="494"/>
                  </a:cubicBezTo>
                  <a:cubicBezTo>
                    <a:pt x="387" y="494"/>
                    <a:pt x="503" y="387"/>
                    <a:pt x="503" y="244"/>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3"/>
            <p:cNvSpPr/>
            <p:nvPr/>
          </p:nvSpPr>
          <p:spPr>
            <a:xfrm>
              <a:off x="1227500" y="2851025"/>
              <a:ext cx="12400" cy="12350"/>
            </a:xfrm>
            <a:custGeom>
              <a:avLst/>
              <a:gdLst/>
              <a:ahLst/>
              <a:cxnLst/>
              <a:rect l="l" t="t" r="r" b="b"/>
              <a:pathLst>
                <a:path w="496" h="494" extrusionOk="0">
                  <a:moveTo>
                    <a:pt x="251" y="0"/>
                  </a:moveTo>
                  <a:cubicBezTo>
                    <a:pt x="109" y="0"/>
                    <a:pt x="0" y="107"/>
                    <a:pt x="0" y="244"/>
                  </a:cubicBezTo>
                  <a:cubicBezTo>
                    <a:pt x="0" y="387"/>
                    <a:pt x="109" y="494"/>
                    <a:pt x="251" y="494"/>
                  </a:cubicBezTo>
                  <a:cubicBezTo>
                    <a:pt x="387" y="494"/>
                    <a:pt x="496" y="387"/>
                    <a:pt x="496" y="244"/>
                  </a:cubicBezTo>
                  <a:cubicBezTo>
                    <a:pt x="496"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3"/>
            <p:cNvSpPr/>
            <p:nvPr/>
          </p:nvSpPr>
          <p:spPr>
            <a:xfrm>
              <a:off x="1319275" y="2851025"/>
              <a:ext cx="12550" cy="12350"/>
            </a:xfrm>
            <a:custGeom>
              <a:avLst/>
              <a:gdLst/>
              <a:ahLst/>
              <a:cxnLst/>
              <a:rect l="l" t="t" r="r" b="b"/>
              <a:pathLst>
                <a:path w="502" h="494" extrusionOk="0">
                  <a:moveTo>
                    <a:pt x="252" y="0"/>
                  </a:moveTo>
                  <a:cubicBezTo>
                    <a:pt x="114" y="0"/>
                    <a:pt x="1" y="107"/>
                    <a:pt x="1" y="244"/>
                  </a:cubicBezTo>
                  <a:cubicBezTo>
                    <a:pt x="1" y="387"/>
                    <a:pt x="114" y="494"/>
                    <a:pt x="252" y="494"/>
                  </a:cubicBezTo>
                  <a:cubicBezTo>
                    <a:pt x="388" y="494"/>
                    <a:pt x="501" y="387"/>
                    <a:pt x="501" y="244"/>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3"/>
            <p:cNvSpPr/>
            <p:nvPr/>
          </p:nvSpPr>
          <p:spPr>
            <a:xfrm>
              <a:off x="1411200" y="2851025"/>
              <a:ext cx="12425" cy="12350"/>
            </a:xfrm>
            <a:custGeom>
              <a:avLst/>
              <a:gdLst/>
              <a:ahLst/>
              <a:cxnLst/>
              <a:rect l="l" t="t" r="r" b="b"/>
              <a:pathLst>
                <a:path w="497" h="494" extrusionOk="0">
                  <a:moveTo>
                    <a:pt x="245" y="0"/>
                  </a:moveTo>
                  <a:cubicBezTo>
                    <a:pt x="109" y="0"/>
                    <a:pt x="1" y="107"/>
                    <a:pt x="1" y="244"/>
                  </a:cubicBezTo>
                  <a:cubicBezTo>
                    <a:pt x="1" y="387"/>
                    <a:pt x="109" y="494"/>
                    <a:pt x="245" y="494"/>
                  </a:cubicBezTo>
                  <a:cubicBezTo>
                    <a:pt x="388" y="494"/>
                    <a:pt x="496" y="387"/>
                    <a:pt x="496" y="244"/>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3"/>
            <p:cNvSpPr/>
            <p:nvPr/>
          </p:nvSpPr>
          <p:spPr>
            <a:xfrm>
              <a:off x="1503000" y="2851025"/>
              <a:ext cx="12525" cy="12350"/>
            </a:xfrm>
            <a:custGeom>
              <a:avLst/>
              <a:gdLst/>
              <a:ahLst/>
              <a:cxnLst/>
              <a:rect l="l" t="t" r="r" b="b"/>
              <a:pathLst>
                <a:path w="501" h="494" extrusionOk="0">
                  <a:moveTo>
                    <a:pt x="250" y="0"/>
                  </a:moveTo>
                  <a:cubicBezTo>
                    <a:pt x="114" y="0"/>
                    <a:pt x="0" y="107"/>
                    <a:pt x="0" y="244"/>
                  </a:cubicBezTo>
                  <a:cubicBezTo>
                    <a:pt x="0" y="387"/>
                    <a:pt x="114" y="494"/>
                    <a:pt x="250" y="494"/>
                  </a:cubicBezTo>
                  <a:cubicBezTo>
                    <a:pt x="387" y="494"/>
                    <a:pt x="501" y="387"/>
                    <a:pt x="501" y="244"/>
                  </a:cubicBezTo>
                  <a:cubicBezTo>
                    <a:pt x="501" y="107"/>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3"/>
            <p:cNvSpPr/>
            <p:nvPr/>
          </p:nvSpPr>
          <p:spPr>
            <a:xfrm>
              <a:off x="1594750" y="2851025"/>
              <a:ext cx="12575" cy="12350"/>
            </a:xfrm>
            <a:custGeom>
              <a:avLst/>
              <a:gdLst/>
              <a:ahLst/>
              <a:cxnLst/>
              <a:rect l="l" t="t" r="r" b="b"/>
              <a:pathLst>
                <a:path w="503" h="494" extrusionOk="0">
                  <a:moveTo>
                    <a:pt x="251" y="0"/>
                  </a:moveTo>
                  <a:cubicBezTo>
                    <a:pt x="115" y="0"/>
                    <a:pt x="0" y="107"/>
                    <a:pt x="0" y="244"/>
                  </a:cubicBezTo>
                  <a:cubicBezTo>
                    <a:pt x="0" y="387"/>
                    <a:pt x="115" y="494"/>
                    <a:pt x="251" y="494"/>
                  </a:cubicBezTo>
                  <a:cubicBezTo>
                    <a:pt x="394" y="494"/>
                    <a:pt x="503" y="387"/>
                    <a:pt x="503" y="244"/>
                  </a:cubicBezTo>
                  <a:cubicBezTo>
                    <a:pt x="503" y="107"/>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3"/>
            <p:cNvSpPr/>
            <p:nvPr/>
          </p:nvSpPr>
          <p:spPr>
            <a:xfrm>
              <a:off x="1686650" y="2851025"/>
              <a:ext cx="12600" cy="12350"/>
            </a:xfrm>
            <a:custGeom>
              <a:avLst/>
              <a:gdLst/>
              <a:ahLst/>
              <a:cxnLst/>
              <a:rect l="l" t="t" r="r" b="b"/>
              <a:pathLst>
                <a:path w="504" h="494" extrusionOk="0">
                  <a:moveTo>
                    <a:pt x="252" y="0"/>
                  </a:moveTo>
                  <a:cubicBezTo>
                    <a:pt x="116" y="0"/>
                    <a:pt x="1" y="107"/>
                    <a:pt x="1" y="244"/>
                  </a:cubicBezTo>
                  <a:cubicBezTo>
                    <a:pt x="1" y="387"/>
                    <a:pt x="116" y="494"/>
                    <a:pt x="252" y="494"/>
                  </a:cubicBezTo>
                  <a:cubicBezTo>
                    <a:pt x="388" y="494"/>
                    <a:pt x="503" y="387"/>
                    <a:pt x="503" y="244"/>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3"/>
            <p:cNvSpPr/>
            <p:nvPr/>
          </p:nvSpPr>
          <p:spPr>
            <a:xfrm>
              <a:off x="1778450" y="2851025"/>
              <a:ext cx="12550" cy="12350"/>
            </a:xfrm>
            <a:custGeom>
              <a:avLst/>
              <a:gdLst/>
              <a:ahLst/>
              <a:cxnLst/>
              <a:rect l="l" t="t" r="r" b="b"/>
              <a:pathLst>
                <a:path w="502" h="494" extrusionOk="0">
                  <a:moveTo>
                    <a:pt x="252" y="0"/>
                  </a:moveTo>
                  <a:cubicBezTo>
                    <a:pt x="114" y="0"/>
                    <a:pt x="1" y="107"/>
                    <a:pt x="1" y="244"/>
                  </a:cubicBezTo>
                  <a:cubicBezTo>
                    <a:pt x="1" y="387"/>
                    <a:pt x="114" y="494"/>
                    <a:pt x="252" y="494"/>
                  </a:cubicBezTo>
                  <a:cubicBezTo>
                    <a:pt x="388" y="494"/>
                    <a:pt x="501" y="387"/>
                    <a:pt x="501" y="244"/>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3"/>
            <p:cNvSpPr/>
            <p:nvPr/>
          </p:nvSpPr>
          <p:spPr>
            <a:xfrm>
              <a:off x="1870375" y="2851025"/>
              <a:ext cx="12400" cy="12350"/>
            </a:xfrm>
            <a:custGeom>
              <a:avLst/>
              <a:gdLst/>
              <a:ahLst/>
              <a:cxnLst/>
              <a:rect l="l" t="t" r="r" b="b"/>
              <a:pathLst>
                <a:path w="496" h="494" extrusionOk="0">
                  <a:moveTo>
                    <a:pt x="252" y="0"/>
                  </a:moveTo>
                  <a:cubicBezTo>
                    <a:pt x="109" y="0"/>
                    <a:pt x="0" y="107"/>
                    <a:pt x="0" y="244"/>
                  </a:cubicBezTo>
                  <a:cubicBezTo>
                    <a:pt x="0" y="387"/>
                    <a:pt x="109" y="494"/>
                    <a:pt x="252" y="494"/>
                  </a:cubicBezTo>
                  <a:cubicBezTo>
                    <a:pt x="387" y="494"/>
                    <a:pt x="496" y="387"/>
                    <a:pt x="496" y="244"/>
                  </a:cubicBezTo>
                  <a:cubicBezTo>
                    <a:pt x="496"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3"/>
            <p:cNvSpPr/>
            <p:nvPr/>
          </p:nvSpPr>
          <p:spPr>
            <a:xfrm>
              <a:off x="1962150" y="2851025"/>
              <a:ext cx="12550" cy="12350"/>
            </a:xfrm>
            <a:custGeom>
              <a:avLst/>
              <a:gdLst/>
              <a:ahLst/>
              <a:cxnLst/>
              <a:rect l="l" t="t" r="r" b="b"/>
              <a:pathLst>
                <a:path w="502" h="494" extrusionOk="0">
                  <a:moveTo>
                    <a:pt x="250" y="0"/>
                  </a:moveTo>
                  <a:cubicBezTo>
                    <a:pt x="114" y="0"/>
                    <a:pt x="1" y="107"/>
                    <a:pt x="1" y="244"/>
                  </a:cubicBezTo>
                  <a:cubicBezTo>
                    <a:pt x="1" y="387"/>
                    <a:pt x="114" y="494"/>
                    <a:pt x="250" y="494"/>
                  </a:cubicBezTo>
                  <a:cubicBezTo>
                    <a:pt x="388" y="494"/>
                    <a:pt x="502" y="387"/>
                    <a:pt x="502" y="244"/>
                  </a:cubicBezTo>
                  <a:cubicBezTo>
                    <a:pt x="502"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3"/>
            <p:cNvSpPr/>
            <p:nvPr/>
          </p:nvSpPr>
          <p:spPr>
            <a:xfrm>
              <a:off x="2054075" y="2851025"/>
              <a:ext cx="12425" cy="12350"/>
            </a:xfrm>
            <a:custGeom>
              <a:avLst/>
              <a:gdLst/>
              <a:ahLst/>
              <a:cxnLst/>
              <a:rect l="l" t="t" r="r" b="b"/>
              <a:pathLst>
                <a:path w="497" h="494" extrusionOk="0">
                  <a:moveTo>
                    <a:pt x="252" y="0"/>
                  </a:moveTo>
                  <a:cubicBezTo>
                    <a:pt x="109" y="0"/>
                    <a:pt x="1" y="107"/>
                    <a:pt x="1" y="244"/>
                  </a:cubicBezTo>
                  <a:cubicBezTo>
                    <a:pt x="1" y="387"/>
                    <a:pt x="109" y="494"/>
                    <a:pt x="252" y="494"/>
                  </a:cubicBezTo>
                  <a:cubicBezTo>
                    <a:pt x="388" y="494"/>
                    <a:pt x="496" y="387"/>
                    <a:pt x="496" y="244"/>
                  </a:cubicBezTo>
                  <a:cubicBezTo>
                    <a:pt x="496"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3"/>
            <p:cNvSpPr/>
            <p:nvPr/>
          </p:nvSpPr>
          <p:spPr>
            <a:xfrm>
              <a:off x="2145825" y="2851025"/>
              <a:ext cx="12600" cy="12350"/>
            </a:xfrm>
            <a:custGeom>
              <a:avLst/>
              <a:gdLst/>
              <a:ahLst/>
              <a:cxnLst/>
              <a:rect l="l" t="t" r="r" b="b"/>
              <a:pathLst>
                <a:path w="504" h="494" extrusionOk="0">
                  <a:moveTo>
                    <a:pt x="252" y="0"/>
                  </a:moveTo>
                  <a:cubicBezTo>
                    <a:pt x="116" y="0"/>
                    <a:pt x="1" y="107"/>
                    <a:pt x="1" y="244"/>
                  </a:cubicBezTo>
                  <a:cubicBezTo>
                    <a:pt x="1" y="387"/>
                    <a:pt x="116" y="494"/>
                    <a:pt x="252" y="494"/>
                  </a:cubicBezTo>
                  <a:cubicBezTo>
                    <a:pt x="388" y="494"/>
                    <a:pt x="503" y="387"/>
                    <a:pt x="503" y="244"/>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3"/>
            <p:cNvSpPr/>
            <p:nvPr/>
          </p:nvSpPr>
          <p:spPr>
            <a:xfrm>
              <a:off x="2237800" y="2851025"/>
              <a:ext cx="12350" cy="12350"/>
            </a:xfrm>
            <a:custGeom>
              <a:avLst/>
              <a:gdLst/>
              <a:ahLst/>
              <a:cxnLst/>
              <a:rect l="l" t="t" r="r" b="b"/>
              <a:pathLst>
                <a:path w="494" h="494" extrusionOk="0">
                  <a:moveTo>
                    <a:pt x="244" y="0"/>
                  </a:moveTo>
                  <a:cubicBezTo>
                    <a:pt x="107" y="0"/>
                    <a:pt x="0" y="107"/>
                    <a:pt x="0" y="244"/>
                  </a:cubicBezTo>
                  <a:cubicBezTo>
                    <a:pt x="0" y="387"/>
                    <a:pt x="107" y="494"/>
                    <a:pt x="244" y="494"/>
                  </a:cubicBezTo>
                  <a:cubicBezTo>
                    <a:pt x="387" y="494"/>
                    <a:pt x="494" y="387"/>
                    <a:pt x="494" y="244"/>
                  </a:cubicBezTo>
                  <a:cubicBezTo>
                    <a:pt x="494" y="107"/>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3"/>
            <p:cNvSpPr/>
            <p:nvPr/>
          </p:nvSpPr>
          <p:spPr>
            <a:xfrm>
              <a:off x="2329550" y="2851025"/>
              <a:ext cx="12575" cy="12350"/>
            </a:xfrm>
            <a:custGeom>
              <a:avLst/>
              <a:gdLst/>
              <a:ahLst/>
              <a:cxnLst/>
              <a:rect l="l" t="t" r="r" b="b"/>
              <a:pathLst>
                <a:path w="503" h="494" extrusionOk="0">
                  <a:moveTo>
                    <a:pt x="251" y="0"/>
                  </a:moveTo>
                  <a:cubicBezTo>
                    <a:pt x="115" y="0"/>
                    <a:pt x="0" y="107"/>
                    <a:pt x="0" y="244"/>
                  </a:cubicBezTo>
                  <a:cubicBezTo>
                    <a:pt x="0" y="387"/>
                    <a:pt x="115" y="494"/>
                    <a:pt x="251" y="494"/>
                  </a:cubicBezTo>
                  <a:cubicBezTo>
                    <a:pt x="387" y="494"/>
                    <a:pt x="502" y="387"/>
                    <a:pt x="502" y="244"/>
                  </a:cubicBezTo>
                  <a:cubicBezTo>
                    <a:pt x="502"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3"/>
            <p:cNvSpPr/>
            <p:nvPr/>
          </p:nvSpPr>
          <p:spPr>
            <a:xfrm>
              <a:off x="2421325" y="2851025"/>
              <a:ext cx="12550" cy="12350"/>
            </a:xfrm>
            <a:custGeom>
              <a:avLst/>
              <a:gdLst/>
              <a:ahLst/>
              <a:cxnLst/>
              <a:rect l="l" t="t" r="r" b="b"/>
              <a:pathLst>
                <a:path w="502" h="494" extrusionOk="0">
                  <a:moveTo>
                    <a:pt x="250" y="0"/>
                  </a:moveTo>
                  <a:cubicBezTo>
                    <a:pt x="114" y="0"/>
                    <a:pt x="1" y="107"/>
                    <a:pt x="1" y="244"/>
                  </a:cubicBezTo>
                  <a:cubicBezTo>
                    <a:pt x="1" y="387"/>
                    <a:pt x="114" y="494"/>
                    <a:pt x="250" y="494"/>
                  </a:cubicBezTo>
                  <a:cubicBezTo>
                    <a:pt x="395" y="494"/>
                    <a:pt x="501" y="387"/>
                    <a:pt x="501" y="244"/>
                  </a:cubicBezTo>
                  <a:cubicBezTo>
                    <a:pt x="501" y="107"/>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3"/>
            <p:cNvSpPr/>
            <p:nvPr/>
          </p:nvSpPr>
          <p:spPr>
            <a:xfrm>
              <a:off x="2513250" y="2851025"/>
              <a:ext cx="12575" cy="12350"/>
            </a:xfrm>
            <a:custGeom>
              <a:avLst/>
              <a:gdLst/>
              <a:ahLst/>
              <a:cxnLst/>
              <a:rect l="l" t="t" r="r" b="b"/>
              <a:pathLst>
                <a:path w="503" h="494" extrusionOk="0">
                  <a:moveTo>
                    <a:pt x="252" y="0"/>
                  </a:moveTo>
                  <a:cubicBezTo>
                    <a:pt x="109" y="0"/>
                    <a:pt x="0" y="107"/>
                    <a:pt x="0" y="244"/>
                  </a:cubicBezTo>
                  <a:cubicBezTo>
                    <a:pt x="0" y="387"/>
                    <a:pt x="109" y="494"/>
                    <a:pt x="252" y="494"/>
                  </a:cubicBezTo>
                  <a:cubicBezTo>
                    <a:pt x="388" y="494"/>
                    <a:pt x="503" y="387"/>
                    <a:pt x="503" y="244"/>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3"/>
            <p:cNvSpPr/>
            <p:nvPr/>
          </p:nvSpPr>
          <p:spPr>
            <a:xfrm>
              <a:off x="2605000" y="2851025"/>
              <a:ext cx="12575" cy="12350"/>
            </a:xfrm>
            <a:custGeom>
              <a:avLst/>
              <a:gdLst/>
              <a:ahLst/>
              <a:cxnLst/>
              <a:rect l="l" t="t" r="r" b="b"/>
              <a:pathLst>
                <a:path w="503" h="494" extrusionOk="0">
                  <a:moveTo>
                    <a:pt x="252" y="0"/>
                  </a:moveTo>
                  <a:cubicBezTo>
                    <a:pt x="116" y="0"/>
                    <a:pt x="0" y="107"/>
                    <a:pt x="0" y="244"/>
                  </a:cubicBezTo>
                  <a:cubicBezTo>
                    <a:pt x="0" y="387"/>
                    <a:pt x="116" y="494"/>
                    <a:pt x="252" y="494"/>
                  </a:cubicBezTo>
                  <a:cubicBezTo>
                    <a:pt x="387" y="494"/>
                    <a:pt x="503" y="387"/>
                    <a:pt x="503" y="244"/>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3"/>
            <p:cNvSpPr/>
            <p:nvPr/>
          </p:nvSpPr>
          <p:spPr>
            <a:xfrm>
              <a:off x="2696950" y="2851025"/>
              <a:ext cx="12375" cy="12350"/>
            </a:xfrm>
            <a:custGeom>
              <a:avLst/>
              <a:gdLst/>
              <a:ahLst/>
              <a:cxnLst/>
              <a:rect l="l" t="t" r="r" b="b"/>
              <a:pathLst>
                <a:path w="495" h="494" extrusionOk="0">
                  <a:moveTo>
                    <a:pt x="252" y="0"/>
                  </a:moveTo>
                  <a:cubicBezTo>
                    <a:pt x="108" y="0"/>
                    <a:pt x="1" y="107"/>
                    <a:pt x="1" y="244"/>
                  </a:cubicBezTo>
                  <a:cubicBezTo>
                    <a:pt x="1" y="387"/>
                    <a:pt x="108" y="494"/>
                    <a:pt x="252" y="494"/>
                  </a:cubicBezTo>
                  <a:cubicBezTo>
                    <a:pt x="388" y="494"/>
                    <a:pt x="495" y="387"/>
                    <a:pt x="495" y="244"/>
                  </a:cubicBezTo>
                  <a:cubicBezTo>
                    <a:pt x="495"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3"/>
            <p:cNvSpPr/>
            <p:nvPr/>
          </p:nvSpPr>
          <p:spPr>
            <a:xfrm>
              <a:off x="2788700" y="2851025"/>
              <a:ext cx="12600" cy="12350"/>
            </a:xfrm>
            <a:custGeom>
              <a:avLst/>
              <a:gdLst/>
              <a:ahLst/>
              <a:cxnLst/>
              <a:rect l="l" t="t" r="r" b="b"/>
              <a:pathLst>
                <a:path w="504" h="494" extrusionOk="0">
                  <a:moveTo>
                    <a:pt x="252" y="0"/>
                  </a:moveTo>
                  <a:cubicBezTo>
                    <a:pt x="116" y="0"/>
                    <a:pt x="1" y="107"/>
                    <a:pt x="1" y="244"/>
                  </a:cubicBezTo>
                  <a:cubicBezTo>
                    <a:pt x="1" y="387"/>
                    <a:pt x="116" y="494"/>
                    <a:pt x="252" y="494"/>
                  </a:cubicBezTo>
                  <a:cubicBezTo>
                    <a:pt x="388" y="494"/>
                    <a:pt x="503" y="387"/>
                    <a:pt x="503" y="244"/>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3"/>
            <p:cNvSpPr/>
            <p:nvPr/>
          </p:nvSpPr>
          <p:spPr>
            <a:xfrm>
              <a:off x="2880675" y="2851025"/>
              <a:ext cx="12375" cy="12350"/>
            </a:xfrm>
            <a:custGeom>
              <a:avLst/>
              <a:gdLst/>
              <a:ahLst/>
              <a:cxnLst/>
              <a:rect l="l" t="t" r="r" b="b"/>
              <a:pathLst>
                <a:path w="495" h="494" extrusionOk="0">
                  <a:moveTo>
                    <a:pt x="243" y="0"/>
                  </a:moveTo>
                  <a:cubicBezTo>
                    <a:pt x="107" y="0"/>
                    <a:pt x="0" y="107"/>
                    <a:pt x="0" y="244"/>
                  </a:cubicBezTo>
                  <a:cubicBezTo>
                    <a:pt x="0" y="387"/>
                    <a:pt x="107" y="494"/>
                    <a:pt x="243" y="494"/>
                  </a:cubicBezTo>
                  <a:cubicBezTo>
                    <a:pt x="387" y="494"/>
                    <a:pt x="494" y="387"/>
                    <a:pt x="494" y="244"/>
                  </a:cubicBezTo>
                  <a:cubicBezTo>
                    <a:pt x="494" y="107"/>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3"/>
            <p:cNvSpPr/>
            <p:nvPr/>
          </p:nvSpPr>
          <p:spPr>
            <a:xfrm>
              <a:off x="2972425" y="2851025"/>
              <a:ext cx="12575" cy="12350"/>
            </a:xfrm>
            <a:custGeom>
              <a:avLst/>
              <a:gdLst/>
              <a:ahLst/>
              <a:cxnLst/>
              <a:rect l="l" t="t" r="r" b="b"/>
              <a:pathLst>
                <a:path w="503" h="494" extrusionOk="0">
                  <a:moveTo>
                    <a:pt x="251" y="0"/>
                  </a:moveTo>
                  <a:cubicBezTo>
                    <a:pt x="115" y="0"/>
                    <a:pt x="0" y="107"/>
                    <a:pt x="0" y="244"/>
                  </a:cubicBezTo>
                  <a:cubicBezTo>
                    <a:pt x="0" y="387"/>
                    <a:pt x="115" y="494"/>
                    <a:pt x="251" y="494"/>
                  </a:cubicBezTo>
                  <a:cubicBezTo>
                    <a:pt x="387" y="494"/>
                    <a:pt x="503" y="387"/>
                    <a:pt x="503" y="244"/>
                  </a:cubicBezTo>
                  <a:cubicBezTo>
                    <a:pt x="503"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3"/>
            <p:cNvSpPr/>
            <p:nvPr/>
          </p:nvSpPr>
          <p:spPr>
            <a:xfrm>
              <a:off x="3064375" y="2851025"/>
              <a:ext cx="12375" cy="12350"/>
            </a:xfrm>
            <a:custGeom>
              <a:avLst/>
              <a:gdLst/>
              <a:ahLst/>
              <a:cxnLst/>
              <a:rect l="l" t="t" r="r" b="b"/>
              <a:pathLst>
                <a:path w="495" h="494" extrusionOk="0">
                  <a:moveTo>
                    <a:pt x="243" y="0"/>
                  </a:moveTo>
                  <a:cubicBezTo>
                    <a:pt x="107" y="0"/>
                    <a:pt x="1" y="107"/>
                    <a:pt x="1" y="244"/>
                  </a:cubicBezTo>
                  <a:cubicBezTo>
                    <a:pt x="1" y="387"/>
                    <a:pt x="107" y="494"/>
                    <a:pt x="243" y="494"/>
                  </a:cubicBezTo>
                  <a:cubicBezTo>
                    <a:pt x="388" y="494"/>
                    <a:pt x="495" y="387"/>
                    <a:pt x="495" y="244"/>
                  </a:cubicBezTo>
                  <a:cubicBezTo>
                    <a:pt x="495" y="107"/>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3"/>
            <p:cNvSpPr/>
            <p:nvPr/>
          </p:nvSpPr>
          <p:spPr>
            <a:xfrm>
              <a:off x="3156125" y="2851025"/>
              <a:ext cx="12600" cy="12350"/>
            </a:xfrm>
            <a:custGeom>
              <a:avLst/>
              <a:gdLst/>
              <a:ahLst/>
              <a:cxnLst/>
              <a:rect l="l" t="t" r="r" b="b"/>
              <a:pathLst>
                <a:path w="504" h="494" extrusionOk="0">
                  <a:moveTo>
                    <a:pt x="252" y="0"/>
                  </a:moveTo>
                  <a:cubicBezTo>
                    <a:pt x="116" y="0"/>
                    <a:pt x="1" y="107"/>
                    <a:pt x="1" y="244"/>
                  </a:cubicBezTo>
                  <a:cubicBezTo>
                    <a:pt x="1" y="387"/>
                    <a:pt x="116" y="494"/>
                    <a:pt x="252" y="494"/>
                  </a:cubicBezTo>
                  <a:cubicBezTo>
                    <a:pt x="388" y="494"/>
                    <a:pt x="503" y="387"/>
                    <a:pt x="503" y="244"/>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3"/>
            <p:cNvSpPr/>
            <p:nvPr/>
          </p:nvSpPr>
          <p:spPr>
            <a:xfrm>
              <a:off x="3247875" y="2851025"/>
              <a:ext cx="12575" cy="12350"/>
            </a:xfrm>
            <a:custGeom>
              <a:avLst/>
              <a:gdLst/>
              <a:ahLst/>
              <a:cxnLst/>
              <a:rect l="l" t="t" r="r" b="b"/>
              <a:pathLst>
                <a:path w="503" h="494" extrusionOk="0">
                  <a:moveTo>
                    <a:pt x="252" y="0"/>
                  </a:moveTo>
                  <a:cubicBezTo>
                    <a:pt x="116" y="0"/>
                    <a:pt x="1" y="107"/>
                    <a:pt x="1" y="244"/>
                  </a:cubicBezTo>
                  <a:cubicBezTo>
                    <a:pt x="1" y="387"/>
                    <a:pt x="116" y="494"/>
                    <a:pt x="252" y="494"/>
                  </a:cubicBezTo>
                  <a:cubicBezTo>
                    <a:pt x="388" y="494"/>
                    <a:pt x="503" y="387"/>
                    <a:pt x="503" y="244"/>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3"/>
            <p:cNvSpPr/>
            <p:nvPr/>
          </p:nvSpPr>
          <p:spPr>
            <a:xfrm>
              <a:off x="3339850" y="2851025"/>
              <a:ext cx="12525" cy="12350"/>
            </a:xfrm>
            <a:custGeom>
              <a:avLst/>
              <a:gdLst/>
              <a:ahLst/>
              <a:cxnLst/>
              <a:rect l="l" t="t" r="r" b="b"/>
              <a:pathLst>
                <a:path w="501" h="494" extrusionOk="0">
                  <a:moveTo>
                    <a:pt x="251" y="0"/>
                  </a:moveTo>
                  <a:cubicBezTo>
                    <a:pt x="107" y="0"/>
                    <a:pt x="0" y="107"/>
                    <a:pt x="0" y="244"/>
                  </a:cubicBezTo>
                  <a:cubicBezTo>
                    <a:pt x="0" y="387"/>
                    <a:pt x="107" y="494"/>
                    <a:pt x="251" y="494"/>
                  </a:cubicBezTo>
                  <a:cubicBezTo>
                    <a:pt x="387" y="494"/>
                    <a:pt x="501" y="387"/>
                    <a:pt x="501" y="244"/>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3"/>
            <p:cNvSpPr/>
            <p:nvPr/>
          </p:nvSpPr>
          <p:spPr>
            <a:xfrm>
              <a:off x="3431575" y="2851025"/>
              <a:ext cx="12600" cy="12350"/>
            </a:xfrm>
            <a:custGeom>
              <a:avLst/>
              <a:gdLst/>
              <a:ahLst/>
              <a:cxnLst/>
              <a:rect l="l" t="t" r="r" b="b"/>
              <a:pathLst>
                <a:path w="504" h="494" extrusionOk="0">
                  <a:moveTo>
                    <a:pt x="252" y="0"/>
                  </a:moveTo>
                  <a:cubicBezTo>
                    <a:pt x="116" y="0"/>
                    <a:pt x="1" y="107"/>
                    <a:pt x="1" y="244"/>
                  </a:cubicBezTo>
                  <a:cubicBezTo>
                    <a:pt x="1" y="387"/>
                    <a:pt x="116" y="494"/>
                    <a:pt x="252" y="494"/>
                  </a:cubicBezTo>
                  <a:cubicBezTo>
                    <a:pt x="388" y="494"/>
                    <a:pt x="503" y="387"/>
                    <a:pt x="503" y="244"/>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3"/>
            <p:cNvSpPr/>
            <p:nvPr/>
          </p:nvSpPr>
          <p:spPr>
            <a:xfrm>
              <a:off x="3523550" y="2851025"/>
              <a:ext cx="12375" cy="12350"/>
            </a:xfrm>
            <a:custGeom>
              <a:avLst/>
              <a:gdLst/>
              <a:ahLst/>
              <a:cxnLst/>
              <a:rect l="l" t="t" r="r" b="b"/>
              <a:pathLst>
                <a:path w="495" h="494" extrusionOk="0">
                  <a:moveTo>
                    <a:pt x="250" y="0"/>
                  </a:moveTo>
                  <a:cubicBezTo>
                    <a:pt x="107" y="0"/>
                    <a:pt x="0" y="107"/>
                    <a:pt x="0" y="244"/>
                  </a:cubicBezTo>
                  <a:cubicBezTo>
                    <a:pt x="0" y="387"/>
                    <a:pt x="107" y="494"/>
                    <a:pt x="250" y="494"/>
                  </a:cubicBezTo>
                  <a:cubicBezTo>
                    <a:pt x="388" y="494"/>
                    <a:pt x="494" y="387"/>
                    <a:pt x="494" y="244"/>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3"/>
            <p:cNvSpPr/>
            <p:nvPr/>
          </p:nvSpPr>
          <p:spPr>
            <a:xfrm>
              <a:off x="676400" y="29427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3"/>
            <p:cNvSpPr/>
            <p:nvPr/>
          </p:nvSpPr>
          <p:spPr>
            <a:xfrm>
              <a:off x="768325" y="2942750"/>
              <a:ext cx="12400" cy="12600"/>
            </a:xfrm>
            <a:custGeom>
              <a:avLst/>
              <a:gdLst/>
              <a:ahLst/>
              <a:cxnLst/>
              <a:rect l="l" t="t" r="r" b="b"/>
              <a:pathLst>
                <a:path w="496" h="504"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3"/>
            <p:cNvSpPr/>
            <p:nvPr/>
          </p:nvSpPr>
          <p:spPr>
            <a:xfrm>
              <a:off x="860125" y="2942750"/>
              <a:ext cx="12525" cy="12600"/>
            </a:xfrm>
            <a:custGeom>
              <a:avLst/>
              <a:gdLst/>
              <a:ahLst/>
              <a:cxnLst/>
              <a:rect l="l" t="t" r="r" b="b"/>
              <a:pathLst>
                <a:path w="501" h="504"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3"/>
            <p:cNvSpPr/>
            <p:nvPr/>
          </p:nvSpPr>
          <p:spPr>
            <a:xfrm>
              <a:off x="951850" y="29427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3"/>
            <p:cNvSpPr/>
            <p:nvPr/>
          </p:nvSpPr>
          <p:spPr>
            <a:xfrm>
              <a:off x="1043825" y="294275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3"/>
            <p:cNvSpPr/>
            <p:nvPr/>
          </p:nvSpPr>
          <p:spPr>
            <a:xfrm>
              <a:off x="1135575" y="294275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3"/>
            <p:cNvSpPr/>
            <p:nvPr/>
          </p:nvSpPr>
          <p:spPr>
            <a:xfrm>
              <a:off x="1227500" y="2942750"/>
              <a:ext cx="12400" cy="12600"/>
            </a:xfrm>
            <a:custGeom>
              <a:avLst/>
              <a:gdLst/>
              <a:ahLst/>
              <a:cxnLst/>
              <a:rect l="l" t="t" r="r" b="b"/>
              <a:pathLst>
                <a:path w="496" h="504"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3"/>
            <p:cNvSpPr/>
            <p:nvPr/>
          </p:nvSpPr>
          <p:spPr>
            <a:xfrm>
              <a:off x="1319275" y="294275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3"/>
            <p:cNvSpPr/>
            <p:nvPr/>
          </p:nvSpPr>
          <p:spPr>
            <a:xfrm>
              <a:off x="1411200" y="2942750"/>
              <a:ext cx="12425" cy="12600"/>
            </a:xfrm>
            <a:custGeom>
              <a:avLst/>
              <a:gdLst/>
              <a:ahLst/>
              <a:cxnLst/>
              <a:rect l="l" t="t" r="r" b="b"/>
              <a:pathLst>
                <a:path w="497" h="504"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3"/>
            <p:cNvSpPr/>
            <p:nvPr/>
          </p:nvSpPr>
          <p:spPr>
            <a:xfrm>
              <a:off x="1503000" y="2942750"/>
              <a:ext cx="12525" cy="12600"/>
            </a:xfrm>
            <a:custGeom>
              <a:avLst/>
              <a:gdLst/>
              <a:ahLst/>
              <a:cxnLst/>
              <a:rect l="l" t="t" r="r" b="b"/>
              <a:pathLst>
                <a:path w="501" h="504"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3"/>
            <p:cNvSpPr/>
            <p:nvPr/>
          </p:nvSpPr>
          <p:spPr>
            <a:xfrm>
              <a:off x="1594750" y="294275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3"/>
            <p:cNvSpPr/>
            <p:nvPr/>
          </p:nvSpPr>
          <p:spPr>
            <a:xfrm>
              <a:off x="1686650" y="29427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3"/>
            <p:cNvSpPr/>
            <p:nvPr/>
          </p:nvSpPr>
          <p:spPr>
            <a:xfrm>
              <a:off x="1778450" y="294275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3"/>
            <p:cNvSpPr/>
            <p:nvPr/>
          </p:nvSpPr>
          <p:spPr>
            <a:xfrm>
              <a:off x="1870375" y="2942750"/>
              <a:ext cx="12400" cy="12600"/>
            </a:xfrm>
            <a:custGeom>
              <a:avLst/>
              <a:gdLst/>
              <a:ahLst/>
              <a:cxnLst/>
              <a:rect l="l" t="t" r="r" b="b"/>
              <a:pathLst>
                <a:path w="496" h="504"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3"/>
            <p:cNvSpPr/>
            <p:nvPr/>
          </p:nvSpPr>
          <p:spPr>
            <a:xfrm>
              <a:off x="1962150" y="294275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3"/>
            <p:cNvSpPr/>
            <p:nvPr/>
          </p:nvSpPr>
          <p:spPr>
            <a:xfrm>
              <a:off x="2054075" y="2942750"/>
              <a:ext cx="12425" cy="12600"/>
            </a:xfrm>
            <a:custGeom>
              <a:avLst/>
              <a:gdLst/>
              <a:ahLst/>
              <a:cxnLst/>
              <a:rect l="l" t="t" r="r" b="b"/>
              <a:pathLst>
                <a:path w="497" h="504"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3"/>
            <p:cNvSpPr/>
            <p:nvPr/>
          </p:nvSpPr>
          <p:spPr>
            <a:xfrm>
              <a:off x="2145825" y="29427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3"/>
            <p:cNvSpPr/>
            <p:nvPr/>
          </p:nvSpPr>
          <p:spPr>
            <a:xfrm>
              <a:off x="2237800" y="2942750"/>
              <a:ext cx="12350" cy="12600"/>
            </a:xfrm>
            <a:custGeom>
              <a:avLst/>
              <a:gdLst/>
              <a:ahLst/>
              <a:cxnLst/>
              <a:rect l="l" t="t" r="r" b="b"/>
              <a:pathLst>
                <a:path w="494" h="504"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3"/>
            <p:cNvSpPr/>
            <p:nvPr/>
          </p:nvSpPr>
          <p:spPr>
            <a:xfrm>
              <a:off x="2329550" y="294275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3"/>
            <p:cNvSpPr/>
            <p:nvPr/>
          </p:nvSpPr>
          <p:spPr>
            <a:xfrm>
              <a:off x="2421325" y="294275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3"/>
            <p:cNvSpPr/>
            <p:nvPr/>
          </p:nvSpPr>
          <p:spPr>
            <a:xfrm>
              <a:off x="2513250" y="2942750"/>
              <a:ext cx="12575" cy="12600"/>
            </a:xfrm>
            <a:custGeom>
              <a:avLst/>
              <a:gdLst/>
              <a:ahLst/>
              <a:cxnLst/>
              <a:rect l="l" t="t" r="r" b="b"/>
              <a:pathLst>
                <a:path w="503" h="504"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3"/>
            <p:cNvSpPr/>
            <p:nvPr/>
          </p:nvSpPr>
          <p:spPr>
            <a:xfrm>
              <a:off x="2605000" y="294275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3"/>
            <p:cNvSpPr/>
            <p:nvPr/>
          </p:nvSpPr>
          <p:spPr>
            <a:xfrm>
              <a:off x="2696950" y="2942750"/>
              <a:ext cx="12375" cy="12600"/>
            </a:xfrm>
            <a:custGeom>
              <a:avLst/>
              <a:gdLst/>
              <a:ahLst/>
              <a:cxnLst/>
              <a:rect l="l" t="t" r="r" b="b"/>
              <a:pathLst>
                <a:path w="495" h="504"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3"/>
            <p:cNvSpPr/>
            <p:nvPr/>
          </p:nvSpPr>
          <p:spPr>
            <a:xfrm>
              <a:off x="2788700" y="29427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3"/>
            <p:cNvSpPr/>
            <p:nvPr/>
          </p:nvSpPr>
          <p:spPr>
            <a:xfrm>
              <a:off x="2880675" y="2942750"/>
              <a:ext cx="12375" cy="12600"/>
            </a:xfrm>
            <a:custGeom>
              <a:avLst/>
              <a:gdLst/>
              <a:ahLst/>
              <a:cxnLst/>
              <a:rect l="l" t="t" r="r" b="b"/>
              <a:pathLst>
                <a:path w="495" h="504"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3"/>
            <p:cNvSpPr/>
            <p:nvPr/>
          </p:nvSpPr>
          <p:spPr>
            <a:xfrm>
              <a:off x="2972425" y="294275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3"/>
            <p:cNvSpPr/>
            <p:nvPr/>
          </p:nvSpPr>
          <p:spPr>
            <a:xfrm>
              <a:off x="3064375" y="2942750"/>
              <a:ext cx="12375" cy="12600"/>
            </a:xfrm>
            <a:custGeom>
              <a:avLst/>
              <a:gdLst/>
              <a:ahLst/>
              <a:cxnLst/>
              <a:rect l="l" t="t" r="r" b="b"/>
              <a:pathLst>
                <a:path w="495" h="504"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3"/>
            <p:cNvSpPr/>
            <p:nvPr/>
          </p:nvSpPr>
          <p:spPr>
            <a:xfrm>
              <a:off x="3156125" y="29427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3"/>
            <p:cNvSpPr/>
            <p:nvPr/>
          </p:nvSpPr>
          <p:spPr>
            <a:xfrm>
              <a:off x="3247875" y="2942750"/>
              <a:ext cx="12575" cy="12600"/>
            </a:xfrm>
            <a:custGeom>
              <a:avLst/>
              <a:gdLst/>
              <a:ahLst/>
              <a:cxnLst/>
              <a:rect l="l" t="t" r="r" b="b"/>
              <a:pathLst>
                <a:path w="503"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3"/>
            <p:cNvSpPr/>
            <p:nvPr/>
          </p:nvSpPr>
          <p:spPr>
            <a:xfrm>
              <a:off x="3339850" y="2942750"/>
              <a:ext cx="12525" cy="12600"/>
            </a:xfrm>
            <a:custGeom>
              <a:avLst/>
              <a:gdLst/>
              <a:ahLst/>
              <a:cxnLst/>
              <a:rect l="l" t="t" r="r" b="b"/>
              <a:pathLst>
                <a:path w="501" h="504"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3"/>
            <p:cNvSpPr/>
            <p:nvPr/>
          </p:nvSpPr>
          <p:spPr>
            <a:xfrm>
              <a:off x="3431575" y="29427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3"/>
            <p:cNvSpPr/>
            <p:nvPr/>
          </p:nvSpPr>
          <p:spPr>
            <a:xfrm>
              <a:off x="3523550" y="294275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3"/>
            <p:cNvSpPr/>
            <p:nvPr/>
          </p:nvSpPr>
          <p:spPr>
            <a:xfrm>
              <a:off x="676400" y="3034550"/>
              <a:ext cx="12600" cy="12550"/>
            </a:xfrm>
            <a:custGeom>
              <a:avLst/>
              <a:gdLst/>
              <a:ahLst/>
              <a:cxnLst/>
              <a:rect l="l" t="t" r="r" b="b"/>
              <a:pathLst>
                <a:path w="504" h="502" extrusionOk="0">
                  <a:moveTo>
                    <a:pt x="252" y="1"/>
                  </a:moveTo>
                  <a:cubicBezTo>
                    <a:pt x="116" y="1"/>
                    <a:pt x="1" y="114"/>
                    <a:pt x="1" y="250"/>
                  </a:cubicBezTo>
                  <a:cubicBezTo>
                    <a:pt x="1" y="388"/>
                    <a:pt x="116" y="501"/>
                    <a:pt x="252" y="501"/>
                  </a:cubicBezTo>
                  <a:cubicBezTo>
                    <a:pt x="388" y="501"/>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3"/>
            <p:cNvSpPr/>
            <p:nvPr/>
          </p:nvSpPr>
          <p:spPr>
            <a:xfrm>
              <a:off x="768325" y="3034550"/>
              <a:ext cx="12400" cy="12550"/>
            </a:xfrm>
            <a:custGeom>
              <a:avLst/>
              <a:gdLst/>
              <a:ahLst/>
              <a:cxnLst/>
              <a:rect l="l" t="t" r="r" b="b"/>
              <a:pathLst>
                <a:path w="496" h="502" extrusionOk="0">
                  <a:moveTo>
                    <a:pt x="245" y="1"/>
                  </a:moveTo>
                  <a:cubicBezTo>
                    <a:pt x="109" y="1"/>
                    <a:pt x="0" y="114"/>
                    <a:pt x="0" y="250"/>
                  </a:cubicBezTo>
                  <a:cubicBezTo>
                    <a:pt x="0" y="388"/>
                    <a:pt x="109" y="501"/>
                    <a:pt x="245" y="501"/>
                  </a:cubicBezTo>
                  <a:cubicBezTo>
                    <a:pt x="388" y="501"/>
                    <a:pt x="496" y="388"/>
                    <a:pt x="496" y="250"/>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3"/>
            <p:cNvSpPr/>
            <p:nvPr/>
          </p:nvSpPr>
          <p:spPr>
            <a:xfrm>
              <a:off x="860125" y="3034550"/>
              <a:ext cx="12525" cy="12550"/>
            </a:xfrm>
            <a:custGeom>
              <a:avLst/>
              <a:gdLst/>
              <a:ahLst/>
              <a:cxnLst/>
              <a:rect l="l" t="t" r="r" b="b"/>
              <a:pathLst>
                <a:path w="501" h="502" extrusionOk="0">
                  <a:moveTo>
                    <a:pt x="251" y="1"/>
                  </a:moveTo>
                  <a:cubicBezTo>
                    <a:pt x="114" y="1"/>
                    <a:pt x="0" y="114"/>
                    <a:pt x="0" y="250"/>
                  </a:cubicBezTo>
                  <a:cubicBezTo>
                    <a:pt x="0" y="388"/>
                    <a:pt x="114" y="501"/>
                    <a:pt x="251" y="501"/>
                  </a:cubicBezTo>
                  <a:cubicBezTo>
                    <a:pt x="387" y="501"/>
                    <a:pt x="501" y="388"/>
                    <a:pt x="501" y="250"/>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3"/>
            <p:cNvSpPr/>
            <p:nvPr/>
          </p:nvSpPr>
          <p:spPr>
            <a:xfrm>
              <a:off x="951850" y="3034550"/>
              <a:ext cx="12600" cy="12550"/>
            </a:xfrm>
            <a:custGeom>
              <a:avLst/>
              <a:gdLst/>
              <a:ahLst/>
              <a:cxnLst/>
              <a:rect l="l" t="t" r="r" b="b"/>
              <a:pathLst>
                <a:path w="504" h="502" extrusionOk="0">
                  <a:moveTo>
                    <a:pt x="252" y="1"/>
                  </a:moveTo>
                  <a:cubicBezTo>
                    <a:pt x="116" y="1"/>
                    <a:pt x="1" y="114"/>
                    <a:pt x="1" y="250"/>
                  </a:cubicBezTo>
                  <a:cubicBezTo>
                    <a:pt x="1" y="388"/>
                    <a:pt x="116" y="501"/>
                    <a:pt x="252" y="501"/>
                  </a:cubicBezTo>
                  <a:cubicBezTo>
                    <a:pt x="388" y="501"/>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3"/>
            <p:cNvSpPr/>
            <p:nvPr/>
          </p:nvSpPr>
          <p:spPr>
            <a:xfrm>
              <a:off x="1043825" y="3034550"/>
              <a:ext cx="12375" cy="12550"/>
            </a:xfrm>
            <a:custGeom>
              <a:avLst/>
              <a:gdLst/>
              <a:ahLst/>
              <a:cxnLst/>
              <a:rect l="l" t="t" r="r" b="b"/>
              <a:pathLst>
                <a:path w="495" h="502" extrusionOk="0">
                  <a:moveTo>
                    <a:pt x="250" y="1"/>
                  </a:moveTo>
                  <a:cubicBezTo>
                    <a:pt x="107" y="1"/>
                    <a:pt x="0" y="114"/>
                    <a:pt x="0" y="250"/>
                  </a:cubicBezTo>
                  <a:cubicBezTo>
                    <a:pt x="0" y="388"/>
                    <a:pt x="107" y="501"/>
                    <a:pt x="250" y="501"/>
                  </a:cubicBezTo>
                  <a:cubicBezTo>
                    <a:pt x="388" y="501"/>
                    <a:pt x="494" y="388"/>
                    <a:pt x="494" y="250"/>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3"/>
            <p:cNvSpPr/>
            <p:nvPr/>
          </p:nvSpPr>
          <p:spPr>
            <a:xfrm>
              <a:off x="1135575" y="3034550"/>
              <a:ext cx="12575" cy="12550"/>
            </a:xfrm>
            <a:custGeom>
              <a:avLst/>
              <a:gdLst/>
              <a:ahLst/>
              <a:cxnLst/>
              <a:rect l="l" t="t" r="r" b="b"/>
              <a:pathLst>
                <a:path w="503" h="502" extrusionOk="0">
                  <a:moveTo>
                    <a:pt x="252" y="1"/>
                  </a:moveTo>
                  <a:cubicBezTo>
                    <a:pt x="116" y="1"/>
                    <a:pt x="0" y="114"/>
                    <a:pt x="0" y="250"/>
                  </a:cubicBezTo>
                  <a:cubicBezTo>
                    <a:pt x="0" y="388"/>
                    <a:pt x="116" y="501"/>
                    <a:pt x="252" y="501"/>
                  </a:cubicBezTo>
                  <a:cubicBezTo>
                    <a:pt x="387" y="501"/>
                    <a:pt x="503" y="388"/>
                    <a:pt x="503" y="250"/>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3"/>
            <p:cNvSpPr/>
            <p:nvPr/>
          </p:nvSpPr>
          <p:spPr>
            <a:xfrm>
              <a:off x="1227500" y="3034550"/>
              <a:ext cx="12400" cy="12550"/>
            </a:xfrm>
            <a:custGeom>
              <a:avLst/>
              <a:gdLst/>
              <a:ahLst/>
              <a:cxnLst/>
              <a:rect l="l" t="t" r="r" b="b"/>
              <a:pathLst>
                <a:path w="496" h="502" extrusionOk="0">
                  <a:moveTo>
                    <a:pt x="251" y="1"/>
                  </a:moveTo>
                  <a:cubicBezTo>
                    <a:pt x="109" y="1"/>
                    <a:pt x="0" y="114"/>
                    <a:pt x="0" y="250"/>
                  </a:cubicBezTo>
                  <a:cubicBezTo>
                    <a:pt x="0" y="388"/>
                    <a:pt x="109" y="501"/>
                    <a:pt x="251" y="501"/>
                  </a:cubicBezTo>
                  <a:cubicBezTo>
                    <a:pt x="387" y="501"/>
                    <a:pt x="496" y="388"/>
                    <a:pt x="496" y="250"/>
                  </a:cubicBezTo>
                  <a:cubicBezTo>
                    <a:pt x="496"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3"/>
            <p:cNvSpPr/>
            <p:nvPr/>
          </p:nvSpPr>
          <p:spPr>
            <a:xfrm>
              <a:off x="1319275" y="3034550"/>
              <a:ext cx="12550" cy="12550"/>
            </a:xfrm>
            <a:custGeom>
              <a:avLst/>
              <a:gdLst/>
              <a:ahLst/>
              <a:cxnLst/>
              <a:rect l="l" t="t" r="r" b="b"/>
              <a:pathLst>
                <a:path w="502" h="502" extrusionOk="0">
                  <a:moveTo>
                    <a:pt x="252" y="1"/>
                  </a:moveTo>
                  <a:cubicBezTo>
                    <a:pt x="114" y="1"/>
                    <a:pt x="1" y="114"/>
                    <a:pt x="1" y="250"/>
                  </a:cubicBezTo>
                  <a:cubicBezTo>
                    <a:pt x="1" y="388"/>
                    <a:pt x="114" y="501"/>
                    <a:pt x="252" y="501"/>
                  </a:cubicBezTo>
                  <a:cubicBezTo>
                    <a:pt x="388" y="501"/>
                    <a:pt x="501" y="388"/>
                    <a:pt x="501" y="250"/>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3"/>
            <p:cNvSpPr/>
            <p:nvPr/>
          </p:nvSpPr>
          <p:spPr>
            <a:xfrm>
              <a:off x="1411200" y="3034550"/>
              <a:ext cx="12425" cy="12550"/>
            </a:xfrm>
            <a:custGeom>
              <a:avLst/>
              <a:gdLst/>
              <a:ahLst/>
              <a:cxnLst/>
              <a:rect l="l" t="t" r="r" b="b"/>
              <a:pathLst>
                <a:path w="497" h="502" extrusionOk="0">
                  <a:moveTo>
                    <a:pt x="245" y="1"/>
                  </a:moveTo>
                  <a:cubicBezTo>
                    <a:pt x="109" y="1"/>
                    <a:pt x="1" y="114"/>
                    <a:pt x="1" y="250"/>
                  </a:cubicBezTo>
                  <a:cubicBezTo>
                    <a:pt x="1" y="388"/>
                    <a:pt x="109" y="501"/>
                    <a:pt x="245" y="501"/>
                  </a:cubicBezTo>
                  <a:cubicBezTo>
                    <a:pt x="388" y="501"/>
                    <a:pt x="496" y="388"/>
                    <a:pt x="496" y="250"/>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3"/>
            <p:cNvSpPr/>
            <p:nvPr/>
          </p:nvSpPr>
          <p:spPr>
            <a:xfrm>
              <a:off x="1503000" y="3034550"/>
              <a:ext cx="12525" cy="12550"/>
            </a:xfrm>
            <a:custGeom>
              <a:avLst/>
              <a:gdLst/>
              <a:ahLst/>
              <a:cxnLst/>
              <a:rect l="l" t="t" r="r" b="b"/>
              <a:pathLst>
                <a:path w="501" h="502" extrusionOk="0">
                  <a:moveTo>
                    <a:pt x="250" y="1"/>
                  </a:moveTo>
                  <a:cubicBezTo>
                    <a:pt x="114" y="1"/>
                    <a:pt x="0" y="114"/>
                    <a:pt x="0" y="250"/>
                  </a:cubicBezTo>
                  <a:cubicBezTo>
                    <a:pt x="0" y="388"/>
                    <a:pt x="114" y="501"/>
                    <a:pt x="250" y="501"/>
                  </a:cubicBezTo>
                  <a:cubicBezTo>
                    <a:pt x="387" y="501"/>
                    <a:pt x="501" y="388"/>
                    <a:pt x="501" y="250"/>
                  </a:cubicBezTo>
                  <a:cubicBezTo>
                    <a:pt x="501" y="114"/>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3"/>
            <p:cNvSpPr/>
            <p:nvPr/>
          </p:nvSpPr>
          <p:spPr>
            <a:xfrm>
              <a:off x="1594750" y="3034550"/>
              <a:ext cx="12575" cy="12550"/>
            </a:xfrm>
            <a:custGeom>
              <a:avLst/>
              <a:gdLst/>
              <a:ahLst/>
              <a:cxnLst/>
              <a:rect l="l" t="t" r="r" b="b"/>
              <a:pathLst>
                <a:path w="503" h="502" extrusionOk="0">
                  <a:moveTo>
                    <a:pt x="251" y="1"/>
                  </a:moveTo>
                  <a:cubicBezTo>
                    <a:pt x="115" y="1"/>
                    <a:pt x="0" y="114"/>
                    <a:pt x="0" y="250"/>
                  </a:cubicBezTo>
                  <a:cubicBezTo>
                    <a:pt x="0" y="388"/>
                    <a:pt x="115" y="501"/>
                    <a:pt x="251" y="501"/>
                  </a:cubicBezTo>
                  <a:cubicBezTo>
                    <a:pt x="394" y="501"/>
                    <a:pt x="503" y="388"/>
                    <a:pt x="503" y="250"/>
                  </a:cubicBezTo>
                  <a:cubicBezTo>
                    <a:pt x="503" y="114"/>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3"/>
            <p:cNvSpPr/>
            <p:nvPr/>
          </p:nvSpPr>
          <p:spPr>
            <a:xfrm>
              <a:off x="1686650" y="3034550"/>
              <a:ext cx="12600" cy="12550"/>
            </a:xfrm>
            <a:custGeom>
              <a:avLst/>
              <a:gdLst/>
              <a:ahLst/>
              <a:cxnLst/>
              <a:rect l="l" t="t" r="r" b="b"/>
              <a:pathLst>
                <a:path w="504" h="502" extrusionOk="0">
                  <a:moveTo>
                    <a:pt x="252" y="1"/>
                  </a:moveTo>
                  <a:cubicBezTo>
                    <a:pt x="116" y="1"/>
                    <a:pt x="1" y="114"/>
                    <a:pt x="1" y="250"/>
                  </a:cubicBezTo>
                  <a:cubicBezTo>
                    <a:pt x="1" y="388"/>
                    <a:pt x="116" y="501"/>
                    <a:pt x="252" y="501"/>
                  </a:cubicBezTo>
                  <a:cubicBezTo>
                    <a:pt x="388" y="501"/>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3"/>
            <p:cNvSpPr/>
            <p:nvPr/>
          </p:nvSpPr>
          <p:spPr>
            <a:xfrm>
              <a:off x="1778450" y="3034550"/>
              <a:ext cx="12550" cy="12550"/>
            </a:xfrm>
            <a:custGeom>
              <a:avLst/>
              <a:gdLst/>
              <a:ahLst/>
              <a:cxnLst/>
              <a:rect l="l" t="t" r="r" b="b"/>
              <a:pathLst>
                <a:path w="502" h="502" extrusionOk="0">
                  <a:moveTo>
                    <a:pt x="252" y="1"/>
                  </a:moveTo>
                  <a:cubicBezTo>
                    <a:pt x="114" y="1"/>
                    <a:pt x="1" y="114"/>
                    <a:pt x="1" y="250"/>
                  </a:cubicBezTo>
                  <a:cubicBezTo>
                    <a:pt x="1" y="388"/>
                    <a:pt x="114" y="501"/>
                    <a:pt x="252" y="501"/>
                  </a:cubicBezTo>
                  <a:cubicBezTo>
                    <a:pt x="388" y="501"/>
                    <a:pt x="501" y="388"/>
                    <a:pt x="501" y="250"/>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3"/>
            <p:cNvSpPr/>
            <p:nvPr/>
          </p:nvSpPr>
          <p:spPr>
            <a:xfrm>
              <a:off x="1870375" y="3034550"/>
              <a:ext cx="12400" cy="12550"/>
            </a:xfrm>
            <a:custGeom>
              <a:avLst/>
              <a:gdLst/>
              <a:ahLst/>
              <a:cxnLst/>
              <a:rect l="l" t="t" r="r" b="b"/>
              <a:pathLst>
                <a:path w="496" h="502" extrusionOk="0">
                  <a:moveTo>
                    <a:pt x="252" y="1"/>
                  </a:moveTo>
                  <a:cubicBezTo>
                    <a:pt x="109" y="1"/>
                    <a:pt x="0" y="114"/>
                    <a:pt x="0" y="250"/>
                  </a:cubicBezTo>
                  <a:cubicBezTo>
                    <a:pt x="0" y="388"/>
                    <a:pt x="109" y="501"/>
                    <a:pt x="252" y="501"/>
                  </a:cubicBezTo>
                  <a:cubicBezTo>
                    <a:pt x="387" y="501"/>
                    <a:pt x="496" y="388"/>
                    <a:pt x="496" y="250"/>
                  </a:cubicBezTo>
                  <a:cubicBezTo>
                    <a:pt x="496"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3"/>
            <p:cNvSpPr/>
            <p:nvPr/>
          </p:nvSpPr>
          <p:spPr>
            <a:xfrm>
              <a:off x="1962150" y="3034550"/>
              <a:ext cx="12550" cy="12550"/>
            </a:xfrm>
            <a:custGeom>
              <a:avLst/>
              <a:gdLst/>
              <a:ahLst/>
              <a:cxnLst/>
              <a:rect l="l" t="t" r="r" b="b"/>
              <a:pathLst>
                <a:path w="502" h="502" extrusionOk="0">
                  <a:moveTo>
                    <a:pt x="250" y="1"/>
                  </a:moveTo>
                  <a:cubicBezTo>
                    <a:pt x="114" y="1"/>
                    <a:pt x="1" y="114"/>
                    <a:pt x="1" y="250"/>
                  </a:cubicBezTo>
                  <a:cubicBezTo>
                    <a:pt x="1" y="388"/>
                    <a:pt x="114" y="501"/>
                    <a:pt x="250" y="501"/>
                  </a:cubicBezTo>
                  <a:cubicBezTo>
                    <a:pt x="388" y="501"/>
                    <a:pt x="502" y="388"/>
                    <a:pt x="502" y="250"/>
                  </a:cubicBezTo>
                  <a:cubicBezTo>
                    <a:pt x="502"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3"/>
            <p:cNvSpPr/>
            <p:nvPr/>
          </p:nvSpPr>
          <p:spPr>
            <a:xfrm>
              <a:off x="2054075" y="3034550"/>
              <a:ext cx="12425" cy="12550"/>
            </a:xfrm>
            <a:custGeom>
              <a:avLst/>
              <a:gdLst/>
              <a:ahLst/>
              <a:cxnLst/>
              <a:rect l="l" t="t" r="r" b="b"/>
              <a:pathLst>
                <a:path w="497" h="502" extrusionOk="0">
                  <a:moveTo>
                    <a:pt x="252" y="1"/>
                  </a:moveTo>
                  <a:cubicBezTo>
                    <a:pt x="109" y="1"/>
                    <a:pt x="1" y="114"/>
                    <a:pt x="1" y="250"/>
                  </a:cubicBezTo>
                  <a:cubicBezTo>
                    <a:pt x="1" y="388"/>
                    <a:pt x="109" y="501"/>
                    <a:pt x="252" y="501"/>
                  </a:cubicBezTo>
                  <a:cubicBezTo>
                    <a:pt x="388" y="501"/>
                    <a:pt x="496" y="388"/>
                    <a:pt x="496" y="250"/>
                  </a:cubicBezTo>
                  <a:cubicBezTo>
                    <a:pt x="496"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3"/>
            <p:cNvSpPr/>
            <p:nvPr/>
          </p:nvSpPr>
          <p:spPr>
            <a:xfrm>
              <a:off x="2145825" y="3034550"/>
              <a:ext cx="12600" cy="12550"/>
            </a:xfrm>
            <a:custGeom>
              <a:avLst/>
              <a:gdLst/>
              <a:ahLst/>
              <a:cxnLst/>
              <a:rect l="l" t="t" r="r" b="b"/>
              <a:pathLst>
                <a:path w="504" h="502" extrusionOk="0">
                  <a:moveTo>
                    <a:pt x="252" y="1"/>
                  </a:moveTo>
                  <a:cubicBezTo>
                    <a:pt x="116" y="1"/>
                    <a:pt x="1" y="114"/>
                    <a:pt x="1" y="250"/>
                  </a:cubicBezTo>
                  <a:cubicBezTo>
                    <a:pt x="1" y="388"/>
                    <a:pt x="116" y="501"/>
                    <a:pt x="252" y="501"/>
                  </a:cubicBezTo>
                  <a:cubicBezTo>
                    <a:pt x="388" y="501"/>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3"/>
            <p:cNvSpPr/>
            <p:nvPr/>
          </p:nvSpPr>
          <p:spPr>
            <a:xfrm>
              <a:off x="2237800" y="3034550"/>
              <a:ext cx="12350" cy="12550"/>
            </a:xfrm>
            <a:custGeom>
              <a:avLst/>
              <a:gdLst/>
              <a:ahLst/>
              <a:cxnLst/>
              <a:rect l="l" t="t" r="r" b="b"/>
              <a:pathLst>
                <a:path w="494" h="502" extrusionOk="0">
                  <a:moveTo>
                    <a:pt x="244" y="1"/>
                  </a:moveTo>
                  <a:cubicBezTo>
                    <a:pt x="107" y="1"/>
                    <a:pt x="0" y="114"/>
                    <a:pt x="0" y="250"/>
                  </a:cubicBezTo>
                  <a:cubicBezTo>
                    <a:pt x="0" y="388"/>
                    <a:pt x="107" y="501"/>
                    <a:pt x="244" y="501"/>
                  </a:cubicBezTo>
                  <a:cubicBezTo>
                    <a:pt x="387" y="501"/>
                    <a:pt x="494" y="388"/>
                    <a:pt x="494" y="250"/>
                  </a:cubicBezTo>
                  <a:cubicBezTo>
                    <a:pt x="494" y="114"/>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3"/>
            <p:cNvSpPr/>
            <p:nvPr/>
          </p:nvSpPr>
          <p:spPr>
            <a:xfrm>
              <a:off x="2329550" y="3034550"/>
              <a:ext cx="12575" cy="12550"/>
            </a:xfrm>
            <a:custGeom>
              <a:avLst/>
              <a:gdLst/>
              <a:ahLst/>
              <a:cxnLst/>
              <a:rect l="l" t="t" r="r" b="b"/>
              <a:pathLst>
                <a:path w="503" h="502" extrusionOk="0">
                  <a:moveTo>
                    <a:pt x="251" y="1"/>
                  </a:moveTo>
                  <a:cubicBezTo>
                    <a:pt x="115" y="1"/>
                    <a:pt x="0" y="114"/>
                    <a:pt x="0" y="250"/>
                  </a:cubicBezTo>
                  <a:cubicBezTo>
                    <a:pt x="0" y="388"/>
                    <a:pt x="115" y="501"/>
                    <a:pt x="251" y="501"/>
                  </a:cubicBezTo>
                  <a:cubicBezTo>
                    <a:pt x="387" y="501"/>
                    <a:pt x="502" y="388"/>
                    <a:pt x="502" y="250"/>
                  </a:cubicBezTo>
                  <a:cubicBezTo>
                    <a:pt x="502"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3"/>
            <p:cNvSpPr/>
            <p:nvPr/>
          </p:nvSpPr>
          <p:spPr>
            <a:xfrm>
              <a:off x="2421325" y="3034550"/>
              <a:ext cx="12550" cy="12550"/>
            </a:xfrm>
            <a:custGeom>
              <a:avLst/>
              <a:gdLst/>
              <a:ahLst/>
              <a:cxnLst/>
              <a:rect l="l" t="t" r="r" b="b"/>
              <a:pathLst>
                <a:path w="502" h="502" extrusionOk="0">
                  <a:moveTo>
                    <a:pt x="250" y="1"/>
                  </a:moveTo>
                  <a:cubicBezTo>
                    <a:pt x="114" y="1"/>
                    <a:pt x="1" y="114"/>
                    <a:pt x="1" y="250"/>
                  </a:cubicBezTo>
                  <a:cubicBezTo>
                    <a:pt x="1" y="388"/>
                    <a:pt x="114" y="501"/>
                    <a:pt x="250" y="501"/>
                  </a:cubicBezTo>
                  <a:cubicBezTo>
                    <a:pt x="395" y="501"/>
                    <a:pt x="501" y="388"/>
                    <a:pt x="501" y="250"/>
                  </a:cubicBezTo>
                  <a:cubicBezTo>
                    <a:pt x="501" y="114"/>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3"/>
            <p:cNvSpPr/>
            <p:nvPr/>
          </p:nvSpPr>
          <p:spPr>
            <a:xfrm>
              <a:off x="2513250" y="3034550"/>
              <a:ext cx="12575" cy="12550"/>
            </a:xfrm>
            <a:custGeom>
              <a:avLst/>
              <a:gdLst/>
              <a:ahLst/>
              <a:cxnLst/>
              <a:rect l="l" t="t" r="r" b="b"/>
              <a:pathLst>
                <a:path w="503" h="502" extrusionOk="0">
                  <a:moveTo>
                    <a:pt x="252" y="1"/>
                  </a:moveTo>
                  <a:cubicBezTo>
                    <a:pt x="109" y="1"/>
                    <a:pt x="0" y="114"/>
                    <a:pt x="0" y="250"/>
                  </a:cubicBezTo>
                  <a:cubicBezTo>
                    <a:pt x="0" y="388"/>
                    <a:pt x="109" y="501"/>
                    <a:pt x="252" y="501"/>
                  </a:cubicBezTo>
                  <a:cubicBezTo>
                    <a:pt x="388" y="501"/>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3"/>
            <p:cNvSpPr/>
            <p:nvPr/>
          </p:nvSpPr>
          <p:spPr>
            <a:xfrm>
              <a:off x="2605000" y="3034550"/>
              <a:ext cx="12575" cy="12550"/>
            </a:xfrm>
            <a:custGeom>
              <a:avLst/>
              <a:gdLst/>
              <a:ahLst/>
              <a:cxnLst/>
              <a:rect l="l" t="t" r="r" b="b"/>
              <a:pathLst>
                <a:path w="503" h="502" extrusionOk="0">
                  <a:moveTo>
                    <a:pt x="252" y="1"/>
                  </a:moveTo>
                  <a:cubicBezTo>
                    <a:pt x="116" y="1"/>
                    <a:pt x="0" y="114"/>
                    <a:pt x="0" y="250"/>
                  </a:cubicBezTo>
                  <a:cubicBezTo>
                    <a:pt x="0" y="388"/>
                    <a:pt x="116" y="501"/>
                    <a:pt x="252" y="501"/>
                  </a:cubicBezTo>
                  <a:cubicBezTo>
                    <a:pt x="387" y="501"/>
                    <a:pt x="503" y="388"/>
                    <a:pt x="503" y="250"/>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3"/>
            <p:cNvSpPr/>
            <p:nvPr/>
          </p:nvSpPr>
          <p:spPr>
            <a:xfrm>
              <a:off x="2696950" y="3034550"/>
              <a:ext cx="12375" cy="12550"/>
            </a:xfrm>
            <a:custGeom>
              <a:avLst/>
              <a:gdLst/>
              <a:ahLst/>
              <a:cxnLst/>
              <a:rect l="l" t="t" r="r" b="b"/>
              <a:pathLst>
                <a:path w="495" h="502" extrusionOk="0">
                  <a:moveTo>
                    <a:pt x="252" y="1"/>
                  </a:moveTo>
                  <a:cubicBezTo>
                    <a:pt x="108" y="1"/>
                    <a:pt x="1" y="114"/>
                    <a:pt x="1" y="250"/>
                  </a:cubicBezTo>
                  <a:cubicBezTo>
                    <a:pt x="1" y="388"/>
                    <a:pt x="108" y="501"/>
                    <a:pt x="252" y="501"/>
                  </a:cubicBezTo>
                  <a:cubicBezTo>
                    <a:pt x="388" y="501"/>
                    <a:pt x="495" y="388"/>
                    <a:pt x="495" y="250"/>
                  </a:cubicBezTo>
                  <a:cubicBezTo>
                    <a:pt x="495"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3"/>
            <p:cNvSpPr/>
            <p:nvPr/>
          </p:nvSpPr>
          <p:spPr>
            <a:xfrm>
              <a:off x="2788700" y="3034550"/>
              <a:ext cx="12600" cy="12550"/>
            </a:xfrm>
            <a:custGeom>
              <a:avLst/>
              <a:gdLst/>
              <a:ahLst/>
              <a:cxnLst/>
              <a:rect l="l" t="t" r="r" b="b"/>
              <a:pathLst>
                <a:path w="504" h="502" extrusionOk="0">
                  <a:moveTo>
                    <a:pt x="252" y="1"/>
                  </a:moveTo>
                  <a:cubicBezTo>
                    <a:pt x="116" y="1"/>
                    <a:pt x="1" y="114"/>
                    <a:pt x="1" y="250"/>
                  </a:cubicBezTo>
                  <a:cubicBezTo>
                    <a:pt x="1" y="388"/>
                    <a:pt x="116" y="501"/>
                    <a:pt x="252" y="501"/>
                  </a:cubicBezTo>
                  <a:cubicBezTo>
                    <a:pt x="388" y="501"/>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3"/>
            <p:cNvSpPr/>
            <p:nvPr/>
          </p:nvSpPr>
          <p:spPr>
            <a:xfrm>
              <a:off x="2880675" y="3034550"/>
              <a:ext cx="12375" cy="12550"/>
            </a:xfrm>
            <a:custGeom>
              <a:avLst/>
              <a:gdLst/>
              <a:ahLst/>
              <a:cxnLst/>
              <a:rect l="l" t="t" r="r" b="b"/>
              <a:pathLst>
                <a:path w="495" h="502" extrusionOk="0">
                  <a:moveTo>
                    <a:pt x="243" y="1"/>
                  </a:moveTo>
                  <a:cubicBezTo>
                    <a:pt x="107" y="1"/>
                    <a:pt x="0" y="114"/>
                    <a:pt x="0" y="250"/>
                  </a:cubicBezTo>
                  <a:cubicBezTo>
                    <a:pt x="0" y="388"/>
                    <a:pt x="107" y="501"/>
                    <a:pt x="243" y="501"/>
                  </a:cubicBezTo>
                  <a:cubicBezTo>
                    <a:pt x="387" y="501"/>
                    <a:pt x="494" y="388"/>
                    <a:pt x="494" y="250"/>
                  </a:cubicBezTo>
                  <a:cubicBezTo>
                    <a:pt x="494" y="114"/>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3"/>
            <p:cNvSpPr/>
            <p:nvPr/>
          </p:nvSpPr>
          <p:spPr>
            <a:xfrm>
              <a:off x="2972425" y="3034550"/>
              <a:ext cx="12575" cy="12550"/>
            </a:xfrm>
            <a:custGeom>
              <a:avLst/>
              <a:gdLst/>
              <a:ahLst/>
              <a:cxnLst/>
              <a:rect l="l" t="t" r="r" b="b"/>
              <a:pathLst>
                <a:path w="503" h="502" extrusionOk="0">
                  <a:moveTo>
                    <a:pt x="251" y="1"/>
                  </a:moveTo>
                  <a:cubicBezTo>
                    <a:pt x="115" y="1"/>
                    <a:pt x="0" y="114"/>
                    <a:pt x="0" y="250"/>
                  </a:cubicBezTo>
                  <a:cubicBezTo>
                    <a:pt x="0" y="388"/>
                    <a:pt x="115" y="501"/>
                    <a:pt x="251" y="501"/>
                  </a:cubicBezTo>
                  <a:cubicBezTo>
                    <a:pt x="387" y="501"/>
                    <a:pt x="503" y="388"/>
                    <a:pt x="503" y="250"/>
                  </a:cubicBezTo>
                  <a:cubicBezTo>
                    <a:pt x="503"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3"/>
            <p:cNvSpPr/>
            <p:nvPr/>
          </p:nvSpPr>
          <p:spPr>
            <a:xfrm>
              <a:off x="3064375" y="3034550"/>
              <a:ext cx="12375" cy="12550"/>
            </a:xfrm>
            <a:custGeom>
              <a:avLst/>
              <a:gdLst/>
              <a:ahLst/>
              <a:cxnLst/>
              <a:rect l="l" t="t" r="r" b="b"/>
              <a:pathLst>
                <a:path w="495" h="502" extrusionOk="0">
                  <a:moveTo>
                    <a:pt x="243" y="1"/>
                  </a:moveTo>
                  <a:cubicBezTo>
                    <a:pt x="107" y="1"/>
                    <a:pt x="1" y="114"/>
                    <a:pt x="1" y="250"/>
                  </a:cubicBezTo>
                  <a:cubicBezTo>
                    <a:pt x="1" y="388"/>
                    <a:pt x="107" y="501"/>
                    <a:pt x="243" y="501"/>
                  </a:cubicBezTo>
                  <a:cubicBezTo>
                    <a:pt x="388" y="501"/>
                    <a:pt x="495" y="388"/>
                    <a:pt x="495" y="250"/>
                  </a:cubicBezTo>
                  <a:cubicBezTo>
                    <a:pt x="495" y="114"/>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3"/>
            <p:cNvSpPr/>
            <p:nvPr/>
          </p:nvSpPr>
          <p:spPr>
            <a:xfrm>
              <a:off x="3156125" y="3034550"/>
              <a:ext cx="12600" cy="12550"/>
            </a:xfrm>
            <a:custGeom>
              <a:avLst/>
              <a:gdLst/>
              <a:ahLst/>
              <a:cxnLst/>
              <a:rect l="l" t="t" r="r" b="b"/>
              <a:pathLst>
                <a:path w="504" h="502" extrusionOk="0">
                  <a:moveTo>
                    <a:pt x="252" y="1"/>
                  </a:moveTo>
                  <a:cubicBezTo>
                    <a:pt x="116" y="1"/>
                    <a:pt x="1" y="114"/>
                    <a:pt x="1" y="250"/>
                  </a:cubicBezTo>
                  <a:cubicBezTo>
                    <a:pt x="1" y="388"/>
                    <a:pt x="116" y="501"/>
                    <a:pt x="252" y="501"/>
                  </a:cubicBezTo>
                  <a:cubicBezTo>
                    <a:pt x="388" y="501"/>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3"/>
            <p:cNvSpPr/>
            <p:nvPr/>
          </p:nvSpPr>
          <p:spPr>
            <a:xfrm>
              <a:off x="3247875" y="3034550"/>
              <a:ext cx="12575" cy="12550"/>
            </a:xfrm>
            <a:custGeom>
              <a:avLst/>
              <a:gdLst/>
              <a:ahLst/>
              <a:cxnLst/>
              <a:rect l="l" t="t" r="r" b="b"/>
              <a:pathLst>
                <a:path w="503" h="502" extrusionOk="0">
                  <a:moveTo>
                    <a:pt x="252" y="1"/>
                  </a:moveTo>
                  <a:cubicBezTo>
                    <a:pt x="116" y="1"/>
                    <a:pt x="1" y="114"/>
                    <a:pt x="1" y="250"/>
                  </a:cubicBezTo>
                  <a:cubicBezTo>
                    <a:pt x="1" y="388"/>
                    <a:pt x="116" y="501"/>
                    <a:pt x="252" y="501"/>
                  </a:cubicBezTo>
                  <a:cubicBezTo>
                    <a:pt x="388" y="501"/>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3"/>
            <p:cNvSpPr/>
            <p:nvPr/>
          </p:nvSpPr>
          <p:spPr>
            <a:xfrm>
              <a:off x="3339850" y="3034550"/>
              <a:ext cx="12525" cy="12550"/>
            </a:xfrm>
            <a:custGeom>
              <a:avLst/>
              <a:gdLst/>
              <a:ahLst/>
              <a:cxnLst/>
              <a:rect l="l" t="t" r="r" b="b"/>
              <a:pathLst>
                <a:path w="501" h="502" extrusionOk="0">
                  <a:moveTo>
                    <a:pt x="251" y="1"/>
                  </a:moveTo>
                  <a:cubicBezTo>
                    <a:pt x="107" y="1"/>
                    <a:pt x="0" y="114"/>
                    <a:pt x="0" y="250"/>
                  </a:cubicBezTo>
                  <a:cubicBezTo>
                    <a:pt x="0" y="388"/>
                    <a:pt x="107" y="501"/>
                    <a:pt x="251" y="501"/>
                  </a:cubicBezTo>
                  <a:cubicBezTo>
                    <a:pt x="387" y="501"/>
                    <a:pt x="501" y="388"/>
                    <a:pt x="501" y="250"/>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3"/>
            <p:cNvSpPr/>
            <p:nvPr/>
          </p:nvSpPr>
          <p:spPr>
            <a:xfrm>
              <a:off x="3431575" y="3034550"/>
              <a:ext cx="12600" cy="12550"/>
            </a:xfrm>
            <a:custGeom>
              <a:avLst/>
              <a:gdLst/>
              <a:ahLst/>
              <a:cxnLst/>
              <a:rect l="l" t="t" r="r" b="b"/>
              <a:pathLst>
                <a:path w="504" h="502" extrusionOk="0">
                  <a:moveTo>
                    <a:pt x="252" y="1"/>
                  </a:moveTo>
                  <a:cubicBezTo>
                    <a:pt x="116" y="1"/>
                    <a:pt x="1" y="114"/>
                    <a:pt x="1" y="250"/>
                  </a:cubicBezTo>
                  <a:cubicBezTo>
                    <a:pt x="1" y="388"/>
                    <a:pt x="116" y="501"/>
                    <a:pt x="252" y="501"/>
                  </a:cubicBezTo>
                  <a:cubicBezTo>
                    <a:pt x="388" y="501"/>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3"/>
            <p:cNvSpPr/>
            <p:nvPr/>
          </p:nvSpPr>
          <p:spPr>
            <a:xfrm>
              <a:off x="3523550" y="3034550"/>
              <a:ext cx="12375" cy="12550"/>
            </a:xfrm>
            <a:custGeom>
              <a:avLst/>
              <a:gdLst/>
              <a:ahLst/>
              <a:cxnLst/>
              <a:rect l="l" t="t" r="r" b="b"/>
              <a:pathLst>
                <a:path w="495" h="502" extrusionOk="0">
                  <a:moveTo>
                    <a:pt x="250" y="1"/>
                  </a:moveTo>
                  <a:cubicBezTo>
                    <a:pt x="107" y="1"/>
                    <a:pt x="0" y="114"/>
                    <a:pt x="0" y="250"/>
                  </a:cubicBezTo>
                  <a:cubicBezTo>
                    <a:pt x="0" y="388"/>
                    <a:pt x="107" y="501"/>
                    <a:pt x="250" y="501"/>
                  </a:cubicBezTo>
                  <a:cubicBezTo>
                    <a:pt x="388" y="501"/>
                    <a:pt x="494" y="388"/>
                    <a:pt x="494" y="250"/>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3"/>
            <p:cNvSpPr/>
            <p:nvPr/>
          </p:nvSpPr>
          <p:spPr>
            <a:xfrm>
              <a:off x="676400" y="3126475"/>
              <a:ext cx="12600" cy="12400"/>
            </a:xfrm>
            <a:custGeom>
              <a:avLst/>
              <a:gdLst/>
              <a:ahLst/>
              <a:cxnLst/>
              <a:rect l="l" t="t" r="r" b="b"/>
              <a:pathLst>
                <a:path w="504" h="496" extrusionOk="0">
                  <a:moveTo>
                    <a:pt x="252" y="0"/>
                  </a:moveTo>
                  <a:cubicBezTo>
                    <a:pt x="116" y="0"/>
                    <a:pt x="1" y="109"/>
                    <a:pt x="1" y="252"/>
                  </a:cubicBezTo>
                  <a:cubicBezTo>
                    <a:pt x="1" y="388"/>
                    <a:pt x="116" y="496"/>
                    <a:pt x="252" y="496"/>
                  </a:cubicBezTo>
                  <a:cubicBezTo>
                    <a:pt x="388" y="496"/>
                    <a:pt x="503" y="388"/>
                    <a:pt x="503" y="252"/>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3"/>
            <p:cNvSpPr/>
            <p:nvPr/>
          </p:nvSpPr>
          <p:spPr>
            <a:xfrm>
              <a:off x="768325" y="3126475"/>
              <a:ext cx="12400" cy="12400"/>
            </a:xfrm>
            <a:custGeom>
              <a:avLst/>
              <a:gdLst/>
              <a:ahLst/>
              <a:cxnLst/>
              <a:rect l="l" t="t" r="r" b="b"/>
              <a:pathLst>
                <a:path w="496" h="496" extrusionOk="0">
                  <a:moveTo>
                    <a:pt x="245" y="0"/>
                  </a:moveTo>
                  <a:cubicBezTo>
                    <a:pt x="109" y="0"/>
                    <a:pt x="0" y="109"/>
                    <a:pt x="0" y="252"/>
                  </a:cubicBezTo>
                  <a:cubicBezTo>
                    <a:pt x="0" y="388"/>
                    <a:pt x="109" y="496"/>
                    <a:pt x="245" y="496"/>
                  </a:cubicBezTo>
                  <a:cubicBezTo>
                    <a:pt x="388" y="496"/>
                    <a:pt x="496" y="388"/>
                    <a:pt x="496" y="252"/>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3"/>
            <p:cNvSpPr/>
            <p:nvPr/>
          </p:nvSpPr>
          <p:spPr>
            <a:xfrm>
              <a:off x="860125" y="3126475"/>
              <a:ext cx="12525" cy="12400"/>
            </a:xfrm>
            <a:custGeom>
              <a:avLst/>
              <a:gdLst/>
              <a:ahLst/>
              <a:cxnLst/>
              <a:rect l="l" t="t" r="r" b="b"/>
              <a:pathLst>
                <a:path w="501" h="496" extrusionOk="0">
                  <a:moveTo>
                    <a:pt x="251" y="0"/>
                  </a:moveTo>
                  <a:cubicBezTo>
                    <a:pt x="114" y="0"/>
                    <a:pt x="0" y="109"/>
                    <a:pt x="0" y="252"/>
                  </a:cubicBezTo>
                  <a:cubicBezTo>
                    <a:pt x="0" y="388"/>
                    <a:pt x="114" y="496"/>
                    <a:pt x="251" y="496"/>
                  </a:cubicBezTo>
                  <a:cubicBezTo>
                    <a:pt x="387" y="496"/>
                    <a:pt x="501" y="388"/>
                    <a:pt x="501" y="252"/>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3"/>
            <p:cNvSpPr/>
            <p:nvPr/>
          </p:nvSpPr>
          <p:spPr>
            <a:xfrm>
              <a:off x="951850" y="3126475"/>
              <a:ext cx="12600" cy="12400"/>
            </a:xfrm>
            <a:custGeom>
              <a:avLst/>
              <a:gdLst/>
              <a:ahLst/>
              <a:cxnLst/>
              <a:rect l="l" t="t" r="r" b="b"/>
              <a:pathLst>
                <a:path w="504" h="496" extrusionOk="0">
                  <a:moveTo>
                    <a:pt x="252" y="0"/>
                  </a:moveTo>
                  <a:cubicBezTo>
                    <a:pt x="116" y="0"/>
                    <a:pt x="1" y="109"/>
                    <a:pt x="1" y="252"/>
                  </a:cubicBezTo>
                  <a:cubicBezTo>
                    <a:pt x="1" y="388"/>
                    <a:pt x="116" y="496"/>
                    <a:pt x="252" y="496"/>
                  </a:cubicBezTo>
                  <a:cubicBezTo>
                    <a:pt x="388" y="496"/>
                    <a:pt x="503" y="388"/>
                    <a:pt x="503" y="252"/>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3"/>
            <p:cNvSpPr/>
            <p:nvPr/>
          </p:nvSpPr>
          <p:spPr>
            <a:xfrm>
              <a:off x="1043825" y="3126475"/>
              <a:ext cx="12375" cy="12400"/>
            </a:xfrm>
            <a:custGeom>
              <a:avLst/>
              <a:gdLst/>
              <a:ahLst/>
              <a:cxnLst/>
              <a:rect l="l" t="t" r="r" b="b"/>
              <a:pathLst>
                <a:path w="495" h="496" extrusionOk="0">
                  <a:moveTo>
                    <a:pt x="250" y="0"/>
                  </a:moveTo>
                  <a:cubicBezTo>
                    <a:pt x="107" y="0"/>
                    <a:pt x="0" y="109"/>
                    <a:pt x="0" y="252"/>
                  </a:cubicBezTo>
                  <a:cubicBezTo>
                    <a:pt x="0" y="388"/>
                    <a:pt x="107" y="496"/>
                    <a:pt x="250" y="496"/>
                  </a:cubicBezTo>
                  <a:cubicBezTo>
                    <a:pt x="388" y="496"/>
                    <a:pt x="494" y="388"/>
                    <a:pt x="494" y="252"/>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3"/>
            <p:cNvSpPr/>
            <p:nvPr/>
          </p:nvSpPr>
          <p:spPr>
            <a:xfrm>
              <a:off x="1135575" y="3126475"/>
              <a:ext cx="12575" cy="12400"/>
            </a:xfrm>
            <a:custGeom>
              <a:avLst/>
              <a:gdLst/>
              <a:ahLst/>
              <a:cxnLst/>
              <a:rect l="l" t="t" r="r" b="b"/>
              <a:pathLst>
                <a:path w="503" h="496" extrusionOk="0">
                  <a:moveTo>
                    <a:pt x="252" y="0"/>
                  </a:moveTo>
                  <a:cubicBezTo>
                    <a:pt x="116" y="0"/>
                    <a:pt x="0" y="109"/>
                    <a:pt x="0" y="252"/>
                  </a:cubicBezTo>
                  <a:cubicBezTo>
                    <a:pt x="0" y="388"/>
                    <a:pt x="116" y="496"/>
                    <a:pt x="252" y="496"/>
                  </a:cubicBezTo>
                  <a:cubicBezTo>
                    <a:pt x="387" y="496"/>
                    <a:pt x="503" y="388"/>
                    <a:pt x="503" y="252"/>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3"/>
            <p:cNvSpPr/>
            <p:nvPr/>
          </p:nvSpPr>
          <p:spPr>
            <a:xfrm>
              <a:off x="1227500" y="3126475"/>
              <a:ext cx="12400" cy="12400"/>
            </a:xfrm>
            <a:custGeom>
              <a:avLst/>
              <a:gdLst/>
              <a:ahLst/>
              <a:cxnLst/>
              <a:rect l="l" t="t" r="r" b="b"/>
              <a:pathLst>
                <a:path w="496" h="496" extrusionOk="0">
                  <a:moveTo>
                    <a:pt x="251" y="0"/>
                  </a:moveTo>
                  <a:cubicBezTo>
                    <a:pt x="109" y="0"/>
                    <a:pt x="0" y="109"/>
                    <a:pt x="0" y="252"/>
                  </a:cubicBezTo>
                  <a:cubicBezTo>
                    <a:pt x="0" y="388"/>
                    <a:pt x="109" y="496"/>
                    <a:pt x="251" y="496"/>
                  </a:cubicBezTo>
                  <a:cubicBezTo>
                    <a:pt x="387" y="496"/>
                    <a:pt x="496" y="388"/>
                    <a:pt x="496" y="252"/>
                  </a:cubicBezTo>
                  <a:cubicBezTo>
                    <a:pt x="496"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3"/>
            <p:cNvSpPr/>
            <p:nvPr/>
          </p:nvSpPr>
          <p:spPr>
            <a:xfrm>
              <a:off x="1319275" y="3126475"/>
              <a:ext cx="12550" cy="12400"/>
            </a:xfrm>
            <a:custGeom>
              <a:avLst/>
              <a:gdLst/>
              <a:ahLst/>
              <a:cxnLst/>
              <a:rect l="l" t="t" r="r" b="b"/>
              <a:pathLst>
                <a:path w="502" h="496" extrusionOk="0">
                  <a:moveTo>
                    <a:pt x="252" y="0"/>
                  </a:moveTo>
                  <a:cubicBezTo>
                    <a:pt x="114" y="0"/>
                    <a:pt x="1" y="109"/>
                    <a:pt x="1" y="252"/>
                  </a:cubicBezTo>
                  <a:cubicBezTo>
                    <a:pt x="1" y="388"/>
                    <a:pt x="114" y="496"/>
                    <a:pt x="252" y="496"/>
                  </a:cubicBezTo>
                  <a:cubicBezTo>
                    <a:pt x="388" y="496"/>
                    <a:pt x="501" y="388"/>
                    <a:pt x="501" y="252"/>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3"/>
            <p:cNvSpPr/>
            <p:nvPr/>
          </p:nvSpPr>
          <p:spPr>
            <a:xfrm>
              <a:off x="1411200" y="3126475"/>
              <a:ext cx="12425" cy="12400"/>
            </a:xfrm>
            <a:custGeom>
              <a:avLst/>
              <a:gdLst/>
              <a:ahLst/>
              <a:cxnLst/>
              <a:rect l="l" t="t" r="r" b="b"/>
              <a:pathLst>
                <a:path w="497" h="496" extrusionOk="0">
                  <a:moveTo>
                    <a:pt x="245" y="0"/>
                  </a:moveTo>
                  <a:cubicBezTo>
                    <a:pt x="109" y="0"/>
                    <a:pt x="1" y="109"/>
                    <a:pt x="1" y="252"/>
                  </a:cubicBezTo>
                  <a:cubicBezTo>
                    <a:pt x="1" y="388"/>
                    <a:pt x="109" y="496"/>
                    <a:pt x="245" y="496"/>
                  </a:cubicBezTo>
                  <a:cubicBezTo>
                    <a:pt x="388" y="496"/>
                    <a:pt x="496" y="388"/>
                    <a:pt x="496" y="252"/>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3"/>
            <p:cNvSpPr/>
            <p:nvPr/>
          </p:nvSpPr>
          <p:spPr>
            <a:xfrm>
              <a:off x="1503000" y="3126475"/>
              <a:ext cx="12525" cy="12400"/>
            </a:xfrm>
            <a:custGeom>
              <a:avLst/>
              <a:gdLst/>
              <a:ahLst/>
              <a:cxnLst/>
              <a:rect l="l" t="t" r="r" b="b"/>
              <a:pathLst>
                <a:path w="501" h="496" extrusionOk="0">
                  <a:moveTo>
                    <a:pt x="250" y="0"/>
                  </a:moveTo>
                  <a:cubicBezTo>
                    <a:pt x="114" y="0"/>
                    <a:pt x="0" y="109"/>
                    <a:pt x="0" y="252"/>
                  </a:cubicBezTo>
                  <a:cubicBezTo>
                    <a:pt x="0" y="388"/>
                    <a:pt x="114" y="496"/>
                    <a:pt x="250" y="496"/>
                  </a:cubicBezTo>
                  <a:cubicBezTo>
                    <a:pt x="387" y="496"/>
                    <a:pt x="501" y="388"/>
                    <a:pt x="501" y="252"/>
                  </a:cubicBezTo>
                  <a:cubicBezTo>
                    <a:pt x="501" y="109"/>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3"/>
            <p:cNvSpPr/>
            <p:nvPr/>
          </p:nvSpPr>
          <p:spPr>
            <a:xfrm>
              <a:off x="1594750" y="3126475"/>
              <a:ext cx="12575" cy="12400"/>
            </a:xfrm>
            <a:custGeom>
              <a:avLst/>
              <a:gdLst/>
              <a:ahLst/>
              <a:cxnLst/>
              <a:rect l="l" t="t" r="r" b="b"/>
              <a:pathLst>
                <a:path w="503" h="496" extrusionOk="0">
                  <a:moveTo>
                    <a:pt x="251" y="0"/>
                  </a:moveTo>
                  <a:cubicBezTo>
                    <a:pt x="115" y="0"/>
                    <a:pt x="0" y="109"/>
                    <a:pt x="0" y="252"/>
                  </a:cubicBezTo>
                  <a:cubicBezTo>
                    <a:pt x="0" y="388"/>
                    <a:pt x="115" y="496"/>
                    <a:pt x="251" y="496"/>
                  </a:cubicBezTo>
                  <a:cubicBezTo>
                    <a:pt x="394" y="496"/>
                    <a:pt x="503" y="388"/>
                    <a:pt x="503" y="252"/>
                  </a:cubicBezTo>
                  <a:cubicBezTo>
                    <a:pt x="503" y="109"/>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3"/>
            <p:cNvSpPr/>
            <p:nvPr/>
          </p:nvSpPr>
          <p:spPr>
            <a:xfrm>
              <a:off x="1686650" y="3126475"/>
              <a:ext cx="12600" cy="12400"/>
            </a:xfrm>
            <a:custGeom>
              <a:avLst/>
              <a:gdLst/>
              <a:ahLst/>
              <a:cxnLst/>
              <a:rect l="l" t="t" r="r" b="b"/>
              <a:pathLst>
                <a:path w="504" h="496" extrusionOk="0">
                  <a:moveTo>
                    <a:pt x="252" y="0"/>
                  </a:moveTo>
                  <a:cubicBezTo>
                    <a:pt x="116" y="0"/>
                    <a:pt x="1" y="109"/>
                    <a:pt x="1" y="252"/>
                  </a:cubicBezTo>
                  <a:cubicBezTo>
                    <a:pt x="1" y="388"/>
                    <a:pt x="116" y="496"/>
                    <a:pt x="252" y="496"/>
                  </a:cubicBezTo>
                  <a:cubicBezTo>
                    <a:pt x="388" y="496"/>
                    <a:pt x="503" y="388"/>
                    <a:pt x="503" y="252"/>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3"/>
            <p:cNvSpPr/>
            <p:nvPr/>
          </p:nvSpPr>
          <p:spPr>
            <a:xfrm>
              <a:off x="1778450" y="3126475"/>
              <a:ext cx="12550" cy="12400"/>
            </a:xfrm>
            <a:custGeom>
              <a:avLst/>
              <a:gdLst/>
              <a:ahLst/>
              <a:cxnLst/>
              <a:rect l="l" t="t" r="r" b="b"/>
              <a:pathLst>
                <a:path w="502" h="496" extrusionOk="0">
                  <a:moveTo>
                    <a:pt x="252" y="0"/>
                  </a:moveTo>
                  <a:cubicBezTo>
                    <a:pt x="114" y="0"/>
                    <a:pt x="1" y="109"/>
                    <a:pt x="1" y="252"/>
                  </a:cubicBezTo>
                  <a:cubicBezTo>
                    <a:pt x="1" y="388"/>
                    <a:pt x="114" y="496"/>
                    <a:pt x="252" y="496"/>
                  </a:cubicBezTo>
                  <a:cubicBezTo>
                    <a:pt x="388" y="496"/>
                    <a:pt x="501" y="388"/>
                    <a:pt x="501" y="252"/>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3"/>
            <p:cNvSpPr/>
            <p:nvPr/>
          </p:nvSpPr>
          <p:spPr>
            <a:xfrm>
              <a:off x="1870375" y="3126475"/>
              <a:ext cx="12400" cy="12400"/>
            </a:xfrm>
            <a:custGeom>
              <a:avLst/>
              <a:gdLst/>
              <a:ahLst/>
              <a:cxnLst/>
              <a:rect l="l" t="t" r="r" b="b"/>
              <a:pathLst>
                <a:path w="496" h="496" extrusionOk="0">
                  <a:moveTo>
                    <a:pt x="252" y="0"/>
                  </a:moveTo>
                  <a:cubicBezTo>
                    <a:pt x="109" y="0"/>
                    <a:pt x="0" y="109"/>
                    <a:pt x="0" y="252"/>
                  </a:cubicBezTo>
                  <a:cubicBezTo>
                    <a:pt x="0" y="388"/>
                    <a:pt x="109" y="496"/>
                    <a:pt x="252" y="496"/>
                  </a:cubicBezTo>
                  <a:cubicBezTo>
                    <a:pt x="387" y="496"/>
                    <a:pt x="496" y="388"/>
                    <a:pt x="496" y="252"/>
                  </a:cubicBezTo>
                  <a:cubicBezTo>
                    <a:pt x="496"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3"/>
            <p:cNvSpPr/>
            <p:nvPr/>
          </p:nvSpPr>
          <p:spPr>
            <a:xfrm>
              <a:off x="1962150" y="3126475"/>
              <a:ext cx="12550" cy="12400"/>
            </a:xfrm>
            <a:custGeom>
              <a:avLst/>
              <a:gdLst/>
              <a:ahLst/>
              <a:cxnLst/>
              <a:rect l="l" t="t" r="r" b="b"/>
              <a:pathLst>
                <a:path w="502" h="496" extrusionOk="0">
                  <a:moveTo>
                    <a:pt x="250" y="0"/>
                  </a:moveTo>
                  <a:cubicBezTo>
                    <a:pt x="114" y="0"/>
                    <a:pt x="1" y="109"/>
                    <a:pt x="1" y="252"/>
                  </a:cubicBezTo>
                  <a:cubicBezTo>
                    <a:pt x="1" y="388"/>
                    <a:pt x="114" y="496"/>
                    <a:pt x="250" y="496"/>
                  </a:cubicBezTo>
                  <a:cubicBezTo>
                    <a:pt x="388" y="496"/>
                    <a:pt x="502" y="388"/>
                    <a:pt x="502" y="252"/>
                  </a:cubicBezTo>
                  <a:cubicBezTo>
                    <a:pt x="502"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3"/>
            <p:cNvSpPr/>
            <p:nvPr/>
          </p:nvSpPr>
          <p:spPr>
            <a:xfrm>
              <a:off x="2054075" y="3126475"/>
              <a:ext cx="12425" cy="12400"/>
            </a:xfrm>
            <a:custGeom>
              <a:avLst/>
              <a:gdLst/>
              <a:ahLst/>
              <a:cxnLst/>
              <a:rect l="l" t="t" r="r" b="b"/>
              <a:pathLst>
                <a:path w="497" h="496" extrusionOk="0">
                  <a:moveTo>
                    <a:pt x="252" y="0"/>
                  </a:moveTo>
                  <a:cubicBezTo>
                    <a:pt x="109" y="0"/>
                    <a:pt x="1" y="109"/>
                    <a:pt x="1" y="252"/>
                  </a:cubicBezTo>
                  <a:cubicBezTo>
                    <a:pt x="1" y="388"/>
                    <a:pt x="109" y="496"/>
                    <a:pt x="252" y="496"/>
                  </a:cubicBezTo>
                  <a:cubicBezTo>
                    <a:pt x="388" y="496"/>
                    <a:pt x="496" y="388"/>
                    <a:pt x="496" y="252"/>
                  </a:cubicBezTo>
                  <a:cubicBezTo>
                    <a:pt x="496"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3"/>
            <p:cNvSpPr/>
            <p:nvPr/>
          </p:nvSpPr>
          <p:spPr>
            <a:xfrm>
              <a:off x="2145825" y="3126475"/>
              <a:ext cx="12600" cy="12400"/>
            </a:xfrm>
            <a:custGeom>
              <a:avLst/>
              <a:gdLst/>
              <a:ahLst/>
              <a:cxnLst/>
              <a:rect l="l" t="t" r="r" b="b"/>
              <a:pathLst>
                <a:path w="504" h="496" extrusionOk="0">
                  <a:moveTo>
                    <a:pt x="252" y="0"/>
                  </a:moveTo>
                  <a:cubicBezTo>
                    <a:pt x="116" y="0"/>
                    <a:pt x="1" y="109"/>
                    <a:pt x="1" y="252"/>
                  </a:cubicBezTo>
                  <a:cubicBezTo>
                    <a:pt x="1" y="388"/>
                    <a:pt x="116" y="496"/>
                    <a:pt x="252" y="496"/>
                  </a:cubicBezTo>
                  <a:cubicBezTo>
                    <a:pt x="388" y="496"/>
                    <a:pt x="503" y="388"/>
                    <a:pt x="503" y="252"/>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3"/>
            <p:cNvSpPr/>
            <p:nvPr/>
          </p:nvSpPr>
          <p:spPr>
            <a:xfrm>
              <a:off x="2237800" y="3126475"/>
              <a:ext cx="12350" cy="12400"/>
            </a:xfrm>
            <a:custGeom>
              <a:avLst/>
              <a:gdLst/>
              <a:ahLst/>
              <a:cxnLst/>
              <a:rect l="l" t="t" r="r" b="b"/>
              <a:pathLst>
                <a:path w="494" h="496" extrusionOk="0">
                  <a:moveTo>
                    <a:pt x="244" y="0"/>
                  </a:moveTo>
                  <a:cubicBezTo>
                    <a:pt x="107" y="0"/>
                    <a:pt x="0" y="109"/>
                    <a:pt x="0" y="252"/>
                  </a:cubicBezTo>
                  <a:cubicBezTo>
                    <a:pt x="0" y="388"/>
                    <a:pt x="107" y="496"/>
                    <a:pt x="244" y="496"/>
                  </a:cubicBezTo>
                  <a:cubicBezTo>
                    <a:pt x="387" y="496"/>
                    <a:pt x="494" y="388"/>
                    <a:pt x="494" y="252"/>
                  </a:cubicBezTo>
                  <a:cubicBezTo>
                    <a:pt x="494" y="109"/>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3"/>
            <p:cNvSpPr/>
            <p:nvPr/>
          </p:nvSpPr>
          <p:spPr>
            <a:xfrm>
              <a:off x="2329550" y="3126475"/>
              <a:ext cx="12575" cy="12400"/>
            </a:xfrm>
            <a:custGeom>
              <a:avLst/>
              <a:gdLst/>
              <a:ahLst/>
              <a:cxnLst/>
              <a:rect l="l" t="t" r="r" b="b"/>
              <a:pathLst>
                <a:path w="503" h="496" extrusionOk="0">
                  <a:moveTo>
                    <a:pt x="251" y="0"/>
                  </a:moveTo>
                  <a:cubicBezTo>
                    <a:pt x="115" y="0"/>
                    <a:pt x="0" y="109"/>
                    <a:pt x="0" y="252"/>
                  </a:cubicBezTo>
                  <a:cubicBezTo>
                    <a:pt x="0" y="388"/>
                    <a:pt x="115" y="496"/>
                    <a:pt x="251" y="496"/>
                  </a:cubicBezTo>
                  <a:cubicBezTo>
                    <a:pt x="387" y="496"/>
                    <a:pt x="502" y="388"/>
                    <a:pt x="502" y="252"/>
                  </a:cubicBezTo>
                  <a:cubicBezTo>
                    <a:pt x="502"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3"/>
            <p:cNvSpPr/>
            <p:nvPr/>
          </p:nvSpPr>
          <p:spPr>
            <a:xfrm>
              <a:off x="2421325" y="3126475"/>
              <a:ext cx="12550" cy="12400"/>
            </a:xfrm>
            <a:custGeom>
              <a:avLst/>
              <a:gdLst/>
              <a:ahLst/>
              <a:cxnLst/>
              <a:rect l="l" t="t" r="r" b="b"/>
              <a:pathLst>
                <a:path w="502" h="496" extrusionOk="0">
                  <a:moveTo>
                    <a:pt x="250" y="0"/>
                  </a:moveTo>
                  <a:cubicBezTo>
                    <a:pt x="114" y="0"/>
                    <a:pt x="1" y="109"/>
                    <a:pt x="1" y="252"/>
                  </a:cubicBezTo>
                  <a:cubicBezTo>
                    <a:pt x="1" y="388"/>
                    <a:pt x="114" y="496"/>
                    <a:pt x="250" y="496"/>
                  </a:cubicBezTo>
                  <a:cubicBezTo>
                    <a:pt x="395" y="496"/>
                    <a:pt x="501" y="388"/>
                    <a:pt x="501" y="252"/>
                  </a:cubicBezTo>
                  <a:cubicBezTo>
                    <a:pt x="501" y="109"/>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3"/>
            <p:cNvSpPr/>
            <p:nvPr/>
          </p:nvSpPr>
          <p:spPr>
            <a:xfrm>
              <a:off x="2513250" y="3126475"/>
              <a:ext cx="12575" cy="12400"/>
            </a:xfrm>
            <a:custGeom>
              <a:avLst/>
              <a:gdLst/>
              <a:ahLst/>
              <a:cxnLst/>
              <a:rect l="l" t="t" r="r" b="b"/>
              <a:pathLst>
                <a:path w="503" h="496" extrusionOk="0">
                  <a:moveTo>
                    <a:pt x="252" y="0"/>
                  </a:moveTo>
                  <a:cubicBezTo>
                    <a:pt x="109" y="0"/>
                    <a:pt x="0" y="109"/>
                    <a:pt x="0" y="252"/>
                  </a:cubicBezTo>
                  <a:cubicBezTo>
                    <a:pt x="0" y="388"/>
                    <a:pt x="109" y="496"/>
                    <a:pt x="252" y="496"/>
                  </a:cubicBezTo>
                  <a:cubicBezTo>
                    <a:pt x="388" y="496"/>
                    <a:pt x="503" y="388"/>
                    <a:pt x="503" y="252"/>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3"/>
            <p:cNvSpPr/>
            <p:nvPr/>
          </p:nvSpPr>
          <p:spPr>
            <a:xfrm>
              <a:off x="2605000" y="3126475"/>
              <a:ext cx="12575" cy="12400"/>
            </a:xfrm>
            <a:custGeom>
              <a:avLst/>
              <a:gdLst/>
              <a:ahLst/>
              <a:cxnLst/>
              <a:rect l="l" t="t" r="r" b="b"/>
              <a:pathLst>
                <a:path w="503" h="496" extrusionOk="0">
                  <a:moveTo>
                    <a:pt x="252" y="0"/>
                  </a:moveTo>
                  <a:cubicBezTo>
                    <a:pt x="116" y="0"/>
                    <a:pt x="0" y="109"/>
                    <a:pt x="0" y="252"/>
                  </a:cubicBezTo>
                  <a:cubicBezTo>
                    <a:pt x="0" y="388"/>
                    <a:pt x="116" y="496"/>
                    <a:pt x="252" y="496"/>
                  </a:cubicBezTo>
                  <a:cubicBezTo>
                    <a:pt x="387" y="496"/>
                    <a:pt x="503" y="388"/>
                    <a:pt x="503" y="252"/>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3"/>
            <p:cNvSpPr/>
            <p:nvPr/>
          </p:nvSpPr>
          <p:spPr>
            <a:xfrm>
              <a:off x="2696950" y="3126475"/>
              <a:ext cx="12375" cy="12400"/>
            </a:xfrm>
            <a:custGeom>
              <a:avLst/>
              <a:gdLst/>
              <a:ahLst/>
              <a:cxnLst/>
              <a:rect l="l" t="t" r="r" b="b"/>
              <a:pathLst>
                <a:path w="495" h="496" extrusionOk="0">
                  <a:moveTo>
                    <a:pt x="252" y="0"/>
                  </a:moveTo>
                  <a:cubicBezTo>
                    <a:pt x="108" y="0"/>
                    <a:pt x="1" y="109"/>
                    <a:pt x="1" y="252"/>
                  </a:cubicBezTo>
                  <a:cubicBezTo>
                    <a:pt x="1" y="388"/>
                    <a:pt x="108" y="496"/>
                    <a:pt x="252" y="496"/>
                  </a:cubicBezTo>
                  <a:cubicBezTo>
                    <a:pt x="388" y="496"/>
                    <a:pt x="495" y="388"/>
                    <a:pt x="495" y="252"/>
                  </a:cubicBezTo>
                  <a:cubicBezTo>
                    <a:pt x="495"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3"/>
            <p:cNvSpPr/>
            <p:nvPr/>
          </p:nvSpPr>
          <p:spPr>
            <a:xfrm>
              <a:off x="2788700" y="3126475"/>
              <a:ext cx="12600" cy="12400"/>
            </a:xfrm>
            <a:custGeom>
              <a:avLst/>
              <a:gdLst/>
              <a:ahLst/>
              <a:cxnLst/>
              <a:rect l="l" t="t" r="r" b="b"/>
              <a:pathLst>
                <a:path w="504" h="496" extrusionOk="0">
                  <a:moveTo>
                    <a:pt x="252" y="0"/>
                  </a:moveTo>
                  <a:cubicBezTo>
                    <a:pt x="116" y="0"/>
                    <a:pt x="1" y="109"/>
                    <a:pt x="1" y="252"/>
                  </a:cubicBezTo>
                  <a:cubicBezTo>
                    <a:pt x="1" y="388"/>
                    <a:pt x="116" y="496"/>
                    <a:pt x="252" y="496"/>
                  </a:cubicBezTo>
                  <a:cubicBezTo>
                    <a:pt x="388" y="496"/>
                    <a:pt x="503" y="388"/>
                    <a:pt x="503" y="252"/>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3"/>
            <p:cNvSpPr/>
            <p:nvPr/>
          </p:nvSpPr>
          <p:spPr>
            <a:xfrm>
              <a:off x="2880675" y="3126475"/>
              <a:ext cx="12375" cy="12400"/>
            </a:xfrm>
            <a:custGeom>
              <a:avLst/>
              <a:gdLst/>
              <a:ahLst/>
              <a:cxnLst/>
              <a:rect l="l" t="t" r="r" b="b"/>
              <a:pathLst>
                <a:path w="495" h="496" extrusionOk="0">
                  <a:moveTo>
                    <a:pt x="243" y="0"/>
                  </a:moveTo>
                  <a:cubicBezTo>
                    <a:pt x="107" y="0"/>
                    <a:pt x="0" y="109"/>
                    <a:pt x="0" y="252"/>
                  </a:cubicBezTo>
                  <a:cubicBezTo>
                    <a:pt x="0" y="388"/>
                    <a:pt x="107" y="496"/>
                    <a:pt x="243" y="496"/>
                  </a:cubicBezTo>
                  <a:cubicBezTo>
                    <a:pt x="387" y="496"/>
                    <a:pt x="494" y="388"/>
                    <a:pt x="494" y="252"/>
                  </a:cubicBezTo>
                  <a:cubicBezTo>
                    <a:pt x="494" y="109"/>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3"/>
            <p:cNvSpPr/>
            <p:nvPr/>
          </p:nvSpPr>
          <p:spPr>
            <a:xfrm>
              <a:off x="2972425" y="3126475"/>
              <a:ext cx="12575" cy="12400"/>
            </a:xfrm>
            <a:custGeom>
              <a:avLst/>
              <a:gdLst/>
              <a:ahLst/>
              <a:cxnLst/>
              <a:rect l="l" t="t" r="r" b="b"/>
              <a:pathLst>
                <a:path w="503" h="496" extrusionOk="0">
                  <a:moveTo>
                    <a:pt x="251" y="0"/>
                  </a:moveTo>
                  <a:cubicBezTo>
                    <a:pt x="115" y="0"/>
                    <a:pt x="0" y="109"/>
                    <a:pt x="0" y="252"/>
                  </a:cubicBezTo>
                  <a:cubicBezTo>
                    <a:pt x="0" y="388"/>
                    <a:pt x="115" y="496"/>
                    <a:pt x="251" y="496"/>
                  </a:cubicBezTo>
                  <a:cubicBezTo>
                    <a:pt x="387" y="496"/>
                    <a:pt x="503" y="388"/>
                    <a:pt x="503" y="252"/>
                  </a:cubicBezTo>
                  <a:cubicBezTo>
                    <a:pt x="503"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3"/>
            <p:cNvSpPr/>
            <p:nvPr/>
          </p:nvSpPr>
          <p:spPr>
            <a:xfrm>
              <a:off x="3064375" y="3126475"/>
              <a:ext cx="12375" cy="12400"/>
            </a:xfrm>
            <a:custGeom>
              <a:avLst/>
              <a:gdLst/>
              <a:ahLst/>
              <a:cxnLst/>
              <a:rect l="l" t="t" r="r" b="b"/>
              <a:pathLst>
                <a:path w="495" h="496" extrusionOk="0">
                  <a:moveTo>
                    <a:pt x="243" y="0"/>
                  </a:moveTo>
                  <a:cubicBezTo>
                    <a:pt x="107" y="0"/>
                    <a:pt x="1" y="109"/>
                    <a:pt x="1" y="252"/>
                  </a:cubicBezTo>
                  <a:cubicBezTo>
                    <a:pt x="1" y="388"/>
                    <a:pt x="107" y="496"/>
                    <a:pt x="243" y="496"/>
                  </a:cubicBezTo>
                  <a:cubicBezTo>
                    <a:pt x="388" y="496"/>
                    <a:pt x="495" y="388"/>
                    <a:pt x="495" y="252"/>
                  </a:cubicBezTo>
                  <a:cubicBezTo>
                    <a:pt x="495" y="109"/>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3"/>
            <p:cNvSpPr/>
            <p:nvPr/>
          </p:nvSpPr>
          <p:spPr>
            <a:xfrm>
              <a:off x="3156125" y="3126475"/>
              <a:ext cx="12600" cy="12400"/>
            </a:xfrm>
            <a:custGeom>
              <a:avLst/>
              <a:gdLst/>
              <a:ahLst/>
              <a:cxnLst/>
              <a:rect l="l" t="t" r="r" b="b"/>
              <a:pathLst>
                <a:path w="504" h="496" extrusionOk="0">
                  <a:moveTo>
                    <a:pt x="252" y="0"/>
                  </a:moveTo>
                  <a:cubicBezTo>
                    <a:pt x="116" y="0"/>
                    <a:pt x="1" y="109"/>
                    <a:pt x="1" y="252"/>
                  </a:cubicBezTo>
                  <a:cubicBezTo>
                    <a:pt x="1" y="388"/>
                    <a:pt x="116" y="496"/>
                    <a:pt x="252" y="496"/>
                  </a:cubicBezTo>
                  <a:cubicBezTo>
                    <a:pt x="388" y="496"/>
                    <a:pt x="503" y="388"/>
                    <a:pt x="503" y="252"/>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3"/>
            <p:cNvSpPr/>
            <p:nvPr/>
          </p:nvSpPr>
          <p:spPr>
            <a:xfrm>
              <a:off x="3247875" y="3126475"/>
              <a:ext cx="12575" cy="12400"/>
            </a:xfrm>
            <a:custGeom>
              <a:avLst/>
              <a:gdLst/>
              <a:ahLst/>
              <a:cxnLst/>
              <a:rect l="l" t="t" r="r" b="b"/>
              <a:pathLst>
                <a:path w="503" h="496" extrusionOk="0">
                  <a:moveTo>
                    <a:pt x="252" y="0"/>
                  </a:moveTo>
                  <a:cubicBezTo>
                    <a:pt x="116" y="0"/>
                    <a:pt x="1" y="109"/>
                    <a:pt x="1" y="252"/>
                  </a:cubicBezTo>
                  <a:cubicBezTo>
                    <a:pt x="1" y="388"/>
                    <a:pt x="116" y="496"/>
                    <a:pt x="252" y="496"/>
                  </a:cubicBezTo>
                  <a:cubicBezTo>
                    <a:pt x="388" y="496"/>
                    <a:pt x="503" y="388"/>
                    <a:pt x="503" y="252"/>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3"/>
            <p:cNvSpPr/>
            <p:nvPr/>
          </p:nvSpPr>
          <p:spPr>
            <a:xfrm>
              <a:off x="3339850" y="3126475"/>
              <a:ext cx="12525" cy="12400"/>
            </a:xfrm>
            <a:custGeom>
              <a:avLst/>
              <a:gdLst/>
              <a:ahLst/>
              <a:cxnLst/>
              <a:rect l="l" t="t" r="r" b="b"/>
              <a:pathLst>
                <a:path w="501" h="496" extrusionOk="0">
                  <a:moveTo>
                    <a:pt x="251" y="0"/>
                  </a:moveTo>
                  <a:cubicBezTo>
                    <a:pt x="107" y="0"/>
                    <a:pt x="0" y="109"/>
                    <a:pt x="0" y="252"/>
                  </a:cubicBezTo>
                  <a:cubicBezTo>
                    <a:pt x="0" y="388"/>
                    <a:pt x="107" y="496"/>
                    <a:pt x="251" y="496"/>
                  </a:cubicBezTo>
                  <a:cubicBezTo>
                    <a:pt x="387" y="496"/>
                    <a:pt x="501" y="388"/>
                    <a:pt x="501" y="252"/>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3"/>
            <p:cNvSpPr/>
            <p:nvPr/>
          </p:nvSpPr>
          <p:spPr>
            <a:xfrm>
              <a:off x="3431575" y="3126475"/>
              <a:ext cx="12600" cy="12400"/>
            </a:xfrm>
            <a:custGeom>
              <a:avLst/>
              <a:gdLst/>
              <a:ahLst/>
              <a:cxnLst/>
              <a:rect l="l" t="t" r="r" b="b"/>
              <a:pathLst>
                <a:path w="504" h="496" extrusionOk="0">
                  <a:moveTo>
                    <a:pt x="252" y="0"/>
                  </a:moveTo>
                  <a:cubicBezTo>
                    <a:pt x="116" y="0"/>
                    <a:pt x="1" y="109"/>
                    <a:pt x="1" y="252"/>
                  </a:cubicBezTo>
                  <a:cubicBezTo>
                    <a:pt x="1" y="388"/>
                    <a:pt x="116" y="496"/>
                    <a:pt x="252" y="496"/>
                  </a:cubicBezTo>
                  <a:cubicBezTo>
                    <a:pt x="388" y="496"/>
                    <a:pt x="503" y="388"/>
                    <a:pt x="503" y="252"/>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3"/>
            <p:cNvSpPr/>
            <p:nvPr/>
          </p:nvSpPr>
          <p:spPr>
            <a:xfrm>
              <a:off x="3523550" y="3126475"/>
              <a:ext cx="12375" cy="12400"/>
            </a:xfrm>
            <a:custGeom>
              <a:avLst/>
              <a:gdLst/>
              <a:ahLst/>
              <a:cxnLst/>
              <a:rect l="l" t="t" r="r" b="b"/>
              <a:pathLst>
                <a:path w="495" h="496" extrusionOk="0">
                  <a:moveTo>
                    <a:pt x="250" y="0"/>
                  </a:moveTo>
                  <a:cubicBezTo>
                    <a:pt x="107" y="0"/>
                    <a:pt x="0" y="109"/>
                    <a:pt x="0" y="252"/>
                  </a:cubicBezTo>
                  <a:cubicBezTo>
                    <a:pt x="0" y="388"/>
                    <a:pt x="107" y="496"/>
                    <a:pt x="250" y="496"/>
                  </a:cubicBezTo>
                  <a:cubicBezTo>
                    <a:pt x="388" y="496"/>
                    <a:pt x="494" y="388"/>
                    <a:pt x="494" y="252"/>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3"/>
            <p:cNvSpPr/>
            <p:nvPr/>
          </p:nvSpPr>
          <p:spPr>
            <a:xfrm>
              <a:off x="676400" y="32182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3"/>
            <p:cNvSpPr/>
            <p:nvPr/>
          </p:nvSpPr>
          <p:spPr>
            <a:xfrm>
              <a:off x="768325" y="3218225"/>
              <a:ext cx="12400" cy="12575"/>
            </a:xfrm>
            <a:custGeom>
              <a:avLst/>
              <a:gdLst/>
              <a:ahLst/>
              <a:cxnLst/>
              <a:rect l="l" t="t" r="r" b="b"/>
              <a:pathLst>
                <a:path w="496" h="503" extrusionOk="0">
                  <a:moveTo>
                    <a:pt x="245" y="0"/>
                  </a:moveTo>
                  <a:cubicBezTo>
                    <a:pt x="109" y="0"/>
                    <a:pt x="0" y="116"/>
                    <a:pt x="0" y="252"/>
                  </a:cubicBezTo>
                  <a:cubicBezTo>
                    <a:pt x="0" y="387"/>
                    <a:pt x="109" y="503"/>
                    <a:pt x="245" y="503"/>
                  </a:cubicBezTo>
                  <a:cubicBezTo>
                    <a:pt x="388" y="503"/>
                    <a:pt x="496" y="387"/>
                    <a:pt x="496" y="252"/>
                  </a:cubicBezTo>
                  <a:cubicBezTo>
                    <a:pt x="496" y="116"/>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3"/>
            <p:cNvSpPr/>
            <p:nvPr/>
          </p:nvSpPr>
          <p:spPr>
            <a:xfrm>
              <a:off x="860125" y="3218225"/>
              <a:ext cx="12525" cy="12575"/>
            </a:xfrm>
            <a:custGeom>
              <a:avLst/>
              <a:gdLst/>
              <a:ahLst/>
              <a:cxnLst/>
              <a:rect l="l" t="t" r="r" b="b"/>
              <a:pathLst>
                <a:path w="501" h="503" extrusionOk="0">
                  <a:moveTo>
                    <a:pt x="251" y="0"/>
                  </a:moveTo>
                  <a:cubicBezTo>
                    <a:pt x="114" y="0"/>
                    <a:pt x="0" y="116"/>
                    <a:pt x="0" y="252"/>
                  </a:cubicBezTo>
                  <a:cubicBezTo>
                    <a:pt x="0" y="387"/>
                    <a:pt x="114" y="503"/>
                    <a:pt x="251" y="503"/>
                  </a:cubicBezTo>
                  <a:cubicBezTo>
                    <a:pt x="387" y="503"/>
                    <a:pt x="501" y="387"/>
                    <a:pt x="501" y="252"/>
                  </a:cubicBezTo>
                  <a:cubicBezTo>
                    <a:pt x="501"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3"/>
            <p:cNvSpPr/>
            <p:nvPr/>
          </p:nvSpPr>
          <p:spPr>
            <a:xfrm>
              <a:off x="951850" y="32182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3"/>
            <p:cNvSpPr/>
            <p:nvPr/>
          </p:nvSpPr>
          <p:spPr>
            <a:xfrm>
              <a:off x="1043825" y="3218225"/>
              <a:ext cx="12375" cy="12575"/>
            </a:xfrm>
            <a:custGeom>
              <a:avLst/>
              <a:gdLst/>
              <a:ahLst/>
              <a:cxnLst/>
              <a:rect l="l" t="t" r="r" b="b"/>
              <a:pathLst>
                <a:path w="495" h="503" extrusionOk="0">
                  <a:moveTo>
                    <a:pt x="250" y="0"/>
                  </a:moveTo>
                  <a:cubicBezTo>
                    <a:pt x="107" y="0"/>
                    <a:pt x="0" y="116"/>
                    <a:pt x="0" y="252"/>
                  </a:cubicBezTo>
                  <a:cubicBezTo>
                    <a:pt x="0" y="387"/>
                    <a:pt x="107" y="503"/>
                    <a:pt x="250" y="503"/>
                  </a:cubicBezTo>
                  <a:cubicBezTo>
                    <a:pt x="388" y="503"/>
                    <a:pt x="494" y="387"/>
                    <a:pt x="494" y="252"/>
                  </a:cubicBezTo>
                  <a:cubicBezTo>
                    <a:pt x="494"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3"/>
            <p:cNvSpPr/>
            <p:nvPr/>
          </p:nvSpPr>
          <p:spPr>
            <a:xfrm>
              <a:off x="1135575" y="3218225"/>
              <a:ext cx="12575" cy="12575"/>
            </a:xfrm>
            <a:custGeom>
              <a:avLst/>
              <a:gdLst/>
              <a:ahLst/>
              <a:cxnLst/>
              <a:rect l="l" t="t" r="r" b="b"/>
              <a:pathLst>
                <a:path w="503" h="503" extrusionOk="0">
                  <a:moveTo>
                    <a:pt x="252" y="0"/>
                  </a:moveTo>
                  <a:cubicBezTo>
                    <a:pt x="116" y="0"/>
                    <a:pt x="0" y="116"/>
                    <a:pt x="0" y="252"/>
                  </a:cubicBezTo>
                  <a:cubicBezTo>
                    <a:pt x="0" y="387"/>
                    <a:pt x="116" y="503"/>
                    <a:pt x="252" y="503"/>
                  </a:cubicBezTo>
                  <a:cubicBezTo>
                    <a:pt x="387" y="503"/>
                    <a:pt x="503" y="387"/>
                    <a:pt x="503" y="252"/>
                  </a:cubicBezTo>
                  <a:cubicBezTo>
                    <a:pt x="503"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3"/>
            <p:cNvSpPr/>
            <p:nvPr/>
          </p:nvSpPr>
          <p:spPr>
            <a:xfrm>
              <a:off x="1227500" y="3218225"/>
              <a:ext cx="12400" cy="12575"/>
            </a:xfrm>
            <a:custGeom>
              <a:avLst/>
              <a:gdLst/>
              <a:ahLst/>
              <a:cxnLst/>
              <a:rect l="l" t="t" r="r" b="b"/>
              <a:pathLst>
                <a:path w="496" h="503" extrusionOk="0">
                  <a:moveTo>
                    <a:pt x="251" y="0"/>
                  </a:moveTo>
                  <a:cubicBezTo>
                    <a:pt x="109" y="0"/>
                    <a:pt x="0" y="116"/>
                    <a:pt x="0" y="252"/>
                  </a:cubicBezTo>
                  <a:cubicBezTo>
                    <a:pt x="0" y="387"/>
                    <a:pt x="109" y="503"/>
                    <a:pt x="251" y="503"/>
                  </a:cubicBezTo>
                  <a:cubicBezTo>
                    <a:pt x="387" y="503"/>
                    <a:pt x="496" y="387"/>
                    <a:pt x="496" y="252"/>
                  </a:cubicBezTo>
                  <a:cubicBezTo>
                    <a:pt x="496"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3"/>
            <p:cNvSpPr/>
            <p:nvPr/>
          </p:nvSpPr>
          <p:spPr>
            <a:xfrm>
              <a:off x="1319275" y="3218225"/>
              <a:ext cx="12550" cy="12575"/>
            </a:xfrm>
            <a:custGeom>
              <a:avLst/>
              <a:gdLst/>
              <a:ahLst/>
              <a:cxnLst/>
              <a:rect l="l" t="t" r="r" b="b"/>
              <a:pathLst>
                <a:path w="502" h="503" extrusionOk="0">
                  <a:moveTo>
                    <a:pt x="252" y="0"/>
                  </a:moveTo>
                  <a:cubicBezTo>
                    <a:pt x="114" y="0"/>
                    <a:pt x="1" y="116"/>
                    <a:pt x="1" y="252"/>
                  </a:cubicBezTo>
                  <a:cubicBezTo>
                    <a:pt x="1" y="387"/>
                    <a:pt x="114" y="503"/>
                    <a:pt x="252" y="503"/>
                  </a:cubicBezTo>
                  <a:cubicBezTo>
                    <a:pt x="388" y="503"/>
                    <a:pt x="501" y="387"/>
                    <a:pt x="501" y="252"/>
                  </a:cubicBezTo>
                  <a:cubicBezTo>
                    <a:pt x="501"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3"/>
            <p:cNvSpPr/>
            <p:nvPr/>
          </p:nvSpPr>
          <p:spPr>
            <a:xfrm>
              <a:off x="1411200" y="3218225"/>
              <a:ext cx="12425" cy="12575"/>
            </a:xfrm>
            <a:custGeom>
              <a:avLst/>
              <a:gdLst/>
              <a:ahLst/>
              <a:cxnLst/>
              <a:rect l="l" t="t" r="r" b="b"/>
              <a:pathLst>
                <a:path w="497" h="503" extrusionOk="0">
                  <a:moveTo>
                    <a:pt x="245" y="0"/>
                  </a:moveTo>
                  <a:cubicBezTo>
                    <a:pt x="109" y="0"/>
                    <a:pt x="1" y="116"/>
                    <a:pt x="1" y="252"/>
                  </a:cubicBezTo>
                  <a:cubicBezTo>
                    <a:pt x="1" y="387"/>
                    <a:pt x="109" y="503"/>
                    <a:pt x="245" y="503"/>
                  </a:cubicBezTo>
                  <a:cubicBezTo>
                    <a:pt x="388" y="503"/>
                    <a:pt x="496" y="387"/>
                    <a:pt x="496" y="252"/>
                  </a:cubicBezTo>
                  <a:cubicBezTo>
                    <a:pt x="496" y="116"/>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3"/>
            <p:cNvSpPr/>
            <p:nvPr/>
          </p:nvSpPr>
          <p:spPr>
            <a:xfrm>
              <a:off x="1503000" y="3218225"/>
              <a:ext cx="12525" cy="12575"/>
            </a:xfrm>
            <a:custGeom>
              <a:avLst/>
              <a:gdLst/>
              <a:ahLst/>
              <a:cxnLst/>
              <a:rect l="l" t="t" r="r" b="b"/>
              <a:pathLst>
                <a:path w="501" h="503" extrusionOk="0">
                  <a:moveTo>
                    <a:pt x="250" y="0"/>
                  </a:moveTo>
                  <a:cubicBezTo>
                    <a:pt x="114" y="0"/>
                    <a:pt x="0" y="116"/>
                    <a:pt x="0" y="252"/>
                  </a:cubicBezTo>
                  <a:cubicBezTo>
                    <a:pt x="0" y="387"/>
                    <a:pt x="114" y="503"/>
                    <a:pt x="250" y="503"/>
                  </a:cubicBezTo>
                  <a:cubicBezTo>
                    <a:pt x="387" y="503"/>
                    <a:pt x="501" y="387"/>
                    <a:pt x="501" y="252"/>
                  </a:cubicBezTo>
                  <a:cubicBezTo>
                    <a:pt x="501" y="116"/>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3"/>
            <p:cNvSpPr/>
            <p:nvPr/>
          </p:nvSpPr>
          <p:spPr>
            <a:xfrm>
              <a:off x="1594750" y="3218225"/>
              <a:ext cx="12575" cy="12575"/>
            </a:xfrm>
            <a:custGeom>
              <a:avLst/>
              <a:gdLst/>
              <a:ahLst/>
              <a:cxnLst/>
              <a:rect l="l" t="t" r="r" b="b"/>
              <a:pathLst>
                <a:path w="503" h="503" extrusionOk="0">
                  <a:moveTo>
                    <a:pt x="251" y="0"/>
                  </a:moveTo>
                  <a:cubicBezTo>
                    <a:pt x="115" y="0"/>
                    <a:pt x="0" y="116"/>
                    <a:pt x="0" y="252"/>
                  </a:cubicBezTo>
                  <a:cubicBezTo>
                    <a:pt x="0" y="387"/>
                    <a:pt x="115" y="503"/>
                    <a:pt x="251" y="503"/>
                  </a:cubicBezTo>
                  <a:cubicBezTo>
                    <a:pt x="394" y="503"/>
                    <a:pt x="503" y="387"/>
                    <a:pt x="503" y="252"/>
                  </a:cubicBezTo>
                  <a:cubicBezTo>
                    <a:pt x="503" y="116"/>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3"/>
            <p:cNvSpPr/>
            <p:nvPr/>
          </p:nvSpPr>
          <p:spPr>
            <a:xfrm>
              <a:off x="1686650" y="32182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3"/>
            <p:cNvSpPr/>
            <p:nvPr/>
          </p:nvSpPr>
          <p:spPr>
            <a:xfrm>
              <a:off x="1778450" y="3218225"/>
              <a:ext cx="12550" cy="12575"/>
            </a:xfrm>
            <a:custGeom>
              <a:avLst/>
              <a:gdLst/>
              <a:ahLst/>
              <a:cxnLst/>
              <a:rect l="l" t="t" r="r" b="b"/>
              <a:pathLst>
                <a:path w="502" h="503" extrusionOk="0">
                  <a:moveTo>
                    <a:pt x="252" y="0"/>
                  </a:moveTo>
                  <a:cubicBezTo>
                    <a:pt x="114" y="0"/>
                    <a:pt x="1" y="116"/>
                    <a:pt x="1" y="252"/>
                  </a:cubicBezTo>
                  <a:cubicBezTo>
                    <a:pt x="1" y="387"/>
                    <a:pt x="114" y="503"/>
                    <a:pt x="252" y="503"/>
                  </a:cubicBezTo>
                  <a:cubicBezTo>
                    <a:pt x="388" y="503"/>
                    <a:pt x="501" y="387"/>
                    <a:pt x="501" y="252"/>
                  </a:cubicBezTo>
                  <a:cubicBezTo>
                    <a:pt x="501"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3"/>
            <p:cNvSpPr/>
            <p:nvPr/>
          </p:nvSpPr>
          <p:spPr>
            <a:xfrm>
              <a:off x="1870375" y="3218225"/>
              <a:ext cx="12400" cy="12575"/>
            </a:xfrm>
            <a:custGeom>
              <a:avLst/>
              <a:gdLst/>
              <a:ahLst/>
              <a:cxnLst/>
              <a:rect l="l" t="t" r="r" b="b"/>
              <a:pathLst>
                <a:path w="496" h="503" extrusionOk="0">
                  <a:moveTo>
                    <a:pt x="252" y="0"/>
                  </a:moveTo>
                  <a:cubicBezTo>
                    <a:pt x="109" y="0"/>
                    <a:pt x="0" y="116"/>
                    <a:pt x="0" y="252"/>
                  </a:cubicBezTo>
                  <a:cubicBezTo>
                    <a:pt x="0" y="387"/>
                    <a:pt x="109" y="503"/>
                    <a:pt x="252" y="503"/>
                  </a:cubicBezTo>
                  <a:cubicBezTo>
                    <a:pt x="387" y="503"/>
                    <a:pt x="496" y="387"/>
                    <a:pt x="496" y="252"/>
                  </a:cubicBezTo>
                  <a:cubicBezTo>
                    <a:pt x="496"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3"/>
            <p:cNvSpPr/>
            <p:nvPr/>
          </p:nvSpPr>
          <p:spPr>
            <a:xfrm>
              <a:off x="1962150" y="3218225"/>
              <a:ext cx="12550" cy="12575"/>
            </a:xfrm>
            <a:custGeom>
              <a:avLst/>
              <a:gdLst/>
              <a:ahLst/>
              <a:cxnLst/>
              <a:rect l="l" t="t" r="r" b="b"/>
              <a:pathLst>
                <a:path w="502" h="503" extrusionOk="0">
                  <a:moveTo>
                    <a:pt x="250" y="0"/>
                  </a:moveTo>
                  <a:cubicBezTo>
                    <a:pt x="114" y="0"/>
                    <a:pt x="1" y="116"/>
                    <a:pt x="1" y="252"/>
                  </a:cubicBezTo>
                  <a:cubicBezTo>
                    <a:pt x="1" y="387"/>
                    <a:pt x="114" y="503"/>
                    <a:pt x="250" y="503"/>
                  </a:cubicBezTo>
                  <a:cubicBezTo>
                    <a:pt x="388" y="503"/>
                    <a:pt x="502" y="387"/>
                    <a:pt x="502" y="252"/>
                  </a:cubicBezTo>
                  <a:cubicBezTo>
                    <a:pt x="502"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3"/>
            <p:cNvSpPr/>
            <p:nvPr/>
          </p:nvSpPr>
          <p:spPr>
            <a:xfrm>
              <a:off x="2054075" y="3218225"/>
              <a:ext cx="12425" cy="12575"/>
            </a:xfrm>
            <a:custGeom>
              <a:avLst/>
              <a:gdLst/>
              <a:ahLst/>
              <a:cxnLst/>
              <a:rect l="l" t="t" r="r" b="b"/>
              <a:pathLst>
                <a:path w="497" h="503" extrusionOk="0">
                  <a:moveTo>
                    <a:pt x="252" y="0"/>
                  </a:moveTo>
                  <a:cubicBezTo>
                    <a:pt x="109" y="0"/>
                    <a:pt x="1" y="116"/>
                    <a:pt x="1" y="252"/>
                  </a:cubicBezTo>
                  <a:cubicBezTo>
                    <a:pt x="1" y="387"/>
                    <a:pt x="109" y="503"/>
                    <a:pt x="252" y="503"/>
                  </a:cubicBezTo>
                  <a:cubicBezTo>
                    <a:pt x="388" y="503"/>
                    <a:pt x="496" y="387"/>
                    <a:pt x="496" y="252"/>
                  </a:cubicBezTo>
                  <a:cubicBezTo>
                    <a:pt x="496"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3"/>
            <p:cNvSpPr/>
            <p:nvPr/>
          </p:nvSpPr>
          <p:spPr>
            <a:xfrm>
              <a:off x="2145825" y="32182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3"/>
            <p:cNvSpPr/>
            <p:nvPr/>
          </p:nvSpPr>
          <p:spPr>
            <a:xfrm>
              <a:off x="2237800" y="3218225"/>
              <a:ext cx="12350" cy="12575"/>
            </a:xfrm>
            <a:custGeom>
              <a:avLst/>
              <a:gdLst/>
              <a:ahLst/>
              <a:cxnLst/>
              <a:rect l="l" t="t" r="r" b="b"/>
              <a:pathLst>
                <a:path w="494" h="503" extrusionOk="0">
                  <a:moveTo>
                    <a:pt x="244" y="0"/>
                  </a:moveTo>
                  <a:cubicBezTo>
                    <a:pt x="107" y="0"/>
                    <a:pt x="0" y="116"/>
                    <a:pt x="0" y="252"/>
                  </a:cubicBezTo>
                  <a:cubicBezTo>
                    <a:pt x="0" y="387"/>
                    <a:pt x="107" y="503"/>
                    <a:pt x="244" y="503"/>
                  </a:cubicBezTo>
                  <a:cubicBezTo>
                    <a:pt x="387" y="503"/>
                    <a:pt x="494" y="387"/>
                    <a:pt x="494" y="252"/>
                  </a:cubicBezTo>
                  <a:cubicBezTo>
                    <a:pt x="494" y="116"/>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3"/>
            <p:cNvSpPr/>
            <p:nvPr/>
          </p:nvSpPr>
          <p:spPr>
            <a:xfrm>
              <a:off x="2329550" y="3218225"/>
              <a:ext cx="12575" cy="12575"/>
            </a:xfrm>
            <a:custGeom>
              <a:avLst/>
              <a:gdLst/>
              <a:ahLst/>
              <a:cxnLst/>
              <a:rect l="l" t="t" r="r" b="b"/>
              <a:pathLst>
                <a:path w="503" h="503" extrusionOk="0">
                  <a:moveTo>
                    <a:pt x="251" y="0"/>
                  </a:moveTo>
                  <a:cubicBezTo>
                    <a:pt x="115" y="0"/>
                    <a:pt x="0" y="116"/>
                    <a:pt x="0" y="252"/>
                  </a:cubicBezTo>
                  <a:cubicBezTo>
                    <a:pt x="0" y="387"/>
                    <a:pt x="115" y="503"/>
                    <a:pt x="251" y="503"/>
                  </a:cubicBezTo>
                  <a:cubicBezTo>
                    <a:pt x="387" y="503"/>
                    <a:pt x="502" y="387"/>
                    <a:pt x="502" y="252"/>
                  </a:cubicBezTo>
                  <a:cubicBezTo>
                    <a:pt x="502"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3"/>
            <p:cNvSpPr/>
            <p:nvPr/>
          </p:nvSpPr>
          <p:spPr>
            <a:xfrm>
              <a:off x="2421325" y="3218225"/>
              <a:ext cx="12550" cy="12575"/>
            </a:xfrm>
            <a:custGeom>
              <a:avLst/>
              <a:gdLst/>
              <a:ahLst/>
              <a:cxnLst/>
              <a:rect l="l" t="t" r="r" b="b"/>
              <a:pathLst>
                <a:path w="502" h="503" extrusionOk="0">
                  <a:moveTo>
                    <a:pt x="250" y="0"/>
                  </a:moveTo>
                  <a:cubicBezTo>
                    <a:pt x="114" y="0"/>
                    <a:pt x="1" y="116"/>
                    <a:pt x="1" y="252"/>
                  </a:cubicBezTo>
                  <a:cubicBezTo>
                    <a:pt x="1" y="387"/>
                    <a:pt x="114" y="503"/>
                    <a:pt x="250" y="503"/>
                  </a:cubicBezTo>
                  <a:cubicBezTo>
                    <a:pt x="395" y="503"/>
                    <a:pt x="501" y="387"/>
                    <a:pt x="501" y="252"/>
                  </a:cubicBezTo>
                  <a:cubicBezTo>
                    <a:pt x="501" y="116"/>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3"/>
            <p:cNvSpPr/>
            <p:nvPr/>
          </p:nvSpPr>
          <p:spPr>
            <a:xfrm>
              <a:off x="2513250" y="3218225"/>
              <a:ext cx="12575" cy="12575"/>
            </a:xfrm>
            <a:custGeom>
              <a:avLst/>
              <a:gdLst/>
              <a:ahLst/>
              <a:cxnLst/>
              <a:rect l="l" t="t" r="r" b="b"/>
              <a:pathLst>
                <a:path w="503" h="503" extrusionOk="0">
                  <a:moveTo>
                    <a:pt x="252" y="0"/>
                  </a:moveTo>
                  <a:cubicBezTo>
                    <a:pt x="109" y="0"/>
                    <a:pt x="0" y="116"/>
                    <a:pt x="0" y="252"/>
                  </a:cubicBezTo>
                  <a:cubicBezTo>
                    <a:pt x="0" y="387"/>
                    <a:pt x="109"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3"/>
            <p:cNvSpPr/>
            <p:nvPr/>
          </p:nvSpPr>
          <p:spPr>
            <a:xfrm>
              <a:off x="2605000" y="3218225"/>
              <a:ext cx="12575" cy="12575"/>
            </a:xfrm>
            <a:custGeom>
              <a:avLst/>
              <a:gdLst/>
              <a:ahLst/>
              <a:cxnLst/>
              <a:rect l="l" t="t" r="r" b="b"/>
              <a:pathLst>
                <a:path w="503" h="503" extrusionOk="0">
                  <a:moveTo>
                    <a:pt x="252" y="0"/>
                  </a:moveTo>
                  <a:cubicBezTo>
                    <a:pt x="116" y="0"/>
                    <a:pt x="0" y="116"/>
                    <a:pt x="0" y="252"/>
                  </a:cubicBezTo>
                  <a:cubicBezTo>
                    <a:pt x="0" y="387"/>
                    <a:pt x="116" y="503"/>
                    <a:pt x="252" y="503"/>
                  </a:cubicBezTo>
                  <a:cubicBezTo>
                    <a:pt x="387" y="503"/>
                    <a:pt x="503" y="387"/>
                    <a:pt x="503" y="252"/>
                  </a:cubicBezTo>
                  <a:cubicBezTo>
                    <a:pt x="503"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3"/>
            <p:cNvSpPr/>
            <p:nvPr/>
          </p:nvSpPr>
          <p:spPr>
            <a:xfrm>
              <a:off x="2696950" y="3218225"/>
              <a:ext cx="12375" cy="12575"/>
            </a:xfrm>
            <a:custGeom>
              <a:avLst/>
              <a:gdLst/>
              <a:ahLst/>
              <a:cxnLst/>
              <a:rect l="l" t="t" r="r" b="b"/>
              <a:pathLst>
                <a:path w="495" h="503" extrusionOk="0">
                  <a:moveTo>
                    <a:pt x="252" y="0"/>
                  </a:moveTo>
                  <a:cubicBezTo>
                    <a:pt x="108" y="0"/>
                    <a:pt x="1" y="116"/>
                    <a:pt x="1" y="252"/>
                  </a:cubicBezTo>
                  <a:cubicBezTo>
                    <a:pt x="1" y="387"/>
                    <a:pt x="108" y="503"/>
                    <a:pt x="252" y="503"/>
                  </a:cubicBezTo>
                  <a:cubicBezTo>
                    <a:pt x="388" y="503"/>
                    <a:pt x="495" y="387"/>
                    <a:pt x="495" y="252"/>
                  </a:cubicBezTo>
                  <a:cubicBezTo>
                    <a:pt x="495"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3"/>
            <p:cNvSpPr/>
            <p:nvPr/>
          </p:nvSpPr>
          <p:spPr>
            <a:xfrm>
              <a:off x="2788700" y="32182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3"/>
            <p:cNvSpPr/>
            <p:nvPr/>
          </p:nvSpPr>
          <p:spPr>
            <a:xfrm>
              <a:off x="2880675" y="3218225"/>
              <a:ext cx="12375" cy="12575"/>
            </a:xfrm>
            <a:custGeom>
              <a:avLst/>
              <a:gdLst/>
              <a:ahLst/>
              <a:cxnLst/>
              <a:rect l="l" t="t" r="r" b="b"/>
              <a:pathLst>
                <a:path w="495" h="503" extrusionOk="0">
                  <a:moveTo>
                    <a:pt x="243" y="0"/>
                  </a:moveTo>
                  <a:cubicBezTo>
                    <a:pt x="107" y="0"/>
                    <a:pt x="0" y="116"/>
                    <a:pt x="0" y="252"/>
                  </a:cubicBezTo>
                  <a:cubicBezTo>
                    <a:pt x="0" y="387"/>
                    <a:pt x="107" y="503"/>
                    <a:pt x="243" y="503"/>
                  </a:cubicBezTo>
                  <a:cubicBezTo>
                    <a:pt x="387" y="503"/>
                    <a:pt x="494" y="387"/>
                    <a:pt x="494" y="252"/>
                  </a:cubicBezTo>
                  <a:cubicBezTo>
                    <a:pt x="494" y="116"/>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3"/>
            <p:cNvSpPr/>
            <p:nvPr/>
          </p:nvSpPr>
          <p:spPr>
            <a:xfrm>
              <a:off x="2972425" y="3218225"/>
              <a:ext cx="12575" cy="12575"/>
            </a:xfrm>
            <a:custGeom>
              <a:avLst/>
              <a:gdLst/>
              <a:ahLst/>
              <a:cxnLst/>
              <a:rect l="l" t="t" r="r" b="b"/>
              <a:pathLst>
                <a:path w="503" h="503" extrusionOk="0">
                  <a:moveTo>
                    <a:pt x="251" y="0"/>
                  </a:moveTo>
                  <a:cubicBezTo>
                    <a:pt x="115" y="0"/>
                    <a:pt x="0" y="116"/>
                    <a:pt x="0" y="252"/>
                  </a:cubicBezTo>
                  <a:cubicBezTo>
                    <a:pt x="0" y="387"/>
                    <a:pt x="115" y="503"/>
                    <a:pt x="251" y="503"/>
                  </a:cubicBezTo>
                  <a:cubicBezTo>
                    <a:pt x="387" y="503"/>
                    <a:pt x="503" y="387"/>
                    <a:pt x="503" y="252"/>
                  </a:cubicBezTo>
                  <a:cubicBezTo>
                    <a:pt x="503"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3"/>
            <p:cNvSpPr/>
            <p:nvPr/>
          </p:nvSpPr>
          <p:spPr>
            <a:xfrm>
              <a:off x="3064375" y="3218225"/>
              <a:ext cx="12375" cy="12575"/>
            </a:xfrm>
            <a:custGeom>
              <a:avLst/>
              <a:gdLst/>
              <a:ahLst/>
              <a:cxnLst/>
              <a:rect l="l" t="t" r="r" b="b"/>
              <a:pathLst>
                <a:path w="495" h="503" extrusionOk="0">
                  <a:moveTo>
                    <a:pt x="243" y="0"/>
                  </a:moveTo>
                  <a:cubicBezTo>
                    <a:pt x="107" y="0"/>
                    <a:pt x="1" y="116"/>
                    <a:pt x="1" y="252"/>
                  </a:cubicBezTo>
                  <a:cubicBezTo>
                    <a:pt x="1" y="387"/>
                    <a:pt x="107" y="503"/>
                    <a:pt x="243" y="503"/>
                  </a:cubicBezTo>
                  <a:cubicBezTo>
                    <a:pt x="388" y="503"/>
                    <a:pt x="495" y="387"/>
                    <a:pt x="495" y="252"/>
                  </a:cubicBezTo>
                  <a:cubicBezTo>
                    <a:pt x="495" y="116"/>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3"/>
            <p:cNvSpPr/>
            <p:nvPr/>
          </p:nvSpPr>
          <p:spPr>
            <a:xfrm>
              <a:off x="3156125" y="32182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3"/>
            <p:cNvSpPr/>
            <p:nvPr/>
          </p:nvSpPr>
          <p:spPr>
            <a:xfrm>
              <a:off x="3247875" y="3218225"/>
              <a:ext cx="12575" cy="12575"/>
            </a:xfrm>
            <a:custGeom>
              <a:avLst/>
              <a:gdLst/>
              <a:ahLst/>
              <a:cxnLst/>
              <a:rect l="l" t="t" r="r" b="b"/>
              <a:pathLst>
                <a:path w="503"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3"/>
            <p:cNvSpPr/>
            <p:nvPr/>
          </p:nvSpPr>
          <p:spPr>
            <a:xfrm>
              <a:off x="3339850" y="3218225"/>
              <a:ext cx="12525" cy="12575"/>
            </a:xfrm>
            <a:custGeom>
              <a:avLst/>
              <a:gdLst/>
              <a:ahLst/>
              <a:cxnLst/>
              <a:rect l="l" t="t" r="r" b="b"/>
              <a:pathLst>
                <a:path w="501" h="503" extrusionOk="0">
                  <a:moveTo>
                    <a:pt x="251" y="0"/>
                  </a:moveTo>
                  <a:cubicBezTo>
                    <a:pt x="107" y="0"/>
                    <a:pt x="0" y="116"/>
                    <a:pt x="0" y="252"/>
                  </a:cubicBezTo>
                  <a:cubicBezTo>
                    <a:pt x="0" y="387"/>
                    <a:pt x="107" y="503"/>
                    <a:pt x="251" y="503"/>
                  </a:cubicBezTo>
                  <a:cubicBezTo>
                    <a:pt x="387" y="503"/>
                    <a:pt x="501" y="387"/>
                    <a:pt x="501" y="252"/>
                  </a:cubicBezTo>
                  <a:cubicBezTo>
                    <a:pt x="501"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3"/>
            <p:cNvSpPr/>
            <p:nvPr/>
          </p:nvSpPr>
          <p:spPr>
            <a:xfrm>
              <a:off x="3431575" y="32182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3"/>
            <p:cNvSpPr/>
            <p:nvPr/>
          </p:nvSpPr>
          <p:spPr>
            <a:xfrm>
              <a:off x="3523550" y="3218225"/>
              <a:ext cx="12375" cy="12575"/>
            </a:xfrm>
            <a:custGeom>
              <a:avLst/>
              <a:gdLst/>
              <a:ahLst/>
              <a:cxnLst/>
              <a:rect l="l" t="t" r="r" b="b"/>
              <a:pathLst>
                <a:path w="495" h="503" extrusionOk="0">
                  <a:moveTo>
                    <a:pt x="250" y="0"/>
                  </a:moveTo>
                  <a:cubicBezTo>
                    <a:pt x="107" y="0"/>
                    <a:pt x="0" y="116"/>
                    <a:pt x="0" y="252"/>
                  </a:cubicBezTo>
                  <a:cubicBezTo>
                    <a:pt x="0" y="387"/>
                    <a:pt x="107" y="503"/>
                    <a:pt x="250" y="503"/>
                  </a:cubicBezTo>
                  <a:cubicBezTo>
                    <a:pt x="388" y="503"/>
                    <a:pt x="494" y="387"/>
                    <a:pt x="494" y="252"/>
                  </a:cubicBezTo>
                  <a:cubicBezTo>
                    <a:pt x="494"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3"/>
            <p:cNvSpPr/>
            <p:nvPr/>
          </p:nvSpPr>
          <p:spPr>
            <a:xfrm>
              <a:off x="676400" y="3310175"/>
              <a:ext cx="12600" cy="12375"/>
            </a:xfrm>
            <a:custGeom>
              <a:avLst/>
              <a:gdLst/>
              <a:ahLst/>
              <a:cxnLst/>
              <a:rect l="l" t="t" r="r" b="b"/>
              <a:pathLst>
                <a:path w="504" h="495" extrusionOk="0">
                  <a:moveTo>
                    <a:pt x="252" y="1"/>
                  </a:moveTo>
                  <a:cubicBezTo>
                    <a:pt x="116" y="1"/>
                    <a:pt x="1" y="108"/>
                    <a:pt x="1" y="252"/>
                  </a:cubicBezTo>
                  <a:cubicBezTo>
                    <a:pt x="1" y="388"/>
                    <a:pt x="116" y="495"/>
                    <a:pt x="252" y="495"/>
                  </a:cubicBezTo>
                  <a:cubicBezTo>
                    <a:pt x="388" y="495"/>
                    <a:pt x="503" y="388"/>
                    <a:pt x="503" y="252"/>
                  </a:cubicBezTo>
                  <a:cubicBezTo>
                    <a:pt x="503"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3"/>
            <p:cNvSpPr/>
            <p:nvPr/>
          </p:nvSpPr>
          <p:spPr>
            <a:xfrm>
              <a:off x="768325" y="3310175"/>
              <a:ext cx="12400" cy="12375"/>
            </a:xfrm>
            <a:custGeom>
              <a:avLst/>
              <a:gdLst/>
              <a:ahLst/>
              <a:cxnLst/>
              <a:rect l="l" t="t" r="r" b="b"/>
              <a:pathLst>
                <a:path w="496" h="495" extrusionOk="0">
                  <a:moveTo>
                    <a:pt x="245" y="1"/>
                  </a:moveTo>
                  <a:cubicBezTo>
                    <a:pt x="109" y="1"/>
                    <a:pt x="0" y="108"/>
                    <a:pt x="0" y="252"/>
                  </a:cubicBezTo>
                  <a:cubicBezTo>
                    <a:pt x="0" y="388"/>
                    <a:pt x="109" y="495"/>
                    <a:pt x="245" y="495"/>
                  </a:cubicBezTo>
                  <a:cubicBezTo>
                    <a:pt x="388" y="495"/>
                    <a:pt x="496" y="388"/>
                    <a:pt x="496" y="252"/>
                  </a:cubicBezTo>
                  <a:cubicBezTo>
                    <a:pt x="496" y="108"/>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3"/>
            <p:cNvSpPr/>
            <p:nvPr/>
          </p:nvSpPr>
          <p:spPr>
            <a:xfrm>
              <a:off x="860125" y="3310175"/>
              <a:ext cx="12525" cy="12375"/>
            </a:xfrm>
            <a:custGeom>
              <a:avLst/>
              <a:gdLst/>
              <a:ahLst/>
              <a:cxnLst/>
              <a:rect l="l" t="t" r="r" b="b"/>
              <a:pathLst>
                <a:path w="501" h="495" extrusionOk="0">
                  <a:moveTo>
                    <a:pt x="251" y="1"/>
                  </a:moveTo>
                  <a:cubicBezTo>
                    <a:pt x="114" y="1"/>
                    <a:pt x="0" y="108"/>
                    <a:pt x="0" y="252"/>
                  </a:cubicBezTo>
                  <a:cubicBezTo>
                    <a:pt x="0" y="388"/>
                    <a:pt x="114" y="495"/>
                    <a:pt x="251" y="495"/>
                  </a:cubicBezTo>
                  <a:cubicBezTo>
                    <a:pt x="387" y="495"/>
                    <a:pt x="501" y="388"/>
                    <a:pt x="501" y="252"/>
                  </a:cubicBezTo>
                  <a:cubicBezTo>
                    <a:pt x="501" y="108"/>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3"/>
            <p:cNvSpPr/>
            <p:nvPr/>
          </p:nvSpPr>
          <p:spPr>
            <a:xfrm>
              <a:off x="951850" y="3310175"/>
              <a:ext cx="12600" cy="12375"/>
            </a:xfrm>
            <a:custGeom>
              <a:avLst/>
              <a:gdLst/>
              <a:ahLst/>
              <a:cxnLst/>
              <a:rect l="l" t="t" r="r" b="b"/>
              <a:pathLst>
                <a:path w="504" h="495" extrusionOk="0">
                  <a:moveTo>
                    <a:pt x="252" y="1"/>
                  </a:moveTo>
                  <a:cubicBezTo>
                    <a:pt x="116" y="1"/>
                    <a:pt x="1" y="108"/>
                    <a:pt x="1" y="252"/>
                  </a:cubicBezTo>
                  <a:cubicBezTo>
                    <a:pt x="1" y="388"/>
                    <a:pt x="116" y="495"/>
                    <a:pt x="252" y="495"/>
                  </a:cubicBezTo>
                  <a:cubicBezTo>
                    <a:pt x="388" y="495"/>
                    <a:pt x="503" y="388"/>
                    <a:pt x="503" y="252"/>
                  </a:cubicBezTo>
                  <a:cubicBezTo>
                    <a:pt x="503"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3"/>
            <p:cNvSpPr/>
            <p:nvPr/>
          </p:nvSpPr>
          <p:spPr>
            <a:xfrm>
              <a:off x="1043825" y="3310175"/>
              <a:ext cx="12375" cy="12375"/>
            </a:xfrm>
            <a:custGeom>
              <a:avLst/>
              <a:gdLst/>
              <a:ahLst/>
              <a:cxnLst/>
              <a:rect l="l" t="t" r="r" b="b"/>
              <a:pathLst>
                <a:path w="495" h="495" extrusionOk="0">
                  <a:moveTo>
                    <a:pt x="250" y="1"/>
                  </a:moveTo>
                  <a:cubicBezTo>
                    <a:pt x="107" y="1"/>
                    <a:pt x="0" y="108"/>
                    <a:pt x="0" y="252"/>
                  </a:cubicBezTo>
                  <a:cubicBezTo>
                    <a:pt x="0" y="388"/>
                    <a:pt x="107" y="495"/>
                    <a:pt x="250" y="495"/>
                  </a:cubicBezTo>
                  <a:cubicBezTo>
                    <a:pt x="388" y="495"/>
                    <a:pt x="494" y="388"/>
                    <a:pt x="494" y="252"/>
                  </a:cubicBezTo>
                  <a:cubicBezTo>
                    <a:pt x="494" y="108"/>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3"/>
            <p:cNvSpPr/>
            <p:nvPr/>
          </p:nvSpPr>
          <p:spPr>
            <a:xfrm>
              <a:off x="1135575" y="3310175"/>
              <a:ext cx="12575" cy="12375"/>
            </a:xfrm>
            <a:custGeom>
              <a:avLst/>
              <a:gdLst/>
              <a:ahLst/>
              <a:cxnLst/>
              <a:rect l="l" t="t" r="r" b="b"/>
              <a:pathLst>
                <a:path w="503" h="495" extrusionOk="0">
                  <a:moveTo>
                    <a:pt x="252" y="1"/>
                  </a:moveTo>
                  <a:cubicBezTo>
                    <a:pt x="116" y="1"/>
                    <a:pt x="0" y="108"/>
                    <a:pt x="0" y="252"/>
                  </a:cubicBezTo>
                  <a:cubicBezTo>
                    <a:pt x="0" y="388"/>
                    <a:pt x="116" y="495"/>
                    <a:pt x="252" y="495"/>
                  </a:cubicBezTo>
                  <a:cubicBezTo>
                    <a:pt x="387" y="495"/>
                    <a:pt x="503" y="388"/>
                    <a:pt x="503" y="252"/>
                  </a:cubicBezTo>
                  <a:cubicBezTo>
                    <a:pt x="503" y="108"/>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3"/>
            <p:cNvSpPr/>
            <p:nvPr/>
          </p:nvSpPr>
          <p:spPr>
            <a:xfrm>
              <a:off x="1227500" y="3310175"/>
              <a:ext cx="12400" cy="12375"/>
            </a:xfrm>
            <a:custGeom>
              <a:avLst/>
              <a:gdLst/>
              <a:ahLst/>
              <a:cxnLst/>
              <a:rect l="l" t="t" r="r" b="b"/>
              <a:pathLst>
                <a:path w="496" h="495" extrusionOk="0">
                  <a:moveTo>
                    <a:pt x="251" y="1"/>
                  </a:moveTo>
                  <a:cubicBezTo>
                    <a:pt x="109" y="1"/>
                    <a:pt x="0" y="108"/>
                    <a:pt x="0" y="252"/>
                  </a:cubicBezTo>
                  <a:cubicBezTo>
                    <a:pt x="0" y="388"/>
                    <a:pt x="109" y="495"/>
                    <a:pt x="251" y="495"/>
                  </a:cubicBezTo>
                  <a:cubicBezTo>
                    <a:pt x="387" y="495"/>
                    <a:pt x="496" y="388"/>
                    <a:pt x="496" y="252"/>
                  </a:cubicBezTo>
                  <a:cubicBezTo>
                    <a:pt x="496" y="108"/>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3"/>
            <p:cNvSpPr/>
            <p:nvPr/>
          </p:nvSpPr>
          <p:spPr>
            <a:xfrm>
              <a:off x="1319275" y="3310175"/>
              <a:ext cx="12550" cy="12375"/>
            </a:xfrm>
            <a:custGeom>
              <a:avLst/>
              <a:gdLst/>
              <a:ahLst/>
              <a:cxnLst/>
              <a:rect l="l" t="t" r="r" b="b"/>
              <a:pathLst>
                <a:path w="502" h="495" extrusionOk="0">
                  <a:moveTo>
                    <a:pt x="252" y="1"/>
                  </a:moveTo>
                  <a:cubicBezTo>
                    <a:pt x="114" y="1"/>
                    <a:pt x="1" y="108"/>
                    <a:pt x="1" y="252"/>
                  </a:cubicBezTo>
                  <a:cubicBezTo>
                    <a:pt x="1" y="388"/>
                    <a:pt x="114" y="495"/>
                    <a:pt x="252" y="495"/>
                  </a:cubicBezTo>
                  <a:cubicBezTo>
                    <a:pt x="388" y="495"/>
                    <a:pt x="501" y="388"/>
                    <a:pt x="501" y="252"/>
                  </a:cubicBezTo>
                  <a:cubicBezTo>
                    <a:pt x="501"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3"/>
            <p:cNvSpPr/>
            <p:nvPr/>
          </p:nvSpPr>
          <p:spPr>
            <a:xfrm>
              <a:off x="1411200" y="3310175"/>
              <a:ext cx="12425" cy="12375"/>
            </a:xfrm>
            <a:custGeom>
              <a:avLst/>
              <a:gdLst/>
              <a:ahLst/>
              <a:cxnLst/>
              <a:rect l="l" t="t" r="r" b="b"/>
              <a:pathLst>
                <a:path w="497" h="495" extrusionOk="0">
                  <a:moveTo>
                    <a:pt x="245" y="1"/>
                  </a:moveTo>
                  <a:cubicBezTo>
                    <a:pt x="109" y="1"/>
                    <a:pt x="1" y="108"/>
                    <a:pt x="1" y="252"/>
                  </a:cubicBezTo>
                  <a:cubicBezTo>
                    <a:pt x="1" y="388"/>
                    <a:pt x="109" y="495"/>
                    <a:pt x="245" y="495"/>
                  </a:cubicBezTo>
                  <a:cubicBezTo>
                    <a:pt x="388" y="495"/>
                    <a:pt x="496" y="388"/>
                    <a:pt x="496" y="252"/>
                  </a:cubicBezTo>
                  <a:cubicBezTo>
                    <a:pt x="496" y="108"/>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3"/>
            <p:cNvSpPr/>
            <p:nvPr/>
          </p:nvSpPr>
          <p:spPr>
            <a:xfrm>
              <a:off x="1503000" y="3310175"/>
              <a:ext cx="12525" cy="12375"/>
            </a:xfrm>
            <a:custGeom>
              <a:avLst/>
              <a:gdLst/>
              <a:ahLst/>
              <a:cxnLst/>
              <a:rect l="l" t="t" r="r" b="b"/>
              <a:pathLst>
                <a:path w="501" h="495" extrusionOk="0">
                  <a:moveTo>
                    <a:pt x="250" y="1"/>
                  </a:moveTo>
                  <a:cubicBezTo>
                    <a:pt x="114" y="1"/>
                    <a:pt x="0" y="108"/>
                    <a:pt x="0" y="252"/>
                  </a:cubicBezTo>
                  <a:cubicBezTo>
                    <a:pt x="0" y="388"/>
                    <a:pt x="114" y="495"/>
                    <a:pt x="250" y="495"/>
                  </a:cubicBezTo>
                  <a:cubicBezTo>
                    <a:pt x="387" y="495"/>
                    <a:pt x="501" y="388"/>
                    <a:pt x="501" y="252"/>
                  </a:cubicBezTo>
                  <a:cubicBezTo>
                    <a:pt x="501" y="108"/>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3"/>
            <p:cNvSpPr/>
            <p:nvPr/>
          </p:nvSpPr>
          <p:spPr>
            <a:xfrm>
              <a:off x="1594750" y="3310175"/>
              <a:ext cx="12575" cy="12375"/>
            </a:xfrm>
            <a:custGeom>
              <a:avLst/>
              <a:gdLst/>
              <a:ahLst/>
              <a:cxnLst/>
              <a:rect l="l" t="t" r="r" b="b"/>
              <a:pathLst>
                <a:path w="503" h="495" extrusionOk="0">
                  <a:moveTo>
                    <a:pt x="251" y="1"/>
                  </a:moveTo>
                  <a:cubicBezTo>
                    <a:pt x="115" y="1"/>
                    <a:pt x="0" y="108"/>
                    <a:pt x="0" y="252"/>
                  </a:cubicBezTo>
                  <a:cubicBezTo>
                    <a:pt x="0" y="388"/>
                    <a:pt x="115" y="495"/>
                    <a:pt x="251" y="495"/>
                  </a:cubicBezTo>
                  <a:cubicBezTo>
                    <a:pt x="394" y="495"/>
                    <a:pt x="503" y="388"/>
                    <a:pt x="503" y="252"/>
                  </a:cubicBezTo>
                  <a:cubicBezTo>
                    <a:pt x="503" y="108"/>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3"/>
            <p:cNvSpPr/>
            <p:nvPr/>
          </p:nvSpPr>
          <p:spPr>
            <a:xfrm>
              <a:off x="1686650" y="3310175"/>
              <a:ext cx="12600" cy="12375"/>
            </a:xfrm>
            <a:custGeom>
              <a:avLst/>
              <a:gdLst/>
              <a:ahLst/>
              <a:cxnLst/>
              <a:rect l="l" t="t" r="r" b="b"/>
              <a:pathLst>
                <a:path w="504" h="495" extrusionOk="0">
                  <a:moveTo>
                    <a:pt x="252" y="1"/>
                  </a:moveTo>
                  <a:cubicBezTo>
                    <a:pt x="116" y="1"/>
                    <a:pt x="1" y="108"/>
                    <a:pt x="1" y="252"/>
                  </a:cubicBezTo>
                  <a:cubicBezTo>
                    <a:pt x="1" y="388"/>
                    <a:pt x="116" y="495"/>
                    <a:pt x="252" y="495"/>
                  </a:cubicBezTo>
                  <a:cubicBezTo>
                    <a:pt x="388" y="495"/>
                    <a:pt x="503" y="388"/>
                    <a:pt x="503" y="252"/>
                  </a:cubicBezTo>
                  <a:cubicBezTo>
                    <a:pt x="503"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3"/>
            <p:cNvSpPr/>
            <p:nvPr/>
          </p:nvSpPr>
          <p:spPr>
            <a:xfrm>
              <a:off x="1778450" y="3310175"/>
              <a:ext cx="12550" cy="12375"/>
            </a:xfrm>
            <a:custGeom>
              <a:avLst/>
              <a:gdLst/>
              <a:ahLst/>
              <a:cxnLst/>
              <a:rect l="l" t="t" r="r" b="b"/>
              <a:pathLst>
                <a:path w="502" h="495" extrusionOk="0">
                  <a:moveTo>
                    <a:pt x="252" y="1"/>
                  </a:moveTo>
                  <a:cubicBezTo>
                    <a:pt x="114" y="1"/>
                    <a:pt x="1" y="108"/>
                    <a:pt x="1" y="252"/>
                  </a:cubicBezTo>
                  <a:cubicBezTo>
                    <a:pt x="1" y="388"/>
                    <a:pt x="114" y="495"/>
                    <a:pt x="252" y="495"/>
                  </a:cubicBezTo>
                  <a:cubicBezTo>
                    <a:pt x="388" y="495"/>
                    <a:pt x="501" y="388"/>
                    <a:pt x="501" y="252"/>
                  </a:cubicBezTo>
                  <a:cubicBezTo>
                    <a:pt x="501"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3"/>
            <p:cNvSpPr/>
            <p:nvPr/>
          </p:nvSpPr>
          <p:spPr>
            <a:xfrm>
              <a:off x="1870375" y="3310175"/>
              <a:ext cx="12400" cy="12375"/>
            </a:xfrm>
            <a:custGeom>
              <a:avLst/>
              <a:gdLst/>
              <a:ahLst/>
              <a:cxnLst/>
              <a:rect l="l" t="t" r="r" b="b"/>
              <a:pathLst>
                <a:path w="496" h="495" extrusionOk="0">
                  <a:moveTo>
                    <a:pt x="252" y="1"/>
                  </a:moveTo>
                  <a:cubicBezTo>
                    <a:pt x="109" y="1"/>
                    <a:pt x="0" y="108"/>
                    <a:pt x="0" y="252"/>
                  </a:cubicBezTo>
                  <a:cubicBezTo>
                    <a:pt x="0" y="388"/>
                    <a:pt x="109" y="495"/>
                    <a:pt x="252" y="495"/>
                  </a:cubicBezTo>
                  <a:cubicBezTo>
                    <a:pt x="387" y="495"/>
                    <a:pt x="496" y="388"/>
                    <a:pt x="496" y="252"/>
                  </a:cubicBezTo>
                  <a:cubicBezTo>
                    <a:pt x="496" y="108"/>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3"/>
            <p:cNvSpPr/>
            <p:nvPr/>
          </p:nvSpPr>
          <p:spPr>
            <a:xfrm>
              <a:off x="1962150" y="3310175"/>
              <a:ext cx="12550" cy="12375"/>
            </a:xfrm>
            <a:custGeom>
              <a:avLst/>
              <a:gdLst/>
              <a:ahLst/>
              <a:cxnLst/>
              <a:rect l="l" t="t" r="r" b="b"/>
              <a:pathLst>
                <a:path w="502" h="495" extrusionOk="0">
                  <a:moveTo>
                    <a:pt x="250" y="1"/>
                  </a:moveTo>
                  <a:cubicBezTo>
                    <a:pt x="114" y="1"/>
                    <a:pt x="1" y="108"/>
                    <a:pt x="1" y="252"/>
                  </a:cubicBezTo>
                  <a:cubicBezTo>
                    <a:pt x="1" y="388"/>
                    <a:pt x="114" y="495"/>
                    <a:pt x="250" y="495"/>
                  </a:cubicBezTo>
                  <a:cubicBezTo>
                    <a:pt x="388" y="495"/>
                    <a:pt x="502" y="388"/>
                    <a:pt x="502" y="252"/>
                  </a:cubicBezTo>
                  <a:cubicBezTo>
                    <a:pt x="502" y="108"/>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3"/>
            <p:cNvSpPr/>
            <p:nvPr/>
          </p:nvSpPr>
          <p:spPr>
            <a:xfrm>
              <a:off x="2054075" y="3310175"/>
              <a:ext cx="12425" cy="12375"/>
            </a:xfrm>
            <a:custGeom>
              <a:avLst/>
              <a:gdLst/>
              <a:ahLst/>
              <a:cxnLst/>
              <a:rect l="l" t="t" r="r" b="b"/>
              <a:pathLst>
                <a:path w="497" h="495" extrusionOk="0">
                  <a:moveTo>
                    <a:pt x="252" y="1"/>
                  </a:moveTo>
                  <a:cubicBezTo>
                    <a:pt x="109" y="1"/>
                    <a:pt x="1" y="108"/>
                    <a:pt x="1" y="252"/>
                  </a:cubicBezTo>
                  <a:cubicBezTo>
                    <a:pt x="1" y="388"/>
                    <a:pt x="109" y="495"/>
                    <a:pt x="252" y="495"/>
                  </a:cubicBezTo>
                  <a:cubicBezTo>
                    <a:pt x="388" y="495"/>
                    <a:pt x="496" y="388"/>
                    <a:pt x="496" y="252"/>
                  </a:cubicBezTo>
                  <a:cubicBezTo>
                    <a:pt x="496"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3"/>
            <p:cNvSpPr/>
            <p:nvPr/>
          </p:nvSpPr>
          <p:spPr>
            <a:xfrm>
              <a:off x="2145825" y="3310175"/>
              <a:ext cx="12600" cy="12375"/>
            </a:xfrm>
            <a:custGeom>
              <a:avLst/>
              <a:gdLst/>
              <a:ahLst/>
              <a:cxnLst/>
              <a:rect l="l" t="t" r="r" b="b"/>
              <a:pathLst>
                <a:path w="504" h="495" extrusionOk="0">
                  <a:moveTo>
                    <a:pt x="252" y="1"/>
                  </a:moveTo>
                  <a:cubicBezTo>
                    <a:pt x="116" y="1"/>
                    <a:pt x="1" y="108"/>
                    <a:pt x="1" y="252"/>
                  </a:cubicBezTo>
                  <a:cubicBezTo>
                    <a:pt x="1" y="388"/>
                    <a:pt x="116" y="495"/>
                    <a:pt x="252" y="495"/>
                  </a:cubicBezTo>
                  <a:cubicBezTo>
                    <a:pt x="388" y="495"/>
                    <a:pt x="503" y="388"/>
                    <a:pt x="503" y="252"/>
                  </a:cubicBezTo>
                  <a:cubicBezTo>
                    <a:pt x="503"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3"/>
            <p:cNvSpPr/>
            <p:nvPr/>
          </p:nvSpPr>
          <p:spPr>
            <a:xfrm>
              <a:off x="2237800" y="3310175"/>
              <a:ext cx="12350" cy="12375"/>
            </a:xfrm>
            <a:custGeom>
              <a:avLst/>
              <a:gdLst/>
              <a:ahLst/>
              <a:cxnLst/>
              <a:rect l="l" t="t" r="r" b="b"/>
              <a:pathLst>
                <a:path w="494" h="495" extrusionOk="0">
                  <a:moveTo>
                    <a:pt x="244" y="1"/>
                  </a:moveTo>
                  <a:cubicBezTo>
                    <a:pt x="107" y="1"/>
                    <a:pt x="0" y="108"/>
                    <a:pt x="0" y="252"/>
                  </a:cubicBezTo>
                  <a:cubicBezTo>
                    <a:pt x="0" y="388"/>
                    <a:pt x="107" y="495"/>
                    <a:pt x="244" y="495"/>
                  </a:cubicBezTo>
                  <a:cubicBezTo>
                    <a:pt x="387" y="495"/>
                    <a:pt x="494" y="388"/>
                    <a:pt x="494" y="252"/>
                  </a:cubicBezTo>
                  <a:cubicBezTo>
                    <a:pt x="494" y="108"/>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3"/>
            <p:cNvSpPr/>
            <p:nvPr/>
          </p:nvSpPr>
          <p:spPr>
            <a:xfrm>
              <a:off x="2329550" y="3310175"/>
              <a:ext cx="12575" cy="12375"/>
            </a:xfrm>
            <a:custGeom>
              <a:avLst/>
              <a:gdLst/>
              <a:ahLst/>
              <a:cxnLst/>
              <a:rect l="l" t="t" r="r" b="b"/>
              <a:pathLst>
                <a:path w="503" h="495" extrusionOk="0">
                  <a:moveTo>
                    <a:pt x="251" y="1"/>
                  </a:moveTo>
                  <a:cubicBezTo>
                    <a:pt x="115" y="1"/>
                    <a:pt x="0" y="108"/>
                    <a:pt x="0" y="252"/>
                  </a:cubicBezTo>
                  <a:cubicBezTo>
                    <a:pt x="0" y="388"/>
                    <a:pt x="115" y="495"/>
                    <a:pt x="251" y="495"/>
                  </a:cubicBezTo>
                  <a:cubicBezTo>
                    <a:pt x="387" y="495"/>
                    <a:pt x="502" y="388"/>
                    <a:pt x="502" y="252"/>
                  </a:cubicBezTo>
                  <a:cubicBezTo>
                    <a:pt x="502" y="108"/>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3"/>
            <p:cNvSpPr/>
            <p:nvPr/>
          </p:nvSpPr>
          <p:spPr>
            <a:xfrm>
              <a:off x="2421325" y="3310175"/>
              <a:ext cx="12550" cy="12375"/>
            </a:xfrm>
            <a:custGeom>
              <a:avLst/>
              <a:gdLst/>
              <a:ahLst/>
              <a:cxnLst/>
              <a:rect l="l" t="t" r="r" b="b"/>
              <a:pathLst>
                <a:path w="502" h="495" extrusionOk="0">
                  <a:moveTo>
                    <a:pt x="250" y="1"/>
                  </a:moveTo>
                  <a:cubicBezTo>
                    <a:pt x="114" y="1"/>
                    <a:pt x="1" y="108"/>
                    <a:pt x="1" y="252"/>
                  </a:cubicBezTo>
                  <a:cubicBezTo>
                    <a:pt x="1" y="388"/>
                    <a:pt x="114" y="495"/>
                    <a:pt x="250" y="495"/>
                  </a:cubicBezTo>
                  <a:cubicBezTo>
                    <a:pt x="395" y="495"/>
                    <a:pt x="501" y="388"/>
                    <a:pt x="501" y="252"/>
                  </a:cubicBezTo>
                  <a:cubicBezTo>
                    <a:pt x="501" y="108"/>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3"/>
            <p:cNvSpPr/>
            <p:nvPr/>
          </p:nvSpPr>
          <p:spPr>
            <a:xfrm>
              <a:off x="2513250" y="3310175"/>
              <a:ext cx="12575" cy="12375"/>
            </a:xfrm>
            <a:custGeom>
              <a:avLst/>
              <a:gdLst/>
              <a:ahLst/>
              <a:cxnLst/>
              <a:rect l="l" t="t" r="r" b="b"/>
              <a:pathLst>
                <a:path w="503" h="495" extrusionOk="0">
                  <a:moveTo>
                    <a:pt x="252" y="1"/>
                  </a:moveTo>
                  <a:cubicBezTo>
                    <a:pt x="109" y="1"/>
                    <a:pt x="0" y="108"/>
                    <a:pt x="0" y="252"/>
                  </a:cubicBezTo>
                  <a:cubicBezTo>
                    <a:pt x="0" y="388"/>
                    <a:pt x="109" y="495"/>
                    <a:pt x="252" y="495"/>
                  </a:cubicBezTo>
                  <a:cubicBezTo>
                    <a:pt x="388" y="495"/>
                    <a:pt x="503" y="388"/>
                    <a:pt x="503" y="252"/>
                  </a:cubicBezTo>
                  <a:cubicBezTo>
                    <a:pt x="503"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3"/>
            <p:cNvSpPr/>
            <p:nvPr/>
          </p:nvSpPr>
          <p:spPr>
            <a:xfrm>
              <a:off x="2605000" y="3310175"/>
              <a:ext cx="12575" cy="12375"/>
            </a:xfrm>
            <a:custGeom>
              <a:avLst/>
              <a:gdLst/>
              <a:ahLst/>
              <a:cxnLst/>
              <a:rect l="l" t="t" r="r" b="b"/>
              <a:pathLst>
                <a:path w="503" h="495" extrusionOk="0">
                  <a:moveTo>
                    <a:pt x="252" y="1"/>
                  </a:moveTo>
                  <a:cubicBezTo>
                    <a:pt x="116" y="1"/>
                    <a:pt x="0" y="108"/>
                    <a:pt x="0" y="252"/>
                  </a:cubicBezTo>
                  <a:cubicBezTo>
                    <a:pt x="0" y="388"/>
                    <a:pt x="116" y="495"/>
                    <a:pt x="252" y="495"/>
                  </a:cubicBezTo>
                  <a:cubicBezTo>
                    <a:pt x="387" y="495"/>
                    <a:pt x="503" y="388"/>
                    <a:pt x="503" y="252"/>
                  </a:cubicBezTo>
                  <a:cubicBezTo>
                    <a:pt x="503" y="108"/>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3"/>
            <p:cNvSpPr/>
            <p:nvPr/>
          </p:nvSpPr>
          <p:spPr>
            <a:xfrm>
              <a:off x="2696950" y="3310175"/>
              <a:ext cx="12375" cy="12375"/>
            </a:xfrm>
            <a:custGeom>
              <a:avLst/>
              <a:gdLst/>
              <a:ahLst/>
              <a:cxnLst/>
              <a:rect l="l" t="t" r="r" b="b"/>
              <a:pathLst>
                <a:path w="495" h="495" extrusionOk="0">
                  <a:moveTo>
                    <a:pt x="252" y="1"/>
                  </a:moveTo>
                  <a:cubicBezTo>
                    <a:pt x="108" y="1"/>
                    <a:pt x="1" y="108"/>
                    <a:pt x="1" y="252"/>
                  </a:cubicBezTo>
                  <a:cubicBezTo>
                    <a:pt x="1" y="388"/>
                    <a:pt x="108" y="495"/>
                    <a:pt x="252" y="495"/>
                  </a:cubicBezTo>
                  <a:cubicBezTo>
                    <a:pt x="388" y="495"/>
                    <a:pt x="495" y="388"/>
                    <a:pt x="495" y="252"/>
                  </a:cubicBezTo>
                  <a:cubicBezTo>
                    <a:pt x="495"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3"/>
            <p:cNvSpPr/>
            <p:nvPr/>
          </p:nvSpPr>
          <p:spPr>
            <a:xfrm>
              <a:off x="2788700" y="3310175"/>
              <a:ext cx="12600" cy="12375"/>
            </a:xfrm>
            <a:custGeom>
              <a:avLst/>
              <a:gdLst/>
              <a:ahLst/>
              <a:cxnLst/>
              <a:rect l="l" t="t" r="r" b="b"/>
              <a:pathLst>
                <a:path w="504" h="495" extrusionOk="0">
                  <a:moveTo>
                    <a:pt x="252" y="1"/>
                  </a:moveTo>
                  <a:cubicBezTo>
                    <a:pt x="116" y="1"/>
                    <a:pt x="1" y="108"/>
                    <a:pt x="1" y="252"/>
                  </a:cubicBezTo>
                  <a:cubicBezTo>
                    <a:pt x="1" y="388"/>
                    <a:pt x="116" y="495"/>
                    <a:pt x="252" y="495"/>
                  </a:cubicBezTo>
                  <a:cubicBezTo>
                    <a:pt x="388" y="495"/>
                    <a:pt x="503" y="388"/>
                    <a:pt x="503" y="252"/>
                  </a:cubicBezTo>
                  <a:cubicBezTo>
                    <a:pt x="503"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3"/>
            <p:cNvSpPr/>
            <p:nvPr/>
          </p:nvSpPr>
          <p:spPr>
            <a:xfrm>
              <a:off x="2880675" y="3310175"/>
              <a:ext cx="12375" cy="12375"/>
            </a:xfrm>
            <a:custGeom>
              <a:avLst/>
              <a:gdLst/>
              <a:ahLst/>
              <a:cxnLst/>
              <a:rect l="l" t="t" r="r" b="b"/>
              <a:pathLst>
                <a:path w="495" h="495" extrusionOk="0">
                  <a:moveTo>
                    <a:pt x="243" y="1"/>
                  </a:moveTo>
                  <a:cubicBezTo>
                    <a:pt x="107" y="1"/>
                    <a:pt x="0" y="108"/>
                    <a:pt x="0" y="252"/>
                  </a:cubicBezTo>
                  <a:cubicBezTo>
                    <a:pt x="0" y="388"/>
                    <a:pt x="107" y="495"/>
                    <a:pt x="243" y="495"/>
                  </a:cubicBezTo>
                  <a:cubicBezTo>
                    <a:pt x="387" y="495"/>
                    <a:pt x="494" y="388"/>
                    <a:pt x="494" y="252"/>
                  </a:cubicBezTo>
                  <a:cubicBezTo>
                    <a:pt x="494" y="108"/>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3"/>
            <p:cNvSpPr/>
            <p:nvPr/>
          </p:nvSpPr>
          <p:spPr>
            <a:xfrm>
              <a:off x="2972425" y="3310175"/>
              <a:ext cx="12575" cy="12375"/>
            </a:xfrm>
            <a:custGeom>
              <a:avLst/>
              <a:gdLst/>
              <a:ahLst/>
              <a:cxnLst/>
              <a:rect l="l" t="t" r="r" b="b"/>
              <a:pathLst>
                <a:path w="503" h="495" extrusionOk="0">
                  <a:moveTo>
                    <a:pt x="251" y="1"/>
                  </a:moveTo>
                  <a:cubicBezTo>
                    <a:pt x="115" y="1"/>
                    <a:pt x="0" y="108"/>
                    <a:pt x="0" y="252"/>
                  </a:cubicBezTo>
                  <a:cubicBezTo>
                    <a:pt x="0" y="388"/>
                    <a:pt x="115" y="495"/>
                    <a:pt x="251" y="495"/>
                  </a:cubicBezTo>
                  <a:cubicBezTo>
                    <a:pt x="387" y="495"/>
                    <a:pt x="503" y="388"/>
                    <a:pt x="503" y="252"/>
                  </a:cubicBezTo>
                  <a:cubicBezTo>
                    <a:pt x="503" y="108"/>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3"/>
            <p:cNvSpPr/>
            <p:nvPr/>
          </p:nvSpPr>
          <p:spPr>
            <a:xfrm>
              <a:off x="3064375" y="3310175"/>
              <a:ext cx="12375" cy="12375"/>
            </a:xfrm>
            <a:custGeom>
              <a:avLst/>
              <a:gdLst/>
              <a:ahLst/>
              <a:cxnLst/>
              <a:rect l="l" t="t" r="r" b="b"/>
              <a:pathLst>
                <a:path w="495" h="495" extrusionOk="0">
                  <a:moveTo>
                    <a:pt x="243" y="1"/>
                  </a:moveTo>
                  <a:cubicBezTo>
                    <a:pt x="107" y="1"/>
                    <a:pt x="1" y="108"/>
                    <a:pt x="1" y="252"/>
                  </a:cubicBezTo>
                  <a:cubicBezTo>
                    <a:pt x="1" y="388"/>
                    <a:pt x="107" y="495"/>
                    <a:pt x="243" y="495"/>
                  </a:cubicBezTo>
                  <a:cubicBezTo>
                    <a:pt x="388" y="495"/>
                    <a:pt x="495" y="388"/>
                    <a:pt x="495" y="252"/>
                  </a:cubicBezTo>
                  <a:cubicBezTo>
                    <a:pt x="495" y="108"/>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3"/>
            <p:cNvSpPr/>
            <p:nvPr/>
          </p:nvSpPr>
          <p:spPr>
            <a:xfrm>
              <a:off x="3156125" y="3310175"/>
              <a:ext cx="12600" cy="12375"/>
            </a:xfrm>
            <a:custGeom>
              <a:avLst/>
              <a:gdLst/>
              <a:ahLst/>
              <a:cxnLst/>
              <a:rect l="l" t="t" r="r" b="b"/>
              <a:pathLst>
                <a:path w="504" h="495" extrusionOk="0">
                  <a:moveTo>
                    <a:pt x="252" y="1"/>
                  </a:moveTo>
                  <a:cubicBezTo>
                    <a:pt x="116" y="1"/>
                    <a:pt x="1" y="108"/>
                    <a:pt x="1" y="252"/>
                  </a:cubicBezTo>
                  <a:cubicBezTo>
                    <a:pt x="1" y="388"/>
                    <a:pt x="116" y="495"/>
                    <a:pt x="252" y="495"/>
                  </a:cubicBezTo>
                  <a:cubicBezTo>
                    <a:pt x="388" y="495"/>
                    <a:pt x="503" y="388"/>
                    <a:pt x="503" y="252"/>
                  </a:cubicBezTo>
                  <a:cubicBezTo>
                    <a:pt x="503"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3"/>
            <p:cNvSpPr/>
            <p:nvPr/>
          </p:nvSpPr>
          <p:spPr>
            <a:xfrm>
              <a:off x="3247875" y="3310175"/>
              <a:ext cx="12575" cy="12375"/>
            </a:xfrm>
            <a:custGeom>
              <a:avLst/>
              <a:gdLst/>
              <a:ahLst/>
              <a:cxnLst/>
              <a:rect l="l" t="t" r="r" b="b"/>
              <a:pathLst>
                <a:path w="503" h="495" extrusionOk="0">
                  <a:moveTo>
                    <a:pt x="252" y="1"/>
                  </a:moveTo>
                  <a:cubicBezTo>
                    <a:pt x="116" y="1"/>
                    <a:pt x="1" y="108"/>
                    <a:pt x="1" y="252"/>
                  </a:cubicBezTo>
                  <a:cubicBezTo>
                    <a:pt x="1" y="388"/>
                    <a:pt x="116" y="495"/>
                    <a:pt x="252" y="495"/>
                  </a:cubicBezTo>
                  <a:cubicBezTo>
                    <a:pt x="388" y="495"/>
                    <a:pt x="503" y="388"/>
                    <a:pt x="503" y="252"/>
                  </a:cubicBezTo>
                  <a:cubicBezTo>
                    <a:pt x="503"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3"/>
            <p:cNvSpPr/>
            <p:nvPr/>
          </p:nvSpPr>
          <p:spPr>
            <a:xfrm>
              <a:off x="3339850" y="3310175"/>
              <a:ext cx="12525" cy="12375"/>
            </a:xfrm>
            <a:custGeom>
              <a:avLst/>
              <a:gdLst/>
              <a:ahLst/>
              <a:cxnLst/>
              <a:rect l="l" t="t" r="r" b="b"/>
              <a:pathLst>
                <a:path w="501" h="495" extrusionOk="0">
                  <a:moveTo>
                    <a:pt x="251" y="1"/>
                  </a:moveTo>
                  <a:cubicBezTo>
                    <a:pt x="107" y="1"/>
                    <a:pt x="0" y="108"/>
                    <a:pt x="0" y="252"/>
                  </a:cubicBezTo>
                  <a:cubicBezTo>
                    <a:pt x="0" y="388"/>
                    <a:pt x="107" y="495"/>
                    <a:pt x="251" y="495"/>
                  </a:cubicBezTo>
                  <a:cubicBezTo>
                    <a:pt x="387" y="495"/>
                    <a:pt x="501" y="388"/>
                    <a:pt x="501" y="252"/>
                  </a:cubicBezTo>
                  <a:cubicBezTo>
                    <a:pt x="501" y="108"/>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3"/>
            <p:cNvSpPr/>
            <p:nvPr/>
          </p:nvSpPr>
          <p:spPr>
            <a:xfrm>
              <a:off x="3431575" y="3310175"/>
              <a:ext cx="12600" cy="12375"/>
            </a:xfrm>
            <a:custGeom>
              <a:avLst/>
              <a:gdLst/>
              <a:ahLst/>
              <a:cxnLst/>
              <a:rect l="l" t="t" r="r" b="b"/>
              <a:pathLst>
                <a:path w="504" h="495" extrusionOk="0">
                  <a:moveTo>
                    <a:pt x="252" y="1"/>
                  </a:moveTo>
                  <a:cubicBezTo>
                    <a:pt x="116" y="1"/>
                    <a:pt x="1" y="108"/>
                    <a:pt x="1" y="252"/>
                  </a:cubicBezTo>
                  <a:cubicBezTo>
                    <a:pt x="1" y="388"/>
                    <a:pt x="116" y="495"/>
                    <a:pt x="252" y="495"/>
                  </a:cubicBezTo>
                  <a:cubicBezTo>
                    <a:pt x="388" y="495"/>
                    <a:pt x="503" y="388"/>
                    <a:pt x="503" y="252"/>
                  </a:cubicBezTo>
                  <a:cubicBezTo>
                    <a:pt x="503"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3"/>
            <p:cNvSpPr/>
            <p:nvPr/>
          </p:nvSpPr>
          <p:spPr>
            <a:xfrm>
              <a:off x="3523550" y="3310175"/>
              <a:ext cx="12375" cy="12375"/>
            </a:xfrm>
            <a:custGeom>
              <a:avLst/>
              <a:gdLst/>
              <a:ahLst/>
              <a:cxnLst/>
              <a:rect l="l" t="t" r="r" b="b"/>
              <a:pathLst>
                <a:path w="495" h="495" extrusionOk="0">
                  <a:moveTo>
                    <a:pt x="250" y="1"/>
                  </a:moveTo>
                  <a:cubicBezTo>
                    <a:pt x="107" y="1"/>
                    <a:pt x="0" y="108"/>
                    <a:pt x="0" y="252"/>
                  </a:cubicBezTo>
                  <a:cubicBezTo>
                    <a:pt x="0" y="388"/>
                    <a:pt x="107" y="495"/>
                    <a:pt x="250" y="495"/>
                  </a:cubicBezTo>
                  <a:cubicBezTo>
                    <a:pt x="388" y="495"/>
                    <a:pt x="494" y="388"/>
                    <a:pt x="494" y="252"/>
                  </a:cubicBezTo>
                  <a:cubicBezTo>
                    <a:pt x="494" y="108"/>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3"/>
            <p:cNvSpPr/>
            <p:nvPr/>
          </p:nvSpPr>
          <p:spPr>
            <a:xfrm>
              <a:off x="676400" y="340192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3"/>
            <p:cNvSpPr/>
            <p:nvPr/>
          </p:nvSpPr>
          <p:spPr>
            <a:xfrm>
              <a:off x="768325" y="3401925"/>
              <a:ext cx="12400" cy="12600"/>
            </a:xfrm>
            <a:custGeom>
              <a:avLst/>
              <a:gdLst/>
              <a:ahLst/>
              <a:cxnLst/>
              <a:rect l="l" t="t" r="r" b="b"/>
              <a:pathLst>
                <a:path w="496" h="504"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3"/>
            <p:cNvSpPr/>
            <p:nvPr/>
          </p:nvSpPr>
          <p:spPr>
            <a:xfrm>
              <a:off x="860125" y="3401925"/>
              <a:ext cx="12525" cy="12600"/>
            </a:xfrm>
            <a:custGeom>
              <a:avLst/>
              <a:gdLst/>
              <a:ahLst/>
              <a:cxnLst/>
              <a:rect l="l" t="t" r="r" b="b"/>
              <a:pathLst>
                <a:path w="501" h="504"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3"/>
            <p:cNvSpPr/>
            <p:nvPr/>
          </p:nvSpPr>
          <p:spPr>
            <a:xfrm>
              <a:off x="951850" y="340192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3"/>
            <p:cNvSpPr/>
            <p:nvPr/>
          </p:nvSpPr>
          <p:spPr>
            <a:xfrm>
              <a:off x="1043825" y="3401925"/>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3"/>
            <p:cNvSpPr/>
            <p:nvPr/>
          </p:nvSpPr>
          <p:spPr>
            <a:xfrm>
              <a:off x="1135575" y="3401925"/>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3"/>
            <p:cNvSpPr/>
            <p:nvPr/>
          </p:nvSpPr>
          <p:spPr>
            <a:xfrm>
              <a:off x="1227500" y="3401925"/>
              <a:ext cx="12400" cy="12600"/>
            </a:xfrm>
            <a:custGeom>
              <a:avLst/>
              <a:gdLst/>
              <a:ahLst/>
              <a:cxnLst/>
              <a:rect l="l" t="t" r="r" b="b"/>
              <a:pathLst>
                <a:path w="496" h="504"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3"/>
            <p:cNvSpPr/>
            <p:nvPr/>
          </p:nvSpPr>
          <p:spPr>
            <a:xfrm>
              <a:off x="1319275" y="3401925"/>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3"/>
            <p:cNvSpPr/>
            <p:nvPr/>
          </p:nvSpPr>
          <p:spPr>
            <a:xfrm>
              <a:off x="1411200" y="3401925"/>
              <a:ext cx="12425" cy="12600"/>
            </a:xfrm>
            <a:custGeom>
              <a:avLst/>
              <a:gdLst/>
              <a:ahLst/>
              <a:cxnLst/>
              <a:rect l="l" t="t" r="r" b="b"/>
              <a:pathLst>
                <a:path w="497" h="504"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3"/>
            <p:cNvSpPr/>
            <p:nvPr/>
          </p:nvSpPr>
          <p:spPr>
            <a:xfrm>
              <a:off x="1503000" y="3401925"/>
              <a:ext cx="12525" cy="12600"/>
            </a:xfrm>
            <a:custGeom>
              <a:avLst/>
              <a:gdLst/>
              <a:ahLst/>
              <a:cxnLst/>
              <a:rect l="l" t="t" r="r" b="b"/>
              <a:pathLst>
                <a:path w="501" h="504"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3"/>
            <p:cNvSpPr/>
            <p:nvPr/>
          </p:nvSpPr>
          <p:spPr>
            <a:xfrm>
              <a:off x="1594750" y="3401925"/>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3"/>
            <p:cNvSpPr/>
            <p:nvPr/>
          </p:nvSpPr>
          <p:spPr>
            <a:xfrm>
              <a:off x="1686650" y="340192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3"/>
            <p:cNvSpPr/>
            <p:nvPr/>
          </p:nvSpPr>
          <p:spPr>
            <a:xfrm>
              <a:off x="1778450" y="3401925"/>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3"/>
            <p:cNvSpPr/>
            <p:nvPr/>
          </p:nvSpPr>
          <p:spPr>
            <a:xfrm>
              <a:off x="1870375" y="3401925"/>
              <a:ext cx="12400" cy="12600"/>
            </a:xfrm>
            <a:custGeom>
              <a:avLst/>
              <a:gdLst/>
              <a:ahLst/>
              <a:cxnLst/>
              <a:rect l="l" t="t" r="r" b="b"/>
              <a:pathLst>
                <a:path w="496" h="504"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3"/>
            <p:cNvSpPr/>
            <p:nvPr/>
          </p:nvSpPr>
          <p:spPr>
            <a:xfrm>
              <a:off x="1962150" y="3401925"/>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3"/>
            <p:cNvSpPr/>
            <p:nvPr/>
          </p:nvSpPr>
          <p:spPr>
            <a:xfrm>
              <a:off x="2054075" y="3401925"/>
              <a:ext cx="12425" cy="12600"/>
            </a:xfrm>
            <a:custGeom>
              <a:avLst/>
              <a:gdLst/>
              <a:ahLst/>
              <a:cxnLst/>
              <a:rect l="l" t="t" r="r" b="b"/>
              <a:pathLst>
                <a:path w="497" h="504"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3"/>
            <p:cNvSpPr/>
            <p:nvPr/>
          </p:nvSpPr>
          <p:spPr>
            <a:xfrm>
              <a:off x="2145825" y="340192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3"/>
            <p:cNvSpPr/>
            <p:nvPr/>
          </p:nvSpPr>
          <p:spPr>
            <a:xfrm>
              <a:off x="2237800" y="3401925"/>
              <a:ext cx="12350" cy="12600"/>
            </a:xfrm>
            <a:custGeom>
              <a:avLst/>
              <a:gdLst/>
              <a:ahLst/>
              <a:cxnLst/>
              <a:rect l="l" t="t" r="r" b="b"/>
              <a:pathLst>
                <a:path w="494" h="504"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3"/>
            <p:cNvSpPr/>
            <p:nvPr/>
          </p:nvSpPr>
          <p:spPr>
            <a:xfrm>
              <a:off x="2329550" y="3401925"/>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3"/>
            <p:cNvSpPr/>
            <p:nvPr/>
          </p:nvSpPr>
          <p:spPr>
            <a:xfrm>
              <a:off x="2421325" y="3401925"/>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3"/>
            <p:cNvSpPr/>
            <p:nvPr/>
          </p:nvSpPr>
          <p:spPr>
            <a:xfrm>
              <a:off x="2513250" y="3401925"/>
              <a:ext cx="12575" cy="12600"/>
            </a:xfrm>
            <a:custGeom>
              <a:avLst/>
              <a:gdLst/>
              <a:ahLst/>
              <a:cxnLst/>
              <a:rect l="l" t="t" r="r" b="b"/>
              <a:pathLst>
                <a:path w="503" h="504"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3"/>
            <p:cNvSpPr/>
            <p:nvPr/>
          </p:nvSpPr>
          <p:spPr>
            <a:xfrm>
              <a:off x="2605000" y="3401925"/>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3"/>
            <p:cNvSpPr/>
            <p:nvPr/>
          </p:nvSpPr>
          <p:spPr>
            <a:xfrm>
              <a:off x="2696950" y="3401925"/>
              <a:ext cx="12375" cy="12600"/>
            </a:xfrm>
            <a:custGeom>
              <a:avLst/>
              <a:gdLst/>
              <a:ahLst/>
              <a:cxnLst/>
              <a:rect l="l" t="t" r="r" b="b"/>
              <a:pathLst>
                <a:path w="495" h="504"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3"/>
            <p:cNvSpPr/>
            <p:nvPr/>
          </p:nvSpPr>
          <p:spPr>
            <a:xfrm>
              <a:off x="2788700" y="340192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3"/>
            <p:cNvSpPr/>
            <p:nvPr/>
          </p:nvSpPr>
          <p:spPr>
            <a:xfrm>
              <a:off x="2880675" y="3401925"/>
              <a:ext cx="12375" cy="12600"/>
            </a:xfrm>
            <a:custGeom>
              <a:avLst/>
              <a:gdLst/>
              <a:ahLst/>
              <a:cxnLst/>
              <a:rect l="l" t="t" r="r" b="b"/>
              <a:pathLst>
                <a:path w="495" h="504"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3"/>
            <p:cNvSpPr/>
            <p:nvPr/>
          </p:nvSpPr>
          <p:spPr>
            <a:xfrm>
              <a:off x="2972425" y="3401925"/>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3"/>
            <p:cNvSpPr/>
            <p:nvPr/>
          </p:nvSpPr>
          <p:spPr>
            <a:xfrm>
              <a:off x="3064375" y="3401925"/>
              <a:ext cx="12375" cy="12600"/>
            </a:xfrm>
            <a:custGeom>
              <a:avLst/>
              <a:gdLst/>
              <a:ahLst/>
              <a:cxnLst/>
              <a:rect l="l" t="t" r="r" b="b"/>
              <a:pathLst>
                <a:path w="495" h="504"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3"/>
            <p:cNvSpPr/>
            <p:nvPr/>
          </p:nvSpPr>
          <p:spPr>
            <a:xfrm>
              <a:off x="3156125" y="340192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3"/>
            <p:cNvSpPr/>
            <p:nvPr/>
          </p:nvSpPr>
          <p:spPr>
            <a:xfrm>
              <a:off x="3247875" y="3401925"/>
              <a:ext cx="12575" cy="12600"/>
            </a:xfrm>
            <a:custGeom>
              <a:avLst/>
              <a:gdLst/>
              <a:ahLst/>
              <a:cxnLst/>
              <a:rect l="l" t="t" r="r" b="b"/>
              <a:pathLst>
                <a:path w="503"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3"/>
            <p:cNvSpPr/>
            <p:nvPr/>
          </p:nvSpPr>
          <p:spPr>
            <a:xfrm>
              <a:off x="3339850" y="3401925"/>
              <a:ext cx="12525" cy="12600"/>
            </a:xfrm>
            <a:custGeom>
              <a:avLst/>
              <a:gdLst/>
              <a:ahLst/>
              <a:cxnLst/>
              <a:rect l="l" t="t" r="r" b="b"/>
              <a:pathLst>
                <a:path w="501" h="504"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3"/>
            <p:cNvSpPr/>
            <p:nvPr/>
          </p:nvSpPr>
          <p:spPr>
            <a:xfrm>
              <a:off x="3431575" y="340192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3"/>
            <p:cNvSpPr/>
            <p:nvPr/>
          </p:nvSpPr>
          <p:spPr>
            <a:xfrm>
              <a:off x="3523550" y="3401925"/>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3"/>
            <p:cNvSpPr/>
            <p:nvPr/>
          </p:nvSpPr>
          <p:spPr>
            <a:xfrm>
              <a:off x="676400" y="3493900"/>
              <a:ext cx="12600" cy="12375"/>
            </a:xfrm>
            <a:custGeom>
              <a:avLst/>
              <a:gdLst/>
              <a:ahLst/>
              <a:cxnLst/>
              <a:rect l="l" t="t" r="r" b="b"/>
              <a:pathLst>
                <a:path w="504" h="495" extrusionOk="0">
                  <a:moveTo>
                    <a:pt x="252" y="0"/>
                  </a:moveTo>
                  <a:cubicBezTo>
                    <a:pt x="116" y="0"/>
                    <a:pt x="1" y="107"/>
                    <a:pt x="1" y="243"/>
                  </a:cubicBezTo>
                  <a:cubicBezTo>
                    <a:pt x="1" y="387"/>
                    <a:pt x="116" y="494"/>
                    <a:pt x="252" y="494"/>
                  </a:cubicBezTo>
                  <a:cubicBezTo>
                    <a:pt x="388" y="494"/>
                    <a:pt x="503" y="387"/>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3"/>
            <p:cNvSpPr/>
            <p:nvPr/>
          </p:nvSpPr>
          <p:spPr>
            <a:xfrm>
              <a:off x="768325" y="3493900"/>
              <a:ext cx="12400" cy="12375"/>
            </a:xfrm>
            <a:custGeom>
              <a:avLst/>
              <a:gdLst/>
              <a:ahLst/>
              <a:cxnLst/>
              <a:rect l="l" t="t" r="r" b="b"/>
              <a:pathLst>
                <a:path w="496" h="495" extrusionOk="0">
                  <a:moveTo>
                    <a:pt x="245" y="0"/>
                  </a:moveTo>
                  <a:cubicBezTo>
                    <a:pt x="109" y="0"/>
                    <a:pt x="0" y="107"/>
                    <a:pt x="0" y="243"/>
                  </a:cubicBezTo>
                  <a:cubicBezTo>
                    <a:pt x="0" y="387"/>
                    <a:pt x="109" y="494"/>
                    <a:pt x="245" y="494"/>
                  </a:cubicBezTo>
                  <a:cubicBezTo>
                    <a:pt x="388" y="494"/>
                    <a:pt x="496" y="387"/>
                    <a:pt x="496" y="243"/>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3"/>
            <p:cNvSpPr/>
            <p:nvPr/>
          </p:nvSpPr>
          <p:spPr>
            <a:xfrm>
              <a:off x="860125" y="3493900"/>
              <a:ext cx="12525" cy="12375"/>
            </a:xfrm>
            <a:custGeom>
              <a:avLst/>
              <a:gdLst/>
              <a:ahLst/>
              <a:cxnLst/>
              <a:rect l="l" t="t" r="r" b="b"/>
              <a:pathLst>
                <a:path w="501" h="495" extrusionOk="0">
                  <a:moveTo>
                    <a:pt x="251" y="0"/>
                  </a:moveTo>
                  <a:cubicBezTo>
                    <a:pt x="114" y="0"/>
                    <a:pt x="0" y="107"/>
                    <a:pt x="0" y="243"/>
                  </a:cubicBezTo>
                  <a:cubicBezTo>
                    <a:pt x="0" y="387"/>
                    <a:pt x="114" y="494"/>
                    <a:pt x="251" y="494"/>
                  </a:cubicBezTo>
                  <a:cubicBezTo>
                    <a:pt x="387" y="494"/>
                    <a:pt x="501" y="387"/>
                    <a:pt x="501" y="243"/>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3"/>
            <p:cNvSpPr/>
            <p:nvPr/>
          </p:nvSpPr>
          <p:spPr>
            <a:xfrm>
              <a:off x="951850" y="3493900"/>
              <a:ext cx="12600" cy="12375"/>
            </a:xfrm>
            <a:custGeom>
              <a:avLst/>
              <a:gdLst/>
              <a:ahLst/>
              <a:cxnLst/>
              <a:rect l="l" t="t" r="r" b="b"/>
              <a:pathLst>
                <a:path w="504" h="495" extrusionOk="0">
                  <a:moveTo>
                    <a:pt x="252" y="0"/>
                  </a:moveTo>
                  <a:cubicBezTo>
                    <a:pt x="116" y="0"/>
                    <a:pt x="1" y="107"/>
                    <a:pt x="1" y="243"/>
                  </a:cubicBezTo>
                  <a:cubicBezTo>
                    <a:pt x="1" y="387"/>
                    <a:pt x="116" y="494"/>
                    <a:pt x="252" y="494"/>
                  </a:cubicBezTo>
                  <a:cubicBezTo>
                    <a:pt x="388" y="494"/>
                    <a:pt x="503" y="387"/>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3"/>
            <p:cNvSpPr/>
            <p:nvPr/>
          </p:nvSpPr>
          <p:spPr>
            <a:xfrm>
              <a:off x="1043825" y="3493900"/>
              <a:ext cx="12375" cy="12375"/>
            </a:xfrm>
            <a:custGeom>
              <a:avLst/>
              <a:gdLst/>
              <a:ahLst/>
              <a:cxnLst/>
              <a:rect l="l" t="t" r="r" b="b"/>
              <a:pathLst>
                <a:path w="495" h="495" extrusionOk="0">
                  <a:moveTo>
                    <a:pt x="250" y="0"/>
                  </a:moveTo>
                  <a:cubicBezTo>
                    <a:pt x="107" y="0"/>
                    <a:pt x="0" y="107"/>
                    <a:pt x="0" y="243"/>
                  </a:cubicBezTo>
                  <a:cubicBezTo>
                    <a:pt x="0" y="387"/>
                    <a:pt x="107" y="494"/>
                    <a:pt x="250" y="494"/>
                  </a:cubicBezTo>
                  <a:cubicBezTo>
                    <a:pt x="388" y="494"/>
                    <a:pt x="494" y="387"/>
                    <a:pt x="494" y="243"/>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3"/>
            <p:cNvSpPr/>
            <p:nvPr/>
          </p:nvSpPr>
          <p:spPr>
            <a:xfrm>
              <a:off x="1135575" y="3493900"/>
              <a:ext cx="12575" cy="12375"/>
            </a:xfrm>
            <a:custGeom>
              <a:avLst/>
              <a:gdLst/>
              <a:ahLst/>
              <a:cxnLst/>
              <a:rect l="l" t="t" r="r" b="b"/>
              <a:pathLst>
                <a:path w="503" h="495" extrusionOk="0">
                  <a:moveTo>
                    <a:pt x="252" y="0"/>
                  </a:moveTo>
                  <a:cubicBezTo>
                    <a:pt x="116" y="0"/>
                    <a:pt x="0" y="107"/>
                    <a:pt x="0" y="243"/>
                  </a:cubicBezTo>
                  <a:cubicBezTo>
                    <a:pt x="0" y="387"/>
                    <a:pt x="116" y="494"/>
                    <a:pt x="252" y="494"/>
                  </a:cubicBezTo>
                  <a:cubicBezTo>
                    <a:pt x="387" y="494"/>
                    <a:pt x="503" y="387"/>
                    <a:pt x="503" y="243"/>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3"/>
            <p:cNvSpPr/>
            <p:nvPr/>
          </p:nvSpPr>
          <p:spPr>
            <a:xfrm>
              <a:off x="1227500" y="3493900"/>
              <a:ext cx="12400" cy="12375"/>
            </a:xfrm>
            <a:custGeom>
              <a:avLst/>
              <a:gdLst/>
              <a:ahLst/>
              <a:cxnLst/>
              <a:rect l="l" t="t" r="r" b="b"/>
              <a:pathLst>
                <a:path w="496" h="495" extrusionOk="0">
                  <a:moveTo>
                    <a:pt x="251" y="0"/>
                  </a:moveTo>
                  <a:cubicBezTo>
                    <a:pt x="109" y="0"/>
                    <a:pt x="0" y="107"/>
                    <a:pt x="0" y="243"/>
                  </a:cubicBezTo>
                  <a:cubicBezTo>
                    <a:pt x="0" y="387"/>
                    <a:pt x="109" y="494"/>
                    <a:pt x="251" y="494"/>
                  </a:cubicBezTo>
                  <a:cubicBezTo>
                    <a:pt x="387" y="494"/>
                    <a:pt x="496" y="387"/>
                    <a:pt x="496" y="243"/>
                  </a:cubicBezTo>
                  <a:cubicBezTo>
                    <a:pt x="496"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3"/>
            <p:cNvSpPr/>
            <p:nvPr/>
          </p:nvSpPr>
          <p:spPr>
            <a:xfrm>
              <a:off x="1319275" y="3493900"/>
              <a:ext cx="12550" cy="12375"/>
            </a:xfrm>
            <a:custGeom>
              <a:avLst/>
              <a:gdLst/>
              <a:ahLst/>
              <a:cxnLst/>
              <a:rect l="l" t="t" r="r" b="b"/>
              <a:pathLst>
                <a:path w="502" h="495" extrusionOk="0">
                  <a:moveTo>
                    <a:pt x="252" y="0"/>
                  </a:moveTo>
                  <a:cubicBezTo>
                    <a:pt x="114" y="0"/>
                    <a:pt x="1" y="107"/>
                    <a:pt x="1" y="243"/>
                  </a:cubicBezTo>
                  <a:cubicBezTo>
                    <a:pt x="1" y="387"/>
                    <a:pt x="114" y="494"/>
                    <a:pt x="252" y="494"/>
                  </a:cubicBezTo>
                  <a:cubicBezTo>
                    <a:pt x="388" y="494"/>
                    <a:pt x="501" y="387"/>
                    <a:pt x="501" y="243"/>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3"/>
            <p:cNvSpPr/>
            <p:nvPr/>
          </p:nvSpPr>
          <p:spPr>
            <a:xfrm>
              <a:off x="1411200" y="3493900"/>
              <a:ext cx="12425" cy="12375"/>
            </a:xfrm>
            <a:custGeom>
              <a:avLst/>
              <a:gdLst/>
              <a:ahLst/>
              <a:cxnLst/>
              <a:rect l="l" t="t" r="r" b="b"/>
              <a:pathLst>
                <a:path w="497" h="495" extrusionOk="0">
                  <a:moveTo>
                    <a:pt x="245" y="0"/>
                  </a:moveTo>
                  <a:cubicBezTo>
                    <a:pt x="109" y="0"/>
                    <a:pt x="1" y="107"/>
                    <a:pt x="1" y="243"/>
                  </a:cubicBezTo>
                  <a:cubicBezTo>
                    <a:pt x="1" y="387"/>
                    <a:pt x="109" y="494"/>
                    <a:pt x="245" y="494"/>
                  </a:cubicBezTo>
                  <a:cubicBezTo>
                    <a:pt x="388" y="494"/>
                    <a:pt x="496" y="387"/>
                    <a:pt x="496" y="243"/>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3"/>
            <p:cNvSpPr/>
            <p:nvPr/>
          </p:nvSpPr>
          <p:spPr>
            <a:xfrm>
              <a:off x="1503000" y="3493900"/>
              <a:ext cx="12525" cy="12375"/>
            </a:xfrm>
            <a:custGeom>
              <a:avLst/>
              <a:gdLst/>
              <a:ahLst/>
              <a:cxnLst/>
              <a:rect l="l" t="t" r="r" b="b"/>
              <a:pathLst>
                <a:path w="501" h="495" extrusionOk="0">
                  <a:moveTo>
                    <a:pt x="250" y="0"/>
                  </a:moveTo>
                  <a:cubicBezTo>
                    <a:pt x="114" y="0"/>
                    <a:pt x="0" y="107"/>
                    <a:pt x="0" y="243"/>
                  </a:cubicBezTo>
                  <a:cubicBezTo>
                    <a:pt x="0" y="387"/>
                    <a:pt x="114" y="494"/>
                    <a:pt x="250" y="494"/>
                  </a:cubicBezTo>
                  <a:cubicBezTo>
                    <a:pt x="387" y="494"/>
                    <a:pt x="501" y="387"/>
                    <a:pt x="501" y="243"/>
                  </a:cubicBezTo>
                  <a:cubicBezTo>
                    <a:pt x="501" y="107"/>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3"/>
            <p:cNvSpPr/>
            <p:nvPr/>
          </p:nvSpPr>
          <p:spPr>
            <a:xfrm>
              <a:off x="1594750" y="3493900"/>
              <a:ext cx="12575" cy="12375"/>
            </a:xfrm>
            <a:custGeom>
              <a:avLst/>
              <a:gdLst/>
              <a:ahLst/>
              <a:cxnLst/>
              <a:rect l="l" t="t" r="r" b="b"/>
              <a:pathLst>
                <a:path w="503" h="495" extrusionOk="0">
                  <a:moveTo>
                    <a:pt x="251" y="0"/>
                  </a:moveTo>
                  <a:cubicBezTo>
                    <a:pt x="115" y="0"/>
                    <a:pt x="0" y="107"/>
                    <a:pt x="0" y="243"/>
                  </a:cubicBezTo>
                  <a:cubicBezTo>
                    <a:pt x="0" y="387"/>
                    <a:pt x="115" y="494"/>
                    <a:pt x="251" y="494"/>
                  </a:cubicBezTo>
                  <a:cubicBezTo>
                    <a:pt x="394" y="494"/>
                    <a:pt x="503" y="387"/>
                    <a:pt x="503" y="243"/>
                  </a:cubicBezTo>
                  <a:cubicBezTo>
                    <a:pt x="503" y="107"/>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3"/>
            <p:cNvSpPr/>
            <p:nvPr/>
          </p:nvSpPr>
          <p:spPr>
            <a:xfrm>
              <a:off x="1686650" y="3493900"/>
              <a:ext cx="12600" cy="12375"/>
            </a:xfrm>
            <a:custGeom>
              <a:avLst/>
              <a:gdLst/>
              <a:ahLst/>
              <a:cxnLst/>
              <a:rect l="l" t="t" r="r" b="b"/>
              <a:pathLst>
                <a:path w="504" h="495" extrusionOk="0">
                  <a:moveTo>
                    <a:pt x="252" y="0"/>
                  </a:moveTo>
                  <a:cubicBezTo>
                    <a:pt x="116" y="0"/>
                    <a:pt x="1" y="107"/>
                    <a:pt x="1" y="243"/>
                  </a:cubicBezTo>
                  <a:cubicBezTo>
                    <a:pt x="1" y="387"/>
                    <a:pt x="116" y="494"/>
                    <a:pt x="252" y="494"/>
                  </a:cubicBezTo>
                  <a:cubicBezTo>
                    <a:pt x="388" y="494"/>
                    <a:pt x="503" y="387"/>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3"/>
            <p:cNvSpPr/>
            <p:nvPr/>
          </p:nvSpPr>
          <p:spPr>
            <a:xfrm>
              <a:off x="1778450" y="3493900"/>
              <a:ext cx="12550" cy="12375"/>
            </a:xfrm>
            <a:custGeom>
              <a:avLst/>
              <a:gdLst/>
              <a:ahLst/>
              <a:cxnLst/>
              <a:rect l="l" t="t" r="r" b="b"/>
              <a:pathLst>
                <a:path w="502" h="495" extrusionOk="0">
                  <a:moveTo>
                    <a:pt x="252" y="0"/>
                  </a:moveTo>
                  <a:cubicBezTo>
                    <a:pt x="114" y="0"/>
                    <a:pt x="1" y="107"/>
                    <a:pt x="1" y="243"/>
                  </a:cubicBezTo>
                  <a:cubicBezTo>
                    <a:pt x="1" y="387"/>
                    <a:pt x="114" y="494"/>
                    <a:pt x="252" y="494"/>
                  </a:cubicBezTo>
                  <a:cubicBezTo>
                    <a:pt x="388" y="494"/>
                    <a:pt x="501" y="387"/>
                    <a:pt x="501" y="243"/>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3"/>
            <p:cNvSpPr/>
            <p:nvPr/>
          </p:nvSpPr>
          <p:spPr>
            <a:xfrm>
              <a:off x="1870375" y="3493900"/>
              <a:ext cx="12400" cy="12375"/>
            </a:xfrm>
            <a:custGeom>
              <a:avLst/>
              <a:gdLst/>
              <a:ahLst/>
              <a:cxnLst/>
              <a:rect l="l" t="t" r="r" b="b"/>
              <a:pathLst>
                <a:path w="496" h="495" extrusionOk="0">
                  <a:moveTo>
                    <a:pt x="252" y="0"/>
                  </a:moveTo>
                  <a:cubicBezTo>
                    <a:pt x="109" y="0"/>
                    <a:pt x="0" y="107"/>
                    <a:pt x="0" y="243"/>
                  </a:cubicBezTo>
                  <a:cubicBezTo>
                    <a:pt x="0" y="387"/>
                    <a:pt x="109" y="494"/>
                    <a:pt x="252" y="494"/>
                  </a:cubicBezTo>
                  <a:cubicBezTo>
                    <a:pt x="387" y="494"/>
                    <a:pt x="496" y="387"/>
                    <a:pt x="496" y="243"/>
                  </a:cubicBezTo>
                  <a:cubicBezTo>
                    <a:pt x="496"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3"/>
            <p:cNvSpPr/>
            <p:nvPr/>
          </p:nvSpPr>
          <p:spPr>
            <a:xfrm>
              <a:off x="1962150" y="3493900"/>
              <a:ext cx="12550" cy="12375"/>
            </a:xfrm>
            <a:custGeom>
              <a:avLst/>
              <a:gdLst/>
              <a:ahLst/>
              <a:cxnLst/>
              <a:rect l="l" t="t" r="r" b="b"/>
              <a:pathLst>
                <a:path w="502" h="495" extrusionOk="0">
                  <a:moveTo>
                    <a:pt x="250" y="0"/>
                  </a:moveTo>
                  <a:cubicBezTo>
                    <a:pt x="114" y="0"/>
                    <a:pt x="1" y="107"/>
                    <a:pt x="1" y="243"/>
                  </a:cubicBezTo>
                  <a:cubicBezTo>
                    <a:pt x="1" y="387"/>
                    <a:pt x="114" y="494"/>
                    <a:pt x="250" y="494"/>
                  </a:cubicBezTo>
                  <a:cubicBezTo>
                    <a:pt x="388" y="494"/>
                    <a:pt x="502" y="387"/>
                    <a:pt x="502" y="243"/>
                  </a:cubicBezTo>
                  <a:cubicBezTo>
                    <a:pt x="502"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3"/>
            <p:cNvSpPr/>
            <p:nvPr/>
          </p:nvSpPr>
          <p:spPr>
            <a:xfrm>
              <a:off x="2054075" y="3493900"/>
              <a:ext cx="12425" cy="12375"/>
            </a:xfrm>
            <a:custGeom>
              <a:avLst/>
              <a:gdLst/>
              <a:ahLst/>
              <a:cxnLst/>
              <a:rect l="l" t="t" r="r" b="b"/>
              <a:pathLst>
                <a:path w="497" h="495" extrusionOk="0">
                  <a:moveTo>
                    <a:pt x="252" y="0"/>
                  </a:moveTo>
                  <a:cubicBezTo>
                    <a:pt x="109" y="0"/>
                    <a:pt x="1" y="107"/>
                    <a:pt x="1" y="243"/>
                  </a:cubicBezTo>
                  <a:cubicBezTo>
                    <a:pt x="1" y="387"/>
                    <a:pt x="109" y="494"/>
                    <a:pt x="252" y="494"/>
                  </a:cubicBezTo>
                  <a:cubicBezTo>
                    <a:pt x="388" y="494"/>
                    <a:pt x="496" y="387"/>
                    <a:pt x="496" y="243"/>
                  </a:cubicBezTo>
                  <a:cubicBezTo>
                    <a:pt x="496"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3"/>
            <p:cNvSpPr/>
            <p:nvPr/>
          </p:nvSpPr>
          <p:spPr>
            <a:xfrm>
              <a:off x="2145825" y="3493900"/>
              <a:ext cx="12600" cy="12375"/>
            </a:xfrm>
            <a:custGeom>
              <a:avLst/>
              <a:gdLst/>
              <a:ahLst/>
              <a:cxnLst/>
              <a:rect l="l" t="t" r="r" b="b"/>
              <a:pathLst>
                <a:path w="504" h="495" extrusionOk="0">
                  <a:moveTo>
                    <a:pt x="252" y="0"/>
                  </a:moveTo>
                  <a:cubicBezTo>
                    <a:pt x="116" y="0"/>
                    <a:pt x="1" y="107"/>
                    <a:pt x="1" y="243"/>
                  </a:cubicBezTo>
                  <a:cubicBezTo>
                    <a:pt x="1" y="387"/>
                    <a:pt x="116" y="494"/>
                    <a:pt x="252" y="494"/>
                  </a:cubicBezTo>
                  <a:cubicBezTo>
                    <a:pt x="388" y="494"/>
                    <a:pt x="503" y="387"/>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3"/>
            <p:cNvSpPr/>
            <p:nvPr/>
          </p:nvSpPr>
          <p:spPr>
            <a:xfrm>
              <a:off x="2237800" y="3493900"/>
              <a:ext cx="12350" cy="12375"/>
            </a:xfrm>
            <a:custGeom>
              <a:avLst/>
              <a:gdLst/>
              <a:ahLst/>
              <a:cxnLst/>
              <a:rect l="l" t="t" r="r" b="b"/>
              <a:pathLst>
                <a:path w="494" h="495" extrusionOk="0">
                  <a:moveTo>
                    <a:pt x="244" y="0"/>
                  </a:moveTo>
                  <a:cubicBezTo>
                    <a:pt x="107" y="0"/>
                    <a:pt x="0" y="107"/>
                    <a:pt x="0" y="243"/>
                  </a:cubicBezTo>
                  <a:cubicBezTo>
                    <a:pt x="0" y="387"/>
                    <a:pt x="107" y="494"/>
                    <a:pt x="244" y="494"/>
                  </a:cubicBezTo>
                  <a:cubicBezTo>
                    <a:pt x="387" y="494"/>
                    <a:pt x="494" y="387"/>
                    <a:pt x="494" y="243"/>
                  </a:cubicBezTo>
                  <a:cubicBezTo>
                    <a:pt x="494" y="107"/>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3"/>
            <p:cNvSpPr/>
            <p:nvPr/>
          </p:nvSpPr>
          <p:spPr>
            <a:xfrm>
              <a:off x="2329550" y="3493900"/>
              <a:ext cx="12575" cy="12375"/>
            </a:xfrm>
            <a:custGeom>
              <a:avLst/>
              <a:gdLst/>
              <a:ahLst/>
              <a:cxnLst/>
              <a:rect l="l" t="t" r="r" b="b"/>
              <a:pathLst>
                <a:path w="503" h="495" extrusionOk="0">
                  <a:moveTo>
                    <a:pt x="251" y="0"/>
                  </a:moveTo>
                  <a:cubicBezTo>
                    <a:pt x="115" y="0"/>
                    <a:pt x="0" y="107"/>
                    <a:pt x="0" y="243"/>
                  </a:cubicBezTo>
                  <a:cubicBezTo>
                    <a:pt x="0" y="387"/>
                    <a:pt x="115" y="494"/>
                    <a:pt x="251" y="494"/>
                  </a:cubicBezTo>
                  <a:cubicBezTo>
                    <a:pt x="387" y="494"/>
                    <a:pt x="502" y="387"/>
                    <a:pt x="502" y="243"/>
                  </a:cubicBezTo>
                  <a:cubicBezTo>
                    <a:pt x="502"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3"/>
            <p:cNvSpPr/>
            <p:nvPr/>
          </p:nvSpPr>
          <p:spPr>
            <a:xfrm>
              <a:off x="2421325" y="3493900"/>
              <a:ext cx="12550" cy="12375"/>
            </a:xfrm>
            <a:custGeom>
              <a:avLst/>
              <a:gdLst/>
              <a:ahLst/>
              <a:cxnLst/>
              <a:rect l="l" t="t" r="r" b="b"/>
              <a:pathLst>
                <a:path w="502" h="495" extrusionOk="0">
                  <a:moveTo>
                    <a:pt x="250" y="0"/>
                  </a:moveTo>
                  <a:cubicBezTo>
                    <a:pt x="114" y="0"/>
                    <a:pt x="1" y="107"/>
                    <a:pt x="1" y="243"/>
                  </a:cubicBezTo>
                  <a:cubicBezTo>
                    <a:pt x="1" y="387"/>
                    <a:pt x="114" y="494"/>
                    <a:pt x="250" y="494"/>
                  </a:cubicBezTo>
                  <a:cubicBezTo>
                    <a:pt x="395" y="494"/>
                    <a:pt x="501" y="387"/>
                    <a:pt x="501" y="243"/>
                  </a:cubicBezTo>
                  <a:cubicBezTo>
                    <a:pt x="501" y="107"/>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3"/>
            <p:cNvSpPr/>
            <p:nvPr/>
          </p:nvSpPr>
          <p:spPr>
            <a:xfrm>
              <a:off x="2513250" y="3493900"/>
              <a:ext cx="12575" cy="12375"/>
            </a:xfrm>
            <a:custGeom>
              <a:avLst/>
              <a:gdLst/>
              <a:ahLst/>
              <a:cxnLst/>
              <a:rect l="l" t="t" r="r" b="b"/>
              <a:pathLst>
                <a:path w="503" h="495" extrusionOk="0">
                  <a:moveTo>
                    <a:pt x="252" y="0"/>
                  </a:moveTo>
                  <a:cubicBezTo>
                    <a:pt x="109" y="0"/>
                    <a:pt x="0" y="107"/>
                    <a:pt x="0" y="243"/>
                  </a:cubicBezTo>
                  <a:cubicBezTo>
                    <a:pt x="0" y="387"/>
                    <a:pt x="109" y="494"/>
                    <a:pt x="252" y="494"/>
                  </a:cubicBezTo>
                  <a:cubicBezTo>
                    <a:pt x="388" y="494"/>
                    <a:pt x="503" y="387"/>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3"/>
            <p:cNvSpPr/>
            <p:nvPr/>
          </p:nvSpPr>
          <p:spPr>
            <a:xfrm>
              <a:off x="2605000" y="3493900"/>
              <a:ext cx="12575" cy="12375"/>
            </a:xfrm>
            <a:custGeom>
              <a:avLst/>
              <a:gdLst/>
              <a:ahLst/>
              <a:cxnLst/>
              <a:rect l="l" t="t" r="r" b="b"/>
              <a:pathLst>
                <a:path w="503" h="495" extrusionOk="0">
                  <a:moveTo>
                    <a:pt x="252" y="0"/>
                  </a:moveTo>
                  <a:cubicBezTo>
                    <a:pt x="116" y="0"/>
                    <a:pt x="0" y="107"/>
                    <a:pt x="0" y="243"/>
                  </a:cubicBezTo>
                  <a:cubicBezTo>
                    <a:pt x="0" y="387"/>
                    <a:pt x="116" y="494"/>
                    <a:pt x="252" y="494"/>
                  </a:cubicBezTo>
                  <a:cubicBezTo>
                    <a:pt x="387" y="494"/>
                    <a:pt x="503" y="387"/>
                    <a:pt x="503" y="243"/>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3"/>
            <p:cNvSpPr/>
            <p:nvPr/>
          </p:nvSpPr>
          <p:spPr>
            <a:xfrm>
              <a:off x="2696950" y="3493900"/>
              <a:ext cx="12375" cy="12375"/>
            </a:xfrm>
            <a:custGeom>
              <a:avLst/>
              <a:gdLst/>
              <a:ahLst/>
              <a:cxnLst/>
              <a:rect l="l" t="t" r="r" b="b"/>
              <a:pathLst>
                <a:path w="495" h="495" extrusionOk="0">
                  <a:moveTo>
                    <a:pt x="252" y="0"/>
                  </a:moveTo>
                  <a:cubicBezTo>
                    <a:pt x="108" y="0"/>
                    <a:pt x="1" y="107"/>
                    <a:pt x="1" y="243"/>
                  </a:cubicBezTo>
                  <a:cubicBezTo>
                    <a:pt x="1" y="387"/>
                    <a:pt x="108" y="494"/>
                    <a:pt x="252" y="494"/>
                  </a:cubicBezTo>
                  <a:cubicBezTo>
                    <a:pt x="388" y="494"/>
                    <a:pt x="495" y="387"/>
                    <a:pt x="495" y="243"/>
                  </a:cubicBezTo>
                  <a:cubicBezTo>
                    <a:pt x="495"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3"/>
            <p:cNvSpPr/>
            <p:nvPr/>
          </p:nvSpPr>
          <p:spPr>
            <a:xfrm>
              <a:off x="2788700" y="3493900"/>
              <a:ext cx="12600" cy="12375"/>
            </a:xfrm>
            <a:custGeom>
              <a:avLst/>
              <a:gdLst/>
              <a:ahLst/>
              <a:cxnLst/>
              <a:rect l="l" t="t" r="r" b="b"/>
              <a:pathLst>
                <a:path w="504" h="495" extrusionOk="0">
                  <a:moveTo>
                    <a:pt x="252" y="0"/>
                  </a:moveTo>
                  <a:cubicBezTo>
                    <a:pt x="116" y="0"/>
                    <a:pt x="1" y="107"/>
                    <a:pt x="1" y="243"/>
                  </a:cubicBezTo>
                  <a:cubicBezTo>
                    <a:pt x="1" y="387"/>
                    <a:pt x="116" y="494"/>
                    <a:pt x="252" y="494"/>
                  </a:cubicBezTo>
                  <a:cubicBezTo>
                    <a:pt x="388" y="494"/>
                    <a:pt x="503" y="387"/>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3"/>
            <p:cNvSpPr/>
            <p:nvPr/>
          </p:nvSpPr>
          <p:spPr>
            <a:xfrm>
              <a:off x="2880675" y="3493900"/>
              <a:ext cx="12375" cy="12375"/>
            </a:xfrm>
            <a:custGeom>
              <a:avLst/>
              <a:gdLst/>
              <a:ahLst/>
              <a:cxnLst/>
              <a:rect l="l" t="t" r="r" b="b"/>
              <a:pathLst>
                <a:path w="495" h="495" extrusionOk="0">
                  <a:moveTo>
                    <a:pt x="243" y="0"/>
                  </a:moveTo>
                  <a:cubicBezTo>
                    <a:pt x="107" y="0"/>
                    <a:pt x="0" y="107"/>
                    <a:pt x="0" y="243"/>
                  </a:cubicBezTo>
                  <a:cubicBezTo>
                    <a:pt x="0" y="387"/>
                    <a:pt x="107" y="494"/>
                    <a:pt x="243" y="494"/>
                  </a:cubicBezTo>
                  <a:cubicBezTo>
                    <a:pt x="387" y="494"/>
                    <a:pt x="494" y="387"/>
                    <a:pt x="494" y="243"/>
                  </a:cubicBezTo>
                  <a:cubicBezTo>
                    <a:pt x="494" y="107"/>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3"/>
            <p:cNvSpPr/>
            <p:nvPr/>
          </p:nvSpPr>
          <p:spPr>
            <a:xfrm>
              <a:off x="2972425" y="3493900"/>
              <a:ext cx="12575" cy="12375"/>
            </a:xfrm>
            <a:custGeom>
              <a:avLst/>
              <a:gdLst/>
              <a:ahLst/>
              <a:cxnLst/>
              <a:rect l="l" t="t" r="r" b="b"/>
              <a:pathLst>
                <a:path w="503" h="495" extrusionOk="0">
                  <a:moveTo>
                    <a:pt x="251" y="0"/>
                  </a:moveTo>
                  <a:cubicBezTo>
                    <a:pt x="115" y="0"/>
                    <a:pt x="0" y="107"/>
                    <a:pt x="0" y="243"/>
                  </a:cubicBezTo>
                  <a:cubicBezTo>
                    <a:pt x="0" y="387"/>
                    <a:pt x="115" y="494"/>
                    <a:pt x="251" y="494"/>
                  </a:cubicBezTo>
                  <a:cubicBezTo>
                    <a:pt x="387" y="494"/>
                    <a:pt x="503" y="387"/>
                    <a:pt x="503" y="243"/>
                  </a:cubicBezTo>
                  <a:cubicBezTo>
                    <a:pt x="503"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3"/>
            <p:cNvSpPr/>
            <p:nvPr/>
          </p:nvSpPr>
          <p:spPr>
            <a:xfrm>
              <a:off x="3064375" y="3493900"/>
              <a:ext cx="12375" cy="12375"/>
            </a:xfrm>
            <a:custGeom>
              <a:avLst/>
              <a:gdLst/>
              <a:ahLst/>
              <a:cxnLst/>
              <a:rect l="l" t="t" r="r" b="b"/>
              <a:pathLst>
                <a:path w="495" h="495" extrusionOk="0">
                  <a:moveTo>
                    <a:pt x="243" y="0"/>
                  </a:moveTo>
                  <a:cubicBezTo>
                    <a:pt x="107" y="0"/>
                    <a:pt x="1" y="107"/>
                    <a:pt x="1" y="243"/>
                  </a:cubicBezTo>
                  <a:cubicBezTo>
                    <a:pt x="1" y="387"/>
                    <a:pt x="107" y="494"/>
                    <a:pt x="243" y="494"/>
                  </a:cubicBezTo>
                  <a:cubicBezTo>
                    <a:pt x="388" y="494"/>
                    <a:pt x="495" y="387"/>
                    <a:pt x="495" y="243"/>
                  </a:cubicBezTo>
                  <a:cubicBezTo>
                    <a:pt x="495" y="107"/>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3"/>
            <p:cNvSpPr/>
            <p:nvPr/>
          </p:nvSpPr>
          <p:spPr>
            <a:xfrm>
              <a:off x="3156125" y="3493900"/>
              <a:ext cx="12600" cy="12375"/>
            </a:xfrm>
            <a:custGeom>
              <a:avLst/>
              <a:gdLst/>
              <a:ahLst/>
              <a:cxnLst/>
              <a:rect l="l" t="t" r="r" b="b"/>
              <a:pathLst>
                <a:path w="504" h="495" extrusionOk="0">
                  <a:moveTo>
                    <a:pt x="252" y="0"/>
                  </a:moveTo>
                  <a:cubicBezTo>
                    <a:pt x="116" y="0"/>
                    <a:pt x="1" y="107"/>
                    <a:pt x="1" y="243"/>
                  </a:cubicBezTo>
                  <a:cubicBezTo>
                    <a:pt x="1" y="387"/>
                    <a:pt x="116" y="494"/>
                    <a:pt x="252" y="494"/>
                  </a:cubicBezTo>
                  <a:cubicBezTo>
                    <a:pt x="388" y="494"/>
                    <a:pt x="503" y="387"/>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3"/>
            <p:cNvSpPr/>
            <p:nvPr/>
          </p:nvSpPr>
          <p:spPr>
            <a:xfrm>
              <a:off x="3247875" y="3493900"/>
              <a:ext cx="12575" cy="12375"/>
            </a:xfrm>
            <a:custGeom>
              <a:avLst/>
              <a:gdLst/>
              <a:ahLst/>
              <a:cxnLst/>
              <a:rect l="l" t="t" r="r" b="b"/>
              <a:pathLst>
                <a:path w="503" h="495" extrusionOk="0">
                  <a:moveTo>
                    <a:pt x="252" y="0"/>
                  </a:moveTo>
                  <a:cubicBezTo>
                    <a:pt x="116" y="0"/>
                    <a:pt x="1" y="107"/>
                    <a:pt x="1" y="243"/>
                  </a:cubicBezTo>
                  <a:cubicBezTo>
                    <a:pt x="1" y="387"/>
                    <a:pt x="116" y="494"/>
                    <a:pt x="252" y="494"/>
                  </a:cubicBezTo>
                  <a:cubicBezTo>
                    <a:pt x="388" y="494"/>
                    <a:pt x="503" y="387"/>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3"/>
            <p:cNvSpPr/>
            <p:nvPr/>
          </p:nvSpPr>
          <p:spPr>
            <a:xfrm>
              <a:off x="3339850" y="3493900"/>
              <a:ext cx="12525" cy="12375"/>
            </a:xfrm>
            <a:custGeom>
              <a:avLst/>
              <a:gdLst/>
              <a:ahLst/>
              <a:cxnLst/>
              <a:rect l="l" t="t" r="r" b="b"/>
              <a:pathLst>
                <a:path w="501" h="495" extrusionOk="0">
                  <a:moveTo>
                    <a:pt x="251" y="0"/>
                  </a:moveTo>
                  <a:cubicBezTo>
                    <a:pt x="107" y="0"/>
                    <a:pt x="0" y="107"/>
                    <a:pt x="0" y="243"/>
                  </a:cubicBezTo>
                  <a:cubicBezTo>
                    <a:pt x="0" y="387"/>
                    <a:pt x="107" y="494"/>
                    <a:pt x="251" y="494"/>
                  </a:cubicBezTo>
                  <a:cubicBezTo>
                    <a:pt x="387" y="494"/>
                    <a:pt x="501" y="387"/>
                    <a:pt x="501" y="243"/>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3"/>
            <p:cNvSpPr/>
            <p:nvPr/>
          </p:nvSpPr>
          <p:spPr>
            <a:xfrm>
              <a:off x="3431575" y="3493900"/>
              <a:ext cx="12600" cy="12375"/>
            </a:xfrm>
            <a:custGeom>
              <a:avLst/>
              <a:gdLst/>
              <a:ahLst/>
              <a:cxnLst/>
              <a:rect l="l" t="t" r="r" b="b"/>
              <a:pathLst>
                <a:path w="504" h="495" extrusionOk="0">
                  <a:moveTo>
                    <a:pt x="252" y="0"/>
                  </a:moveTo>
                  <a:cubicBezTo>
                    <a:pt x="116" y="0"/>
                    <a:pt x="1" y="107"/>
                    <a:pt x="1" y="243"/>
                  </a:cubicBezTo>
                  <a:cubicBezTo>
                    <a:pt x="1" y="387"/>
                    <a:pt x="116" y="494"/>
                    <a:pt x="252" y="494"/>
                  </a:cubicBezTo>
                  <a:cubicBezTo>
                    <a:pt x="388" y="494"/>
                    <a:pt x="503" y="387"/>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3"/>
            <p:cNvSpPr/>
            <p:nvPr/>
          </p:nvSpPr>
          <p:spPr>
            <a:xfrm>
              <a:off x="3523550" y="3493900"/>
              <a:ext cx="12375" cy="12375"/>
            </a:xfrm>
            <a:custGeom>
              <a:avLst/>
              <a:gdLst/>
              <a:ahLst/>
              <a:cxnLst/>
              <a:rect l="l" t="t" r="r" b="b"/>
              <a:pathLst>
                <a:path w="495" h="495" extrusionOk="0">
                  <a:moveTo>
                    <a:pt x="250" y="0"/>
                  </a:moveTo>
                  <a:cubicBezTo>
                    <a:pt x="107" y="0"/>
                    <a:pt x="0" y="107"/>
                    <a:pt x="0" y="243"/>
                  </a:cubicBezTo>
                  <a:cubicBezTo>
                    <a:pt x="0" y="387"/>
                    <a:pt x="107" y="494"/>
                    <a:pt x="250" y="494"/>
                  </a:cubicBezTo>
                  <a:cubicBezTo>
                    <a:pt x="388" y="494"/>
                    <a:pt x="494" y="387"/>
                    <a:pt x="494" y="243"/>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3"/>
            <p:cNvSpPr/>
            <p:nvPr/>
          </p:nvSpPr>
          <p:spPr>
            <a:xfrm>
              <a:off x="676400" y="358565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3"/>
            <p:cNvSpPr/>
            <p:nvPr/>
          </p:nvSpPr>
          <p:spPr>
            <a:xfrm>
              <a:off x="768325" y="3585650"/>
              <a:ext cx="12400" cy="12575"/>
            </a:xfrm>
            <a:custGeom>
              <a:avLst/>
              <a:gdLst/>
              <a:ahLst/>
              <a:cxnLst/>
              <a:rect l="l" t="t" r="r" b="b"/>
              <a:pathLst>
                <a:path w="496" h="503" extrusionOk="0">
                  <a:moveTo>
                    <a:pt x="245" y="0"/>
                  </a:moveTo>
                  <a:cubicBezTo>
                    <a:pt x="109" y="0"/>
                    <a:pt x="0" y="115"/>
                    <a:pt x="0" y="251"/>
                  </a:cubicBezTo>
                  <a:cubicBezTo>
                    <a:pt x="0" y="387"/>
                    <a:pt x="109" y="503"/>
                    <a:pt x="245" y="503"/>
                  </a:cubicBezTo>
                  <a:cubicBezTo>
                    <a:pt x="388" y="503"/>
                    <a:pt x="496" y="387"/>
                    <a:pt x="496" y="251"/>
                  </a:cubicBezTo>
                  <a:cubicBezTo>
                    <a:pt x="496" y="115"/>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3"/>
            <p:cNvSpPr/>
            <p:nvPr/>
          </p:nvSpPr>
          <p:spPr>
            <a:xfrm>
              <a:off x="860125" y="3585650"/>
              <a:ext cx="12525" cy="12575"/>
            </a:xfrm>
            <a:custGeom>
              <a:avLst/>
              <a:gdLst/>
              <a:ahLst/>
              <a:cxnLst/>
              <a:rect l="l" t="t" r="r" b="b"/>
              <a:pathLst>
                <a:path w="501" h="503" extrusionOk="0">
                  <a:moveTo>
                    <a:pt x="251" y="0"/>
                  </a:moveTo>
                  <a:cubicBezTo>
                    <a:pt x="114" y="0"/>
                    <a:pt x="0" y="115"/>
                    <a:pt x="0" y="251"/>
                  </a:cubicBezTo>
                  <a:cubicBezTo>
                    <a:pt x="0" y="387"/>
                    <a:pt x="114" y="503"/>
                    <a:pt x="251" y="503"/>
                  </a:cubicBezTo>
                  <a:cubicBezTo>
                    <a:pt x="387" y="503"/>
                    <a:pt x="501" y="387"/>
                    <a:pt x="501" y="251"/>
                  </a:cubicBezTo>
                  <a:cubicBezTo>
                    <a:pt x="501"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3"/>
            <p:cNvSpPr/>
            <p:nvPr/>
          </p:nvSpPr>
          <p:spPr>
            <a:xfrm>
              <a:off x="951850" y="358565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3"/>
            <p:cNvSpPr/>
            <p:nvPr/>
          </p:nvSpPr>
          <p:spPr>
            <a:xfrm>
              <a:off x="1043825" y="3585650"/>
              <a:ext cx="12375" cy="12575"/>
            </a:xfrm>
            <a:custGeom>
              <a:avLst/>
              <a:gdLst/>
              <a:ahLst/>
              <a:cxnLst/>
              <a:rect l="l" t="t" r="r" b="b"/>
              <a:pathLst>
                <a:path w="495" h="503" extrusionOk="0">
                  <a:moveTo>
                    <a:pt x="250" y="0"/>
                  </a:moveTo>
                  <a:cubicBezTo>
                    <a:pt x="107" y="0"/>
                    <a:pt x="0" y="115"/>
                    <a:pt x="0" y="251"/>
                  </a:cubicBezTo>
                  <a:cubicBezTo>
                    <a:pt x="0" y="387"/>
                    <a:pt x="107" y="503"/>
                    <a:pt x="250" y="503"/>
                  </a:cubicBezTo>
                  <a:cubicBezTo>
                    <a:pt x="388" y="503"/>
                    <a:pt x="494" y="387"/>
                    <a:pt x="494" y="251"/>
                  </a:cubicBezTo>
                  <a:cubicBezTo>
                    <a:pt x="494" y="115"/>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3"/>
            <p:cNvSpPr/>
            <p:nvPr/>
          </p:nvSpPr>
          <p:spPr>
            <a:xfrm>
              <a:off x="1135575" y="3585650"/>
              <a:ext cx="12575" cy="12575"/>
            </a:xfrm>
            <a:custGeom>
              <a:avLst/>
              <a:gdLst/>
              <a:ahLst/>
              <a:cxnLst/>
              <a:rect l="l" t="t" r="r" b="b"/>
              <a:pathLst>
                <a:path w="503" h="503" extrusionOk="0">
                  <a:moveTo>
                    <a:pt x="252" y="0"/>
                  </a:moveTo>
                  <a:cubicBezTo>
                    <a:pt x="116" y="0"/>
                    <a:pt x="0" y="115"/>
                    <a:pt x="0" y="251"/>
                  </a:cubicBezTo>
                  <a:cubicBezTo>
                    <a:pt x="0" y="387"/>
                    <a:pt x="116" y="503"/>
                    <a:pt x="252" y="503"/>
                  </a:cubicBezTo>
                  <a:cubicBezTo>
                    <a:pt x="387" y="503"/>
                    <a:pt x="503" y="387"/>
                    <a:pt x="503" y="251"/>
                  </a:cubicBezTo>
                  <a:cubicBezTo>
                    <a:pt x="503" y="115"/>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3"/>
            <p:cNvSpPr/>
            <p:nvPr/>
          </p:nvSpPr>
          <p:spPr>
            <a:xfrm>
              <a:off x="1227500" y="3585650"/>
              <a:ext cx="12400" cy="12575"/>
            </a:xfrm>
            <a:custGeom>
              <a:avLst/>
              <a:gdLst/>
              <a:ahLst/>
              <a:cxnLst/>
              <a:rect l="l" t="t" r="r" b="b"/>
              <a:pathLst>
                <a:path w="496" h="503" extrusionOk="0">
                  <a:moveTo>
                    <a:pt x="251" y="0"/>
                  </a:moveTo>
                  <a:cubicBezTo>
                    <a:pt x="109" y="0"/>
                    <a:pt x="0" y="115"/>
                    <a:pt x="0" y="251"/>
                  </a:cubicBezTo>
                  <a:cubicBezTo>
                    <a:pt x="0" y="387"/>
                    <a:pt x="109" y="503"/>
                    <a:pt x="251" y="503"/>
                  </a:cubicBezTo>
                  <a:cubicBezTo>
                    <a:pt x="387" y="503"/>
                    <a:pt x="496" y="387"/>
                    <a:pt x="496" y="251"/>
                  </a:cubicBezTo>
                  <a:cubicBezTo>
                    <a:pt x="496"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3"/>
            <p:cNvSpPr/>
            <p:nvPr/>
          </p:nvSpPr>
          <p:spPr>
            <a:xfrm>
              <a:off x="1319275" y="3585650"/>
              <a:ext cx="12550" cy="12575"/>
            </a:xfrm>
            <a:custGeom>
              <a:avLst/>
              <a:gdLst/>
              <a:ahLst/>
              <a:cxnLst/>
              <a:rect l="l" t="t" r="r" b="b"/>
              <a:pathLst>
                <a:path w="502" h="503" extrusionOk="0">
                  <a:moveTo>
                    <a:pt x="252" y="0"/>
                  </a:moveTo>
                  <a:cubicBezTo>
                    <a:pt x="114" y="0"/>
                    <a:pt x="1" y="115"/>
                    <a:pt x="1" y="251"/>
                  </a:cubicBezTo>
                  <a:cubicBezTo>
                    <a:pt x="1" y="387"/>
                    <a:pt x="114" y="503"/>
                    <a:pt x="252" y="503"/>
                  </a:cubicBezTo>
                  <a:cubicBezTo>
                    <a:pt x="388" y="503"/>
                    <a:pt x="501" y="387"/>
                    <a:pt x="501" y="251"/>
                  </a:cubicBezTo>
                  <a:cubicBezTo>
                    <a:pt x="501"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3"/>
            <p:cNvSpPr/>
            <p:nvPr/>
          </p:nvSpPr>
          <p:spPr>
            <a:xfrm>
              <a:off x="1411200" y="3585650"/>
              <a:ext cx="12425" cy="12575"/>
            </a:xfrm>
            <a:custGeom>
              <a:avLst/>
              <a:gdLst/>
              <a:ahLst/>
              <a:cxnLst/>
              <a:rect l="l" t="t" r="r" b="b"/>
              <a:pathLst>
                <a:path w="497" h="503" extrusionOk="0">
                  <a:moveTo>
                    <a:pt x="245" y="0"/>
                  </a:moveTo>
                  <a:cubicBezTo>
                    <a:pt x="109" y="0"/>
                    <a:pt x="1" y="115"/>
                    <a:pt x="1" y="251"/>
                  </a:cubicBezTo>
                  <a:cubicBezTo>
                    <a:pt x="1" y="387"/>
                    <a:pt x="109" y="503"/>
                    <a:pt x="245" y="503"/>
                  </a:cubicBezTo>
                  <a:cubicBezTo>
                    <a:pt x="388" y="503"/>
                    <a:pt x="496" y="387"/>
                    <a:pt x="496" y="251"/>
                  </a:cubicBezTo>
                  <a:cubicBezTo>
                    <a:pt x="496" y="115"/>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3"/>
            <p:cNvSpPr/>
            <p:nvPr/>
          </p:nvSpPr>
          <p:spPr>
            <a:xfrm>
              <a:off x="1503000" y="3585650"/>
              <a:ext cx="12525" cy="12575"/>
            </a:xfrm>
            <a:custGeom>
              <a:avLst/>
              <a:gdLst/>
              <a:ahLst/>
              <a:cxnLst/>
              <a:rect l="l" t="t" r="r" b="b"/>
              <a:pathLst>
                <a:path w="501" h="503" extrusionOk="0">
                  <a:moveTo>
                    <a:pt x="250" y="0"/>
                  </a:moveTo>
                  <a:cubicBezTo>
                    <a:pt x="114" y="0"/>
                    <a:pt x="0" y="115"/>
                    <a:pt x="0" y="251"/>
                  </a:cubicBezTo>
                  <a:cubicBezTo>
                    <a:pt x="0" y="387"/>
                    <a:pt x="114" y="503"/>
                    <a:pt x="250" y="503"/>
                  </a:cubicBezTo>
                  <a:cubicBezTo>
                    <a:pt x="387" y="503"/>
                    <a:pt x="501" y="387"/>
                    <a:pt x="501" y="251"/>
                  </a:cubicBezTo>
                  <a:cubicBezTo>
                    <a:pt x="501" y="115"/>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3"/>
            <p:cNvSpPr/>
            <p:nvPr/>
          </p:nvSpPr>
          <p:spPr>
            <a:xfrm>
              <a:off x="1594750" y="3585650"/>
              <a:ext cx="12575" cy="12575"/>
            </a:xfrm>
            <a:custGeom>
              <a:avLst/>
              <a:gdLst/>
              <a:ahLst/>
              <a:cxnLst/>
              <a:rect l="l" t="t" r="r" b="b"/>
              <a:pathLst>
                <a:path w="503" h="503" extrusionOk="0">
                  <a:moveTo>
                    <a:pt x="251" y="0"/>
                  </a:moveTo>
                  <a:cubicBezTo>
                    <a:pt x="115" y="0"/>
                    <a:pt x="0" y="115"/>
                    <a:pt x="0" y="251"/>
                  </a:cubicBezTo>
                  <a:cubicBezTo>
                    <a:pt x="0" y="387"/>
                    <a:pt x="115" y="503"/>
                    <a:pt x="251" y="503"/>
                  </a:cubicBezTo>
                  <a:cubicBezTo>
                    <a:pt x="394" y="503"/>
                    <a:pt x="503" y="387"/>
                    <a:pt x="503" y="251"/>
                  </a:cubicBezTo>
                  <a:cubicBezTo>
                    <a:pt x="503" y="115"/>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3"/>
            <p:cNvSpPr/>
            <p:nvPr/>
          </p:nvSpPr>
          <p:spPr>
            <a:xfrm>
              <a:off x="1686650" y="358565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3"/>
            <p:cNvSpPr/>
            <p:nvPr/>
          </p:nvSpPr>
          <p:spPr>
            <a:xfrm>
              <a:off x="1778450" y="3585650"/>
              <a:ext cx="12550" cy="12575"/>
            </a:xfrm>
            <a:custGeom>
              <a:avLst/>
              <a:gdLst/>
              <a:ahLst/>
              <a:cxnLst/>
              <a:rect l="l" t="t" r="r" b="b"/>
              <a:pathLst>
                <a:path w="502" h="503" extrusionOk="0">
                  <a:moveTo>
                    <a:pt x="252" y="0"/>
                  </a:moveTo>
                  <a:cubicBezTo>
                    <a:pt x="114" y="0"/>
                    <a:pt x="1" y="115"/>
                    <a:pt x="1" y="251"/>
                  </a:cubicBezTo>
                  <a:cubicBezTo>
                    <a:pt x="1" y="387"/>
                    <a:pt x="114" y="503"/>
                    <a:pt x="252" y="503"/>
                  </a:cubicBezTo>
                  <a:cubicBezTo>
                    <a:pt x="388" y="503"/>
                    <a:pt x="501" y="387"/>
                    <a:pt x="501" y="251"/>
                  </a:cubicBezTo>
                  <a:cubicBezTo>
                    <a:pt x="501"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3"/>
            <p:cNvSpPr/>
            <p:nvPr/>
          </p:nvSpPr>
          <p:spPr>
            <a:xfrm>
              <a:off x="1870375" y="3585650"/>
              <a:ext cx="12400" cy="12575"/>
            </a:xfrm>
            <a:custGeom>
              <a:avLst/>
              <a:gdLst/>
              <a:ahLst/>
              <a:cxnLst/>
              <a:rect l="l" t="t" r="r" b="b"/>
              <a:pathLst>
                <a:path w="496" h="503" extrusionOk="0">
                  <a:moveTo>
                    <a:pt x="252" y="0"/>
                  </a:moveTo>
                  <a:cubicBezTo>
                    <a:pt x="109" y="0"/>
                    <a:pt x="0" y="115"/>
                    <a:pt x="0" y="251"/>
                  </a:cubicBezTo>
                  <a:cubicBezTo>
                    <a:pt x="0" y="387"/>
                    <a:pt x="109" y="503"/>
                    <a:pt x="252" y="503"/>
                  </a:cubicBezTo>
                  <a:cubicBezTo>
                    <a:pt x="387" y="503"/>
                    <a:pt x="496" y="387"/>
                    <a:pt x="496" y="251"/>
                  </a:cubicBezTo>
                  <a:cubicBezTo>
                    <a:pt x="496" y="115"/>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3"/>
            <p:cNvSpPr/>
            <p:nvPr/>
          </p:nvSpPr>
          <p:spPr>
            <a:xfrm>
              <a:off x="1962150" y="3585650"/>
              <a:ext cx="12550" cy="12575"/>
            </a:xfrm>
            <a:custGeom>
              <a:avLst/>
              <a:gdLst/>
              <a:ahLst/>
              <a:cxnLst/>
              <a:rect l="l" t="t" r="r" b="b"/>
              <a:pathLst>
                <a:path w="502" h="503" extrusionOk="0">
                  <a:moveTo>
                    <a:pt x="250" y="0"/>
                  </a:moveTo>
                  <a:cubicBezTo>
                    <a:pt x="114" y="0"/>
                    <a:pt x="1" y="115"/>
                    <a:pt x="1" y="251"/>
                  </a:cubicBezTo>
                  <a:cubicBezTo>
                    <a:pt x="1" y="387"/>
                    <a:pt x="114" y="503"/>
                    <a:pt x="250" y="503"/>
                  </a:cubicBezTo>
                  <a:cubicBezTo>
                    <a:pt x="388" y="503"/>
                    <a:pt x="502" y="387"/>
                    <a:pt x="502" y="251"/>
                  </a:cubicBezTo>
                  <a:cubicBezTo>
                    <a:pt x="502" y="115"/>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3"/>
            <p:cNvSpPr/>
            <p:nvPr/>
          </p:nvSpPr>
          <p:spPr>
            <a:xfrm>
              <a:off x="2054075" y="3585650"/>
              <a:ext cx="12425" cy="12575"/>
            </a:xfrm>
            <a:custGeom>
              <a:avLst/>
              <a:gdLst/>
              <a:ahLst/>
              <a:cxnLst/>
              <a:rect l="l" t="t" r="r" b="b"/>
              <a:pathLst>
                <a:path w="497" h="503" extrusionOk="0">
                  <a:moveTo>
                    <a:pt x="252" y="0"/>
                  </a:moveTo>
                  <a:cubicBezTo>
                    <a:pt x="109" y="0"/>
                    <a:pt x="1" y="115"/>
                    <a:pt x="1" y="251"/>
                  </a:cubicBezTo>
                  <a:cubicBezTo>
                    <a:pt x="1" y="387"/>
                    <a:pt x="109" y="503"/>
                    <a:pt x="252" y="503"/>
                  </a:cubicBezTo>
                  <a:cubicBezTo>
                    <a:pt x="388" y="503"/>
                    <a:pt x="496" y="387"/>
                    <a:pt x="496" y="251"/>
                  </a:cubicBezTo>
                  <a:cubicBezTo>
                    <a:pt x="496"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3"/>
            <p:cNvSpPr/>
            <p:nvPr/>
          </p:nvSpPr>
          <p:spPr>
            <a:xfrm>
              <a:off x="2145825" y="358565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3"/>
            <p:cNvSpPr/>
            <p:nvPr/>
          </p:nvSpPr>
          <p:spPr>
            <a:xfrm>
              <a:off x="2237800" y="3585650"/>
              <a:ext cx="12350" cy="12575"/>
            </a:xfrm>
            <a:custGeom>
              <a:avLst/>
              <a:gdLst/>
              <a:ahLst/>
              <a:cxnLst/>
              <a:rect l="l" t="t" r="r" b="b"/>
              <a:pathLst>
                <a:path w="494" h="503" extrusionOk="0">
                  <a:moveTo>
                    <a:pt x="244" y="0"/>
                  </a:moveTo>
                  <a:cubicBezTo>
                    <a:pt x="107" y="0"/>
                    <a:pt x="0" y="115"/>
                    <a:pt x="0" y="251"/>
                  </a:cubicBezTo>
                  <a:cubicBezTo>
                    <a:pt x="0" y="387"/>
                    <a:pt x="107" y="503"/>
                    <a:pt x="244" y="503"/>
                  </a:cubicBezTo>
                  <a:cubicBezTo>
                    <a:pt x="387" y="503"/>
                    <a:pt x="494" y="387"/>
                    <a:pt x="494" y="251"/>
                  </a:cubicBezTo>
                  <a:cubicBezTo>
                    <a:pt x="494" y="115"/>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3"/>
            <p:cNvSpPr/>
            <p:nvPr/>
          </p:nvSpPr>
          <p:spPr>
            <a:xfrm>
              <a:off x="2329550" y="3585650"/>
              <a:ext cx="12575" cy="12575"/>
            </a:xfrm>
            <a:custGeom>
              <a:avLst/>
              <a:gdLst/>
              <a:ahLst/>
              <a:cxnLst/>
              <a:rect l="l" t="t" r="r" b="b"/>
              <a:pathLst>
                <a:path w="503" h="503" extrusionOk="0">
                  <a:moveTo>
                    <a:pt x="251" y="0"/>
                  </a:moveTo>
                  <a:cubicBezTo>
                    <a:pt x="115" y="0"/>
                    <a:pt x="0" y="115"/>
                    <a:pt x="0" y="251"/>
                  </a:cubicBezTo>
                  <a:cubicBezTo>
                    <a:pt x="0" y="387"/>
                    <a:pt x="115" y="503"/>
                    <a:pt x="251" y="503"/>
                  </a:cubicBezTo>
                  <a:cubicBezTo>
                    <a:pt x="387" y="503"/>
                    <a:pt x="502" y="387"/>
                    <a:pt x="502" y="251"/>
                  </a:cubicBezTo>
                  <a:cubicBezTo>
                    <a:pt x="502"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3"/>
            <p:cNvSpPr/>
            <p:nvPr/>
          </p:nvSpPr>
          <p:spPr>
            <a:xfrm>
              <a:off x="2421325" y="3585650"/>
              <a:ext cx="12550" cy="12575"/>
            </a:xfrm>
            <a:custGeom>
              <a:avLst/>
              <a:gdLst/>
              <a:ahLst/>
              <a:cxnLst/>
              <a:rect l="l" t="t" r="r" b="b"/>
              <a:pathLst>
                <a:path w="502" h="503" extrusionOk="0">
                  <a:moveTo>
                    <a:pt x="250" y="0"/>
                  </a:moveTo>
                  <a:cubicBezTo>
                    <a:pt x="114" y="0"/>
                    <a:pt x="1" y="115"/>
                    <a:pt x="1" y="251"/>
                  </a:cubicBezTo>
                  <a:cubicBezTo>
                    <a:pt x="1" y="387"/>
                    <a:pt x="114" y="503"/>
                    <a:pt x="250" y="503"/>
                  </a:cubicBezTo>
                  <a:cubicBezTo>
                    <a:pt x="395" y="503"/>
                    <a:pt x="501" y="387"/>
                    <a:pt x="501" y="251"/>
                  </a:cubicBezTo>
                  <a:cubicBezTo>
                    <a:pt x="501" y="115"/>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3"/>
            <p:cNvSpPr/>
            <p:nvPr/>
          </p:nvSpPr>
          <p:spPr>
            <a:xfrm>
              <a:off x="2513250" y="3585650"/>
              <a:ext cx="12575" cy="12575"/>
            </a:xfrm>
            <a:custGeom>
              <a:avLst/>
              <a:gdLst/>
              <a:ahLst/>
              <a:cxnLst/>
              <a:rect l="l" t="t" r="r" b="b"/>
              <a:pathLst>
                <a:path w="503" h="503" extrusionOk="0">
                  <a:moveTo>
                    <a:pt x="252" y="0"/>
                  </a:moveTo>
                  <a:cubicBezTo>
                    <a:pt x="109" y="0"/>
                    <a:pt x="0" y="115"/>
                    <a:pt x="0" y="251"/>
                  </a:cubicBezTo>
                  <a:cubicBezTo>
                    <a:pt x="0" y="387"/>
                    <a:pt x="109"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3"/>
            <p:cNvSpPr/>
            <p:nvPr/>
          </p:nvSpPr>
          <p:spPr>
            <a:xfrm>
              <a:off x="2605000" y="3585650"/>
              <a:ext cx="12575" cy="12575"/>
            </a:xfrm>
            <a:custGeom>
              <a:avLst/>
              <a:gdLst/>
              <a:ahLst/>
              <a:cxnLst/>
              <a:rect l="l" t="t" r="r" b="b"/>
              <a:pathLst>
                <a:path w="503" h="503" extrusionOk="0">
                  <a:moveTo>
                    <a:pt x="252" y="0"/>
                  </a:moveTo>
                  <a:cubicBezTo>
                    <a:pt x="116" y="0"/>
                    <a:pt x="0" y="115"/>
                    <a:pt x="0" y="251"/>
                  </a:cubicBezTo>
                  <a:cubicBezTo>
                    <a:pt x="0" y="387"/>
                    <a:pt x="116" y="503"/>
                    <a:pt x="252" y="503"/>
                  </a:cubicBezTo>
                  <a:cubicBezTo>
                    <a:pt x="387" y="503"/>
                    <a:pt x="503" y="387"/>
                    <a:pt x="503" y="251"/>
                  </a:cubicBezTo>
                  <a:cubicBezTo>
                    <a:pt x="503" y="115"/>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3"/>
            <p:cNvSpPr/>
            <p:nvPr/>
          </p:nvSpPr>
          <p:spPr>
            <a:xfrm>
              <a:off x="2696950" y="3585650"/>
              <a:ext cx="12375" cy="12575"/>
            </a:xfrm>
            <a:custGeom>
              <a:avLst/>
              <a:gdLst/>
              <a:ahLst/>
              <a:cxnLst/>
              <a:rect l="l" t="t" r="r" b="b"/>
              <a:pathLst>
                <a:path w="495" h="503" extrusionOk="0">
                  <a:moveTo>
                    <a:pt x="252" y="0"/>
                  </a:moveTo>
                  <a:cubicBezTo>
                    <a:pt x="108" y="0"/>
                    <a:pt x="1" y="115"/>
                    <a:pt x="1" y="251"/>
                  </a:cubicBezTo>
                  <a:cubicBezTo>
                    <a:pt x="1" y="387"/>
                    <a:pt x="108" y="503"/>
                    <a:pt x="252" y="503"/>
                  </a:cubicBezTo>
                  <a:cubicBezTo>
                    <a:pt x="388" y="503"/>
                    <a:pt x="495" y="387"/>
                    <a:pt x="495" y="251"/>
                  </a:cubicBezTo>
                  <a:cubicBezTo>
                    <a:pt x="495"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3"/>
            <p:cNvSpPr/>
            <p:nvPr/>
          </p:nvSpPr>
          <p:spPr>
            <a:xfrm>
              <a:off x="2788700" y="358565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3"/>
            <p:cNvSpPr/>
            <p:nvPr/>
          </p:nvSpPr>
          <p:spPr>
            <a:xfrm>
              <a:off x="2880675" y="3585650"/>
              <a:ext cx="12375" cy="12575"/>
            </a:xfrm>
            <a:custGeom>
              <a:avLst/>
              <a:gdLst/>
              <a:ahLst/>
              <a:cxnLst/>
              <a:rect l="l" t="t" r="r" b="b"/>
              <a:pathLst>
                <a:path w="495" h="503" extrusionOk="0">
                  <a:moveTo>
                    <a:pt x="243" y="0"/>
                  </a:moveTo>
                  <a:cubicBezTo>
                    <a:pt x="107" y="0"/>
                    <a:pt x="0" y="115"/>
                    <a:pt x="0" y="251"/>
                  </a:cubicBezTo>
                  <a:cubicBezTo>
                    <a:pt x="0" y="387"/>
                    <a:pt x="107" y="503"/>
                    <a:pt x="243" y="503"/>
                  </a:cubicBezTo>
                  <a:cubicBezTo>
                    <a:pt x="387" y="503"/>
                    <a:pt x="494" y="387"/>
                    <a:pt x="494" y="251"/>
                  </a:cubicBezTo>
                  <a:cubicBezTo>
                    <a:pt x="494" y="115"/>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3"/>
            <p:cNvSpPr/>
            <p:nvPr/>
          </p:nvSpPr>
          <p:spPr>
            <a:xfrm>
              <a:off x="2972425" y="3585650"/>
              <a:ext cx="12575" cy="12575"/>
            </a:xfrm>
            <a:custGeom>
              <a:avLst/>
              <a:gdLst/>
              <a:ahLst/>
              <a:cxnLst/>
              <a:rect l="l" t="t" r="r" b="b"/>
              <a:pathLst>
                <a:path w="503" h="503" extrusionOk="0">
                  <a:moveTo>
                    <a:pt x="251" y="0"/>
                  </a:moveTo>
                  <a:cubicBezTo>
                    <a:pt x="115" y="0"/>
                    <a:pt x="0" y="115"/>
                    <a:pt x="0" y="251"/>
                  </a:cubicBezTo>
                  <a:cubicBezTo>
                    <a:pt x="0" y="387"/>
                    <a:pt x="115" y="503"/>
                    <a:pt x="251" y="503"/>
                  </a:cubicBezTo>
                  <a:cubicBezTo>
                    <a:pt x="387" y="503"/>
                    <a:pt x="503" y="387"/>
                    <a:pt x="503" y="251"/>
                  </a:cubicBezTo>
                  <a:cubicBezTo>
                    <a:pt x="503"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3"/>
            <p:cNvSpPr/>
            <p:nvPr/>
          </p:nvSpPr>
          <p:spPr>
            <a:xfrm>
              <a:off x="3064375" y="3585650"/>
              <a:ext cx="12375" cy="12575"/>
            </a:xfrm>
            <a:custGeom>
              <a:avLst/>
              <a:gdLst/>
              <a:ahLst/>
              <a:cxnLst/>
              <a:rect l="l" t="t" r="r" b="b"/>
              <a:pathLst>
                <a:path w="495" h="503" extrusionOk="0">
                  <a:moveTo>
                    <a:pt x="243" y="0"/>
                  </a:moveTo>
                  <a:cubicBezTo>
                    <a:pt x="107" y="0"/>
                    <a:pt x="1" y="115"/>
                    <a:pt x="1" y="251"/>
                  </a:cubicBezTo>
                  <a:cubicBezTo>
                    <a:pt x="1" y="387"/>
                    <a:pt x="107" y="503"/>
                    <a:pt x="243" y="503"/>
                  </a:cubicBezTo>
                  <a:cubicBezTo>
                    <a:pt x="388" y="503"/>
                    <a:pt x="495" y="387"/>
                    <a:pt x="495" y="251"/>
                  </a:cubicBezTo>
                  <a:cubicBezTo>
                    <a:pt x="495" y="115"/>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3"/>
            <p:cNvSpPr/>
            <p:nvPr/>
          </p:nvSpPr>
          <p:spPr>
            <a:xfrm>
              <a:off x="3156125" y="358565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3"/>
            <p:cNvSpPr/>
            <p:nvPr/>
          </p:nvSpPr>
          <p:spPr>
            <a:xfrm>
              <a:off x="3247875" y="3585650"/>
              <a:ext cx="12575" cy="12575"/>
            </a:xfrm>
            <a:custGeom>
              <a:avLst/>
              <a:gdLst/>
              <a:ahLst/>
              <a:cxnLst/>
              <a:rect l="l" t="t" r="r" b="b"/>
              <a:pathLst>
                <a:path w="503"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3"/>
            <p:cNvSpPr/>
            <p:nvPr/>
          </p:nvSpPr>
          <p:spPr>
            <a:xfrm>
              <a:off x="3339850" y="3585650"/>
              <a:ext cx="12525" cy="12575"/>
            </a:xfrm>
            <a:custGeom>
              <a:avLst/>
              <a:gdLst/>
              <a:ahLst/>
              <a:cxnLst/>
              <a:rect l="l" t="t" r="r" b="b"/>
              <a:pathLst>
                <a:path w="501" h="503" extrusionOk="0">
                  <a:moveTo>
                    <a:pt x="251" y="0"/>
                  </a:moveTo>
                  <a:cubicBezTo>
                    <a:pt x="107" y="0"/>
                    <a:pt x="0" y="115"/>
                    <a:pt x="0" y="251"/>
                  </a:cubicBezTo>
                  <a:cubicBezTo>
                    <a:pt x="0" y="387"/>
                    <a:pt x="107" y="503"/>
                    <a:pt x="251" y="503"/>
                  </a:cubicBezTo>
                  <a:cubicBezTo>
                    <a:pt x="387" y="503"/>
                    <a:pt x="501" y="387"/>
                    <a:pt x="501" y="251"/>
                  </a:cubicBezTo>
                  <a:cubicBezTo>
                    <a:pt x="501"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3"/>
            <p:cNvSpPr/>
            <p:nvPr/>
          </p:nvSpPr>
          <p:spPr>
            <a:xfrm>
              <a:off x="3431575" y="358565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3"/>
            <p:cNvSpPr/>
            <p:nvPr/>
          </p:nvSpPr>
          <p:spPr>
            <a:xfrm>
              <a:off x="3523550" y="3585650"/>
              <a:ext cx="12375" cy="12575"/>
            </a:xfrm>
            <a:custGeom>
              <a:avLst/>
              <a:gdLst/>
              <a:ahLst/>
              <a:cxnLst/>
              <a:rect l="l" t="t" r="r" b="b"/>
              <a:pathLst>
                <a:path w="495" h="503" extrusionOk="0">
                  <a:moveTo>
                    <a:pt x="250" y="0"/>
                  </a:moveTo>
                  <a:cubicBezTo>
                    <a:pt x="107" y="0"/>
                    <a:pt x="0" y="115"/>
                    <a:pt x="0" y="251"/>
                  </a:cubicBezTo>
                  <a:cubicBezTo>
                    <a:pt x="0" y="387"/>
                    <a:pt x="107" y="503"/>
                    <a:pt x="250" y="503"/>
                  </a:cubicBezTo>
                  <a:cubicBezTo>
                    <a:pt x="388" y="503"/>
                    <a:pt x="494" y="387"/>
                    <a:pt x="494" y="251"/>
                  </a:cubicBezTo>
                  <a:cubicBezTo>
                    <a:pt x="494" y="115"/>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3"/>
            <p:cNvSpPr/>
            <p:nvPr/>
          </p:nvSpPr>
          <p:spPr>
            <a:xfrm>
              <a:off x="676400" y="3677600"/>
              <a:ext cx="12600" cy="12375"/>
            </a:xfrm>
            <a:custGeom>
              <a:avLst/>
              <a:gdLst/>
              <a:ahLst/>
              <a:cxnLst/>
              <a:rect l="l" t="t" r="r" b="b"/>
              <a:pathLst>
                <a:path w="504" h="495" extrusionOk="0">
                  <a:moveTo>
                    <a:pt x="252" y="1"/>
                  </a:moveTo>
                  <a:cubicBezTo>
                    <a:pt x="116" y="1"/>
                    <a:pt x="1" y="107"/>
                    <a:pt x="1" y="243"/>
                  </a:cubicBezTo>
                  <a:cubicBezTo>
                    <a:pt x="1" y="388"/>
                    <a:pt x="116" y="495"/>
                    <a:pt x="252" y="495"/>
                  </a:cubicBezTo>
                  <a:cubicBezTo>
                    <a:pt x="388" y="495"/>
                    <a:pt x="503" y="388"/>
                    <a:pt x="503" y="243"/>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3"/>
            <p:cNvSpPr/>
            <p:nvPr/>
          </p:nvSpPr>
          <p:spPr>
            <a:xfrm>
              <a:off x="768325" y="3677600"/>
              <a:ext cx="12400" cy="12375"/>
            </a:xfrm>
            <a:custGeom>
              <a:avLst/>
              <a:gdLst/>
              <a:ahLst/>
              <a:cxnLst/>
              <a:rect l="l" t="t" r="r" b="b"/>
              <a:pathLst>
                <a:path w="496" h="495" extrusionOk="0">
                  <a:moveTo>
                    <a:pt x="245" y="1"/>
                  </a:moveTo>
                  <a:cubicBezTo>
                    <a:pt x="109" y="1"/>
                    <a:pt x="0" y="107"/>
                    <a:pt x="0" y="243"/>
                  </a:cubicBezTo>
                  <a:cubicBezTo>
                    <a:pt x="0" y="388"/>
                    <a:pt x="109" y="495"/>
                    <a:pt x="245" y="495"/>
                  </a:cubicBezTo>
                  <a:cubicBezTo>
                    <a:pt x="388" y="495"/>
                    <a:pt x="496" y="388"/>
                    <a:pt x="496" y="243"/>
                  </a:cubicBezTo>
                  <a:cubicBezTo>
                    <a:pt x="496" y="107"/>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3"/>
            <p:cNvSpPr/>
            <p:nvPr/>
          </p:nvSpPr>
          <p:spPr>
            <a:xfrm>
              <a:off x="860125" y="3677600"/>
              <a:ext cx="12525" cy="12375"/>
            </a:xfrm>
            <a:custGeom>
              <a:avLst/>
              <a:gdLst/>
              <a:ahLst/>
              <a:cxnLst/>
              <a:rect l="l" t="t" r="r" b="b"/>
              <a:pathLst>
                <a:path w="501" h="495" extrusionOk="0">
                  <a:moveTo>
                    <a:pt x="251" y="1"/>
                  </a:moveTo>
                  <a:cubicBezTo>
                    <a:pt x="114" y="1"/>
                    <a:pt x="0" y="107"/>
                    <a:pt x="0" y="243"/>
                  </a:cubicBezTo>
                  <a:cubicBezTo>
                    <a:pt x="0" y="388"/>
                    <a:pt x="114" y="495"/>
                    <a:pt x="251" y="495"/>
                  </a:cubicBezTo>
                  <a:cubicBezTo>
                    <a:pt x="387" y="495"/>
                    <a:pt x="501" y="388"/>
                    <a:pt x="501" y="243"/>
                  </a:cubicBezTo>
                  <a:cubicBezTo>
                    <a:pt x="501"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3"/>
            <p:cNvSpPr/>
            <p:nvPr/>
          </p:nvSpPr>
          <p:spPr>
            <a:xfrm>
              <a:off x="951850" y="3677600"/>
              <a:ext cx="12600" cy="12375"/>
            </a:xfrm>
            <a:custGeom>
              <a:avLst/>
              <a:gdLst/>
              <a:ahLst/>
              <a:cxnLst/>
              <a:rect l="l" t="t" r="r" b="b"/>
              <a:pathLst>
                <a:path w="504" h="495" extrusionOk="0">
                  <a:moveTo>
                    <a:pt x="252" y="1"/>
                  </a:moveTo>
                  <a:cubicBezTo>
                    <a:pt x="116" y="1"/>
                    <a:pt x="1" y="107"/>
                    <a:pt x="1" y="243"/>
                  </a:cubicBezTo>
                  <a:cubicBezTo>
                    <a:pt x="1" y="388"/>
                    <a:pt x="116" y="495"/>
                    <a:pt x="252" y="495"/>
                  </a:cubicBezTo>
                  <a:cubicBezTo>
                    <a:pt x="388" y="495"/>
                    <a:pt x="503" y="388"/>
                    <a:pt x="503" y="243"/>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3"/>
            <p:cNvSpPr/>
            <p:nvPr/>
          </p:nvSpPr>
          <p:spPr>
            <a:xfrm>
              <a:off x="1043825" y="3677600"/>
              <a:ext cx="12375" cy="12375"/>
            </a:xfrm>
            <a:custGeom>
              <a:avLst/>
              <a:gdLst/>
              <a:ahLst/>
              <a:cxnLst/>
              <a:rect l="l" t="t" r="r" b="b"/>
              <a:pathLst>
                <a:path w="495" h="495" extrusionOk="0">
                  <a:moveTo>
                    <a:pt x="250" y="1"/>
                  </a:moveTo>
                  <a:cubicBezTo>
                    <a:pt x="107" y="1"/>
                    <a:pt x="0" y="107"/>
                    <a:pt x="0" y="243"/>
                  </a:cubicBezTo>
                  <a:cubicBezTo>
                    <a:pt x="0" y="388"/>
                    <a:pt x="107" y="495"/>
                    <a:pt x="250" y="495"/>
                  </a:cubicBezTo>
                  <a:cubicBezTo>
                    <a:pt x="388" y="495"/>
                    <a:pt x="494" y="388"/>
                    <a:pt x="494" y="243"/>
                  </a:cubicBezTo>
                  <a:cubicBezTo>
                    <a:pt x="494" y="107"/>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3"/>
            <p:cNvSpPr/>
            <p:nvPr/>
          </p:nvSpPr>
          <p:spPr>
            <a:xfrm>
              <a:off x="1135575" y="3677600"/>
              <a:ext cx="12575" cy="12375"/>
            </a:xfrm>
            <a:custGeom>
              <a:avLst/>
              <a:gdLst/>
              <a:ahLst/>
              <a:cxnLst/>
              <a:rect l="l" t="t" r="r" b="b"/>
              <a:pathLst>
                <a:path w="503" h="495" extrusionOk="0">
                  <a:moveTo>
                    <a:pt x="252" y="1"/>
                  </a:moveTo>
                  <a:cubicBezTo>
                    <a:pt x="116" y="1"/>
                    <a:pt x="0" y="107"/>
                    <a:pt x="0" y="243"/>
                  </a:cubicBezTo>
                  <a:cubicBezTo>
                    <a:pt x="0" y="388"/>
                    <a:pt x="116" y="495"/>
                    <a:pt x="252" y="495"/>
                  </a:cubicBezTo>
                  <a:cubicBezTo>
                    <a:pt x="387" y="495"/>
                    <a:pt x="503" y="388"/>
                    <a:pt x="503" y="243"/>
                  </a:cubicBezTo>
                  <a:cubicBezTo>
                    <a:pt x="503" y="107"/>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3"/>
            <p:cNvSpPr/>
            <p:nvPr/>
          </p:nvSpPr>
          <p:spPr>
            <a:xfrm>
              <a:off x="1227500" y="3677600"/>
              <a:ext cx="12400" cy="12375"/>
            </a:xfrm>
            <a:custGeom>
              <a:avLst/>
              <a:gdLst/>
              <a:ahLst/>
              <a:cxnLst/>
              <a:rect l="l" t="t" r="r" b="b"/>
              <a:pathLst>
                <a:path w="496" h="495" extrusionOk="0">
                  <a:moveTo>
                    <a:pt x="251" y="1"/>
                  </a:moveTo>
                  <a:cubicBezTo>
                    <a:pt x="109" y="1"/>
                    <a:pt x="0" y="107"/>
                    <a:pt x="0" y="243"/>
                  </a:cubicBezTo>
                  <a:cubicBezTo>
                    <a:pt x="0" y="388"/>
                    <a:pt x="109" y="495"/>
                    <a:pt x="251" y="495"/>
                  </a:cubicBezTo>
                  <a:cubicBezTo>
                    <a:pt x="387" y="495"/>
                    <a:pt x="496" y="388"/>
                    <a:pt x="496" y="243"/>
                  </a:cubicBezTo>
                  <a:cubicBezTo>
                    <a:pt x="496"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3"/>
            <p:cNvSpPr/>
            <p:nvPr/>
          </p:nvSpPr>
          <p:spPr>
            <a:xfrm>
              <a:off x="1319275" y="3677600"/>
              <a:ext cx="12550" cy="12375"/>
            </a:xfrm>
            <a:custGeom>
              <a:avLst/>
              <a:gdLst/>
              <a:ahLst/>
              <a:cxnLst/>
              <a:rect l="l" t="t" r="r" b="b"/>
              <a:pathLst>
                <a:path w="502" h="495" extrusionOk="0">
                  <a:moveTo>
                    <a:pt x="252" y="1"/>
                  </a:moveTo>
                  <a:cubicBezTo>
                    <a:pt x="114" y="1"/>
                    <a:pt x="1" y="107"/>
                    <a:pt x="1" y="243"/>
                  </a:cubicBezTo>
                  <a:cubicBezTo>
                    <a:pt x="1" y="388"/>
                    <a:pt x="114" y="495"/>
                    <a:pt x="252" y="495"/>
                  </a:cubicBezTo>
                  <a:cubicBezTo>
                    <a:pt x="388" y="495"/>
                    <a:pt x="501" y="388"/>
                    <a:pt x="501" y="243"/>
                  </a:cubicBezTo>
                  <a:cubicBezTo>
                    <a:pt x="501"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3"/>
            <p:cNvSpPr/>
            <p:nvPr/>
          </p:nvSpPr>
          <p:spPr>
            <a:xfrm>
              <a:off x="1411200" y="3677600"/>
              <a:ext cx="12425" cy="12375"/>
            </a:xfrm>
            <a:custGeom>
              <a:avLst/>
              <a:gdLst/>
              <a:ahLst/>
              <a:cxnLst/>
              <a:rect l="l" t="t" r="r" b="b"/>
              <a:pathLst>
                <a:path w="497" h="495" extrusionOk="0">
                  <a:moveTo>
                    <a:pt x="245" y="1"/>
                  </a:moveTo>
                  <a:cubicBezTo>
                    <a:pt x="109" y="1"/>
                    <a:pt x="1" y="107"/>
                    <a:pt x="1" y="243"/>
                  </a:cubicBezTo>
                  <a:cubicBezTo>
                    <a:pt x="1" y="388"/>
                    <a:pt x="109" y="495"/>
                    <a:pt x="245" y="495"/>
                  </a:cubicBezTo>
                  <a:cubicBezTo>
                    <a:pt x="388" y="495"/>
                    <a:pt x="496" y="388"/>
                    <a:pt x="496" y="243"/>
                  </a:cubicBezTo>
                  <a:cubicBezTo>
                    <a:pt x="496" y="107"/>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3"/>
            <p:cNvSpPr/>
            <p:nvPr/>
          </p:nvSpPr>
          <p:spPr>
            <a:xfrm>
              <a:off x="1503000" y="3677600"/>
              <a:ext cx="12525" cy="12375"/>
            </a:xfrm>
            <a:custGeom>
              <a:avLst/>
              <a:gdLst/>
              <a:ahLst/>
              <a:cxnLst/>
              <a:rect l="l" t="t" r="r" b="b"/>
              <a:pathLst>
                <a:path w="501" h="495" extrusionOk="0">
                  <a:moveTo>
                    <a:pt x="250" y="1"/>
                  </a:moveTo>
                  <a:cubicBezTo>
                    <a:pt x="114" y="1"/>
                    <a:pt x="0" y="107"/>
                    <a:pt x="0" y="243"/>
                  </a:cubicBezTo>
                  <a:cubicBezTo>
                    <a:pt x="0" y="388"/>
                    <a:pt x="114" y="495"/>
                    <a:pt x="250" y="495"/>
                  </a:cubicBezTo>
                  <a:cubicBezTo>
                    <a:pt x="387" y="495"/>
                    <a:pt x="501" y="388"/>
                    <a:pt x="501" y="243"/>
                  </a:cubicBezTo>
                  <a:cubicBezTo>
                    <a:pt x="501" y="107"/>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3"/>
            <p:cNvSpPr/>
            <p:nvPr/>
          </p:nvSpPr>
          <p:spPr>
            <a:xfrm>
              <a:off x="1594750" y="3677600"/>
              <a:ext cx="12575" cy="12375"/>
            </a:xfrm>
            <a:custGeom>
              <a:avLst/>
              <a:gdLst/>
              <a:ahLst/>
              <a:cxnLst/>
              <a:rect l="l" t="t" r="r" b="b"/>
              <a:pathLst>
                <a:path w="503" h="495" extrusionOk="0">
                  <a:moveTo>
                    <a:pt x="251" y="1"/>
                  </a:moveTo>
                  <a:cubicBezTo>
                    <a:pt x="115" y="1"/>
                    <a:pt x="0" y="107"/>
                    <a:pt x="0" y="243"/>
                  </a:cubicBezTo>
                  <a:cubicBezTo>
                    <a:pt x="0" y="388"/>
                    <a:pt x="115" y="495"/>
                    <a:pt x="251" y="495"/>
                  </a:cubicBezTo>
                  <a:cubicBezTo>
                    <a:pt x="394" y="495"/>
                    <a:pt x="503" y="388"/>
                    <a:pt x="503" y="243"/>
                  </a:cubicBezTo>
                  <a:cubicBezTo>
                    <a:pt x="503" y="107"/>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3"/>
            <p:cNvSpPr/>
            <p:nvPr/>
          </p:nvSpPr>
          <p:spPr>
            <a:xfrm>
              <a:off x="1686650" y="3677600"/>
              <a:ext cx="12600" cy="12375"/>
            </a:xfrm>
            <a:custGeom>
              <a:avLst/>
              <a:gdLst/>
              <a:ahLst/>
              <a:cxnLst/>
              <a:rect l="l" t="t" r="r" b="b"/>
              <a:pathLst>
                <a:path w="504" h="495" extrusionOk="0">
                  <a:moveTo>
                    <a:pt x="252" y="1"/>
                  </a:moveTo>
                  <a:cubicBezTo>
                    <a:pt x="116" y="1"/>
                    <a:pt x="1" y="107"/>
                    <a:pt x="1" y="243"/>
                  </a:cubicBezTo>
                  <a:cubicBezTo>
                    <a:pt x="1" y="388"/>
                    <a:pt x="116" y="495"/>
                    <a:pt x="252" y="495"/>
                  </a:cubicBezTo>
                  <a:cubicBezTo>
                    <a:pt x="388" y="495"/>
                    <a:pt x="503" y="388"/>
                    <a:pt x="503" y="243"/>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3"/>
            <p:cNvSpPr/>
            <p:nvPr/>
          </p:nvSpPr>
          <p:spPr>
            <a:xfrm>
              <a:off x="1778450" y="3677600"/>
              <a:ext cx="12550" cy="12375"/>
            </a:xfrm>
            <a:custGeom>
              <a:avLst/>
              <a:gdLst/>
              <a:ahLst/>
              <a:cxnLst/>
              <a:rect l="l" t="t" r="r" b="b"/>
              <a:pathLst>
                <a:path w="502" h="495" extrusionOk="0">
                  <a:moveTo>
                    <a:pt x="252" y="1"/>
                  </a:moveTo>
                  <a:cubicBezTo>
                    <a:pt x="114" y="1"/>
                    <a:pt x="1" y="107"/>
                    <a:pt x="1" y="243"/>
                  </a:cubicBezTo>
                  <a:cubicBezTo>
                    <a:pt x="1" y="388"/>
                    <a:pt x="114" y="495"/>
                    <a:pt x="252" y="495"/>
                  </a:cubicBezTo>
                  <a:cubicBezTo>
                    <a:pt x="388" y="495"/>
                    <a:pt x="501" y="388"/>
                    <a:pt x="501" y="243"/>
                  </a:cubicBezTo>
                  <a:cubicBezTo>
                    <a:pt x="501"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3"/>
            <p:cNvSpPr/>
            <p:nvPr/>
          </p:nvSpPr>
          <p:spPr>
            <a:xfrm>
              <a:off x="1870375" y="3677600"/>
              <a:ext cx="12400" cy="12375"/>
            </a:xfrm>
            <a:custGeom>
              <a:avLst/>
              <a:gdLst/>
              <a:ahLst/>
              <a:cxnLst/>
              <a:rect l="l" t="t" r="r" b="b"/>
              <a:pathLst>
                <a:path w="496" h="495" extrusionOk="0">
                  <a:moveTo>
                    <a:pt x="252" y="1"/>
                  </a:moveTo>
                  <a:cubicBezTo>
                    <a:pt x="109" y="1"/>
                    <a:pt x="0" y="107"/>
                    <a:pt x="0" y="243"/>
                  </a:cubicBezTo>
                  <a:cubicBezTo>
                    <a:pt x="0" y="388"/>
                    <a:pt x="109" y="495"/>
                    <a:pt x="252" y="495"/>
                  </a:cubicBezTo>
                  <a:cubicBezTo>
                    <a:pt x="387" y="495"/>
                    <a:pt x="496" y="388"/>
                    <a:pt x="496" y="243"/>
                  </a:cubicBezTo>
                  <a:cubicBezTo>
                    <a:pt x="496" y="107"/>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3"/>
            <p:cNvSpPr/>
            <p:nvPr/>
          </p:nvSpPr>
          <p:spPr>
            <a:xfrm>
              <a:off x="1962150" y="3677600"/>
              <a:ext cx="12550" cy="12375"/>
            </a:xfrm>
            <a:custGeom>
              <a:avLst/>
              <a:gdLst/>
              <a:ahLst/>
              <a:cxnLst/>
              <a:rect l="l" t="t" r="r" b="b"/>
              <a:pathLst>
                <a:path w="502" h="495" extrusionOk="0">
                  <a:moveTo>
                    <a:pt x="250" y="1"/>
                  </a:moveTo>
                  <a:cubicBezTo>
                    <a:pt x="114" y="1"/>
                    <a:pt x="1" y="107"/>
                    <a:pt x="1" y="243"/>
                  </a:cubicBezTo>
                  <a:cubicBezTo>
                    <a:pt x="1" y="388"/>
                    <a:pt x="114" y="495"/>
                    <a:pt x="250" y="495"/>
                  </a:cubicBezTo>
                  <a:cubicBezTo>
                    <a:pt x="388" y="495"/>
                    <a:pt x="502" y="388"/>
                    <a:pt x="502" y="243"/>
                  </a:cubicBezTo>
                  <a:cubicBezTo>
                    <a:pt x="502" y="107"/>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3"/>
            <p:cNvSpPr/>
            <p:nvPr/>
          </p:nvSpPr>
          <p:spPr>
            <a:xfrm>
              <a:off x="2054075" y="3677600"/>
              <a:ext cx="12425" cy="12375"/>
            </a:xfrm>
            <a:custGeom>
              <a:avLst/>
              <a:gdLst/>
              <a:ahLst/>
              <a:cxnLst/>
              <a:rect l="l" t="t" r="r" b="b"/>
              <a:pathLst>
                <a:path w="497" h="495" extrusionOk="0">
                  <a:moveTo>
                    <a:pt x="252" y="1"/>
                  </a:moveTo>
                  <a:cubicBezTo>
                    <a:pt x="109" y="1"/>
                    <a:pt x="1" y="107"/>
                    <a:pt x="1" y="243"/>
                  </a:cubicBezTo>
                  <a:cubicBezTo>
                    <a:pt x="1" y="388"/>
                    <a:pt x="109" y="495"/>
                    <a:pt x="252" y="495"/>
                  </a:cubicBezTo>
                  <a:cubicBezTo>
                    <a:pt x="388" y="495"/>
                    <a:pt x="496" y="388"/>
                    <a:pt x="496" y="243"/>
                  </a:cubicBezTo>
                  <a:cubicBezTo>
                    <a:pt x="496"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3"/>
            <p:cNvSpPr/>
            <p:nvPr/>
          </p:nvSpPr>
          <p:spPr>
            <a:xfrm>
              <a:off x="2145825" y="3677600"/>
              <a:ext cx="12600" cy="12375"/>
            </a:xfrm>
            <a:custGeom>
              <a:avLst/>
              <a:gdLst/>
              <a:ahLst/>
              <a:cxnLst/>
              <a:rect l="l" t="t" r="r" b="b"/>
              <a:pathLst>
                <a:path w="504" h="495" extrusionOk="0">
                  <a:moveTo>
                    <a:pt x="252" y="1"/>
                  </a:moveTo>
                  <a:cubicBezTo>
                    <a:pt x="116" y="1"/>
                    <a:pt x="1" y="107"/>
                    <a:pt x="1" y="243"/>
                  </a:cubicBezTo>
                  <a:cubicBezTo>
                    <a:pt x="1" y="388"/>
                    <a:pt x="116" y="495"/>
                    <a:pt x="252" y="495"/>
                  </a:cubicBezTo>
                  <a:cubicBezTo>
                    <a:pt x="388" y="495"/>
                    <a:pt x="503" y="388"/>
                    <a:pt x="503" y="243"/>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3"/>
            <p:cNvSpPr/>
            <p:nvPr/>
          </p:nvSpPr>
          <p:spPr>
            <a:xfrm>
              <a:off x="2237800" y="3677600"/>
              <a:ext cx="12350" cy="12375"/>
            </a:xfrm>
            <a:custGeom>
              <a:avLst/>
              <a:gdLst/>
              <a:ahLst/>
              <a:cxnLst/>
              <a:rect l="l" t="t" r="r" b="b"/>
              <a:pathLst>
                <a:path w="494" h="495" extrusionOk="0">
                  <a:moveTo>
                    <a:pt x="244" y="1"/>
                  </a:moveTo>
                  <a:cubicBezTo>
                    <a:pt x="107" y="1"/>
                    <a:pt x="0" y="107"/>
                    <a:pt x="0" y="243"/>
                  </a:cubicBezTo>
                  <a:cubicBezTo>
                    <a:pt x="0" y="388"/>
                    <a:pt x="107" y="495"/>
                    <a:pt x="244" y="495"/>
                  </a:cubicBezTo>
                  <a:cubicBezTo>
                    <a:pt x="387" y="495"/>
                    <a:pt x="494" y="388"/>
                    <a:pt x="494" y="243"/>
                  </a:cubicBezTo>
                  <a:cubicBezTo>
                    <a:pt x="494" y="107"/>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3"/>
            <p:cNvSpPr/>
            <p:nvPr/>
          </p:nvSpPr>
          <p:spPr>
            <a:xfrm>
              <a:off x="2329550" y="3677600"/>
              <a:ext cx="12575" cy="12375"/>
            </a:xfrm>
            <a:custGeom>
              <a:avLst/>
              <a:gdLst/>
              <a:ahLst/>
              <a:cxnLst/>
              <a:rect l="l" t="t" r="r" b="b"/>
              <a:pathLst>
                <a:path w="503" h="495" extrusionOk="0">
                  <a:moveTo>
                    <a:pt x="251" y="1"/>
                  </a:moveTo>
                  <a:cubicBezTo>
                    <a:pt x="115" y="1"/>
                    <a:pt x="0" y="107"/>
                    <a:pt x="0" y="243"/>
                  </a:cubicBezTo>
                  <a:cubicBezTo>
                    <a:pt x="0" y="388"/>
                    <a:pt x="115" y="495"/>
                    <a:pt x="251" y="495"/>
                  </a:cubicBezTo>
                  <a:cubicBezTo>
                    <a:pt x="387" y="495"/>
                    <a:pt x="502" y="388"/>
                    <a:pt x="502" y="243"/>
                  </a:cubicBezTo>
                  <a:cubicBezTo>
                    <a:pt x="502"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3"/>
            <p:cNvSpPr/>
            <p:nvPr/>
          </p:nvSpPr>
          <p:spPr>
            <a:xfrm>
              <a:off x="2421325" y="3677600"/>
              <a:ext cx="12550" cy="12375"/>
            </a:xfrm>
            <a:custGeom>
              <a:avLst/>
              <a:gdLst/>
              <a:ahLst/>
              <a:cxnLst/>
              <a:rect l="l" t="t" r="r" b="b"/>
              <a:pathLst>
                <a:path w="502" h="495" extrusionOk="0">
                  <a:moveTo>
                    <a:pt x="250" y="1"/>
                  </a:moveTo>
                  <a:cubicBezTo>
                    <a:pt x="114" y="1"/>
                    <a:pt x="1" y="107"/>
                    <a:pt x="1" y="243"/>
                  </a:cubicBezTo>
                  <a:cubicBezTo>
                    <a:pt x="1" y="388"/>
                    <a:pt x="114" y="495"/>
                    <a:pt x="250" y="495"/>
                  </a:cubicBezTo>
                  <a:cubicBezTo>
                    <a:pt x="395" y="495"/>
                    <a:pt x="501" y="388"/>
                    <a:pt x="501" y="243"/>
                  </a:cubicBezTo>
                  <a:cubicBezTo>
                    <a:pt x="501" y="107"/>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3"/>
            <p:cNvSpPr/>
            <p:nvPr/>
          </p:nvSpPr>
          <p:spPr>
            <a:xfrm>
              <a:off x="2513250" y="3677600"/>
              <a:ext cx="12575" cy="12375"/>
            </a:xfrm>
            <a:custGeom>
              <a:avLst/>
              <a:gdLst/>
              <a:ahLst/>
              <a:cxnLst/>
              <a:rect l="l" t="t" r="r" b="b"/>
              <a:pathLst>
                <a:path w="503" h="495" extrusionOk="0">
                  <a:moveTo>
                    <a:pt x="252" y="1"/>
                  </a:moveTo>
                  <a:cubicBezTo>
                    <a:pt x="109" y="1"/>
                    <a:pt x="0" y="107"/>
                    <a:pt x="0" y="243"/>
                  </a:cubicBezTo>
                  <a:cubicBezTo>
                    <a:pt x="0" y="388"/>
                    <a:pt x="109" y="495"/>
                    <a:pt x="252" y="495"/>
                  </a:cubicBezTo>
                  <a:cubicBezTo>
                    <a:pt x="388" y="495"/>
                    <a:pt x="503" y="388"/>
                    <a:pt x="503" y="243"/>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3"/>
            <p:cNvSpPr/>
            <p:nvPr/>
          </p:nvSpPr>
          <p:spPr>
            <a:xfrm>
              <a:off x="2605000" y="3677600"/>
              <a:ext cx="12575" cy="12375"/>
            </a:xfrm>
            <a:custGeom>
              <a:avLst/>
              <a:gdLst/>
              <a:ahLst/>
              <a:cxnLst/>
              <a:rect l="l" t="t" r="r" b="b"/>
              <a:pathLst>
                <a:path w="503" h="495" extrusionOk="0">
                  <a:moveTo>
                    <a:pt x="252" y="1"/>
                  </a:moveTo>
                  <a:cubicBezTo>
                    <a:pt x="116" y="1"/>
                    <a:pt x="0" y="107"/>
                    <a:pt x="0" y="243"/>
                  </a:cubicBezTo>
                  <a:cubicBezTo>
                    <a:pt x="0" y="388"/>
                    <a:pt x="116" y="495"/>
                    <a:pt x="252" y="495"/>
                  </a:cubicBezTo>
                  <a:cubicBezTo>
                    <a:pt x="387" y="495"/>
                    <a:pt x="503" y="388"/>
                    <a:pt x="503" y="243"/>
                  </a:cubicBezTo>
                  <a:cubicBezTo>
                    <a:pt x="503" y="107"/>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3"/>
            <p:cNvSpPr/>
            <p:nvPr/>
          </p:nvSpPr>
          <p:spPr>
            <a:xfrm>
              <a:off x="2696950" y="3677600"/>
              <a:ext cx="12375" cy="12375"/>
            </a:xfrm>
            <a:custGeom>
              <a:avLst/>
              <a:gdLst/>
              <a:ahLst/>
              <a:cxnLst/>
              <a:rect l="l" t="t" r="r" b="b"/>
              <a:pathLst>
                <a:path w="495" h="495" extrusionOk="0">
                  <a:moveTo>
                    <a:pt x="252" y="1"/>
                  </a:moveTo>
                  <a:cubicBezTo>
                    <a:pt x="108" y="1"/>
                    <a:pt x="1" y="107"/>
                    <a:pt x="1" y="243"/>
                  </a:cubicBezTo>
                  <a:cubicBezTo>
                    <a:pt x="1" y="388"/>
                    <a:pt x="108" y="495"/>
                    <a:pt x="252" y="495"/>
                  </a:cubicBezTo>
                  <a:cubicBezTo>
                    <a:pt x="388" y="495"/>
                    <a:pt x="495" y="388"/>
                    <a:pt x="495" y="243"/>
                  </a:cubicBezTo>
                  <a:cubicBezTo>
                    <a:pt x="495"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3"/>
            <p:cNvSpPr/>
            <p:nvPr/>
          </p:nvSpPr>
          <p:spPr>
            <a:xfrm>
              <a:off x="2788700" y="3677600"/>
              <a:ext cx="12600" cy="12375"/>
            </a:xfrm>
            <a:custGeom>
              <a:avLst/>
              <a:gdLst/>
              <a:ahLst/>
              <a:cxnLst/>
              <a:rect l="l" t="t" r="r" b="b"/>
              <a:pathLst>
                <a:path w="504" h="495" extrusionOk="0">
                  <a:moveTo>
                    <a:pt x="252" y="1"/>
                  </a:moveTo>
                  <a:cubicBezTo>
                    <a:pt x="116" y="1"/>
                    <a:pt x="1" y="107"/>
                    <a:pt x="1" y="243"/>
                  </a:cubicBezTo>
                  <a:cubicBezTo>
                    <a:pt x="1" y="388"/>
                    <a:pt x="116" y="495"/>
                    <a:pt x="252" y="495"/>
                  </a:cubicBezTo>
                  <a:cubicBezTo>
                    <a:pt x="388" y="495"/>
                    <a:pt x="503" y="388"/>
                    <a:pt x="503" y="243"/>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3"/>
            <p:cNvSpPr/>
            <p:nvPr/>
          </p:nvSpPr>
          <p:spPr>
            <a:xfrm>
              <a:off x="2880675" y="3677600"/>
              <a:ext cx="12375" cy="12375"/>
            </a:xfrm>
            <a:custGeom>
              <a:avLst/>
              <a:gdLst/>
              <a:ahLst/>
              <a:cxnLst/>
              <a:rect l="l" t="t" r="r" b="b"/>
              <a:pathLst>
                <a:path w="495" h="495" extrusionOk="0">
                  <a:moveTo>
                    <a:pt x="243" y="1"/>
                  </a:moveTo>
                  <a:cubicBezTo>
                    <a:pt x="107" y="1"/>
                    <a:pt x="0" y="107"/>
                    <a:pt x="0" y="243"/>
                  </a:cubicBezTo>
                  <a:cubicBezTo>
                    <a:pt x="0" y="388"/>
                    <a:pt x="107" y="495"/>
                    <a:pt x="243" y="495"/>
                  </a:cubicBezTo>
                  <a:cubicBezTo>
                    <a:pt x="387" y="495"/>
                    <a:pt x="494" y="388"/>
                    <a:pt x="494" y="243"/>
                  </a:cubicBezTo>
                  <a:cubicBezTo>
                    <a:pt x="494" y="107"/>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3"/>
            <p:cNvSpPr/>
            <p:nvPr/>
          </p:nvSpPr>
          <p:spPr>
            <a:xfrm>
              <a:off x="2972425" y="3677600"/>
              <a:ext cx="12575" cy="12375"/>
            </a:xfrm>
            <a:custGeom>
              <a:avLst/>
              <a:gdLst/>
              <a:ahLst/>
              <a:cxnLst/>
              <a:rect l="l" t="t" r="r" b="b"/>
              <a:pathLst>
                <a:path w="503" h="495" extrusionOk="0">
                  <a:moveTo>
                    <a:pt x="251" y="1"/>
                  </a:moveTo>
                  <a:cubicBezTo>
                    <a:pt x="115" y="1"/>
                    <a:pt x="0" y="107"/>
                    <a:pt x="0" y="243"/>
                  </a:cubicBezTo>
                  <a:cubicBezTo>
                    <a:pt x="0" y="388"/>
                    <a:pt x="115" y="495"/>
                    <a:pt x="251" y="495"/>
                  </a:cubicBezTo>
                  <a:cubicBezTo>
                    <a:pt x="387" y="495"/>
                    <a:pt x="503" y="388"/>
                    <a:pt x="503" y="243"/>
                  </a:cubicBezTo>
                  <a:cubicBezTo>
                    <a:pt x="503"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3"/>
            <p:cNvSpPr/>
            <p:nvPr/>
          </p:nvSpPr>
          <p:spPr>
            <a:xfrm>
              <a:off x="3064375" y="3677600"/>
              <a:ext cx="12375" cy="12375"/>
            </a:xfrm>
            <a:custGeom>
              <a:avLst/>
              <a:gdLst/>
              <a:ahLst/>
              <a:cxnLst/>
              <a:rect l="l" t="t" r="r" b="b"/>
              <a:pathLst>
                <a:path w="495" h="495" extrusionOk="0">
                  <a:moveTo>
                    <a:pt x="243" y="1"/>
                  </a:moveTo>
                  <a:cubicBezTo>
                    <a:pt x="107" y="1"/>
                    <a:pt x="1" y="107"/>
                    <a:pt x="1" y="243"/>
                  </a:cubicBezTo>
                  <a:cubicBezTo>
                    <a:pt x="1" y="388"/>
                    <a:pt x="107" y="495"/>
                    <a:pt x="243" y="495"/>
                  </a:cubicBezTo>
                  <a:cubicBezTo>
                    <a:pt x="388" y="495"/>
                    <a:pt x="495" y="388"/>
                    <a:pt x="495" y="243"/>
                  </a:cubicBezTo>
                  <a:cubicBezTo>
                    <a:pt x="495" y="107"/>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3"/>
            <p:cNvSpPr/>
            <p:nvPr/>
          </p:nvSpPr>
          <p:spPr>
            <a:xfrm>
              <a:off x="3156125" y="3677600"/>
              <a:ext cx="12600" cy="12375"/>
            </a:xfrm>
            <a:custGeom>
              <a:avLst/>
              <a:gdLst/>
              <a:ahLst/>
              <a:cxnLst/>
              <a:rect l="l" t="t" r="r" b="b"/>
              <a:pathLst>
                <a:path w="504" h="495" extrusionOk="0">
                  <a:moveTo>
                    <a:pt x="252" y="1"/>
                  </a:moveTo>
                  <a:cubicBezTo>
                    <a:pt x="116" y="1"/>
                    <a:pt x="1" y="107"/>
                    <a:pt x="1" y="243"/>
                  </a:cubicBezTo>
                  <a:cubicBezTo>
                    <a:pt x="1" y="388"/>
                    <a:pt x="116" y="495"/>
                    <a:pt x="252" y="495"/>
                  </a:cubicBezTo>
                  <a:cubicBezTo>
                    <a:pt x="388" y="495"/>
                    <a:pt x="503" y="388"/>
                    <a:pt x="503" y="243"/>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3"/>
            <p:cNvSpPr/>
            <p:nvPr/>
          </p:nvSpPr>
          <p:spPr>
            <a:xfrm>
              <a:off x="3247875" y="3677600"/>
              <a:ext cx="12575" cy="12375"/>
            </a:xfrm>
            <a:custGeom>
              <a:avLst/>
              <a:gdLst/>
              <a:ahLst/>
              <a:cxnLst/>
              <a:rect l="l" t="t" r="r" b="b"/>
              <a:pathLst>
                <a:path w="503" h="495" extrusionOk="0">
                  <a:moveTo>
                    <a:pt x="252" y="1"/>
                  </a:moveTo>
                  <a:cubicBezTo>
                    <a:pt x="116" y="1"/>
                    <a:pt x="1" y="107"/>
                    <a:pt x="1" y="243"/>
                  </a:cubicBezTo>
                  <a:cubicBezTo>
                    <a:pt x="1" y="388"/>
                    <a:pt x="116" y="495"/>
                    <a:pt x="252" y="495"/>
                  </a:cubicBezTo>
                  <a:cubicBezTo>
                    <a:pt x="388" y="495"/>
                    <a:pt x="503" y="388"/>
                    <a:pt x="503" y="243"/>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3"/>
            <p:cNvSpPr/>
            <p:nvPr/>
          </p:nvSpPr>
          <p:spPr>
            <a:xfrm>
              <a:off x="3339850" y="3677600"/>
              <a:ext cx="12525" cy="12375"/>
            </a:xfrm>
            <a:custGeom>
              <a:avLst/>
              <a:gdLst/>
              <a:ahLst/>
              <a:cxnLst/>
              <a:rect l="l" t="t" r="r" b="b"/>
              <a:pathLst>
                <a:path w="501" h="495" extrusionOk="0">
                  <a:moveTo>
                    <a:pt x="251" y="1"/>
                  </a:moveTo>
                  <a:cubicBezTo>
                    <a:pt x="107" y="1"/>
                    <a:pt x="0" y="107"/>
                    <a:pt x="0" y="243"/>
                  </a:cubicBezTo>
                  <a:cubicBezTo>
                    <a:pt x="0" y="388"/>
                    <a:pt x="107" y="495"/>
                    <a:pt x="251" y="495"/>
                  </a:cubicBezTo>
                  <a:cubicBezTo>
                    <a:pt x="387" y="495"/>
                    <a:pt x="501" y="388"/>
                    <a:pt x="501" y="243"/>
                  </a:cubicBezTo>
                  <a:cubicBezTo>
                    <a:pt x="501"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3"/>
            <p:cNvSpPr/>
            <p:nvPr/>
          </p:nvSpPr>
          <p:spPr>
            <a:xfrm>
              <a:off x="3431575" y="3677600"/>
              <a:ext cx="12600" cy="12375"/>
            </a:xfrm>
            <a:custGeom>
              <a:avLst/>
              <a:gdLst/>
              <a:ahLst/>
              <a:cxnLst/>
              <a:rect l="l" t="t" r="r" b="b"/>
              <a:pathLst>
                <a:path w="504" h="495" extrusionOk="0">
                  <a:moveTo>
                    <a:pt x="252" y="1"/>
                  </a:moveTo>
                  <a:cubicBezTo>
                    <a:pt x="116" y="1"/>
                    <a:pt x="1" y="107"/>
                    <a:pt x="1" y="243"/>
                  </a:cubicBezTo>
                  <a:cubicBezTo>
                    <a:pt x="1" y="388"/>
                    <a:pt x="116" y="495"/>
                    <a:pt x="252" y="495"/>
                  </a:cubicBezTo>
                  <a:cubicBezTo>
                    <a:pt x="388" y="495"/>
                    <a:pt x="503" y="388"/>
                    <a:pt x="503" y="243"/>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3"/>
            <p:cNvSpPr/>
            <p:nvPr/>
          </p:nvSpPr>
          <p:spPr>
            <a:xfrm>
              <a:off x="3523550" y="3677600"/>
              <a:ext cx="12375" cy="12375"/>
            </a:xfrm>
            <a:custGeom>
              <a:avLst/>
              <a:gdLst/>
              <a:ahLst/>
              <a:cxnLst/>
              <a:rect l="l" t="t" r="r" b="b"/>
              <a:pathLst>
                <a:path w="495" h="495" extrusionOk="0">
                  <a:moveTo>
                    <a:pt x="250" y="1"/>
                  </a:moveTo>
                  <a:cubicBezTo>
                    <a:pt x="107" y="1"/>
                    <a:pt x="0" y="107"/>
                    <a:pt x="0" y="243"/>
                  </a:cubicBezTo>
                  <a:cubicBezTo>
                    <a:pt x="0" y="388"/>
                    <a:pt x="107" y="495"/>
                    <a:pt x="250" y="495"/>
                  </a:cubicBezTo>
                  <a:cubicBezTo>
                    <a:pt x="388" y="495"/>
                    <a:pt x="494" y="388"/>
                    <a:pt x="494" y="243"/>
                  </a:cubicBezTo>
                  <a:cubicBezTo>
                    <a:pt x="494" y="107"/>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3"/>
            <p:cNvSpPr/>
            <p:nvPr/>
          </p:nvSpPr>
          <p:spPr>
            <a:xfrm>
              <a:off x="676400" y="37693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3"/>
            <p:cNvSpPr/>
            <p:nvPr/>
          </p:nvSpPr>
          <p:spPr>
            <a:xfrm>
              <a:off x="768325" y="3769350"/>
              <a:ext cx="12400" cy="12600"/>
            </a:xfrm>
            <a:custGeom>
              <a:avLst/>
              <a:gdLst/>
              <a:ahLst/>
              <a:cxnLst/>
              <a:rect l="l" t="t" r="r" b="b"/>
              <a:pathLst>
                <a:path w="496" h="504"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3"/>
            <p:cNvSpPr/>
            <p:nvPr/>
          </p:nvSpPr>
          <p:spPr>
            <a:xfrm>
              <a:off x="860125" y="3769350"/>
              <a:ext cx="12525" cy="12600"/>
            </a:xfrm>
            <a:custGeom>
              <a:avLst/>
              <a:gdLst/>
              <a:ahLst/>
              <a:cxnLst/>
              <a:rect l="l" t="t" r="r" b="b"/>
              <a:pathLst>
                <a:path w="501" h="504"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3"/>
            <p:cNvSpPr/>
            <p:nvPr/>
          </p:nvSpPr>
          <p:spPr>
            <a:xfrm>
              <a:off x="951850" y="37693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3"/>
            <p:cNvSpPr/>
            <p:nvPr/>
          </p:nvSpPr>
          <p:spPr>
            <a:xfrm>
              <a:off x="1043825" y="376935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3"/>
            <p:cNvSpPr/>
            <p:nvPr/>
          </p:nvSpPr>
          <p:spPr>
            <a:xfrm>
              <a:off x="1135575" y="376935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3"/>
            <p:cNvSpPr/>
            <p:nvPr/>
          </p:nvSpPr>
          <p:spPr>
            <a:xfrm>
              <a:off x="1227500" y="3769350"/>
              <a:ext cx="12400" cy="12600"/>
            </a:xfrm>
            <a:custGeom>
              <a:avLst/>
              <a:gdLst/>
              <a:ahLst/>
              <a:cxnLst/>
              <a:rect l="l" t="t" r="r" b="b"/>
              <a:pathLst>
                <a:path w="496" h="504"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3"/>
            <p:cNvSpPr/>
            <p:nvPr/>
          </p:nvSpPr>
          <p:spPr>
            <a:xfrm>
              <a:off x="1319275" y="376935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3"/>
            <p:cNvSpPr/>
            <p:nvPr/>
          </p:nvSpPr>
          <p:spPr>
            <a:xfrm>
              <a:off x="1411200" y="3769350"/>
              <a:ext cx="12425" cy="12600"/>
            </a:xfrm>
            <a:custGeom>
              <a:avLst/>
              <a:gdLst/>
              <a:ahLst/>
              <a:cxnLst/>
              <a:rect l="l" t="t" r="r" b="b"/>
              <a:pathLst>
                <a:path w="497" h="504"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3"/>
            <p:cNvSpPr/>
            <p:nvPr/>
          </p:nvSpPr>
          <p:spPr>
            <a:xfrm>
              <a:off x="1503000" y="3769350"/>
              <a:ext cx="12525" cy="12600"/>
            </a:xfrm>
            <a:custGeom>
              <a:avLst/>
              <a:gdLst/>
              <a:ahLst/>
              <a:cxnLst/>
              <a:rect l="l" t="t" r="r" b="b"/>
              <a:pathLst>
                <a:path w="501" h="504"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3"/>
            <p:cNvSpPr/>
            <p:nvPr/>
          </p:nvSpPr>
          <p:spPr>
            <a:xfrm>
              <a:off x="1594750" y="376935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3"/>
            <p:cNvSpPr/>
            <p:nvPr/>
          </p:nvSpPr>
          <p:spPr>
            <a:xfrm>
              <a:off x="1686650" y="37693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3"/>
            <p:cNvSpPr/>
            <p:nvPr/>
          </p:nvSpPr>
          <p:spPr>
            <a:xfrm>
              <a:off x="1778450" y="376935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3"/>
            <p:cNvSpPr/>
            <p:nvPr/>
          </p:nvSpPr>
          <p:spPr>
            <a:xfrm>
              <a:off x="1870375" y="3769350"/>
              <a:ext cx="12400" cy="12600"/>
            </a:xfrm>
            <a:custGeom>
              <a:avLst/>
              <a:gdLst/>
              <a:ahLst/>
              <a:cxnLst/>
              <a:rect l="l" t="t" r="r" b="b"/>
              <a:pathLst>
                <a:path w="496" h="504"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3"/>
            <p:cNvSpPr/>
            <p:nvPr/>
          </p:nvSpPr>
          <p:spPr>
            <a:xfrm>
              <a:off x="1962150" y="376935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3"/>
            <p:cNvSpPr/>
            <p:nvPr/>
          </p:nvSpPr>
          <p:spPr>
            <a:xfrm>
              <a:off x="2054075" y="3769350"/>
              <a:ext cx="12425" cy="12600"/>
            </a:xfrm>
            <a:custGeom>
              <a:avLst/>
              <a:gdLst/>
              <a:ahLst/>
              <a:cxnLst/>
              <a:rect l="l" t="t" r="r" b="b"/>
              <a:pathLst>
                <a:path w="497" h="504"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3"/>
            <p:cNvSpPr/>
            <p:nvPr/>
          </p:nvSpPr>
          <p:spPr>
            <a:xfrm>
              <a:off x="2145825" y="37693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3"/>
            <p:cNvSpPr/>
            <p:nvPr/>
          </p:nvSpPr>
          <p:spPr>
            <a:xfrm>
              <a:off x="2237800" y="3769350"/>
              <a:ext cx="12350" cy="12600"/>
            </a:xfrm>
            <a:custGeom>
              <a:avLst/>
              <a:gdLst/>
              <a:ahLst/>
              <a:cxnLst/>
              <a:rect l="l" t="t" r="r" b="b"/>
              <a:pathLst>
                <a:path w="494" h="504"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3"/>
            <p:cNvSpPr/>
            <p:nvPr/>
          </p:nvSpPr>
          <p:spPr>
            <a:xfrm>
              <a:off x="2329550" y="376935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3"/>
            <p:cNvSpPr/>
            <p:nvPr/>
          </p:nvSpPr>
          <p:spPr>
            <a:xfrm>
              <a:off x="2421325" y="376935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3"/>
            <p:cNvSpPr/>
            <p:nvPr/>
          </p:nvSpPr>
          <p:spPr>
            <a:xfrm>
              <a:off x="2513250" y="3769350"/>
              <a:ext cx="12575" cy="12600"/>
            </a:xfrm>
            <a:custGeom>
              <a:avLst/>
              <a:gdLst/>
              <a:ahLst/>
              <a:cxnLst/>
              <a:rect l="l" t="t" r="r" b="b"/>
              <a:pathLst>
                <a:path w="503" h="504"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3"/>
            <p:cNvSpPr/>
            <p:nvPr/>
          </p:nvSpPr>
          <p:spPr>
            <a:xfrm>
              <a:off x="2605000" y="376935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3"/>
            <p:cNvSpPr/>
            <p:nvPr/>
          </p:nvSpPr>
          <p:spPr>
            <a:xfrm>
              <a:off x="2696950" y="3769350"/>
              <a:ext cx="12375" cy="12600"/>
            </a:xfrm>
            <a:custGeom>
              <a:avLst/>
              <a:gdLst/>
              <a:ahLst/>
              <a:cxnLst/>
              <a:rect l="l" t="t" r="r" b="b"/>
              <a:pathLst>
                <a:path w="495" h="504"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3"/>
            <p:cNvSpPr/>
            <p:nvPr/>
          </p:nvSpPr>
          <p:spPr>
            <a:xfrm>
              <a:off x="2788700" y="37693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3"/>
            <p:cNvSpPr/>
            <p:nvPr/>
          </p:nvSpPr>
          <p:spPr>
            <a:xfrm>
              <a:off x="2880675" y="3769350"/>
              <a:ext cx="12375" cy="12600"/>
            </a:xfrm>
            <a:custGeom>
              <a:avLst/>
              <a:gdLst/>
              <a:ahLst/>
              <a:cxnLst/>
              <a:rect l="l" t="t" r="r" b="b"/>
              <a:pathLst>
                <a:path w="495" h="504"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3"/>
            <p:cNvSpPr/>
            <p:nvPr/>
          </p:nvSpPr>
          <p:spPr>
            <a:xfrm>
              <a:off x="2972425" y="376935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3"/>
            <p:cNvSpPr/>
            <p:nvPr/>
          </p:nvSpPr>
          <p:spPr>
            <a:xfrm>
              <a:off x="3064375" y="3769350"/>
              <a:ext cx="12375" cy="12600"/>
            </a:xfrm>
            <a:custGeom>
              <a:avLst/>
              <a:gdLst/>
              <a:ahLst/>
              <a:cxnLst/>
              <a:rect l="l" t="t" r="r" b="b"/>
              <a:pathLst>
                <a:path w="495" h="504"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3"/>
            <p:cNvSpPr/>
            <p:nvPr/>
          </p:nvSpPr>
          <p:spPr>
            <a:xfrm>
              <a:off x="3156125" y="37693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3"/>
            <p:cNvSpPr/>
            <p:nvPr/>
          </p:nvSpPr>
          <p:spPr>
            <a:xfrm>
              <a:off x="3247875" y="3769350"/>
              <a:ext cx="12575" cy="12600"/>
            </a:xfrm>
            <a:custGeom>
              <a:avLst/>
              <a:gdLst/>
              <a:ahLst/>
              <a:cxnLst/>
              <a:rect l="l" t="t" r="r" b="b"/>
              <a:pathLst>
                <a:path w="503"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3"/>
            <p:cNvSpPr/>
            <p:nvPr/>
          </p:nvSpPr>
          <p:spPr>
            <a:xfrm>
              <a:off x="3339850" y="3769350"/>
              <a:ext cx="12525" cy="12600"/>
            </a:xfrm>
            <a:custGeom>
              <a:avLst/>
              <a:gdLst/>
              <a:ahLst/>
              <a:cxnLst/>
              <a:rect l="l" t="t" r="r" b="b"/>
              <a:pathLst>
                <a:path w="501" h="504"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3"/>
            <p:cNvSpPr/>
            <p:nvPr/>
          </p:nvSpPr>
          <p:spPr>
            <a:xfrm>
              <a:off x="3431575" y="37693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3"/>
            <p:cNvSpPr/>
            <p:nvPr/>
          </p:nvSpPr>
          <p:spPr>
            <a:xfrm>
              <a:off x="3523550" y="376935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3"/>
            <p:cNvSpPr/>
            <p:nvPr/>
          </p:nvSpPr>
          <p:spPr>
            <a:xfrm>
              <a:off x="676400" y="386110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3"/>
            <p:cNvSpPr/>
            <p:nvPr/>
          </p:nvSpPr>
          <p:spPr>
            <a:xfrm>
              <a:off x="768325" y="3861100"/>
              <a:ext cx="12400" cy="12575"/>
            </a:xfrm>
            <a:custGeom>
              <a:avLst/>
              <a:gdLst/>
              <a:ahLst/>
              <a:cxnLst/>
              <a:rect l="l" t="t" r="r" b="b"/>
              <a:pathLst>
                <a:path w="496" h="503"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3"/>
            <p:cNvSpPr/>
            <p:nvPr/>
          </p:nvSpPr>
          <p:spPr>
            <a:xfrm>
              <a:off x="860125" y="3861100"/>
              <a:ext cx="12525" cy="12575"/>
            </a:xfrm>
            <a:custGeom>
              <a:avLst/>
              <a:gdLst/>
              <a:ahLst/>
              <a:cxnLst/>
              <a:rect l="l" t="t" r="r" b="b"/>
              <a:pathLst>
                <a:path w="501" h="503"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3"/>
            <p:cNvSpPr/>
            <p:nvPr/>
          </p:nvSpPr>
          <p:spPr>
            <a:xfrm>
              <a:off x="951850" y="386110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3"/>
            <p:cNvSpPr/>
            <p:nvPr/>
          </p:nvSpPr>
          <p:spPr>
            <a:xfrm>
              <a:off x="1043825" y="3861100"/>
              <a:ext cx="12375" cy="12575"/>
            </a:xfrm>
            <a:custGeom>
              <a:avLst/>
              <a:gdLst/>
              <a:ahLst/>
              <a:cxnLst/>
              <a:rect l="l" t="t" r="r" b="b"/>
              <a:pathLst>
                <a:path w="495" h="503"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3"/>
            <p:cNvSpPr/>
            <p:nvPr/>
          </p:nvSpPr>
          <p:spPr>
            <a:xfrm>
              <a:off x="1135575" y="3861100"/>
              <a:ext cx="12575" cy="12575"/>
            </a:xfrm>
            <a:custGeom>
              <a:avLst/>
              <a:gdLst/>
              <a:ahLst/>
              <a:cxnLst/>
              <a:rect l="l" t="t" r="r" b="b"/>
              <a:pathLst>
                <a:path w="503" h="503"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3"/>
            <p:cNvSpPr/>
            <p:nvPr/>
          </p:nvSpPr>
          <p:spPr>
            <a:xfrm>
              <a:off x="1227500" y="3861100"/>
              <a:ext cx="12400" cy="12575"/>
            </a:xfrm>
            <a:custGeom>
              <a:avLst/>
              <a:gdLst/>
              <a:ahLst/>
              <a:cxnLst/>
              <a:rect l="l" t="t" r="r" b="b"/>
              <a:pathLst>
                <a:path w="496" h="503"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3"/>
            <p:cNvSpPr/>
            <p:nvPr/>
          </p:nvSpPr>
          <p:spPr>
            <a:xfrm>
              <a:off x="1319275" y="3861100"/>
              <a:ext cx="12550" cy="12575"/>
            </a:xfrm>
            <a:custGeom>
              <a:avLst/>
              <a:gdLst/>
              <a:ahLst/>
              <a:cxnLst/>
              <a:rect l="l" t="t" r="r" b="b"/>
              <a:pathLst>
                <a:path w="502" h="503"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3"/>
            <p:cNvSpPr/>
            <p:nvPr/>
          </p:nvSpPr>
          <p:spPr>
            <a:xfrm>
              <a:off x="1411200" y="3861100"/>
              <a:ext cx="12425" cy="12575"/>
            </a:xfrm>
            <a:custGeom>
              <a:avLst/>
              <a:gdLst/>
              <a:ahLst/>
              <a:cxnLst/>
              <a:rect l="l" t="t" r="r" b="b"/>
              <a:pathLst>
                <a:path w="497" h="503"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3"/>
            <p:cNvSpPr/>
            <p:nvPr/>
          </p:nvSpPr>
          <p:spPr>
            <a:xfrm>
              <a:off x="1503000" y="3861100"/>
              <a:ext cx="12525" cy="12575"/>
            </a:xfrm>
            <a:custGeom>
              <a:avLst/>
              <a:gdLst/>
              <a:ahLst/>
              <a:cxnLst/>
              <a:rect l="l" t="t" r="r" b="b"/>
              <a:pathLst>
                <a:path w="501" h="503"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3"/>
            <p:cNvSpPr/>
            <p:nvPr/>
          </p:nvSpPr>
          <p:spPr>
            <a:xfrm>
              <a:off x="1594750" y="3861100"/>
              <a:ext cx="12575" cy="12575"/>
            </a:xfrm>
            <a:custGeom>
              <a:avLst/>
              <a:gdLst/>
              <a:ahLst/>
              <a:cxnLst/>
              <a:rect l="l" t="t" r="r" b="b"/>
              <a:pathLst>
                <a:path w="503" h="503"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3"/>
            <p:cNvSpPr/>
            <p:nvPr/>
          </p:nvSpPr>
          <p:spPr>
            <a:xfrm>
              <a:off x="1686650" y="386110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3"/>
            <p:cNvSpPr/>
            <p:nvPr/>
          </p:nvSpPr>
          <p:spPr>
            <a:xfrm>
              <a:off x="1778450" y="3861100"/>
              <a:ext cx="12550" cy="12575"/>
            </a:xfrm>
            <a:custGeom>
              <a:avLst/>
              <a:gdLst/>
              <a:ahLst/>
              <a:cxnLst/>
              <a:rect l="l" t="t" r="r" b="b"/>
              <a:pathLst>
                <a:path w="502" h="503"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3"/>
            <p:cNvSpPr/>
            <p:nvPr/>
          </p:nvSpPr>
          <p:spPr>
            <a:xfrm>
              <a:off x="1870375" y="3861100"/>
              <a:ext cx="12400" cy="12575"/>
            </a:xfrm>
            <a:custGeom>
              <a:avLst/>
              <a:gdLst/>
              <a:ahLst/>
              <a:cxnLst/>
              <a:rect l="l" t="t" r="r" b="b"/>
              <a:pathLst>
                <a:path w="496" h="503"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3"/>
            <p:cNvSpPr/>
            <p:nvPr/>
          </p:nvSpPr>
          <p:spPr>
            <a:xfrm>
              <a:off x="1962150" y="3861100"/>
              <a:ext cx="12550" cy="12575"/>
            </a:xfrm>
            <a:custGeom>
              <a:avLst/>
              <a:gdLst/>
              <a:ahLst/>
              <a:cxnLst/>
              <a:rect l="l" t="t" r="r" b="b"/>
              <a:pathLst>
                <a:path w="502" h="503"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3"/>
            <p:cNvSpPr/>
            <p:nvPr/>
          </p:nvSpPr>
          <p:spPr>
            <a:xfrm>
              <a:off x="2054075" y="3861100"/>
              <a:ext cx="12425" cy="12575"/>
            </a:xfrm>
            <a:custGeom>
              <a:avLst/>
              <a:gdLst/>
              <a:ahLst/>
              <a:cxnLst/>
              <a:rect l="l" t="t" r="r" b="b"/>
              <a:pathLst>
                <a:path w="497" h="503"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3"/>
            <p:cNvSpPr/>
            <p:nvPr/>
          </p:nvSpPr>
          <p:spPr>
            <a:xfrm>
              <a:off x="2145825" y="386110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3"/>
            <p:cNvSpPr/>
            <p:nvPr/>
          </p:nvSpPr>
          <p:spPr>
            <a:xfrm>
              <a:off x="2237800" y="3861100"/>
              <a:ext cx="12350" cy="12575"/>
            </a:xfrm>
            <a:custGeom>
              <a:avLst/>
              <a:gdLst/>
              <a:ahLst/>
              <a:cxnLst/>
              <a:rect l="l" t="t" r="r" b="b"/>
              <a:pathLst>
                <a:path w="494" h="503"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3"/>
            <p:cNvSpPr/>
            <p:nvPr/>
          </p:nvSpPr>
          <p:spPr>
            <a:xfrm>
              <a:off x="2329550" y="3861100"/>
              <a:ext cx="12575" cy="12575"/>
            </a:xfrm>
            <a:custGeom>
              <a:avLst/>
              <a:gdLst/>
              <a:ahLst/>
              <a:cxnLst/>
              <a:rect l="l" t="t" r="r" b="b"/>
              <a:pathLst>
                <a:path w="503" h="503"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3"/>
            <p:cNvSpPr/>
            <p:nvPr/>
          </p:nvSpPr>
          <p:spPr>
            <a:xfrm>
              <a:off x="2421325" y="3861100"/>
              <a:ext cx="12550" cy="12575"/>
            </a:xfrm>
            <a:custGeom>
              <a:avLst/>
              <a:gdLst/>
              <a:ahLst/>
              <a:cxnLst/>
              <a:rect l="l" t="t" r="r" b="b"/>
              <a:pathLst>
                <a:path w="502" h="503"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3"/>
            <p:cNvSpPr/>
            <p:nvPr/>
          </p:nvSpPr>
          <p:spPr>
            <a:xfrm>
              <a:off x="2513250" y="3861100"/>
              <a:ext cx="12575" cy="12575"/>
            </a:xfrm>
            <a:custGeom>
              <a:avLst/>
              <a:gdLst/>
              <a:ahLst/>
              <a:cxnLst/>
              <a:rect l="l" t="t" r="r" b="b"/>
              <a:pathLst>
                <a:path w="503" h="503"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3"/>
            <p:cNvSpPr/>
            <p:nvPr/>
          </p:nvSpPr>
          <p:spPr>
            <a:xfrm>
              <a:off x="2605000" y="3861100"/>
              <a:ext cx="12575" cy="12575"/>
            </a:xfrm>
            <a:custGeom>
              <a:avLst/>
              <a:gdLst/>
              <a:ahLst/>
              <a:cxnLst/>
              <a:rect l="l" t="t" r="r" b="b"/>
              <a:pathLst>
                <a:path w="503" h="503"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3"/>
            <p:cNvSpPr/>
            <p:nvPr/>
          </p:nvSpPr>
          <p:spPr>
            <a:xfrm>
              <a:off x="2696950" y="3861100"/>
              <a:ext cx="12375" cy="12575"/>
            </a:xfrm>
            <a:custGeom>
              <a:avLst/>
              <a:gdLst/>
              <a:ahLst/>
              <a:cxnLst/>
              <a:rect l="l" t="t" r="r" b="b"/>
              <a:pathLst>
                <a:path w="495" h="503"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3"/>
            <p:cNvSpPr/>
            <p:nvPr/>
          </p:nvSpPr>
          <p:spPr>
            <a:xfrm>
              <a:off x="2788700" y="386110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3"/>
            <p:cNvSpPr/>
            <p:nvPr/>
          </p:nvSpPr>
          <p:spPr>
            <a:xfrm>
              <a:off x="2880675" y="3861100"/>
              <a:ext cx="12375" cy="12575"/>
            </a:xfrm>
            <a:custGeom>
              <a:avLst/>
              <a:gdLst/>
              <a:ahLst/>
              <a:cxnLst/>
              <a:rect l="l" t="t" r="r" b="b"/>
              <a:pathLst>
                <a:path w="495" h="503"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3"/>
            <p:cNvSpPr/>
            <p:nvPr/>
          </p:nvSpPr>
          <p:spPr>
            <a:xfrm>
              <a:off x="2972425" y="3861100"/>
              <a:ext cx="12575" cy="12575"/>
            </a:xfrm>
            <a:custGeom>
              <a:avLst/>
              <a:gdLst/>
              <a:ahLst/>
              <a:cxnLst/>
              <a:rect l="l" t="t" r="r" b="b"/>
              <a:pathLst>
                <a:path w="503" h="503"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3"/>
            <p:cNvSpPr/>
            <p:nvPr/>
          </p:nvSpPr>
          <p:spPr>
            <a:xfrm>
              <a:off x="3064375" y="3861100"/>
              <a:ext cx="12375" cy="12575"/>
            </a:xfrm>
            <a:custGeom>
              <a:avLst/>
              <a:gdLst/>
              <a:ahLst/>
              <a:cxnLst/>
              <a:rect l="l" t="t" r="r" b="b"/>
              <a:pathLst>
                <a:path w="495" h="503"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3"/>
            <p:cNvSpPr/>
            <p:nvPr/>
          </p:nvSpPr>
          <p:spPr>
            <a:xfrm>
              <a:off x="3156125" y="386110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3"/>
            <p:cNvSpPr/>
            <p:nvPr/>
          </p:nvSpPr>
          <p:spPr>
            <a:xfrm>
              <a:off x="3247875" y="3861100"/>
              <a:ext cx="12575" cy="12575"/>
            </a:xfrm>
            <a:custGeom>
              <a:avLst/>
              <a:gdLst/>
              <a:ahLst/>
              <a:cxnLst/>
              <a:rect l="l" t="t" r="r" b="b"/>
              <a:pathLst>
                <a:path w="503"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3"/>
            <p:cNvSpPr/>
            <p:nvPr/>
          </p:nvSpPr>
          <p:spPr>
            <a:xfrm>
              <a:off x="3339850" y="3861100"/>
              <a:ext cx="12525" cy="12575"/>
            </a:xfrm>
            <a:custGeom>
              <a:avLst/>
              <a:gdLst/>
              <a:ahLst/>
              <a:cxnLst/>
              <a:rect l="l" t="t" r="r" b="b"/>
              <a:pathLst>
                <a:path w="501" h="503"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3"/>
            <p:cNvSpPr/>
            <p:nvPr/>
          </p:nvSpPr>
          <p:spPr>
            <a:xfrm>
              <a:off x="3431575" y="386110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3"/>
            <p:cNvSpPr/>
            <p:nvPr/>
          </p:nvSpPr>
          <p:spPr>
            <a:xfrm>
              <a:off x="3523550" y="3861100"/>
              <a:ext cx="12375" cy="12575"/>
            </a:xfrm>
            <a:custGeom>
              <a:avLst/>
              <a:gdLst/>
              <a:ahLst/>
              <a:cxnLst/>
              <a:rect l="l" t="t" r="r" b="b"/>
              <a:pathLst>
                <a:path w="495" h="503"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3"/>
            <p:cNvSpPr/>
            <p:nvPr/>
          </p:nvSpPr>
          <p:spPr>
            <a:xfrm>
              <a:off x="676400" y="3953075"/>
              <a:ext cx="12600" cy="12350"/>
            </a:xfrm>
            <a:custGeom>
              <a:avLst/>
              <a:gdLst/>
              <a:ahLst/>
              <a:cxnLst/>
              <a:rect l="l" t="t" r="r" b="b"/>
              <a:pathLst>
                <a:path w="504" h="494" extrusionOk="0">
                  <a:moveTo>
                    <a:pt x="252" y="0"/>
                  </a:moveTo>
                  <a:cubicBezTo>
                    <a:pt x="116" y="0"/>
                    <a:pt x="1" y="107"/>
                    <a:pt x="1" y="251"/>
                  </a:cubicBezTo>
                  <a:cubicBezTo>
                    <a:pt x="1" y="387"/>
                    <a:pt x="116" y="494"/>
                    <a:pt x="252" y="494"/>
                  </a:cubicBezTo>
                  <a:cubicBezTo>
                    <a:pt x="388" y="494"/>
                    <a:pt x="503" y="387"/>
                    <a:pt x="503" y="251"/>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3"/>
            <p:cNvSpPr/>
            <p:nvPr/>
          </p:nvSpPr>
          <p:spPr>
            <a:xfrm>
              <a:off x="768325" y="3953075"/>
              <a:ext cx="12400" cy="12350"/>
            </a:xfrm>
            <a:custGeom>
              <a:avLst/>
              <a:gdLst/>
              <a:ahLst/>
              <a:cxnLst/>
              <a:rect l="l" t="t" r="r" b="b"/>
              <a:pathLst>
                <a:path w="496" h="494" extrusionOk="0">
                  <a:moveTo>
                    <a:pt x="245" y="0"/>
                  </a:moveTo>
                  <a:cubicBezTo>
                    <a:pt x="109" y="0"/>
                    <a:pt x="0" y="107"/>
                    <a:pt x="0" y="251"/>
                  </a:cubicBezTo>
                  <a:cubicBezTo>
                    <a:pt x="0" y="387"/>
                    <a:pt x="109" y="494"/>
                    <a:pt x="245" y="494"/>
                  </a:cubicBezTo>
                  <a:cubicBezTo>
                    <a:pt x="388" y="494"/>
                    <a:pt x="496" y="387"/>
                    <a:pt x="496" y="251"/>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3"/>
            <p:cNvSpPr/>
            <p:nvPr/>
          </p:nvSpPr>
          <p:spPr>
            <a:xfrm>
              <a:off x="860125" y="3953075"/>
              <a:ext cx="12525" cy="12350"/>
            </a:xfrm>
            <a:custGeom>
              <a:avLst/>
              <a:gdLst/>
              <a:ahLst/>
              <a:cxnLst/>
              <a:rect l="l" t="t" r="r" b="b"/>
              <a:pathLst>
                <a:path w="501" h="494" extrusionOk="0">
                  <a:moveTo>
                    <a:pt x="251" y="0"/>
                  </a:moveTo>
                  <a:cubicBezTo>
                    <a:pt x="114" y="0"/>
                    <a:pt x="0" y="107"/>
                    <a:pt x="0" y="251"/>
                  </a:cubicBezTo>
                  <a:cubicBezTo>
                    <a:pt x="0" y="387"/>
                    <a:pt x="114" y="494"/>
                    <a:pt x="251" y="494"/>
                  </a:cubicBezTo>
                  <a:cubicBezTo>
                    <a:pt x="387" y="494"/>
                    <a:pt x="501" y="387"/>
                    <a:pt x="501" y="251"/>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3"/>
            <p:cNvSpPr/>
            <p:nvPr/>
          </p:nvSpPr>
          <p:spPr>
            <a:xfrm>
              <a:off x="951850" y="3953075"/>
              <a:ext cx="12600" cy="12350"/>
            </a:xfrm>
            <a:custGeom>
              <a:avLst/>
              <a:gdLst/>
              <a:ahLst/>
              <a:cxnLst/>
              <a:rect l="l" t="t" r="r" b="b"/>
              <a:pathLst>
                <a:path w="504" h="494" extrusionOk="0">
                  <a:moveTo>
                    <a:pt x="252" y="0"/>
                  </a:moveTo>
                  <a:cubicBezTo>
                    <a:pt x="116" y="0"/>
                    <a:pt x="1" y="107"/>
                    <a:pt x="1" y="251"/>
                  </a:cubicBezTo>
                  <a:cubicBezTo>
                    <a:pt x="1" y="387"/>
                    <a:pt x="116" y="494"/>
                    <a:pt x="252" y="494"/>
                  </a:cubicBezTo>
                  <a:cubicBezTo>
                    <a:pt x="388" y="494"/>
                    <a:pt x="503" y="387"/>
                    <a:pt x="503" y="251"/>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3"/>
            <p:cNvSpPr/>
            <p:nvPr/>
          </p:nvSpPr>
          <p:spPr>
            <a:xfrm>
              <a:off x="1043825" y="3953075"/>
              <a:ext cx="12375" cy="12350"/>
            </a:xfrm>
            <a:custGeom>
              <a:avLst/>
              <a:gdLst/>
              <a:ahLst/>
              <a:cxnLst/>
              <a:rect l="l" t="t" r="r" b="b"/>
              <a:pathLst>
                <a:path w="495" h="494" extrusionOk="0">
                  <a:moveTo>
                    <a:pt x="250" y="0"/>
                  </a:moveTo>
                  <a:cubicBezTo>
                    <a:pt x="107" y="0"/>
                    <a:pt x="0" y="107"/>
                    <a:pt x="0" y="251"/>
                  </a:cubicBezTo>
                  <a:cubicBezTo>
                    <a:pt x="0" y="387"/>
                    <a:pt x="107" y="494"/>
                    <a:pt x="250" y="494"/>
                  </a:cubicBezTo>
                  <a:cubicBezTo>
                    <a:pt x="388" y="494"/>
                    <a:pt x="494" y="387"/>
                    <a:pt x="494" y="251"/>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3"/>
            <p:cNvSpPr/>
            <p:nvPr/>
          </p:nvSpPr>
          <p:spPr>
            <a:xfrm>
              <a:off x="1135575" y="3953075"/>
              <a:ext cx="12575" cy="12350"/>
            </a:xfrm>
            <a:custGeom>
              <a:avLst/>
              <a:gdLst/>
              <a:ahLst/>
              <a:cxnLst/>
              <a:rect l="l" t="t" r="r" b="b"/>
              <a:pathLst>
                <a:path w="503" h="494" extrusionOk="0">
                  <a:moveTo>
                    <a:pt x="252" y="0"/>
                  </a:moveTo>
                  <a:cubicBezTo>
                    <a:pt x="116" y="0"/>
                    <a:pt x="0" y="107"/>
                    <a:pt x="0" y="251"/>
                  </a:cubicBezTo>
                  <a:cubicBezTo>
                    <a:pt x="0" y="387"/>
                    <a:pt x="116" y="494"/>
                    <a:pt x="252" y="494"/>
                  </a:cubicBezTo>
                  <a:cubicBezTo>
                    <a:pt x="387" y="494"/>
                    <a:pt x="503" y="387"/>
                    <a:pt x="503" y="251"/>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3"/>
            <p:cNvSpPr/>
            <p:nvPr/>
          </p:nvSpPr>
          <p:spPr>
            <a:xfrm>
              <a:off x="1227500" y="3953075"/>
              <a:ext cx="12400" cy="12350"/>
            </a:xfrm>
            <a:custGeom>
              <a:avLst/>
              <a:gdLst/>
              <a:ahLst/>
              <a:cxnLst/>
              <a:rect l="l" t="t" r="r" b="b"/>
              <a:pathLst>
                <a:path w="496" h="494" extrusionOk="0">
                  <a:moveTo>
                    <a:pt x="251" y="0"/>
                  </a:moveTo>
                  <a:cubicBezTo>
                    <a:pt x="109" y="0"/>
                    <a:pt x="0" y="107"/>
                    <a:pt x="0" y="251"/>
                  </a:cubicBezTo>
                  <a:cubicBezTo>
                    <a:pt x="0" y="387"/>
                    <a:pt x="109" y="494"/>
                    <a:pt x="251" y="494"/>
                  </a:cubicBezTo>
                  <a:cubicBezTo>
                    <a:pt x="387" y="494"/>
                    <a:pt x="496" y="387"/>
                    <a:pt x="496" y="251"/>
                  </a:cubicBezTo>
                  <a:cubicBezTo>
                    <a:pt x="496"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3"/>
            <p:cNvSpPr/>
            <p:nvPr/>
          </p:nvSpPr>
          <p:spPr>
            <a:xfrm>
              <a:off x="1319275" y="3953075"/>
              <a:ext cx="12550" cy="12350"/>
            </a:xfrm>
            <a:custGeom>
              <a:avLst/>
              <a:gdLst/>
              <a:ahLst/>
              <a:cxnLst/>
              <a:rect l="l" t="t" r="r" b="b"/>
              <a:pathLst>
                <a:path w="502" h="494" extrusionOk="0">
                  <a:moveTo>
                    <a:pt x="252" y="0"/>
                  </a:moveTo>
                  <a:cubicBezTo>
                    <a:pt x="114" y="0"/>
                    <a:pt x="1" y="107"/>
                    <a:pt x="1" y="251"/>
                  </a:cubicBezTo>
                  <a:cubicBezTo>
                    <a:pt x="1" y="387"/>
                    <a:pt x="114" y="494"/>
                    <a:pt x="252" y="494"/>
                  </a:cubicBezTo>
                  <a:cubicBezTo>
                    <a:pt x="388" y="494"/>
                    <a:pt x="501" y="387"/>
                    <a:pt x="501" y="251"/>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3"/>
            <p:cNvSpPr/>
            <p:nvPr/>
          </p:nvSpPr>
          <p:spPr>
            <a:xfrm>
              <a:off x="1411200" y="3953075"/>
              <a:ext cx="12425" cy="12350"/>
            </a:xfrm>
            <a:custGeom>
              <a:avLst/>
              <a:gdLst/>
              <a:ahLst/>
              <a:cxnLst/>
              <a:rect l="l" t="t" r="r" b="b"/>
              <a:pathLst>
                <a:path w="497" h="494" extrusionOk="0">
                  <a:moveTo>
                    <a:pt x="245" y="0"/>
                  </a:moveTo>
                  <a:cubicBezTo>
                    <a:pt x="109" y="0"/>
                    <a:pt x="1" y="107"/>
                    <a:pt x="1" y="251"/>
                  </a:cubicBezTo>
                  <a:cubicBezTo>
                    <a:pt x="1" y="387"/>
                    <a:pt x="109" y="494"/>
                    <a:pt x="245" y="494"/>
                  </a:cubicBezTo>
                  <a:cubicBezTo>
                    <a:pt x="388" y="494"/>
                    <a:pt x="496" y="387"/>
                    <a:pt x="496" y="251"/>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3"/>
            <p:cNvSpPr/>
            <p:nvPr/>
          </p:nvSpPr>
          <p:spPr>
            <a:xfrm>
              <a:off x="1503000" y="3953075"/>
              <a:ext cx="12525" cy="12350"/>
            </a:xfrm>
            <a:custGeom>
              <a:avLst/>
              <a:gdLst/>
              <a:ahLst/>
              <a:cxnLst/>
              <a:rect l="l" t="t" r="r" b="b"/>
              <a:pathLst>
                <a:path w="501" h="494" extrusionOk="0">
                  <a:moveTo>
                    <a:pt x="250" y="0"/>
                  </a:moveTo>
                  <a:cubicBezTo>
                    <a:pt x="114" y="0"/>
                    <a:pt x="0" y="107"/>
                    <a:pt x="0" y="251"/>
                  </a:cubicBezTo>
                  <a:cubicBezTo>
                    <a:pt x="0" y="387"/>
                    <a:pt x="114" y="494"/>
                    <a:pt x="250" y="494"/>
                  </a:cubicBezTo>
                  <a:cubicBezTo>
                    <a:pt x="387" y="494"/>
                    <a:pt x="501" y="387"/>
                    <a:pt x="501" y="251"/>
                  </a:cubicBezTo>
                  <a:cubicBezTo>
                    <a:pt x="501" y="107"/>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3"/>
            <p:cNvSpPr/>
            <p:nvPr/>
          </p:nvSpPr>
          <p:spPr>
            <a:xfrm>
              <a:off x="1594750" y="3953075"/>
              <a:ext cx="12575" cy="12350"/>
            </a:xfrm>
            <a:custGeom>
              <a:avLst/>
              <a:gdLst/>
              <a:ahLst/>
              <a:cxnLst/>
              <a:rect l="l" t="t" r="r" b="b"/>
              <a:pathLst>
                <a:path w="503" h="494" extrusionOk="0">
                  <a:moveTo>
                    <a:pt x="251" y="0"/>
                  </a:moveTo>
                  <a:cubicBezTo>
                    <a:pt x="115" y="0"/>
                    <a:pt x="0" y="107"/>
                    <a:pt x="0" y="251"/>
                  </a:cubicBezTo>
                  <a:cubicBezTo>
                    <a:pt x="0" y="387"/>
                    <a:pt x="115" y="494"/>
                    <a:pt x="251" y="494"/>
                  </a:cubicBezTo>
                  <a:cubicBezTo>
                    <a:pt x="394" y="494"/>
                    <a:pt x="503" y="387"/>
                    <a:pt x="503" y="251"/>
                  </a:cubicBezTo>
                  <a:cubicBezTo>
                    <a:pt x="503" y="107"/>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3"/>
            <p:cNvSpPr/>
            <p:nvPr/>
          </p:nvSpPr>
          <p:spPr>
            <a:xfrm>
              <a:off x="1686650" y="3953075"/>
              <a:ext cx="12600" cy="12350"/>
            </a:xfrm>
            <a:custGeom>
              <a:avLst/>
              <a:gdLst/>
              <a:ahLst/>
              <a:cxnLst/>
              <a:rect l="l" t="t" r="r" b="b"/>
              <a:pathLst>
                <a:path w="504" h="494" extrusionOk="0">
                  <a:moveTo>
                    <a:pt x="252" y="0"/>
                  </a:moveTo>
                  <a:cubicBezTo>
                    <a:pt x="116" y="0"/>
                    <a:pt x="1" y="107"/>
                    <a:pt x="1" y="251"/>
                  </a:cubicBezTo>
                  <a:cubicBezTo>
                    <a:pt x="1" y="387"/>
                    <a:pt x="116" y="494"/>
                    <a:pt x="252" y="494"/>
                  </a:cubicBezTo>
                  <a:cubicBezTo>
                    <a:pt x="388" y="494"/>
                    <a:pt x="503" y="387"/>
                    <a:pt x="503" y="251"/>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3"/>
            <p:cNvSpPr/>
            <p:nvPr/>
          </p:nvSpPr>
          <p:spPr>
            <a:xfrm>
              <a:off x="1778450" y="3953075"/>
              <a:ext cx="12550" cy="12350"/>
            </a:xfrm>
            <a:custGeom>
              <a:avLst/>
              <a:gdLst/>
              <a:ahLst/>
              <a:cxnLst/>
              <a:rect l="l" t="t" r="r" b="b"/>
              <a:pathLst>
                <a:path w="502" h="494" extrusionOk="0">
                  <a:moveTo>
                    <a:pt x="252" y="0"/>
                  </a:moveTo>
                  <a:cubicBezTo>
                    <a:pt x="114" y="0"/>
                    <a:pt x="1" y="107"/>
                    <a:pt x="1" y="251"/>
                  </a:cubicBezTo>
                  <a:cubicBezTo>
                    <a:pt x="1" y="387"/>
                    <a:pt x="114" y="494"/>
                    <a:pt x="252" y="494"/>
                  </a:cubicBezTo>
                  <a:cubicBezTo>
                    <a:pt x="388" y="494"/>
                    <a:pt x="501" y="387"/>
                    <a:pt x="501" y="251"/>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3"/>
            <p:cNvSpPr/>
            <p:nvPr/>
          </p:nvSpPr>
          <p:spPr>
            <a:xfrm>
              <a:off x="1870375" y="3953075"/>
              <a:ext cx="12400" cy="12350"/>
            </a:xfrm>
            <a:custGeom>
              <a:avLst/>
              <a:gdLst/>
              <a:ahLst/>
              <a:cxnLst/>
              <a:rect l="l" t="t" r="r" b="b"/>
              <a:pathLst>
                <a:path w="496" h="494" extrusionOk="0">
                  <a:moveTo>
                    <a:pt x="252" y="0"/>
                  </a:moveTo>
                  <a:cubicBezTo>
                    <a:pt x="109" y="0"/>
                    <a:pt x="0" y="107"/>
                    <a:pt x="0" y="251"/>
                  </a:cubicBezTo>
                  <a:cubicBezTo>
                    <a:pt x="0" y="387"/>
                    <a:pt x="109" y="494"/>
                    <a:pt x="252" y="494"/>
                  </a:cubicBezTo>
                  <a:cubicBezTo>
                    <a:pt x="387" y="494"/>
                    <a:pt x="496" y="387"/>
                    <a:pt x="496" y="251"/>
                  </a:cubicBezTo>
                  <a:cubicBezTo>
                    <a:pt x="496"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3"/>
            <p:cNvSpPr/>
            <p:nvPr/>
          </p:nvSpPr>
          <p:spPr>
            <a:xfrm>
              <a:off x="1962150" y="3953075"/>
              <a:ext cx="12550" cy="12350"/>
            </a:xfrm>
            <a:custGeom>
              <a:avLst/>
              <a:gdLst/>
              <a:ahLst/>
              <a:cxnLst/>
              <a:rect l="l" t="t" r="r" b="b"/>
              <a:pathLst>
                <a:path w="502" h="494" extrusionOk="0">
                  <a:moveTo>
                    <a:pt x="250" y="0"/>
                  </a:moveTo>
                  <a:cubicBezTo>
                    <a:pt x="114" y="0"/>
                    <a:pt x="1" y="107"/>
                    <a:pt x="1" y="251"/>
                  </a:cubicBezTo>
                  <a:cubicBezTo>
                    <a:pt x="1" y="387"/>
                    <a:pt x="114" y="494"/>
                    <a:pt x="250" y="494"/>
                  </a:cubicBezTo>
                  <a:cubicBezTo>
                    <a:pt x="388" y="494"/>
                    <a:pt x="502" y="387"/>
                    <a:pt x="502" y="251"/>
                  </a:cubicBezTo>
                  <a:cubicBezTo>
                    <a:pt x="502"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3"/>
            <p:cNvSpPr/>
            <p:nvPr/>
          </p:nvSpPr>
          <p:spPr>
            <a:xfrm>
              <a:off x="2054075" y="3953075"/>
              <a:ext cx="12425" cy="12350"/>
            </a:xfrm>
            <a:custGeom>
              <a:avLst/>
              <a:gdLst/>
              <a:ahLst/>
              <a:cxnLst/>
              <a:rect l="l" t="t" r="r" b="b"/>
              <a:pathLst>
                <a:path w="497" h="494" extrusionOk="0">
                  <a:moveTo>
                    <a:pt x="252" y="0"/>
                  </a:moveTo>
                  <a:cubicBezTo>
                    <a:pt x="109" y="0"/>
                    <a:pt x="1" y="107"/>
                    <a:pt x="1" y="251"/>
                  </a:cubicBezTo>
                  <a:cubicBezTo>
                    <a:pt x="1" y="387"/>
                    <a:pt x="109" y="494"/>
                    <a:pt x="252" y="494"/>
                  </a:cubicBezTo>
                  <a:cubicBezTo>
                    <a:pt x="388" y="494"/>
                    <a:pt x="496" y="387"/>
                    <a:pt x="496" y="251"/>
                  </a:cubicBezTo>
                  <a:cubicBezTo>
                    <a:pt x="496"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3"/>
            <p:cNvSpPr/>
            <p:nvPr/>
          </p:nvSpPr>
          <p:spPr>
            <a:xfrm>
              <a:off x="2145825" y="3953075"/>
              <a:ext cx="12600" cy="12350"/>
            </a:xfrm>
            <a:custGeom>
              <a:avLst/>
              <a:gdLst/>
              <a:ahLst/>
              <a:cxnLst/>
              <a:rect l="l" t="t" r="r" b="b"/>
              <a:pathLst>
                <a:path w="504" h="494" extrusionOk="0">
                  <a:moveTo>
                    <a:pt x="252" y="0"/>
                  </a:moveTo>
                  <a:cubicBezTo>
                    <a:pt x="116" y="0"/>
                    <a:pt x="1" y="107"/>
                    <a:pt x="1" y="251"/>
                  </a:cubicBezTo>
                  <a:cubicBezTo>
                    <a:pt x="1" y="387"/>
                    <a:pt x="116" y="494"/>
                    <a:pt x="252" y="494"/>
                  </a:cubicBezTo>
                  <a:cubicBezTo>
                    <a:pt x="388" y="494"/>
                    <a:pt x="503" y="387"/>
                    <a:pt x="503" y="251"/>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3"/>
            <p:cNvSpPr/>
            <p:nvPr/>
          </p:nvSpPr>
          <p:spPr>
            <a:xfrm>
              <a:off x="2237800" y="3953075"/>
              <a:ext cx="12350" cy="12350"/>
            </a:xfrm>
            <a:custGeom>
              <a:avLst/>
              <a:gdLst/>
              <a:ahLst/>
              <a:cxnLst/>
              <a:rect l="l" t="t" r="r" b="b"/>
              <a:pathLst>
                <a:path w="494" h="494" extrusionOk="0">
                  <a:moveTo>
                    <a:pt x="244" y="0"/>
                  </a:moveTo>
                  <a:cubicBezTo>
                    <a:pt x="107" y="0"/>
                    <a:pt x="0" y="107"/>
                    <a:pt x="0" y="251"/>
                  </a:cubicBezTo>
                  <a:cubicBezTo>
                    <a:pt x="0" y="387"/>
                    <a:pt x="107" y="494"/>
                    <a:pt x="244" y="494"/>
                  </a:cubicBezTo>
                  <a:cubicBezTo>
                    <a:pt x="387" y="494"/>
                    <a:pt x="494" y="387"/>
                    <a:pt x="494" y="251"/>
                  </a:cubicBezTo>
                  <a:cubicBezTo>
                    <a:pt x="494" y="107"/>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3"/>
            <p:cNvSpPr/>
            <p:nvPr/>
          </p:nvSpPr>
          <p:spPr>
            <a:xfrm>
              <a:off x="2329550" y="3953075"/>
              <a:ext cx="12575" cy="12350"/>
            </a:xfrm>
            <a:custGeom>
              <a:avLst/>
              <a:gdLst/>
              <a:ahLst/>
              <a:cxnLst/>
              <a:rect l="l" t="t" r="r" b="b"/>
              <a:pathLst>
                <a:path w="503" h="494" extrusionOk="0">
                  <a:moveTo>
                    <a:pt x="251" y="0"/>
                  </a:moveTo>
                  <a:cubicBezTo>
                    <a:pt x="115" y="0"/>
                    <a:pt x="0" y="107"/>
                    <a:pt x="0" y="251"/>
                  </a:cubicBezTo>
                  <a:cubicBezTo>
                    <a:pt x="0" y="387"/>
                    <a:pt x="115" y="494"/>
                    <a:pt x="251" y="494"/>
                  </a:cubicBezTo>
                  <a:cubicBezTo>
                    <a:pt x="387" y="494"/>
                    <a:pt x="502" y="387"/>
                    <a:pt x="502" y="251"/>
                  </a:cubicBezTo>
                  <a:cubicBezTo>
                    <a:pt x="502"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3"/>
            <p:cNvSpPr/>
            <p:nvPr/>
          </p:nvSpPr>
          <p:spPr>
            <a:xfrm>
              <a:off x="2421325" y="3953075"/>
              <a:ext cx="12550" cy="12350"/>
            </a:xfrm>
            <a:custGeom>
              <a:avLst/>
              <a:gdLst/>
              <a:ahLst/>
              <a:cxnLst/>
              <a:rect l="l" t="t" r="r" b="b"/>
              <a:pathLst>
                <a:path w="502" h="494" extrusionOk="0">
                  <a:moveTo>
                    <a:pt x="250" y="0"/>
                  </a:moveTo>
                  <a:cubicBezTo>
                    <a:pt x="114" y="0"/>
                    <a:pt x="1" y="107"/>
                    <a:pt x="1" y="251"/>
                  </a:cubicBezTo>
                  <a:cubicBezTo>
                    <a:pt x="1" y="387"/>
                    <a:pt x="114" y="494"/>
                    <a:pt x="250" y="494"/>
                  </a:cubicBezTo>
                  <a:cubicBezTo>
                    <a:pt x="395" y="494"/>
                    <a:pt x="501" y="387"/>
                    <a:pt x="501" y="251"/>
                  </a:cubicBezTo>
                  <a:cubicBezTo>
                    <a:pt x="501" y="107"/>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3"/>
            <p:cNvSpPr/>
            <p:nvPr/>
          </p:nvSpPr>
          <p:spPr>
            <a:xfrm>
              <a:off x="2513250" y="3953075"/>
              <a:ext cx="12575" cy="12350"/>
            </a:xfrm>
            <a:custGeom>
              <a:avLst/>
              <a:gdLst/>
              <a:ahLst/>
              <a:cxnLst/>
              <a:rect l="l" t="t" r="r" b="b"/>
              <a:pathLst>
                <a:path w="503" h="494" extrusionOk="0">
                  <a:moveTo>
                    <a:pt x="252" y="0"/>
                  </a:moveTo>
                  <a:cubicBezTo>
                    <a:pt x="109" y="0"/>
                    <a:pt x="0" y="107"/>
                    <a:pt x="0" y="251"/>
                  </a:cubicBezTo>
                  <a:cubicBezTo>
                    <a:pt x="0" y="387"/>
                    <a:pt x="109" y="494"/>
                    <a:pt x="252" y="494"/>
                  </a:cubicBezTo>
                  <a:cubicBezTo>
                    <a:pt x="388" y="494"/>
                    <a:pt x="503" y="387"/>
                    <a:pt x="503" y="251"/>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3"/>
            <p:cNvSpPr/>
            <p:nvPr/>
          </p:nvSpPr>
          <p:spPr>
            <a:xfrm>
              <a:off x="2605000" y="3953075"/>
              <a:ext cx="12575" cy="12350"/>
            </a:xfrm>
            <a:custGeom>
              <a:avLst/>
              <a:gdLst/>
              <a:ahLst/>
              <a:cxnLst/>
              <a:rect l="l" t="t" r="r" b="b"/>
              <a:pathLst>
                <a:path w="503" h="494" extrusionOk="0">
                  <a:moveTo>
                    <a:pt x="252" y="0"/>
                  </a:moveTo>
                  <a:cubicBezTo>
                    <a:pt x="116" y="0"/>
                    <a:pt x="0" y="107"/>
                    <a:pt x="0" y="251"/>
                  </a:cubicBezTo>
                  <a:cubicBezTo>
                    <a:pt x="0" y="387"/>
                    <a:pt x="116" y="494"/>
                    <a:pt x="252" y="494"/>
                  </a:cubicBezTo>
                  <a:cubicBezTo>
                    <a:pt x="387" y="494"/>
                    <a:pt x="503" y="387"/>
                    <a:pt x="503" y="251"/>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3"/>
            <p:cNvSpPr/>
            <p:nvPr/>
          </p:nvSpPr>
          <p:spPr>
            <a:xfrm>
              <a:off x="2696950" y="3953075"/>
              <a:ext cx="12375" cy="12350"/>
            </a:xfrm>
            <a:custGeom>
              <a:avLst/>
              <a:gdLst/>
              <a:ahLst/>
              <a:cxnLst/>
              <a:rect l="l" t="t" r="r" b="b"/>
              <a:pathLst>
                <a:path w="495" h="494" extrusionOk="0">
                  <a:moveTo>
                    <a:pt x="252" y="0"/>
                  </a:moveTo>
                  <a:cubicBezTo>
                    <a:pt x="108" y="0"/>
                    <a:pt x="1" y="107"/>
                    <a:pt x="1" y="251"/>
                  </a:cubicBezTo>
                  <a:cubicBezTo>
                    <a:pt x="1" y="387"/>
                    <a:pt x="108" y="494"/>
                    <a:pt x="252" y="494"/>
                  </a:cubicBezTo>
                  <a:cubicBezTo>
                    <a:pt x="388" y="494"/>
                    <a:pt x="495" y="387"/>
                    <a:pt x="495" y="251"/>
                  </a:cubicBezTo>
                  <a:cubicBezTo>
                    <a:pt x="495"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3"/>
            <p:cNvSpPr/>
            <p:nvPr/>
          </p:nvSpPr>
          <p:spPr>
            <a:xfrm>
              <a:off x="2788700" y="3953075"/>
              <a:ext cx="12600" cy="12350"/>
            </a:xfrm>
            <a:custGeom>
              <a:avLst/>
              <a:gdLst/>
              <a:ahLst/>
              <a:cxnLst/>
              <a:rect l="l" t="t" r="r" b="b"/>
              <a:pathLst>
                <a:path w="504" h="494" extrusionOk="0">
                  <a:moveTo>
                    <a:pt x="252" y="0"/>
                  </a:moveTo>
                  <a:cubicBezTo>
                    <a:pt x="116" y="0"/>
                    <a:pt x="1" y="107"/>
                    <a:pt x="1" y="251"/>
                  </a:cubicBezTo>
                  <a:cubicBezTo>
                    <a:pt x="1" y="387"/>
                    <a:pt x="116" y="494"/>
                    <a:pt x="252" y="494"/>
                  </a:cubicBezTo>
                  <a:cubicBezTo>
                    <a:pt x="388" y="494"/>
                    <a:pt x="503" y="387"/>
                    <a:pt x="503" y="251"/>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3"/>
            <p:cNvSpPr/>
            <p:nvPr/>
          </p:nvSpPr>
          <p:spPr>
            <a:xfrm>
              <a:off x="2880675" y="3953075"/>
              <a:ext cx="12375" cy="12350"/>
            </a:xfrm>
            <a:custGeom>
              <a:avLst/>
              <a:gdLst/>
              <a:ahLst/>
              <a:cxnLst/>
              <a:rect l="l" t="t" r="r" b="b"/>
              <a:pathLst>
                <a:path w="495" h="494" extrusionOk="0">
                  <a:moveTo>
                    <a:pt x="243" y="0"/>
                  </a:moveTo>
                  <a:cubicBezTo>
                    <a:pt x="107" y="0"/>
                    <a:pt x="0" y="107"/>
                    <a:pt x="0" y="251"/>
                  </a:cubicBezTo>
                  <a:cubicBezTo>
                    <a:pt x="0" y="387"/>
                    <a:pt x="107" y="494"/>
                    <a:pt x="243" y="494"/>
                  </a:cubicBezTo>
                  <a:cubicBezTo>
                    <a:pt x="387" y="494"/>
                    <a:pt x="494" y="387"/>
                    <a:pt x="494" y="251"/>
                  </a:cubicBezTo>
                  <a:cubicBezTo>
                    <a:pt x="494" y="107"/>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3"/>
            <p:cNvSpPr/>
            <p:nvPr/>
          </p:nvSpPr>
          <p:spPr>
            <a:xfrm>
              <a:off x="2972425" y="3953075"/>
              <a:ext cx="12575" cy="12350"/>
            </a:xfrm>
            <a:custGeom>
              <a:avLst/>
              <a:gdLst/>
              <a:ahLst/>
              <a:cxnLst/>
              <a:rect l="l" t="t" r="r" b="b"/>
              <a:pathLst>
                <a:path w="503" h="494" extrusionOk="0">
                  <a:moveTo>
                    <a:pt x="251" y="0"/>
                  </a:moveTo>
                  <a:cubicBezTo>
                    <a:pt x="115" y="0"/>
                    <a:pt x="0" y="107"/>
                    <a:pt x="0" y="251"/>
                  </a:cubicBezTo>
                  <a:cubicBezTo>
                    <a:pt x="0" y="387"/>
                    <a:pt x="115" y="494"/>
                    <a:pt x="251" y="494"/>
                  </a:cubicBezTo>
                  <a:cubicBezTo>
                    <a:pt x="387" y="494"/>
                    <a:pt x="503" y="387"/>
                    <a:pt x="503" y="251"/>
                  </a:cubicBezTo>
                  <a:cubicBezTo>
                    <a:pt x="503"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3"/>
            <p:cNvSpPr/>
            <p:nvPr/>
          </p:nvSpPr>
          <p:spPr>
            <a:xfrm>
              <a:off x="3064375" y="3953075"/>
              <a:ext cx="12375" cy="12350"/>
            </a:xfrm>
            <a:custGeom>
              <a:avLst/>
              <a:gdLst/>
              <a:ahLst/>
              <a:cxnLst/>
              <a:rect l="l" t="t" r="r" b="b"/>
              <a:pathLst>
                <a:path w="495" h="494" extrusionOk="0">
                  <a:moveTo>
                    <a:pt x="243" y="0"/>
                  </a:moveTo>
                  <a:cubicBezTo>
                    <a:pt x="107" y="0"/>
                    <a:pt x="1" y="107"/>
                    <a:pt x="1" y="251"/>
                  </a:cubicBezTo>
                  <a:cubicBezTo>
                    <a:pt x="1" y="387"/>
                    <a:pt x="107" y="494"/>
                    <a:pt x="243" y="494"/>
                  </a:cubicBezTo>
                  <a:cubicBezTo>
                    <a:pt x="388" y="494"/>
                    <a:pt x="495" y="387"/>
                    <a:pt x="495" y="251"/>
                  </a:cubicBezTo>
                  <a:cubicBezTo>
                    <a:pt x="495" y="107"/>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3"/>
            <p:cNvSpPr/>
            <p:nvPr/>
          </p:nvSpPr>
          <p:spPr>
            <a:xfrm>
              <a:off x="3156125" y="3953075"/>
              <a:ext cx="12600" cy="12350"/>
            </a:xfrm>
            <a:custGeom>
              <a:avLst/>
              <a:gdLst/>
              <a:ahLst/>
              <a:cxnLst/>
              <a:rect l="l" t="t" r="r" b="b"/>
              <a:pathLst>
                <a:path w="504" h="494" extrusionOk="0">
                  <a:moveTo>
                    <a:pt x="252" y="0"/>
                  </a:moveTo>
                  <a:cubicBezTo>
                    <a:pt x="116" y="0"/>
                    <a:pt x="1" y="107"/>
                    <a:pt x="1" y="251"/>
                  </a:cubicBezTo>
                  <a:cubicBezTo>
                    <a:pt x="1" y="387"/>
                    <a:pt x="116" y="494"/>
                    <a:pt x="252" y="494"/>
                  </a:cubicBezTo>
                  <a:cubicBezTo>
                    <a:pt x="388" y="494"/>
                    <a:pt x="503" y="387"/>
                    <a:pt x="503" y="251"/>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3"/>
            <p:cNvSpPr/>
            <p:nvPr/>
          </p:nvSpPr>
          <p:spPr>
            <a:xfrm>
              <a:off x="3247875" y="3953075"/>
              <a:ext cx="12575" cy="12350"/>
            </a:xfrm>
            <a:custGeom>
              <a:avLst/>
              <a:gdLst/>
              <a:ahLst/>
              <a:cxnLst/>
              <a:rect l="l" t="t" r="r" b="b"/>
              <a:pathLst>
                <a:path w="503" h="494" extrusionOk="0">
                  <a:moveTo>
                    <a:pt x="252" y="0"/>
                  </a:moveTo>
                  <a:cubicBezTo>
                    <a:pt x="116" y="0"/>
                    <a:pt x="1" y="107"/>
                    <a:pt x="1" y="251"/>
                  </a:cubicBezTo>
                  <a:cubicBezTo>
                    <a:pt x="1" y="387"/>
                    <a:pt x="116" y="494"/>
                    <a:pt x="252" y="494"/>
                  </a:cubicBezTo>
                  <a:cubicBezTo>
                    <a:pt x="388" y="494"/>
                    <a:pt x="503" y="387"/>
                    <a:pt x="503" y="251"/>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3"/>
            <p:cNvSpPr/>
            <p:nvPr/>
          </p:nvSpPr>
          <p:spPr>
            <a:xfrm>
              <a:off x="3339850" y="3953075"/>
              <a:ext cx="12525" cy="12350"/>
            </a:xfrm>
            <a:custGeom>
              <a:avLst/>
              <a:gdLst/>
              <a:ahLst/>
              <a:cxnLst/>
              <a:rect l="l" t="t" r="r" b="b"/>
              <a:pathLst>
                <a:path w="501" h="494" extrusionOk="0">
                  <a:moveTo>
                    <a:pt x="251" y="0"/>
                  </a:moveTo>
                  <a:cubicBezTo>
                    <a:pt x="107" y="0"/>
                    <a:pt x="0" y="107"/>
                    <a:pt x="0" y="251"/>
                  </a:cubicBezTo>
                  <a:cubicBezTo>
                    <a:pt x="0" y="387"/>
                    <a:pt x="107" y="494"/>
                    <a:pt x="251" y="494"/>
                  </a:cubicBezTo>
                  <a:cubicBezTo>
                    <a:pt x="387" y="494"/>
                    <a:pt x="501" y="387"/>
                    <a:pt x="501" y="251"/>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3"/>
            <p:cNvSpPr/>
            <p:nvPr/>
          </p:nvSpPr>
          <p:spPr>
            <a:xfrm>
              <a:off x="3431575" y="3953075"/>
              <a:ext cx="12600" cy="12350"/>
            </a:xfrm>
            <a:custGeom>
              <a:avLst/>
              <a:gdLst/>
              <a:ahLst/>
              <a:cxnLst/>
              <a:rect l="l" t="t" r="r" b="b"/>
              <a:pathLst>
                <a:path w="504" h="494" extrusionOk="0">
                  <a:moveTo>
                    <a:pt x="252" y="0"/>
                  </a:moveTo>
                  <a:cubicBezTo>
                    <a:pt x="116" y="0"/>
                    <a:pt x="1" y="107"/>
                    <a:pt x="1" y="251"/>
                  </a:cubicBezTo>
                  <a:cubicBezTo>
                    <a:pt x="1" y="387"/>
                    <a:pt x="116" y="494"/>
                    <a:pt x="252" y="494"/>
                  </a:cubicBezTo>
                  <a:cubicBezTo>
                    <a:pt x="388" y="494"/>
                    <a:pt x="503" y="387"/>
                    <a:pt x="503" y="251"/>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3"/>
            <p:cNvSpPr/>
            <p:nvPr/>
          </p:nvSpPr>
          <p:spPr>
            <a:xfrm>
              <a:off x="3523550" y="3953075"/>
              <a:ext cx="12375" cy="12350"/>
            </a:xfrm>
            <a:custGeom>
              <a:avLst/>
              <a:gdLst/>
              <a:ahLst/>
              <a:cxnLst/>
              <a:rect l="l" t="t" r="r" b="b"/>
              <a:pathLst>
                <a:path w="495" h="494" extrusionOk="0">
                  <a:moveTo>
                    <a:pt x="250" y="0"/>
                  </a:moveTo>
                  <a:cubicBezTo>
                    <a:pt x="107" y="0"/>
                    <a:pt x="0" y="107"/>
                    <a:pt x="0" y="251"/>
                  </a:cubicBezTo>
                  <a:cubicBezTo>
                    <a:pt x="0" y="387"/>
                    <a:pt x="107" y="494"/>
                    <a:pt x="250" y="494"/>
                  </a:cubicBezTo>
                  <a:cubicBezTo>
                    <a:pt x="388" y="494"/>
                    <a:pt x="494" y="387"/>
                    <a:pt x="494" y="251"/>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3"/>
            <p:cNvSpPr/>
            <p:nvPr/>
          </p:nvSpPr>
          <p:spPr>
            <a:xfrm>
              <a:off x="676400" y="40448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3"/>
            <p:cNvSpPr/>
            <p:nvPr/>
          </p:nvSpPr>
          <p:spPr>
            <a:xfrm>
              <a:off x="768325" y="4044800"/>
              <a:ext cx="12400" cy="12600"/>
            </a:xfrm>
            <a:custGeom>
              <a:avLst/>
              <a:gdLst/>
              <a:ahLst/>
              <a:cxnLst/>
              <a:rect l="l" t="t" r="r" b="b"/>
              <a:pathLst>
                <a:path w="496" h="504"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3"/>
            <p:cNvSpPr/>
            <p:nvPr/>
          </p:nvSpPr>
          <p:spPr>
            <a:xfrm>
              <a:off x="860125" y="4044800"/>
              <a:ext cx="12525" cy="12600"/>
            </a:xfrm>
            <a:custGeom>
              <a:avLst/>
              <a:gdLst/>
              <a:ahLst/>
              <a:cxnLst/>
              <a:rect l="l" t="t" r="r" b="b"/>
              <a:pathLst>
                <a:path w="501" h="504"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3"/>
            <p:cNvSpPr/>
            <p:nvPr/>
          </p:nvSpPr>
          <p:spPr>
            <a:xfrm>
              <a:off x="951850" y="40448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3"/>
            <p:cNvSpPr/>
            <p:nvPr/>
          </p:nvSpPr>
          <p:spPr>
            <a:xfrm>
              <a:off x="1043825" y="404480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3"/>
            <p:cNvSpPr/>
            <p:nvPr/>
          </p:nvSpPr>
          <p:spPr>
            <a:xfrm>
              <a:off x="1135575" y="404480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3"/>
            <p:cNvSpPr/>
            <p:nvPr/>
          </p:nvSpPr>
          <p:spPr>
            <a:xfrm>
              <a:off x="1227500" y="4044800"/>
              <a:ext cx="12400" cy="12600"/>
            </a:xfrm>
            <a:custGeom>
              <a:avLst/>
              <a:gdLst/>
              <a:ahLst/>
              <a:cxnLst/>
              <a:rect l="l" t="t" r="r" b="b"/>
              <a:pathLst>
                <a:path w="496" h="504"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3"/>
            <p:cNvSpPr/>
            <p:nvPr/>
          </p:nvSpPr>
          <p:spPr>
            <a:xfrm>
              <a:off x="1319275" y="404480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3"/>
            <p:cNvSpPr/>
            <p:nvPr/>
          </p:nvSpPr>
          <p:spPr>
            <a:xfrm>
              <a:off x="1411200" y="4044800"/>
              <a:ext cx="12425" cy="12600"/>
            </a:xfrm>
            <a:custGeom>
              <a:avLst/>
              <a:gdLst/>
              <a:ahLst/>
              <a:cxnLst/>
              <a:rect l="l" t="t" r="r" b="b"/>
              <a:pathLst>
                <a:path w="497" h="504"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3"/>
            <p:cNvSpPr/>
            <p:nvPr/>
          </p:nvSpPr>
          <p:spPr>
            <a:xfrm>
              <a:off x="1503000" y="4044800"/>
              <a:ext cx="12525" cy="12600"/>
            </a:xfrm>
            <a:custGeom>
              <a:avLst/>
              <a:gdLst/>
              <a:ahLst/>
              <a:cxnLst/>
              <a:rect l="l" t="t" r="r" b="b"/>
              <a:pathLst>
                <a:path w="501" h="504"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3"/>
            <p:cNvSpPr/>
            <p:nvPr/>
          </p:nvSpPr>
          <p:spPr>
            <a:xfrm>
              <a:off x="1594750" y="404480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3"/>
            <p:cNvSpPr/>
            <p:nvPr/>
          </p:nvSpPr>
          <p:spPr>
            <a:xfrm>
              <a:off x="1686650" y="40448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3"/>
            <p:cNvSpPr/>
            <p:nvPr/>
          </p:nvSpPr>
          <p:spPr>
            <a:xfrm>
              <a:off x="1778450" y="404480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3"/>
            <p:cNvSpPr/>
            <p:nvPr/>
          </p:nvSpPr>
          <p:spPr>
            <a:xfrm>
              <a:off x="1870375" y="4044800"/>
              <a:ext cx="12400" cy="12600"/>
            </a:xfrm>
            <a:custGeom>
              <a:avLst/>
              <a:gdLst/>
              <a:ahLst/>
              <a:cxnLst/>
              <a:rect l="l" t="t" r="r" b="b"/>
              <a:pathLst>
                <a:path w="496" h="504"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3"/>
            <p:cNvSpPr/>
            <p:nvPr/>
          </p:nvSpPr>
          <p:spPr>
            <a:xfrm>
              <a:off x="1962150" y="404480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3"/>
            <p:cNvSpPr/>
            <p:nvPr/>
          </p:nvSpPr>
          <p:spPr>
            <a:xfrm>
              <a:off x="2054075" y="4044800"/>
              <a:ext cx="12425" cy="12600"/>
            </a:xfrm>
            <a:custGeom>
              <a:avLst/>
              <a:gdLst/>
              <a:ahLst/>
              <a:cxnLst/>
              <a:rect l="l" t="t" r="r" b="b"/>
              <a:pathLst>
                <a:path w="497" h="504"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3"/>
            <p:cNvSpPr/>
            <p:nvPr/>
          </p:nvSpPr>
          <p:spPr>
            <a:xfrm>
              <a:off x="2145825" y="40448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3"/>
            <p:cNvSpPr/>
            <p:nvPr/>
          </p:nvSpPr>
          <p:spPr>
            <a:xfrm>
              <a:off x="2237800" y="4044800"/>
              <a:ext cx="12350" cy="12600"/>
            </a:xfrm>
            <a:custGeom>
              <a:avLst/>
              <a:gdLst/>
              <a:ahLst/>
              <a:cxnLst/>
              <a:rect l="l" t="t" r="r" b="b"/>
              <a:pathLst>
                <a:path w="494" h="504"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3"/>
            <p:cNvSpPr/>
            <p:nvPr/>
          </p:nvSpPr>
          <p:spPr>
            <a:xfrm>
              <a:off x="2329550" y="404480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3"/>
            <p:cNvSpPr/>
            <p:nvPr/>
          </p:nvSpPr>
          <p:spPr>
            <a:xfrm>
              <a:off x="2421325" y="404480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3"/>
            <p:cNvSpPr/>
            <p:nvPr/>
          </p:nvSpPr>
          <p:spPr>
            <a:xfrm>
              <a:off x="2513250" y="4044800"/>
              <a:ext cx="12575" cy="12600"/>
            </a:xfrm>
            <a:custGeom>
              <a:avLst/>
              <a:gdLst/>
              <a:ahLst/>
              <a:cxnLst/>
              <a:rect l="l" t="t" r="r" b="b"/>
              <a:pathLst>
                <a:path w="503" h="504"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3"/>
            <p:cNvSpPr/>
            <p:nvPr/>
          </p:nvSpPr>
          <p:spPr>
            <a:xfrm>
              <a:off x="2605000" y="404480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3"/>
            <p:cNvSpPr/>
            <p:nvPr/>
          </p:nvSpPr>
          <p:spPr>
            <a:xfrm>
              <a:off x="2696950" y="4044800"/>
              <a:ext cx="12375" cy="12600"/>
            </a:xfrm>
            <a:custGeom>
              <a:avLst/>
              <a:gdLst/>
              <a:ahLst/>
              <a:cxnLst/>
              <a:rect l="l" t="t" r="r" b="b"/>
              <a:pathLst>
                <a:path w="495" h="504"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3"/>
            <p:cNvSpPr/>
            <p:nvPr/>
          </p:nvSpPr>
          <p:spPr>
            <a:xfrm>
              <a:off x="2788700" y="40448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3"/>
            <p:cNvSpPr/>
            <p:nvPr/>
          </p:nvSpPr>
          <p:spPr>
            <a:xfrm>
              <a:off x="2880675" y="4044800"/>
              <a:ext cx="12375" cy="12600"/>
            </a:xfrm>
            <a:custGeom>
              <a:avLst/>
              <a:gdLst/>
              <a:ahLst/>
              <a:cxnLst/>
              <a:rect l="l" t="t" r="r" b="b"/>
              <a:pathLst>
                <a:path w="495" h="504"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3"/>
            <p:cNvSpPr/>
            <p:nvPr/>
          </p:nvSpPr>
          <p:spPr>
            <a:xfrm>
              <a:off x="2972425" y="404480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3"/>
            <p:cNvSpPr/>
            <p:nvPr/>
          </p:nvSpPr>
          <p:spPr>
            <a:xfrm>
              <a:off x="3064375" y="4044800"/>
              <a:ext cx="12375" cy="12600"/>
            </a:xfrm>
            <a:custGeom>
              <a:avLst/>
              <a:gdLst/>
              <a:ahLst/>
              <a:cxnLst/>
              <a:rect l="l" t="t" r="r" b="b"/>
              <a:pathLst>
                <a:path w="495" h="504"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3"/>
            <p:cNvSpPr/>
            <p:nvPr/>
          </p:nvSpPr>
          <p:spPr>
            <a:xfrm>
              <a:off x="3156125" y="40448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3"/>
            <p:cNvSpPr/>
            <p:nvPr/>
          </p:nvSpPr>
          <p:spPr>
            <a:xfrm>
              <a:off x="3247875" y="4044800"/>
              <a:ext cx="12575" cy="12600"/>
            </a:xfrm>
            <a:custGeom>
              <a:avLst/>
              <a:gdLst/>
              <a:ahLst/>
              <a:cxnLst/>
              <a:rect l="l" t="t" r="r" b="b"/>
              <a:pathLst>
                <a:path w="503"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3"/>
            <p:cNvSpPr/>
            <p:nvPr/>
          </p:nvSpPr>
          <p:spPr>
            <a:xfrm>
              <a:off x="3339850" y="4044800"/>
              <a:ext cx="12525" cy="12600"/>
            </a:xfrm>
            <a:custGeom>
              <a:avLst/>
              <a:gdLst/>
              <a:ahLst/>
              <a:cxnLst/>
              <a:rect l="l" t="t" r="r" b="b"/>
              <a:pathLst>
                <a:path w="501" h="504"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3"/>
            <p:cNvSpPr/>
            <p:nvPr/>
          </p:nvSpPr>
          <p:spPr>
            <a:xfrm>
              <a:off x="3431575" y="40448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3"/>
            <p:cNvSpPr/>
            <p:nvPr/>
          </p:nvSpPr>
          <p:spPr>
            <a:xfrm>
              <a:off x="3523550" y="404480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3"/>
            <p:cNvSpPr/>
            <p:nvPr/>
          </p:nvSpPr>
          <p:spPr>
            <a:xfrm>
              <a:off x="676400" y="4136775"/>
              <a:ext cx="12600" cy="12375"/>
            </a:xfrm>
            <a:custGeom>
              <a:avLst/>
              <a:gdLst/>
              <a:ahLst/>
              <a:cxnLst/>
              <a:rect l="l" t="t" r="r" b="b"/>
              <a:pathLst>
                <a:path w="504" h="495" extrusionOk="0">
                  <a:moveTo>
                    <a:pt x="252" y="1"/>
                  </a:moveTo>
                  <a:cubicBezTo>
                    <a:pt x="116" y="1"/>
                    <a:pt x="1" y="107"/>
                    <a:pt x="1" y="250"/>
                  </a:cubicBezTo>
                  <a:cubicBezTo>
                    <a:pt x="1" y="388"/>
                    <a:pt x="116" y="494"/>
                    <a:pt x="252" y="494"/>
                  </a:cubicBezTo>
                  <a:cubicBezTo>
                    <a:pt x="388" y="494"/>
                    <a:pt x="503" y="388"/>
                    <a:pt x="503" y="250"/>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3"/>
            <p:cNvSpPr/>
            <p:nvPr/>
          </p:nvSpPr>
          <p:spPr>
            <a:xfrm>
              <a:off x="768325" y="4136775"/>
              <a:ext cx="12400" cy="12375"/>
            </a:xfrm>
            <a:custGeom>
              <a:avLst/>
              <a:gdLst/>
              <a:ahLst/>
              <a:cxnLst/>
              <a:rect l="l" t="t" r="r" b="b"/>
              <a:pathLst>
                <a:path w="496" h="495" extrusionOk="0">
                  <a:moveTo>
                    <a:pt x="245" y="1"/>
                  </a:moveTo>
                  <a:cubicBezTo>
                    <a:pt x="109" y="1"/>
                    <a:pt x="0" y="107"/>
                    <a:pt x="0" y="250"/>
                  </a:cubicBezTo>
                  <a:cubicBezTo>
                    <a:pt x="0" y="388"/>
                    <a:pt x="109" y="494"/>
                    <a:pt x="245" y="494"/>
                  </a:cubicBezTo>
                  <a:cubicBezTo>
                    <a:pt x="388" y="494"/>
                    <a:pt x="496" y="388"/>
                    <a:pt x="496" y="250"/>
                  </a:cubicBezTo>
                  <a:cubicBezTo>
                    <a:pt x="496" y="107"/>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3"/>
            <p:cNvSpPr/>
            <p:nvPr/>
          </p:nvSpPr>
          <p:spPr>
            <a:xfrm>
              <a:off x="860125" y="4136775"/>
              <a:ext cx="12525" cy="12375"/>
            </a:xfrm>
            <a:custGeom>
              <a:avLst/>
              <a:gdLst/>
              <a:ahLst/>
              <a:cxnLst/>
              <a:rect l="l" t="t" r="r" b="b"/>
              <a:pathLst>
                <a:path w="501" h="495" extrusionOk="0">
                  <a:moveTo>
                    <a:pt x="251" y="1"/>
                  </a:moveTo>
                  <a:cubicBezTo>
                    <a:pt x="114" y="1"/>
                    <a:pt x="0" y="107"/>
                    <a:pt x="0" y="250"/>
                  </a:cubicBezTo>
                  <a:cubicBezTo>
                    <a:pt x="0" y="388"/>
                    <a:pt x="114" y="494"/>
                    <a:pt x="251" y="494"/>
                  </a:cubicBezTo>
                  <a:cubicBezTo>
                    <a:pt x="387" y="494"/>
                    <a:pt x="501" y="388"/>
                    <a:pt x="501" y="250"/>
                  </a:cubicBezTo>
                  <a:cubicBezTo>
                    <a:pt x="501"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3"/>
            <p:cNvSpPr/>
            <p:nvPr/>
          </p:nvSpPr>
          <p:spPr>
            <a:xfrm>
              <a:off x="951850" y="4136775"/>
              <a:ext cx="12600" cy="12375"/>
            </a:xfrm>
            <a:custGeom>
              <a:avLst/>
              <a:gdLst/>
              <a:ahLst/>
              <a:cxnLst/>
              <a:rect l="l" t="t" r="r" b="b"/>
              <a:pathLst>
                <a:path w="504" h="495" extrusionOk="0">
                  <a:moveTo>
                    <a:pt x="252" y="1"/>
                  </a:moveTo>
                  <a:cubicBezTo>
                    <a:pt x="116" y="1"/>
                    <a:pt x="1" y="107"/>
                    <a:pt x="1" y="250"/>
                  </a:cubicBezTo>
                  <a:cubicBezTo>
                    <a:pt x="1" y="388"/>
                    <a:pt x="116" y="494"/>
                    <a:pt x="252" y="494"/>
                  </a:cubicBezTo>
                  <a:cubicBezTo>
                    <a:pt x="388" y="494"/>
                    <a:pt x="503" y="388"/>
                    <a:pt x="503" y="250"/>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3"/>
            <p:cNvSpPr/>
            <p:nvPr/>
          </p:nvSpPr>
          <p:spPr>
            <a:xfrm>
              <a:off x="1043825" y="4136775"/>
              <a:ext cx="12375" cy="12375"/>
            </a:xfrm>
            <a:custGeom>
              <a:avLst/>
              <a:gdLst/>
              <a:ahLst/>
              <a:cxnLst/>
              <a:rect l="l" t="t" r="r" b="b"/>
              <a:pathLst>
                <a:path w="495" h="495" extrusionOk="0">
                  <a:moveTo>
                    <a:pt x="250" y="1"/>
                  </a:moveTo>
                  <a:cubicBezTo>
                    <a:pt x="107" y="1"/>
                    <a:pt x="0" y="107"/>
                    <a:pt x="0" y="250"/>
                  </a:cubicBezTo>
                  <a:cubicBezTo>
                    <a:pt x="0" y="388"/>
                    <a:pt x="107" y="494"/>
                    <a:pt x="250" y="494"/>
                  </a:cubicBezTo>
                  <a:cubicBezTo>
                    <a:pt x="388" y="494"/>
                    <a:pt x="494" y="388"/>
                    <a:pt x="494" y="250"/>
                  </a:cubicBezTo>
                  <a:cubicBezTo>
                    <a:pt x="494" y="107"/>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3"/>
            <p:cNvSpPr/>
            <p:nvPr/>
          </p:nvSpPr>
          <p:spPr>
            <a:xfrm>
              <a:off x="1135575" y="4136775"/>
              <a:ext cx="12575" cy="12375"/>
            </a:xfrm>
            <a:custGeom>
              <a:avLst/>
              <a:gdLst/>
              <a:ahLst/>
              <a:cxnLst/>
              <a:rect l="l" t="t" r="r" b="b"/>
              <a:pathLst>
                <a:path w="503" h="495" extrusionOk="0">
                  <a:moveTo>
                    <a:pt x="252" y="1"/>
                  </a:moveTo>
                  <a:cubicBezTo>
                    <a:pt x="116" y="1"/>
                    <a:pt x="0" y="107"/>
                    <a:pt x="0" y="250"/>
                  </a:cubicBezTo>
                  <a:cubicBezTo>
                    <a:pt x="0" y="388"/>
                    <a:pt x="116" y="494"/>
                    <a:pt x="252" y="494"/>
                  </a:cubicBezTo>
                  <a:cubicBezTo>
                    <a:pt x="387" y="494"/>
                    <a:pt x="503" y="388"/>
                    <a:pt x="503" y="250"/>
                  </a:cubicBezTo>
                  <a:cubicBezTo>
                    <a:pt x="503" y="107"/>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3"/>
            <p:cNvSpPr/>
            <p:nvPr/>
          </p:nvSpPr>
          <p:spPr>
            <a:xfrm>
              <a:off x="1227500" y="4136775"/>
              <a:ext cx="12400" cy="12375"/>
            </a:xfrm>
            <a:custGeom>
              <a:avLst/>
              <a:gdLst/>
              <a:ahLst/>
              <a:cxnLst/>
              <a:rect l="l" t="t" r="r" b="b"/>
              <a:pathLst>
                <a:path w="496" h="495" extrusionOk="0">
                  <a:moveTo>
                    <a:pt x="251" y="1"/>
                  </a:moveTo>
                  <a:cubicBezTo>
                    <a:pt x="109" y="1"/>
                    <a:pt x="0" y="107"/>
                    <a:pt x="0" y="250"/>
                  </a:cubicBezTo>
                  <a:cubicBezTo>
                    <a:pt x="0" y="388"/>
                    <a:pt x="109" y="494"/>
                    <a:pt x="251" y="494"/>
                  </a:cubicBezTo>
                  <a:cubicBezTo>
                    <a:pt x="387" y="494"/>
                    <a:pt x="496" y="388"/>
                    <a:pt x="496" y="250"/>
                  </a:cubicBezTo>
                  <a:cubicBezTo>
                    <a:pt x="496"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3"/>
            <p:cNvSpPr/>
            <p:nvPr/>
          </p:nvSpPr>
          <p:spPr>
            <a:xfrm>
              <a:off x="1319275" y="4136775"/>
              <a:ext cx="12550" cy="12375"/>
            </a:xfrm>
            <a:custGeom>
              <a:avLst/>
              <a:gdLst/>
              <a:ahLst/>
              <a:cxnLst/>
              <a:rect l="l" t="t" r="r" b="b"/>
              <a:pathLst>
                <a:path w="502" h="495" extrusionOk="0">
                  <a:moveTo>
                    <a:pt x="252" y="1"/>
                  </a:moveTo>
                  <a:cubicBezTo>
                    <a:pt x="114" y="1"/>
                    <a:pt x="1" y="107"/>
                    <a:pt x="1" y="250"/>
                  </a:cubicBezTo>
                  <a:cubicBezTo>
                    <a:pt x="1" y="388"/>
                    <a:pt x="114" y="494"/>
                    <a:pt x="252" y="494"/>
                  </a:cubicBezTo>
                  <a:cubicBezTo>
                    <a:pt x="388" y="494"/>
                    <a:pt x="501" y="388"/>
                    <a:pt x="501" y="250"/>
                  </a:cubicBezTo>
                  <a:cubicBezTo>
                    <a:pt x="501"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3"/>
            <p:cNvSpPr/>
            <p:nvPr/>
          </p:nvSpPr>
          <p:spPr>
            <a:xfrm>
              <a:off x="1411200" y="4136775"/>
              <a:ext cx="12425" cy="12375"/>
            </a:xfrm>
            <a:custGeom>
              <a:avLst/>
              <a:gdLst/>
              <a:ahLst/>
              <a:cxnLst/>
              <a:rect l="l" t="t" r="r" b="b"/>
              <a:pathLst>
                <a:path w="497" h="495" extrusionOk="0">
                  <a:moveTo>
                    <a:pt x="245" y="1"/>
                  </a:moveTo>
                  <a:cubicBezTo>
                    <a:pt x="109" y="1"/>
                    <a:pt x="1" y="107"/>
                    <a:pt x="1" y="250"/>
                  </a:cubicBezTo>
                  <a:cubicBezTo>
                    <a:pt x="1" y="388"/>
                    <a:pt x="109" y="494"/>
                    <a:pt x="245" y="494"/>
                  </a:cubicBezTo>
                  <a:cubicBezTo>
                    <a:pt x="388" y="494"/>
                    <a:pt x="496" y="388"/>
                    <a:pt x="496" y="250"/>
                  </a:cubicBezTo>
                  <a:cubicBezTo>
                    <a:pt x="496" y="107"/>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3"/>
            <p:cNvSpPr/>
            <p:nvPr/>
          </p:nvSpPr>
          <p:spPr>
            <a:xfrm>
              <a:off x="1503000" y="4136775"/>
              <a:ext cx="12525" cy="12375"/>
            </a:xfrm>
            <a:custGeom>
              <a:avLst/>
              <a:gdLst/>
              <a:ahLst/>
              <a:cxnLst/>
              <a:rect l="l" t="t" r="r" b="b"/>
              <a:pathLst>
                <a:path w="501" h="495" extrusionOk="0">
                  <a:moveTo>
                    <a:pt x="250" y="1"/>
                  </a:moveTo>
                  <a:cubicBezTo>
                    <a:pt x="114" y="1"/>
                    <a:pt x="0" y="107"/>
                    <a:pt x="0" y="250"/>
                  </a:cubicBezTo>
                  <a:cubicBezTo>
                    <a:pt x="0" y="388"/>
                    <a:pt x="114" y="494"/>
                    <a:pt x="250" y="494"/>
                  </a:cubicBezTo>
                  <a:cubicBezTo>
                    <a:pt x="387" y="494"/>
                    <a:pt x="501" y="388"/>
                    <a:pt x="501" y="250"/>
                  </a:cubicBezTo>
                  <a:cubicBezTo>
                    <a:pt x="501" y="107"/>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3"/>
            <p:cNvSpPr/>
            <p:nvPr/>
          </p:nvSpPr>
          <p:spPr>
            <a:xfrm>
              <a:off x="1594750" y="4136775"/>
              <a:ext cx="12575" cy="12375"/>
            </a:xfrm>
            <a:custGeom>
              <a:avLst/>
              <a:gdLst/>
              <a:ahLst/>
              <a:cxnLst/>
              <a:rect l="l" t="t" r="r" b="b"/>
              <a:pathLst>
                <a:path w="503" h="495" extrusionOk="0">
                  <a:moveTo>
                    <a:pt x="251" y="1"/>
                  </a:moveTo>
                  <a:cubicBezTo>
                    <a:pt x="115" y="1"/>
                    <a:pt x="0" y="107"/>
                    <a:pt x="0" y="250"/>
                  </a:cubicBezTo>
                  <a:cubicBezTo>
                    <a:pt x="0" y="388"/>
                    <a:pt x="115" y="494"/>
                    <a:pt x="251" y="494"/>
                  </a:cubicBezTo>
                  <a:cubicBezTo>
                    <a:pt x="394" y="494"/>
                    <a:pt x="503" y="388"/>
                    <a:pt x="503" y="250"/>
                  </a:cubicBezTo>
                  <a:cubicBezTo>
                    <a:pt x="503" y="107"/>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3"/>
            <p:cNvSpPr/>
            <p:nvPr/>
          </p:nvSpPr>
          <p:spPr>
            <a:xfrm>
              <a:off x="1686650" y="4136775"/>
              <a:ext cx="12600" cy="12375"/>
            </a:xfrm>
            <a:custGeom>
              <a:avLst/>
              <a:gdLst/>
              <a:ahLst/>
              <a:cxnLst/>
              <a:rect l="l" t="t" r="r" b="b"/>
              <a:pathLst>
                <a:path w="504" h="495" extrusionOk="0">
                  <a:moveTo>
                    <a:pt x="252" y="1"/>
                  </a:moveTo>
                  <a:cubicBezTo>
                    <a:pt x="116" y="1"/>
                    <a:pt x="1" y="107"/>
                    <a:pt x="1" y="250"/>
                  </a:cubicBezTo>
                  <a:cubicBezTo>
                    <a:pt x="1" y="388"/>
                    <a:pt x="116" y="494"/>
                    <a:pt x="252" y="494"/>
                  </a:cubicBezTo>
                  <a:cubicBezTo>
                    <a:pt x="388" y="494"/>
                    <a:pt x="503" y="388"/>
                    <a:pt x="503" y="250"/>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3"/>
            <p:cNvSpPr/>
            <p:nvPr/>
          </p:nvSpPr>
          <p:spPr>
            <a:xfrm>
              <a:off x="1778450" y="4136775"/>
              <a:ext cx="12550" cy="12375"/>
            </a:xfrm>
            <a:custGeom>
              <a:avLst/>
              <a:gdLst/>
              <a:ahLst/>
              <a:cxnLst/>
              <a:rect l="l" t="t" r="r" b="b"/>
              <a:pathLst>
                <a:path w="502" h="495" extrusionOk="0">
                  <a:moveTo>
                    <a:pt x="252" y="1"/>
                  </a:moveTo>
                  <a:cubicBezTo>
                    <a:pt x="114" y="1"/>
                    <a:pt x="1" y="107"/>
                    <a:pt x="1" y="250"/>
                  </a:cubicBezTo>
                  <a:cubicBezTo>
                    <a:pt x="1" y="388"/>
                    <a:pt x="114" y="494"/>
                    <a:pt x="252" y="494"/>
                  </a:cubicBezTo>
                  <a:cubicBezTo>
                    <a:pt x="388" y="494"/>
                    <a:pt x="501" y="388"/>
                    <a:pt x="501" y="250"/>
                  </a:cubicBezTo>
                  <a:cubicBezTo>
                    <a:pt x="501"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3"/>
            <p:cNvSpPr/>
            <p:nvPr/>
          </p:nvSpPr>
          <p:spPr>
            <a:xfrm>
              <a:off x="1870375" y="4136775"/>
              <a:ext cx="12400" cy="12375"/>
            </a:xfrm>
            <a:custGeom>
              <a:avLst/>
              <a:gdLst/>
              <a:ahLst/>
              <a:cxnLst/>
              <a:rect l="l" t="t" r="r" b="b"/>
              <a:pathLst>
                <a:path w="496" h="495" extrusionOk="0">
                  <a:moveTo>
                    <a:pt x="252" y="1"/>
                  </a:moveTo>
                  <a:cubicBezTo>
                    <a:pt x="109" y="1"/>
                    <a:pt x="0" y="107"/>
                    <a:pt x="0" y="250"/>
                  </a:cubicBezTo>
                  <a:cubicBezTo>
                    <a:pt x="0" y="388"/>
                    <a:pt x="109" y="494"/>
                    <a:pt x="252" y="494"/>
                  </a:cubicBezTo>
                  <a:cubicBezTo>
                    <a:pt x="387" y="494"/>
                    <a:pt x="496" y="388"/>
                    <a:pt x="496" y="250"/>
                  </a:cubicBezTo>
                  <a:cubicBezTo>
                    <a:pt x="496" y="107"/>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3"/>
            <p:cNvSpPr/>
            <p:nvPr/>
          </p:nvSpPr>
          <p:spPr>
            <a:xfrm>
              <a:off x="1962150" y="4136775"/>
              <a:ext cx="12550" cy="12375"/>
            </a:xfrm>
            <a:custGeom>
              <a:avLst/>
              <a:gdLst/>
              <a:ahLst/>
              <a:cxnLst/>
              <a:rect l="l" t="t" r="r" b="b"/>
              <a:pathLst>
                <a:path w="502" h="495" extrusionOk="0">
                  <a:moveTo>
                    <a:pt x="250" y="1"/>
                  </a:moveTo>
                  <a:cubicBezTo>
                    <a:pt x="114" y="1"/>
                    <a:pt x="1" y="107"/>
                    <a:pt x="1" y="250"/>
                  </a:cubicBezTo>
                  <a:cubicBezTo>
                    <a:pt x="1" y="388"/>
                    <a:pt x="114" y="494"/>
                    <a:pt x="250" y="494"/>
                  </a:cubicBezTo>
                  <a:cubicBezTo>
                    <a:pt x="388" y="494"/>
                    <a:pt x="502" y="388"/>
                    <a:pt x="502" y="250"/>
                  </a:cubicBezTo>
                  <a:cubicBezTo>
                    <a:pt x="502" y="107"/>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3"/>
            <p:cNvSpPr/>
            <p:nvPr/>
          </p:nvSpPr>
          <p:spPr>
            <a:xfrm>
              <a:off x="2054075" y="4136775"/>
              <a:ext cx="12425" cy="12375"/>
            </a:xfrm>
            <a:custGeom>
              <a:avLst/>
              <a:gdLst/>
              <a:ahLst/>
              <a:cxnLst/>
              <a:rect l="l" t="t" r="r" b="b"/>
              <a:pathLst>
                <a:path w="497" h="495" extrusionOk="0">
                  <a:moveTo>
                    <a:pt x="252" y="1"/>
                  </a:moveTo>
                  <a:cubicBezTo>
                    <a:pt x="109" y="1"/>
                    <a:pt x="1" y="107"/>
                    <a:pt x="1" y="250"/>
                  </a:cubicBezTo>
                  <a:cubicBezTo>
                    <a:pt x="1" y="388"/>
                    <a:pt x="109" y="494"/>
                    <a:pt x="252" y="494"/>
                  </a:cubicBezTo>
                  <a:cubicBezTo>
                    <a:pt x="388" y="494"/>
                    <a:pt x="496" y="388"/>
                    <a:pt x="496" y="250"/>
                  </a:cubicBezTo>
                  <a:cubicBezTo>
                    <a:pt x="496"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3"/>
            <p:cNvSpPr/>
            <p:nvPr/>
          </p:nvSpPr>
          <p:spPr>
            <a:xfrm>
              <a:off x="2145825" y="4136775"/>
              <a:ext cx="12600" cy="12375"/>
            </a:xfrm>
            <a:custGeom>
              <a:avLst/>
              <a:gdLst/>
              <a:ahLst/>
              <a:cxnLst/>
              <a:rect l="l" t="t" r="r" b="b"/>
              <a:pathLst>
                <a:path w="504" h="495" extrusionOk="0">
                  <a:moveTo>
                    <a:pt x="252" y="1"/>
                  </a:moveTo>
                  <a:cubicBezTo>
                    <a:pt x="116" y="1"/>
                    <a:pt x="1" y="107"/>
                    <a:pt x="1" y="250"/>
                  </a:cubicBezTo>
                  <a:cubicBezTo>
                    <a:pt x="1" y="388"/>
                    <a:pt x="116" y="494"/>
                    <a:pt x="252" y="494"/>
                  </a:cubicBezTo>
                  <a:cubicBezTo>
                    <a:pt x="388" y="494"/>
                    <a:pt x="503" y="388"/>
                    <a:pt x="503" y="250"/>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3"/>
            <p:cNvSpPr/>
            <p:nvPr/>
          </p:nvSpPr>
          <p:spPr>
            <a:xfrm>
              <a:off x="2237800" y="4136775"/>
              <a:ext cx="12350" cy="12375"/>
            </a:xfrm>
            <a:custGeom>
              <a:avLst/>
              <a:gdLst/>
              <a:ahLst/>
              <a:cxnLst/>
              <a:rect l="l" t="t" r="r" b="b"/>
              <a:pathLst>
                <a:path w="494" h="495" extrusionOk="0">
                  <a:moveTo>
                    <a:pt x="244" y="1"/>
                  </a:moveTo>
                  <a:cubicBezTo>
                    <a:pt x="107" y="1"/>
                    <a:pt x="0" y="107"/>
                    <a:pt x="0" y="250"/>
                  </a:cubicBezTo>
                  <a:cubicBezTo>
                    <a:pt x="0" y="388"/>
                    <a:pt x="107" y="494"/>
                    <a:pt x="244" y="494"/>
                  </a:cubicBezTo>
                  <a:cubicBezTo>
                    <a:pt x="387" y="494"/>
                    <a:pt x="494" y="388"/>
                    <a:pt x="494" y="250"/>
                  </a:cubicBezTo>
                  <a:cubicBezTo>
                    <a:pt x="494" y="107"/>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3"/>
            <p:cNvSpPr/>
            <p:nvPr/>
          </p:nvSpPr>
          <p:spPr>
            <a:xfrm>
              <a:off x="2329550" y="4136775"/>
              <a:ext cx="12575" cy="12375"/>
            </a:xfrm>
            <a:custGeom>
              <a:avLst/>
              <a:gdLst/>
              <a:ahLst/>
              <a:cxnLst/>
              <a:rect l="l" t="t" r="r" b="b"/>
              <a:pathLst>
                <a:path w="503" h="495" extrusionOk="0">
                  <a:moveTo>
                    <a:pt x="251" y="1"/>
                  </a:moveTo>
                  <a:cubicBezTo>
                    <a:pt x="115" y="1"/>
                    <a:pt x="0" y="107"/>
                    <a:pt x="0" y="250"/>
                  </a:cubicBezTo>
                  <a:cubicBezTo>
                    <a:pt x="0" y="388"/>
                    <a:pt x="115" y="494"/>
                    <a:pt x="251" y="494"/>
                  </a:cubicBezTo>
                  <a:cubicBezTo>
                    <a:pt x="387" y="494"/>
                    <a:pt x="502" y="388"/>
                    <a:pt x="502" y="250"/>
                  </a:cubicBezTo>
                  <a:cubicBezTo>
                    <a:pt x="502"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3"/>
            <p:cNvSpPr/>
            <p:nvPr/>
          </p:nvSpPr>
          <p:spPr>
            <a:xfrm>
              <a:off x="2421325" y="4136775"/>
              <a:ext cx="12550" cy="12375"/>
            </a:xfrm>
            <a:custGeom>
              <a:avLst/>
              <a:gdLst/>
              <a:ahLst/>
              <a:cxnLst/>
              <a:rect l="l" t="t" r="r" b="b"/>
              <a:pathLst>
                <a:path w="502" h="495" extrusionOk="0">
                  <a:moveTo>
                    <a:pt x="250" y="1"/>
                  </a:moveTo>
                  <a:cubicBezTo>
                    <a:pt x="114" y="1"/>
                    <a:pt x="1" y="107"/>
                    <a:pt x="1" y="250"/>
                  </a:cubicBezTo>
                  <a:cubicBezTo>
                    <a:pt x="1" y="388"/>
                    <a:pt x="114" y="494"/>
                    <a:pt x="250" y="494"/>
                  </a:cubicBezTo>
                  <a:cubicBezTo>
                    <a:pt x="395" y="494"/>
                    <a:pt x="501" y="388"/>
                    <a:pt x="501" y="250"/>
                  </a:cubicBezTo>
                  <a:cubicBezTo>
                    <a:pt x="501" y="107"/>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3"/>
            <p:cNvSpPr/>
            <p:nvPr/>
          </p:nvSpPr>
          <p:spPr>
            <a:xfrm>
              <a:off x="2513250" y="4136775"/>
              <a:ext cx="12575" cy="12375"/>
            </a:xfrm>
            <a:custGeom>
              <a:avLst/>
              <a:gdLst/>
              <a:ahLst/>
              <a:cxnLst/>
              <a:rect l="l" t="t" r="r" b="b"/>
              <a:pathLst>
                <a:path w="503" h="495" extrusionOk="0">
                  <a:moveTo>
                    <a:pt x="252" y="1"/>
                  </a:moveTo>
                  <a:cubicBezTo>
                    <a:pt x="109" y="1"/>
                    <a:pt x="0" y="107"/>
                    <a:pt x="0" y="250"/>
                  </a:cubicBezTo>
                  <a:cubicBezTo>
                    <a:pt x="0" y="388"/>
                    <a:pt x="109" y="494"/>
                    <a:pt x="252" y="494"/>
                  </a:cubicBezTo>
                  <a:cubicBezTo>
                    <a:pt x="388" y="494"/>
                    <a:pt x="503" y="388"/>
                    <a:pt x="503" y="250"/>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3"/>
            <p:cNvSpPr/>
            <p:nvPr/>
          </p:nvSpPr>
          <p:spPr>
            <a:xfrm>
              <a:off x="2605000" y="4136775"/>
              <a:ext cx="12575" cy="12375"/>
            </a:xfrm>
            <a:custGeom>
              <a:avLst/>
              <a:gdLst/>
              <a:ahLst/>
              <a:cxnLst/>
              <a:rect l="l" t="t" r="r" b="b"/>
              <a:pathLst>
                <a:path w="503" h="495" extrusionOk="0">
                  <a:moveTo>
                    <a:pt x="252" y="1"/>
                  </a:moveTo>
                  <a:cubicBezTo>
                    <a:pt x="116" y="1"/>
                    <a:pt x="0" y="107"/>
                    <a:pt x="0" y="250"/>
                  </a:cubicBezTo>
                  <a:cubicBezTo>
                    <a:pt x="0" y="388"/>
                    <a:pt x="116" y="494"/>
                    <a:pt x="252" y="494"/>
                  </a:cubicBezTo>
                  <a:cubicBezTo>
                    <a:pt x="387" y="494"/>
                    <a:pt x="503" y="388"/>
                    <a:pt x="503" y="250"/>
                  </a:cubicBezTo>
                  <a:cubicBezTo>
                    <a:pt x="503" y="107"/>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3"/>
            <p:cNvSpPr/>
            <p:nvPr/>
          </p:nvSpPr>
          <p:spPr>
            <a:xfrm>
              <a:off x="2696950" y="4136775"/>
              <a:ext cx="12375" cy="12375"/>
            </a:xfrm>
            <a:custGeom>
              <a:avLst/>
              <a:gdLst/>
              <a:ahLst/>
              <a:cxnLst/>
              <a:rect l="l" t="t" r="r" b="b"/>
              <a:pathLst>
                <a:path w="495" h="495" extrusionOk="0">
                  <a:moveTo>
                    <a:pt x="252" y="1"/>
                  </a:moveTo>
                  <a:cubicBezTo>
                    <a:pt x="108" y="1"/>
                    <a:pt x="1" y="107"/>
                    <a:pt x="1" y="250"/>
                  </a:cubicBezTo>
                  <a:cubicBezTo>
                    <a:pt x="1" y="388"/>
                    <a:pt x="108" y="494"/>
                    <a:pt x="252" y="494"/>
                  </a:cubicBezTo>
                  <a:cubicBezTo>
                    <a:pt x="388" y="494"/>
                    <a:pt x="495" y="388"/>
                    <a:pt x="495" y="250"/>
                  </a:cubicBezTo>
                  <a:cubicBezTo>
                    <a:pt x="495"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3"/>
            <p:cNvSpPr/>
            <p:nvPr/>
          </p:nvSpPr>
          <p:spPr>
            <a:xfrm>
              <a:off x="2788700" y="4136775"/>
              <a:ext cx="12600" cy="12375"/>
            </a:xfrm>
            <a:custGeom>
              <a:avLst/>
              <a:gdLst/>
              <a:ahLst/>
              <a:cxnLst/>
              <a:rect l="l" t="t" r="r" b="b"/>
              <a:pathLst>
                <a:path w="504" h="495" extrusionOk="0">
                  <a:moveTo>
                    <a:pt x="252" y="1"/>
                  </a:moveTo>
                  <a:cubicBezTo>
                    <a:pt x="116" y="1"/>
                    <a:pt x="1" y="107"/>
                    <a:pt x="1" y="250"/>
                  </a:cubicBezTo>
                  <a:cubicBezTo>
                    <a:pt x="1" y="388"/>
                    <a:pt x="116" y="494"/>
                    <a:pt x="252" y="494"/>
                  </a:cubicBezTo>
                  <a:cubicBezTo>
                    <a:pt x="388" y="494"/>
                    <a:pt x="503" y="388"/>
                    <a:pt x="503" y="250"/>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3"/>
            <p:cNvSpPr/>
            <p:nvPr/>
          </p:nvSpPr>
          <p:spPr>
            <a:xfrm>
              <a:off x="2880675" y="4136775"/>
              <a:ext cx="12375" cy="12375"/>
            </a:xfrm>
            <a:custGeom>
              <a:avLst/>
              <a:gdLst/>
              <a:ahLst/>
              <a:cxnLst/>
              <a:rect l="l" t="t" r="r" b="b"/>
              <a:pathLst>
                <a:path w="495" h="495" extrusionOk="0">
                  <a:moveTo>
                    <a:pt x="243" y="1"/>
                  </a:moveTo>
                  <a:cubicBezTo>
                    <a:pt x="107" y="1"/>
                    <a:pt x="0" y="107"/>
                    <a:pt x="0" y="250"/>
                  </a:cubicBezTo>
                  <a:cubicBezTo>
                    <a:pt x="0" y="388"/>
                    <a:pt x="107" y="494"/>
                    <a:pt x="243" y="494"/>
                  </a:cubicBezTo>
                  <a:cubicBezTo>
                    <a:pt x="387" y="494"/>
                    <a:pt x="494" y="388"/>
                    <a:pt x="494" y="250"/>
                  </a:cubicBezTo>
                  <a:cubicBezTo>
                    <a:pt x="494" y="107"/>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3"/>
            <p:cNvSpPr/>
            <p:nvPr/>
          </p:nvSpPr>
          <p:spPr>
            <a:xfrm>
              <a:off x="2972425" y="4136775"/>
              <a:ext cx="12575" cy="12375"/>
            </a:xfrm>
            <a:custGeom>
              <a:avLst/>
              <a:gdLst/>
              <a:ahLst/>
              <a:cxnLst/>
              <a:rect l="l" t="t" r="r" b="b"/>
              <a:pathLst>
                <a:path w="503" h="495" extrusionOk="0">
                  <a:moveTo>
                    <a:pt x="251" y="1"/>
                  </a:moveTo>
                  <a:cubicBezTo>
                    <a:pt x="115" y="1"/>
                    <a:pt x="0" y="107"/>
                    <a:pt x="0" y="250"/>
                  </a:cubicBezTo>
                  <a:cubicBezTo>
                    <a:pt x="0" y="388"/>
                    <a:pt x="115" y="494"/>
                    <a:pt x="251" y="494"/>
                  </a:cubicBezTo>
                  <a:cubicBezTo>
                    <a:pt x="387" y="494"/>
                    <a:pt x="503" y="388"/>
                    <a:pt x="503" y="250"/>
                  </a:cubicBezTo>
                  <a:cubicBezTo>
                    <a:pt x="503"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3"/>
            <p:cNvSpPr/>
            <p:nvPr/>
          </p:nvSpPr>
          <p:spPr>
            <a:xfrm>
              <a:off x="3064375" y="4136775"/>
              <a:ext cx="12375" cy="12375"/>
            </a:xfrm>
            <a:custGeom>
              <a:avLst/>
              <a:gdLst/>
              <a:ahLst/>
              <a:cxnLst/>
              <a:rect l="l" t="t" r="r" b="b"/>
              <a:pathLst>
                <a:path w="495" h="495" extrusionOk="0">
                  <a:moveTo>
                    <a:pt x="243" y="1"/>
                  </a:moveTo>
                  <a:cubicBezTo>
                    <a:pt x="107" y="1"/>
                    <a:pt x="1" y="107"/>
                    <a:pt x="1" y="250"/>
                  </a:cubicBezTo>
                  <a:cubicBezTo>
                    <a:pt x="1" y="388"/>
                    <a:pt x="107" y="494"/>
                    <a:pt x="243" y="494"/>
                  </a:cubicBezTo>
                  <a:cubicBezTo>
                    <a:pt x="388" y="494"/>
                    <a:pt x="495" y="388"/>
                    <a:pt x="495" y="250"/>
                  </a:cubicBezTo>
                  <a:cubicBezTo>
                    <a:pt x="495" y="107"/>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3"/>
            <p:cNvSpPr/>
            <p:nvPr/>
          </p:nvSpPr>
          <p:spPr>
            <a:xfrm>
              <a:off x="3156125" y="4136775"/>
              <a:ext cx="12600" cy="12375"/>
            </a:xfrm>
            <a:custGeom>
              <a:avLst/>
              <a:gdLst/>
              <a:ahLst/>
              <a:cxnLst/>
              <a:rect l="l" t="t" r="r" b="b"/>
              <a:pathLst>
                <a:path w="504" h="495" extrusionOk="0">
                  <a:moveTo>
                    <a:pt x="252" y="1"/>
                  </a:moveTo>
                  <a:cubicBezTo>
                    <a:pt x="116" y="1"/>
                    <a:pt x="1" y="107"/>
                    <a:pt x="1" y="250"/>
                  </a:cubicBezTo>
                  <a:cubicBezTo>
                    <a:pt x="1" y="388"/>
                    <a:pt x="116" y="494"/>
                    <a:pt x="252" y="494"/>
                  </a:cubicBezTo>
                  <a:cubicBezTo>
                    <a:pt x="388" y="494"/>
                    <a:pt x="503" y="388"/>
                    <a:pt x="503" y="250"/>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3"/>
            <p:cNvSpPr/>
            <p:nvPr/>
          </p:nvSpPr>
          <p:spPr>
            <a:xfrm>
              <a:off x="3247875" y="4136775"/>
              <a:ext cx="12575" cy="12375"/>
            </a:xfrm>
            <a:custGeom>
              <a:avLst/>
              <a:gdLst/>
              <a:ahLst/>
              <a:cxnLst/>
              <a:rect l="l" t="t" r="r" b="b"/>
              <a:pathLst>
                <a:path w="503" h="495" extrusionOk="0">
                  <a:moveTo>
                    <a:pt x="252" y="1"/>
                  </a:moveTo>
                  <a:cubicBezTo>
                    <a:pt x="116" y="1"/>
                    <a:pt x="1" y="107"/>
                    <a:pt x="1" y="250"/>
                  </a:cubicBezTo>
                  <a:cubicBezTo>
                    <a:pt x="1" y="388"/>
                    <a:pt x="116" y="494"/>
                    <a:pt x="252" y="494"/>
                  </a:cubicBezTo>
                  <a:cubicBezTo>
                    <a:pt x="388" y="494"/>
                    <a:pt x="503" y="388"/>
                    <a:pt x="503" y="250"/>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3"/>
            <p:cNvSpPr/>
            <p:nvPr/>
          </p:nvSpPr>
          <p:spPr>
            <a:xfrm>
              <a:off x="3339850" y="4136775"/>
              <a:ext cx="12525" cy="12375"/>
            </a:xfrm>
            <a:custGeom>
              <a:avLst/>
              <a:gdLst/>
              <a:ahLst/>
              <a:cxnLst/>
              <a:rect l="l" t="t" r="r" b="b"/>
              <a:pathLst>
                <a:path w="501" h="495" extrusionOk="0">
                  <a:moveTo>
                    <a:pt x="251" y="1"/>
                  </a:moveTo>
                  <a:cubicBezTo>
                    <a:pt x="107" y="1"/>
                    <a:pt x="0" y="107"/>
                    <a:pt x="0" y="250"/>
                  </a:cubicBezTo>
                  <a:cubicBezTo>
                    <a:pt x="0" y="388"/>
                    <a:pt x="107" y="494"/>
                    <a:pt x="251" y="494"/>
                  </a:cubicBezTo>
                  <a:cubicBezTo>
                    <a:pt x="387" y="494"/>
                    <a:pt x="501" y="388"/>
                    <a:pt x="501" y="250"/>
                  </a:cubicBezTo>
                  <a:cubicBezTo>
                    <a:pt x="501"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3"/>
            <p:cNvSpPr/>
            <p:nvPr/>
          </p:nvSpPr>
          <p:spPr>
            <a:xfrm>
              <a:off x="3431575" y="4136775"/>
              <a:ext cx="12600" cy="12375"/>
            </a:xfrm>
            <a:custGeom>
              <a:avLst/>
              <a:gdLst/>
              <a:ahLst/>
              <a:cxnLst/>
              <a:rect l="l" t="t" r="r" b="b"/>
              <a:pathLst>
                <a:path w="504" h="495" extrusionOk="0">
                  <a:moveTo>
                    <a:pt x="252" y="1"/>
                  </a:moveTo>
                  <a:cubicBezTo>
                    <a:pt x="116" y="1"/>
                    <a:pt x="1" y="107"/>
                    <a:pt x="1" y="250"/>
                  </a:cubicBezTo>
                  <a:cubicBezTo>
                    <a:pt x="1" y="388"/>
                    <a:pt x="116" y="494"/>
                    <a:pt x="252" y="494"/>
                  </a:cubicBezTo>
                  <a:cubicBezTo>
                    <a:pt x="388" y="494"/>
                    <a:pt x="503" y="388"/>
                    <a:pt x="503" y="250"/>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3"/>
            <p:cNvSpPr/>
            <p:nvPr/>
          </p:nvSpPr>
          <p:spPr>
            <a:xfrm>
              <a:off x="3523550" y="4136775"/>
              <a:ext cx="12375" cy="12375"/>
            </a:xfrm>
            <a:custGeom>
              <a:avLst/>
              <a:gdLst/>
              <a:ahLst/>
              <a:cxnLst/>
              <a:rect l="l" t="t" r="r" b="b"/>
              <a:pathLst>
                <a:path w="495" h="495" extrusionOk="0">
                  <a:moveTo>
                    <a:pt x="250" y="1"/>
                  </a:moveTo>
                  <a:cubicBezTo>
                    <a:pt x="107" y="1"/>
                    <a:pt x="0" y="107"/>
                    <a:pt x="0" y="250"/>
                  </a:cubicBezTo>
                  <a:cubicBezTo>
                    <a:pt x="0" y="388"/>
                    <a:pt x="107" y="494"/>
                    <a:pt x="250" y="494"/>
                  </a:cubicBezTo>
                  <a:cubicBezTo>
                    <a:pt x="388" y="494"/>
                    <a:pt x="494" y="388"/>
                    <a:pt x="494" y="250"/>
                  </a:cubicBezTo>
                  <a:cubicBezTo>
                    <a:pt x="494" y="107"/>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3"/>
            <p:cNvSpPr/>
            <p:nvPr/>
          </p:nvSpPr>
          <p:spPr>
            <a:xfrm>
              <a:off x="676400" y="4228525"/>
              <a:ext cx="12600" cy="12575"/>
            </a:xfrm>
            <a:custGeom>
              <a:avLst/>
              <a:gdLst/>
              <a:ahLst/>
              <a:cxnLst/>
              <a:rect l="l" t="t" r="r" b="b"/>
              <a:pathLst>
                <a:path w="504" h="503" extrusionOk="0">
                  <a:moveTo>
                    <a:pt x="252" y="0"/>
                  </a:moveTo>
                  <a:cubicBezTo>
                    <a:pt x="116" y="0"/>
                    <a:pt x="1" y="116"/>
                    <a:pt x="1" y="252"/>
                  </a:cubicBezTo>
                  <a:cubicBezTo>
                    <a:pt x="1" y="388"/>
                    <a:pt x="116" y="503"/>
                    <a:pt x="252" y="503"/>
                  </a:cubicBezTo>
                  <a:cubicBezTo>
                    <a:pt x="388" y="503"/>
                    <a:pt x="503" y="388"/>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3"/>
            <p:cNvSpPr/>
            <p:nvPr/>
          </p:nvSpPr>
          <p:spPr>
            <a:xfrm>
              <a:off x="768325" y="4228525"/>
              <a:ext cx="12400" cy="12575"/>
            </a:xfrm>
            <a:custGeom>
              <a:avLst/>
              <a:gdLst/>
              <a:ahLst/>
              <a:cxnLst/>
              <a:rect l="l" t="t" r="r" b="b"/>
              <a:pathLst>
                <a:path w="496" h="503" extrusionOk="0">
                  <a:moveTo>
                    <a:pt x="245" y="0"/>
                  </a:moveTo>
                  <a:cubicBezTo>
                    <a:pt x="109" y="0"/>
                    <a:pt x="0" y="116"/>
                    <a:pt x="0" y="252"/>
                  </a:cubicBezTo>
                  <a:cubicBezTo>
                    <a:pt x="0" y="388"/>
                    <a:pt x="109" y="503"/>
                    <a:pt x="245" y="503"/>
                  </a:cubicBezTo>
                  <a:cubicBezTo>
                    <a:pt x="388" y="503"/>
                    <a:pt x="496" y="388"/>
                    <a:pt x="496" y="252"/>
                  </a:cubicBezTo>
                  <a:cubicBezTo>
                    <a:pt x="496" y="116"/>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3"/>
            <p:cNvSpPr/>
            <p:nvPr/>
          </p:nvSpPr>
          <p:spPr>
            <a:xfrm>
              <a:off x="860125" y="4228525"/>
              <a:ext cx="12525" cy="12575"/>
            </a:xfrm>
            <a:custGeom>
              <a:avLst/>
              <a:gdLst/>
              <a:ahLst/>
              <a:cxnLst/>
              <a:rect l="l" t="t" r="r" b="b"/>
              <a:pathLst>
                <a:path w="501" h="503" extrusionOk="0">
                  <a:moveTo>
                    <a:pt x="251" y="0"/>
                  </a:moveTo>
                  <a:cubicBezTo>
                    <a:pt x="114" y="0"/>
                    <a:pt x="0" y="116"/>
                    <a:pt x="0" y="252"/>
                  </a:cubicBezTo>
                  <a:cubicBezTo>
                    <a:pt x="0" y="388"/>
                    <a:pt x="114" y="503"/>
                    <a:pt x="251" y="503"/>
                  </a:cubicBezTo>
                  <a:cubicBezTo>
                    <a:pt x="387" y="503"/>
                    <a:pt x="501" y="388"/>
                    <a:pt x="501" y="252"/>
                  </a:cubicBezTo>
                  <a:cubicBezTo>
                    <a:pt x="501"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3"/>
            <p:cNvSpPr/>
            <p:nvPr/>
          </p:nvSpPr>
          <p:spPr>
            <a:xfrm>
              <a:off x="951850" y="4228525"/>
              <a:ext cx="12600" cy="12575"/>
            </a:xfrm>
            <a:custGeom>
              <a:avLst/>
              <a:gdLst/>
              <a:ahLst/>
              <a:cxnLst/>
              <a:rect l="l" t="t" r="r" b="b"/>
              <a:pathLst>
                <a:path w="504" h="503" extrusionOk="0">
                  <a:moveTo>
                    <a:pt x="252" y="0"/>
                  </a:moveTo>
                  <a:cubicBezTo>
                    <a:pt x="116" y="0"/>
                    <a:pt x="1" y="116"/>
                    <a:pt x="1" y="252"/>
                  </a:cubicBezTo>
                  <a:cubicBezTo>
                    <a:pt x="1" y="388"/>
                    <a:pt x="116" y="503"/>
                    <a:pt x="252" y="503"/>
                  </a:cubicBezTo>
                  <a:cubicBezTo>
                    <a:pt x="388" y="503"/>
                    <a:pt x="503" y="388"/>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3"/>
            <p:cNvSpPr/>
            <p:nvPr/>
          </p:nvSpPr>
          <p:spPr>
            <a:xfrm>
              <a:off x="1043825" y="4228525"/>
              <a:ext cx="12375" cy="12575"/>
            </a:xfrm>
            <a:custGeom>
              <a:avLst/>
              <a:gdLst/>
              <a:ahLst/>
              <a:cxnLst/>
              <a:rect l="l" t="t" r="r" b="b"/>
              <a:pathLst>
                <a:path w="495" h="503" extrusionOk="0">
                  <a:moveTo>
                    <a:pt x="250" y="0"/>
                  </a:moveTo>
                  <a:cubicBezTo>
                    <a:pt x="107" y="0"/>
                    <a:pt x="0" y="116"/>
                    <a:pt x="0" y="252"/>
                  </a:cubicBezTo>
                  <a:cubicBezTo>
                    <a:pt x="0" y="388"/>
                    <a:pt x="107" y="503"/>
                    <a:pt x="250" y="503"/>
                  </a:cubicBezTo>
                  <a:cubicBezTo>
                    <a:pt x="388" y="503"/>
                    <a:pt x="494" y="388"/>
                    <a:pt x="494" y="252"/>
                  </a:cubicBezTo>
                  <a:cubicBezTo>
                    <a:pt x="494"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3"/>
            <p:cNvSpPr/>
            <p:nvPr/>
          </p:nvSpPr>
          <p:spPr>
            <a:xfrm>
              <a:off x="1135575" y="4228525"/>
              <a:ext cx="12575" cy="12575"/>
            </a:xfrm>
            <a:custGeom>
              <a:avLst/>
              <a:gdLst/>
              <a:ahLst/>
              <a:cxnLst/>
              <a:rect l="l" t="t" r="r" b="b"/>
              <a:pathLst>
                <a:path w="503" h="503" extrusionOk="0">
                  <a:moveTo>
                    <a:pt x="252" y="0"/>
                  </a:moveTo>
                  <a:cubicBezTo>
                    <a:pt x="116" y="0"/>
                    <a:pt x="0" y="116"/>
                    <a:pt x="0" y="252"/>
                  </a:cubicBezTo>
                  <a:cubicBezTo>
                    <a:pt x="0" y="388"/>
                    <a:pt x="116" y="503"/>
                    <a:pt x="252" y="503"/>
                  </a:cubicBezTo>
                  <a:cubicBezTo>
                    <a:pt x="387" y="503"/>
                    <a:pt x="503" y="388"/>
                    <a:pt x="503" y="252"/>
                  </a:cubicBezTo>
                  <a:cubicBezTo>
                    <a:pt x="503"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3"/>
            <p:cNvSpPr/>
            <p:nvPr/>
          </p:nvSpPr>
          <p:spPr>
            <a:xfrm>
              <a:off x="1227500" y="4228525"/>
              <a:ext cx="12400" cy="12575"/>
            </a:xfrm>
            <a:custGeom>
              <a:avLst/>
              <a:gdLst/>
              <a:ahLst/>
              <a:cxnLst/>
              <a:rect l="l" t="t" r="r" b="b"/>
              <a:pathLst>
                <a:path w="496" h="503" extrusionOk="0">
                  <a:moveTo>
                    <a:pt x="251" y="0"/>
                  </a:moveTo>
                  <a:cubicBezTo>
                    <a:pt x="109" y="0"/>
                    <a:pt x="0" y="116"/>
                    <a:pt x="0" y="252"/>
                  </a:cubicBezTo>
                  <a:cubicBezTo>
                    <a:pt x="0" y="388"/>
                    <a:pt x="109" y="503"/>
                    <a:pt x="251" y="503"/>
                  </a:cubicBezTo>
                  <a:cubicBezTo>
                    <a:pt x="387" y="503"/>
                    <a:pt x="496" y="388"/>
                    <a:pt x="496" y="252"/>
                  </a:cubicBezTo>
                  <a:cubicBezTo>
                    <a:pt x="496"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3"/>
            <p:cNvSpPr/>
            <p:nvPr/>
          </p:nvSpPr>
          <p:spPr>
            <a:xfrm>
              <a:off x="1319275" y="4228525"/>
              <a:ext cx="12550" cy="12575"/>
            </a:xfrm>
            <a:custGeom>
              <a:avLst/>
              <a:gdLst/>
              <a:ahLst/>
              <a:cxnLst/>
              <a:rect l="l" t="t" r="r" b="b"/>
              <a:pathLst>
                <a:path w="502" h="503" extrusionOk="0">
                  <a:moveTo>
                    <a:pt x="252" y="0"/>
                  </a:moveTo>
                  <a:cubicBezTo>
                    <a:pt x="114" y="0"/>
                    <a:pt x="1" y="116"/>
                    <a:pt x="1" y="252"/>
                  </a:cubicBezTo>
                  <a:cubicBezTo>
                    <a:pt x="1" y="388"/>
                    <a:pt x="114" y="503"/>
                    <a:pt x="252" y="503"/>
                  </a:cubicBezTo>
                  <a:cubicBezTo>
                    <a:pt x="388" y="503"/>
                    <a:pt x="501" y="388"/>
                    <a:pt x="501" y="252"/>
                  </a:cubicBezTo>
                  <a:cubicBezTo>
                    <a:pt x="501"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3"/>
            <p:cNvSpPr/>
            <p:nvPr/>
          </p:nvSpPr>
          <p:spPr>
            <a:xfrm>
              <a:off x="1411200" y="4228525"/>
              <a:ext cx="12425" cy="12575"/>
            </a:xfrm>
            <a:custGeom>
              <a:avLst/>
              <a:gdLst/>
              <a:ahLst/>
              <a:cxnLst/>
              <a:rect l="l" t="t" r="r" b="b"/>
              <a:pathLst>
                <a:path w="497" h="503" extrusionOk="0">
                  <a:moveTo>
                    <a:pt x="245" y="0"/>
                  </a:moveTo>
                  <a:cubicBezTo>
                    <a:pt x="109" y="0"/>
                    <a:pt x="1" y="116"/>
                    <a:pt x="1" y="252"/>
                  </a:cubicBezTo>
                  <a:cubicBezTo>
                    <a:pt x="1" y="388"/>
                    <a:pt x="109" y="503"/>
                    <a:pt x="245" y="503"/>
                  </a:cubicBezTo>
                  <a:cubicBezTo>
                    <a:pt x="388" y="503"/>
                    <a:pt x="496" y="388"/>
                    <a:pt x="496" y="252"/>
                  </a:cubicBezTo>
                  <a:cubicBezTo>
                    <a:pt x="496" y="116"/>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3"/>
            <p:cNvSpPr/>
            <p:nvPr/>
          </p:nvSpPr>
          <p:spPr>
            <a:xfrm>
              <a:off x="1503000" y="4228525"/>
              <a:ext cx="12525" cy="12575"/>
            </a:xfrm>
            <a:custGeom>
              <a:avLst/>
              <a:gdLst/>
              <a:ahLst/>
              <a:cxnLst/>
              <a:rect l="l" t="t" r="r" b="b"/>
              <a:pathLst>
                <a:path w="501" h="503" extrusionOk="0">
                  <a:moveTo>
                    <a:pt x="250" y="0"/>
                  </a:moveTo>
                  <a:cubicBezTo>
                    <a:pt x="114" y="0"/>
                    <a:pt x="0" y="116"/>
                    <a:pt x="0" y="252"/>
                  </a:cubicBezTo>
                  <a:cubicBezTo>
                    <a:pt x="0" y="388"/>
                    <a:pt x="114" y="503"/>
                    <a:pt x="250" y="503"/>
                  </a:cubicBezTo>
                  <a:cubicBezTo>
                    <a:pt x="387" y="503"/>
                    <a:pt x="501" y="388"/>
                    <a:pt x="501" y="252"/>
                  </a:cubicBezTo>
                  <a:cubicBezTo>
                    <a:pt x="501" y="116"/>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3"/>
            <p:cNvSpPr/>
            <p:nvPr/>
          </p:nvSpPr>
          <p:spPr>
            <a:xfrm>
              <a:off x="1594750" y="4228525"/>
              <a:ext cx="12575" cy="12575"/>
            </a:xfrm>
            <a:custGeom>
              <a:avLst/>
              <a:gdLst/>
              <a:ahLst/>
              <a:cxnLst/>
              <a:rect l="l" t="t" r="r" b="b"/>
              <a:pathLst>
                <a:path w="503" h="503" extrusionOk="0">
                  <a:moveTo>
                    <a:pt x="251" y="0"/>
                  </a:moveTo>
                  <a:cubicBezTo>
                    <a:pt x="115" y="0"/>
                    <a:pt x="0" y="116"/>
                    <a:pt x="0" y="252"/>
                  </a:cubicBezTo>
                  <a:cubicBezTo>
                    <a:pt x="0" y="388"/>
                    <a:pt x="115" y="503"/>
                    <a:pt x="251" y="503"/>
                  </a:cubicBezTo>
                  <a:cubicBezTo>
                    <a:pt x="394" y="503"/>
                    <a:pt x="503" y="388"/>
                    <a:pt x="503" y="252"/>
                  </a:cubicBezTo>
                  <a:cubicBezTo>
                    <a:pt x="503" y="116"/>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3"/>
            <p:cNvSpPr/>
            <p:nvPr/>
          </p:nvSpPr>
          <p:spPr>
            <a:xfrm>
              <a:off x="1686650" y="4228525"/>
              <a:ext cx="12600" cy="12575"/>
            </a:xfrm>
            <a:custGeom>
              <a:avLst/>
              <a:gdLst/>
              <a:ahLst/>
              <a:cxnLst/>
              <a:rect l="l" t="t" r="r" b="b"/>
              <a:pathLst>
                <a:path w="504" h="503" extrusionOk="0">
                  <a:moveTo>
                    <a:pt x="252" y="0"/>
                  </a:moveTo>
                  <a:cubicBezTo>
                    <a:pt x="116" y="0"/>
                    <a:pt x="1" y="116"/>
                    <a:pt x="1" y="252"/>
                  </a:cubicBezTo>
                  <a:cubicBezTo>
                    <a:pt x="1" y="388"/>
                    <a:pt x="116" y="503"/>
                    <a:pt x="252" y="503"/>
                  </a:cubicBezTo>
                  <a:cubicBezTo>
                    <a:pt x="388" y="503"/>
                    <a:pt x="503" y="388"/>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3"/>
            <p:cNvSpPr/>
            <p:nvPr/>
          </p:nvSpPr>
          <p:spPr>
            <a:xfrm>
              <a:off x="1778450" y="4228525"/>
              <a:ext cx="12550" cy="12575"/>
            </a:xfrm>
            <a:custGeom>
              <a:avLst/>
              <a:gdLst/>
              <a:ahLst/>
              <a:cxnLst/>
              <a:rect l="l" t="t" r="r" b="b"/>
              <a:pathLst>
                <a:path w="502" h="503" extrusionOk="0">
                  <a:moveTo>
                    <a:pt x="252" y="0"/>
                  </a:moveTo>
                  <a:cubicBezTo>
                    <a:pt x="114" y="0"/>
                    <a:pt x="1" y="116"/>
                    <a:pt x="1" y="252"/>
                  </a:cubicBezTo>
                  <a:cubicBezTo>
                    <a:pt x="1" y="388"/>
                    <a:pt x="114" y="503"/>
                    <a:pt x="252" y="503"/>
                  </a:cubicBezTo>
                  <a:cubicBezTo>
                    <a:pt x="388" y="503"/>
                    <a:pt x="501" y="388"/>
                    <a:pt x="501" y="252"/>
                  </a:cubicBezTo>
                  <a:cubicBezTo>
                    <a:pt x="501"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3"/>
            <p:cNvSpPr/>
            <p:nvPr/>
          </p:nvSpPr>
          <p:spPr>
            <a:xfrm>
              <a:off x="1870375" y="4228525"/>
              <a:ext cx="12400" cy="12575"/>
            </a:xfrm>
            <a:custGeom>
              <a:avLst/>
              <a:gdLst/>
              <a:ahLst/>
              <a:cxnLst/>
              <a:rect l="l" t="t" r="r" b="b"/>
              <a:pathLst>
                <a:path w="496" h="503" extrusionOk="0">
                  <a:moveTo>
                    <a:pt x="252" y="0"/>
                  </a:moveTo>
                  <a:cubicBezTo>
                    <a:pt x="109" y="0"/>
                    <a:pt x="0" y="116"/>
                    <a:pt x="0" y="252"/>
                  </a:cubicBezTo>
                  <a:cubicBezTo>
                    <a:pt x="0" y="388"/>
                    <a:pt x="109" y="503"/>
                    <a:pt x="252" y="503"/>
                  </a:cubicBezTo>
                  <a:cubicBezTo>
                    <a:pt x="387" y="503"/>
                    <a:pt x="496" y="388"/>
                    <a:pt x="496" y="252"/>
                  </a:cubicBezTo>
                  <a:cubicBezTo>
                    <a:pt x="496"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3"/>
            <p:cNvSpPr/>
            <p:nvPr/>
          </p:nvSpPr>
          <p:spPr>
            <a:xfrm>
              <a:off x="1962150" y="4228525"/>
              <a:ext cx="12550" cy="12575"/>
            </a:xfrm>
            <a:custGeom>
              <a:avLst/>
              <a:gdLst/>
              <a:ahLst/>
              <a:cxnLst/>
              <a:rect l="l" t="t" r="r" b="b"/>
              <a:pathLst>
                <a:path w="502" h="503" extrusionOk="0">
                  <a:moveTo>
                    <a:pt x="250" y="0"/>
                  </a:moveTo>
                  <a:cubicBezTo>
                    <a:pt x="114" y="0"/>
                    <a:pt x="1" y="116"/>
                    <a:pt x="1" y="252"/>
                  </a:cubicBezTo>
                  <a:cubicBezTo>
                    <a:pt x="1" y="388"/>
                    <a:pt x="114" y="503"/>
                    <a:pt x="250" y="503"/>
                  </a:cubicBezTo>
                  <a:cubicBezTo>
                    <a:pt x="388" y="503"/>
                    <a:pt x="502" y="388"/>
                    <a:pt x="502" y="252"/>
                  </a:cubicBezTo>
                  <a:cubicBezTo>
                    <a:pt x="502"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3"/>
            <p:cNvSpPr/>
            <p:nvPr/>
          </p:nvSpPr>
          <p:spPr>
            <a:xfrm>
              <a:off x="2054075" y="4228525"/>
              <a:ext cx="12425" cy="12575"/>
            </a:xfrm>
            <a:custGeom>
              <a:avLst/>
              <a:gdLst/>
              <a:ahLst/>
              <a:cxnLst/>
              <a:rect l="l" t="t" r="r" b="b"/>
              <a:pathLst>
                <a:path w="497" h="503" extrusionOk="0">
                  <a:moveTo>
                    <a:pt x="252" y="0"/>
                  </a:moveTo>
                  <a:cubicBezTo>
                    <a:pt x="109" y="0"/>
                    <a:pt x="1" y="116"/>
                    <a:pt x="1" y="252"/>
                  </a:cubicBezTo>
                  <a:cubicBezTo>
                    <a:pt x="1" y="388"/>
                    <a:pt x="109" y="503"/>
                    <a:pt x="252" y="503"/>
                  </a:cubicBezTo>
                  <a:cubicBezTo>
                    <a:pt x="388" y="503"/>
                    <a:pt x="496" y="388"/>
                    <a:pt x="496" y="252"/>
                  </a:cubicBezTo>
                  <a:cubicBezTo>
                    <a:pt x="496"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3"/>
            <p:cNvSpPr/>
            <p:nvPr/>
          </p:nvSpPr>
          <p:spPr>
            <a:xfrm>
              <a:off x="2145825" y="4228525"/>
              <a:ext cx="12600" cy="12575"/>
            </a:xfrm>
            <a:custGeom>
              <a:avLst/>
              <a:gdLst/>
              <a:ahLst/>
              <a:cxnLst/>
              <a:rect l="l" t="t" r="r" b="b"/>
              <a:pathLst>
                <a:path w="504" h="503" extrusionOk="0">
                  <a:moveTo>
                    <a:pt x="252" y="0"/>
                  </a:moveTo>
                  <a:cubicBezTo>
                    <a:pt x="116" y="0"/>
                    <a:pt x="1" y="116"/>
                    <a:pt x="1" y="252"/>
                  </a:cubicBezTo>
                  <a:cubicBezTo>
                    <a:pt x="1" y="388"/>
                    <a:pt x="116" y="503"/>
                    <a:pt x="252" y="503"/>
                  </a:cubicBezTo>
                  <a:cubicBezTo>
                    <a:pt x="388" y="503"/>
                    <a:pt x="503" y="388"/>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3"/>
            <p:cNvSpPr/>
            <p:nvPr/>
          </p:nvSpPr>
          <p:spPr>
            <a:xfrm>
              <a:off x="2237800" y="4228525"/>
              <a:ext cx="12350" cy="12575"/>
            </a:xfrm>
            <a:custGeom>
              <a:avLst/>
              <a:gdLst/>
              <a:ahLst/>
              <a:cxnLst/>
              <a:rect l="l" t="t" r="r" b="b"/>
              <a:pathLst>
                <a:path w="494" h="503" extrusionOk="0">
                  <a:moveTo>
                    <a:pt x="244" y="0"/>
                  </a:moveTo>
                  <a:cubicBezTo>
                    <a:pt x="107" y="0"/>
                    <a:pt x="0" y="116"/>
                    <a:pt x="0" y="252"/>
                  </a:cubicBezTo>
                  <a:cubicBezTo>
                    <a:pt x="0" y="388"/>
                    <a:pt x="107" y="503"/>
                    <a:pt x="244" y="503"/>
                  </a:cubicBezTo>
                  <a:cubicBezTo>
                    <a:pt x="387" y="503"/>
                    <a:pt x="494" y="388"/>
                    <a:pt x="494" y="252"/>
                  </a:cubicBezTo>
                  <a:cubicBezTo>
                    <a:pt x="494" y="116"/>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3"/>
            <p:cNvSpPr/>
            <p:nvPr/>
          </p:nvSpPr>
          <p:spPr>
            <a:xfrm>
              <a:off x="2329550" y="4228525"/>
              <a:ext cx="12575" cy="12575"/>
            </a:xfrm>
            <a:custGeom>
              <a:avLst/>
              <a:gdLst/>
              <a:ahLst/>
              <a:cxnLst/>
              <a:rect l="l" t="t" r="r" b="b"/>
              <a:pathLst>
                <a:path w="503" h="503" extrusionOk="0">
                  <a:moveTo>
                    <a:pt x="251" y="0"/>
                  </a:moveTo>
                  <a:cubicBezTo>
                    <a:pt x="115" y="0"/>
                    <a:pt x="0" y="116"/>
                    <a:pt x="0" y="252"/>
                  </a:cubicBezTo>
                  <a:cubicBezTo>
                    <a:pt x="0" y="388"/>
                    <a:pt x="115" y="503"/>
                    <a:pt x="251" y="503"/>
                  </a:cubicBezTo>
                  <a:cubicBezTo>
                    <a:pt x="387" y="503"/>
                    <a:pt x="502" y="388"/>
                    <a:pt x="502" y="252"/>
                  </a:cubicBezTo>
                  <a:cubicBezTo>
                    <a:pt x="502"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3"/>
            <p:cNvSpPr/>
            <p:nvPr/>
          </p:nvSpPr>
          <p:spPr>
            <a:xfrm>
              <a:off x="2421325" y="4228525"/>
              <a:ext cx="12550" cy="12575"/>
            </a:xfrm>
            <a:custGeom>
              <a:avLst/>
              <a:gdLst/>
              <a:ahLst/>
              <a:cxnLst/>
              <a:rect l="l" t="t" r="r" b="b"/>
              <a:pathLst>
                <a:path w="502" h="503" extrusionOk="0">
                  <a:moveTo>
                    <a:pt x="250" y="0"/>
                  </a:moveTo>
                  <a:cubicBezTo>
                    <a:pt x="114" y="0"/>
                    <a:pt x="1" y="116"/>
                    <a:pt x="1" y="252"/>
                  </a:cubicBezTo>
                  <a:cubicBezTo>
                    <a:pt x="1" y="388"/>
                    <a:pt x="114" y="503"/>
                    <a:pt x="250" y="503"/>
                  </a:cubicBezTo>
                  <a:cubicBezTo>
                    <a:pt x="395" y="503"/>
                    <a:pt x="501" y="388"/>
                    <a:pt x="501" y="252"/>
                  </a:cubicBezTo>
                  <a:cubicBezTo>
                    <a:pt x="501" y="116"/>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3"/>
            <p:cNvSpPr/>
            <p:nvPr/>
          </p:nvSpPr>
          <p:spPr>
            <a:xfrm>
              <a:off x="2513250" y="4228525"/>
              <a:ext cx="12575" cy="12575"/>
            </a:xfrm>
            <a:custGeom>
              <a:avLst/>
              <a:gdLst/>
              <a:ahLst/>
              <a:cxnLst/>
              <a:rect l="l" t="t" r="r" b="b"/>
              <a:pathLst>
                <a:path w="503" h="503" extrusionOk="0">
                  <a:moveTo>
                    <a:pt x="252" y="0"/>
                  </a:moveTo>
                  <a:cubicBezTo>
                    <a:pt x="109" y="0"/>
                    <a:pt x="0" y="116"/>
                    <a:pt x="0" y="252"/>
                  </a:cubicBezTo>
                  <a:cubicBezTo>
                    <a:pt x="0" y="388"/>
                    <a:pt x="109" y="503"/>
                    <a:pt x="252" y="503"/>
                  </a:cubicBezTo>
                  <a:cubicBezTo>
                    <a:pt x="388" y="503"/>
                    <a:pt x="503" y="388"/>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3"/>
            <p:cNvSpPr/>
            <p:nvPr/>
          </p:nvSpPr>
          <p:spPr>
            <a:xfrm>
              <a:off x="2605000" y="4228525"/>
              <a:ext cx="12575" cy="12575"/>
            </a:xfrm>
            <a:custGeom>
              <a:avLst/>
              <a:gdLst/>
              <a:ahLst/>
              <a:cxnLst/>
              <a:rect l="l" t="t" r="r" b="b"/>
              <a:pathLst>
                <a:path w="503" h="503" extrusionOk="0">
                  <a:moveTo>
                    <a:pt x="252" y="0"/>
                  </a:moveTo>
                  <a:cubicBezTo>
                    <a:pt x="116" y="0"/>
                    <a:pt x="0" y="116"/>
                    <a:pt x="0" y="252"/>
                  </a:cubicBezTo>
                  <a:cubicBezTo>
                    <a:pt x="0" y="388"/>
                    <a:pt x="116" y="503"/>
                    <a:pt x="252" y="503"/>
                  </a:cubicBezTo>
                  <a:cubicBezTo>
                    <a:pt x="387" y="503"/>
                    <a:pt x="503" y="388"/>
                    <a:pt x="503" y="252"/>
                  </a:cubicBezTo>
                  <a:cubicBezTo>
                    <a:pt x="503"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3"/>
            <p:cNvSpPr/>
            <p:nvPr/>
          </p:nvSpPr>
          <p:spPr>
            <a:xfrm>
              <a:off x="2696950" y="4228525"/>
              <a:ext cx="12375" cy="12575"/>
            </a:xfrm>
            <a:custGeom>
              <a:avLst/>
              <a:gdLst/>
              <a:ahLst/>
              <a:cxnLst/>
              <a:rect l="l" t="t" r="r" b="b"/>
              <a:pathLst>
                <a:path w="495" h="503" extrusionOk="0">
                  <a:moveTo>
                    <a:pt x="252" y="0"/>
                  </a:moveTo>
                  <a:cubicBezTo>
                    <a:pt x="108" y="0"/>
                    <a:pt x="1" y="116"/>
                    <a:pt x="1" y="252"/>
                  </a:cubicBezTo>
                  <a:cubicBezTo>
                    <a:pt x="1" y="388"/>
                    <a:pt x="108" y="503"/>
                    <a:pt x="252" y="503"/>
                  </a:cubicBezTo>
                  <a:cubicBezTo>
                    <a:pt x="388" y="503"/>
                    <a:pt x="495" y="388"/>
                    <a:pt x="495" y="252"/>
                  </a:cubicBezTo>
                  <a:cubicBezTo>
                    <a:pt x="495"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3"/>
            <p:cNvSpPr/>
            <p:nvPr/>
          </p:nvSpPr>
          <p:spPr>
            <a:xfrm>
              <a:off x="2788700" y="4228525"/>
              <a:ext cx="12600" cy="12575"/>
            </a:xfrm>
            <a:custGeom>
              <a:avLst/>
              <a:gdLst/>
              <a:ahLst/>
              <a:cxnLst/>
              <a:rect l="l" t="t" r="r" b="b"/>
              <a:pathLst>
                <a:path w="504" h="503" extrusionOk="0">
                  <a:moveTo>
                    <a:pt x="252" y="0"/>
                  </a:moveTo>
                  <a:cubicBezTo>
                    <a:pt x="116" y="0"/>
                    <a:pt x="1" y="116"/>
                    <a:pt x="1" y="252"/>
                  </a:cubicBezTo>
                  <a:cubicBezTo>
                    <a:pt x="1" y="388"/>
                    <a:pt x="116" y="503"/>
                    <a:pt x="252" y="503"/>
                  </a:cubicBezTo>
                  <a:cubicBezTo>
                    <a:pt x="388" y="503"/>
                    <a:pt x="503" y="388"/>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3"/>
            <p:cNvSpPr/>
            <p:nvPr/>
          </p:nvSpPr>
          <p:spPr>
            <a:xfrm>
              <a:off x="2880675" y="4228525"/>
              <a:ext cx="12375" cy="12575"/>
            </a:xfrm>
            <a:custGeom>
              <a:avLst/>
              <a:gdLst/>
              <a:ahLst/>
              <a:cxnLst/>
              <a:rect l="l" t="t" r="r" b="b"/>
              <a:pathLst>
                <a:path w="495" h="503" extrusionOk="0">
                  <a:moveTo>
                    <a:pt x="243" y="0"/>
                  </a:moveTo>
                  <a:cubicBezTo>
                    <a:pt x="107" y="0"/>
                    <a:pt x="0" y="116"/>
                    <a:pt x="0" y="252"/>
                  </a:cubicBezTo>
                  <a:cubicBezTo>
                    <a:pt x="0" y="388"/>
                    <a:pt x="107" y="503"/>
                    <a:pt x="243" y="503"/>
                  </a:cubicBezTo>
                  <a:cubicBezTo>
                    <a:pt x="387" y="503"/>
                    <a:pt x="494" y="388"/>
                    <a:pt x="494" y="252"/>
                  </a:cubicBezTo>
                  <a:cubicBezTo>
                    <a:pt x="494" y="116"/>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3"/>
            <p:cNvSpPr/>
            <p:nvPr/>
          </p:nvSpPr>
          <p:spPr>
            <a:xfrm>
              <a:off x="2972425" y="4228525"/>
              <a:ext cx="12575" cy="12575"/>
            </a:xfrm>
            <a:custGeom>
              <a:avLst/>
              <a:gdLst/>
              <a:ahLst/>
              <a:cxnLst/>
              <a:rect l="l" t="t" r="r" b="b"/>
              <a:pathLst>
                <a:path w="503" h="503" extrusionOk="0">
                  <a:moveTo>
                    <a:pt x="251" y="0"/>
                  </a:moveTo>
                  <a:cubicBezTo>
                    <a:pt x="115" y="0"/>
                    <a:pt x="0" y="116"/>
                    <a:pt x="0" y="252"/>
                  </a:cubicBezTo>
                  <a:cubicBezTo>
                    <a:pt x="0" y="388"/>
                    <a:pt x="115" y="503"/>
                    <a:pt x="251" y="503"/>
                  </a:cubicBezTo>
                  <a:cubicBezTo>
                    <a:pt x="387" y="503"/>
                    <a:pt x="503" y="388"/>
                    <a:pt x="503" y="252"/>
                  </a:cubicBezTo>
                  <a:cubicBezTo>
                    <a:pt x="503"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3"/>
            <p:cNvSpPr/>
            <p:nvPr/>
          </p:nvSpPr>
          <p:spPr>
            <a:xfrm>
              <a:off x="3064375" y="4228525"/>
              <a:ext cx="12375" cy="12575"/>
            </a:xfrm>
            <a:custGeom>
              <a:avLst/>
              <a:gdLst/>
              <a:ahLst/>
              <a:cxnLst/>
              <a:rect l="l" t="t" r="r" b="b"/>
              <a:pathLst>
                <a:path w="495" h="503" extrusionOk="0">
                  <a:moveTo>
                    <a:pt x="243" y="0"/>
                  </a:moveTo>
                  <a:cubicBezTo>
                    <a:pt x="107" y="0"/>
                    <a:pt x="1" y="116"/>
                    <a:pt x="1" y="252"/>
                  </a:cubicBezTo>
                  <a:cubicBezTo>
                    <a:pt x="1" y="388"/>
                    <a:pt x="107" y="503"/>
                    <a:pt x="243" y="503"/>
                  </a:cubicBezTo>
                  <a:cubicBezTo>
                    <a:pt x="388" y="503"/>
                    <a:pt x="495" y="388"/>
                    <a:pt x="495" y="252"/>
                  </a:cubicBezTo>
                  <a:cubicBezTo>
                    <a:pt x="495" y="116"/>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3"/>
            <p:cNvSpPr/>
            <p:nvPr/>
          </p:nvSpPr>
          <p:spPr>
            <a:xfrm>
              <a:off x="3156125" y="4228525"/>
              <a:ext cx="12600" cy="12575"/>
            </a:xfrm>
            <a:custGeom>
              <a:avLst/>
              <a:gdLst/>
              <a:ahLst/>
              <a:cxnLst/>
              <a:rect l="l" t="t" r="r" b="b"/>
              <a:pathLst>
                <a:path w="504" h="503" extrusionOk="0">
                  <a:moveTo>
                    <a:pt x="252" y="0"/>
                  </a:moveTo>
                  <a:cubicBezTo>
                    <a:pt x="116" y="0"/>
                    <a:pt x="1" y="116"/>
                    <a:pt x="1" y="252"/>
                  </a:cubicBezTo>
                  <a:cubicBezTo>
                    <a:pt x="1" y="388"/>
                    <a:pt x="116" y="503"/>
                    <a:pt x="252" y="503"/>
                  </a:cubicBezTo>
                  <a:cubicBezTo>
                    <a:pt x="388" y="503"/>
                    <a:pt x="503" y="388"/>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3"/>
            <p:cNvSpPr/>
            <p:nvPr/>
          </p:nvSpPr>
          <p:spPr>
            <a:xfrm>
              <a:off x="3247875" y="4228525"/>
              <a:ext cx="12575" cy="12575"/>
            </a:xfrm>
            <a:custGeom>
              <a:avLst/>
              <a:gdLst/>
              <a:ahLst/>
              <a:cxnLst/>
              <a:rect l="l" t="t" r="r" b="b"/>
              <a:pathLst>
                <a:path w="503" h="503" extrusionOk="0">
                  <a:moveTo>
                    <a:pt x="252" y="0"/>
                  </a:moveTo>
                  <a:cubicBezTo>
                    <a:pt x="116" y="0"/>
                    <a:pt x="1" y="116"/>
                    <a:pt x="1" y="252"/>
                  </a:cubicBezTo>
                  <a:cubicBezTo>
                    <a:pt x="1" y="388"/>
                    <a:pt x="116" y="503"/>
                    <a:pt x="252" y="503"/>
                  </a:cubicBezTo>
                  <a:cubicBezTo>
                    <a:pt x="388" y="503"/>
                    <a:pt x="503" y="388"/>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3"/>
            <p:cNvSpPr/>
            <p:nvPr/>
          </p:nvSpPr>
          <p:spPr>
            <a:xfrm>
              <a:off x="3339850" y="4228525"/>
              <a:ext cx="12525" cy="12575"/>
            </a:xfrm>
            <a:custGeom>
              <a:avLst/>
              <a:gdLst/>
              <a:ahLst/>
              <a:cxnLst/>
              <a:rect l="l" t="t" r="r" b="b"/>
              <a:pathLst>
                <a:path w="501" h="503" extrusionOk="0">
                  <a:moveTo>
                    <a:pt x="251" y="0"/>
                  </a:moveTo>
                  <a:cubicBezTo>
                    <a:pt x="107" y="0"/>
                    <a:pt x="0" y="116"/>
                    <a:pt x="0" y="252"/>
                  </a:cubicBezTo>
                  <a:cubicBezTo>
                    <a:pt x="0" y="388"/>
                    <a:pt x="107" y="503"/>
                    <a:pt x="251" y="503"/>
                  </a:cubicBezTo>
                  <a:cubicBezTo>
                    <a:pt x="387" y="503"/>
                    <a:pt x="501" y="388"/>
                    <a:pt x="501" y="252"/>
                  </a:cubicBezTo>
                  <a:cubicBezTo>
                    <a:pt x="501"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3"/>
            <p:cNvSpPr/>
            <p:nvPr/>
          </p:nvSpPr>
          <p:spPr>
            <a:xfrm>
              <a:off x="3431575" y="4228525"/>
              <a:ext cx="12600" cy="12575"/>
            </a:xfrm>
            <a:custGeom>
              <a:avLst/>
              <a:gdLst/>
              <a:ahLst/>
              <a:cxnLst/>
              <a:rect l="l" t="t" r="r" b="b"/>
              <a:pathLst>
                <a:path w="504" h="503" extrusionOk="0">
                  <a:moveTo>
                    <a:pt x="252" y="0"/>
                  </a:moveTo>
                  <a:cubicBezTo>
                    <a:pt x="116" y="0"/>
                    <a:pt x="1" y="116"/>
                    <a:pt x="1" y="252"/>
                  </a:cubicBezTo>
                  <a:cubicBezTo>
                    <a:pt x="1" y="388"/>
                    <a:pt x="116" y="503"/>
                    <a:pt x="252" y="503"/>
                  </a:cubicBezTo>
                  <a:cubicBezTo>
                    <a:pt x="388" y="503"/>
                    <a:pt x="503" y="388"/>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3"/>
            <p:cNvSpPr/>
            <p:nvPr/>
          </p:nvSpPr>
          <p:spPr>
            <a:xfrm>
              <a:off x="3523550" y="4228525"/>
              <a:ext cx="12375" cy="12575"/>
            </a:xfrm>
            <a:custGeom>
              <a:avLst/>
              <a:gdLst/>
              <a:ahLst/>
              <a:cxnLst/>
              <a:rect l="l" t="t" r="r" b="b"/>
              <a:pathLst>
                <a:path w="495" h="503" extrusionOk="0">
                  <a:moveTo>
                    <a:pt x="250" y="0"/>
                  </a:moveTo>
                  <a:cubicBezTo>
                    <a:pt x="107" y="0"/>
                    <a:pt x="0" y="116"/>
                    <a:pt x="0" y="252"/>
                  </a:cubicBezTo>
                  <a:cubicBezTo>
                    <a:pt x="0" y="388"/>
                    <a:pt x="107" y="503"/>
                    <a:pt x="250" y="503"/>
                  </a:cubicBezTo>
                  <a:cubicBezTo>
                    <a:pt x="388" y="503"/>
                    <a:pt x="494" y="388"/>
                    <a:pt x="494" y="252"/>
                  </a:cubicBezTo>
                  <a:cubicBezTo>
                    <a:pt x="494"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3"/>
            <p:cNvSpPr/>
            <p:nvPr/>
          </p:nvSpPr>
          <p:spPr>
            <a:xfrm>
              <a:off x="676400" y="4320450"/>
              <a:ext cx="12600" cy="12400"/>
            </a:xfrm>
            <a:custGeom>
              <a:avLst/>
              <a:gdLst/>
              <a:ahLst/>
              <a:cxnLst/>
              <a:rect l="l" t="t" r="r" b="b"/>
              <a:pathLst>
                <a:path w="504" h="496" extrusionOk="0">
                  <a:moveTo>
                    <a:pt x="252" y="0"/>
                  </a:moveTo>
                  <a:cubicBezTo>
                    <a:pt x="116" y="0"/>
                    <a:pt x="1" y="109"/>
                    <a:pt x="1" y="245"/>
                  </a:cubicBezTo>
                  <a:cubicBezTo>
                    <a:pt x="1" y="387"/>
                    <a:pt x="116" y="496"/>
                    <a:pt x="252" y="496"/>
                  </a:cubicBezTo>
                  <a:cubicBezTo>
                    <a:pt x="388" y="496"/>
                    <a:pt x="503" y="387"/>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3"/>
            <p:cNvSpPr/>
            <p:nvPr/>
          </p:nvSpPr>
          <p:spPr>
            <a:xfrm>
              <a:off x="768325" y="4320450"/>
              <a:ext cx="12400" cy="12400"/>
            </a:xfrm>
            <a:custGeom>
              <a:avLst/>
              <a:gdLst/>
              <a:ahLst/>
              <a:cxnLst/>
              <a:rect l="l" t="t" r="r" b="b"/>
              <a:pathLst>
                <a:path w="496" h="496" extrusionOk="0">
                  <a:moveTo>
                    <a:pt x="245" y="0"/>
                  </a:moveTo>
                  <a:cubicBezTo>
                    <a:pt x="109" y="0"/>
                    <a:pt x="0" y="109"/>
                    <a:pt x="0" y="245"/>
                  </a:cubicBezTo>
                  <a:cubicBezTo>
                    <a:pt x="0" y="387"/>
                    <a:pt x="109" y="496"/>
                    <a:pt x="245" y="496"/>
                  </a:cubicBezTo>
                  <a:cubicBezTo>
                    <a:pt x="388" y="496"/>
                    <a:pt x="496" y="387"/>
                    <a:pt x="496" y="245"/>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3"/>
            <p:cNvSpPr/>
            <p:nvPr/>
          </p:nvSpPr>
          <p:spPr>
            <a:xfrm>
              <a:off x="860125" y="4320450"/>
              <a:ext cx="12525" cy="12400"/>
            </a:xfrm>
            <a:custGeom>
              <a:avLst/>
              <a:gdLst/>
              <a:ahLst/>
              <a:cxnLst/>
              <a:rect l="l" t="t" r="r" b="b"/>
              <a:pathLst>
                <a:path w="501" h="496" extrusionOk="0">
                  <a:moveTo>
                    <a:pt x="251" y="0"/>
                  </a:moveTo>
                  <a:cubicBezTo>
                    <a:pt x="114" y="0"/>
                    <a:pt x="0" y="109"/>
                    <a:pt x="0" y="245"/>
                  </a:cubicBezTo>
                  <a:cubicBezTo>
                    <a:pt x="0" y="387"/>
                    <a:pt x="114" y="496"/>
                    <a:pt x="251" y="496"/>
                  </a:cubicBezTo>
                  <a:cubicBezTo>
                    <a:pt x="387" y="496"/>
                    <a:pt x="501" y="387"/>
                    <a:pt x="501" y="245"/>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3"/>
            <p:cNvSpPr/>
            <p:nvPr/>
          </p:nvSpPr>
          <p:spPr>
            <a:xfrm>
              <a:off x="951850" y="4320450"/>
              <a:ext cx="12600" cy="12400"/>
            </a:xfrm>
            <a:custGeom>
              <a:avLst/>
              <a:gdLst/>
              <a:ahLst/>
              <a:cxnLst/>
              <a:rect l="l" t="t" r="r" b="b"/>
              <a:pathLst>
                <a:path w="504" h="496" extrusionOk="0">
                  <a:moveTo>
                    <a:pt x="252" y="0"/>
                  </a:moveTo>
                  <a:cubicBezTo>
                    <a:pt x="116" y="0"/>
                    <a:pt x="1" y="109"/>
                    <a:pt x="1" y="245"/>
                  </a:cubicBezTo>
                  <a:cubicBezTo>
                    <a:pt x="1" y="387"/>
                    <a:pt x="116" y="496"/>
                    <a:pt x="252" y="496"/>
                  </a:cubicBezTo>
                  <a:cubicBezTo>
                    <a:pt x="388" y="496"/>
                    <a:pt x="503" y="387"/>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3"/>
            <p:cNvSpPr/>
            <p:nvPr/>
          </p:nvSpPr>
          <p:spPr>
            <a:xfrm>
              <a:off x="1043825" y="4320450"/>
              <a:ext cx="12375" cy="12400"/>
            </a:xfrm>
            <a:custGeom>
              <a:avLst/>
              <a:gdLst/>
              <a:ahLst/>
              <a:cxnLst/>
              <a:rect l="l" t="t" r="r" b="b"/>
              <a:pathLst>
                <a:path w="495" h="496" extrusionOk="0">
                  <a:moveTo>
                    <a:pt x="250" y="0"/>
                  </a:moveTo>
                  <a:cubicBezTo>
                    <a:pt x="107" y="0"/>
                    <a:pt x="0" y="109"/>
                    <a:pt x="0" y="245"/>
                  </a:cubicBezTo>
                  <a:cubicBezTo>
                    <a:pt x="0" y="387"/>
                    <a:pt x="107" y="496"/>
                    <a:pt x="250" y="496"/>
                  </a:cubicBezTo>
                  <a:cubicBezTo>
                    <a:pt x="388" y="496"/>
                    <a:pt x="494" y="387"/>
                    <a:pt x="494" y="245"/>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3"/>
            <p:cNvSpPr/>
            <p:nvPr/>
          </p:nvSpPr>
          <p:spPr>
            <a:xfrm>
              <a:off x="1135575" y="4320450"/>
              <a:ext cx="12575" cy="12400"/>
            </a:xfrm>
            <a:custGeom>
              <a:avLst/>
              <a:gdLst/>
              <a:ahLst/>
              <a:cxnLst/>
              <a:rect l="l" t="t" r="r" b="b"/>
              <a:pathLst>
                <a:path w="503" h="496" extrusionOk="0">
                  <a:moveTo>
                    <a:pt x="252" y="0"/>
                  </a:moveTo>
                  <a:cubicBezTo>
                    <a:pt x="116" y="0"/>
                    <a:pt x="0" y="109"/>
                    <a:pt x="0" y="245"/>
                  </a:cubicBezTo>
                  <a:cubicBezTo>
                    <a:pt x="0" y="387"/>
                    <a:pt x="116" y="496"/>
                    <a:pt x="252" y="496"/>
                  </a:cubicBezTo>
                  <a:cubicBezTo>
                    <a:pt x="387" y="496"/>
                    <a:pt x="503" y="387"/>
                    <a:pt x="503" y="245"/>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3"/>
            <p:cNvSpPr/>
            <p:nvPr/>
          </p:nvSpPr>
          <p:spPr>
            <a:xfrm>
              <a:off x="1227500" y="4320450"/>
              <a:ext cx="12400" cy="12400"/>
            </a:xfrm>
            <a:custGeom>
              <a:avLst/>
              <a:gdLst/>
              <a:ahLst/>
              <a:cxnLst/>
              <a:rect l="l" t="t" r="r" b="b"/>
              <a:pathLst>
                <a:path w="496" h="496" extrusionOk="0">
                  <a:moveTo>
                    <a:pt x="251" y="0"/>
                  </a:moveTo>
                  <a:cubicBezTo>
                    <a:pt x="109" y="0"/>
                    <a:pt x="0" y="109"/>
                    <a:pt x="0" y="245"/>
                  </a:cubicBezTo>
                  <a:cubicBezTo>
                    <a:pt x="0" y="387"/>
                    <a:pt x="109" y="496"/>
                    <a:pt x="251" y="496"/>
                  </a:cubicBezTo>
                  <a:cubicBezTo>
                    <a:pt x="387" y="496"/>
                    <a:pt x="496" y="387"/>
                    <a:pt x="496" y="245"/>
                  </a:cubicBezTo>
                  <a:cubicBezTo>
                    <a:pt x="496"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3"/>
            <p:cNvSpPr/>
            <p:nvPr/>
          </p:nvSpPr>
          <p:spPr>
            <a:xfrm>
              <a:off x="1319275" y="4320450"/>
              <a:ext cx="12550" cy="12400"/>
            </a:xfrm>
            <a:custGeom>
              <a:avLst/>
              <a:gdLst/>
              <a:ahLst/>
              <a:cxnLst/>
              <a:rect l="l" t="t" r="r" b="b"/>
              <a:pathLst>
                <a:path w="502" h="496" extrusionOk="0">
                  <a:moveTo>
                    <a:pt x="252" y="0"/>
                  </a:moveTo>
                  <a:cubicBezTo>
                    <a:pt x="114" y="0"/>
                    <a:pt x="1" y="109"/>
                    <a:pt x="1" y="245"/>
                  </a:cubicBezTo>
                  <a:cubicBezTo>
                    <a:pt x="1" y="387"/>
                    <a:pt x="114" y="496"/>
                    <a:pt x="252" y="496"/>
                  </a:cubicBezTo>
                  <a:cubicBezTo>
                    <a:pt x="388" y="496"/>
                    <a:pt x="501" y="387"/>
                    <a:pt x="501" y="245"/>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3"/>
            <p:cNvSpPr/>
            <p:nvPr/>
          </p:nvSpPr>
          <p:spPr>
            <a:xfrm>
              <a:off x="1411200" y="4320450"/>
              <a:ext cx="12425" cy="12400"/>
            </a:xfrm>
            <a:custGeom>
              <a:avLst/>
              <a:gdLst/>
              <a:ahLst/>
              <a:cxnLst/>
              <a:rect l="l" t="t" r="r" b="b"/>
              <a:pathLst>
                <a:path w="497" h="496" extrusionOk="0">
                  <a:moveTo>
                    <a:pt x="245" y="0"/>
                  </a:moveTo>
                  <a:cubicBezTo>
                    <a:pt x="109" y="0"/>
                    <a:pt x="1" y="109"/>
                    <a:pt x="1" y="245"/>
                  </a:cubicBezTo>
                  <a:cubicBezTo>
                    <a:pt x="1" y="387"/>
                    <a:pt x="109" y="496"/>
                    <a:pt x="245" y="496"/>
                  </a:cubicBezTo>
                  <a:cubicBezTo>
                    <a:pt x="388" y="496"/>
                    <a:pt x="496" y="387"/>
                    <a:pt x="496" y="245"/>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3"/>
            <p:cNvSpPr/>
            <p:nvPr/>
          </p:nvSpPr>
          <p:spPr>
            <a:xfrm>
              <a:off x="1503000" y="4320450"/>
              <a:ext cx="12525" cy="12400"/>
            </a:xfrm>
            <a:custGeom>
              <a:avLst/>
              <a:gdLst/>
              <a:ahLst/>
              <a:cxnLst/>
              <a:rect l="l" t="t" r="r" b="b"/>
              <a:pathLst>
                <a:path w="501" h="496" extrusionOk="0">
                  <a:moveTo>
                    <a:pt x="250" y="0"/>
                  </a:moveTo>
                  <a:cubicBezTo>
                    <a:pt x="114" y="0"/>
                    <a:pt x="0" y="109"/>
                    <a:pt x="0" y="245"/>
                  </a:cubicBezTo>
                  <a:cubicBezTo>
                    <a:pt x="0" y="387"/>
                    <a:pt x="114" y="496"/>
                    <a:pt x="250" y="496"/>
                  </a:cubicBezTo>
                  <a:cubicBezTo>
                    <a:pt x="387" y="496"/>
                    <a:pt x="501" y="387"/>
                    <a:pt x="501" y="245"/>
                  </a:cubicBezTo>
                  <a:cubicBezTo>
                    <a:pt x="501" y="109"/>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3"/>
            <p:cNvSpPr/>
            <p:nvPr/>
          </p:nvSpPr>
          <p:spPr>
            <a:xfrm>
              <a:off x="1594750" y="4320450"/>
              <a:ext cx="12575" cy="12400"/>
            </a:xfrm>
            <a:custGeom>
              <a:avLst/>
              <a:gdLst/>
              <a:ahLst/>
              <a:cxnLst/>
              <a:rect l="l" t="t" r="r" b="b"/>
              <a:pathLst>
                <a:path w="503" h="496" extrusionOk="0">
                  <a:moveTo>
                    <a:pt x="251" y="0"/>
                  </a:moveTo>
                  <a:cubicBezTo>
                    <a:pt x="115" y="0"/>
                    <a:pt x="0" y="109"/>
                    <a:pt x="0" y="245"/>
                  </a:cubicBezTo>
                  <a:cubicBezTo>
                    <a:pt x="0" y="387"/>
                    <a:pt x="115" y="496"/>
                    <a:pt x="251" y="496"/>
                  </a:cubicBezTo>
                  <a:cubicBezTo>
                    <a:pt x="394" y="496"/>
                    <a:pt x="503" y="387"/>
                    <a:pt x="503" y="245"/>
                  </a:cubicBezTo>
                  <a:cubicBezTo>
                    <a:pt x="503" y="109"/>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3"/>
            <p:cNvSpPr/>
            <p:nvPr/>
          </p:nvSpPr>
          <p:spPr>
            <a:xfrm>
              <a:off x="1686650" y="4320450"/>
              <a:ext cx="12600" cy="12400"/>
            </a:xfrm>
            <a:custGeom>
              <a:avLst/>
              <a:gdLst/>
              <a:ahLst/>
              <a:cxnLst/>
              <a:rect l="l" t="t" r="r" b="b"/>
              <a:pathLst>
                <a:path w="504" h="496" extrusionOk="0">
                  <a:moveTo>
                    <a:pt x="252" y="0"/>
                  </a:moveTo>
                  <a:cubicBezTo>
                    <a:pt x="116" y="0"/>
                    <a:pt x="1" y="109"/>
                    <a:pt x="1" y="245"/>
                  </a:cubicBezTo>
                  <a:cubicBezTo>
                    <a:pt x="1" y="387"/>
                    <a:pt x="116" y="496"/>
                    <a:pt x="252" y="496"/>
                  </a:cubicBezTo>
                  <a:cubicBezTo>
                    <a:pt x="388" y="496"/>
                    <a:pt x="503" y="387"/>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3"/>
            <p:cNvSpPr/>
            <p:nvPr/>
          </p:nvSpPr>
          <p:spPr>
            <a:xfrm>
              <a:off x="1778450" y="4320450"/>
              <a:ext cx="12550" cy="12400"/>
            </a:xfrm>
            <a:custGeom>
              <a:avLst/>
              <a:gdLst/>
              <a:ahLst/>
              <a:cxnLst/>
              <a:rect l="l" t="t" r="r" b="b"/>
              <a:pathLst>
                <a:path w="502" h="496" extrusionOk="0">
                  <a:moveTo>
                    <a:pt x="252" y="0"/>
                  </a:moveTo>
                  <a:cubicBezTo>
                    <a:pt x="114" y="0"/>
                    <a:pt x="1" y="109"/>
                    <a:pt x="1" y="245"/>
                  </a:cubicBezTo>
                  <a:cubicBezTo>
                    <a:pt x="1" y="387"/>
                    <a:pt x="114" y="496"/>
                    <a:pt x="252" y="496"/>
                  </a:cubicBezTo>
                  <a:cubicBezTo>
                    <a:pt x="388" y="496"/>
                    <a:pt x="501" y="387"/>
                    <a:pt x="501" y="245"/>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3"/>
            <p:cNvSpPr/>
            <p:nvPr/>
          </p:nvSpPr>
          <p:spPr>
            <a:xfrm>
              <a:off x="1870375" y="4320450"/>
              <a:ext cx="12400" cy="12400"/>
            </a:xfrm>
            <a:custGeom>
              <a:avLst/>
              <a:gdLst/>
              <a:ahLst/>
              <a:cxnLst/>
              <a:rect l="l" t="t" r="r" b="b"/>
              <a:pathLst>
                <a:path w="496" h="496" extrusionOk="0">
                  <a:moveTo>
                    <a:pt x="252" y="0"/>
                  </a:moveTo>
                  <a:cubicBezTo>
                    <a:pt x="109" y="0"/>
                    <a:pt x="0" y="109"/>
                    <a:pt x="0" y="245"/>
                  </a:cubicBezTo>
                  <a:cubicBezTo>
                    <a:pt x="0" y="387"/>
                    <a:pt x="109" y="496"/>
                    <a:pt x="252" y="496"/>
                  </a:cubicBezTo>
                  <a:cubicBezTo>
                    <a:pt x="387" y="496"/>
                    <a:pt x="496" y="387"/>
                    <a:pt x="496" y="245"/>
                  </a:cubicBezTo>
                  <a:cubicBezTo>
                    <a:pt x="496"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3"/>
            <p:cNvSpPr/>
            <p:nvPr/>
          </p:nvSpPr>
          <p:spPr>
            <a:xfrm>
              <a:off x="1962150" y="4320450"/>
              <a:ext cx="12550" cy="12400"/>
            </a:xfrm>
            <a:custGeom>
              <a:avLst/>
              <a:gdLst/>
              <a:ahLst/>
              <a:cxnLst/>
              <a:rect l="l" t="t" r="r" b="b"/>
              <a:pathLst>
                <a:path w="502" h="496" extrusionOk="0">
                  <a:moveTo>
                    <a:pt x="250" y="0"/>
                  </a:moveTo>
                  <a:cubicBezTo>
                    <a:pt x="114" y="0"/>
                    <a:pt x="1" y="109"/>
                    <a:pt x="1" y="245"/>
                  </a:cubicBezTo>
                  <a:cubicBezTo>
                    <a:pt x="1" y="387"/>
                    <a:pt x="114" y="496"/>
                    <a:pt x="250" y="496"/>
                  </a:cubicBezTo>
                  <a:cubicBezTo>
                    <a:pt x="388" y="496"/>
                    <a:pt x="502" y="387"/>
                    <a:pt x="502" y="245"/>
                  </a:cubicBezTo>
                  <a:cubicBezTo>
                    <a:pt x="502"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3"/>
            <p:cNvSpPr/>
            <p:nvPr/>
          </p:nvSpPr>
          <p:spPr>
            <a:xfrm>
              <a:off x="2054075" y="4320450"/>
              <a:ext cx="12425" cy="12400"/>
            </a:xfrm>
            <a:custGeom>
              <a:avLst/>
              <a:gdLst/>
              <a:ahLst/>
              <a:cxnLst/>
              <a:rect l="l" t="t" r="r" b="b"/>
              <a:pathLst>
                <a:path w="497" h="496" extrusionOk="0">
                  <a:moveTo>
                    <a:pt x="252" y="0"/>
                  </a:moveTo>
                  <a:cubicBezTo>
                    <a:pt x="109" y="0"/>
                    <a:pt x="1" y="109"/>
                    <a:pt x="1" y="245"/>
                  </a:cubicBezTo>
                  <a:cubicBezTo>
                    <a:pt x="1" y="387"/>
                    <a:pt x="109" y="496"/>
                    <a:pt x="252" y="496"/>
                  </a:cubicBezTo>
                  <a:cubicBezTo>
                    <a:pt x="388" y="496"/>
                    <a:pt x="496" y="387"/>
                    <a:pt x="496" y="245"/>
                  </a:cubicBezTo>
                  <a:cubicBezTo>
                    <a:pt x="496"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3"/>
            <p:cNvSpPr/>
            <p:nvPr/>
          </p:nvSpPr>
          <p:spPr>
            <a:xfrm>
              <a:off x="2145825" y="4320450"/>
              <a:ext cx="12600" cy="12400"/>
            </a:xfrm>
            <a:custGeom>
              <a:avLst/>
              <a:gdLst/>
              <a:ahLst/>
              <a:cxnLst/>
              <a:rect l="l" t="t" r="r" b="b"/>
              <a:pathLst>
                <a:path w="504" h="496" extrusionOk="0">
                  <a:moveTo>
                    <a:pt x="252" y="0"/>
                  </a:moveTo>
                  <a:cubicBezTo>
                    <a:pt x="116" y="0"/>
                    <a:pt x="1" y="109"/>
                    <a:pt x="1" y="245"/>
                  </a:cubicBezTo>
                  <a:cubicBezTo>
                    <a:pt x="1" y="387"/>
                    <a:pt x="116" y="496"/>
                    <a:pt x="252" y="496"/>
                  </a:cubicBezTo>
                  <a:cubicBezTo>
                    <a:pt x="388" y="496"/>
                    <a:pt x="503" y="387"/>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3"/>
            <p:cNvSpPr/>
            <p:nvPr/>
          </p:nvSpPr>
          <p:spPr>
            <a:xfrm>
              <a:off x="2237800" y="4320450"/>
              <a:ext cx="12350" cy="12400"/>
            </a:xfrm>
            <a:custGeom>
              <a:avLst/>
              <a:gdLst/>
              <a:ahLst/>
              <a:cxnLst/>
              <a:rect l="l" t="t" r="r" b="b"/>
              <a:pathLst>
                <a:path w="494" h="496" extrusionOk="0">
                  <a:moveTo>
                    <a:pt x="244" y="0"/>
                  </a:moveTo>
                  <a:cubicBezTo>
                    <a:pt x="107" y="0"/>
                    <a:pt x="0" y="109"/>
                    <a:pt x="0" y="245"/>
                  </a:cubicBezTo>
                  <a:cubicBezTo>
                    <a:pt x="0" y="387"/>
                    <a:pt x="107" y="496"/>
                    <a:pt x="244" y="496"/>
                  </a:cubicBezTo>
                  <a:cubicBezTo>
                    <a:pt x="387" y="496"/>
                    <a:pt x="494" y="387"/>
                    <a:pt x="494" y="245"/>
                  </a:cubicBezTo>
                  <a:cubicBezTo>
                    <a:pt x="494" y="109"/>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3"/>
            <p:cNvSpPr/>
            <p:nvPr/>
          </p:nvSpPr>
          <p:spPr>
            <a:xfrm>
              <a:off x="2329550" y="4320450"/>
              <a:ext cx="12575" cy="12400"/>
            </a:xfrm>
            <a:custGeom>
              <a:avLst/>
              <a:gdLst/>
              <a:ahLst/>
              <a:cxnLst/>
              <a:rect l="l" t="t" r="r" b="b"/>
              <a:pathLst>
                <a:path w="503" h="496" extrusionOk="0">
                  <a:moveTo>
                    <a:pt x="251" y="0"/>
                  </a:moveTo>
                  <a:cubicBezTo>
                    <a:pt x="115" y="0"/>
                    <a:pt x="0" y="109"/>
                    <a:pt x="0" y="245"/>
                  </a:cubicBezTo>
                  <a:cubicBezTo>
                    <a:pt x="0" y="387"/>
                    <a:pt x="115" y="496"/>
                    <a:pt x="251" y="496"/>
                  </a:cubicBezTo>
                  <a:cubicBezTo>
                    <a:pt x="387" y="496"/>
                    <a:pt x="502" y="387"/>
                    <a:pt x="502" y="245"/>
                  </a:cubicBezTo>
                  <a:cubicBezTo>
                    <a:pt x="502"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3"/>
            <p:cNvSpPr/>
            <p:nvPr/>
          </p:nvSpPr>
          <p:spPr>
            <a:xfrm>
              <a:off x="2421325" y="4320450"/>
              <a:ext cx="12550" cy="12400"/>
            </a:xfrm>
            <a:custGeom>
              <a:avLst/>
              <a:gdLst/>
              <a:ahLst/>
              <a:cxnLst/>
              <a:rect l="l" t="t" r="r" b="b"/>
              <a:pathLst>
                <a:path w="502" h="496" extrusionOk="0">
                  <a:moveTo>
                    <a:pt x="250" y="0"/>
                  </a:moveTo>
                  <a:cubicBezTo>
                    <a:pt x="114" y="0"/>
                    <a:pt x="1" y="109"/>
                    <a:pt x="1" y="245"/>
                  </a:cubicBezTo>
                  <a:cubicBezTo>
                    <a:pt x="1" y="387"/>
                    <a:pt x="114" y="496"/>
                    <a:pt x="250" y="496"/>
                  </a:cubicBezTo>
                  <a:cubicBezTo>
                    <a:pt x="395" y="496"/>
                    <a:pt x="501" y="387"/>
                    <a:pt x="501" y="245"/>
                  </a:cubicBezTo>
                  <a:cubicBezTo>
                    <a:pt x="501" y="109"/>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3"/>
            <p:cNvSpPr/>
            <p:nvPr/>
          </p:nvSpPr>
          <p:spPr>
            <a:xfrm>
              <a:off x="2513250" y="4320450"/>
              <a:ext cx="12575" cy="12400"/>
            </a:xfrm>
            <a:custGeom>
              <a:avLst/>
              <a:gdLst/>
              <a:ahLst/>
              <a:cxnLst/>
              <a:rect l="l" t="t" r="r" b="b"/>
              <a:pathLst>
                <a:path w="503" h="496" extrusionOk="0">
                  <a:moveTo>
                    <a:pt x="252" y="0"/>
                  </a:moveTo>
                  <a:cubicBezTo>
                    <a:pt x="109" y="0"/>
                    <a:pt x="0" y="109"/>
                    <a:pt x="0" y="245"/>
                  </a:cubicBezTo>
                  <a:cubicBezTo>
                    <a:pt x="0" y="387"/>
                    <a:pt x="109" y="496"/>
                    <a:pt x="252" y="496"/>
                  </a:cubicBezTo>
                  <a:cubicBezTo>
                    <a:pt x="388" y="496"/>
                    <a:pt x="503" y="387"/>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3"/>
            <p:cNvSpPr/>
            <p:nvPr/>
          </p:nvSpPr>
          <p:spPr>
            <a:xfrm>
              <a:off x="2605000" y="4320450"/>
              <a:ext cx="12575" cy="12400"/>
            </a:xfrm>
            <a:custGeom>
              <a:avLst/>
              <a:gdLst/>
              <a:ahLst/>
              <a:cxnLst/>
              <a:rect l="l" t="t" r="r" b="b"/>
              <a:pathLst>
                <a:path w="503" h="496" extrusionOk="0">
                  <a:moveTo>
                    <a:pt x="252" y="0"/>
                  </a:moveTo>
                  <a:cubicBezTo>
                    <a:pt x="116" y="0"/>
                    <a:pt x="0" y="109"/>
                    <a:pt x="0" y="245"/>
                  </a:cubicBezTo>
                  <a:cubicBezTo>
                    <a:pt x="0" y="387"/>
                    <a:pt x="116" y="496"/>
                    <a:pt x="252" y="496"/>
                  </a:cubicBezTo>
                  <a:cubicBezTo>
                    <a:pt x="387" y="496"/>
                    <a:pt x="503" y="387"/>
                    <a:pt x="503" y="245"/>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3"/>
            <p:cNvSpPr/>
            <p:nvPr/>
          </p:nvSpPr>
          <p:spPr>
            <a:xfrm>
              <a:off x="2696950" y="4320450"/>
              <a:ext cx="12375" cy="12400"/>
            </a:xfrm>
            <a:custGeom>
              <a:avLst/>
              <a:gdLst/>
              <a:ahLst/>
              <a:cxnLst/>
              <a:rect l="l" t="t" r="r" b="b"/>
              <a:pathLst>
                <a:path w="495" h="496" extrusionOk="0">
                  <a:moveTo>
                    <a:pt x="252" y="0"/>
                  </a:moveTo>
                  <a:cubicBezTo>
                    <a:pt x="108" y="0"/>
                    <a:pt x="1" y="109"/>
                    <a:pt x="1" y="245"/>
                  </a:cubicBezTo>
                  <a:cubicBezTo>
                    <a:pt x="1" y="387"/>
                    <a:pt x="108" y="496"/>
                    <a:pt x="252" y="496"/>
                  </a:cubicBezTo>
                  <a:cubicBezTo>
                    <a:pt x="388" y="496"/>
                    <a:pt x="495" y="387"/>
                    <a:pt x="495" y="245"/>
                  </a:cubicBezTo>
                  <a:cubicBezTo>
                    <a:pt x="495"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3"/>
            <p:cNvSpPr/>
            <p:nvPr/>
          </p:nvSpPr>
          <p:spPr>
            <a:xfrm>
              <a:off x="2788700" y="4320450"/>
              <a:ext cx="12600" cy="12400"/>
            </a:xfrm>
            <a:custGeom>
              <a:avLst/>
              <a:gdLst/>
              <a:ahLst/>
              <a:cxnLst/>
              <a:rect l="l" t="t" r="r" b="b"/>
              <a:pathLst>
                <a:path w="504" h="496" extrusionOk="0">
                  <a:moveTo>
                    <a:pt x="252" y="0"/>
                  </a:moveTo>
                  <a:cubicBezTo>
                    <a:pt x="116" y="0"/>
                    <a:pt x="1" y="109"/>
                    <a:pt x="1" y="245"/>
                  </a:cubicBezTo>
                  <a:cubicBezTo>
                    <a:pt x="1" y="387"/>
                    <a:pt x="116" y="496"/>
                    <a:pt x="252" y="496"/>
                  </a:cubicBezTo>
                  <a:cubicBezTo>
                    <a:pt x="388" y="496"/>
                    <a:pt x="503" y="387"/>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3"/>
            <p:cNvSpPr/>
            <p:nvPr/>
          </p:nvSpPr>
          <p:spPr>
            <a:xfrm>
              <a:off x="2880675" y="4320450"/>
              <a:ext cx="12375" cy="12400"/>
            </a:xfrm>
            <a:custGeom>
              <a:avLst/>
              <a:gdLst/>
              <a:ahLst/>
              <a:cxnLst/>
              <a:rect l="l" t="t" r="r" b="b"/>
              <a:pathLst>
                <a:path w="495" h="496" extrusionOk="0">
                  <a:moveTo>
                    <a:pt x="243" y="0"/>
                  </a:moveTo>
                  <a:cubicBezTo>
                    <a:pt x="107" y="0"/>
                    <a:pt x="0" y="109"/>
                    <a:pt x="0" y="245"/>
                  </a:cubicBezTo>
                  <a:cubicBezTo>
                    <a:pt x="0" y="387"/>
                    <a:pt x="107" y="496"/>
                    <a:pt x="243" y="496"/>
                  </a:cubicBezTo>
                  <a:cubicBezTo>
                    <a:pt x="387" y="496"/>
                    <a:pt x="494" y="387"/>
                    <a:pt x="494" y="245"/>
                  </a:cubicBezTo>
                  <a:cubicBezTo>
                    <a:pt x="494" y="109"/>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3"/>
            <p:cNvSpPr/>
            <p:nvPr/>
          </p:nvSpPr>
          <p:spPr>
            <a:xfrm>
              <a:off x="2972425" y="4320450"/>
              <a:ext cx="12575" cy="12400"/>
            </a:xfrm>
            <a:custGeom>
              <a:avLst/>
              <a:gdLst/>
              <a:ahLst/>
              <a:cxnLst/>
              <a:rect l="l" t="t" r="r" b="b"/>
              <a:pathLst>
                <a:path w="503" h="496" extrusionOk="0">
                  <a:moveTo>
                    <a:pt x="251" y="0"/>
                  </a:moveTo>
                  <a:cubicBezTo>
                    <a:pt x="115" y="0"/>
                    <a:pt x="0" y="109"/>
                    <a:pt x="0" y="245"/>
                  </a:cubicBezTo>
                  <a:cubicBezTo>
                    <a:pt x="0" y="387"/>
                    <a:pt x="115" y="496"/>
                    <a:pt x="251" y="496"/>
                  </a:cubicBezTo>
                  <a:cubicBezTo>
                    <a:pt x="387" y="496"/>
                    <a:pt x="503" y="387"/>
                    <a:pt x="503" y="245"/>
                  </a:cubicBezTo>
                  <a:cubicBezTo>
                    <a:pt x="503"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3"/>
            <p:cNvSpPr/>
            <p:nvPr/>
          </p:nvSpPr>
          <p:spPr>
            <a:xfrm>
              <a:off x="3064375" y="4320450"/>
              <a:ext cx="12375" cy="12400"/>
            </a:xfrm>
            <a:custGeom>
              <a:avLst/>
              <a:gdLst/>
              <a:ahLst/>
              <a:cxnLst/>
              <a:rect l="l" t="t" r="r" b="b"/>
              <a:pathLst>
                <a:path w="495" h="496" extrusionOk="0">
                  <a:moveTo>
                    <a:pt x="243" y="0"/>
                  </a:moveTo>
                  <a:cubicBezTo>
                    <a:pt x="107" y="0"/>
                    <a:pt x="1" y="109"/>
                    <a:pt x="1" y="245"/>
                  </a:cubicBezTo>
                  <a:cubicBezTo>
                    <a:pt x="1" y="387"/>
                    <a:pt x="107" y="496"/>
                    <a:pt x="243" y="496"/>
                  </a:cubicBezTo>
                  <a:cubicBezTo>
                    <a:pt x="388" y="496"/>
                    <a:pt x="495" y="387"/>
                    <a:pt x="495" y="245"/>
                  </a:cubicBezTo>
                  <a:cubicBezTo>
                    <a:pt x="495" y="109"/>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3"/>
            <p:cNvSpPr/>
            <p:nvPr/>
          </p:nvSpPr>
          <p:spPr>
            <a:xfrm>
              <a:off x="3156125" y="4320450"/>
              <a:ext cx="12600" cy="12400"/>
            </a:xfrm>
            <a:custGeom>
              <a:avLst/>
              <a:gdLst/>
              <a:ahLst/>
              <a:cxnLst/>
              <a:rect l="l" t="t" r="r" b="b"/>
              <a:pathLst>
                <a:path w="504" h="496" extrusionOk="0">
                  <a:moveTo>
                    <a:pt x="252" y="0"/>
                  </a:moveTo>
                  <a:cubicBezTo>
                    <a:pt x="116" y="0"/>
                    <a:pt x="1" y="109"/>
                    <a:pt x="1" y="245"/>
                  </a:cubicBezTo>
                  <a:cubicBezTo>
                    <a:pt x="1" y="387"/>
                    <a:pt x="116" y="496"/>
                    <a:pt x="252" y="496"/>
                  </a:cubicBezTo>
                  <a:cubicBezTo>
                    <a:pt x="388" y="496"/>
                    <a:pt x="503" y="387"/>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3"/>
            <p:cNvSpPr/>
            <p:nvPr/>
          </p:nvSpPr>
          <p:spPr>
            <a:xfrm>
              <a:off x="3247875" y="4320450"/>
              <a:ext cx="12575" cy="12400"/>
            </a:xfrm>
            <a:custGeom>
              <a:avLst/>
              <a:gdLst/>
              <a:ahLst/>
              <a:cxnLst/>
              <a:rect l="l" t="t" r="r" b="b"/>
              <a:pathLst>
                <a:path w="503" h="496" extrusionOk="0">
                  <a:moveTo>
                    <a:pt x="252" y="0"/>
                  </a:moveTo>
                  <a:cubicBezTo>
                    <a:pt x="116" y="0"/>
                    <a:pt x="1" y="109"/>
                    <a:pt x="1" y="245"/>
                  </a:cubicBezTo>
                  <a:cubicBezTo>
                    <a:pt x="1" y="387"/>
                    <a:pt x="116" y="496"/>
                    <a:pt x="252" y="496"/>
                  </a:cubicBezTo>
                  <a:cubicBezTo>
                    <a:pt x="388" y="496"/>
                    <a:pt x="503" y="387"/>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3"/>
            <p:cNvSpPr/>
            <p:nvPr/>
          </p:nvSpPr>
          <p:spPr>
            <a:xfrm>
              <a:off x="3339850" y="4320450"/>
              <a:ext cx="12525" cy="12400"/>
            </a:xfrm>
            <a:custGeom>
              <a:avLst/>
              <a:gdLst/>
              <a:ahLst/>
              <a:cxnLst/>
              <a:rect l="l" t="t" r="r" b="b"/>
              <a:pathLst>
                <a:path w="501" h="496" extrusionOk="0">
                  <a:moveTo>
                    <a:pt x="251" y="0"/>
                  </a:moveTo>
                  <a:cubicBezTo>
                    <a:pt x="107" y="0"/>
                    <a:pt x="0" y="109"/>
                    <a:pt x="0" y="245"/>
                  </a:cubicBezTo>
                  <a:cubicBezTo>
                    <a:pt x="0" y="387"/>
                    <a:pt x="107" y="496"/>
                    <a:pt x="251" y="496"/>
                  </a:cubicBezTo>
                  <a:cubicBezTo>
                    <a:pt x="387" y="496"/>
                    <a:pt x="501" y="387"/>
                    <a:pt x="501" y="245"/>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3"/>
            <p:cNvSpPr/>
            <p:nvPr/>
          </p:nvSpPr>
          <p:spPr>
            <a:xfrm>
              <a:off x="3431575" y="4320450"/>
              <a:ext cx="12600" cy="12400"/>
            </a:xfrm>
            <a:custGeom>
              <a:avLst/>
              <a:gdLst/>
              <a:ahLst/>
              <a:cxnLst/>
              <a:rect l="l" t="t" r="r" b="b"/>
              <a:pathLst>
                <a:path w="504" h="496" extrusionOk="0">
                  <a:moveTo>
                    <a:pt x="252" y="0"/>
                  </a:moveTo>
                  <a:cubicBezTo>
                    <a:pt x="116" y="0"/>
                    <a:pt x="1" y="109"/>
                    <a:pt x="1" y="245"/>
                  </a:cubicBezTo>
                  <a:cubicBezTo>
                    <a:pt x="1" y="387"/>
                    <a:pt x="116" y="496"/>
                    <a:pt x="252" y="496"/>
                  </a:cubicBezTo>
                  <a:cubicBezTo>
                    <a:pt x="388" y="496"/>
                    <a:pt x="503" y="387"/>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3"/>
            <p:cNvSpPr/>
            <p:nvPr/>
          </p:nvSpPr>
          <p:spPr>
            <a:xfrm>
              <a:off x="3523550" y="4320450"/>
              <a:ext cx="12375" cy="12400"/>
            </a:xfrm>
            <a:custGeom>
              <a:avLst/>
              <a:gdLst/>
              <a:ahLst/>
              <a:cxnLst/>
              <a:rect l="l" t="t" r="r" b="b"/>
              <a:pathLst>
                <a:path w="495" h="496" extrusionOk="0">
                  <a:moveTo>
                    <a:pt x="250" y="0"/>
                  </a:moveTo>
                  <a:cubicBezTo>
                    <a:pt x="107" y="0"/>
                    <a:pt x="0" y="109"/>
                    <a:pt x="0" y="245"/>
                  </a:cubicBezTo>
                  <a:cubicBezTo>
                    <a:pt x="0" y="387"/>
                    <a:pt x="107" y="496"/>
                    <a:pt x="250" y="496"/>
                  </a:cubicBezTo>
                  <a:cubicBezTo>
                    <a:pt x="388" y="496"/>
                    <a:pt x="494" y="387"/>
                    <a:pt x="494" y="245"/>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3"/>
            <p:cNvSpPr/>
            <p:nvPr/>
          </p:nvSpPr>
          <p:spPr>
            <a:xfrm>
              <a:off x="676400" y="4412225"/>
              <a:ext cx="12600" cy="12550"/>
            </a:xfrm>
            <a:custGeom>
              <a:avLst/>
              <a:gdLst/>
              <a:ahLst/>
              <a:cxnLst/>
              <a:rect l="l" t="t" r="r" b="b"/>
              <a:pathLst>
                <a:path w="504" h="502" extrusionOk="0">
                  <a:moveTo>
                    <a:pt x="252" y="1"/>
                  </a:moveTo>
                  <a:cubicBezTo>
                    <a:pt x="116" y="1"/>
                    <a:pt x="1" y="114"/>
                    <a:pt x="1" y="252"/>
                  </a:cubicBezTo>
                  <a:cubicBezTo>
                    <a:pt x="1" y="388"/>
                    <a:pt x="116" y="502"/>
                    <a:pt x="252" y="502"/>
                  </a:cubicBezTo>
                  <a:cubicBezTo>
                    <a:pt x="388" y="502"/>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3"/>
            <p:cNvSpPr/>
            <p:nvPr/>
          </p:nvSpPr>
          <p:spPr>
            <a:xfrm>
              <a:off x="768325" y="4412225"/>
              <a:ext cx="12400" cy="12550"/>
            </a:xfrm>
            <a:custGeom>
              <a:avLst/>
              <a:gdLst/>
              <a:ahLst/>
              <a:cxnLst/>
              <a:rect l="l" t="t" r="r" b="b"/>
              <a:pathLst>
                <a:path w="496" h="502" extrusionOk="0">
                  <a:moveTo>
                    <a:pt x="245" y="1"/>
                  </a:moveTo>
                  <a:cubicBezTo>
                    <a:pt x="109" y="1"/>
                    <a:pt x="0" y="114"/>
                    <a:pt x="0" y="252"/>
                  </a:cubicBezTo>
                  <a:cubicBezTo>
                    <a:pt x="0" y="388"/>
                    <a:pt x="109" y="502"/>
                    <a:pt x="245" y="502"/>
                  </a:cubicBezTo>
                  <a:cubicBezTo>
                    <a:pt x="388" y="502"/>
                    <a:pt x="496" y="388"/>
                    <a:pt x="496" y="252"/>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3"/>
            <p:cNvSpPr/>
            <p:nvPr/>
          </p:nvSpPr>
          <p:spPr>
            <a:xfrm>
              <a:off x="860125" y="4412225"/>
              <a:ext cx="12525" cy="12550"/>
            </a:xfrm>
            <a:custGeom>
              <a:avLst/>
              <a:gdLst/>
              <a:ahLst/>
              <a:cxnLst/>
              <a:rect l="l" t="t" r="r" b="b"/>
              <a:pathLst>
                <a:path w="501" h="502" extrusionOk="0">
                  <a:moveTo>
                    <a:pt x="251" y="1"/>
                  </a:moveTo>
                  <a:cubicBezTo>
                    <a:pt x="114" y="1"/>
                    <a:pt x="0" y="114"/>
                    <a:pt x="0" y="252"/>
                  </a:cubicBezTo>
                  <a:cubicBezTo>
                    <a:pt x="0" y="388"/>
                    <a:pt x="114" y="502"/>
                    <a:pt x="251" y="502"/>
                  </a:cubicBezTo>
                  <a:cubicBezTo>
                    <a:pt x="387" y="502"/>
                    <a:pt x="501" y="388"/>
                    <a:pt x="501" y="252"/>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3"/>
            <p:cNvSpPr/>
            <p:nvPr/>
          </p:nvSpPr>
          <p:spPr>
            <a:xfrm>
              <a:off x="951850" y="4412225"/>
              <a:ext cx="12600" cy="12550"/>
            </a:xfrm>
            <a:custGeom>
              <a:avLst/>
              <a:gdLst/>
              <a:ahLst/>
              <a:cxnLst/>
              <a:rect l="l" t="t" r="r" b="b"/>
              <a:pathLst>
                <a:path w="504" h="502" extrusionOk="0">
                  <a:moveTo>
                    <a:pt x="252" y="1"/>
                  </a:moveTo>
                  <a:cubicBezTo>
                    <a:pt x="116" y="1"/>
                    <a:pt x="1" y="114"/>
                    <a:pt x="1" y="252"/>
                  </a:cubicBezTo>
                  <a:cubicBezTo>
                    <a:pt x="1" y="388"/>
                    <a:pt x="116" y="502"/>
                    <a:pt x="252" y="502"/>
                  </a:cubicBezTo>
                  <a:cubicBezTo>
                    <a:pt x="388" y="502"/>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3"/>
            <p:cNvSpPr/>
            <p:nvPr/>
          </p:nvSpPr>
          <p:spPr>
            <a:xfrm>
              <a:off x="1043825" y="4412225"/>
              <a:ext cx="12375" cy="12550"/>
            </a:xfrm>
            <a:custGeom>
              <a:avLst/>
              <a:gdLst/>
              <a:ahLst/>
              <a:cxnLst/>
              <a:rect l="l" t="t" r="r" b="b"/>
              <a:pathLst>
                <a:path w="495" h="502" extrusionOk="0">
                  <a:moveTo>
                    <a:pt x="250" y="1"/>
                  </a:moveTo>
                  <a:cubicBezTo>
                    <a:pt x="107" y="1"/>
                    <a:pt x="0" y="114"/>
                    <a:pt x="0" y="252"/>
                  </a:cubicBezTo>
                  <a:cubicBezTo>
                    <a:pt x="0" y="388"/>
                    <a:pt x="107" y="502"/>
                    <a:pt x="250" y="502"/>
                  </a:cubicBezTo>
                  <a:cubicBezTo>
                    <a:pt x="388" y="502"/>
                    <a:pt x="494" y="388"/>
                    <a:pt x="494" y="252"/>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3"/>
            <p:cNvSpPr/>
            <p:nvPr/>
          </p:nvSpPr>
          <p:spPr>
            <a:xfrm>
              <a:off x="1135575" y="4412225"/>
              <a:ext cx="12575" cy="12550"/>
            </a:xfrm>
            <a:custGeom>
              <a:avLst/>
              <a:gdLst/>
              <a:ahLst/>
              <a:cxnLst/>
              <a:rect l="l" t="t" r="r" b="b"/>
              <a:pathLst>
                <a:path w="503" h="502" extrusionOk="0">
                  <a:moveTo>
                    <a:pt x="252" y="1"/>
                  </a:moveTo>
                  <a:cubicBezTo>
                    <a:pt x="116" y="1"/>
                    <a:pt x="0" y="114"/>
                    <a:pt x="0" y="252"/>
                  </a:cubicBezTo>
                  <a:cubicBezTo>
                    <a:pt x="0" y="388"/>
                    <a:pt x="116" y="502"/>
                    <a:pt x="252" y="502"/>
                  </a:cubicBezTo>
                  <a:cubicBezTo>
                    <a:pt x="387" y="502"/>
                    <a:pt x="503" y="388"/>
                    <a:pt x="503" y="252"/>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3"/>
            <p:cNvSpPr/>
            <p:nvPr/>
          </p:nvSpPr>
          <p:spPr>
            <a:xfrm>
              <a:off x="1227500" y="4412225"/>
              <a:ext cx="12400" cy="12550"/>
            </a:xfrm>
            <a:custGeom>
              <a:avLst/>
              <a:gdLst/>
              <a:ahLst/>
              <a:cxnLst/>
              <a:rect l="l" t="t" r="r" b="b"/>
              <a:pathLst>
                <a:path w="496" h="502" extrusionOk="0">
                  <a:moveTo>
                    <a:pt x="251" y="1"/>
                  </a:moveTo>
                  <a:cubicBezTo>
                    <a:pt x="109" y="1"/>
                    <a:pt x="0" y="114"/>
                    <a:pt x="0" y="252"/>
                  </a:cubicBezTo>
                  <a:cubicBezTo>
                    <a:pt x="0" y="388"/>
                    <a:pt x="109" y="502"/>
                    <a:pt x="251" y="502"/>
                  </a:cubicBezTo>
                  <a:cubicBezTo>
                    <a:pt x="387" y="502"/>
                    <a:pt x="496" y="388"/>
                    <a:pt x="496" y="252"/>
                  </a:cubicBezTo>
                  <a:cubicBezTo>
                    <a:pt x="496"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3"/>
            <p:cNvSpPr/>
            <p:nvPr/>
          </p:nvSpPr>
          <p:spPr>
            <a:xfrm>
              <a:off x="1319275" y="4412225"/>
              <a:ext cx="12550" cy="12550"/>
            </a:xfrm>
            <a:custGeom>
              <a:avLst/>
              <a:gdLst/>
              <a:ahLst/>
              <a:cxnLst/>
              <a:rect l="l" t="t" r="r" b="b"/>
              <a:pathLst>
                <a:path w="502" h="502" extrusionOk="0">
                  <a:moveTo>
                    <a:pt x="252" y="1"/>
                  </a:moveTo>
                  <a:cubicBezTo>
                    <a:pt x="114" y="1"/>
                    <a:pt x="1" y="114"/>
                    <a:pt x="1" y="252"/>
                  </a:cubicBezTo>
                  <a:cubicBezTo>
                    <a:pt x="1" y="388"/>
                    <a:pt x="114" y="502"/>
                    <a:pt x="252" y="502"/>
                  </a:cubicBezTo>
                  <a:cubicBezTo>
                    <a:pt x="388" y="502"/>
                    <a:pt x="501" y="388"/>
                    <a:pt x="501" y="252"/>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3"/>
            <p:cNvSpPr/>
            <p:nvPr/>
          </p:nvSpPr>
          <p:spPr>
            <a:xfrm>
              <a:off x="1411200" y="4412225"/>
              <a:ext cx="12425" cy="12550"/>
            </a:xfrm>
            <a:custGeom>
              <a:avLst/>
              <a:gdLst/>
              <a:ahLst/>
              <a:cxnLst/>
              <a:rect l="l" t="t" r="r" b="b"/>
              <a:pathLst>
                <a:path w="497" h="502" extrusionOk="0">
                  <a:moveTo>
                    <a:pt x="245" y="1"/>
                  </a:moveTo>
                  <a:cubicBezTo>
                    <a:pt x="109" y="1"/>
                    <a:pt x="1" y="114"/>
                    <a:pt x="1" y="252"/>
                  </a:cubicBezTo>
                  <a:cubicBezTo>
                    <a:pt x="1" y="388"/>
                    <a:pt x="109" y="502"/>
                    <a:pt x="245" y="502"/>
                  </a:cubicBezTo>
                  <a:cubicBezTo>
                    <a:pt x="388" y="502"/>
                    <a:pt x="496" y="388"/>
                    <a:pt x="496" y="252"/>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3"/>
            <p:cNvSpPr/>
            <p:nvPr/>
          </p:nvSpPr>
          <p:spPr>
            <a:xfrm>
              <a:off x="1503000" y="4412225"/>
              <a:ext cx="12525" cy="12550"/>
            </a:xfrm>
            <a:custGeom>
              <a:avLst/>
              <a:gdLst/>
              <a:ahLst/>
              <a:cxnLst/>
              <a:rect l="l" t="t" r="r" b="b"/>
              <a:pathLst>
                <a:path w="501" h="502" extrusionOk="0">
                  <a:moveTo>
                    <a:pt x="250" y="1"/>
                  </a:moveTo>
                  <a:cubicBezTo>
                    <a:pt x="114" y="1"/>
                    <a:pt x="0" y="114"/>
                    <a:pt x="0" y="252"/>
                  </a:cubicBezTo>
                  <a:cubicBezTo>
                    <a:pt x="0" y="388"/>
                    <a:pt x="114" y="502"/>
                    <a:pt x="250" y="502"/>
                  </a:cubicBezTo>
                  <a:cubicBezTo>
                    <a:pt x="387" y="502"/>
                    <a:pt x="501" y="388"/>
                    <a:pt x="501" y="252"/>
                  </a:cubicBezTo>
                  <a:cubicBezTo>
                    <a:pt x="501" y="114"/>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3"/>
            <p:cNvSpPr/>
            <p:nvPr/>
          </p:nvSpPr>
          <p:spPr>
            <a:xfrm>
              <a:off x="1594750" y="4412225"/>
              <a:ext cx="12575" cy="12550"/>
            </a:xfrm>
            <a:custGeom>
              <a:avLst/>
              <a:gdLst/>
              <a:ahLst/>
              <a:cxnLst/>
              <a:rect l="l" t="t" r="r" b="b"/>
              <a:pathLst>
                <a:path w="503" h="502" extrusionOk="0">
                  <a:moveTo>
                    <a:pt x="251" y="1"/>
                  </a:moveTo>
                  <a:cubicBezTo>
                    <a:pt x="115" y="1"/>
                    <a:pt x="0" y="114"/>
                    <a:pt x="0" y="252"/>
                  </a:cubicBezTo>
                  <a:cubicBezTo>
                    <a:pt x="0" y="388"/>
                    <a:pt x="115" y="502"/>
                    <a:pt x="251" y="502"/>
                  </a:cubicBezTo>
                  <a:cubicBezTo>
                    <a:pt x="394" y="502"/>
                    <a:pt x="503" y="388"/>
                    <a:pt x="503" y="252"/>
                  </a:cubicBezTo>
                  <a:cubicBezTo>
                    <a:pt x="503" y="114"/>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3"/>
            <p:cNvSpPr/>
            <p:nvPr/>
          </p:nvSpPr>
          <p:spPr>
            <a:xfrm>
              <a:off x="1686650" y="4412225"/>
              <a:ext cx="12600" cy="12550"/>
            </a:xfrm>
            <a:custGeom>
              <a:avLst/>
              <a:gdLst/>
              <a:ahLst/>
              <a:cxnLst/>
              <a:rect l="l" t="t" r="r" b="b"/>
              <a:pathLst>
                <a:path w="504" h="502" extrusionOk="0">
                  <a:moveTo>
                    <a:pt x="252" y="1"/>
                  </a:moveTo>
                  <a:cubicBezTo>
                    <a:pt x="116" y="1"/>
                    <a:pt x="1" y="114"/>
                    <a:pt x="1" y="252"/>
                  </a:cubicBezTo>
                  <a:cubicBezTo>
                    <a:pt x="1" y="388"/>
                    <a:pt x="116" y="502"/>
                    <a:pt x="252" y="502"/>
                  </a:cubicBezTo>
                  <a:cubicBezTo>
                    <a:pt x="388" y="502"/>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3"/>
            <p:cNvSpPr/>
            <p:nvPr/>
          </p:nvSpPr>
          <p:spPr>
            <a:xfrm>
              <a:off x="1778450" y="4412225"/>
              <a:ext cx="12550" cy="12550"/>
            </a:xfrm>
            <a:custGeom>
              <a:avLst/>
              <a:gdLst/>
              <a:ahLst/>
              <a:cxnLst/>
              <a:rect l="l" t="t" r="r" b="b"/>
              <a:pathLst>
                <a:path w="502" h="502" extrusionOk="0">
                  <a:moveTo>
                    <a:pt x="252" y="1"/>
                  </a:moveTo>
                  <a:cubicBezTo>
                    <a:pt x="114" y="1"/>
                    <a:pt x="1" y="114"/>
                    <a:pt x="1" y="252"/>
                  </a:cubicBezTo>
                  <a:cubicBezTo>
                    <a:pt x="1" y="388"/>
                    <a:pt x="114" y="502"/>
                    <a:pt x="252" y="502"/>
                  </a:cubicBezTo>
                  <a:cubicBezTo>
                    <a:pt x="388" y="502"/>
                    <a:pt x="501" y="388"/>
                    <a:pt x="501" y="252"/>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3"/>
            <p:cNvSpPr/>
            <p:nvPr/>
          </p:nvSpPr>
          <p:spPr>
            <a:xfrm>
              <a:off x="1870375" y="4412225"/>
              <a:ext cx="12400" cy="12550"/>
            </a:xfrm>
            <a:custGeom>
              <a:avLst/>
              <a:gdLst/>
              <a:ahLst/>
              <a:cxnLst/>
              <a:rect l="l" t="t" r="r" b="b"/>
              <a:pathLst>
                <a:path w="496" h="502" extrusionOk="0">
                  <a:moveTo>
                    <a:pt x="252" y="1"/>
                  </a:moveTo>
                  <a:cubicBezTo>
                    <a:pt x="109" y="1"/>
                    <a:pt x="0" y="114"/>
                    <a:pt x="0" y="252"/>
                  </a:cubicBezTo>
                  <a:cubicBezTo>
                    <a:pt x="0" y="388"/>
                    <a:pt x="109" y="502"/>
                    <a:pt x="252" y="502"/>
                  </a:cubicBezTo>
                  <a:cubicBezTo>
                    <a:pt x="387" y="502"/>
                    <a:pt x="496" y="388"/>
                    <a:pt x="496" y="252"/>
                  </a:cubicBezTo>
                  <a:cubicBezTo>
                    <a:pt x="496"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3"/>
            <p:cNvSpPr/>
            <p:nvPr/>
          </p:nvSpPr>
          <p:spPr>
            <a:xfrm>
              <a:off x="1962150" y="4412225"/>
              <a:ext cx="12550" cy="12550"/>
            </a:xfrm>
            <a:custGeom>
              <a:avLst/>
              <a:gdLst/>
              <a:ahLst/>
              <a:cxnLst/>
              <a:rect l="l" t="t" r="r" b="b"/>
              <a:pathLst>
                <a:path w="502" h="502" extrusionOk="0">
                  <a:moveTo>
                    <a:pt x="250" y="1"/>
                  </a:moveTo>
                  <a:cubicBezTo>
                    <a:pt x="114" y="1"/>
                    <a:pt x="1" y="114"/>
                    <a:pt x="1" y="252"/>
                  </a:cubicBezTo>
                  <a:cubicBezTo>
                    <a:pt x="1" y="388"/>
                    <a:pt x="114" y="502"/>
                    <a:pt x="250" y="502"/>
                  </a:cubicBezTo>
                  <a:cubicBezTo>
                    <a:pt x="388" y="502"/>
                    <a:pt x="502" y="388"/>
                    <a:pt x="502" y="252"/>
                  </a:cubicBezTo>
                  <a:cubicBezTo>
                    <a:pt x="502"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3"/>
            <p:cNvSpPr/>
            <p:nvPr/>
          </p:nvSpPr>
          <p:spPr>
            <a:xfrm>
              <a:off x="2054075" y="4412225"/>
              <a:ext cx="12425" cy="12550"/>
            </a:xfrm>
            <a:custGeom>
              <a:avLst/>
              <a:gdLst/>
              <a:ahLst/>
              <a:cxnLst/>
              <a:rect l="l" t="t" r="r" b="b"/>
              <a:pathLst>
                <a:path w="497" h="502" extrusionOk="0">
                  <a:moveTo>
                    <a:pt x="252" y="1"/>
                  </a:moveTo>
                  <a:cubicBezTo>
                    <a:pt x="109" y="1"/>
                    <a:pt x="1" y="114"/>
                    <a:pt x="1" y="252"/>
                  </a:cubicBezTo>
                  <a:cubicBezTo>
                    <a:pt x="1" y="388"/>
                    <a:pt x="109" y="502"/>
                    <a:pt x="252" y="502"/>
                  </a:cubicBezTo>
                  <a:cubicBezTo>
                    <a:pt x="388" y="502"/>
                    <a:pt x="496" y="388"/>
                    <a:pt x="496" y="252"/>
                  </a:cubicBezTo>
                  <a:cubicBezTo>
                    <a:pt x="496"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3"/>
            <p:cNvSpPr/>
            <p:nvPr/>
          </p:nvSpPr>
          <p:spPr>
            <a:xfrm>
              <a:off x="2145825" y="4412225"/>
              <a:ext cx="12600" cy="12550"/>
            </a:xfrm>
            <a:custGeom>
              <a:avLst/>
              <a:gdLst/>
              <a:ahLst/>
              <a:cxnLst/>
              <a:rect l="l" t="t" r="r" b="b"/>
              <a:pathLst>
                <a:path w="504" h="502" extrusionOk="0">
                  <a:moveTo>
                    <a:pt x="252" y="1"/>
                  </a:moveTo>
                  <a:cubicBezTo>
                    <a:pt x="116" y="1"/>
                    <a:pt x="1" y="114"/>
                    <a:pt x="1" y="252"/>
                  </a:cubicBezTo>
                  <a:cubicBezTo>
                    <a:pt x="1" y="388"/>
                    <a:pt x="116" y="502"/>
                    <a:pt x="252" y="502"/>
                  </a:cubicBezTo>
                  <a:cubicBezTo>
                    <a:pt x="388" y="502"/>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3"/>
            <p:cNvSpPr/>
            <p:nvPr/>
          </p:nvSpPr>
          <p:spPr>
            <a:xfrm>
              <a:off x="2237800" y="4412225"/>
              <a:ext cx="12350" cy="12550"/>
            </a:xfrm>
            <a:custGeom>
              <a:avLst/>
              <a:gdLst/>
              <a:ahLst/>
              <a:cxnLst/>
              <a:rect l="l" t="t" r="r" b="b"/>
              <a:pathLst>
                <a:path w="494" h="502" extrusionOk="0">
                  <a:moveTo>
                    <a:pt x="244" y="1"/>
                  </a:moveTo>
                  <a:cubicBezTo>
                    <a:pt x="107" y="1"/>
                    <a:pt x="0" y="114"/>
                    <a:pt x="0" y="252"/>
                  </a:cubicBezTo>
                  <a:cubicBezTo>
                    <a:pt x="0" y="388"/>
                    <a:pt x="107" y="502"/>
                    <a:pt x="244" y="502"/>
                  </a:cubicBezTo>
                  <a:cubicBezTo>
                    <a:pt x="387" y="502"/>
                    <a:pt x="494" y="388"/>
                    <a:pt x="494" y="252"/>
                  </a:cubicBezTo>
                  <a:cubicBezTo>
                    <a:pt x="494" y="114"/>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3"/>
            <p:cNvSpPr/>
            <p:nvPr/>
          </p:nvSpPr>
          <p:spPr>
            <a:xfrm>
              <a:off x="2329550" y="4412225"/>
              <a:ext cx="12575" cy="12550"/>
            </a:xfrm>
            <a:custGeom>
              <a:avLst/>
              <a:gdLst/>
              <a:ahLst/>
              <a:cxnLst/>
              <a:rect l="l" t="t" r="r" b="b"/>
              <a:pathLst>
                <a:path w="503" h="502" extrusionOk="0">
                  <a:moveTo>
                    <a:pt x="251" y="1"/>
                  </a:moveTo>
                  <a:cubicBezTo>
                    <a:pt x="115" y="1"/>
                    <a:pt x="0" y="114"/>
                    <a:pt x="0" y="252"/>
                  </a:cubicBezTo>
                  <a:cubicBezTo>
                    <a:pt x="0" y="388"/>
                    <a:pt x="115" y="502"/>
                    <a:pt x="251" y="502"/>
                  </a:cubicBezTo>
                  <a:cubicBezTo>
                    <a:pt x="387" y="502"/>
                    <a:pt x="502" y="388"/>
                    <a:pt x="502" y="252"/>
                  </a:cubicBezTo>
                  <a:cubicBezTo>
                    <a:pt x="502"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3"/>
            <p:cNvSpPr/>
            <p:nvPr/>
          </p:nvSpPr>
          <p:spPr>
            <a:xfrm>
              <a:off x="2421325" y="4412225"/>
              <a:ext cx="12550" cy="12550"/>
            </a:xfrm>
            <a:custGeom>
              <a:avLst/>
              <a:gdLst/>
              <a:ahLst/>
              <a:cxnLst/>
              <a:rect l="l" t="t" r="r" b="b"/>
              <a:pathLst>
                <a:path w="502" h="502" extrusionOk="0">
                  <a:moveTo>
                    <a:pt x="250" y="1"/>
                  </a:moveTo>
                  <a:cubicBezTo>
                    <a:pt x="114" y="1"/>
                    <a:pt x="1" y="114"/>
                    <a:pt x="1" y="252"/>
                  </a:cubicBezTo>
                  <a:cubicBezTo>
                    <a:pt x="1" y="388"/>
                    <a:pt x="114" y="502"/>
                    <a:pt x="250" y="502"/>
                  </a:cubicBezTo>
                  <a:cubicBezTo>
                    <a:pt x="395" y="502"/>
                    <a:pt x="501" y="388"/>
                    <a:pt x="501" y="252"/>
                  </a:cubicBezTo>
                  <a:cubicBezTo>
                    <a:pt x="501" y="114"/>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3"/>
            <p:cNvSpPr/>
            <p:nvPr/>
          </p:nvSpPr>
          <p:spPr>
            <a:xfrm>
              <a:off x="2513250" y="4412225"/>
              <a:ext cx="12575" cy="12550"/>
            </a:xfrm>
            <a:custGeom>
              <a:avLst/>
              <a:gdLst/>
              <a:ahLst/>
              <a:cxnLst/>
              <a:rect l="l" t="t" r="r" b="b"/>
              <a:pathLst>
                <a:path w="503" h="502" extrusionOk="0">
                  <a:moveTo>
                    <a:pt x="252" y="1"/>
                  </a:moveTo>
                  <a:cubicBezTo>
                    <a:pt x="109" y="1"/>
                    <a:pt x="0" y="114"/>
                    <a:pt x="0" y="252"/>
                  </a:cubicBezTo>
                  <a:cubicBezTo>
                    <a:pt x="0" y="388"/>
                    <a:pt x="109" y="502"/>
                    <a:pt x="252" y="502"/>
                  </a:cubicBezTo>
                  <a:cubicBezTo>
                    <a:pt x="388" y="502"/>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3"/>
            <p:cNvSpPr/>
            <p:nvPr/>
          </p:nvSpPr>
          <p:spPr>
            <a:xfrm>
              <a:off x="2605000" y="4412225"/>
              <a:ext cx="12575" cy="12550"/>
            </a:xfrm>
            <a:custGeom>
              <a:avLst/>
              <a:gdLst/>
              <a:ahLst/>
              <a:cxnLst/>
              <a:rect l="l" t="t" r="r" b="b"/>
              <a:pathLst>
                <a:path w="503" h="502" extrusionOk="0">
                  <a:moveTo>
                    <a:pt x="252" y="1"/>
                  </a:moveTo>
                  <a:cubicBezTo>
                    <a:pt x="116" y="1"/>
                    <a:pt x="0" y="114"/>
                    <a:pt x="0" y="252"/>
                  </a:cubicBezTo>
                  <a:cubicBezTo>
                    <a:pt x="0" y="388"/>
                    <a:pt x="116" y="502"/>
                    <a:pt x="252" y="502"/>
                  </a:cubicBezTo>
                  <a:cubicBezTo>
                    <a:pt x="387" y="502"/>
                    <a:pt x="503" y="388"/>
                    <a:pt x="503" y="252"/>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3"/>
            <p:cNvSpPr/>
            <p:nvPr/>
          </p:nvSpPr>
          <p:spPr>
            <a:xfrm>
              <a:off x="2696950" y="4412225"/>
              <a:ext cx="12375" cy="12550"/>
            </a:xfrm>
            <a:custGeom>
              <a:avLst/>
              <a:gdLst/>
              <a:ahLst/>
              <a:cxnLst/>
              <a:rect l="l" t="t" r="r" b="b"/>
              <a:pathLst>
                <a:path w="495" h="502" extrusionOk="0">
                  <a:moveTo>
                    <a:pt x="252" y="1"/>
                  </a:moveTo>
                  <a:cubicBezTo>
                    <a:pt x="108" y="1"/>
                    <a:pt x="1" y="114"/>
                    <a:pt x="1" y="252"/>
                  </a:cubicBezTo>
                  <a:cubicBezTo>
                    <a:pt x="1" y="388"/>
                    <a:pt x="108" y="502"/>
                    <a:pt x="252" y="502"/>
                  </a:cubicBezTo>
                  <a:cubicBezTo>
                    <a:pt x="388" y="502"/>
                    <a:pt x="495" y="388"/>
                    <a:pt x="495" y="252"/>
                  </a:cubicBezTo>
                  <a:cubicBezTo>
                    <a:pt x="495"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3"/>
            <p:cNvSpPr/>
            <p:nvPr/>
          </p:nvSpPr>
          <p:spPr>
            <a:xfrm>
              <a:off x="2788700" y="4412225"/>
              <a:ext cx="12600" cy="12550"/>
            </a:xfrm>
            <a:custGeom>
              <a:avLst/>
              <a:gdLst/>
              <a:ahLst/>
              <a:cxnLst/>
              <a:rect l="l" t="t" r="r" b="b"/>
              <a:pathLst>
                <a:path w="504" h="502" extrusionOk="0">
                  <a:moveTo>
                    <a:pt x="252" y="1"/>
                  </a:moveTo>
                  <a:cubicBezTo>
                    <a:pt x="116" y="1"/>
                    <a:pt x="1" y="114"/>
                    <a:pt x="1" y="252"/>
                  </a:cubicBezTo>
                  <a:cubicBezTo>
                    <a:pt x="1" y="388"/>
                    <a:pt x="116" y="502"/>
                    <a:pt x="252" y="502"/>
                  </a:cubicBezTo>
                  <a:cubicBezTo>
                    <a:pt x="388" y="502"/>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3"/>
            <p:cNvSpPr/>
            <p:nvPr/>
          </p:nvSpPr>
          <p:spPr>
            <a:xfrm>
              <a:off x="2880675" y="4412225"/>
              <a:ext cx="12375" cy="12550"/>
            </a:xfrm>
            <a:custGeom>
              <a:avLst/>
              <a:gdLst/>
              <a:ahLst/>
              <a:cxnLst/>
              <a:rect l="l" t="t" r="r" b="b"/>
              <a:pathLst>
                <a:path w="495" h="502" extrusionOk="0">
                  <a:moveTo>
                    <a:pt x="243" y="1"/>
                  </a:moveTo>
                  <a:cubicBezTo>
                    <a:pt x="107" y="1"/>
                    <a:pt x="0" y="114"/>
                    <a:pt x="0" y="252"/>
                  </a:cubicBezTo>
                  <a:cubicBezTo>
                    <a:pt x="0" y="388"/>
                    <a:pt x="107" y="502"/>
                    <a:pt x="243" y="502"/>
                  </a:cubicBezTo>
                  <a:cubicBezTo>
                    <a:pt x="387" y="502"/>
                    <a:pt x="494" y="388"/>
                    <a:pt x="494" y="252"/>
                  </a:cubicBezTo>
                  <a:cubicBezTo>
                    <a:pt x="494" y="114"/>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3"/>
            <p:cNvSpPr/>
            <p:nvPr/>
          </p:nvSpPr>
          <p:spPr>
            <a:xfrm>
              <a:off x="2972425" y="4412225"/>
              <a:ext cx="12575" cy="12550"/>
            </a:xfrm>
            <a:custGeom>
              <a:avLst/>
              <a:gdLst/>
              <a:ahLst/>
              <a:cxnLst/>
              <a:rect l="l" t="t" r="r" b="b"/>
              <a:pathLst>
                <a:path w="503" h="502" extrusionOk="0">
                  <a:moveTo>
                    <a:pt x="251" y="1"/>
                  </a:moveTo>
                  <a:cubicBezTo>
                    <a:pt x="115" y="1"/>
                    <a:pt x="0" y="114"/>
                    <a:pt x="0" y="252"/>
                  </a:cubicBezTo>
                  <a:cubicBezTo>
                    <a:pt x="0" y="388"/>
                    <a:pt x="115" y="502"/>
                    <a:pt x="251" y="502"/>
                  </a:cubicBezTo>
                  <a:cubicBezTo>
                    <a:pt x="387" y="502"/>
                    <a:pt x="503" y="388"/>
                    <a:pt x="503" y="252"/>
                  </a:cubicBezTo>
                  <a:cubicBezTo>
                    <a:pt x="503"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3"/>
            <p:cNvSpPr/>
            <p:nvPr/>
          </p:nvSpPr>
          <p:spPr>
            <a:xfrm>
              <a:off x="3064375" y="4412225"/>
              <a:ext cx="12375" cy="12550"/>
            </a:xfrm>
            <a:custGeom>
              <a:avLst/>
              <a:gdLst/>
              <a:ahLst/>
              <a:cxnLst/>
              <a:rect l="l" t="t" r="r" b="b"/>
              <a:pathLst>
                <a:path w="495" h="502" extrusionOk="0">
                  <a:moveTo>
                    <a:pt x="243" y="1"/>
                  </a:moveTo>
                  <a:cubicBezTo>
                    <a:pt x="107" y="1"/>
                    <a:pt x="1" y="114"/>
                    <a:pt x="1" y="252"/>
                  </a:cubicBezTo>
                  <a:cubicBezTo>
                    <a:pt x="1" y="388"/>
                    <a:pt x="107" y="502"/>
                    <a:pt x="243" y="502"/>
                  </a:cubicBezTo>
                  <a:cubicBezTo>
                    <a:pt x="388" y="502"/>
                    <a:pt x="495" y="388"/>
                    <a:pt x="495" y="252"/>
                  </a:cubicBezTo>
                  <a:cubicBezTo>
                    <a:pt x="495" y="114"/>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3"/>
            <p:cNvSpPr/>
            <p:nvPr/>
          </p:nvSpPr>
          <p:spPr>
            <a:xfrm>
              <a:off x="3156125" y="4412225"/>
              <a:ext cx="12600" cy="12550"/>
            </a:xfrm>
            <a:custGeom>
              <a:avLst/>
              <a:gdLst/>
              <a:ahLst/>
              <a:cxnLst/>
              <a:rect l="l" t="t" r="r" b="b"/>
              <a:pathLst>
                <a:path w="504" h="502" extrusionOk="0">
                  <a:moveTo>
                    <a:pt x="252" y="1"/>
                  </a:moveTo>
                  <a:cubicBezTo>
                    <a:pt x="116" y="1"/>
                    <a:pt x="1" y="114"/>
                    <a:pt x="1" y="252"/>
                  </a:cubicBezTo>
                  <a:cubicBezTo>
                    <a:pt x="1" y="388"/>
                    <a:pt x="116" y="502"/>
                    <a:pt x="252" y="502"/>
                  </a:cubicBezTo>
                  <a:cubicBezTo>
                    <a:pt x="388" y="502"/>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3"/>
            <p:cNvSpPr/>
            <p:nvPr/>
          </p:nvSpPr>
          <p:spPr>
            <a:xfrm>
              <a:off x="3247875" y="4412225"/>
              <a:ext cx="12575" cy="12550"/>
            </a:xfrm>
            <a:custGeom>
              <a:avLst/>
              <a:gdLst/>
              <a:ahLst/>
              <a:cxnLst/>
              <a:rect l="l" t="t" r="r" b="b"/>
              <a:pathLst>
                <a:path w="503" h="502" extrusionOk="0">
                  <a:moveTo>
                    <a:pt x="252" y="1"/>
                  </a:moveTo>
                  <a:cubicBezTo>
                    <a:pt x="116" y="1"/>
                    <a:pt x="1" y="114"/>
                    <a:pt x="1" y="252"/>
                  </a:cubicBezTo>
                  <a:cubicBezTo>
                    <a:pt x="1" y="388"/>
                    <a:pt x="116" y="502"/>
                    <a:pt x="252" y="502"/>
                  </a:cubicBezTo>
                  <a:cubicBezTo>
                    <a:pt x="388" y="502"/>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3"/>
            <p:cNvSpPr/>
            <p:nvPr/>
          </p:nvSpPr>
          <p:spPr>
            <a:xfrm>
              <a:off x="3339850" y="4412225"/>
              <a:ext cx="12525" cy="12550"/>
            </a:xfrm>
            <a:custGeom>
              <a:avLst/>
              <a:gdLst/>
              <a:ahLst/>
              <a:cxnLst/>
              <a:rect l="l" t="t" r="r" b="b"/>
              <a:pathLst>
                <a:path w="501" h="502" extrusionOk="0">
                  <a:moveTo>
                    <a:pt x="251" y="1"/>
                  </a:moveTo>
                  <a:cubicBezTo>
                    <a:pt x="107" y="1"/>
                    <a:pt x="0" y="114"/>
                    <a:pt x="0" y="252"/>
                  </a:cubicBezTo>
                  <a:cubicBezTo>
                    <a:pt x="0" y="388"/>
                    <a:pt x="107" y="502"/>
                    <a:pt x="251" y="502"/>
                  </a:cubicBezTo>
                  <a:cubicBezTo>
                    <a:pt x="387" y="502"/>
                    <a:pt x="501" y="388"/>
                    <a:pt x="501" y="252"/>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3"/>
            <p:cNvSpPr/>
            <p:nvPr/>
          </p:nvSpPr>
          <p:spPr>
            <a:xfrm>
              <a:off x="3431575" y="4412225"/>
              <a:ext cx="12600" cy="12550"/>
            </a:xfrm>
            <a:custGeom>
              <a:avLst/>
              <a:gdLst/>
              <a:ahLst/>
              <a:cxnLst/>
              <a:rect l="l" t="t" r="r" b="b"/>
              <a:pathLst>
                <a:path w="504" h="502" extrusionOk="0">
                  <a:moveTo>
                    <a:pt x="252" y="1"/>
                  </a:moveTo>
                  <a:cubicBezTo>
                    <a:pt x="116" y="1"/>
                    <a:pt x="1" y="114"/>
                    <a:pt x="1" y="252"/>
                  </a:cubicBezTo>
                  <a:cubicBezTo>
                    <a:pt x="1" y="388"/>
                    <a:pt x="116" y="502"/>
                    <a:pt x="252" y="502"/>
                  </a:cubicBezTo>
                  <a:cubicBezTo>
                    <a:pt x="388" y="502"/>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3"/>
            <p:cNvSpPr/>
            <p:nvPr/>
          </p:nvSpPr>
          <p:spPr>
            <a:xfrm>
              <a:off x="3523550" y="4412225"/>
              <a:ext cx="12375" cy="12550"/>
            </a:xfrm>
            <a:custGeom>
              <a:avLst/>
              <a:gdLst/>
              <a:ahLst/>
              <a:cxnLst/>
              <a:rect l="l" t="t" r="r" b="b"/>
              <a:pathLst>
                <a:path w="495" h="502" extrusionOk="0">
                  <a:moveTo>
                    <a:pt x="250" y="1"/>
                  </a:moveTo>
                  <a:cubicBezTo>
                    <a:pt x="107" y="1"/>
                    <a:pt x="0" y="114"/>
                    <a:pt x="0" y="252"/>
                  </a:cubicBezTo>
                  <a:cubicBezTo>
                    <a:pt x="0" y="388"/>
                    <a:pt x="107" y="502"/>
                    <a:pt x="250" y="502"/>
                  </a:cubicBezTo>
                  <a:cubicBezTo>
                    <a:pt x="388" y="502"/>
                    <a:pt x="494" y="388"/>
                    <a:pt x="494" y="252"/>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3"/>
            <p:cNvSpPr/>
            <p:nvPr/>
          </p:nvSpPr>
          <p:spPr>
            <a:xfrm>
              <a:off x="676400" y="4503975"/>
              <a:ext cx="12600" cy="12600"/>
            </a:xfrm>
            <a:custGeom>
              <a:avLst/>
              <a:gdLst/>
              <a:ahLst/>
              <a:cxnLst/>
              <a:rect l="l" t="t" r="r" b="b"/>
              <a:pathLst>
                <a:path w="504" h="504" extrusionOk="0">
                  <a:moveTo>
                    <a:pt x="252" y="1"/>
                  </a:moveTo>
                  <a:cubicBezTo>
                    <a:pt x="116" y="1"/>
                    <a:pt x="1" y="116"/>
                    <a:pt x="1" y="252"/>
                  </a:cubicBezTo>
                  <a:cubicBezTo>
                    <a:pt x="1" y="395"/>
                    <a:pt x="116" y="503"/>
                    <a:pt x="252" y="503"/>
                  </a:cubicBezTo>
                  <a:cubicBezTo>
                    <a:pt x="388" y="503"/>
                    <a:pt x="503" y="395"/>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3"/>
            <p:cNvSpPr/>
            <p:nvPr/>
          </p:nvSpPr>
          <p:spPr>
            <a:xfrm>
              <a:off x="768325" y="4503975"/>
              <a:ext cx="12400" cy="12600"/>
            </a:xfrm>
            <a:custGeom>
              <a:avLst/>
              <a:gdLst/>
              <a:ahLst/>
              <a:cxnLst/>
              <a:rect l="l" t="t" r="r" b="b"/>
              <a:pathLst>
                <a:path w="496" h="504" extrusionOk="0">
                  <a:moveTo>
                    <a:pt x="245" y="1"/>
                  </a:moveTo>
                  <a:cubicBezTo>
                    <a:pt x="109" y="1"/>
                    <a:pt x="0" y="116"/>
                    <a:pt x="0" y="252"/>
                  </a:cubicBezTo>
                  <a:cubicBezTo>
                    <a:pt x="0" y="395"/>
                    <a:pt x="109" y="503"/>
                    <a:pt x="245" y="503"/>
                  </a:cubicBezTo>
                  <a:cubicBezTo>
                    <a:pt x="388" y="503"/>
                    <a:pt x="496" y="395"/>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3"/>
            <p:cNvSpPr/>
            <p:nvPr/>
          </p:nvSpPr>
          <p:spPr>
            <a:xfrm>
              <a:off x="860125" y="4503975"/>
              <a:ext cx="12525" cy="12600"/>
            </a:xfrm>
            <a:custGeom>
              <a:avLst/>
              <a:gdLst/>
              <a:ahLst/>
              <a:cxnLst/>
              <a:rect l="l" t="t" r="r" b="b"/>
              <a:pathLst>
                <a:path w="501" h="504" extrusionOk="0">
                  <a:moveTo>
                    <a:pt x="251" y="1"/>
                  </a:moveTo>
                  <a:cubicBezTo>
                    <a:pt x="114" y="1"/>
                    <a:pt x="0" y="116"/>
                    <a:pt x="0" y="252"/>
                  </a:cubicBezTo>
                  <a:cubicBezTo>
                    <a:pt x="0" y="395"/>
                    <a:pt x="114" y="503"/>
                    <a:pt x="251" y="503"/>
                  </a:cubicBezTo>
                  <a:cubicBezTo>
                    <a:pt x="387" y="503"/>
                    <a:pt x="501" y="395"/>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3"/>
            <p:cNvSpPr/>
            <p:nvPr/>
          </p:nvSpPr>
          <p:spPr>
            <a:xfrm>
              <a:off x="951850" y="4503975"/>
              <a:ext cx="12600" cy="12600"/>
            </a:xfrm>
            <a:custGeom>
              <a:avLst/>
              <a:gdLst/>
              <a:ahLst/>
              <a:cxnLst/>
              <a:rect l="l" t="t" r="r" b="b"/>
              <a:pathLst>
                <a:path w="504" h="504" extrusionOk="0">
                  <a:moveTo>
                    <a:pt x="252" y="1"/>
                  </a:moveTo>
                  <a:cubicBezTo>
                    <a:pt x="116" y="1"/>
                    <a:pt x="1" y="116"/>
                    <a:pt x="1" y="252"/>
                  </a:cubicBezTo>
                  <a:cubicBezTo>
                    <a:pt x="1" y="395"/>
                    <a:pt x="116" y="503"/>
                    <a:pt x="252" y="503"/>
                  </a:cubicBezTo>
                  <a:cubicBezTo>
                    <a:pt x="388" y="503"/>
                    <a:pt x="503" y="395"/>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3"/>
            <p:cNvSpPr/>
            <p:nvPr/>
          </p:nvSpPr>
          <p:spPr>
            <a:xfrm>
              <a:off x="1043825" y="4503975"/>
              <a:ext cx="12375" cy="12600"/>
            </a:xfrm>
            <a:custGeom>
              <a:avLst/>
              <a:gdLst/>
              <a:ahLst/>
              <a:cxnLst/>
              <a:rect l="l" t="t" r="r" b="b"/>
              <a:pathLst>
                <a:path w="495" h="504" extrusionOk="0">
                  <a:moveTo>
                    <a:pt x="250" y="1"/>
                  </a:moveTo>
                  <a:cubicBezTo>
                    <a:pt x="107" y="1"/>
                    <a:pt x="0" y="116"/>
                    <a:pt x="0" y="252"/>
                  </a:cubicBezTo>
                  <a:cubicBezTo>
                    <a:pt x="0" y="395"/>
                    <a:pt x="107" y="503"/>
                    <a:pt x="250" y="503"/>
                  </a:cubicBezTo>
                  <a:cubicBezTo>
                    <a:pt x="388" y="503"/>
                    <a:pt x="494" y="395"/>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3"/>
            <p:cNvSpPr/>
            <p:nvPr/>
          </p:nvSpPr>
          <p:spPr>
            <a:xfrm>
              <a:off x="1135575" y="4503975"/>
              <a:ext cx="12575" cy="12600"/>
            </a:xfrm>
            <a:custGeom>
              <a:avLst/>
              <a:gdLst/>
              <a:ahLst/>
              <a:cxnLst/>
              <a:rect l="l" t="t" r="r" b="b"/>
              <a:pathLst>
                <a:path w="503" h="504" extrusionOk="0">
                  <a:moveTo>
                    <a:pt x="252" y="1"/>
                  </a:moveTo>
                  <a:cubicBezTo>
                    <a:pt x="116" y="1"/>
                    <a:pt x="0" y="116"/>
                    <a:pt x="0" y="252"/>
                  </a:cubicBezTo>
                  <a:cubicBezTo>
                    <a:pt x="0" y="395"/>
                    <a:pt x="116" y="503"/>
                    <a:pt x="252" y="503"/>
                  </a:cubicBezTo>
                  <a:cubicBezTo>
                    <a:pt x="387" y="503"/>
                    <a:pt x="503" y="395"/>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3"/>
            <p:cNvSpPr/>
            <p:nvPr/>
          </p:nvSpPr>
          <p:spPr>
            <a:xfrm>
              <a:off x="1227500" y="4503975"/>
              <a:ext cx="12400" cy="12600"/>
            </a:xfrm>
            <a:custGeom>
              <a:avLst/>
              <a:gdLst/>
              <a:ahLst/>
              <a:cxnLst/>
              <a:rect l="l" t="t" r="r" b="b"/>
              <a:pathLst>
                <a:path w="496" h="504" extrusionOk="0">
                  <a:moveTo>
                    <a:pt x="251" y="1"/>
                  </a:moveTo>
                  <a:cubicBezTo>
                    <a:pt x="109" y="1"/>
                    <a:pt x="0" y="116"/>
                    <a:pt x="0" y="252"/>
                  </a:cubicBezTo>
                  <a:cubicBezTo>
                    <a:pt x="0" y="395"/>
                    <a:pt x="109" y="503"/>
                    <a:pt x="251" y="503"/>
                  </a:cubicBezTo>
                  <a:cubicBezTo>
                    <a:pt x="387" y="503"/>
                    <a:pt x="496" y="395"/>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3"/>
            <p:cNvSpPr/>
            <p:nvPr/>
          </p:nvSpPr>
          <p:spPr>
            <a:xfrm>
              <a:off x="1319275" y="4503975"/>
              <a:ext cx="12550" cy="12600"/>
            </a:xfrm>
            <a:custGeom>
              <a:avLst/>
              <a:gdLst/>
              <a:ahLst/>
              <a:cxnLst/>
              <a:rect l="l" t="t" r="r" b="b"/>
              <a:pathLst>
                <a:path w="502" h="504" extrusionOk="0">
                  <a:moveTo>
                    <a:pt x="252" y="1"/>
                  </a:moveTo>
                  <a:cubicBezTo>
                    <a:pt x="114" y="1"/>
                    <a:pt x="1" y="116"/>
                    <a:pt x="1" y="252"/>
                  </a:cubicBezTo>
                  <a:cubicBezTo>
                    <a:pt x="1" y="395"/>
                    <a:pt x="114" y="503"/>
                    <a:pt x="252" y="503"/>
                  </a:cubicBezTo>
                  <a:cubicBezTo>
                    <a:pt x="388" y="503"/>
                    <a:pt x="501" y="395"/>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3"/>
            <p:cNvSpPr/>
            <p:nvPr/>
          </p:nvSpPr>
          <p:spPr>
            <a:xfrm>
              <a:off x="1411200" y="4503975"/>
              <a:ext cx="12425" cy="12600"/>
            </a:xfrm>
            <a:custGeom>
              <a:avLst/>
              <a:gdLst/>
              <a:ahLst/>
              <a:cxnLst/>
              <a:rect l="l" t="t" r="r" b="b"/>
              <a:pathLst>
                <a:path w="497" h="504" extrusionOk="0">
                  <a:moveTo>
                    <a:pt x="245" y="1"/>
                  </a:moveTo>
                  <a:cubicBezTo>
                    <a:pt x="109" y="1"/>
                    <a:pt x="1" y="116"/>
                    <a:pt x="1" y="252"/>
                  </a:cubicBezTo>
                  <a:cubicBezTo>
                    <a:pt x="1" y="395"/>
                    <a:pt x="109" y="503"/>
                    <a:pt x="245" y="503"/>
                  </a:cubicBezTo>
                  <a:cubicBezTo>
                    <a:pt x="388" y="503"/>
                    <a:pt x="496" y="395"/>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3"/>
            <p:cNvSpPr/>
            <p:nvPr/>
          </p:nvSpPr>
          <p:spPr>
            <a:xfrm>
              <a:off x="1503000" y="4503975"/>
              <a:ext cx="12525" cy="12600"/>
            </a:xfrm>
            <a:custGeom>
              <a:avLst/>
              <a:gdLst/>
              <a:ahLst/>
              <a:cxnLst/>
              <a:rect l="l" t="t" r="r" b="b"/>
              <a:pathLst>
                <a:path w="501" h="504" extrusionOk="0">
                  <a:moveTo>
                    <a:pt x="250" y="1"/>
                  </a:moveTo>
                  <a:cubicBezTo>
                    <a:pt x="114" y="1"/>
                    <a:pt x="0" y="116"/>
                    <a:pt x="0" y="252"/>
                  </a:cubicBezTo>
                  <a:cubicBezTo>
                    <a:pt x="0" y="395"/>
                    <a:pt x="114" y="503"/>
                    <a:pt x="250" y="503"/>
                  </a:cubicBezTo>
                  <a:cubicBezTo>
                    <a:pt x="387" y="503"/>
                    <a:pt x="501" y="395"/>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3"/>
            <p:cNvSpPr/>
            <p:nvPr/>
          </p:nvSpPr>
          <p:spPr>
            <a:xfrm>
              <a:off x="1594750" y="4503975"/>
              <a:ext cx="12575" cy="12600"/>
            </a:xfrm>
            <a:custGeom>
              <a:avLst/>
              <a:gdLst/>
              <a:ahLst/>
              <a:cxnLst/>
              <a:rect l="l" t="t" r="r" b="b"/>
              <a:pathLst>
                <a:path w="503" h="504" extrusionOk="0">
                  <a:moveTo>
                    <a:pt x="251" y="1"/>
                  </a:moveTo>
                  <a:cubicBezTo>
                    <a:pt x="115" y="1"/>
                    <a:pt x="0" y="116"/>
                    <a:pt x="0" y="252"/>
                  </a:cubicBezTo>
                  <a:cubicBezTo>
                    <a:pt x="0" y="395"/>
                    <a:pt x="115" y="503"/>
                    <a:pt x="251" y="503"/>
                  </a:cubicBezTo>
                  <a:cubicBezTo>
                    <a:pt x="394" y="503"/>
                    <a:pt x="503" y="395"/>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3"/>
            <p:cNvSpPr/>
            <p:nvPr/>
          </p:nvSpPr>
          <p:spPr>
            <a:xfrm>
              <a:off x="1686650" y="4503975"/>
              <a:ext cx="12600" cy="12600"/>
            </a:xfrm>
            <a:custGeom>
              <a:avLst/>
              <a:gdLst/>
              <a:ahLst/>
              <a:cxnLst/>
              <a:rect l="l" t="t" r="r" b="b"/>
              <a:pathLst>
                <a:path w="504" h="504" extrusionOk="0">
                  <a:moveTo>
                    <a:pt x="252" y="1"/>
                  </a:moveTo>
                  <a:cubicBezTo>
                    <a:pt x="116" y="1"/>
                    <a:pt x="1" y="116"/>
                    <a:pt x="1" y="252"/>
                  </a:cubicBezTo>
                  <a:cubicBezTo>
                    <a:pt x="1" y="395"/>
                    <a:pt x="116" y="503"/>
                    <a:pt x="252" y="503"/>
                  </a:cubicBezTo>
                  <a:cubicBezTo>
                    <a:pt x="388" y="503"/>
                    <a:pt x="503" y="395"/>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3"/>
            <p:cNvSpPr/>
            <p:nvPr/>
          </p:nvSpPr>
          <p:spPr>
            <a:xfrm>
              <a:off x="1778450" y="4503975"/>
              <a:ext cx="12550" cy="12600"/>
            </a:xfrm>
            <a:custGeom>
              <a:avLst/>
              <a:gdLst/>
              <a:ahLst/>
              <a:cxnLst/>
              <a:rect l="l" t="t" r="r" b="b"/>
              <a:pathLst>
                <a:path w="502" h="504" extrusionOk="0">
                  <a:moveTo>
                    <a:pt x="252" y="1"/>
                  </a:moveTo>
                  <a:cubicBezTo>
                    <a:pt x="114" y="1"/>
                    <a:pt x="1" y="116"/>
                    <a:pt x="1" y="252"/>
                  </a:cubicBezTo>
                  <a:cubicBezTo>
                    <a:pt x="1" y="395"/>
                    <a:pt x="114" y="503"/>
                    <a:pt x="252" y="503"/>
                  </a:cubicBezTo>
                  <a:cubicBezTo>
                    <a:pt x="388" y="503"/>
                    <a:pt x="501" y="395"/>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3"/>
            <p:cNvSpPr/>
            <p:nvPr/>
          </p:nvSpPr>
          <p:spPr>
            <a:xfrm>
              <a:off x="1870375" y="4503975"/>
              <a:ext cx="12400" cy="12600"/>
            </a:xfrm>
            <a:custGeom>
              <a:avLst/>
              <a:gdLst/>
              <a:ahLst/>
              <a:cxnLst/>
              <a:rect l="l" t="t" r="r" b="b"/>
              <a:pathLst>
                <a:path w="496" h="504" extrusionOk="0">
                  <a:moveTo>
                    <a:pt x="252" y="1"/>
                  </a:moveTo>
                  <a:cubicBezTo>
                    <a:pt x="109" y="1"/>
                    <a:pt x="0" y="116"/>
                    <a:pt x="0" y="252"/>
                  </a:cubicBezTo>
                  <a:cubicBezTo>
                    <a:pt x="0" y="395"/>
                    <a:pt x="109" y="503"/>
                    <a:pt x="252" y="503"/>
                  </a:cubicBezTo>
                  <a:cubicBezTo>
                    <a:pt x="387" y="503"/>
                    <a:pt x="496" y="395"/>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3"/>
            <p:cNvSpPr/>
            <p:nvPr/>
          </p:nvSpPr>
          <p:spPr>
            <a:xfrm>
              <a:off x="1962150" y="4503975"/>
              <a:ext cx="12550" cy="12600"/>
            </a:xfrm>
            <a:custGeom>
              <a:avLst/>
              <a:gdLst/>
              <a:ahLst/>
              <a:cxnLst/>
              <a:rect l="l" t="t" r="r" b="b"/>
              <a:pathLst>
                <a:path w="502" h="504" extrusionOk="0">
                  <a:moveTo>
                    <a:pt x="250" y="1"/>
                  </a:moveTo>
                  <a:cubicBezTo>
                    <a:pt x="114" y="1"/>
                    <a:pt x="1" y="116"/>
                    <a:pt x="1" y="252"/>
                  </a:cubicBezTo>
                  <a:cubicBezTo>
                    <a:pt x="1" y="395"/>
                    <a:pt x="114" y="503"/>
                    <a:pt x="250" y="503"/>
                  </a:cubicBezTo>
                  <a:cubicBezTo>
                    <a:pt x="388" y="503"/>
                    <a:pt x="502" y="395"/>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3"/>
            <p:cNvSpPr/>
            <p:nvPr/>
          </p:nvSpPr>
          <p:spPr>
            <a:xfrm>
              <a:off x="2054075" y="4503975"/>
              <a:ext cx="12425" cy="12600"/>
            </a:xfrm>
            <a:custGeom>
              <a:avLst/>
              <a:gdLst/>
              <a:ahLst/>
              <a:cxnLst/>
              <a:rect l="l" t="t" r="r" b="b"/>
              <a:pathLst>
                <a:path w="497" h="504" extrusionOk="0">
                  <a:moveTo>
                    <a:pt x="252" y="1"/>
                  </a:moveTo>
                  <a:cubicBezTo>
                    <a:pt x="109" y="1"/>
                    <a:pt x="1" y="116"/>
                    <a:pt x="1" y="252"/>
                  </a:cubicBezTo>
                  <a:cubicBezTo>
                    <a:pt x="1" y="395"/>
                    <a:pt x="109" y="503"/>
                    <a:pt x="252" y="503"/>
                  </a:cubicBezTo>
                  <a:cubicBezTo>
                    <a:pt x="388" y="503"/>
                    <a:pt x="496" y="395"/>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3"/>
            <p:cNvSpPr/>
            <p:nvPr/>
          </p:nvSpPr>
          <p:spPr>
            <a:xfrm>
              <a:off x="2145825" y="4503975"/>
              <a:ext cx="12600" cy="12600"/>
            </a:xfrm>
            <a:custGeom>
              <a:avLst/>
              <a:gdLst/>
              <a:ahLst/>
              <a:cxnLst/>
              <a:rect l="l" t="t" r="r" b="b"/>
              <a:pathLst>
                <a:path w="504" h="504" extrusionOk="0">
                  <a:moveTo>
                    <a:pt x="252" y="1"/>
                  </a:moveTo>
                  <a:cubicBezTo>
                    <a:pt x="116" y="1"/>
                    <a:pt x="1" y="116"/>
                    <a:pt x="1" y="252"/>
                  </a:cubicBezTo>
                  <a:cubicBezTo>
                    <a:pt x="1" y="395"/>
                    <a:pt x="116" y="503"/>
                    <a:pt x="252" y="503"/>
                  </a:cubicBezTo>
                  <a:cubicBezTo>
                    <a:pt x="388" y="503"/>
                    <a:pt x="503" y="395"/>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3"/>
            <p:cNvSpPr/>
            <p:nvPr/>
          </p:nvSpPr>
          <p:spPr>
            <a:xfrm>
              <a:off x="2237800" y="4503975"/>
              <a:ext cx="12350" cy="12600"/>
            </a:xfrm>
            <a:custGeom>
              <a:avLst/>
              <a:gdLst/>
              <a:ahLst/>
              <a:cxnLst/>
              <a:rect l="l" t="t" r="r" b="b"/>
              <a:pathLst>
                <a:path w="494" h="504" extrusionOk="0">
                  <a:moveTo>
                    <a:pt x="244" y="1"/>
                  </a:moveTo>
                  <a:cubicBezTo>
                    <a:pt x="107" y="1"/>
                    <a:pt x="0" y="116"/>
                    <a:pt x="0" y="252"/>
                  </a:cubicBezTo>
                  <a:cubicBezTo>
                    <a:pt x="0" y="395"/>
                    <a:pt x="107" y="503"/>
                    <a:pt x="244" y="503"/>
                  </a:cubicBezTo>
                  <a:cubicBezTo>
                    <a:pt x="387" y="503"/>
                    <a:pt x="494" y="395"/>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3"/>
            <p:cNvSpPr/>
            <p:nvPr/>
          </p:nvSpPr>
          <p:spPr>
            <a:xfrm>
              <a:off x="2329550" y="4503975"/>
              <a:ext cx="12575" cy="12600"/>
            </a:xfrm>
            <a:custGeom>
              <a:avLst/>
              <a:gdLst/>
              <a:ahLst/>
              <a:cxnLst/>
              <a:rect l="l" t="t" r="r" b="b"/>
              <a:pathLst>
                <a:path w="503" h="504" extrusionOk="0">
                  <a:moveTo>
                    <a:pt x="251" y="1"/>
                  </a:moveTo>
                  <a:cubicBezTo>
                    <a:pt x="115" y="1"/>
                    <a:pt x="0" y="116"/>
                    <a:pt x="0" y="252"/>
                  </a:cubicBezTo>
                  <a:cubicBezTo>
                    <a:pt x="0" y="395"/>
                    <a:pt x="115" y="503"/>
                    <a:pt x="251" y="503"/>
                  </a:cubicBezTo>
                  <a:cubicBezTo>
                    <a:pt x="387" y="503"/>
                    <a:pt x="502" y="395"/>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3"/>
            <p:cNvSpPr/>
            <p:nvPr/>
          </p:nvSpPr>
          <p:spPr>
            <a:xfrm>
              <a:off x="2421325" y="4503975"/>
              <a:ext cx="12550" cy="12600"/>
            </a:xfrm>
            <a:custGeom>
              <a:avLst/>
              <a:gdLst/>
              <a:ahLst/>
              <a:cxnLst/>
              <a:rect l="l" t="t" r="r" b="b"/>
              <a:pathLst>
                <a:path w="502" h="504" extrusionOk="0">
                  <a:moveTo>
                    <a:pt x="250" y="1"/>
                  </a:moveTo>
                  <a:cubicBezTo>
                    <a:pt x="114" y="1"/>
                    <a:pt x="1" y="116"/>
                    <a:pt x="1" y="252"/>
                  </a:cubicBezTo>
                  <a:cubicBezTo>
                    <a:pt x="1" y="395"/>
                    <a:pt x="114" y="503"/>
                    <a:pt x="250" y="503"/>
                  </a:cubicBezTo>
                  <a:cubicBezTo>
                    <a:pt x="395" y="503"/>
                    <a:pt x="501" y="395"/>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3"/>
            <p:cNvSpPr/>
            <p:nvPr/>
          </p:nvSpPr>
          <p:spPr>
            <a:xfrm>
              <a:off x="2513250" y="4503975"/>
              <a:ext cx="12575" cy="12600"/>
            </a:xfrm>
            <a:custGeom>
              <a:avLst/>
              <a:gdLst/>
              <a:ahLst/>
              <a:cxnLst/>
              <a:rect l="l" t="t" r="r" b="b"/>
              <a:pathLst>
                <a:path w="503" h="504" extrusionOk="0">
                  <a:moveTo>
                    <a:pt x="252" y="1"/>
                  </a:moveTo>
                  <a:cubicBezTo>
                    <a:pt x="109" y="1"/>
                    <a:pt x="0" y="116"/>
                    <a:pt x="0" y="252"/>
                  </a:cubicBezTo>
                  <a:cubicBezTo>
                    <a:pt x="0" y="395"/>
                    <a:pt x="109" y="503"/>
                    <a:pt x="252" y="503"/>
                  </a:cubicBezTo>
                  <a:cubicBezTo>
                    <a:pt x="388" y="503"/>
                    <a:pt x="503" y="395"/>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3"/>
            <p:cNvSpPr/>
            <p:nvPr/>
          </p:nvSpPr>
          <p:spPr>
            <a:xfrm>
              <a:off x="2605000" y="4503975"/>
              <a:ext cx="12575" cy="12600"/>
            </a:xfrm>
            <a:custGeom>
              <a:avLst/>
              <a:gdLst/>
              <a:ahLst/>
              <a:cxnLst/>
              <a:rect l="l" t="t" r="r" b="b"/>
              <a:pathLst>
                <a:path w="503" h="504" extrusionOk="0">
                  <a:moveTo>
                    <a:pt x="252" y="1"/>
                  </a:moveTo>
                  <a:cubicBezTo>
                    <a:pt x="116" y="1"/>
                    <a:pt x="0" y="116"/>
                    <a:pt x="0" y="252"/>
                  </a:cubicBezTo>
                  <a:cubicBezTo>
                    <a:pt x="0" y="395"/>
                    <a:pt x="116" y="503"/>
                    <a:pt x="252" y="503"/>
                  </a:cubicBezTo>
                  <a:cubicBezTo>
                    <a:pt x="387" y="503"/>
                    <a:pt x="503" y="395"/>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3"/>
            <p:cNvSpPr/>
            <p:nvPr/>
          </p:nvSpPr>
          <p:spPr>
            <a:xfrm>
              <a:off x="2696950" y="4503975"/>
              <a:ext cx="12375" cy="12600"/>
            </a:xfrm>
            <a:custGeom>
              <a:avLst/>
              <a:gdLst/>
              <a:ahLst/>
              <a:cxnLst/>
              <a:rect l="l" t="t" r="r" b="b"/>
              <a:pathLst>
                <a:path w="495" h="504" extrusionOk="0">
                  <a:moveTo>
                    <a:pt x="252" y="1"/>
                  </a:moveTo>
                  <a:cubicBezTo>
                    <a:pt x="108" y="1"/>
                    <a:pt x="1" y="116"/>
                    <a:pt x="1" y="252"/>
                  </a:cubicBezTo>
                  <a:cubicBezTo>
                    <a:pt x="1" y="395"/>
                    <a:pt x="108" y="503"/>
                    <a:pt x="252" y="503"/>
                  </a:cubicBezTo>
                  <a:cubicBezTo>
                    <a:pt x="388" y="503"/>
                    <a:pt x="495" y="395"/>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3"/>
            <p:cNvSpPr/>
            <p:nvPr/>
          </p:nvSpPr>
          <p:spPr>
            <a:xfrm>
              <a:off x="2788700" y="4503975"/>
              <a:ext cx="12600" cy="12600"/>
            </a:xfrm>
            <a:custGeom>
              <a:avLst/>
              <a:gdLst/>
              <a:ahLst/>
              <a:cxnLst/>
              <a:rect l="l" t="t" r="r" b="b"/>
              <a:pathLst>
                <a:path w="504" h="504" extrusionOk="0">
                  <a:moveTo>
                    <a:pt x="252" y="1"/>
                  </a:moveTo>
                  <a:cubicBezTo>
                    <a:pt x="116" y="1"/>
                    <a:pt x="1" y="116"/>
                    <a:pt x="1" y="252"/>
                  </a:cubicBezTo>
                  <a:cubicBezTo>
                    <a:pt x="1" y="395"/>
                    <a:pt x="116" y="503"/>
                    <a:pt x="252" y="503"/>
                  </a:cubicBezTo>
                  <a:cubicBezTo>
                    <a:pt x="388" y="503"/>
                    <a:pt x="503" y="395"/>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3"/>
            <p:cNvSpPr/>
            <p:nvPr/>
          </p:nvSpPr>
          <p:spPr>
            <a:xfrm>
              <a:off x="2880675" y="4503975"/>
              <a:ext cx="12375" cy="12600"/>
            </a:xfrm>
            <a:custGeom>
              <a:avLst/>
              <a:gdLst/>
              <a:ahLst/>
              <a:cxnLst/>
              <a:rect l="l" t="t" r="r" b="b"/>
              <a:pathLst>
                <a:path w="495" h="504" extrusionOk="0">
                  <a:moveTo>
                    <a:pt x="243" y="1"/>
                  </a:moveTo>
                  <a:cubicBezTo>
                    <a:pt x="107" y="1"/>
                    <a:pt x="0" y="116"/>
                    <a:pt x="0" y="252"/>
                  </a:cubicBezTo>
                  <a:cubicBezTo>
                    <a:pt x="0" y="395"/>
                    <a:pt x="107" y="503"/>
                    <a:pt x="243" y="503"/>
                  </a:cubicBezTo>
                  <a:cubicBezTo>
                    <a:pt x="387" y="503"/>
                    <a:pt x="494" y="395"/>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3"/>
            <p:cNvSpPr/>
            <p:nvPr/>
          </p:nvSpPr>
          <p:spPr>
            <a:xfrm>
              <a:off x="2972425" y="4503975"/>
              <a:ext cx="12575" cy="12600"/>
            </a:xfrm>
            <a:custGeom>
              <a:avLst/>
              <a:gdLst/>
              <a:ahLst/>
              <a:cxnLst/>
              <a:rect l="l" t="t" r="r" b="b"/>
              <a:pathLst>
                <a:path w="503" h="504" extrusionOk="0">
                  <a:moveTo>
                    <a:pt x="251" y="1"/>
                  </a:moveTo>
                  <a:cubicBezTo>
                    <a:pt x="115" y="1"/>
                    <a:pt x="0" y="116"/>
                    <a:pt x="0" y="252"/>
                  </a:cubicBezTo>
                  <a:cubicBezTo>
                    <a:pt x="0" y="395"/>
                    <a:pt x="115" y="503"/>
                    <a:pt x="251" y="503"/>
                  </a:cubicBezTo>
                  <a:cubicBezTo>
                    <a:pt x="387" y="503"/>
                    <a:pt x="503" y="395"/>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3"/>
            <p:cNvSpPr/>
            <p:nvPr/>
          </p:nvSpPr>
          <p:spPr>
            <a:xfrm>
              <a:off x="3064375" y="4503975"/>
              <a:ext cx="12375" cy="12600"/>
            </a:xfrm>
            <a:custGeom>
              <a:avLst/>
              <a:gdLst/>
              <a:ahLst/>
              <a:cxnLst/>
              <a:rect l="l" t="t" r="r" b="b"/>
              <a:pathLst>
                <a:path w="495" h="504" extrusionOk="0">
                  <a:moveTo>
                    <a:pt x="243" y="1"/>
                  </a:moveTo>
                  <a:cubicBezTo>
                    <a:pt x="107" y="1"/>
                    <a:pt x="1" y="116"/>
                    <a:pt x="1" y="252"/>
                  </a:cubicBezTo>
                  <a:cubicBezTo>
                    <a:pt x="1" y="395"/>
                    <a:pt x="107" y="503"/>
                    <a:pt x="243" y="503"/>
                  </a:cubicBezTo>
                  <a:cubicBezTo>
                    <a:pt x="388" y="503"/>
                    <a:pt x="495" y="395"/>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3"/>
            <p:cNvSpPr/>
            <p:nvPr/>
          </p:nvSpPr>
          <p:spPr>
            <a:xfrm>
              <a:off x="3156125" y="4503975"/>
              <a:ext cx="12600" cy="12600"/>
            </a:xfrm>
            <a:custGeom>
              <a:avLst/>
              <a:gdLst/>
              <a:ahLst/>
              <a:cxnLst/>
              <a:rect l="l" t="t" r="r" b="b"/>
              <a:pathLst>
                <a:path w="504" h="504" extrusionOk="0">
                  <a:moveTo>
                    <a:pt x="252" y="1"/>
                  </a:moveTo>
                  <a:cubicBezTo>
                    <a:pt x="116" y="1"/>
                    <a:pt x="1" y="116"/>
                    <a:pt x="1" y="252"/>
                  </a:cubicBezTo>
                  <a:cubicBezTo>
                    <a:pt x="1" y="395"/>
                    <a:pt x="116" y="503"/>
                    <a:pt x="252" y="503"/>
                  </a:cubicBezTo>
                  <a:cubicBezTo>
                    <a:pt x="388" y="503"/>
                    <a:pt x="503" y="395"/>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3"/>
            <p:cNvSpPr/>
            <p:nvPr/>
          </p:nvSpPr>
          <p:spPr>
            <a:xfrm>
              <a:off x="3247875" y="4503975"/>
              <a:ext cx="12575" cy="12600"/>
            </a:xfrm>
            <a:custGeom>
              <a:avLst/>
              <a:gdLst/>
              <a:ahLst/>
              <a:cxnLst/>
              <a:rect l="l" t="t" r="r" b="b"/>
              <a:pathLst>
                <a:path w="503" h="504" extrusionOk="0">
                  <a:moveTo>
                    <a:pt x="252" y="1"/>
                  </a:moveTo>
                  <a:cubicBezTo>
                    <a:pt x="116" y="1"/>
                    <a:pt x="1" y="116"/>
                    <a:pt x="1" y="252"/>
                  </a:cubicBezTo>
                  <a:cubicBezTo>
                    <a:pt x="1" y="395"/>
                    <a:pt x="116" y="503"/>
                    <a:pt x="252" y="503"/>
                  </a:cubicBezTo>
                  <a:cubicBezTo>
                    <a:pt x="388" y="503"/>
                    <a:pt x="503" y="395"/>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3"/>
            <p:cNvSpPr/>
            <p:nvPr/>
          </p:nvSpPr>
          <p:spPr>
            <a:xfrm>
              <a:off x="3339850" y="4503975"/>
              <a:ext cx="12525" cy="12600"/>
            </a:xfrm>
            <a:custGeom>
              <a:avLst/>
              <a:gdLst/>
              <a:ahLst/>
              <a:cxnLst/>
              <a:rect l="l" t="t" r="r" b="b"/>
              <a:pathLst>
                <a:path w="501" h="504" extrusionOk="0">
                  <a:moveTo>
                    <a:pt x="251" y="1"/>
                  </a:moveTo>
                  <a:cubicBezTo>
                    <a:pt x="107" y="1"/>
                    <a:pt x="0" y="116"/>
                    <a:pt x="0" y="252"/>
                  </a:cubicBezTo>
                  <a:cubicBezTo>
                    <a:pt x="0" y="395"/>
                    <a:pt x="107" y="503"/>
                    <a:pt x="251" y="503"/>
                  </a:cubicBezTo>
                  <a:cubicBezTo>
                    <a:pt x="387" y="503"/>
                    <a:pt x="501" y="395"/>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3"/>
            <p:cNvSpPr/>
            <p:nvPr/>
          </p:nvSpPr>
          <p:spPr>
            <a:xfrm>
              <a:off x="3431575" y="4503975"/>
              <a:ext cx="12600" cy="12600"/>
            </a:xfrm>
            <a:custGeom>
              <a:avLst/>
              <a:gdLst/>
              <a:ahLst/>
              <a:cxnLst/>
              <a:rect l="l" t="t" r="r" b="b"/>
              <a:pathLst>
                <a:path w="504" h="504" extrusionOk="0">
                  <a:moveTo>
                    <a:pt x="252" y="1"/>
                  </a:moveTo>
                  <a:cubicBezTo>
                    <a:pt x="116" y="1"/>
                    <a:pt x="1" y="116"/>
                    <a:pt x="1" y="252"/>
                  </a:cubicBezTo>
                  <a:cubicBezTo>
                    <a:pt x="1" y="395"/>
                    <a:pt x="116" y="503"/>
                    <a:pt x="252" y="503"/>
                  </a:cubicBezTo>
                  <a:cubicBezTo>
                    <a:pt x="388" y="503"/>
                    <a:pt x="503" y="395"/>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3"/>
            <p:cNvSpPr/>
            <p:nvPr/>
          </p:nvSpPr>
          <p:spPr>
            <a:xfrm>
              <a:off x="3523550" y="4503975"/>
              <a:ext cx="12375" cy="12600"/>
            </a:xfrm>
            <a:custGeom>
              <a:avLst/>
              <a:gdLst/>
              <a:ahLst/>
              <a:cxnLst/>
              <a:rect l="l" t="t" r="r" b="b"/>
              <a:pathLst>
                <a:path w="495" h="504" extrusionOk="0">
                  <a:moveTo>
                    <a:pt x="250" y="1"/>
                  </a:moveTo>
                  <a:cubicBezTo>
                    <a:pt x="107" y="1"/>
                    <a:pt x="0" y="116"/>
                    <a:pt x="0" y="252"/>
                  </a:cubicBezTo>
                  <a:cubicBezTo>
                    <a:pt x="0" y="395"/>
                    <a:pt x="107" y="503"/>
                    <a:pt x="250" y="503"/>
                  </a:cubicBezTo>
                  <a:cubicBezTo>
                    <a:pt x="388" y="503"/>
                    <a:pt x="494" y="395"/>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3"/>
            <p:cNvSpPr/>
            <p:nvPr/>
          </p:nvSpPr>
          <p:spPr>
            <a:xfrm>
              <a:off x="676400" y="4595950"/>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3"/>
            <p:cNvSpPr/>
            <p:nvPr/>
          </p:nvSpPr>
          <p:spPr>
            <a:xfrm>
              <a:off x="768325" y="4595950"/>
              <a:ext cx="12400" cy="12525"/>
            </a:xfrm>
            <a:custGeom>
              <a:avLst/>
              <a:gdLst/>
              <a:ahLst/>
              <a:cxnLst/>
              <a:rect l="l" t="t" r="r" b="b"/>
              <a:pathLst>
                <a:path w="496" h="501" extrusionOk="0">
                  <a:moveTo>
                    <a:pt x="245" y="0"/>
                  </a:moveTo>
                  <a:cubicBezTo>
                    <a:pt x="109" y="0"/>
                    <a:pt x="0" y="114"/>
                    <a:pt x="0" y="250"/>
                  </a:cubicBezTo>
                  <a:cubicBezTo>
                    <a:pt x="0" y="387"/>
                    <a:pt x="109" y="501"/>
                    <a:pt x="245" y="501"/>
                  </a:cubicBezTo>
                  <a:cubicBezTo>
                    <a:pt x="388" y="501"/>
                    <a:pt x="496" y="387"/>
                    <a:pt x="496" y="250"/>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3"/>
            <p:cNvSpPr/>
            <p:nvPr/>
          </p:nvSpPr>
          <p:spPr>
            <a:xfrm>
              <a:off x="860125" y="4595950"/>
              <a:ext cx="12525" cy="12525"/>
            </a:xfrm>
            <a:custGeom>
              <a:avLst/>
              <a:gdLst/>
              <a:ahLst/>
              <a:cxnLst/>
              <a:rect l="l" t="t" r="r" b="b"/>
              <a:pathLst>
                <a:path w="501" h="501" extrusionOk="0">
                  <a:moveTo>
                    <a:pt x="251" y="0"/>
                  </a:moveTo>
                  <a:cubicBezTo>
                    <a:pt x="114" y="0"/>
                    <a:pt x="0" y="114"/>
                    <a:pt x="0" y="250"/>
                  </a:cubicBezTo>
                  <a:cubicBezTo>
                    <a:pt x="0" y="387"/>
                    <a:pt x="114" y="501"/>
                    <a:pt x="251" y="501"/>
                  </a:cubicBezTo>
                  <a:cubicBezTo>
                    <a:pt x="387" y="501"/>
                    <a:pt x="501" y="387"/>
                    <a:pt x="501" y="250"/>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3"/>
            <p:cNvSpPr/>
            <p:nvPr/>
          </p:nvSpPr>
          <p:spPr>
            <a:xfrm>
              <a:off x="951850" y="4595950"/>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3"/>
            <p:cNvSpPr/>
            <p:nvPr/>
          </p:nvSpPr>
          <p:spPr>
            <a:xfrm>
              <a:off x="1043825" y="4595950"/>
              <a:ext cx="12375" cy="12525"/>
            </a:xfrm>
            <a:custGeom>
              <a:avLst/>
              <a:gdLst/>
              <a:ahLst/>
              <a:cxnLst/>
              <a:rect l="l" t="t" r="r" b="b"/>
              <a:pathLst>
                <a:path w="495" h="501" extrusionOk="0">
                  <a:moveTo>
                    <a:pt x="250" y="0"/>
                  </a:moveTo>
                  <a:cubicBezTo>
                    <a:pt x="107" y="0"/>
                    <a:pt x="0" y="114"/>
                    <a:pt x="0" y="250"/>
                  </a:cubicBezTo>
                  <a:cubicBezTo>
                    <a:pt x="0" y="387"/>
                    <a:pt x="107" y="501"/>
                    <a:pt x="250" y="501"/>
                  </a:cubicBezTo>
                  <a:cubicBezTo>
                    <a:pt x="388" y="501"/>
                    <a:pt x="494" y="387"/>
                    <a:pt x="494" y="250"/>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3"/>
            <p:cNvSpPr/>
            <p:nvPr/>
          </p:nvSpPr>
          <p:spPr>
            <a:xfrm>
              <a:off x="1135575" y="4595950"/>
              <a:ext cx="12575" cy="12525"/>
            </a:xfrm>
            <a:custGeom>
              <a:avLst/>
              <a:gdLst/>
              <a:ahLst/>
              <a:cxnLst/>
              <a:rect l="l" t="t" r="r" b="b"/>
              <a:pathLst>
                <a:path w="503" h="501" extrusionOk="0">
                  <a:moveTo>
                    <a:pt x="252" y="0"/>
                  </a:moveTo>
                  <a:cubicBezTo>
                    <a:pt x="116" y="0"/>
                    <a:pt x="0" y="114"/>
                    <a:pt x="0" y="250"/>
                  </a:cubicBezTo>
                  <a:cubicBezTo>
                    <a:pt x="0" y="387"/>
                    <a:pt x="116" y="501"/>
                    <a:pt x="252" y="501"/>
                  </a:cubicBezTo>
                  <a:cubicBezTo>
                    <a:pt x="387" y="501"/>
                    <a:pt x="503" y="387"/>
                    <a:pt x="503" y="250"/>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3"/>
            <p:cNvSpPr/>
            <p:nvPr/>
          </p:nvSpPr>
          <p:spPr>
            <a:xfrm>
              <a:off x="1227500" y="4595950"/>
              <a:ext cx="12400" cy="12525"/>
            </a:xfrm>
            <a:custGeom>
              <a:avLst/>
              <a:gdLst/>
              <a:ahLst/>
              <a:cxnLst/>
              <a:rect l="l" t="t" r="r" b="b"/>
              <a:pathLst>
                <a:path w="496" h="501" extrusionOk="0">
                  <a:moveTo>
                    <a:pt x="251" y="0"/>
                  </a:moveTo>
                  <a:cubicBezTo>
                    <a:pt x="109" y="0"/>
                    <a:pt x="0" y="114"/>
                    <a:pt x="0" y="250"/>
                  </a:cubicBezTo>
                  <a:cubicBezTo>
                    <a:pt x="0" y="387"/>
                    <a:pt x="109" y="501"/>
                    <a:pt x="251" y="501"/>
                  </a:cubicBezTo>
                  <a:cubicBezTo>
                    <a:pt x="387" y="501"/>
                    <a:pt x="496" y="387"/>
                    <a:pt x="496" y="250"/>
                  </a:cubicBezTo>
                  <a:cubicBezTo>
                    <a:pt x="496"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3"/>
            <p:cNvSpPr/>
            <p:nvPr/>
          </p:nvSpPr>
          <p:spPr>
            <a:xfrm>
              <a:off x="1319275" y="4595950"/>
              <a:ext cx="12550" cy="12525"/>
            </a:xfrm>
            <a:custGeom>
              <a:avLst/>
              <a:gdLst/>
              <a:ahLst/>
              <a:cxnLst/>
              <a:rect l="l" t="t" r="r" b="b"/>
              <a:pathLst>
                <a:path w="502" h="501" extrusionOk="0">
                  <a:moveTo>
                    <a:pt x="252" y="0"/>
                  </a:moveTo>
                  <a:cubicBezTo>
                    <a:pt x="114" y="0"/>
                    <a:pt x="1" y="114"/>
                    <a:pt x="1" y="250"/>
                  </a:cubicBezTo>
                  <a:cubicBezTo>
                    <a:pt x="1" y="387"/>
                    <a:pt x="114" y="501"/>
                    <a:pt x="252" y="501"/>
                  </a:cubicBezTo>
                  <a:cubicBezTo>
                    <a:pt x="388" y="501"/>
                    <a:pt x="501" y="387"/>
                    <a:pt x="501" y="250"/>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3"/>
            <p:cNvSpPr/>
            <p:nvPr/>
          </p:nvSpPr>
          <p:spPr>
            <a:xfrm>
              <a:off x="1411200" y="4595950"/>
              <a:ext cx="12425" cy="12525"/>
            </a:xfrm>
            <a:custGeom>
              <a:avLst/>
              <a:gdLst/>
              <a:ahLst/>
              <a:cxnLst/>
              <a:rect l="l" t="t" r="r" b="b"/>
              <a:pathLst>
                <a:path w="497" h="501" extrusionOk="0">
                  <a:moveTo>
                    <a:pt x="245" y="0"/>
                  </a:moveTo>
                  <a:cubicBezTo>
                    <a:pt x="109" y="0"/>
                    <a:pt x="1" y="114"/>
                    <a:pt x="1" y="250"/>
                  </a:cubicBezTo>
                  <a:cubicBezTo>
                    <a:pt x="1" y="387"/>
                    <a:pt x="109" y="501"/>
                    <a:pt x="245" y="501"/>
                  </a:cubicBezTo>
                  <a:cubicBezTo>
                    <a:pt x="388" y="501"/>
                    <a:pt x="496" y="387"/>
                    <a:pt x="496" y="250"/>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3"/>
            <p:cNvSpPr/>
            <p:nvPr/>
          </p:nvSpPr>
          <p:spPr>
            <a:xfrm>
              <a:off x="1503000" y="4595950"/>
              <a:ext cx="12525" cy="12525"/>
            </a:xfrm>
            <a:custGeom>
              <a:avLst/>
              <a:gdLst/>
              <a:ahLst/>
              <a:cxnLst/>
              <a:rect l="l" t="t" r="r" b="b"/>
              <a:pathLst>
                <a:path w="501" h="501" extrusionOk="0">
                  <a:moveTo>
                    <a:pt x="250" y="0"/>
                  </a:moveTo>
                  <a:cubicBezTo>
                    <a:pt x="114" y="0"/>
                    <a:pt x="0" y="114"/>
                    <a:pt x="0" y="250"/>
                  </a:cubicBezTo>
                  <a:cubicBezTo>
                    <a:pt x="0" y="387"/>
                    <a:pt x="114" y="501"/>
                    <a:pt x="250" y="501"/>
                  </a:cubicBezTo>
                  <a:cubicBezTo>
                    <a:pt x="387" y="501"/>
                    <a:pt x="501" y="387"/>
                    <a:pt x="501" y="250"/>
                  </a:cubicBezTo>
                  <a:cubicBezTo>
                    <a:pt x="501" y="114"/>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3"/>
            <p:cNvSpPr/>
            <p:nvPr/>
          </p:nvSpPr>
          <p:spPr>
            <a:xfrm>
              <a:off x="1594750" y="4595950"/>
              <a:ext cx="12575" cy="12525"/>
            </a:xfrm>
            <a:custGeom>
              <a:avLst/>
              <a:gdLst/>
              <a:ahLst/>
              <a:cxnLst/>
              <a:rect l="l" t="t" r="r" b="b"/>
              <a:pathLst>
                <a:path w="503" h="501" extrusionOk="0">
                  <a:moveTo>
                    <a:pt x="251" y="0"/>
                  </a:moveTo>
                  <a:cubicBezTo>
                    <a:pt x="115" y="0"/>
                    <a:pt x="0" y="114"/>
                    <a:pt x="0" y="250"/>
                  </a:cubicBezTo>
                  <a:cubicBezTo>
                    <a:pt x="0" y="387"/>
                    <a:pt x="115" y="501"/>
                    <a:pt x="251" y="501"/>
                  </a:cubicBezTo>
                  <a:cubicBezTo>
                    <a:pt x="394" y="501"/>
                    <a:pt x="503" y="387"/>
                    <a:pt x="503" y="250"/>
                  </a:cubicBezTo>
                  <a:cubicBezTo>
                    <a:pt x="503" y="114"/>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3"/>
            <p:cNvSpPr/>
            <p:nvPr/>
          </p:nvSpPr>
          <p:spPr>
            <a:xfrm>
              <a:off x="1686650" y="4595950"/>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3"/>
            <p:cNvSpPr/>
            <p:nvPr/>
          </p:nvSpPr>
          <p:spPr>
            <a:xfrm>
              <a:off x="1778450" y="4595950"/>
              <a:ext cx="12550" cy="12525"/>
            </a:xfrm>
            <a:custGeom>
              <a:avLst/>
              <a:gdLst/>
              <a:ahLst/>
              <a:cxnLst/>
              <a:rect l="l" t="t" r="r" b="b"/>
              <a:pathLst>
                <a:path w="502" h="501" extrusionOk="0">
                  <a:moveTo>
                    <a:pt x="252" y="0"/>
                  </a:moveTo>
                  <a:cubicBezTo>
                    <a:pt x="114" y="0"/>
                    <a:pt x="1" y="114"/>
                    <a:pt x="1" y="250"/>
                  </a:cubicBezTo>
                  <a:cubicBezTo>
                    <a:pt x="1" y="387"/>
                    <a:pt x="114" y="501"/>
                    <a:pt x="252" y="501"/>
                  </a:cubicBezTo>
                  <a:cubicBezTo>
                    <a:pt x="388" y="501"/>
                    <a:pt x="501" y="387"/>
                    <a:pt x="501" y="250"/>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3"/>
            <p:cNvSpPr/>
            <p:nvPr/>
          </p:nvSpPr>
          <p:spPr>
            <a:xfrm>
              <a:off x="1870375" y="4595950"/>
              <a:ext cx="12400" cy="12525"/>
            </a:xfrm>
            <a:custGeom>
              <a:avLst/>
              <a:gdLst/>
              <a:ahLst/>
              <a:cxnLst/>
              <a:rect l="l" t="t" r="r" b="b"/>
              <a:pathLst>
                <a:path w="496" h="501" extrusionOk="0">
                  <a:moveTo>
                    <a:pt x="252" y="0"/>
                  </a:moveTo>
                  <a:cubicBezTo>
                    <a:pt x="109" y="0"/>
                    <a:pt x="0" y="114"/>
                    <a:pt x="0" y="250"/>
                  </a:cubicBezTo>
                  <a:cubicBezTo>
                    <a:pt x="0" y="387"/>
                    <a:pt x="109" y="501"/>
                    <a:pt x="252" y="501"/>
                  </a:cubicBezTo>
                  <a:cubicBezTo>
                    <a:pt x="387" y="501"/>
                    <a:pt x="496" y="387"/>
                    <a:pt x="496" y="250"/>
                  </a:cubicBezTo>
                  <a:cubicBezTo>
                    <a:pt x="496"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3"/>
            <p:cNvSpPr/>
            <p:nvPr/>
          </p:nvSpPr>
          <p:spPr>
            <a:xfrm>
              <a:off x="1962150" y="4595950"/>
              <a:ext cx="12550" cy="12525"/>
            </a:xfrm>
            <a:custGeom>
              <a:avLst/>
              <a:gdLst/>
              <a:ahLst/>
              <a:cxnLst/>
              <a:rect l="l" t="t" r="r" b="b"/>
              <a:pathLst>
                <a:path w="502" h="501" extrusionOk="0">
                  <a:moveTo>
                    <a:pt x="250" y="0"/>
                  </a:moveTo>
                  <a:cubicBezTo>
                    <a:pt x="114" y="0"/>
                    <a:pt x="1" y="114"/>
                    <a:pt x="1" y="250"/>
                  </a:cubicBezTo>
                  <a:cubicBezTo>
                    <a:pt x="1" y="387"/>
                    <a:pt x="114" y="501"/>
                    <a:pt x="250" y="501"/>
                  </a:cubicBezTo>
                  <a:cubicBezTo>
                    <a:pt x="388" y="501"/>
                    <a:pt x="502" y="387"/>
                    <a:pt x="502" y="250"/>
                  </a:cubicBezTo>
                  <a:cubicBezTo>
                    <a:pt x="502"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3"/>
            <p:cNvSpPr/>
            <p:nvPr/>
          </p:nvSpPr>
          <p:spPr>
            <a:xfrm>
              <a:off x="2054075" y="4595950"/>
              <a:ext cx="12425" cy="12525"/>
            </a:xfrm>
            <a:custGeom>
              <a:avLst/>
              <a:gdLst/>
              <a:ahLst/>
              <a:cxnLst/>
              <a:rect l="l" t="t" r="r" b="b"/>
              <a:pathLst>
                <a:path w="497" h="501" extrusionOk="0">
                  <a:moveTo>
                    <a:pt x="252" y="0"/>
                  </a:moveTo>
                  <a:cubicBezTo>
                    <a:pt x="109" y="0"/>
                    <a:pt x="1" y="114"/>
                    <a:pt x="1" y="250"/>
                  </a:cubicBezTo>
                  <a:cubicBezTo>
                    <a:pt x="1" y="387"/>
                    <a:pt x="109" y="501"/>
                    <a:pt x="252" y="501"/>
                  </a:cubicBezTo>
                  <a:cubicBezTo>
                    <a:pt x="388" y="501"/>
                    <a:pt x="496" y="387"/>
                    <a:pt x="496" y="250"/>
                  </a:cubicBezTo>
                  <a:cubicBezTo>
                    <a:pt x="496"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3"/>
            <p:cNvSpPr/>
            <p:nvPr/>
          </p:nvSpPr>
          <p:spPr>
            <a:xfrm>
              <a:off x="2145825" y="4595950"/>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3"/>
            <p:cNvSpPr/>
            <p:nvPr/>
          </p:nvSpPr>
          <p:spPr>
            <a:xfrm>
              <a:off x="2237800" y="4595950"/>
              <a:ext cx="12350" cy="12525"/>
            </a:xfrm>
            <a:custGeom>
              <a:avLst/>
              <a:gdLst/>
              <a:ahLst/>
              <a:cxnLst/>
              <a:rect l="l" t="t" r="r" b="b"/>
              <a:pathLst>
                <a:path w="494" h="501" extrusionOk="0">
                  <a:moveTo>
                    <a:pt x="244" y="0"/>
                  </a:moveTo>
                  <a:cubicBezTo>
                    <a:pt x="107" y="0"/>
                    <a:pt x="0" y="114"/>
                    <a:pt x="0" y="250"/>
                  </a:cubicBezTo>
                  <a:cubicBezTo>
                    <a:pt x="0" y="387"/>
                    <a:pt x="107" y="501"/>
                    <a:pt x="244" y="501"/>
                  </a:cubicBezTo>
                  <a:cubicBezTo>
                    <a:pt x="387" y="501"/>
                    <a:pt x="494" y="387"/>
                    <a:pt x="494" y="250"/>
                  </a:cubicBezTo>
                  <a:cubicBezTo>
                    <a:pt x="494" y="114"/>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3"/>
            <p:cNvSpPr/>
            <p:nvPr/>
          </p:nvSpPr>
          <p:spPr>
            <a:xfrm>
              <a:off x="2329550" y="4595950"/>
              <a:ext cx="12575" cy="12525"/>
            </a:xfrm>
            <a:custGeom>
              <a:avLst/>
              <a:gdLst/>
              <a:ahLst/>
              <a:cxnLst/>
              <a:rect l="l" t="t" r="r" b="b"/>
              <a:pathLst>
                <a:path w="503" h="501" extrusionOk="0">
                  <a:moveTo>
                    <a:pt x="251" y="0"/>
                  </a:moveTo>
                  <a:cubicBezTo>
                    <a:pt x="115" y="0"/>
                    <a:pt x="0" y="114"/>
                    <a:pt x="0" y="250"/>
                  </a:cubicBezTo>
                  <a:cubicBezTo>
                    <a:pt x="0" y="387"/>
                    <a:pt x="115" y="501"/>
                    <a:pt x="251" y="501"/>
                  </a:cubicBezTo>
                  <a:cubicBezTo>
                    <a:pt x="387" y="501"/>
                    <a:pt x="502" y="387"/>
                    <a:pt x="502" y="250"/>
                  </a:cubicBezTo>
                  <a:cubicBezTo>
                    <a:pt x="502"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3"/>
            <p:cNvSpPr/>
            <p:nvPr/>
          </p:nvSpPr>
          <p:spPr>
            <a:xfrm>
              <a:off x="2421325" y="4595950"/>
              <a:ext cx="12550" cy="12525"/>
            </a:xfrm>
            <a:custGeom>
              <a:avLst/>
              <a:gdLst/>
              <a:ahLst/>
              <a:cxnLst/>
              <a:rect l="l" t="t" r="r" b="b"/>
              <a:pathLst>
                <a:path w="502" h="501" extrusionOk="0">
                  <a:moveTo>
                    <a:pt x="250" y="0"/>
                  </a:moveTo>
                  <a:cubicBezTo>
                    <a:pt x="114" y="0"/>
                    <a:pt x="1" y="114"/>
                    <a:pt x="1" y="250"/>
                  </a:cubicBezTo>
                  <a:cubicBezTo>
                    <a:pt x="1" y="387"/>
                    <a:pt x="114" y="501"/>
                    <a:pt x="250" y="501"/>
                  </a:cubicBezTo>
                  <a:cubicBezTo>
                    <a:pt x="395" y="501"/>
                    <a:pt x="501" y="387"/>
                    <a:pt x="501" y="250"/>
                  </a:cubicBezTo>
                  <a:cubicBezTo>
                    <a:pt x="501" y="114"/>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3"/>
            <p:cNvSpPr/>
            <p:nvPr/>
          </p:nvSpPr>
          <p:spPr>
            <a:xfrm>
              <a:off x="2513250" y="4595950"/>
              <a:ext cx="12575" cy="12525"/>
            </a:xfrm>
            <a:custGeom>
              <a:avLst/>
              <a:gdLst/>
              <a:ahLst/>
              <a:cxnLst/>
              <a:rect l="l" t="t" r="r" b="b"/>
              <a:pathLst>
                <a:path w="503" h="501" extrusionOk="0">
                  <a:moveTo>
                    <a:pt x="252" y="0"/>
                  </a:moveTo>
                  <a:cubicBezTo>
                    <a:pt x="109" y="0"/>
                    <a:pt x="0" y="114"/>
                    <a:pt x="0" y="250"/>
                  </a:cubicBezTo>
                  <a:cubicBezTo>
                    <a:pt x="0" y="387"/>
                    <a:pt x="109"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3"/>
            <p:cNvSpPr/>
            <p:nvPr/>
          </p:nvSpPr>
          <p:spPr>
            <a:xfrm>
              <a:off x="2605000" y="4595950"/>
              <a:ext cx="12575" cy="12525"/>
            </a:xfrm>
            <a:custGeom>
              <a:avLst/>
              <a:gdLst/>
              <a:ahLst/>
              <a:cxnLst/>
              <a:rect l="l" t="t" r="r" b="b"/>
              <a:pathLst>
                <a:path w="503" h="501" extrusionOk="0">
                  <a:moveTo>
                    <a:pt x="252" y="0"/>
                  </a:moveTo>
                  <a:cubicBezTo>
                    <a:pt x="116" y="0"/>
                    <a:pt x="0" y="114"/>
                    <a:pt x="0" y="250"/>
                  </a:cubicBezTo>
                  <a:cubicBezTo>
                    <a:pt x="0" y="387"/>
                    <a:pt x="116" y="501"/>
                    <a:pt x="252" y="501"/>
                  </a:cubicBezTo>
                  <a:cubicBezTo>
                    <a:pt x="387" y="501"/>
                    <a:pt x="503" y="387"/>
                    <a:pt x="503" y="250"/>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3"/>
            <p:cNvSpPr/>
            <p:nvPr/>
          </p:nvSpPr>
          <p:spPr>
            <a:xfrm>
              <a:off x="2696950" y="4595950"/>
              <a:ext cx="12375" cy="12525"/>
            </a:xfrm>
            <a:custGeom>
              <a:avLst/>
              <a:gdLst/>
              <a:ahLst/>
              <a:cxnLst/>
              <a:rect l="l" t="t" r="r" b="b"/>
              <a:pathLst>
                <a:path w="495" h="501" extrusionOk="0">
                  <a:moveTo>
                    <a:pt x="252" y="0"/>
                  </a:moveTo>
                  <a:cubicBezTo>
                    <a:pt x="108" y="0"/>
                    <a:pt x="1" y="114"/>
                    <a:pt x="1" y="250"/>
                  </a:cubicBezTo>
                  <a:cubicBezTo>
                    <a:pt x="1" y="387"/>
                    <a:pt x="108" y="501"/>
                    <a:pt x="252" y="501"/>
                  </a:cubicBezTo>
                  <a:cubicBezTo>
                    <a:pt x="388" y="501"/>
                    <a:pt x="495" y="387"/>
                    <a:pt x="495" y="250"/>
                  </a:cubicBezTo>
                  <a:cubicBezTo>
                    <a:pt x="495"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3"/>
            <p:cNvSpPr/>
            <p:nvPr/>
          </p:nvSpPr>
          <p:spPr>
            <a:xfrm>
              <a:off x="2788700" y="4595950"/>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3"/>
            <p:cNvSpPr/>
            <p:nvPr/>
          </p:nvSpPr>
          <p:spPr>
            <a:xfrm>
              <a:off x="2880675" y="4595950"/>
              <a:ext cx="12375" cy="12525"/>
            </a:xfrm>
            <a:custGeom>
              <a:avLst/>
              <a:gdLst/>
              <a:ahLst/>
              <a:cxnLst/>
              <a:rect l="l" t="t" r="r" b="b"/>
              <a:pathLst>
                <a:path w="495" h="501" extrusionOk="0">
                  <a:moveTo>
                    <a:pt x="243" y="0"/>
                  </a:moveTo>
                  <a:cubicBezTo>
                    <a:pt x="107" y="0"/>
                    <a:pt x="0" y="114"/>
                    <a:pt x="0" y="250"/>
                  </a:cubicBezTo>
                  <a:cubicBezTo>
                    <a:pt x="0" y="387"/>
                    <a:pt x="107" y="501"/>
                    <a:pt x="243" y="501"/>
                  </a:cubicBezTo>
                  <a:cubicBezTo>
                    <a:pt x="387" y="501"/>
                    <a:pt x="494" y="387"/>
                    <a:pt x="494" y="250"/>
                  </a:cubicBezTo>
                  <a:cubicBezTo>
                    <a:pt x="494" y="114"/>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3"/>
            <p:cNvSpPr/>
            <p:nvPr/>
          </p:nvSpPr>
          <p:spPr>
            <a:xfrm>
              <a:off x="2972425" y="4595950"/>
              <a:ext cx="12575" cy="12525"/>
            </a:xfrm>
            <a:custGeom>
              <a:avLst/>
              <a:gdLst/>
              <a:ahLst/>
              <a:cxnLst/>
              <a:rect l="l" t="t" r="r" b="b"/>
              <a:pathLst>
                <a:path w="503" h="501" extrusionOk="0">
                  <a:moveTo>
                    <a:pt x="251" y="0"/>
                  </a:moveTo>
                  <a:cubicBezTo>
                    <a:pt x="115" y="0"/>
                    <a:pt x="0" y="114"/>
                    <a:pt x="0" y="250"/>
                  </a:cubicBezTo>
                  <a:cubicBezTo>
                    <a:pt x="0" y="387"/>
                    <a:pt x="115" y="501"/>
                    <a:pt x="251" y="501"/>
                  </a:cubicBezTo>
                  <a:cubicBezTo>
                    <a:pt x="387" y="501"/>
                    <a:pt x="503" y="387"/>
                    <a:pt x="503" y="250"/>
                  </a:cubicBezTo>
                  <a:cubicBezTo>
                    <a:pt x="503"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3"/>
            <p:cNvSpPr/>
            <p:nvPr/>
          </p:nvSpPr>
          <p:spPr>
            <a:xfrm>
              <a:off x="3064375" y="4595950"/>
              <a:ext cx="12375" cy="12525"/>
            </a:xfrm>
            <a:custGeom>
              <a:avLst/>
              <a:gdLst/>
              <a:ahLst/>
              <a:cxnLst/>
              <a:rect l="l" t="t" r="r" b="b"/>
              <a:pathLst>
                <a:path w="495" h="501" extrusionOk="0">
                  <a:moveTo>
                    <a:pt x="243" y="0"/>
                  </a:moveTo>
                  <a:cubicBezTo>
                    <a:pt x="107" y="0"/>
                    <a:pt x="1" y="114"/>
                    <a:pt x="1" y="250"/>
                  </a:cubicBezTo>
                  <a:cubicBezTo>
                    <a:pt x="1" y="387"/>
                    <a:pt x="107" y="501"/>
                    <a:pt x="243" y="501"/>
                  </a:cubicBezTo>
                  <a:cubicBezTo>
                    <a:pt x="388" y="501"/>
                    <a:pt x="495" y="387"/>
                    <a:pt x="495" y="250"/>
                  </a:cubicBezTo>
                  <a:cubicBezTo>
                    <a:pt x="495" y="114"/>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3"/>
            <p:cNvSpPr/>
            <p:nvPr/>
          </p:nvSpPr>
          <p:spPr>
            <a:xfrm>
              <a:off x="3156125" y="4595950"/>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3"/>
            <p:cNvSpPr/>
            <p:nvPr/>
          </p:nvSpPr>
          <p:spPr>
            <a:xfrm>
              <a:off x="3247875" y="4595950"/>
              <a:ext cx="12575" cy="12525"/>
            </a:xfrm>
            <a:custGeom>
              <a:avLst/>
              <a:gdLst/>
              <a:ahLst/>
              <a:cxnLst/>
              <a:rect l="l" t="t" r="r" b="b"/>
              <a:pathLst>
                <a:path w="503"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3"/>
            <p:cNvSpPr/>
            <p:nvPr/>
          </p:nvSpPr>
          <p:spPr>
            <a:xfrm>
              <a:off x="3339850" y="4595950"/>
              <a:ext cx="12525" cy="12525"/>
            </a:xfrm>
            <a:custGeom>
              <a:avLst/>
              <a:gdLst/>
              <a:ahLst/>
              <a:cxnLst/>
              <a:rect l="l" t="t" r="r" b="b"/>
              <a:pathLst>
                <a:path w="501" h="501" extrusionOk="0">
                  <a:moveTo>
                    <a:pt x="251" y="0"/>
                  </a:moveTo>
                  <a:cubicBezTo>
                    <a:pt x="107" y="0"/>
                    <a:pt x="0" y="114"/>
                    <a:pt x="0" y="250"/>
                  </a:cubicBezTo>
                  <a:cubicBezTo>
                    <a:pt x="0" y="387"/>
                    <a:pt x="107" y="501"/>
                    <a:pt x="251" y="501"/>
                  </a:cubicBezTo>
                  <a:cubicBezTo>
                    <a:pt x="387" y="501"/>
                    <a:pt x="501" y="387"/>
                    <a:pt x="501" y="250"/>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3"/>
            <p:cNvSpPr/>
            <p:nvPr/>
          </p:nvSpPr>
          <p:spPr>
            <a:xfrm>
              <a:off x="3431575" y="4595950"/>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3"/>
            <p:cNvSpPr/>
            <p:nvPr/>
          </p:nvSpPr>
          <p:spPr>
            <a:xfrm>
              <a:off x="3523550" y="4595950"/>
              <a:ext cx="12375" cy="12525"/>
            </a:xfrm>
            <a:custGeom>
              <a:avLst/>
              <a:gdLst/>
              <a:ahLst/>
              <a:cxnLst/>
              <a:rect l="l" t="t" r="r" b="b"/>
              <a:pathLst>
                <a:path w="495" h="501" extrusionOk="0">
                  <a:moveTo>
                    <a:pt x="250" y="0"/>
                  </a:moveTo>
                  <a:cubicBezTo>
                    <a:pt x="107" y="0"/>
                    <a:pt x="0" y="114"/>
                    <a:pt x="0" y="250"/>
                  </a:cubicBezTo>
                  <a:cubicBezTo>
                    <a:pt x="0" y="387"/>
                    <a:pt x="107" y="501"/>
                    <a:pt x="250" y="501"/>
                  </a:cubicBezTo>
                  <a:cubicBezTo>
                    <a:pt x="388" y="501"/>
                    <a:pt x="494" y="387"/>
                    <a:pt x="494" y="250"/>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3"/>
            <p:cNvSpPr/>
            <p:nvPr/>
          </p:nvSpPr>
          <p:spPr>
            <a:xfrm>
              <a:off x="676400" y="46877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3"/>
            <p:cNvSpPr/>
            <p:nvPr/>
          </p:nvSpPr>
          <p:spPr>
            <a:xfrm>
              <a:off x="768325" y="4687700"/>
              <a:ext cx="12400" cy="12575"/>
            </a:xfrm>
            <a:custGeom>
              <a:avLst/>
              <a:gdLst/>
              <a:ahLst/>
              <a:cxnLst/>
              <a:rect l="l" t="t" r="r" b="b"/>
              <a:pathLst>
                <a:path w="496" h="503" extrusionOk="0">
                  <a:moveTo>
                    <a:pt x="245" y="0"/>
                  </a:moveTo>
                  <a:cubicBezTo>
                    <a:pt x="109" y="0"/>
                    <a:pt x="0" y="115"/>
                    <a:pt x="0" y="251"/>
                  </a:cubicBezTo>
                  <a:cubicBezTo>
                    <a:pt x="0" y="387"/>
                    <a:pt x="109" y="503"/>
                    <a:pt x="245" y="503"/>
                  </a:cubicBezTo>
                  <a:cubicBezTo>
                    <a:pt x="388" y="503"/>
                    <a:pt x="496" y="387"/>
                    <a:pt x="496" y="251"/>
                  </a:cubicBezTo>
                  <a:cubicBezTo>
                    <a:pt x="496" y="115"/>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3"/>
            <p:cNvSpPr/>
            <p:nvPr/>
          </p:nvSpPr>
          <p:spPr>
            <a:xfrm>
              <a:off x="860125" y="4687700"/>
              <a:ext cx="12525" cy="12575"/>
            </a:xfrm>
            <a:custGeom>
              <a:avLst/>
              <a:gdLst/>
              <a:ahLst/>
              <a:cxnLst/>
              <a:rect l="l" t="t" r="r" b="b"/>
              <a:pathLst>
                <a:path w="501" h="503" extrusionOk="0">
                  <a:moveTo>
                    <a:pt x="251" y="0"/>
                  </a:moveTo>
                  <a:cubicBezTo>
                    <a:pt x="114" y="0"/>
                    <a:pt x="0" y="115"/>
                    <a:pt x="0" y="251"/>
                  </a:cubicBezTo>
                  <a:cubicBezTo>
                    <a:pt x="0" y="387"/>
                    <a:pt x="114" y="503"/>
                    <a:pt x="251" y="503"/>
                  </a:cubicBezTo>
                  <a:cubicBezTo>
                    <a:pt x="387" y="503"/>
                    <a:pt x="501" y="387"/>
                    <a:pt x="501" y="251"/>
                  </a:cubicBezTo>
                  <a:cubicBezTo>
                    <a:pt x="501"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3"/>
            <p:cNvSpPr/>
            <p:nvPr/>
          </p:nvSpPr>
          <p:spPr>
            <a:xfrm>
              <a:off x="951850" y="46877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3"/>
            <p:cNvSpPr/>
            <p:nvPr/>
          </p:nvSpPr>
          <p:spPr>
            <a:xfrm>
              <a:off x="1043825" y="4687700"/>
              <a:ext cx="12375" cy="12575"/>
            </a:xfrm>
            <a:custGeom>
              <a:avLst/>
              <a:gdLst/>
              <a:ahLst/>
              <a:cxnLst/>
              <a:rect l="l" t="t" r="r" b="b"/>
              <a:pathLst>
                <a:path w="495" h="503" extrusionOk="0">
                  <a:moveTo>
                    <a:pt x="250" y="0"/>
                  </a:moveTo>
                  <a:cubicBezTo>
                    <a:pt x="107" y="0"/>
                    <a:pt x="0" y="115"/>
                    <a:pt x="0" y="251"/>
                  </a:cubicBezTo>
                  <a:cubicBezTo>
                    <a:pt x="0" y="387"/>
                    <a:pt x="107" y="503"/>
                    <a:pt x="250" y="503"/>
                  </a:cubicBezTo>
                  <a:cubicBezTo>
                    <a:pt x="388" y="503"/>
                    <a:pt x="494" y="387"/>
                    <a:pt x="494" y="251"/>
                  </a:cubicBezTo>
                  <a:cubicBezTo>
                    <a:pt x="494" y="115"/>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3"/>
            <p:cNvSpPr/>
            <p:nvPr/>
          </p:nvSpPr>
          <p:spPr>
            <a:xfrm>
              <a:off x="1135575" y="4687700"/>
              <a:ext cx="12575" cy="12575"/>
            </a:xfrm>
            <a:custGeom>
              <a:avLst/>
              <a:gdLst/>
              <a:ahLst/>
              <a:cxnLst/>
              <a:rect l="l" t="t" r="r" b="b"/>
              <a:pathLst>
                <a:path w="503" h="503" extrusionOk="0">
                  <a:moveTo>
                    <a:pt x="252" y="0"/>
                  </a:moveTo>
                  <a:cubicBezTo>
                    <a:pt x="116" y="0"/>
                    <a:pt x="0" y="115"/>
                    <a:pt x="0" y="251"/>
                  </a:cubicBezTo>
                  <a:cubicBezTo>
                    <a:pt x="0" y="387"/>
                    <a:pt x="116" y="503"/>
                    <a:pt x="252" y="503"/>
                  </a:cubicBezTo>
                  <a:cubicBezTo>
                    <a:pt x="387" y="503"/>
                    <a:pt x="503" y="387"/>
                    <a:pt x="503" y="251"/>
                  </a:cubicBezTo>
                  <a:cubicBezTo>
                    <a:pt x="503" y="115"/>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3"/>
            <p:cNvSpPr/>
            <p:nvPr/>
          </p:nvSpPr>
          <p:spPr>
            <a:xfrm>
              <a:off x="1227500" y="4687700"/>
              <a:ext cx="12400" cy="12575"/>
            </a:xfrm>
            <a:custGeom>
              <a:avLst/>
              <a:gdLst/>
              <a:ahLst/>
              <a:cxnLst/>
              <a:rect l="l" t="t" r="r" b="b"/>
              <a:pathLst>
                <a:path w="496" h="503" extrusionOk="0">
                  <a:moveTo>
                    <a:pt x="251" y="0"/>
                  </a:moveTo>
                  <a:cubicBezTo>
                    <a:pt x="109" y="0"/>
                    <a:pt x="0" y="115"/>
                    <a:pt x="0" y="251"/>
                  </a:cubicBezTo>
                  <a:cubicBezTo>
                    <a:pt x="0" y="387"/>
                    <a:pt x="109" y="503"/>
                    <a:pt x="251" y="503"/>
                  </a:cubicBezTo>
                  <a:cubicBezTo>
                    <a:pt x="387" y="503"/>
                    <a:pt x="496" y="387"/>
                    <a:pt x="496" y="251"/>
                  </a:cubicBezTo>
                  <a:cubicBezTo>
                    <a:pt x="496"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3"/>
            <p:cNvSpPr/>
            <p:nvPr/>
          </p:nvSpPr>
          <p:spPr>
            <a:xfrm>
              <a:off x="1319275" y="4687700"/>
              <a:ext cx="12550" cy="12575"/>
            </a:xfrm>
            <a:custGeom>
              <a:avLst/>
              <a:gdLst/>
              <a:ahLst/>
              <a:cxnLst/>
              <a:rect l="l" t="t" r="r" b="b"/>
              <a:pathLst>
                <a:path w="502" h="503" extrusionOk="0">
                  <a:moveTo>
                    <a:pt x="252" y="0"/>
                  </a:moveTo>
                  <a:cubicBezTo>
                    <a:pt x="114" y="0"/>
                    <a:pt x="1" y="115"/>
                    <a:pt x="1" y="251"/>
                  </a:cubicBezTo>
                  <a:cubicBezTo>
                    <a:pt x="1" y="387"/>
                    <a:pt x="114" y="503"/>
                    <a:pt x="252" y="503"/>
                  </a:cubicBezTo>
                  <a:cubicBezTo>
                    <a:pt x="388" y="503"/>
                    <a:pt x="501" y="387"/>
                    <a:pt x="501" y="251"/>
                  </a:cubicBezTo>
                  <a:cubicBezTo>
                    <a:pt x="501"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3"/>
            <p:cNvSpPr/>
            <p:nvPr/>
          </p:nvSpPr>
          <p:spPr>
            <a:xfrm>
              <a:off x="1411200" y="4687700"/>
              <a:ext cx="12425" cy="12575"/>
            </a:xfrm>
            <a:custGeom>
              <a:avLst/>
              <a:gdLst/>
              <a:ahLst/>
              <a:cxnLst/>
              <a:rect l="l" t="t" r="r" b="b"/>
              <a:pathLst>
                <a:path w="497" h="503" extrusionOk="0">
                  <a:moveTo>
                    <a:pt x="245" y="0"/>
                  </a:moveTo>
                  <a:cubicBezTo>
                    <a:pt x="109" y="0"/>
                    <a:pt x="1" y="115"/>
                    <a:pt x="1" y="251"/>
                  </a:cubicBezTo>
                  <a:cubicBezTo>
                    <a:pt x="1" y="387"/>
                    <a:pt x="109" y="503"/>
                    <a:pt x="245" y="503"/>
                  </a:cubicBezTo>
                  <a:cubicBezTo>
                    <a:pt x="388" y="503"/>
                    <a:pt x="496" y="387"/>
                    <a:pt x="496" y="251"/>
                  </a:cubicBezTo>
                  <a:cubicBezTo>
                    <a:pt x="496" y="115"/>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3"/>
            <p:cNvSpPr/>
            <p:nvPr/>
          </p:nvSpPr>
          <p:spPr>
            <a:xfrm>
              <a:off x="1503000" y="4687700"/>
              <a:ext cx="12525" cy="12575"/>
            </a:xfrm>
            <a:custGeom>
              <a:avLst/>
              <a:gdLst/>
              <a:ahLst/>
              <a:cxnLst/>
              <a:rect l="l" t="t" r="r" b="b"/>
              <a:pathLst>
                <a:path w="501" h="503" extrusionOk="0">
                  <a:moveTo>
                    <a:pt x="250" y="0"/>
                  </a:moveTo>
                  <a:cubicBezTo>
                    <a:pt x="114" y="0"/>
                    <a:pt x="0" y="115"/>
                    <a:pt x="0" y="251"/>
                  </a:cubicBezTo>
                  <a:cubicBezTo>
                    <a:pt x="0" y="387"/>
                    <a:pt x="114" y="503"/>
                    <a:pt x="250" y="503"/>
                  </a:cubicBezTo>
                  <a:cubicBezTo>
                    <a:pt x="387" y="503"/>
                    <a:pt x="501" y="387"/>
                    <a:pt x="501" y="251"/>
                  </a:cubicBezTo>
                  <a:cubicBezTo>
                    <a:pt x="501" y="115"/>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3"/>
            <p:cNvSpPr/>
            <p:nvPr/>
          </p:nvSpPr>
          <p:spPr>
            <a:xfrm>
              <a:off x="1594750" y="4687700"/>
              <a:ext cx="12575" cy="12575"/>
            </a:xfrm>
            <a:custGeom>
              <a:avLst/>
              <a:gdLst/>
              <a:ahLst/>
              <a:cxnLst/>
              <a:rect l="l" t="t" r="r" b="b"/>
              <a:pathLst>
                <a:path w="503" h="503" extrusionOk="0">
                  <a:moveTo>
                    <a:pt x="251" y="0"/>
                  </a:moveTo>
                  <a:cubicBezTo>
                    <a:pt x="115" y="0"/>
                    <a:pt x="0" y="115"/>
                    <a:pt x="0" y="251"/>
                  </a:cubicBezTo>
                  <a:cubicBezTo>
                    <a:pt x="0" y="387"/>
                    <a:pt x="115" y="503"/>
                    <a:pt x="251" y="503"/>
                  </a:cubicBezTo>
                  <a:cubicBezTo>
                    <a:pt x="394" y="503"/>
                    <a:pt x="503" y="387"/>
                    <a:pt x="503" y="251"/>
                  </a:cubicBezTo>
                  <a:cubicBezTo>
                    <a:pt x="503" y="115"/>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3"/>
            <p:cNvSpPr/>
            <p:nvPr/>
          </p:nvSpPr>
          <p:spPr>
            <a:xfrm>
              <a:off x="1686650" y="46877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3"/>
            <p:cNvSpPr/>
            <p:nvPr/>
          </p:nvSpPr>
          <p:spPr>
            <a:xfrm>
              <a:off x="1778450" y="4687700"/>
              <a:ext cx="12550" cy="12575"/>
            </a:xfrm>
            <a:custGeom>
              <a:avLst/>
              <a:gdLst/>
              <a:ahLst/>
              <a:cxnLst/>
              <a:rect l="l" t="t" r="r" b="b"/>
              <a:pathLst>
                <a:path w="502" h="503" extrusionOk="0">
                  <a:moveTo>
                    <a:pt x="252" y="0"/>
                  </a:moveTo>
                  <a:cubicBezTo>
                    <a:pt x="114" y="0"/>
                    <a:pt x="1" y="115"/>
                    <a:pt x="1" y="251"/>
                  </a:cubicBezTo>
                  <a:cubicBezTo>
                    <a:pt x="1" y="387"/>
                    <a:pt x="114" y="503"/>
                    <a:pt x="252" y="503"/>
                  </a:cubicBezTo>
                  <a:cubicBezTo>
                    <a:pt x="388" y="503"/>
                    <a:pt x="501" y="387"/>
                    <a:pt x="501" y="251"/>
                  </a:cubicBezTo>
                  <a:cubicBezTo>
                    <a:pt x="501"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3"/>
            <p:cNvSpPr/>
            <p:nvPr/>
          </p:nvSpPr>
          <p:spPr>
            <a:xfrm>
              <a:off x="1870375" y="4687700"/>
              <a:ext cx="12400" cy="12575"/>
            </a:xfrm>
            <a:custGeom>
              <a:avLst/>
              <a:gdLst/>
              <a:ahLst/>
              <a:cxnLst/>
              <a:rect l="l" t="t" r="r" b="b"/>
              <a:pathLst>
                <a:path w="496" h="503" extrusionOk="0">
                  <a:moveTo>
                    <a:pt x="252" y="0"/>
                  </a:moveTo>
                  <a:cubicBezTo>
                    <a:pt x="109" y="0"/>
                    <a:pt x="0" y="115"/>
                    <a:pt x="0" y="251"/>
                  </a:cubicBezTo>
                  <a:cubicBezTo>
                    <a:pt x="0" y="387"/>
                    <a:pt x="109" y="503"/>
                    <a:pt x="252" y="503"/>
                  </a:cubicBezTo>
                  <a:cubicBezTo>
                    <a:pt x="387" y="503"/>
                    <a:pt x="496" y="387"/>
                    <a:pt x="496" y="251"/>
                  </a:cubicBezTo>
                  <a:cubicBezTo>
                    <a:pt x="496" y="115"/>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3"/>
            <p:cNvSpPr/>
            <p:nvPr/>
          </p:nvSpPr>
          <p:spPr>
            <a:xfrm>
              <a:off x="1962150" y="4687700"/>
              <a:ext cx="12550" cy="12575"/>
            </a:xfrm>
            <a:custGeom>
              <a:avLst/>
              <a:gdLst/>
              <a:ahLst/>
              <a:cxnLst/>
              <a:rect l="l" t="t" r="r" b="b"/>
              <a:pathLst>
                <a:path w="502" h="503" extrusionOk="0">
                  <a:moveTo>
                    <a:pt x="250" y="0"/>
                  </a:moveTo>
                  <a:cubicBezTo>
                    <a:pt x="114" y="0"/>
                    <a:pt x="1" y="115"/>
                    <a:pt x="1" y="251"/>
                  </a:cubicBezTo>
                  <a:cubicBezTo>
                    <a:pt x="1" y="387"/>
                    <a:pt x="114" y="503"/>
                    <a:pt x="250" y="503"/>
                  </a:cubicBezTo>
                  <a:cubicBezTo>
                    <a:pt x="388" y="503"/>
                    <a:pt x="502" y="387"/>
                    <a:pt x="502" y="251"/>
                  </a:cubicBezTo>
                  <a:cubicBezTo>
                    <a:pt x="502" y="115"/>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3"/>
            <p:cNvSpPr/>
            <p:nvPr/>
          </p:nvSpPr>
          <p:spPr>
            <a:xfrm>
              <a:off x="2054075" y="4687700"/>
              <a:ext cx="12425" cy="12575"/>
            </a:xfrm>
            <a:custGeom>
              <a:avLst/>
              <a:gdLst/>
              <a:ahLst/>
              <a:cxnLst/>
              <a:rect l="l" t="t" r="r" b="b"/>
              <a:pathLst>
                <a:path w="497" h="503" extrusionOk="0">
                  <a:moveTo>
                    <a:pt x="252" y="0"/>
                  </a:moveTo>
                  <a:cubicBezTo>
                    <a:pt x="109" y="0"/>
                    <a:pt x="1" y="115"/>
                    <a:pt x="1" y="251"/>
                  </a:cubicBezTo>
                  <a:cubicBezTo>
                    <a:pt x="1" y="387"/>
                    <a:pt x="109" y="503"/>
                    <a:pt x="252" y="503"/>
                  </a:cubicBezTo>
                  <a:cubicBezTo>
                    <a:pt x="388" y="503"/>
                    <a:pt x="496" y="387"/>
                    <a:pt x="496" y="251"/>
                  </a:cubicBezTo>
                  <a:cubicBezTo>
                    <a:pt x="496"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3"/>
            <p:cNvSpPr/>
            <p:nvPr/>
          </p:nvSpPr>
          <p:spPr>
            <a:xfrm>
              <a:off x="2145825" y="46877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3"/>
            <p:cNvSpPr/>
            <p:nvPr/>
          </p:nvSpPr>
          <p:spPr>
            <a:xfrm>
              <a:off x="2237800" y="4687700"/>
              <a:ext cx="12350" cy="12575"/>
            </a:xfrm>
            <a:custGeom>
              <a:avLst/>
              <a:gdLst/>
              <a:ahLst/>
              <a:cxnLst/>
              <a:rect l="l" t="t" r="r" b="b"/>
              <a:pathLst>
                <a:path w="494" h="503" extrusionOk="0">
                  <a:moveTo>
                    <a:pt x="244" y="0"/>
                  </a:moveTo>
                  <a:cubicBezTo>
                    <a:pt x="107" y="0"/>
                    <a:pt x="0" y="115"/>
                    <a:pt x="0" y="251"/>
                  </a:cubicBezTo>
                  <a:cubicBezTo>
                    <a:pt x="0" y="387"/>
                    <a:pt x="107" y="503"/>
                    <a:pt x="244" y="503"/>
                  </a:cubicBezTo>
                  <a:cubicBezTo>
                    <a:pt x="387" y="503"/>
                    <a:pt x="494" y="387"/>
                    <a:pt x="494" y="251"/>
                  </a:cubicBezTo>
                  <a:cubicBezTo>
                    <a:pt x="494" y="115"/>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3"/>
            <p:cNvSpPr/>
            <p:nvPr/>
          </p:nvSpPr>
          <p:spPr>
            <a:xfrm>
              <a:off x="2329550" y="4687700"/>
              <a:ext cx="12575" cy="12575"/>
            </a:xfrm>
            <a:custGeom>
              <a:avLst/>
              <a:gdLst/>
              <a:ahLst/>
              <a:cxnLst/>
              <a:rect l="l" t="t" r="r" b="b"/>
              <a:pathLst>
                <a:path w="503" h="503" extrusionOk="0">
                  <a:moveTo>
                    <a:pt x="251" y="0"/>
                  </a:moveTo>
                  <a:cubicBezTo>
                    <a:pt x="115" y="0"/>
                    <a:pt x="0" y="115"/>
                    <a:pt x="0" y="251"/>
                  </a:cubicBezTo>
                  <a:cubicBezTo>
                    <a:pt x="0" y="387"/>
                    <a:pt x="115" y="503"/>
                    <a:pt x="251" y="503"/>
                  </a:cubicBezTo>
                  <a:cubicBezTo>
                    <a:pt x="387" y="503"/>
                    <a:pt x="502" y="387"/>
                    <a:pt x="502" y="251"/>
                  </a:cubicBezTo>
                  <a:cubicBezTo>
                    <a:pt x="502"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3"/>
            <p:cNvSpPr/>
            <p:nvPr/>
          </p:nvSpPr>
          <p:spPr>
            <a:xfrm>
              <a:off x="2421325" y="4687700"/>
              <a:ext cx="12550" cy="12575"/>
            </a:xfrm>
            <a:custGeom>
              <a:avLst/>
              <a:gdLst/>
              <a:ahLst/>
              <a:cxnLst/>
              <a:rect l="l" t="t" r="r" b="b"/>
              <a:pathLst>
                <a:path w="502" h="503" extrusionOk="0">
                  <a:moveTo>
                    <a:pt x="250" y="0"/>
                  </a:moveTo>
                  <a:cubicBezTo>
                    <a:pt x="114" y="0"/>
                    <a:pt x="1" y="115"/>
                    <a:pt x="1" y="251"/>
                  </a:cubicBezTo>
                  <a:cubicBezTo>
                    <a:pt x="1" y="387"/>
                    <a:pt x="114" y="503"/>
                    <a:pt x="250" y="503"/>
                  </a:cubicBezTo>
                  <a:cubicBezTo>
                    <a:pt x="395" y="503"/>
                    <a:pt x="501" y="387"/>
                    <a:pt x="501" y="251"/>
                  </a:cubicBezTo>
                  <a:cubicBezTo>
                    <a:pt x="501" y="115"/>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3"/>
            <p:cNvSpPr/>
            <p:nvPr/>
          </p:nvSpPr>
          <p:spPr>
            <a:xfrm>
              <a:off x="2513250" y="4687700"/>
              <a:ext cx="12575" cy="12575"/>
            </a:xfrm>
            <a:custGeom>
              <a:avLst/>
              <a:gdLst/>
              <a:ahLst/>
              <a:cxnLst/>
              <a:rect l="l" t="t" r="r" b="b"/>
              <a:pathLst>
                <a:path w="503" h="503" extrusionOk="0">
                  <a:moveTo>
                    <a:pt x="252" y="0"/>
                  </a:moveTo>
                  <a:cubicBezTo>
                    <a:pt x="109" y="0"/>
                    <a:pt x="0" y="115"/>
                    <a:pt x="0" y="251"/>
                  </a:cubicBezTo>
                  <a:cubicBezTo>
                    <a:pt x="0" y="387"/>
                    <a:pt x="109"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3"/>
            <p:cNvSpPr/>
            <p:nvPr/>
          </p:nvSpPr>
          <p:spPr>
            <a:xfrm>
              <a:off x="2605000" y="4687700"/>
              <a:ext cx="12575" cy="12575"/>
            </a:xfrm>
            <a:custGeom>
              <a:avLst/>
              <a:gdLst/>
              <a:ahLst/>
              <a:cxnLst/>
              <a:rect l="l" t="t" r="r" b="b"/>
              <a:pathLst>
                <a:path w="503" h="503" extrusionOk="0">
                  <a:moveTo>
                    <a:pt x="252" y="0"/>
                  </a:moveTo>
                  <a:cubicBezTo>
                    <a:pt x="116" y="0"/>
                    <a:pt x="0" y="115"/>
                    <a:pt x="0" y="251"/>
                  </a:cubicBezTo>
                  <a:cubicBezTo>
                    <a:pt x="0" y="387"/>
                    <a:pt x="116" y="503"/>
                    <a:pt x="252" y="503"/>
                  </a:cubicBezTo>
                  <a:cubicBezTo>
                    <a:pt x="387" y="503"/>
                    <a:pt x="503" y="387"/>
                    <a:pt x="503" y="251"/>
                  </a:cubicBezTo>
                  <a:cubicBezTo>
                    <a:pt x="503" y="115"/>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3"/>
            <p:cNvSpPr/>
            <p:nvPr/>
          </p:nvSpPr>
          <p:spPr>
            <a:xfrm>
              <a:off x="2696950" y="4687700"/>
              <a:ext cx="12375" cy="12575"/>
            </a:xfrm>
            <a:custGeom>
              <a:avLst/>
              <a:gdLst/>
              <a:ahLst/>
              <a:cxnLst/>
              <a:rect l="l" t="t" r="r" b="b"/>
              <a:pathLst>
                <a:path w="495" h="503" extrusionOk="0">
                  <a:moveTo>
                    <a:pt x="252" y="0"/>
                  </a:moveTo>
                  <a:cubicBezTo>
                    <a:pt x="108" y="0"/>
                    <a:pt x="1" y="115"/>
                    <a:pt x="1" y="251"/>
                  </a:cubicBezTo>
                  <a:cubicBezTo>
                    <a:pt x="1" y="387"/>
                    <a:pt x="108" y="503"/>
                    <a:pt x="252" y="503"/>
                  </a:cubicBezTo>
                  <a:cubicBezTo>
                    <a:pt x="388" y="503"/>
                    <a:pt x="495" y="387"/>
                    <a:pt x="495" y="251"/>
                  </a:cubicBezTo>
                  <a:cubicBezTo>
                    <a:pt x="495"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3"/>
            <p:cNvSpPr/>
            <p:nvPr/>
          </p:nvSpPr>
          <p:spPr>
            <a:xfrm>
              <a:off x="2788700" y="46877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3"/>
            <p:cNvSpPr/>
            <p:nvPr/>
          </p:nvSpPr>
          <p:spPr>
            <a:xfrm>
              <a:off x="2880675" y="4687700"/>
              <a:ext cx="12375" cy="12575"/>
            </a:xfrm>
            <a:custGeom>
              <a:avLst/>
              <a:gdLst/>
              <a:ahLst/>
              <a:cxnLst/>
              <a:rect l="l" t="t" r="r" b="b"/>
              <a:pathLst>
                <a:path w="495" h="503" extrusionOk="0">
                  <a:moveTo>
                    <a:pt x="243" y="0"/>
                  </a:moveTo>
                  <a:cubicBezTo>
                    <a:pt x="107" y="0"/>
                    <a:pt x="0" y="115"/>
                    <a:pt x="0" y="251"/>
                  </a:cubicBezTo>
                  <a:cubicBezTo>
                    <a:pt x="0" y="387"/>
                    <a:pt x="107" y="503"/>
                    <a:pt x="243" y="503"/>
                  </a:cubicBezTo>
                  <a:cubicBezTo>
                    <a:pt x="387" y="503"/>
                    <a:pt x="494" y="387"/>
                    <a:pt x="494" y="251"/>
                  </a:cubicBezTo>
                  <a:cubicBezTo>
                    <a:pt x="494" y="115"/>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3"/>
            <p:cNvSpPr/>
            <p:nvPr/>
          </p:nvSpPr>
          <p:spPr>
            <a:xfrm>
              <a:off x="2972425" y="4687700"/>
              <a:ext cx="12575" cy="12575"/>
            </a:xfrm>
            <a:custGeom>
              <a:avLst/>
              <a:gdLst/>
              <a:ahLst/>
              <a:cxnLst/>
              <a:rect l="l" t="t" r="r" b="b"/>
              <a:pathLst>
                <a:path w="503" h="503" extrusionOk="0">
                  <a:moveTo>
                    <a:pt x="251" y="0"/>
                  </a:moveTo>
                  <a:cubicBezTo>
                    <a:pt x="115" y="0"/>
                    <a:pt x="0" y="115"/>
                    <a:pt x="0" y="251"/>
                  </a:cubicBezTo>
                  <a:cubicBezTo>
                    <a:pt x="0" y="387"/>
                    <a:pt x="115" y="503"/>
                    <a:pt x="251" y="503"/>
                  </a:cubicBezTo>
                  <a:cubicBezTo>
                    <a:pt x="387" y="503"/>
                    <a:pt x="503" y="387"/>
                    <a:pt x="503" y="251"/>
                  </a:cubicBezTo>
                  <a:cubicBezTo>
                    <a:pt x="503"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3"/>
            <p:cNvSpPr/>
            <p:nvPr/>
          </p:nvSpPr>
          <p:spPr>
            <a:xfrm>
              <a:off x="3064375" y="4687700"/>
              <a:ext cx="12375" cy="12575"/>
            </a:xfrm>
            <a:custGeom>
              <a:avLst/>
              <a:gdLst/>
              <a:ahLst/>
              <a:cxnLst/>
              <a:rect l="l" t="t" r="r" b="b"/>
              <a:pathLst>
                <a:path w="495" h="503" extrusionOk="0">
                  <a:moveTo>
                    <a:pt x="243" y="0"/>
                  </a:moveTo>
                  <a:cubicBezTo>
                    <a:pt x="107" y="0"/>
                    <a:pt x="1" y="115"/>
                    <a:pt x="1" y="251"/>
                  </a:cubicBezTo>
                  <a:cubicBezTo>
                    <a:pt x="1" y="387"/>
                    <a:pt x="107" y="503"/>
                    <a:pt x="243" y="503"/>
                  </a:cubicBezTo>
                  <a:cubicBezTo>
                    <a:pt x="388" y="503"/>
                    <a:pt x="495" y="387"/>
                    <a:pt x="495" y="251"/>
                  </a:cubicBezTo>
                  <a:cubicBezTo>
                    <a:pt x="495" y="115"/>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3"/>
            <p:cNvSpPr/>
            <p:nvPr/>
          </p:nvSpPr>
          <p:spPr>
            <a:xfrm>
              <a:off x="3156125" y="46877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3"/>
            <p:cNvSpPr/>
            <p:nvPr/>
          </p:nvSpPr>
          <p:spPr>
            <a:xfrm>
              <a:off x="3247875" y="4687700"/>
              <a:ext cx="12575" cy="12575"/>
            </a:xfrm>
            <a:custGeom>
              <a:avLst/>
              <a:gdLst/>
              <a:ahLst/>
              <a:cxnLst/>
              <a:rect l="l" t="t" r="r" b="b"/>
              <a:pathLst>
                <a:path w="503"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3"/>
            <p:cNvSpPr/>
            <p:nvPr/>
          </p:nvSpPr>
          <p:spPr>
            <a:xfrm>
              <a:off x="3339850" y="4687700"/>
              <a:ext cx="12525" cy="12575"/>
            </a:xfrm>
            <a:custGeom>
              <a:avLst/>
              <a:gdLst/>
              <a:ahLst/>
              <a:cxnLst/>
              <a:rect l="l" t="t" r="r" b="b"/>
              <a:pathLst>
                <a:path w="501" h="503" extrusionOk="0">
                  <a:moveTo>
                    <a:pt x="251" y="0"/>
                  </a:moveTo>
                  <a:cubicBezTo>
                    <a:pt x="107" y="0"/>
                    <a:pt x="0" y="115"/>
                    <a:pt x="0" y="251"/>
                  </a:cubicBezTo>
                  <a:cubicBezTo>
                    <a:pt x="0" y="387"/>
                    <a:pt x="107" y="503"/>
                    <a:pt x="251" y="503"/>
                  </a:cubicBezTo>
                  <a:cubicBezTo>
                    <a:pt x="387" y="503"/>
                    <a:pt x="501" y="387"/>
                    <a:pt x="501" y="251"/>
                  </a:cubicBezTo>
                  <a:cubicBezTo>
                    <a:pt x="501"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3"/>
            <p:cNvSpPr/>
            <p:nvPr/>
          </p:nvSpPr>
          <p:spPr>
            <a:xfrm>
              <a:off x="3431575" y="46877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3"/>
            <p:cNvSpPr/>
            <p:nvPr/>
          </p:nvSpPr>
          <p:spPr>
            <a:xfrm>
              <a:off x="3523550" y="4687700"/>
              <a:ext cx="12375" cy="12575"/>
            </a:xfrm>
            <a:custGeom>
              <a:avLst/>
              <a:gdLst/>
              <a:ahLst/>
              <a:cxnLst/>
              <a:rect l="l" t="t" r="r" b="b"/>
              <a:pathLst>
                <a:path w="495" h="503" extrusionOk="0">
                  <a:moveTo>
                    <a:pt x="250" y="0"/>
                  </a:moveTo>
                  <a:cubicBezTo>
                    <a:pt x="107" y="0"/>
                    <a:pt x="0" y="115"/>
                    <a:pt x="0" y="251"/>
                  </a:cubicBezTo>
                  <a:cubicBezTo>
                    <a:pt x="0" y="387"/>
                    <a:pt x="107" y="503"/>
                    <a:pt x="250" y="503"/>
                  </a:cubicBezTo>
                  <a:cubicBezTo>
                    <a:pt x="388" y="503"/>
                    <a:pt x="494" y="387"/>
                    <a:pt x="494" y="251"/>
                  </a:cubicBezTo>
                  <a:cubicBezTo>
                    <a:pt x="494" y="115"/>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3"/>
            <p:cNvSpPr/>
            <p:nvPr/>
          </p:nvSpPr>
          <p:spPr>
            <a:xfrm>
              <a:off x="676400" y="4779625"/>
              <a:ext cx="12600" cy="12400"/>
            </a:xfrm>
            <a:custGeom>
              <a:avLst/>
              <a:gdLst/>
              <a:ahLst/>
              <a:cxnLst/>
              <a:rect l="l" t="t" r="r" b="b"/>
              <a:pathLst>
                <a:path w="504" h="496" extrusionOk="0">
                  <a:moveTo>
                    <a:pt x="252" y="0"/>
                  </a:moveTo>
                  <a:cubicBezTo>
                    <a:pt x="116" y="0"/>
                    <a:pt x="1" y="108"/>
                    <a:pt x="1" y="251"/>
                  </a:cubicBezTo>
                  <a:cubicBezTo>
                    <a:pt x="1" y="387"/>
                    <a:pt x="116" y="496"/>
                    <a:pt x="252" y="496"/>
                  </a:cubicBezTo>
                  <a:cubicBezTo>
                    <a:pt x="388" y="496"/>
                    <a:pt x="503" y="387"/>
                    <a:pt x="503" y="251"/>
                  </a:cubicBezTo>
                  <a:cubicBezTo>
                    <a:pt x="503"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3"/>
            <p:cNvSpPr/>
            <p:nvPr/>
          </p:nvSpPr>
          <p:spPr>
            <a:xfrm>
              <a:off x="768325" y="4779625"/>
              <a:ext cx="12400" cy="12400"/>
            </a:xfrm>
            <a:custGeom>
              <a:avLst/>
              <a:gdLst/>
              <a:ahLst/>
              <a:cxnLst/>
              <a:rect l="l" t="t" r="r" b="b"/>
              <a:pathLst>
                <a:path w="496" h="496" extrusionOk="0">
                  <a:moveTo>
                    <a:pt x="245" y="0"/>
                  </a:moveTo>
                  <a:cubicBezTo>
                    <a:pt x="109" y="0"/>
                    <a:pt x="0" y="108"/>
                    <a:pt x="0" y="251"/>
                  </a:cubicBezTo>
                  <a:cubicBezTo>
                    <a:pt x="0" y="387"/>
                    <a:pt x="109" y="496"/>
                    <a:pt x="245" y="496"/>
                  </a:cubicBezTo>
                  <a:cubicBezTo>
                    <a:pt x="388" y="496"/>
                    <a:pt x="496" y="387"/>
                    <a:pt x="496" y="251"/>
                  </a:cubicBezTo>
                  <a:cubicBezTo>
                    <a:pt x="496" y="108"/>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3"/>
            <p:cNvSpPr/>
            <p:nvPr/>
          </p:nvSpPr>
          <p:spPr>
            <a:xfrm>
              <a:off x="860125" y="4779625"/>
              <a:ext cx="12525" cy="12400"/>
            </a:xfrm>
            <a:custGeom>
              <a:avLst/>
              <a:gdLst/>
              <a:ahLst/>
              <a:cxnLst/>
              <a:rect l="l" t="t" r="r" b="b"/>
              <a:pathLst>
                <a:path w="501" h="496" extrusionOk="0">
                  <a:moveTo>
                    <a:pt x="251" y="0"/>
                  </a:moveTo>
                  <a:cubicBezTo>
                    <a:pt x="114" y="0"/>
                    <a:pt x="0" y="108"/>
                    <a:pt x="0" y="251"/>
                  </a:cubicBezTo>
                  <a:cubicBezTo>
                    <a:pt x="0" y="387"/>
                    <a:pt x="114" y="496"/>
                    <a:pt x="251" y="496"/>
                  </a:cubicBezTo>
                  <a:cubicBezTo>
                    <a:pt x="387" y="496"/>
                    <a:pt x="501" y="387"/>
                    <a:pt x="501" y="251"/>
                  </a:cubicBezTo>
                  <a:cubicBezTo>
                    <a:pt x="501" y="108"/>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3"/>
            <p:cNvSpPr/>
            <p:nvPr/>
          </p:nvSpPr>
          <p:spPr>
            <a:xfrm>
              <a:off x="951850" y="4779625"/>
              <a:ext cx="12600" cy="12400"/>
            </a:xfrm>
            <a:custGeom>
              <a:avLst/>
              <a:gdLst/>
              <a:ahLst/>
              <a:cxnLst/>
              <a:rect l="l" t="t" r="r" b="b"/>
              <a:pathLst>
                <a:path w="504" h="496" extrusionOk="0">
                  <a:moveTo>
                    <a:pt x="252" y="0"/>
                  </a:moveTo>
                  <a:cubicBezTo>
                    <a:pt x="116" y="0"/>
                    <a:pt x="1" y="108"/>
                    <a:pt x="1" y="251"/>
                  </a:cubicBezTo>
                  <a:cubicBezTo>
                    <a:pt x="1" y="387"/>
                    <a:pt x="116" y="496"/>
                    <a:pt x="252" y="496"/>
                  </a:cubicBezTo>
                  <a:cubicBezTo>
                    <a:pt x="388" y="496"/>
                    <a:pt x="503" y="387"/>
                    <a:pt x="503" y="251"/>
                  </a:cubicBezTo>
                  <a:cubicBezTo>
                    <a:pt x="503"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3"/>
            <p:cNvSpPr/>
            <p:nvPr/>
          </p:nvSpPr>
          <p:spPr>
            <a:xfrm>
              <a:off x="1043825" y="4779625"/>
              <a:ext cx="12375" cy="12400"/>
            </a:xfrm>
            <a:custGeom>
              <a:avLst/>
              <a:gdLst/>
              <a:ahLst/>
              <a:cxnLst/>
              <a:rect l="l" t="t" r="r" b="b"/>
              <a:pathLst>
                <a:path w="495" h="496" extrusionOk="0">
                  <a:moveTo>
                    <a:pt x="250" y="0"/>
                  </a:moveTo>
                  <a:cubicBezTo>
                    <a:pt x="107" y="0"/>
                    <a:pt x="0" y="108"/>
                    <a:pt x="0" y="251"/>
                  </a:cubicBezTo>
                  <a:cubicBezTo>
                    <a:pt x="0" y="387"/>
                    <a:pt x="107" y="496"/>
                    <a:pt x="250" y="496"/>
                  </a:cubicBezTo>
                  <a:cubicBezTo>
                    <a:pt x="388" y="496"/>
                    <a:pt x="494" y="387"/>
                    <a:pt x="494" y="251"/>
                  </a:cubicBezTo>
                  <a:cubicBezTo>
                    <a:pt x="494" y="108"/>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3"/>
            <p:cNvSpPr/>
            <p:nvPr/>
          </p:nvSpPr>
          <p:spPr>
            <a:xfrm>
              <a:off x="1135575" y="4779625"/>
              <a:ext cx="12575" cy="12400"/>
            </a:xfrm>
            <a:custGeom>
              <a:avLst/>
              <a:gdLst/>
              <a:ahLst/>
              <a:cxnLst/>
              <a:rect l="l" t="t" r="r" b="b"/>
              <a:pathLst>
                <a:path w="503" h="496" extrusionOk="0">
                  <a:moveTo>
                    <a:pt x="252" y="0"/>
                  </a:moveTo>
                  <a:cubicBezTo>
                    <a:pt x="116" y="0"/>
                    <a:pt x="0" y="108"/>
                    <a:pt x="0" y="251"/>
                  </a:cubicBezTo>
                  <a:cubicBezTo>
                    <a:pt x="0" y="387"/>
                    <a:pt x="116" y="496"/>
                    <a:pt x="252" y="496"/>
                  </a:cubicBezTo>
                  <a:cubicBezTo>
                    <a:pt x="387" y="496"/>
                    <a:pt x="503" y="387"/>
                    <a:pt x="503" y="251"/>
                  </a:cubicBezTo>
                  <a:cubicBezTo>
                    <a:pt x="503" y="108"/>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3"/>
            <p:cNvSpPr/>
            <p:nvPr/>
          </p:nvSpPr>
          <p:spPr>
            <a:xfrm>
              <a:off x="1227500" y="4779625"/>
              <a:ext cx="12400" cy="12400"/>
            </a:xfrm>
            <a:custGeom>
              <a:avLst/>
              <a:gdLst/>
              <a:ahLst/>
              <a:cxnLst/>
              <a:rect l="l" t="t" r="r" b="b"/>
              <a:pathLst>
                <a:path w="496" h="496" extrusionOk="0">
                  <a:moveTo>
                    <a:pt x="251" y="0"/>
                  </a:moveTo>
                  <a:cubicBezTo>
                    <a:pt x="109" y="0"/>
                    <a:pt x="0" y="108"/>
                    <a:pt x="0" y="251"/>
                  </a:cubicBezTo>
                  <a:cubicBezTo>
                    <a:pt x="0" y="387"/>
                    <a:pt x="109" y="496"/>
                    <a:pt x="251" y="496"/>
                  </a:cubicBezTo>
                  <a:cubicBezTo>
                    <a:pt x="387" y="496"/>
                    <a:pt x="496" y="387"/>
                    <a:pt x="496" y="251"/>
                  </a:cubicBezTo>
                  <a:cubicBezTo>
                    <a:pt x="496" y="108"/>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3"/>
            <p:cNvSpPr/>
            <p:nvPr/>
          </p:nvSpPr>
          <p:spPr>
            <a:xfrm>
              <a:off x="1319275" y="4779625"/>
              <a:ext cx="12550" cy="12400"/>
            </a:xfrm>
            <a:custGeom>
              <a:avLst/>
              <a:gdLst/>
              <a:ahLst/>
              <a:cxnLst/>
              <a:rect l="l" t="t" r="r" b="b"/>
              <a:pathLst>
                <a:path w="502" h="496" extrusionOk="0">
                  <a:moveTo>
                    <a:pt x="252" y="0"/>
                  </a:moveTo>
                  <a:cubicBezTo>
                    <a:pt x="114" y="0"/>
                    <a:pt x="1" y="108"/>
                    <a:pt x="1" y="251"/>
                  </a:cubicBezTo>
                  <a:cubicBezTo>
                    <a:pt x="1" y="387"/>
                    <a:pt x="114" y="496"/>
                    <a:pt x="252" y="496"/>
                  </a:cubicBezTo>
                  <a:cubicBezTo>
                    <a:pt x="388" y="496"/>
                    <a:pt x="501" y="387"/>
                    <a:pt x="501" y="251"/>
                  </a:cubicBezTo>
                  <a:cubicBezTo>
                    <a:pt x="501"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3"/>
            <p:cNvSpPr/>
            <p:nvPr/>
          </p:nvSpPr>
          <p:spPr>
            <a:xfrm>
              <a:off x="1411200" y="4779625"/>
              <a:ext cx="12425" cy="12400"/>
            </a:xfrm>
            <a:custGeom>
              <a:avLst/>
              <a:gdLst/>
              <a:ahLst/>
              <a:cxnLst/>
              <a:rect l="l" t="t" r="r" b="b"/>
              <a:pathLst>
                <a:path w="497" h="496" extrusionOk="0">
                  <a:moveTo>
                    <a:pt x="245" y="0"/>
                  </a:moveTo>
                  <a:cubicBezTo>
                    <a:pt x="109" y="0"/>
                    <a:pt x="1" y="108"/>
                    <a:pt x="1" y="251"/>
                  </a:cubicBezTo>
                  <a:cubicBezTo>
                    <a:pt x="1" y="387"/>
                    <a:pt x="109" y="496"/>
                    <a:pt x="245" y="496"/>
                  </a:cubicBezTo>
                  <a:cubicBezTo>
                    <a:pt x="388" y="496"/>
                    <a:pt x="496" y="387"/>
                    <a:pt x="496" y="251"/>
                  </a:cubicBezTo>
                  <a:cubicBezTo>
                    <a:pt x="496" y="108"/>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3"/>
            <p:cNvSpPr/>
            <p:nvPr/>
          </p:nvSpPr>
          <p:spPr>
            <a:xfrm>
              <a:off x="1503000" y="4779625"/>
              <a:ext cx="12525" cy="12400"/>
            </a:xfrm>
            <a:custGeom>
              <a:avLst/>
              <a:gdLst/>
              <a:ahLst/>
              <a:cxnLst/>
              <a:rect l="l" t="t" r="r" b="b"/>
              <a:pathLst>
                <a:path w="501" h="496" extrusionOk="0">
                  <a:moveTo>
                    <a:pt x="250" y="0"/>
                  </a:moveTo>
                  <a:cubicBezTo>
                    <a:pt x="114" y="0"/>
                    <a:pt x="0" y="108"/>
                    <a:pt x="0" y="251"/>
                  </a:cubicBezTo>
                  <a:cubicBezTo>
                    <a:pt x="0" y="387"/>
                    <a:pt x="114" y="496"/>
                    <a:pt x="250" y="496"/>
                  </a:cubicBezTo>
                  <a:cubicBezTo>
                    <a:pt x="387" y="496"/>
                    <a:pt x="501" y="387"/>
                    <a:pt x="501" y="251"/>
                  </a:cubicBezTo>
                  <a:cubicBezTo>
                    <a:pt x="501" y="108"/>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3"/>
            <p:cNvSpPr/>
            <p:nvPr/>
          </p:nvSpPr>
          <p:spPr>
            <a:xfrm>
              <a:off x="1594750" y="4779625"/>
              <a:ext cx="12575" cy="12400"/>
            </a:xfrm>
            <a:custGeom>
              <a:avLst/>
              <a:gdLst/>
              <a:ahLst/>
              <a:cxnLst/>
              <a:rect l="l" t="t" r="r" b="b"/>
              <a:pathLst>
                <a:path w="503" h="496" extrusionOk="0">
                  <a:moveTo>
                    <a:pt x="251" y="0"/>
                  </a:moveTo>
                  <a:cubicBezTo>
                    <a:pt x="115" y="0"/>
                    <a:pt x="0" y="108"/>
                    <a:pt x="0" y="251"/>
                  </a:cubicBezTo>
                  <a:cubicBezTo>
                    <a:pt x="0" y="387"/>
                    <a:pt x="115" y="496"/>
                    <a:pt x="251" y="496"/>
                  </a:cubicBezTo>
                  <a:cubicBezTo>
                    <a:pt x="394" y="496"/>
                    <a:pt x="503" y="387"/>
                    <a:pt x="503" y="251"/>
                  </a:cubicBezTo>
                  <a:cubicBezTo>
                    <a:pt x="503" y="108"/>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3"/>
            <p:cNvSpPr/>
            <p:nvPr/>
          </p:nvSpPr>
          <p:spPr>
            <a:xfrm>
              <a:off x="1686650" y="4779625"/>
              <a:ext cx="12600" cy="12400"/>
            </a:xfrm>
            <a:custGeom>
              <a:avLst/>
              <a:gdLst/>
              <a:ahLst/>
              <a:cxnLst/>
              <a:rect l="l" t="t" r="r" b="b"/>
              <a:pathLst>
                <a:path w="504" h="496" extrusionOk="0">
                  <a:moveTo>
                    <a:pt x="252" y="0"/>
                  </a:moveTo>
                  <a:cubicBezTo>
                    <a:pt x="116" y="0"/>
                    <a:pt x="1" y="108"/>
                    <a:pt x="1" y="251"/>
                  </a:cubicBezTo>
                  <a:cubicBezTo>
                    <a:pt x="1" y="387"/>
                    <a:pt x="116" y="496"/>
                    <a:pt x="252" y="496"/>
                  </a:cubicBezTo>
                  <a:cubicBezTo>
                    <a:pt x="388" y="496"/>
                    <a:pt x="503" y="387"/>
                    <a:pt x="503" y="251"/>
                  </a:cubicBezTo>
                  <a:cubicBezTo>
                    <a:pt x="503"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3"/>
            <p:cNvSpPr/>
            <p:nvPr/>
          </p:nvSpPr>
          <p:spPr>
            <a:xfrm>
              <a:off x="1778450" y="4779625"/>
              <a:ext cx="12550" cy="12400"/>
            </a:xfrm>
            <a:custGeom>
              <a:avLst/>
              <a:gdLst/>
              <a:ahLst/>
              <a:cxnLst/>
              <a:rect l="l" t="t" r="r" b="b"/>
              <a:pathLst>
                <a:path w="502" h="496" extrusionOk="0">
                  <a:moveTo>
                    <a:pt x="252" y="0"/>
                  </a:moveTo>
                  <a:cubicBezTo>
                    <a:pt x="114" y="0"/>
                    <a:pt x="1" y="108"/>
                    <a:pt x="1" y="251"/>
                  </a:cubicBezTo>
                  <a:cubicBezTo>
                    <a:pt x="1" y="387"/>
                    <a:pt x="114" y="496"/>
                    <a:pt x="252" y="496"/>
                  </a:cubicBezTo>
                  <a:cubicBezTo>
                    <a:pt x="388" y="496"/>
                    <a:pt x="501" y="387"/>
                    <a:pt x="501" y="251"/>
                  </a:cubicBezTo>
                  <a:cubicBezTo>
                    <a:pt x="501"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3"/>
            <p:cNvSpPr/>
            <p:nvPr/>
          </p:nvSpPr>
          <p:spPr>
            <a:xfrm>
              <a:off x="1870375" y="4779625"/>
              <a:ext cx="12400" cy="12400"/>
            </a:xfrm>
            <a:custGeom>
              <a:avLst/>
              <a:gdLst/>
              <a:ahLst/>
              <a:cxnLst/>
              <a:rect l="l" t="t" r="r" b="b"/>
              <a:pathLst>
                <a:path w="496" h="496" extrusionOk="0">
                  <a:moveTo>
                    <a:pt x="252" y="0"/>
                  </a:moveTo>
                  <a:cubicBezTo>
                    <a:pt x="109" y="0"/>
                    <a:pt x="0" y="108"/>
                    <a:pt x="0" y="251"/>
                  </a:cubicBezTo>
                  <a:cubicBezTo>
                    <a:pt x="0" y="387"/>
                    <a:pt x="109" y="496"/>
                    <a:pt x="252" y="496"/>
                  </a:cubicBezTo>
                  <a:cubicBezTo>
                    <a:pt x="387" y="496"/>
                    <a:pt x="496" y="387"/>
                    <a:pt x="496" y="251"/>
                  </a:cubicBezTo>
                  <a:cubicBezTo>
                    <a:pt x="496" y="108"/>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3"/>
            <p:cNvSpPr/>
            <p:nvPr/>
          </p:nvSpPr>
          <p:spPr>
            <a:xfrm>
              <a:off x="1962150" y="4779625"/>
              <a:ext cx="12550" cy="12400"/>
            </a:xfrm>
            <a:custGeom>
              <a:avLst/>
              <a:gdLst/>
              <a:ahLst/>
              <a:cxnLst/>
              <a:rect l="l" t="t" r="r" b="b"/>
              <a:pathLst>
                <a:path w="502" h="496" extrusionOk="0">
                  <a:moveTo>
                    <a:pt x="250" y="0"/>
                  </a:moveTo>
                  <a:cubicBezTo>
                    <a:pt x="114" y="0"/>
                    <a:pt x="1" y="108"/>
                    <a:pt x="1" y="251"/>
                  </a:cubicBezTo>
                  <a:cubicBezTo>
                    <a:pt x="1" y="387"/>
                    <a:pt x="114" y="496"/>
                    <a:pt x="250" y="496"/>
                  </a:cubicBezTo>
                  <a:cubicBezTo>
                    <a:pt x="388" y="496"/>
                    <a:pt x="502" y="387"/>
                    <a:pt x="502" y="251"/>
                  </a:cubicBezTo>
                  <a:cubicBezTo>
                    <a:pt x="502" y="108"/>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3"/>
            <p:cNvSpPr/>
            <p:nvPr/>
          </p:nvSpPr>
          <p:spPr>
            <a:xfrm>
              <a:off x="2054075" y="4779625"/>
              <a:ext cx="12425" cy="12400"/>
            </a:xfrm>
            <a:custGeom>
              <a:avLst/>
              <a:gdLst/>
              <a:ahLst/>
              <a:cxnLst/>
              <a:rect l="l" t="t" r="r" b="b"/>
              <a:pathLst>
                <a:path w="497" h="496" extrusionOk="0">
                  <a:moveTo>
                    <a:pt x="252" y="0"/>
                  </a:moveTo>
                  <a:cubicBezTo>
                    <a:pt x="109" y="0"/>
                    <a:pt x="1" y="108"/>
                    <a:pt x="1" y="251"/>
                  </a:cubicBezTo>
                  <a:cubicBezTo>
                    <a:pt x="1" y="387"/>
                    <a:pt x="109" y="496"/>
                    <a:pt x="252" y="496"/>
                  </a:cubicBezTo>
                  <a:cubicBezTo>
                    <a:pt x="388" y="496"/>
                    <a:pt x="496" y="387"/>
                    <a:pt x="496" y="251"/>
                  </a:cubicBezTo>
                  <a:cubicBezTo>
                    <a:pt x="496"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3"/>
            <p:cNvSpPr/>
            <p:nvPr/>
          </p:nvSpPr>
          <p:spPr>
            <a:xfrm>
              <a:off x="2145825" y="4779625"/>
              <a:ext cx="12600" cy="12400"/>
            </a:xfrm>
            <a:custGeom>
              <a:avLst/>
              <a:gdLst/>
              <a:ahLst/>
              <a:cxnLst/>
              <a:rect l="l" t="t" r="r" b="b"/>
              <a:pathLst>
                <a:path w="504" h="496" extrusionOk="0">
                  <a:moveTo>
                    <a:pt x="252" y="0"/>
                  </a:moveTo>
                  <a:cubicBezTo>
                    <a:pt x="116" y="0"/>
                    <a:pt x="1" y="108"/>
                    <a:pt x="1" y="251"/>
                  </a:cubicBezTo>
                  <a:cubicBezTo>
                    <a:pt x="1" y="387"/>
                    <a:pt x="116" y="496"/>
                    <a:pt x="252" y="496"/>
                  </a:cubicBezTo>
                  <a:cubicBezTo>
                    <a:pt x="388" y="496"/>
                    <a:pt x="503" y="387"/>
                    <a:pt x="503" y="251"/>
                  </a:cubicBezTo>
                  <a:cubicBezTo>
                    <a:pt x="503"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3"/>
            <p:cNvSpPr/>
            <p:nvPr/>
          </p:nvSpPr>
          <p:spPr>
            <a:xfrm>
              <a:off x="2237800" y="4779625"/>
              <a:ext cx="12350" cy="12400"/>
            </a:xfrm>
            <a:custGeom>
              <a:avLst/>
              <a:gdLst/>
              <a:ahLst/>
              <a:cxnLst/>
              <a:rect l="l" t="t" r="r" b="b"/>
              <a:pathLst>
                <a:path w="494" h="496" extrusionOk="0">
                  <a:moveTo>
                    <a:pt x="244" y="0"/>
                  </a:moveTo>
                  <a:cubicBezTo>
                    <a:pt x="107" y="0"/>
                    <a:pt x="0" y="108"/>
                    <a:pt x="0" y="251"/>
                  </a:cubicBezTo>
                  <a:cubicBezTo>
                    <a:pt x="0" y="387"/>
                    <a:pt x="107" y="496"/>
                    <a:pt x="244" y="496"/>
                  </a:cubicBezTo>
                  <a:cubicBezTo>
                    <a:pt x="387" y="496"/>
                    <a:pt x="494" y="387"/>
                    <a:pt x="494" y="251"/>
                  </a:cubicBezTo>
                  <a:cubicBezTo>
                    <a:pt x="494" y="108"/>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3"/>
            <p:cNvSpPr/>
            <p:nvPr/>
          </p:nvSpPr>
          <p:spPr>
            <a:xfrm>
              <a:off x="2329550" y="4779625"/>
              <a:ext cx="12575" cy="12400"/>
            </a:xfrm>
            <a:custGeom>
              <a:avLst/>
              <a:gdLst/>
              <a:ahLst/>
              <a:cxnLst/>
              <a:rect l="l" t="t" r="r" b="b"/>
              <a:pathLst>
                <a:path w="503" h="496" extrusionOk="0">
                  <a:moveTo>
                    <a:pt x="251" y="0"/>
                  </a:moveTo>
                  <a:cubicBezTo>
                    <a:pt x="115" y="0"/>
                    <a:pt x="0" y="108"/>
                    <a:pt x="0" y="251"/>
                  </a:cubicBezTo>
                  <a:cubicBezTo>
                    <a:pt x="0" y="387"/>
                    <a:pt x="115" y="496"/>
                    <a:pt x="251" y="496"/>
                  </a:cubicBezTo>
                  <a:cubicBezTo>
                    <a:pt x="387" y="496"/>
                    <a:pt x="502" y="387"/>
                    <a:pt x="502" y="251"/>
                  </a:cubicBezTo>
                  <a:cubicBezTo>
                    <a:pt x="502" y="108"/>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3"/>
            <p:cNvSpPr/>
            <p:nvPr/>
          </p:nvSpPr>
          <p:spPr>
            <a:xfrm>
              <a:off x="2421325" y="4779625"/>
              <a:ext cx="12550" cy="12400"/>
            </a:xfrm>
            <a:custGeom>
              <a:avLst/>
              <a:gdLst/>
              <a:ahLst/>
              <a:cxnLst/>
              <a:rect l="l" t="t" r="r" b="b"/>
              <a:pathLst>
                <a:path w="502" h="496" extrusionOk="0">
                  <a:moveTo>
                    <a:pt x="250" y="0"/>
                  </a:moveTo>
                  <a:cubicBezTo>
                    <a:pt x="114" y="0"/>
                    <a:pt x="1" y="108"/>
                    <a:pt x="1" y="251"/>
                  </a:cubicBezTo>
                  <a:cubicBezTo>
                    <a:pt x="1" y="387"/>
                    <a:pt x="114" y="496"/>
                    <a:pt x="250" y="496"/>
                  </a:cubicBezTo>
                  <a:cubicBezTo>
                    <a:pt x="395" y="496"/>
                    <a:pt x="501" y="387"/>
                    <a:pt x="501" y="251"/>
                  </a:cubicBezTo>
                  <a:cubicBezTo>
                    <a:pt x="501" y="108"/>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3"/>
            <p:cNvSpPr/>
            <p:nvPr/>
          </p:nvSpPr>
          <p:spPr>
            <a:xfrm>
              <a:off x="2513250" y="4779625"/>
              <a:ext cx="12575" cy="12400"/>
            </a:xfrm>
            <a:custGeom>
              <a:avLst/>
              <a:gdLst/>
              <a:ahLst/>
              <a:cxnLst/>
              <a:rect l="l" t="t" r="r" b="b"/>
              <a:pathLst>
                <a:path w="503" h="496" extrusionOk="0">
                  <a:moveTo>
                    <a:pt x="252" y="0"/>
                  </a:moveTo>
                  <a:cubicBezTo>
                    <a:pt x="109" y="0"/>
                    <a:pt x="0" y="108"/>
                    <a:pt x="0" y="251"/>
                  </a:cubicBezTo>
                  <a:cubicBezTo>
                    <a:pt x="0" y="387"/>
                    <a:pt x="109" y="496"/>
                    <a:pt x="252" y="496"/>
                  </a:cubicBezTo>
                  <a:cubicBezTo>
                    <a:pt x="388" y="496"/>
                    <a:pt x="503" y="387"/>
                    <a:pt x="503" y="251"/>
                  </a:cubicBezTo>
                  <a:cubicBezTo>
                    <a:pt x="503"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3"/>
            <p:cNvSpPr/>
            <p:nvPr/>
          </p:nvSpPr>
          <p:spPr>
            <a:xfrm>
              <a:off x="2605000" y="4779625"/>
              <a:ext cx="12575" cy="12400"/>
            </a:xfrm>
            <a:custGeom>
              <a:avLst/>
              <a:gdLst/>
              <a:ahLst/>
              <a:cxnLst/>
              <a:rect l="l" t="t" r="r" b="b"/>
              <a:pathLst>
                <a:path w="503" h="496" extrusionOk="0">
                  <a:moveTo>
                    <a:pt x="252" y="0"/>
                  </a:moveTo>
                  <a:cubicBezTo>
                    <a:pt x="116" y="0"/>
                    <a:pt x="0" y="108"/>
                    <a:pt x="0" y="251"/>
                  </a:cubicBezTo>
                  <a:cubicBezTo>
                    <a:pt x="0" y="387"/>
                    <a:pt x="116" y="496"/>
                    <a:pt x="252" y="496"/>
                  </a:cubicBezTo>
                  <a:cubicBezTo>
                    <a:pt x="387" y="496"/>
                    <a:pt x="503" y="387"/>
                    <a:pt x="503" y="251"/>
                  </a:cubicBezTo>
                  <a:cubicBezTo>
                    <a:pt x="503" y="108"/>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3"/>
            <p:cNvSpPr/>
            <p:nvPr/>
          </p:nvSpPr>
          <p:spPr>
            <a:xfrm>
              <a:off x="2696950" y="4779625"/>
              <a:ext cx="12375" cy="12400"/>
            </a:xfrm>
            <a:custGeom>
              <a:avLst/>
              <a:gdLst/>
              <a:ahLst/>
              <a:cxnLst/>
              <a:rect l="l" t="t" r="r" b="b"/>
              <a:pathLst>
                <a:path w="495" h="496" extrusionOk="0">
                  <a:moveTo>
                    <a:pt x="252" y="0"/>
                  </a:moveTo>
                  <a:cubicBezTo>
                    <a:pt x="108" y="0"/>
                    <a:pt x="1" y="108"/>
                    <a:pt x="1" y="251"/>
                  </a:cubicBezTo>
                  <a:cubicBezTo>
                    <a:pt x="1" y="387"/>
                    <a:pt x="108" y="496"/>
                    <a:pt x="252" y="496"/>
                  </a:cubicBezTo>
                  <a:cubicBezTo>
                    <a:pt x="388" y="496"/>
                    <a:pt x="495" y="387"/>
                    <a:pt x="495" y="251"/>
                  </a:cubicBezTo>
                  <a:cubicBezTo>
                    <a:pt x="495"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3"/>
            <p:cNvSpPr/>
            <p:nvPr/>
          </p:nvSpPr>
          <p:spPr>
            <a:xfrm>
              <a:off x="2788700" y="4779625"/>
              <a:ext cx="12600" cy="12400"/>
            </a:xfrm>
            <a:custGeom>
              <a:avLst/>
              <a:gdLst/>
              <a:ahLst/>
              <a:cxnLst/>
              <a:rect l="l" t="t" r="r" b="b"/>
              <a:pathLst>
                <a:path w="504" h="496" extrusionOk="0">
                  <a:moveTo>
                    <a:pt x="252" y="0"/>
                  </a:moveTo>
                  <a:cubicBezTo>
                    <a:pt x="116" y="0"/>
                    <a:pt x="1" y="108"/>
                    <a:pt x="1" y="251"/>
                  </a:cubicBezTo>
                  <a:cubicBezTo>
                    <a:pt x="1" y="387"/>
                    <a:pt x="116" y="496"/>
                    <a:pt x="252" y="496"/>
                  </a:cubicBezTo>
                  <a:cubicBezTo>
                    <a:pt x="388" y="496"/>
                    <a:pt x="503" y="387"/>
                    <a:pt x="503" y="251"/>
                  </a:cubicBezTo>
                  <a:cubicBezTo>
                    <a:pt x="503"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3"/>
            <p:cNvSpPr/>
            <p:nvPr/>
          </p:nvSpPr>
          <p:spPr>
            <a:xfrm>
              <a:off x="2880675" y="4779625"/>
              <a:ext cx="12375" cy="12400"/>
            </a:xfrm>
            <a:custGeom>
              <a:avLst/>
              <a:gdLst/>
              <a:ahLst/>
              <a:cxnLst/>
              <a:rect l="l" t="t" r="r" b="b"/>
              <a:pathLst>
                <a:path w="495" h="496" extrusionOk="0">
                  <a:moveTo>
                    <a:pt x="243" y="0"/>
                  </a:moveTo>
                  <a:cubicBezTo>
                    <a:pt x="107" y="0"/>
                    <a:pt x="0" y="108"/>
                    <a:pt x="0" y="251"/>
                  </a:cubicBezTo>
                  <a:cubicBezTo>
                    <a:pt x="0" y="387"/>
                    <a:pt x="107" y="496"/>
                    <a:pt x="243" y="496"/>
                  </a:cubicBezTo>
                  <a:cubicBezTo>
                    <a:pt x="387" y="496"/>
                    <a:pt x="494" y="387"/>
                    <a:pt x="494" y="251"/>
                  </a:cubicBezTo>
                  <a:cubicBezTo>
                    <a:pt x="494" y="108"/>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3"/>
            <p:cNvSpPr/>
            <p:nvPr/>
          </p:nvSpPr>
          <p:spPr>
            <a:xfrm>
              <a:off x="2972425" y="4779625"/>
              <a:ext cx="12575" cy="12400"/>
            </a:xfrm>
            <a:custGeom>
              <a:avLst/>
              <a:gdLst/>
              <a:ahLst/>
              <a:cxnLst/>
              <a:rect l="l" t="t" r="r" b="b"/>
              <a:pathLst>
                <a:path w="503" h="496" extrusionOk="0">
                  <a:moveTo>
                    <a:pt x="251" y="0"/>
                  </a:moveTo>
                  <a:cubicBezTo>
                    <a:pt x="115" y="0"/>
                    <a:pt x="0" y="108"/>
                    <a:pt x="0" y="251"/>
                  </a:cubicBezTo>
                  <a:cubicBezTo>
                    <a:pt x="0" y="387"/>
                    <a:pt x="115" y="496"/>
                    <a:pt x="251" y="496"/>
                  </a:cubicBezTo>
                  <a:cubicBezTo>
                    <a:pt x="387" y="496"/>
                    <a:pt x="503" y="387"/>
                    <a:pt x="503" y="251"/>
                  </a:cubicBezTo>
                  <a:cubicBezTo>
                    <a:pt x="503" y="108"/>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3"/>
            <p:cNvSpPr/>
            <p:nvPr/>
          </p:nvSpPr>
          <p:spPr>
            <a:xfrm>
              <a:off x="3064375" y="4779625"/>
              <a:ext cx="12375" cy="12400"/>
            </a:xfrm>
            <a:custGeom>
              <a:avLst/>
              <a:gdLst/>
              <a:ahLst/>
              <a:cxnLst/>
              <a:rect l="l" t="t" r="r" b="b"/>
              <a:pathLst>
                <a:path w="495" h="496" extrusionOk="0">
                  <a:moveTo>
                    <a:pt x="243" y="0"/>
                  </a:moveTo>
                  <a:cubicBezTo>
                    <a:pt x="107" y="0"/>
                    <a:pt x="1" y="108"/>
                    <a:pt x="1" y="251"/>
                  </a:cubicBezTo>
                  <a:cubicBezTo>
                    <a:pt x="1" y="387"/>
                    <a:pt x="107" y="496"/>
                    <a:pt x="243" y="496"/>
                  </a:cubicBezTo>
                  <a:cubicBezTo>
                    <a:pt x="388" y="496"/>
                    <a:pt x="495" y="387"/>
                    <a:pt x="495" y="251"/>
                  </a:cubicBezTo>
                  <a:cubicBezTo>
                    <a:pt x="495" y="108"/>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3"/>
            <p:cNvSpPr/>
            <p:nvPr/>
          </p:nvSpPr>
          <p:spPr>
            <a:xfrm>
              <a:off x="3156125" y="4779625"/>
              <a:ext cx="12600" cy="12400"/>
            </a:xfrm>
            <a:custGeom>
              <a:avLst/>
              <a:gdLst/>
              <a:ahLst/>
              <a:cxnLst/>
              <a:rect l="l" t="t" r="r" b="b"/>
              <a:pathLst>
                <a:path w="504" h="496" extrusionOk="0">
                  <a:moveTo>
                    <a:pt x="252" y="0"/>
                  </a:moveTo>
                  <a:cubicBezTo>
                    <a:pt x="116" y="0"/>
                    <a:pt x="1" y="108"/>
                    <a:pt x="1" y="251"/>
                  </a:cubicBezTo>
                  <a:cubicBezTo>
                    <a:pt x="1" y="387"/>
                    <a:pt x="116" y="496"/>
                    <a:pt x="252" y="496"/>
                  </a:cubicBezTo>
                  <a:cubicBezTo>
                    <a:pt x="388" y="496"/>
                    <a:pt x="503" y="387"/>
                    <a:pt x="503" y="251"/>
                  </a:cubicBezTo>
                  <a:cubicBezTo>
                    <a:pt x="503"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3"/>
            <p:cNvSpPr/>
            <p:nvPr/>
          </p:nvSpPr>
          <p:spPr>
            <a:xfrm>
              <a:off x="3247875" y="4779625"/>
              <a:ext cx="12575" cy="12400"/>
            </a:xfrm>
            <a:custGeom>
              <a:avLst/>
              <a:gdLst/>
              <a:ahLst/>
              <a:cxnLst/>
              <a:rect l="l" t="t" r="r" b="b"/>
              <a:pathLst>
                <a:path w="503" h="496" extrusionOk="0">
                  <a:moveTo>
                    <a:pt x="252" y="0"/>
                  </a:moveTo>
                  <a:cubicBezTo>
                    <a:pt x="116" y="0"/>
                    <a:pt x="1" y="108"/>
                    <a:pt x="1" y="251"/>
                  </a:cubicBezTo>
                  <a:cubicBezTo>
                    <a:pt x="1" y="387"/>
                    <a:pt x="116" y="496"/>
                    <a:pt x="252" y="496"/>
                  </a:cubicBezTo>
                  <a:cubicBezTo>
                    <a:pt x="388" y="496"/>
                    <a:pt x="503" y="387"/>
                    <a:pt x="503" y="251"/>
                  </a:cubicBezTo>
                  <a:cubicBezTo>
                    <a:pt x="503"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3"/>
            <p:cNvSpPr/>
            <p:nvPr/>
          </p:nvSpPr>
          <p:spPr>
            <a:xfrm>
              <a:off x="3339850" y="4779625"/>
              <a:ext cx="12525" cy="12400"/>
            </a:xfrm>
            <a:custGeom>
              <a:avLst/>
              <a:gdLst/>
              <a:ahLst/>
              <a:cxnLst/>
              <a:rect l="l" t="t" r="r" b="b"/>
              <a:pathLst>
                <a:path w="501" h="496" extrusionOk="0">
                  <a:moveTo>
                    <a:pt x="251" y="0"/>
                  </a:moveTo>
                  <a:cubicBezTo>
                    <a:pt x="107" y="0"/>
                    <a:pt x="0" y="108"/>
                    <a:pt x="0" y="251"/>
                  </a:cubicBezTo>
                  <a:cubicBezTo>
                    <a:pt x="0" y="387"/>
                    <a:pt x="107" y="496"/>
                    <a:pt x="251" y="496"/>
                  </a:cubicBezTo>
                  <a:cubicBezTo>
                    <a:pt x="387" y="496"/>
                    <a:pt x="501" y="387"/>
                    <a:pt x="501" y="251"/>
                  </a:cubicBezTo>
                  <a:cubicBezTo>
                    <a:pt x="501" y="108"/>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3"/>
            <p:cNvSpPr/>
            <p:nvPr/>
          </p:nvSpPr>
          <p:spPr>
            <a:xfrm>
              <a:off x="3431575" y="4779625"/>
              <a:ext cx="12600" cy="12400"/>
            </a:xfrm>
            <a:custGeom>
              <a:avLst/>
              <a:gdLst/>
              <a:ahLst/>
              <a:cxnLst/>
              <a:rect l="l" t="t" r="r" b="b"/>
              <a:pathLst>
                <a:path w="504" h="496" extrusionOk="0">
                  <a:moveTo>
                    <a:pt x="252" y="0"/>
                  </a:moveTo>
                  <a:cubicBezTo>
                    <a:pt x="116" y="0"/>
                    <a:pt x="1" y="108"/>
                    <a:pt x="1" y="251"/>
                  </a:cubicBezTo>
                  <a:cubicBezTo>
                    <a:pt x="1" y="387"/>
                    <a:pt x="116" y="496"/>
                    <a:pt x="252" y="496"/>
                  </a:cubicBezTo>
                  <a:cubicBezTo>
                    <a:pt x="388" y="496"/>
                    <a:pt x="503" y="387"/>
                    <a:pt x="503" y="251"/>
                  </a:cubicBezTo>
                  <a:cubicBezTo>
                    <a:pt x="503"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3"/>
            <p:cNvSpPr/>
            <p:nvPr/>
          </p:nvSpPr>
          <p:spPr>
            <a:xfrm>
              <a:off x="3523550" y="4779625"/>
              <a:ext cx="12375" cy="12400"/>
            </a:xfrm>
            <a:custGeom>
              <a:avLst/>
              <a:gdLst/>
              <a:ahLst/>
              <a:cxnLst/>
              <a:rect l="l" t="t" r="r" b="b"/>
              <a:pathLst>
                <a:path w="495" h="496" extrusionOk="0">
                  <a:moveTo>
                    <a:pt x="250" y="0"/>
                  </a:moveTo>
                  <a:cubicBezTo>
                    <a:pt x="107" y="0"/>
                    <a:pt x="0" y="108"/>
                    <a:pt x="0" y="251"/>
                  </a:cubicBezTo>
                  <a:cubicBezTo>
                    <a:pt x="0" y="387"/>
                    <a:pt x="107" y="496"/>
                    <a:pt x="250" y="496"/>
                  </a:cubicBezTo>
                  <a:cubicBezTo>
                    <a:pt x="388" y="496"/>
                    <a:pt x="494" y="387"/>
                    <a:pt x="494" y="251"/>
                  </a:cubicBezTo>
                  <a:cubicBezTo>
                    <a:pt x="494" y="108"/>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3"/>
            <p:cNvSpPr/>
            <p:nvPr/>
          </p:nvSpPr>
          <p:spPr>
            <a:xfrm>
              <a:off x="676400" y="48714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3"/>
            <p:cNvSpPr/>
            <p:nvPr/>
          </p:nvSpPr>
          <p:spPr>
            <a:xfrm>
              <a:off x="768325" y="4871400"/>
              <a:ext cx="12400" cy="12550"/>
            </a:xfrm>
            <a:custGeom>
              <a:avLst/>
              <a:gdLst/>
              <a:ahLst/>
              <a:cxnLst/>
              <a:rect l="l" t="t" r="r" b="b"/>
              <a:pathLst>
                <a:path w="496" h="502" extrusionOk="0">
                  <a:moveTo>
                    <a:pt x="245" y="1"/>
                  </a:moveTo>
                  <a:cubicBezTo>
                    <a:pt x="109" y="1"/>
                    <a:pt x="0" y="114"/>
                    <a:pt x="0" y="252"/>
                  </a:cubicBezTo>
                  <a:cubicBezTo>
                    <a:pt x="0" y="388"/>
                    <a:pt x="109" y="501"/>
                    <a:pt x="245" y="501"/>
                  </a:cubicBezTo>
                  <a:cubicBezTo>
                    <a:pt x="388" y="501"/>
                    <a:pt x="496" y="388"/>
                    <a:pt x="496" y="252"/>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3"/>
            <p:cNvSpPr/>
            <p:nvPr/>
          </p:nvSpPr>
          <p:spPr>
            <a:xfrm>
              <a:off x="860125" y="4871400"/>
              <a:ext cx="12525" cy="12550"/>
            </a:xfrm>
            <a:custGeom>
              <a:avLst/>
              <a:gdLst/>
              <a:ahLst/>
              <a:cxnLst/>
              <a:rect l="l" t="t" r="r" b="b"/>
              <a:pathLst>
                <a:path w="501" h="502" extrusionOk="0">
                  <a:moveTo>
                    <a:pt x="251" y="1"/>
                  </a:moveTo>
                  <a:cubicBezTo>
                    <a:pt x="114" y="1"/>
                    <a:pt x="0" y="114"/>
                    <a:pt x="0" y="252"/>
                  </a:cubicBezTo>
                  <a:cubicBezTo>
                    <a:pt x="0" y="388"/>
                    <a:pt x="114" y="501"/>
                    <a:pt x="251" y="501"/>
                  </a:cubicBezTo>
                  <a:cubicBezTo>
                    <a:pt x="387" y="501"/>
                    <a:pt x="501" y="388"/>
                    <a:pt x="501" y="252"/>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3"/>
            <p:cNvSpPr/>
            <p:nvPr/>
          </p:nvSpPr>
          <p:spPr>
            <a:xfrm>
              <a:off x="951850" y="48714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3"/>
            <p:cNvSpPr/>
            <p:nvPr/>
          </p:nvSpPr>
          <p:spPr>
            <a:xfrm>
              <a:off x="1043825" y="4871400"/>
              <a:ext cx="12375" cy="12550"/>
            </a:xfrm>
            <a:custGeom>
              <a:avLst/>
              <a:gdLst/>
              <a:ahLst/>
              <a:cxnLst/>
              <a:rect l="l" t="t" r="r" b="b"/>
              <a:pathLst>
                <a:path w="495" h="502" extrusionOk="0">
                  <a:moveTo>
                    <a:pt x="250" y="1"/>
                  </a:moveTo>
                  <a:cubicBezTo>
                    <a:pt x="107" y="1"/>
                    <a:pt x="0" y="114"/>
                    <a:pt x="0" y="252"/>
                  </a:cubicBezTo>
                  <a:cubicBezTo>
                    <a:pt x="0" y="388"/>
                    <a:pt x="107" y="501"/>
                    <a:pt x="250" y="501"/>
                  </a:cubicBezTo>
                  <a:cubicBezTo>
                    <a:pt x="388" y="501"/>
                    <a:pt x="494" y="388"/>
                    <a:pt x="494" y="252"/>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3"/>
            <p:cNvSpPr/>
            <p:nvPr/>
          </p:nvSpPr>
          <p:spPr>
            <a:xfrm>
              <a:off x="1135575" y="4871400"/>
              <a:ext cx="12575" cy="12550"/>
            </a:xfrm>
            <a:custGeom>
              <a:avLst/>
              <a:gdLst/>
              <a:ahLst/>
              <a:cxnLst/>
              <a:rect l="l" t="t" r="r" b="b"/>
              <a:pathLst>
                <a:path w="503" h="502" extrusionOk="0">
                  <a:moveTo>
                    <a:pt x="252" y="1"/>
                  </a:moveTo>
                  <a:cubicBezTo>
                    <a:pt x="116" y="1"/>
                    <a:pt x="0" y="114"/>
                    <a:pt x="0" y="252"/>
                  </a:cubicBezTo>
                  <a:cubicBezTo>
                    <a:pt x="0" y="388"/>
                    <a:pt x="116" y="501"/>
                    <a:pt x="252" y="501"/>
                  </a:cubicBezTo>
                  <a:cubicBezTo>
                    <a:pt x="387" y="501"/>
                    <a:pt x="503" y="388"/>
                    <a:pt x="503" y="252"/>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3"/>
            <p:cNvSpPr/>
            <p:nvPr/>
          </p:nvSpPr>
          <p:spPr>
            <a:xfrm>
              <a:off x="1227500" y="4871400"/>
              <a:ext cx="12400" cy="12550"/>
            </a:xfrm>
            <a:custGeom>
              <a:avLst/>
              <a:gdLst/>
              <a:ahLst/>
              <a:cxnLst/>
              <a:rect l="l" t="t" r="r" b="b"/>
              <a:pathLst>
                <a:path w="496" h="502" extrusionOk="0">
                  <a:moveTo>
                    <a:pt x="251" y="1"/>
                  </a:moveTo>
                  <a:cubicBezTo>
                    <a:pt x="109" y="1"/>
                    <a:pt x="0" y="114"/>
                    <a:pt x="0" y="252"/>
                  </a:cubicBezTo>
                  <a:cubicBezTo>
                    <a:pt x="0" y="388"/>
                    <a:pt x="109" y="501"/>
                    <a:pt x="251" y="501"/>
                  </a:cubicBezTo>
                  <a:cubicBezTo>
                    <a:pt x="387" y="501"/>
                    <a:pt x="496" y="388"/>
                    <a:pt x="496" y="252"/>
                  </a:cubicBezTo>
                  <a:cubicBezTo>
                    <a:pt x="496"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3"/>
            <p:cNvSpPr/>
            <p:nvPr/>
          </p:nvSpPr>
          <p:spPr>
            <a:xfrm>
              <a:off x="1319275" y="4871400"/>
              <a:ext cx="12550" cy="12550"/>
            </a:xfrm>
            <a:custGeom>
              <a:avLst/>
              <a:gdLst/>
              <a:ahLst/>
              <a:cxnLst/>
              <a:rect l="l" t="t" r="r" b="b"/>
              <a:pathLst>
                <a:path w="502" h="502" extrusionOk="0">
                  <a:moveTo>
                    <a:pt x="252" y="1"/>
                  </a:moveTo>
                  <a:cubicBezTo>
                    <a:pt x="114" y="1"/>
                    <a:pt x="1" y="114"/>
                    <a:pt x="1" y="252"/>
                  </a:cubicBezTo>
                  <a:cubicBezTo>
                    <a:pt x="1" y="388"/>
                    <a:pt x="114" y="501"/>
                    <a:pt x="252" y="501"/>
                  </a:cubicBezTo>
                  <a:cubicBezTo>
                    <a:pt x="388" y="501"/>
                    <a:pt x="501" y="388"/>
                    <a:pt x="501" y="252"/>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3"/>
            <p:cNvSpPr/>
            <p:nvPr/>
          </p:nvSpPr>
          <p:spPr>
            <a:xfrm>
              <a:off x="1411200" y="4871400"/>
              <a:ext cx="12425" cy="12550"/>
            </a:xfrm>
            <a:custGeom>
              <a:avLst/>
              <a:gdLst/>
              <a:ahLst/>
              <a:cxnLst/>
              <a:rect l="l" t="t" r="r" b="b"/>
              <a:pathLst>
                <a:path w="497" h="502" extrusionOk="0">
                  <a:moveTo>
                    <a:pt x="245" y="1"/>
                  </a:moveTo>
                  <a:cubicBezTo>
                    <a:pt x="109" y="1"/>
                    <a:pt x="1" y="114"/>
                    <a:pt x="1" y="252"/>
                  </a:cubicBezTo>
                  <a:cubicBezTo>
                    <a:pt x="1" y="388"/>
                    <a:pt x="109" y="501"/>
                    <a:pt x="245" y="501"/>
                  </a:cubicBezTo>
                  <a:cubicBezTo>
                    <a:pt x="388" y="501"/>
                    <a:pt x="496" y="388"/>
                    <a:pt x="496" y="252"/>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3"/>
            <p:cNvSpPr/>
            <p:nvPr/>
          </p:nvSpPr>
          <p:spPr>
            <a:xfrm>
              <a:off x="1503000" y="4871400"/>
              <a:ext cx="12525" cy="12550"/>
            </a:xfrm>
            <a:custGeom>
              <a:avLst/>
              <a:gdLst/>
              <a:ahLst/>
              <a:cxnLst/>
              <a:rect l="l" t="t" r="r" b="b"/>
              <a:pathLst>
                <a:path w="501" h="502" extrusionOk="0">
                  <a:moveTo>
                    <a:pt x="250" y="1"/>
                  </a:moveTo>
                  <a:cubicBezTo>
                    <a:pt x="114" y="1"/>
                    <a:pt x="0" y="114"/>
                    <a:pt x="0" y="252"/>
                  </a:cubicBezTo>
                  <a:cubicBezTo>
                    <a:pt x="0" y="388"/>
                    <a:pt x="114" y="501"/>
                    <a:pt x="250" y="501"/>
                  </a:cubicBezTo>
                  <a:cubicBezTo>
                    <a:pt x="387" y="501"/>
                    <a:pt x="501" y="388"/>
                    <a:pt x="501" y="252"/>
                  </a:cubicBezTo>
                  <a:cubicBezTo>
                    <a:pt x="501" y="114"/>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3"/>
            <p:cNvSpPr/>
            <p:nvPr/>
          </p:nvSpPr>
          <p:spPr>
            <a:xfrm>
              <a:off x="1594750" y="4871400"/>
              <a:ext cx="12575" cy="12550"/>
            </a:xfrm>
            <a:custGeom>
              <a:avLst/>
              <a:gdLst/>
              <a:ahLst/>
              <a:cxnLst/>
              <a:rect l="l" t="t" r="r" b="b"/>
              <a:pathLst>
                <a:path w="503" h="502" extrusionOk="0">
                  <a:moveTo>
                    <a:pt x="251" y="1"/>
                  </a:moveTo>
                  <a:cubicBezTo>
                    <a:pt x="115" y="1"/>
                    <a:pt x="0" y="114"/>
                    <a:pt x="0" y="252"/>
                  </a:cubicBezTo>
                  <a:cubicBezTo>
                    <a:pt x="0" y="388"/>
                    <a:pt x="115" y="501"/>
                    <a:pt x="251" y="501"/>
                  </a:cubicBezTo>
                  <a:cubicBezTo>
                    <a:pt x="394" y="501"/>
                    <a:pt x="503" y="388"/>
                    <a:pt x="503" y="252"/>
                  </a:cubicBezTo>
                  <a:cubicBezTo>
                    <a:pt x="503" y="114"/>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3"/>
            <p:cNvSpPr/>
            <p:nvPr/>
          </p:nvSpPr>
          <p:spPr>
            <a:xfrm>
              <a:off x="1686650" y="48714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3"/>
            <p:cNvSpPr/>
            <p:nvPr/>
          </p:nvSpPr>
          <p:spPr>
            <a:xfrm>
              <a:off x="1778450" y="4871400"/>
              <a:ext cx="12550" cy="12550"/>
            </a:xfrm>
            <a:custGeom>
              <a:avLst/>
              <a:gdLst/>
              <a:ahLst/>
              <a:cxnLst/>
              <a:rect l="l" t="t" r="r" b="b"/>
              <a:pathLst>
                <a:path w="502" h="502" extrusionOk="0">
                  <a:moveTo>
                    <a:pt x="252" y="1"/>
                  </a:moveTo>
                  <a:cubicBezTo>
                    <a:pt x="114" y="1"/>
                    <a:pt x="1" y="114"/>
                    <a:pt x="1" y="252"/>
                  </a:cubicBezTo>
                  <a:cubicBezTo>
                    <a:pt x="1" y="388"/>
                    <a:pt x="114" y="501"/>
                    <a:pt x="252" y="501"/>
                  </a:cubicBezTo>
                  <a:cubicBezTo>
                    <a:pt x="388" y="501"/>
                    <a:pt x="501" y="388"/>
                    <a:pt x="501" y="252"/>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3"/>
            <p:cNvSpPr/>
            <p:nvPr/>
          </p:nvSpPr>
          <p:spPr>
            <a:xfrm>
              <a:off x="1870375" y="4871400"/>
              <a:ext cx="12400" cy="12550"/>
            </a:xfrm>
            <a:custGeom>
              <a:avLst/>
              <a:gdLst/>
              <a:ahLst/>
              <a:cxnLst/>
              <a:rect l="l" t="t" r="r" b="b"/>
              <a:pathLst>
                <a:path w="496" h="502" extrusionOk="0">
                  <a:moveTo>
                    <a:pt x="252" y="1"/>
                  </a:moveTo>
                  <a:cubicBezTo>
                    <a:pt x="109" y="1"/>
                    <a:pt x="0" y="114"/>
                    <a:pt x="0" y="252"/>
                  </a:cubicBezTo>
                  <a:cubicBezTo>
                    <a:pt x="0" y="388"/>
                    <a:pt x="109" y="501"/>
                    <a:pt x="252" y="501"/>
                  </a:cubicBezTo>
                  <a:cubicBezTo>
                    <a:pt x="387" y="501"/>
                    <a:pt x="496" y="388"/>
                    <a:pt x="496" y="252"/>
                  </a:cubicBezTo>
                  <a:cubicBezTo>
                    <a:pt x="496"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3"/>
            <p:cNvSpPr/>
            <p:nvPr/>
          </p:nvSpPr>
          <p:spPr>
            <a:xfrm>
              <a:off x="1962150" y="4871400"/>
              <a:ext cx="12550" cy="12550"/>
            </a:xfrm>
            <a:custGeom>
              <a:avLst/>
              <a:gdLst/>
              <a:ahLst/>
              <a:cxnLst/>
              <a:rect l="l" t="t" r="r" b="b"/>
              <a:pathLst>
                <a:path w="502" h="502" extrusionOk="0">
                  <a:moveTo>
                    <a:pt x="250" y="1"/>
                  </a:moveTo>
                  <a:cubicBezTo>
                    <a:pt x="114" y="1"/>
                    <a:pt x="1" y="114"/>
                    <a:pt x="1" y="252"/>
                  </a:cubicBezTo>
                  <a:cubicBezTo>
                    <a:pt x="1" y="388"/>
                    <a:pt x="114" y="501"/>
                    <a:pt x="250" y="501"/>
                  </a:cubicBezTo>
                  <a:cubicBezTo>
                    <a:pt x="388" y="501"/>
                    <a:pt x="502" y="388"/>
                    <a:pt x="502" y="252"/>
                  </a:cubicBezTo>
                  <a:cubicBezTo>
                    <a:pt x="502"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3"/>
            <p:cNvSpPr/>
            <p:nvPr/>
          </p:nvSpPr>
          <p:spPr>
            <a:xfrm>
              <a:off x="2054075" y="4871400"/>
              <a:ext cx="12425" cy="12550"/>
            </a:xfrm>
            <a:custGeom>
              <a:avLst/>
              <a:gdLst/>
              <a:ahLst/>
              <a:cxnLst/>
              <a:rect l="l" t="t" r="r" b="b"/>
              <a:pathLst>
                <a:path w="497" h="502" extrusionOk="0">
                  <a:moveTo>
                    <a:pt x="252" y="1"/>
                  </a:moveTo>
                  <a:cubicBezTo>
                    <a:pt x="109" y="1"/>
                    <a:pt x="1" y="114"/>
                    <a:pt x="1" y="252"/>
                  </a:cubicBezTo>
                  <a:cubicBezTo>
                    <a:pt x="1" y="388"/>
                    <a:pt x="109" y="501"/>
                    <a:pt x="252" y="501"/>
                  </a:cubicBezTo>
                  <a:cubicBezTo>
                    <a:pt x="388" y="501"/>
                    <a:pt x="496" y="388"/>
                    <a:pt x="496" y="252"/>
                  </a:cubicBezTo>
                  <a:cubicBezTo>
                    <a:pt x="496"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3"/>
            <p:cNvSpPr/>
            <p:nvPr/>
          </p:nvSpPr>
          <p:spPr>
            <a:xfrm>
              <a:off x="2145825" y="48714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3"/>
            <p:cNvSpPr/>
            <p:nvPr/>
          </p:nvSpPr>
          <p:spPr>
            <a:xfrm>
              <a:off x="2237800" y="4871400"/>
              <a:ext cx="12350" cy="12550"/>
            </a:xfrm>
            <a:custGeom>
              <a:avLst/>
              <a:gdLst/>
              <a:ahLst/>
              <a:cxnLst/>
              <a:rect l="l" t="t" r="r" b="b"/>
              <a:pathLst>
                <a:path w="494" h="502" extrusionOk="0">
                  <a:moveTo>
                    <a:pt x="244" y="1"/>
                  </a:moveTo>
                  <a:cubicBezTo>
                    <a:pt x="107" y="1"/>
                    <a:pt x="0" y="114"/>
                    <a:pt x="0" y="252"/>
                  </a:cubicBezTo>
                  <a:cubicBezTo>
                    <a:pt x="0" y="388"/>
                    <a:pt x="107" y="501"/>
                    <a:pt x="244" y="501"/>
                  </a:cubicBezTo>
                  <a:cubicBezTo>
                    <a:pt x="387" y="501"/>
                    <a:pt x="494" y="388"/>
                    <a:pt x="494" y="252"/>
                  </a:cubicBezTo>
                  <a:cubicBezTo>
                    <a:pt x="494" y="114"/>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3"/>
            <p:cNvSpPr/>
            <p:nvPr/>
          </p:nvSpPr>
          <p:spPr>
            <a:xfrm>
              <a:off x="2329550" y="4871400"/>
              <a:ext cx="12575" cy="12550"/>
            </a:xfrm>
            <a:custGeom>
              <a:avLst/>
              <a:gdLst/>
              <a:ahLst/>
              <a:cxnLst/>
              <a:rect l="l" t="t" r="r" b="b"/>
              <a:pathLst>
                <a:path w="503" h="502" extrusionOk="0">
                  <a:moveTo>
                    <a:pt x="251" y="1"/>
                  </a:moveTo>
                  <a:cubicBezTo>
                    <a:pt x="115" y="1"/>
                    <a:pt x="0" y="114"/>
                    <a:pt x="0" y="252"/>
                  </a:cubicBezTo>
                  <a:cubicBezTo>
                    <a:pt x="0" y="388"/>
                    <a:pt x="115" y="501"/>
                    <a:pt x="251" y="501"/>
                  </a:cubicBezTo>
                  <a:cubicBezTo>
                    <a:pt x="387" y="501"/>
                    <a:pt x="502" y="388"/>
                    <a:pt x="502" y="252"/>
                  </a:cubicBezTo>
                  <a:cubicBezTo>
                    <a:pt x="502"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3"/>
            <p:cNvSpPr/>
            <p:nvPr/>
          </p:nvSpPr>
          <p:spPr>
            <a:xfrm>
              <a:off x="2421325" y="4871400"/>
              <a:ext cx="12550" cy="12550"/>
            </a:xfrm>
            <a:custGeom>
              <a:avLst/>
              <a:gdLst/>
              <a:ahLst/>
              <a:cxnLst/>
              <a:rect l="l" t="t" r="r" b="b"/>
              <a:pathLst>
                <a:path w="502" h="502" extrusionOk="0">
                  <a:moveTo>
                    <a:pt x="250" y="1"/>
                  </a:moveTo>
                  <a:cubicBezTo>
                    <a:pt x="114" y="1"/>
                    <a:pt x="1" y="114"/>
                    <a:pt x="1" y="252"/>
                  </a:cubicBezTo>
                  <a:cubicBezTo>
                    <a:pt x="1" y="388"/>
                    <a:pt x="114" y="501"/>
                    <a:pt x="250" y="501"/>
                  </a:cubicBezTo>
                  <a:cubicBezTo>
                    <a:pt x="395" y="501"/>
                    <a:pt x="501" y="388"/>
                    <a:pt x="501" y="252"/>
                  </a:cubicBezTo>
                  <a:cubicBezTo>
                    <a:pt x="501" y="114"/>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3"/>
            <p:cNvSpPr/>
            <p:nvPr/>
          </p:nvSpPr>
          <p:spPr>
            <a:xfrm>
              <a:off x="2513250" y="4871400"/>
              <a:ext cx="12575" cy="12550"/>
            </a:xfrm>
            <a:custGeom>
              <a:avLst/>
              <a:gdLst/>
              <a:ahLst/>
              <a:cxnLst/>
              <a:rect l="l" t="t" r="r" b="b"/>
              <a:pathLst>
                <a:path w="503" h="502" extrusionOk="0">
                  <a:moveTo>
                    <a:pt x="252" y="1"/>
                  </a:moveTo>
                  <a:cubicBezTo>
                    <a:pt x="109" y="1"/>
                    <a:pt x="0" y="114"/>
                    <a:pt x="0" y="252"/>
                  </a:cubicBezTo>
                  <a:cubicBezTo>
                    <a:pt x="0" y="388"/>
                    <a:pt x="109"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3"/>
            <p:cNvSpPr/>
            <p:nvPr/>
          </p:nvSpPr>
          <p:spPr>
            <a:xfrm>
              <a:off x="2605000" y="4871400"/>
              <a:ext cx="12575" cy="12550"/>
            </a:xfrm>
            <a:custGeom>
              <a:avLst/>
              <a:gdLst/>
              <a:ahLst/>
              <a:cxnLst/>
              <a:rect l="l" t="t" r="r" b="b"/>
              <a:pathLst>
                <a:path w="503" h="502" extrusionOk="0">
                  <a:moveTo>
                    <a:pt x="252" y="1"/>
                  </a:moveTo>
                  <a:cubicBezTo>
                    <a:pt x="116" y="1"/>
                    <a:pt x="0" y="114"/>
                    <a:pt x="0" y="252"/>
                  </a:cubicBezTo>
                  <a:cubicBezTo>
                    <a:pt x="0" y="388"/>
                    <a:pt x="116" y="501"/>
                    <a:pt x="252" y="501"/>
                  </a:cubicBezTo>
                  <a:cubicBezTo>
                    <a:pt x="387" y="501"/>
                    <a:pt x="503" y="388"/>
                    <a:pt x="503" y="252"/>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3"/>
            <p:cNvSpPr/>
            <p:nvPr/>
          </p:nvSpPr>
          <p:spPr>
            <a:xfrm>
              <a:off x="2696950" y="4871400"/>
              <a:ext cx="12375" cy="12550"/>
            </a:xfrm>
            <a:custGeom>
              <a:avLst/>
              <a:gdLst/>
              <a:ahLst/>
              <a:cxnLst/>
              <a:rect l="l" t="t" r="r" b="b"/>
              <a:pathLst>
                <a:path w="495" h="502" extrusionOk="0">
                  <a:moveTo>
                    <a:pt x="252" y="1"/>
                  </a:moveTo>
                  <a:cubicBezTo>
                    <a:pt x="108" y="1"/>
                    <a:pt x="1" y="114"/>
                    <a:pt x="1" y="252"/>
                  </a:cubicBezTo>
                  <a:cubicBezTo>
                    <a:pt x="1" y="388"/>
                    <a:pt x="108" y="501"/>
                    <a:pt x="252" y="501"/>
                  </a:cubicBezTo>
                  <a:cubicBezTo>
                    <a:pt x="388" y="501"/>
                    <a:pt x="495" y="388"/>
                    <a:pt x="495" y="252"/>
                  </a:cubicBezTo>
                  <a:cubicBezTo>
                    <a:pt x="495"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3"/>
            <p:cNvSpPr/>
            <p:nvPr/>
          </p:nvSpPr>
          <p:spPr>
            <a:xfrm>
              <a:off x="2788700" y="48714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3"/>
            <p:cNvSpPr/>
            <p:nvPr/>
          </p:nvSpPr>
          <p:spPr>
            <a:xfrm>
              <a:off x="2880675" y="4871400"/>
              <a:ext cx="12375" cy="12550"/>
            </a:xfrm>
            <a:custGeom>
              <a:avLst/>
              <a:gdLst/>
              <a:ahLst/>
              <a:cxnLst/>
              <a:rect l="l" t="t" r="r" b="b"/>
              <a:pathLst>
                <a:path w="495" h="502" extrusionOk="0">
                  <a:moveTo>
                    <a:pt x="243" y="1"/>
                  </a:moveTo>
                  <a:cubicBezTo>
                    <a:pt x="107" y="1"/>
                    <a:pt x="0" y="114"/>
                    <a:pt x="0" y="252"/>
                  </a:cubicBezTo>
                  <a:cubicBezTo>
                    <a:pt x="0" y="388"/>
                    <a:pt x="107" y="501"/>
                    <a:pt x="243" y="501"/>
                  </a:cubicBezTo>
                  <a:cubicBezTo>
                    <a:pt x="387" y="501"/>
                    <a:pt x="494" y="388"/>
                    <a:pt x="494" y="252"/>
                  </a:cubicBezTo>
                  <a:cubicBezTo>
                    <a:pt x="494" y="114"/>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3"/>
            <p:cNvSpPr/>
            <p:nvPr/>
          </p:nvSpPr>
          <p:spPr>
            <a:xfrm>
              <a:off x="2972425" y="4871400"/>
              <a:ext cx="12575" cy="12550"/>
            </a:xfrm>
            <a:custGeom>
              <a:avLst/>
              <a:gdLst/>
              <a:ahLst/>
              <a:cxnLst/>
              <a:rect l="l" t="t" r="r" b="b"/>
              <a:pathLst>
                <a:path w="503" h="502" extrusionOk="0">
                  <a:moveTo>
                    <a:pt x="251" y="1"/>
                  </a:moveTo>
                  <a:cubicBezTo>
                    <a:pt x="115" y="1"/>
                    <a:pt x="0" y="114"/>
                    <a:pt x="0" y="252"/>
                  </a:cubicBezTo>
                  <a:cubicBezTo>
                    <a:pt x="0" y="388"/>
                    <a:pt x="115" y="501"/>
                    <a:pt x="251" y="501"/>
                  </a:cubicBezTo>
                  <a:cubicBezTo>
                    <a:pt x="387" y="501"/>
                    <a:pt x="503" y="388"/>
                    <a:pt x="503" y="252"/>
                  </a:cubicBezTo>
                  <a:cubicBezTo>
                    <a:pt x="503"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3"/>
            <p:cNvSpPr/>
            <p:nvPr/>
          </p:nvSpPr>
          <p:spPr>
            <a:xfrm>
              <a:off x="3064375" y="4871400"/>
              <a:ext cx="12375" cy="12550"/>
            </a:xfrm>
            <a:custGeom>
              <a:avLst/>
              <a:gdLst/>
              <a:ahLst/>
              <a:cxnLst/>
              <a:rect l="l" t="t" r="r" b="b"/>
              <a:pathLst>
                <a:path w="495" h="502" extrusionOk="0">
                  <a:moveTo>
                    <a:pt x="243" y="1"/>
                  </a:moveTo>
                  <a:cubicBezTo>
                    <a:pt x="107" y="1"/>
                    <a:pt x="1" y="114"/>
                    <a:pt x="1" y="252"/>
                  </a:cubicBezTo>
                  <a:cubicBezTo>
                    <a:pt x="1" y="388"/>
                    <a:pt x="107" y="501"/>
                    <a:pt x="243" y="501"/>
                  </a:cubicBezTo>
                  <a:cubicBezTo>
                    <a:pt x="388" y="501"/>
                    <a:pt x="495" y="388"/>
                    <a:pt x="495" y="252"/>
                  </a:cubicBezTo>
                  <a:cubicBezTo>
                    <a:pt x="495" y="114"/>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3"/>
            <p:cNvSpPr/>
            <p:nvPr/>
          </p:nvSpPr>
          <p:spPr>
            <a:xfrm>
              <a:off x="3156125" y="48714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3"/>
            <p:cNvSpPr/>
            <p:nvPr/>
          </p:nvSpPr>
          <p:spPr>
            <a:xfrm>
              <a:off x="3247875" y="4871400"/>
              <a:ext cx="12575" cy="12550"/>
            </a:xfrm>
            <a:custGeom>
              <a:avLst/>
              <a:gdLst/>
              <a:ahLst/>
              <a:cxnLst/>
              <a:rect l="l" t="t" r="r" b="b"/>
              <a:pathLst>
                <a:path w="503"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3"/>
            <p:cNvSpPr/>
            <p:nvPr/>
          </p:nvSpPr>
          <p:spPr>
            <a:xfrm>
              <a:off x="3339850" y="4871400"/>
              <a:ext cx="12525" cy="12550"/>
            </a:xfrm>
            <a:custGeom>
              <a:avLst/>
              <a:gdLst/>
              <a:ahLst/>
              <a:cxnLst/>
              <a:rect l="l" t="t" r="r" b="b"/>
              <a:pathLst>
                <a:path w="501" h="502" extrusionOk="0">
                  <a:moveTo>
                    <a:pt x="251" y="1"/>
                  </a:moveTo>
                  <a:cubicBezTo>
                    <a:pt x="107" y="1"/>
                    <a:pt x="0" y="114"/>
                    <a:pt x="0" y="252"/>
                  </a:cubicBezTo>
                  <a:cubicBezTo>
                    <a:pt x="0" y="388"/>
                    <a:pt x="107" y="501"/>
                    <a:pt x="251" y="501"/>
                  </a:cubicBezTo>
                  <a:cubicBezTo>
                    <a:pt x="387" y="501"/>
                    <a:pt x="501" y="388"/>
                    <a:pt x="501" y="252"/>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3"/>
            <p:cNvSpPr/>
            <p:nvPr/>
          </p:nvSpPr>
          <p:spPr>
            <a:xfrm>
              <a:off x="3431575" y="48714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3"/>
            <p:cNvSpPr/>
            <p:nvPr/>
          </p:nvSpPr>
          <p:spPr>
            <a:xfrm>
              <a:off x="3523550" y="4871400"/>
              <a:ext cx="12375" cy="12550"/>
            </a:xfrm>
            <a:custGeom>
              <a:avLst/>
              <a:gdLst/>
              <a:ahLst/>
              <a:cxnLst/>
              <a:rect l="l" t="t" r="r" b="b"/>
              <a:pathLst>
                <a:path w="495" h="502" extrusionOk="0">
                  <a:moveTo>
                    <a:pt x="250" y="1"/>
                  </a:moveTo>
                  <a:cubicBezTo>
                    <a:pt x="107" y="1"/>
                    <a:pt x="0" y="114"/>
                    <a:pt x="0" y="252"/>
                  </a:cubicBezTo>
                  <a:cubicBezTo>
                    <a:pt x="0" y="388"/>
                    <a:pt x="107" y="501"/>
                    <a:pt x="250" y="501"/>
                  </a:cubicBezTo>
                  <a:cubicBezTo>
                    <a:pt x="388" y="501"/>
                    <a:pt x="494" y="388"/>
                    <a:pt x="494" y="252"/>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3"/>
            <p:cNvSpPr/>
            <p:nvPr/>
          </p:nvSpPr>
          <p:spPr>
            <a:xfrm>
              <a:off x="676400" y="49633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3"/>
            <p:cNvSpPr/>
            <p:nvPr/>
          </p:nvSpPr>
          <p:spPr>
            <a:xfrm>
              <a:off x="768325" y="4963325"/>
              <a:ext cx="12400" cy="12400"/>
            </a:xfrm>
            <a:custGeom>
              <a:avLst/>
              <a:gdLst/>
              <a:ahLst/>
              <a:cxnLst/>
              <a:rect l="l" t="t" r="r" b="b"/>
              <a:pathLst>
                <a:path w="496" h="496" extrusionOk="0">
                  <a:moveTo>
                    <a:pt x="245" y="0"/>
                  </a:moveTo>
                  <a:cubicBezTo>
                    <a:pt x="109" y="0"/>
                    <a:pt x="0" y="109"/>
                    <a:pt x="0" y="245"/>
                  </a:cubicBezTo>
                  <a:cubicBezTo>
                    <a:pt x="0" y="388"/>
                    <a:pt x="109" y="496"/>
                    <a:pt x="245" y="496"/>
                  </a:cubicBezTo>
                  <a:cubicBezTo>
                    <a:pt x="388" y="496"/>
                    <a:pt x="496" y="388"/>
                    <a:pt x="496" y="245"/>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3"/>
            <p:cNvSpPr/>
            <p:nvPr/>
          </p:nvSpPr>
          <p:spPr>
            <a:xfrm>
              <a:off x="860125" y="4963325"/>
              <a:ext cx="12525" cy="12400"/>
            </a:xfrm>
            <a:custGeom>
              <a:avLst/>
              <a:gdLst/>
              <a:ahLst/>
              <a:cxnLst/>
              <a:rect l="l" t="t" r="r" b="b"/>
              <a:pathLst>
                <a:path w="501" h="496" extrusionOk="0">
                  <a:moveTo>
                    <a:pt x="251" y="0"/>
                  </a:moveTo>
                  <a:cubicBezTo>
                    <a:pt x="114" y="0"/>
                    <a:pt x="0" y="109"/>
                    <a:pt x="0" y="245"/>
                  </a:cubicBezTo>
                  <a:cubicBezTo>
                    <a:pt x="0" y="388"/>
                    <a:pt x="114" y="496"/>
                    <a:pt x="251" y="496"/>
                  </a:cubicBezTo>
                  <a:cubicBezTo>
                    <a:pt x="387" y="496"/>
                    <a:pt x="501" y="388"/>
                    <a:pt x="501" y="245"/>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3"/>
            <p:cNvSpPr/>
            <p:nvPr/>
          </p:nvSpPr>
          <p:spPr>
            <a:xfrm>
              <a:off x="951850" y="49633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3"/>
            <p:cNvSpPr/>
            <p:nvPr/>
          </p:nvSpPr>
          <p:spPr>
            <a:xfrm>
              <a:off x="1043825" y="4963325"/>
              <a:ext cx="12375" cy="12400"/>
            </a:xfrm>
            <a:custGeom>
              <a:avLst/>
              <a:gdLst/>
              <a:ahLst/>
              <a:cxnLst/>
              <a:rect l="l" t="t" r="r" b="b"/>
              <a:pathLst>
                <a:path w="495" h="496" extrusionOk="0">
                  <a:moveTo>
                    <a:pt x="250" y="0"/>
                  </a:moveTo>
                  <a:cubicBezTo>
                    <a:pt x="107" y="0"/>
                    <a:pt x="0" y="109"/>
                    <a:pt x="0" y="245"/>
                  </a:cubicBezTo>
                  <a:cubicBezTo>
                    <a:pt x="0" y="388"/>
                    <a:pt x="107" y="496"/>
                    <a:pt x="250" y="496"/>
                  </a:cubicBezTo>
                  <a:cubicBezTo>
                    <a:pt x="388" y="496"/>
                    <a:pt x="494" y="388"/>
                    <a:pt x="494" y="245"/>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3"/>
            <p:cNvSpPr/>
            <p:nvPr/>
          </p:nvSpPr>
          <p:spPr>
            <a:xfrm>
              <a:off x="1135575" y="4963325"/>
              <a:ext cx="12575" cy="12400"/>
            </a:xfrm>
            <a:custGeom>
              <a:avLst/>
              <a:gdLst/>
              <a:ahLst/>
              <a:cxnLst/>
              <a:rect l="l" t="t" r="r" b="b"/>
              <a:pathLst>
                <a:path w="503" h="496" extrusionOk="0">
                  <a:moveTo>
                    <a:pt x="252" y="0"/>
                  </a:moveTo>
                  <a:cubicBezTo>
                    <a:pt x="116" y="0"/>
                    <a:pt x="0" y="109"/>
                    <a:pt x="0" y="245"/>
                  </a:cubicBezTo>
                  <a:cubicBezTo>
                    <a:pt x="0" y="388"/>
                    <a:pt x="116" y="496"/>
                    <a:pt x="252" y="496"/>
                  </a:cubicBezTo>
                  <a:cubicBezTo>
                    <a:pt x="387" y="496"/>
                    <a:pt x="503" y="388"/>
                    <a:pt x="503" y="245"/>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3"/>
            <p:cNvSpPr/>
            <p:nvPr/>
          </p:nvSpPr>
          <p:spPr>
            <a:xfrm>
              <a:off x="1227500" y="4963325"/>
              <a:ext cx="12400" cy="12400"/>
            </a:xfrm>
            <a:custGeom>
              <a:avLst/>
              <a:gdLst/>
              <a:ahLst/>
              <a:cxnLst/>
              <a:rect l="l" t="t" r="r" b="b"/>
              <a:pathLst>
                <a:path w="496" h="496" extrusionOk="0">
                  <a:moveTo>
                    <a:pt x="251" y="0"/>
                  </a:moveTo>
                  <a:cubicBezTo>
                    <a:pt x="109" y="0"/>
                    <a:pt x="0" y="109"/>
                    <a:pt x="0" y="245"/>
                  </a:cubicBezTo>
                  <a:cubicBezTo>
                    <a:pt x="0" y="388"/>
                    <a:pt x="109" y="496"/>
                    <a:pt x="251" y="496"/>
                  </a:cubicBezTo>
                  <a:cubicBezTo>
                    <a:pt x="387" y="496"/>
                    <a:pt x="496" y="388"/>
                    <a:pt x="496" y="245"/>
                  </a:cubicBezTo>
                  <a:cubicBezTo>
                    <a:pt x="496"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3"/>
            <p:cNvSpPr/>
            <p:nvPr/>
          </p:nvSpPr>
          <p:spPr>
            <a:xfrm>
              <a:off x="1319275" y="4963325"/>
              <a:ext cx="12550" cy="12400"/>
            </a:xfrm>
            <a:custGeom>
              <a:avLst/>
              <a:gdLst/>
              <a:ahLst/>
              <a:cxnLst/>
              <a:rect l="l" t="t" r="r" b="b"/>
              <a:pathLst>
                <a:path w="502" h="496" extrusionOk="0">
                  <a:moveTo>
                    <a:pt x="252" y="0"/>
                  </a:moveTo>
                  <a:cubicBezTo>
                    <a:pt x="114" y="0"/>
                    <a:pt x="1" y="109"/>
                    <a:pt x="1" y="245"/>
                  </a:cubicBezTo>
                  <a:cubicBezTo>
                    <a:pt x="1" y="388"/>
                    <a:pt x="114" y="496"/>
                    <a:pt x="252" y="496"/>
                  </a:cubicBezTo>
                  <a:cubicBezTo>
                    <a:pt x="388" y="496"/>
                    <a:pt x="501" y="388"/>
                    <a:pt x="501" y="245"/>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3"/>
            <p:cNvSpPr/>
            <p:nvPr/>
          </p:nvSpPr>
          <p:spPr>
            <a:xfrm>
              <a:off x="1411200" y="4963325"/>
              <a:ext cx="12425" cy="12400"/>
            </a:xfrm>
            <a:custGeom>
              <a:avLst/>
              <a:gdLst/>
              <a:ahLst/>
              <a:cxnLst/>
              <a:rect l="l" t="t" r="r" b="b"/>
              <a:pathLst>
                <a:path w="497" h="496" extrusionOk="0">
                  <a:moveTo>
                    <a:pt x="245" y="0"/>
                  </a:moveTo>
                  <a:cubicBezTo>
                    <a:pt x="109" y="0"/>
                    <a:pt x="1" y="109"/>
                    <a:pt x="1" y="245"/>
                  </a:cubicBezTo>
                  <a:cubicBezTo>
                    <a:pt x="1" y="388"/>
                    <a:pt x="109" y="496"/>
                    <a:pt x="245" y="496"/>
                  </a:cubicBezTo>
                  <a:cubicBezTo>
                    <a:pt x="388" y="496"/>
                    <a:pt x="496" y="388"/>
                    <a:pt x="496" y="245"/>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3"/>
            <p:cNvSpPr/>
            <p:nvPr/>
          </p:nvSpPr>
          <p:spPr>
            <a:xfrm>
              <a:off x="1503000" y="4963325"/>
              <a:ext cx="12525" cy="12400"/>
            </a:xfrm>
            <a:custGeom>
              <a:avLst/>
              <a:gdLst/>
              <a:ahLst/>
              <a:cxnLst/>
              <a:rect l="l" t="t" r="r" b="b"/>
              <a:pathLst>
                <a:path w="501" h="496" extrusionOk="0">
                  <a:moveTo>
                    <a:pt x="250" y="0"/>
                  </a:moveTo>
                  <a:cubicBezTo>
                    <a:pt x="114" y="0"/>
                    <a:pt x="0" y="109"/>
                    <a:pt x="0" y="245"/>
                  </a:cubicBezTo>
                  <a:cubicBezTo>
                    <a:pt x="0" y="388"/>
                    <a:pt x="114" y="496"/>
                    <a:pt x="250" y="496"/>
                  </a:cubicBezTo>
                  <a:cubicBezTo>
                    <a:pt x="387" y="496"/>
                    <a:pt x="501" y="388"/>
                    <a:pt x="501" y="245"/>
                  </a:cubicBezTo>
                  <a:cubicBezTo>
                    <a:pt x="501" y="109"/>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3"/>
            <p:cNvSpPr/>
            <p:nvPr/>
          </p:nvSpPr>
          <p:spPr>
            <a:xfrm>
              <a:off x="1594750" y="4963325"/>
              <a:ext cx="12575" cy="12400"/>
            </a:xfrm>
            <a:custGeom>
              <a:avLst/>
              <a:gdLst/>
              <a:ahLst/>
              <a:cxnLst/>
              <a:rect l="l" t="t" r="r" b="b"/>
              <a:pathLst>
                <a:path w="503" h="496" extrusionOk="0">
                  <a:moveTo>
                    <a:pt x="251" y="0"/>
                  </a:moveTo>
                  <a:cubicBezTo>
                    <a:pt x="115" y="0"/>
                    <a:pt x="0" y="109"/>
                    <a:pt x="0" y="245"/>
                  </a:cubicBezTo>
                  <a:cubicBezTo>
                    <a:pt x="0" y="388"/>
                    <a:pt x="115" y="496"/>
                    <a:pt x="251" y="496"/>
                  </a:cubicBezTo>
                  <a:cubicBezTo>
                    <a:pt x="394" y="496"/>
                    <a:pt x="503" y="388"/>
                    <a:pt x="503" y="245"/>
                  </a:cubicBezTo>
                  <a:cubicBezTo>
                    <a:pt x="503" y="109"/>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3"/>
            <p:cNvSpPr/>
            <p:nvPr/>
          </p:nvSpPr>
          <p:spPr>
            <a:xfrm>
              <a:off x="1686650" y="49633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3"/>
            <p:cNvSpPr/>
            <p:nvPr/>
          </p:nvSpPr>
          <p:spPr>
            <a:xfrm>
              <a:off x="1778450" y="4963325"/>
              <a:ext cx="12550" cy="12400"/>
            </a:xfrm>
            <a:custGeom>
              <a:avLst/>
              <a:gdLst/>
              <a:ahLst/>
              <a:cxnLst/>
              <a:rect l="l" t="t" r="r" b="b"/>
              <a:pathLst>
                <a:path w="502" h="496" extrusionOk="0">
                  <a:moveTo>
                    <a:pt x="252" y="0"/>
                  </a:moveTo>
                  <a:cubicBezTo>
                    <a:pt x="114" y="0"/>
                    <a:pt x="1" y="109"/>
                    <a:pt x="1" y="245"/>
                  </a:cubicBezTo>
                  <a:cubicBezTo>
                    <a:pt x="1" y="388"/>
                    <a:pt x="114" y="496"/>
                    <a:pt x="252" y="496"/>
                  </a:cubicBezTo>
                  <a:cubicBezTo>
                    <a:pt x="388" y="496"/>
                    <a:pt x="501" y="388"/>
                    <a:pt x="501" y="245"/>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3"/>
            <p:cNvSpPr/>
            <p:nvPr/>
          </p:nvSpPr>
          <p:spPr>
            <a:xfrm>
              <a:off x="1870375" y="4963325"/>
              <a:ext cx="12400" cy="12400"/>
            </a:xfrm>
            <a:custGeom>
              <a:avLst/>
              <a:gdLst/>
              <a:ahLst/>
              <a:cxnLst/>
              <a:rect l="l" t="t" r="r" b="b"/>
              <a:pathLst>
                <a:path w="496" h="496" extrusionOk="0">
                  <a:moveTo>
                    <a:pt x="252" y="0"/>
                  </a:moveTo>
                  <a:cubicBezTo>
                    <a:pt x="109" y="0"/>
                    <a:pt x="0" y="109"/>
                    <a:pt x="0" y="245"/>
                  </a:cubicBezTo>
                  <a:cubicBezTo>
                    <a:pt x="0" y="388"/>
                    <a:pt x="109" y="496"/>
                    <a:pt x="252" y="496"/>
                  </a:cubicBezTo>
                  <a:cubicBezTo>
                    <a:pt x="387" y="496"/>
                    <a:pt x="496" y="388"/>
                    <a:pt x="496" y="245"/>
                  </a:cubicBezTo>
                  <a:cubicBezTo>
                    <a:pt x="496"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3"/>
            <p:cNvSpPr/>
            <p:nvPr/>
          </p:nvSpPr>
          <p:spPr>
            <a:xfrm>
              <a:off x="1962150" y="4963325"/>
              <a:ext cx="12550" cy="12400"/>
            </a:xfrm>
            <a:custGeom>
              <a:avLst/>
              <a:gdLst/>
              <a:ahLst/>
              <a:cxnLst/>
              <a:rect l="l" t="t" r="r" b="b"/>
              <a:pathLst>
                <a:path w="502" h="496" extrusionOk="0">
                  <a:moveTo>
                    <a:pt x="250" y="0"/>
                  </a:moveTo>
                  <a:cubicBezTo>
                    <a:pt x="114" y="0"/>
                    <a:pt x="1" y="109"/>
                    <a:pt x="1" y="245"/>
                  </a:cubicBezTo>
                  <a:cubicBezTo>
                    <a:pt x="1" y="388"/>
                    <a:pt x="114" y="496"/>
                    <a:pt x="250" y="496"/>
                  </a:cubicBezTo>
                  <a:cubicBezTo>
                    <a:pt x="388" y="496"/>
                    <a:pt x="502" y="388"/>
                    <a:pt x="502" y="245"/>
                  </a:cubicBezTo>
                  <a:cubicBezTo>
                    <a:pt x="502"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3"/>
            <p:cNvSpPr/>
            <p:nvPr/>
          </p:nvSpPr>
          <p:spPr>
            <a:xfrm>
              <a:off x="2054075" y="4963325"/>
              <a:ext cx="12425" cy="12400"/>
            </a:xfrm>
            <a:custGeom>
              <a:avLst/>
              <a:gdLst/>
              <a:ahLst/>
              <a:cxnLst/>
              <a:rect l="l" t="t" r="r" b="b"/>
              <a:pathLst>
                <a:path w="497" h="496" extrusionOk="0">
                  <a:moveTo>
                    <a:pt x="252" y="0"/>
                  </a:moveTo>
                  <a:cubicBezTo>
                    <a:pt x="109" y="0"/>
                    <a:pt x="1" y="109"/>
                    <a:pt x="1" y="245"/>
                  </a:cubicBezTo>
                  <a:cubicBezTo>
                    <a:pt x="1" y="388"/>
                    <a:pt x="109" y="496"/>
                    <a:pt x="252" y="496"/>
                  </a:cubicBezTo>
                  <a:cubicBezTo>
                    <a:pt x="388" y="496"/>
                    <a:pt x="496" y="388"/>
                    <a:pt x="496" y="245"/>
                  </a:cubicBezTo>
                  <a:cubicBezTo>
                    <a:pt x="496"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3"/>
            <p:cNvSpPr/>
            <p:nvPr/>
          </p:nvSpPr>
          <p:spPr>
            <a:xfrm>
              <a:off x="2145825" y="49633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3"/>
            <p:cNvSpPr/>
            <p:nvPr/>
          </p:nvSpPr>
          <p:spPr>
            <a:xfrm>
              <a:off x="2237800" y="4963325"/>
              <a:ext cx="12350" cy="12400"/>
            </a:xfrm>
            <a:custGeom>
              <a:avLst/>
              <a:gdLst/>
              <a:ahLst/>
              <a:cxnLst/>
              <a:rect l="l" t="t" r="r" b="b"/>
              <a:pathLst>
                <a:path w="494" h="496" extrusionOk="0">
                  <a:moveTo>
                    <a:pt x="244" y="0"/>
                  </a:moveTo>
                  <a:cubicBezTo>
                    <a:pt x="107" y="0"/>
                    <a:pt x="0" y="109"/>
                    <a:pt x="0" y="245"/>
                  </a:cubicBezTo>
                  <a:cubicBezTo>
                    <a:pt x="0" y="388"/>
                    <a:pt x="107" y="496"/>
                    <a:pt x="244" y="496"/>
                  </a:cubicBezTo>
                  <a:cubicBezTo>
                    <a:pt x="387" y="496"/>
                    <a:pt x="494" y="388"/>
                    <a:pt x="494" y="245"/>
                  </a:cubicBezTo>
                  <a:cubicBezTo>
                    <a:pt x="494" y="109"/>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3"/>
            <p:cNvSpPr/>
            <p:nvPr/>
          </p:nvSpPr>
          <p:spPr>
            <a:xfrm>
              <a:off x="2329550" y="4963325"/>
              <a:ext cx="12575" cy="12400"/>
            </a:xfrm>
            <a:custGeom>
              <a:avLst/>
              <a:gdLst/>
              <a:ahLst/>
              <a:cxnLst/>
              <a:rect l="l" t="t" r="r" b="b"/>
              <a:pathLst>
                <a:path w="503" h="496" extrusionOk="0">
                  <a:moveTo>
                    <a:pt x="251" y="0"/>
                  </a:moveTo>
                  <a:cubicBezTo>
                    <a:pt x="115" y="0"/>
                    <a:pt x="0" y="109"/>
                    <a:pt x="0" y="245"/>
                  </a:cubicBezTo>
                  <a:cubicBezTo>
                    <a:pt x="0" y="388"/>
                    <a:pt x="115" y="496"/>
                    <a:pt x="251" y="496"/>
                  </a:cubicBezTo>
                  <a:cubicBezTo>
                    <a:pt x="387" y="496"/>
                    <a:pt x="502" y="388"/>
                    <a:pt x="502" y="245"/>
                  </a:cubicBezTo>
                  <a:cubicBezTo>
                    <a:pt x="502"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3"/>
            <p:cNvSpPr/>
            <p:nvPr/>
          </p:nvSpPr>
          <p:spPr>
            <a:xfrm>
              <a:off x="2421325" y="4963325"/>
              <a:ext cx="12550" cy="12400"/>
            </a:xfrm>
            <a:custGeom>
              <a:avLst/>
              <a:gdLst/>
              <a:ahLst/>
              <a:cxnLst/>
              <a:rect l="l" t="t" r="r" b="b"/>
              <a:pathLst>
                <a:path w="502" h="496" extrusionOk="0">
                  <a:moveTo>
                    <a:pt x="250" y="0"/>
                  </a:moveTo>
                  <a:cubicBezTo>
                    <a:pt x="114" y="0"/>
                    <a:pt x="1" y="109"/>
                    <a:pt x="1" y="245"/>
                  </a:cubicBezTo>
                  <a:cubicBezTo>
                    <a:pt x="1" y="388"/>
                    <a:pt x="114" y="496"/>
                    <a:pt x="250" y="496"/>
                  </a:cubicBezTo>
                  <a:cubicBezTo>
                    <a:pt x="395" y="496"/>
                    <a:pt x="501" y="388"/>
                    <a:pt x="501" y="245"/>
                  </a:cubicBezTo>
                  <a:cubicBezTo>
                    <a:pt x="501" y="109"/>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3"/>
            <p:cNvSpPr/>
            <p:nvPr/>
          </p:nvSpPr>
          <p:spPr>
            <a:xfrm>
              <a:off x="2513250" y="4963325"/>
              <a:ext cx="12575" cy="12400"/>
            </a:xfrm>
            <a:custGeom>
              <a:avLst/>
              <a:gdLst/>
              <a:ahLst/>
              <a:cxnLst/>
              <a:rect l="l" t="t" r="r" b="b"/>
              <a:pathLst>
                <a:path w="503" h="496" extrusionOk="0">
                  <a:moveTo>
                    <a:pt x="252" y="0"/>
                  </a:moveTo>
                  <a:cubicBezTo>
                    <a:pt x="109" y="0"/>
                    <a:pt x="0" y="109"/>
                    <a:pt x="0" y="245"/>
                  </a:cubicBezTo>
                  <a:cubicBezTo>
                    <a:pt x="0" y="388"/>
                    <a:pt x="109"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3"/>
            <p:cNvSpPr/>
            <p:nvPr/>
          </p:nvSpPr>
          <p:spPr>
            <a:xfrm>
              <a:off x="2605000" y="4963325"/>
              <a:ext cx="12575" cy="12400"/>
            </a:xfrm>
            <a:custGeom>
              <a:avLst/>
              <a:gdLst/>
              <a:ahLst/>
              <a:cxnLst/>
              <a:rect l="l" t="t" r="r" b="b"/>
              <a:pathLst>
                <a:path w="503" h="496" extrusionOk="0">
                  <a:moveTo>
                    <a:pt x="252" y="0"/>
                  </a:moveTo>
                  <a:cubicBezTo>
                    <a:pt x="116" y="0"/>
                    <a:pt x="0" y="109"/>
                    <a:pt x="0" y="245"/>
                  </a:cubicBezTo>
                  <a:cubicBezTo>
                    <a:pt x="0" y="388"/>
                    <a:pt x="116" y="496"/>
                    <a:pt x="252" y="496"/>
                  </a:cubicBezTo>
                  <a:cubicBezTo>
                    <a:pt x="387" y="496"/>
                    <a:pt x="503" y="388"/>
                    <a:pt x="503" y="245"/>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3"/>
            <p:cNvSpPr/>
            <p:nvPr/>
          </p:nvSpPr>
          <p:spPr>
            <a:xfrm>
              <a:off x="2696950" y="4963325"/>
              <a:ext cx="12375" cy="12400"/>
            </a:xfrm>
            <a:custGeom>
              <a:avLst/>
              <a:gdLst/>
              <a:ahLst/>
              <a:cxnLst/>
              <a:rect l="l" t="t" r="r" b="b"/>
              <a:pathLst>
                <a:path w="495" h="496" extrusionOk="0">
                  <a:moveTo>
                    <a:pt x="252" y="0"/>
                  </a:moveTo>
                  <a:cubicBezTo>
                    <a:pt x="108" y="0"/>
                    <a:pt x="1" y="109"/>
                    <a:pt x="1" y="245"/>
                  </a:cubicBezTo>
                  <a:cubicBezTo>
                    <a:pt x="1" y="388"/>
                    <a:pt x="108" y="496"/>
                    <a:pt x="252" y="496"/>
                  </a:cubicBezTo>
                  <a:cubicBezTo>
                    <a:pt x="388" y="496"/>
                    <a:pt x="495" y="388"/>
                    <a:pt x="495" y="245"/>
                  </a:cubicBezTo>
                  <a:cubicBezTo>
                    <a:pt x="495"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3"/>
            <p:cNvSpPr/>
            <p:nvPr/>
          </p:nvSpPr>
          <p:spPr>
            <a:xfrm>
              <a:off x="2788700" y="49633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3"/>
            <p:cNvSpPr/>
            <p:nvPr/>
          </p:nvSpPr>
          <p:spPr>
            <a:xfrm>
              <a:off x="2880675" y="4963325"/>
              <a:ext cx="12375" cy="12400"/>
            </a:xfrm>
            <a:custGeom>
              <a:avLst/>
              <a:gdLst/>
              <a:ahLst/>
              <a:cxnLst/>
              <a:rect l="l" t="t" r="r" b="b"/>
              <a:pathLst>
                <a:path w="495" h="496" extrusionOk="0">
                  <a:moveTo>
                    <a:pt x="243" y="0"/>
                  </a:moveTo>
                  <a:cubicBezTo>
                    <a:pt x="107" y="0"/>
                    <a:pt x="0" y="109"/>
                    <a:pt x="0" y="245"/>
                  </a:cubicBezTo>
                  <a:cubicBezTo>
                    <a:pt x="0" y="388"/>
                    <a:pt x="107" y="496"/>
                    <a:pt x="243" y="496"/>
                  </a:cubicBezTo>
                  <a:cubicBezTo>
                    <a:pt x="387" y="496"/>
                    <a:pt x="494" y="388"/>
                    <a:pt x="494" y="245"/>
                  </a:cubicBezTo>
                  <a:cubicBezTo>
                    <a:pt x="494" y="109"/>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3"/>
            <p:cNvSpPr/>
            <p:nvPr/>
          </p:nvSpPr>
          <p:spPr>
            <a:xfrm>
              <a:off x="2972425" y="4963325"/>
              <a:ext cx="12575" cy="12400"/>
            </a:xfrm>
            <a:custGeom>
              <a:avLst/>
              <a:gdLst/>
              <a:ahLst/>
              <a:cxnLst/>
              <a:rect l="l" t="t" r="r" b="b"/>
              <a:pathLst>
                <a:path w="503" h="496" extrusionOk="0">
                  <a:moveTo>
                    <a:pt x="251" y="0"/>
                  </a:moveTo>
                  <a:cubicBezTo>
                    <a:pt x="115" y="0"/>
                    <a:pt x="0" y="109"/>
                    <a:pt x="0" y="245"/>
                  </a:cubicBezTo>
                  <a:cubicBezTo>
                    <a:pt x="0" y="388"/>
                    <a:pt x="115" y="496"/>
                    <a:pt x="251" y="496"/>
                  </a:cubicBezTo>
                  <a:cubicBezTo>
                    <a:pt x="387" y="496"/>
                    <a:pt x="503" y="388"/>
                    <a:pt x="503" y="245"/>
                  </a:cubicBezTo>
                  <a:cubicBezTo>
                    <a:pt x="503"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3"/>
            <p:cNvSpPr/>
            <p:nvPr/>
          </p:nvSpPr>
          <p:spPr>
            <a:xfrm>
              <a:off x="3064375" y="4963325"/>
              <a:ext cx="12375" cy="12400"/>
            </a:xfrm>
            <a:custGeom>
              <a:avLst/>
              <a:gdLst/>
              <a:ahLst/>
              <a:cxnLst/>
              <a:rect l="l" t="t" r="r" b="b"/>
              <a:pathLst>
                <a:path w="495" h="496" extrusionOk="0">
                  <a:moveTo>
                    <a:pt x="243" y="0"/>
                  </a:moveTo>
                  <a:cubicBezTo>
                    <a:pt x="107" y="0"/>
                    <a:pt x="1" y="109"/>
                    <a:pt x="1" y="245"/>
                  </a:cubicBezTo>
                  <a:cubicBezTo>
                    <a:pt x="1" y="388"/>
                    <a:pt x="107" y="496"/>
                    <a:pt x="243" y="496"/>
                  </a:cubicBezTo>
                  <a:cubicBezTo>
                    <a:pt x="388" y="496"/>
                    <a:pt x="495" y="388"/>
                    <a:pt x="495" y="245"/>
                  </a:cubicBezTo>
                  <a:cubicBezTo>
                    <a:pt x="495" y="109"/>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3"/>
            <p:cNvSpPr/>
            <p:nvPr/>
          </p:nvSpPr>
          <p:spPr>
            <a:xfrm>
              <a:off x="3156125" y="49633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3"/>
            <p:cNvSpPr/>
            <p:nvPr/>
          </p:nvSpPr>
          <p:spPr>
            <a:xfrm>
              <a:off x="3247875" y="4963325"/>
              <a:ext cx="12575" cy="12400"/>
            </a:xfrm>
            <a:custGeom>
              <a:avLst/>
              <a:gdLst/>
              <a:ahLst/>
              <a:cxnLst/>
              <a:rect l="l" t="t" r="r" b="b"/>
              <a:pathLst>
                <a:path w="503"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3"/>
            <p:cNvSpPr/>
            <p:nvPr/>
          </p:nvSpPr>
          <p:spPr>
            <a:xfrm>
              <a:off x="3339850" y="4963325"/>
              <a:ext cx="12525" cy="12400"/>
            </a:xfrm>
            <a:custGeom>
              <a:avLst/>
              <a:gdLst/>
              <a:ahLst/>
              <a:cxnLst/>
              <a:rect l="l" t="t" r="r" b="b"/>
              <a:pathLst>
                <a:path w="501" h="496" extrusionOk="0">
                  <a:moveTo>
                    <a:pt x="251" y="0"/>
                  </a:moveTo>
                  <a:cubicBezTo>
                    <a:pt x="107" y="0"/>
                    <a:pt x="0" y="109"/>
                    <a:pt x="0" y="245"/>
                  </a:cubicBezTo>
                  <a:cubicBezTo>
                    <a:pt x="0" y="388"/>
                    <a:pt x="107" y="496"/>
                    <a:pt x="251" y="496"/>
                  </a:cubicBezTo>
                  <a:cubicBezTo>
                    <a:pt x="387" y="496"/>
                    <a:pt x="501" y="388"/>
                    <a:pt x="501" y="245"/>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3"/>
            <p:cNvSpPr/>
            <p:nvPr/>
          </p:nvSpPr>
          <p:spPr>
            <a:xfrm>
              <a:off x="3431575" y="49633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3"/>
            <p:cNvSpPr/>
            <p:nvPr/>
          </p:nvSpPr>
          <p:spPr>
            <a:xfrm>
              <a:off x="3523550" y="4963325"/>
              <a:ext cx="12375" cy="12400"/>
            </a:xfrm>
            <a:custGeom>
              <a:avLst/>
              <a:gdLst/>
              <a:ahLst/>
              <a:cxnLst/>
              <a:rect l="l" t="t" r="r" b="b"/>
              <a:pathLst>
                <a:path w="495" h="496" extrusionOk="0">
                  <a:moveTo>
                    <a:pt x="250" y="0"/>
                  </a:moveTo>
                  <a:cubicBezTo>
                    <a:pt x="107" y="0"/>
                    <a:pt x="0" y="109"/>
                    <a:pt x="0" y="245"/>
                  </a:cubicBezTo>
                  <a:cubicBezTo>
                    <a:pt x="0" y="388"/>
                    <a:pt x="107" y="496"/>
                    <a:pt x="250" y="496"/>
                  </a:cubicBezTo>
                  <a:cubicBezTo>
                    <a:pt x="388" y="496"/>
                    <a:pt x="494" y="388"/>
                    <a:pt x="494" y="245"/>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3"/>
            <p:cNvSpPr/>
            <p:nvPr/>
          </p:nvSpPr>
          <p:spPr>
            <a:xfrm>
              <a:off x="676400" y="50551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3"/>
            <p:cNvSpPr/>
            <p:nvPr/>
          </p:nvSpPr>
          <p:spPr>
            <a:xfrm>
              <a:off x="768325" y="5055125"/>
              <a:ext cx="12400" cy="12525"/>
            </a:xfrm>
            <a:custGeom>
              <a:avLst/>
              <a:gdLst/>
              <a:ahLst/>
              <a:cxnLst/>
              <a:rect l="l" t="t" r="r" b="b"/>
              <a:pathLst>
                <a:path w="496" h="501" extrusionOk="0">
                  <a:moveTo>
                    <a:pt x="245" y="0"/>
                  </a:moveTo>
                  <a:cubicBezTo>
                    <a:pt x="109" y="0"/>
                    <a:pt x="0" y="114"/>
                    <a:pt x="0" y="250"/>
                  </a:cubicBezTo>
                  <a:cubicBezTo>
                    <a:pt x="0" y="387"/>
                    <a:pt x="109" y="501"/>
                    <a:pt x="245" y="501"/>
                  </a:cubicBezTo>
                  <a:cubicBezTo>
                    <a:pt x="388" y="501"/>
                    <a:pt x="496" y="387"/>
                    <a:pt x="496" y="250"/>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3"/>
            <p:cNvSpPr/>
            <p:nvPr/>
          </p:nvSpPr>
          <p:spPr>
            <a:xfrm>
              <a:off x="860125" y="5055125"/>
              <a:ext cx="12525" cy="12525"/>
            </a:xfrm>
            <a:custGeom>
              <a:avLst/>
              <a:gdLst/>
              <a:ahLst/>
              <a:cxnLst/>
              <a:rect l="l" t="t" r="r" b="b"/>
              <a:pathLst>
                <a:path w="501" h="501" extrusionOk="0">
                  <a:moveTo>
                    <a:pt x="251" y="0"/>
                  </a:moveTo>
                  <a:cubicBezTo>
                    <a:pt x="114" y="0"/>
                    <a:pt x="0" y="114"/>
                    <a:pt x="0" y="250"/>
                  </a:cubicBezTo>
                  <a:cubicBezTo>
                    <a:pt x="0" y="387"/>
                    <a:pt x="114" y="501"/>
                    <a:pt x="251" y="501"/>
                  </a:cubicBezTo>
                  <a:cubicBezTo>
                    <a:pt x="387" y="501"/>
                    <a:pt x="501" y="387"/>
                    <a:pt x="501" y="250"/>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3"/>
            <p:cNvSpPr/>
            <p:nvPr/>
          </p:nvSpPr>
          <p:spPr>
            <a:xfrm>
              <a:off x="951850" y="50551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3"/>
            <p:cNvSpPr/>
            <p:nvPr/>
          </p:nvSpPr>
          <p:spPr>
            <a:xfrm>
              <a:off x="1043825" y="5055125"/>
              <a:ext cx="12375" cy="12525"/>
            </a:xfrm>
            <a:custGeom>
              <a:avLst/>
              <a:gdLst/>
              <a:ahLst/>
              <a:cxnLst/>
              <a:rect l="l" t="t" r="r" b="b"/>
              <a:pathLst>
                <a:path w="495" h="501" extrusionOk="0">
                  <a:moveTo>
                    <a:pt x="250" y="0"/>
                  </a:moveTo>
                  <a:cubicBezTo>
                    <a:pt x="107" y="0"/>
                    <a:pt x="0" y="114"/>
                    <a:pt x="0" y="250"/>
                  </a:cubicBezTo>
                  <a:cubicBezTo>
                    <a:pt x="0" y="387"/>
                    <a:pt x="107" y="501"/>
                    <a:pt x="250" y="501"/>
                  </a:cubicBezTo>
                  <a:cubicBezTo>
                    <a:pt x="388" y="501"/>
                    <a:pt x="494" y="387"/>
                    <a:pt x="494" y="250"/>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3"/>
            <p:cNvSpPr/>
            <p:nvPr/>
          </p:nvSpPr>
          <p:spPr>
            <a:xfrm>
              <a:off x="1135575" y="5055125"/>
              <a:ext cx="12575" cy="12525"/>
            </a:xfrm>
            <a:custGeom>
              <a:avLst/>
              <a:gdLst/>
              <a:ahLst/>
              <a:cxnLst/>
              <a:rect l="l" t="t" r="r" b="b"/>
              <a:pathLst>
                <a:path w="503" h="501" extrusionOk="0">
                  <a:moveTo>
                    <a:pt x="252" y="0"/>
                  </a:moveTo>
                  <a:cubicBezTo>
                    <a:pt x="116" y="0"/>
                    <a:pt x="0" y="114"/>
                    <a:pt x="0" y="250"/>
                  </a:cubicBezTo>
                  <a:cubicBezTo>
                    <a:pt x="0" y="387"/>
                    <a:pt x="116" y="501"/>
                    <a:pt x="252" y="501"/>
                  </a:cubicBezTo>
                  <a:cubicBezTo>
                    <a:pt x="387" y="501"/>
                    <a:pt x="503" y="387"/>
                    <a:pt x="503" y="250"/>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3"/>
            <p:cNvSpPr/>
            <p:nvPr/>
          </p:nvSpPr>
          <p:spPr>
            <a:xfrm>
              <a:off x="1227500" y="5055125"/>
              <a:ext cx="12400" cy="12525"/>
            </a:xfrm>
            <a:custGeom>
              <a:avLst/>
              <a:gdLst/>
              <a:ahLst/>
              <a:cxnLst/>
              <a:rect l="l" t="t" r="r" b="b"/>
              <a:pathLst>
                <a:path w="496" h="501" extrusionOk="0">
                  <a:moveTo>
                    <a:pt x="251" y="0"/>
                  </a:moveTo>
                  <a:cubicBezTo>
                    <a:pt x="109" y="0"/>
                    <a:pt x="0" y="114"/>
                    <a:pt x="0" y="250"/>
                  </a:cubicBezTo>
                  <a:cubicBezTo>
                    <a:pt x="0" y="387"/>
                    <a:pt x="109" y="501"/>
                    <a:pt x="251" y="501"/>
                  </a:cubicBezTo>
                  <a:cubicBezTo>
                    <a:pt x="387" y="501"/>
                    <a:pt x="496" y="387"/>
                    <a:pt x="496" y="250"/>
                  </a:cubicBezTo>
                  <a:cubicBezTo>
                    <a:pt x="496"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3"/>
            <p:cNvSpPr/>
            <p:nvPr/>
          </p:nvSpPr>
          <p:spPr>
            <a:xfrm>
              <a:off x="1319275" y="5055125"/>
              <a:ext cx="12550" cy="12525"/>
            </a:xfrm>
            <a:custGeom>
              <a:avLst/>
              <a:gdLst/>
              <a:ahLst/>
              <a:cxnLst/>
              <a:rect l="l" t="t" r="r" b="b"/>
              <a:pathLst>
                <a:path w="502" h="501" extrusionOk="0">
                  <a:moveTo>
                    <a:pt x="252" y="0"/>
                  </a:moveTo>
                  <a:cubicBezTo>
                    <a:pt x="114" y="0"/>
                    <a:pt x="1" y="114"/>
                    <a:pt x="1" y="250"/>
                  </a:cubicBezTo>
                  <a:cubicBezTo>
                    <a:pt x="1" y="387"/>
                    <a:pt x="114" y="501"/>
                    <a:pt x="252" y="501"/>
                  </a:cubicBezTo>
                  <a:cubicBezTo>
                    <a:pt x="388" y="501"/>
                    <a:pt x="501" y="387"/>
                    <a:pt x="501" y="250"/>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3"/>
            <p:cNvSpPr/>
            <p:nvPr/>
          </p:nvSpPr>
          <p:spPr>
            <a:xfrm>
              <a:off x="1411200" y="5055125"/>
              <a:ext cx="12425" cy="12525"/>
            </a:xfrm>
            <a:custGeom>
              <a:avLst/>
              <a:gdLst/>
              <a:ahLst/>
              <a:cxnLst/>
              <a:rect l="l" t="t" r="r" b="b"/>
              <a:pathLst>
                <a:path w="497" h="501" extrusionOk="0">
                  <a:moveTo>
                    <a:pt x="245" y="0"/>
                  </a:moveTo>
                  <a:cubicBezTo>
                    <a:pt x="109" y="0"/>
                    <a:pt x="1" y="114"/>
                    <a:pt x="1" y="250"/>
                  </a:cubicBezTo>
                  <a:cubicBezTo>
                    <a:pt x="1" y="387"/>
                    <a:pt x="109" y="501"/>
                    <a:pt x="245" y="501"/>
                  </a:cubicBezTo>
                  <a:cubicBezTo>
                    <a:pt x="388" y="501"/>
                    <a:pt x="496" y="387"/>
                    <a:pt x="496" y="250"/>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3"/>
            <p:cNvSpPr/>
            <p:nvPr/>
          </p:nvSpPr>
          <p:spPr>
            <a:xfrm>
              <a:off x="1503000" y="5055125"/>
              <a:ext cx="12525" cy="12525"/>
            </a:xfrm>
            <a:custGeom>
              <a:avLst/>
              <a:gdLst/>
              <a:ahLst/>
              <a:cxnLst/>
              <a:rect l="l" t="t" r="r" b="b"/>
              <a:pathLst>
                <a:path w="501" h="501" extrusionOk="0">
                  <a:moveTo>
                    <a:pt x="250" y="0"/>
                  </a:moveTo>
                  <a:cubicBezTo>
                    <a:pt x="114" y="0"/>
                    <a:pt x="0" y="114"/>
                    <a:pt x="0" y="250"/>
                  </a:cubicBezTo>
                  <a:cubicBezTo>
                    <a:pt x="0" y="387"/>
                    <a:pt x="114" y="501"/>
                    <a:pt x="250" y="501"/>
                  </a:cubicBezTo>
                  <a:cubicBezTo>
                    <a:pt x="387" y="501"/>
                    <a:pt x="501" y="387"/>
                    <a:pt x="501" y="250"/>
                  </a:cubicBezTo>
                  <a:cubicBezTo>
                    <a:pt x="501" y="114"/>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3"/>
            <p:cNvSpPr/>
            <p:nvPr/>
          </p:nvSpPr>
          <p:spPr>
            <a:xfrm>
              <a:off x="1594750" y="5055125"/>
              <a:ext cx="12575" cy="12525"/>
            </a:xfrm>
            <a:custGeom>
              <a:avLst/>
              <a:gdLst/>
              <a:ahLst/>
              <a:cxnLst/>
              <a:rect l="l" t="t" r="r" b="b"/>
              <a:pathLst>
                <a:path w="503" h="501" extrusionOk="0">
                  <a:moveTo>
                    <a:pt x="251" y="0"/>
                  </a:moveTo>
                  <a:cubicBezTo>
                    <a:pt x="115" y="0"/>
                    <a:pt x="0" y="114"/>
                    <a:pt x="0" y="250"/>
                  </a:cubicBezTo>
                  <a:cubicBezTo>
                    <a:pt x="0" y="387"/>
                    <a:pt x="115" y="501"/>
                    <a:pt x="251" y="501"/>
                  </a:cubicBezTo>
                  <a:cubicBezTo>
                    <a:pt x="394" y="501"/>
                    <a:pt x="503" y="387"/>
                    <a:pt x="503" y="250"/>
                  </a:cubicBezTo>
                  <a:cubicBezTo>
                    <a:pt x="503" y="114"/>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3"/>
            <p:cNvSpPr/>
            <p:nvPr/>
          </p:nvSpPr>
          <p:spPr>
            <a:xfrm>
              <a:off x="1686650" y="50551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3"/>
            <p:cNvSpPr/>
            <p:nvPr/>
          </p:nvSpPr>
          <p:spPr>
            <a:xfrm>
              <a:off x="1778450" y="5055125"/>
              <a:ext cx="12550" cy="12525"/>
            </a:xfrm>
            <a:custGeom>
              <a:avLst/>
              <a:gdLst/>
              <a:ahLst/>
              <a:cxnLst/>
              <a:rect l="l" t="t" r="r" b="b"/>
              <a:pathLst>
                <a:path w="502" h="501" extrusionOk="0">
                  <a:moveTo>
                    <a:pt x="252" y="0"/>
                  </a:moveTo>
                  <a:cubicBezTo>
                    <a:pt x="114" y="0"/>
                    <a:pt x="1" y="114"/>
                    <a:pt x="1" y="250"/>
                  </a:cubicBezTo>
                  <a:cubicBezTo>
                    <a:pt x="1" y="387"/>
                    <a:pt x="114" y="501"/>
                    <a:pt x="252" y="501"/>
                  </a:cubicBezTo>
                  <a:cubicBezTo>
                    <a:pt x="388" y="501"/>
                    <a:pt x="501" y="387"/>
                    <a:pt x="501" y="250"/>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3"/>
            <p:cNvSpPr/>
            <p:nvPr/>
          </p:nvSpPr>
          <p:spPr>
            <a:xfrm>
              <a:off x="1870375" y="5055125"/>
              <a:ext cx="12400" cy="12525"/>
            </a:xfrm>
            <a:custGeom>
              <a:avLst/>
              <a:gdLst/>
              <a:ahLst/>
              <a:cxnLst/>
              <a:rect l="l" t="t" r="r" b="b"/>
              <a:pathLst>
                <a:path w="496" h="501" extrusionOk="0">
                  <a:moveTo>
                    <a:pt x="252" y="0"/>
                  </a:moveTo>
                  <a:cubicBezTo>
                    <a:pt x="109" y="0"/>
                    <a:pt x="0" y="114"/>
                    <a:pt x="0" y="250"/>
                  </a:cubicBezTo>
                  <a:cubicBezTo>
                    <a:pt x="0" y="387"/>
                    <a:pt x="109" y="501"/>
                    <a:pt x="252" y="501"/>
                  </a:cubicBezTo>
                  <a:cubicBezTo>
                    <a:pt x="387" y="501"/>
                    <a:pt x="496" y="387"/>
                    <a:pt x="496" y="250"/>
                  </a:cubicBezTo>
                  <a:cubicBezTo>
                    <a:pt x="496"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3"/>
            <p:cNvSpPr/>
            <p:nvPr/>
          </p:nvSpPr>
          <p:spPr>
            <a:xfrm>
              <a:off x="1962150" y="5055125"/>
              <a:ext cx="12550" cy="12525"/>
            </a:xfrm>
            <a:custGeom>
              <a:avLst/>
              <a:gdLst/>
              <a:ahLst/>
              <a:cxnLst/>
              <a:rect l="l" t="t" r="r" b="b"/>
              <a:pathLst>
                <a:path w="502" h="501" extrusionOk="0">
                  <a:moveTo>
                    <a:pt x="250" y="0"/>
                  </a:moveTo>
                  <a:cubicBezTo>
                    <a:pt x="114" y="0"/>
                    <a:pt x="1" y="114"/>
                    <a:pt x="1" y="250"/>
                  </a:cubicBezTo>
                  <a:cubicBezTo>
                    <a:pt x="1" y="387"/>
                    <a:pt x="114" y="501"/>
                    <a:pt x="250" y="501"/>
                  </a:cubicBezTo>
                  <a:cubicBezTo>
                    <a:pt x="388" y="501"/>
                    <a:pt x="502" y="387"/>
                    <a:pt x="502" y="250"/>
                  </a:cubicBezTo>
                  <a:cubicBezTo>
                    <a:pt x="502"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3"/>
            <p:cNvSpPr/>
            <p:nvPr/>
          </p:nvSpPr>
          <p:spPr>
            <a:xfrm>
              <a:off x="2054075" y="5055125"/>
              <a:ext cx="12425" cy="12525"/>
            </a:xfrm>
            <a:custGeom>
              <a:avLst/>
              <a:gdLst/>
              <a:ahLst/>
              <a:cxnLst/>
              <a:rect l="l" t="t" r="r" b="b"/>
              <a:pathLst>
                <a:path w="497" h="501" extrusionOk="0">
                  <a:moveTo>
                    <a:pt x="252" y="0"/>
                  </a:moveTo>
                  <a:cubicBezTo>
                    <a:pt x="109" y="0"/>
                    <a:pt x="1" y="114"/>
                    <a:pt x="1" y="250"/>
                  </a:cubicBezTo>
                  <a:cubicBezTo>
                    <a:pt x="1" y="387"/>
                    <a:pt x="109" y="501"/>
                    <a:pt x="252" y="501"/>
                  </a:cubicBezTo>
                  <a:cubicBezTo>
                    <a:pt x="388" y="501"/>
                    <a:pt x="496" y="387"/>
                    <a:pt x="496" y="250"/>
                  </a:cubicBezTo>
                  <a:cubicBezTo>
                    <a:pt x="496"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3"/>
            <p:cNvSpPr/>
            <p:nvPr/>
          </p:nvSpPr>
          <p:spPr>
            <a:xfrm>
              <a:off x="2145825" y="50551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3"/>
            <p:cNvSpPr/>
            <p:nvPr/>
          </p:nvSpPr>
          <p:spPr>
            <a:xfrm>
              <a:off x="2237800" y="5055125"/>
              <a:ext cx="12350" cy="12525"/>
            </a:xfrm>
            <a:custGeom>
              <a:avLst/>
              <a:gdLst/>
              <a:ahLst/>
              <a:cxnLst/>
              <a:rect l="l" t="t" r="r" b="b"/>
              <a:pathLst>
                <a:path w="494" h="501" extrusionOk="0">
                  <a:moveTo>
                    <a:pt x="244" y="0"/>
                  </a:moveTo>
                  <a:cubicBezTo>
                    <a:pt x="107" y="0"/>
                    <a:pt x="0" y="114"/>
                    <a:pt x="0" y="250"/>
                  </a:cubicBezTo>
                  <a:cubicBezTo>
                    <a:pt x="0" y="387"/>
                    <a:pt x="107" y="501"/>
                    <a:pt x="244" y="501"/>
                  </a:cubicBezTo>
                  <a:cubicBezTo>
                    <a:pt x="387" y="501"/>
                    <a:pt x="494" y="387"/>
                    <a:pt x="494" y="250"/>
                  </a:cubicBezTo>
                  <a:cubicBezTo>
                    <a:pt x="494" y="114"/>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3"/>
            <p:cNvSpPr/>
            <p:nvPr/>
          </p:nvSpPr>
          <p:spPr>
            <a:xfrm>
              <a:off x="2329550" y="5055125"/>
              <a:ext cx="12575" cy="12525"/>
            </a:xfrm>
            <a:custGeom>
              <a:avLst/>
              <a:gdLst/>
              <a:ahLst/>
              <a:cxnLst/>
              <a:rect l="l" t="t" r="r" b="b"/>
              <a:pathLst>
                <a:path w="503" h="501" extrusionOk="0">
                  <a:moveTo>
                    <a:pt x="251" y="0"/>
                  </a:moveTo>
                  <a:cubicBezTo>
                    <a:pt x="115" y="0"/>
                    <a:pt x="0" y="114"/>
                    <a:pt x="0" y="250"/>
                  </a:cubicBezTo>
                  <a:cubicBezTo>
                    <a:pt x="0" y="387"/>
                    <a:pt x="115" y="501"/>
                    <a:pt x="251" y="501"/>
                  </a:cubicBezTo>
                  <a:cubicBezTo>
                    <a:pt x="387" y="501"/>
                    <a:pt x="502" y="387"/>
                    <a:pt x="502" y="250"/>
                  </a:cubicBezTo>
                  <a:cubicBezTo>
                    <a:pt x="502"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3"/>
            <p:cNvSpPr/>
            <p:nvPr/>
          </p:nvSpPr>
          <p:spPr>
            <a:xfrm>
              <a:off x="2421325" y="5055125"/>
              <a:ext cx="12550" cy="12525"/>
            </a:xfrm>
            <a:custGeom>
              <a:avLst/>
              <a:gdLst/>
              <a:ahLst/>
              <a:cxnLst/>
              <a:rect l="l" t="t" r="r" b="b"/>
              <a:pathLst>
                <a:path w="502" h="501" extrusionOk="0">
                  <a:moveTo>
                    <a:pt x="250" y="0"/>
                  </a:moveTo>
                  <a:cubicBezTo>
                    <a:pt x="114" y="0"/>
                    <a:pt x="1" y="114"/>
                    <a:pt x="1" y="250"/>
                  </a:cubicBezTo>
                  <a:cubicBezTo>
                    <a:pt x="1" y="387"/>
                    <a:pt x="114" y="501"/>
                    <a:pt x="250" y="501"/>
                  </a:cubicBezTo>
                  <a:cubicBezTo>
                    <a:pt x="395" y="501"/>
                    <a:pt x="501" y="387"/>
                    <a:pt x="501" y="250"/>
                  </a:cubicBezTo>
                  <a:cubicBezTo>
                    <a:pt x="501" y="114"/>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3"/>
            <p:cNvSpPr/>
            <p:nvPr/>
          </p:nvSpPr>
          <p:spPr>
            <a:xfrm>
              <a:off x="2513250" y="5055125"/>
              <a:ext cx="12575" cy="12525"/>
            </a:xfrm>
            <a:custGeom>
              <a:avLst/>
              <a:gdLst/>
              <a:ahLst/>
              <a:cxnLst/>
              <a:rect l="l" t="t" r="r" b="b"/>
              <a:pathLst>
                <a:path w="503" h="501" extrusionOk="0">
                  <a:moveTo>
                    <a:pt x="252" y="0"/>
                  </a:moveTo>
                  <a:cubicBezTo>
                    <a:pt x="109" y="0"/>
                    <a:pt x="0" y="114"/>
                    <a:pt x="0" y="250"/>
                  </a:cubicBezTo>
                  <a:cubicBezTo>
                    <a:pt x="0" y="387"/>
                    <a:pt x="109"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3"/>
            <p:cNvSpPr/>
            <p:nvPr/>
          </p:nvSpPr>
          <p:spPr>
            <a:xfrm>
              <a:off x="2605000" y="5055125"/>
              <a:ext cx="12575" cy="12525"/>
            </a:xfrm>
            <a:custGeom>
              <a:avLst/>
              <a:gdLst/>
              <a:ahLst/>
              <a:cxnLst/>
              <a:rect l="l" t="t" r="r" b="b"/>
              <a:pathLst>
                <a:path w="503" h="501" extrusionOk="0">
                  <a:moveTo>
                    <a:pt x="252" y="0"/>
                  </a:moveTo>
                  <a:cubicBezTo>
                    <a:pt x="116" y="0"/>
                    <a:pt x="0" y="114"/>
                    <a:pt x="0" y="250"/>
                  </a:cubicBezTo>
                  <a:cubicBezTo>
                    <a:pt x="0" y="387"/>
                    <a:pt x="116" y="501"/>
                    <a:pt x="252" y="501"/>
                  </a:cubicBezTo>
                  <a:cubicBezTo>
                    <a:pt x="387" y="501"/>
                    <a:pt x="503" y="387"/>
                    <a:pt x="503" y="250"/>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3"/>
            <p:cNvSpPr/>
            <p:nvPr/>
          </p:nvSpPr>
          <p:spPr>
            <a:xfrm>
              <a:off x="2696950" y="5055125"/>
              <a:ext cx="12375" cy="12525"/>
            </a:xfrm>
            <a:custGeom>
              <a:avLst/>
              <a:gdLst/>
              <a:ahLst/>
              <a:cxnLst/>
              <a:rect l="l" t="t" r="r" b="b"/>
              <a:pathLst>
                <a:path w="495" h="501" extrusionOk="0">
                  <a:moveTo>
                    <a:pt x="252" y="0"/>
                  </a:moveTo>
                  <a:cubicBezTo>
                    <a:pt x="108" y="0"/>
                    <a:pt x="1" y="114"/>
                    <a:pt x="1" y="250"/>
                  </a:cubicBezTo>
                  <a:cubicBezTo>
                    <a:pt x="1" y="387"/>
                    <a:pt x="108" y="501"/>
                    <a:pt x="252" y="501"/>
                  </a:cubicBezTo>
                  <a:cubicBezTo>
                    <a:pt x="388" y="501"/>
                    <a:pt x="495" y="387"/>
                    <a:pt x="495" y="250"/>
                  </a:cubicBezTo>
                  <a:cubicBezTo>
                    <a:pt x="495"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3"/>
            <p:cNvSpPr/>
            <p:nvPr/>
          </p:nvSpPr>
          <p:spPr>
            <a:xfrm>
              <a:off x="2788700" y="50551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3"/>
            <p:cNvSpPr/>
            <p:nvPr/>
          </p:nvSpPr>
          <p:spPr>
            <a:xfrm>
              <a:off x="2880675" y="5055125"/>
              <a:ext cx="12375" cy="12525"/>
            </a:xfrm>
            <a:custGeom>
              <a:avLst/>
              <a:gdLst/>
              <a:ahLst/>
              <a:cxnLst/>
              <a:rect l="l" t="t" r="r" b="b"/>
              <a:pathLst>
                <a:path w="495" h="501" extrusionOk="0">
                  <a:moveTo>
                    <a:pt x="243" y="0"/>
                  </a:moveTo>
                  <a:cubicBezTo>
                    <a:pt x="107" y="0"/>
                    <a:pt x="0" y="114"/>
                    <a:pt x="0" y="250"/>
                  </a:cubicBezTo>
                  <a:cubicBezTo>
                    <a:pt x="0" y="387"/>
                    <a:pt x="107" y="501"/>
                    <a:pt x="243" y="501"/>
                  </a:cubicBezTo>
                  <a:cubicBezTo>
                    <a:pt x="387" y="501"/>
                    <a:pt x="494" y="387"/>
                    <a:pt x="494" y="250"/>
                  </a:cubicBezTo>
                  <a:cubicBezTo>
                    <a:pt x="494" y="114"/>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3"/>
            <p:cNvSpPr/>
            <p:nvPr/>
          </p:nvSpPr>
          <p:spPr>
            <a:xfrm>
              <a:off x="2972425" y="5055125"/>
              <a:ext cx="12575" cy="12525"/>
            </a:xfrm>
            <a:custGeom>
              <a:avLst/>
              <a:gdLst/>
              <a:ahLst/>
              <a:cxnLst/>
              <a:rect l="l" t="t" r="r" b="b"/>
              <a:pathLst>
                <a:path w="503" h="501" extrusionOk="0">
                  <a:moveTo>
                    <a:pt x="251" y="0"/>
                  </a:moveTo>
                  <a:cubicBezTo>
                    <a:pt x="115" y="0"/>
                    <a:pt x="0" y="114"/>
                    <a:pt x="0" y="250"/>
                  </a:cubicBezTo>
                  <a:cubicBezTo>
                    <a:pt x="0" y="387"/>
                    <a:pt x="115" y="501"/>
                    <a:pt x="251" y="501"/>
                  </a:cubicBezTo>
                  <a:cubicBezTo>
                    <a:pt x="387" y="501"/>
                    <a:pt x="503" y="387"/>
                    <a:pt x="503" y="250"/>
                  </a:cubicBezTo>
                  <a:cubicBezTo>
                    <a:pt x="503"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3"/>
            <p:cNvSpPr/>
            <p:nvPr/>
          </p:nvSpPr>
          <p:spPr>
            <a:xfrm>
              <a:off x="3064375" y="5055125"/>
              <a:ext cx="12375" cy="12525"/>
            </a:xfrm>
            <a:custGeom>
              <a:avLst/>
              <a:gdLst/>
              <a:ahLst/>
              <a:cxnLst/>
              <a:rect l="l" t="t" r="r" b="b"/>
              <a:pathLst>
                <a:path w="495" h="501" extrusionOk="0">
                  <a:moveTo>
                    <a:pt x="243" y="0"/>
                  </a:moveTo>
                  <a:cubicBezTo>
                    <a:pt x="107" y="0"/>
                    <a:pt x="1" y="114"/>
                    <a:pt x="1" y="250"/>
                  </a:cubicBezTo>
                  <a:cubicBezTo>
                    <a:pt x="1" y="387"/>
                    <a:pt x="107" y="501"/>
                    <a:pt x="243" y="501"/>
                  </a:cubicBezTo>
                  <a:cubicBezTo>
                    <a:pt x="388" y="501"/>
                    <a:pt x="495" y="387"/>
                    <a:pt x="495" y="250"/>
                  </a:cubicBezTo>
                  <a:cubicBezTo>
                    <a:pt x="495" y="114"/>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3"/>
            <p:cNvSpPr/>
            <p:nvPr/>
          </p:nvSpPr>
          <p:spPr>
            <a:xfrm>
              <a:off x="3156125" y="50551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3"/>
            <p:cNvSpPr/>
            <p:nvPr/>
          </p:nvSpPr>
          <p:spPr>
            <a:xfrm>
              <a:off x="3247875" y="5055125"/>
              <a:ext cx="12575" cy="12525"/>
            </a:xfrm>
            <a:custGeom>
              <a:avLst/>
              <a:gdLst/>
              <a:ahLst/>
              <a:cxnLst/>
              <a:rect l="l" t="t" r="r" b="b"/>
              <a:pathLst>
                <a:path w="503"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3"/>
            <p:cNvSpPr/>
            <p:nvPr/>
          </p:nvSpPr>
          <p:spPr>
            <a:xfrm>
              <a:off x="3339850" y="5055125"/>
              <a:ext cx="12525" cy="12525"/>
            </a:xfrm>
            <a:custGeom>
              <a:avLst/>
              <a:gdLst/>
              <a:ahLst/>
              <a:cxnLst/>
              <a:rect l="l" t="t" r="r" b="b"/>
              <a:pathLst>
                <a:path w="501" h="501" extrusionOk="0">
                  <a:moveTo>
                    <a:pt x="251" y="0"/>
                  </a:moveTo>
                  <a:cubicBezTo>
                    <a:pt x="107" y="0"/>
                    <a:pt x="0" y="114"/>
                    <a:pt x="0" y="250"/>
                  </a:cubicBezTo>
                  <a:cubicBezTo>
                    <a:pt x="0" y="387"/>
                    <a:pt x="107" y="501"/>
                    <a:pt x="251" y="501"/>
                  </a:cubicBezTo>
                  <a:cubicBezTo>
                    <a:pt x="387" y="501"/>
                    <a:pt x="501" y="387"/>
                    <a:pt x="501" y="250"/>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3"/>
            <p:cNvSpPr/>
            <p:nvPr/>
          </p:nvSpPr>
          <p:spPr>
            <a:xfrm>
              <a:off x="3431575" y="50551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3"/>
            <p:cNvSpPr/>
            <p:nvPr/>
          </p:nvSpPr>
          <p:spPr>
            <a:xfrm>
              <a:off x="3523550" y="5055125"/>
              <a:ext cx="12375" cy="12525"/>
            </a:xfrm>
            <a:custGeom>
              <a:avLst/>
              <a:gdLst/>
              <a:ahLst/>
              <a:cxnLst/>
              <a:rect l="l" t="t" r="r" b="b"/>
              <a:pathLst>
                <a:path w="495" h="501" extrusionOk="0">
                  <a:moveTo>
                    <a:pt x="250" y="0"/>
                  </a:moveTo>
                  <a:cubicBezTo>
                    <a:pt x="107" y="0"/>
                    <a:pt x="0" y="114"/>
                    <a:pt x="0" y="250"/>
                  </a:cubicBezTo>
                  <a:cubicBezTo>
                    <a:pt x="0" y="387"/>
                    <a:pt x="107" y="501"/>
                    <a:pt x="250" y="501"/>
                  </a:cubicBezTo>
                  <a:cubicBezTo>
                    <a:pt x="388" y="501"/>
                    <a:pt x="494" y="387"/>
                    <a:pt x="494" y="250"/>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3"/>
            <p:cNvSpPr/>
            <p:nvPr/>
          </p:nvSpPr>
          <p:spPr>
            <a:xfrm>
              <a:off x="676400" y="5147025"/>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3"/>
            <p:cNvSpPr/>
            <p:nvPr/>
          </p:nvSpPr>
          <p:spPr>
            <a:xfrm>
              <a:off x="768325" y="5147025"/>
              <a:ext cx="12400" cy="12425"/>
            </a:xfrm>
            <a:custGeom>
              <a:avLst/>
              <a:gdLst/>
              <a:ahLst/>
              <a:cxnLst/>
              <a:rect l="l" t="t" r="r" b="b"/>
              <a:pathLst>
                <a:path w="496" h="497" extrusionOk="0">
                  <a:moveTo>
                    <a:pt x="245" y="1"/>
                  </a:moveTo>
                  <a:cubicBezTo>
                    <a:pt x="109" y="1"/>
                    <a:pt x="0" y="109"/>
                    <a:pt x="0" y="245"/>
                  </a:cubicBezTo>
                  <a:cubicBezTo>
                    <a:pt x="0" y="388"/>
                    <a:pt x="109" y="496"/>
                    <a:pt x="245" y="496"/>
                  </a:cubicBezTo>
                  <a:cubicBezTo>
                    <a:pt x="388" y="496"/>
                    <a:pt x="496" y="388"/>
                    <a:pt x="496" y="245"/>
                  </a:cubicBezTo>
                  <a:cubicBezTo>
                    <a:pt x="496" y="109"/>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3"/>
            <p:cNvSpPr/>
            <p:nvPr/>
          </p:nvSpPr>
          <p:spPr>
            <a:xfrm>
              <a:off x="860125" y="5147025"/>
              <a:ext cx="12525" cy="12425"/>
            </a:xfrm>
            <a:custGeom>
              <a:avLst/>
              <a:gdLst/>
              <a:ahLst/>
              <a:cxnLst/>
              <a:rect l="l" t="t" r="r" b="b"/>
              <a:pathLst>
                <a:path w="501" h="497" extrusionOk="0">
                  <a:moveTo>
                    <a:pt x="251" y="1"/>
                  </a:moveTo>
                  <a:cubicBezTo>
                    <a:pt x="114" y="1"/>
                    <a:pt x="0" y="109"/>
                    <a:pt x="0" y="245"/>
                  </a:cubicBezTo>
                  <a:cubicBezTo>
                    <a:pt x="0" y="388"/>
                    <a:pt x="114" y="496"/>
                    <a:pt x="251" y="496"/>
                  </a:cubicBezTo>
                  <a:cubicBezTo>
                    <a:pt x="387" y="496"/>
                    <a:pt x="501" y="388"/>
                    <a:pt x="501" y="245"/>
                  </a:cubicBezTo>
                  <a:cubicBezTo>
                    <a:pt x="501"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3"/>
            <p:cNvSpPr/>
            <p:nvPr/>
          </p:nvSpPr>
          <p:spPr>
            <a:xfrm>
              <a:off x="951850" y="5147025"/>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3"/>
            <p:cNvSpPr/>
            <p:nvPr/>
          </p:nvSpPr>
          <p:spPr>
            <a:xfrm>
              <a:off x="1043825" y="5147025"/>
              <a:ext cx="12375" cy="12425"/>
            </a:xfrm>
            <a:custGeom>
              <a:avLst/>
              <a:gdLst/>
              <a:ahLst/>
              <a:cxnLst/>
              <a:rect l="l" t="t" r="r" b="b"/>
              <a:pathLst>
                <a:path w="495" h="497" extrusionOk="0">
                  <a:moveTo>
                    <a:pt x="250" y="1"/>
                  </a:moveTo>
                  <a:cubicBezTo>
                    <a:pt x="107" y="1"/>
                    <a:pt x="0" y="109"/>
                    <a:pt x="0" y="245"/>
                  </a:cubicBezTo>
                  <a:cubicBezTo>
                    <a:pt x="0" y="388"/>
                    <a:pt x="107" y="496"/>
                    <a:pt x="250" y="496"/>
                  </a:cubicBezTo>
                  <a:cubicBezTo>
                    <a:pt x="388" y="496"/>
                    <a:pt x="494" y="388"/>
                    <a:pt x="494" y="245"/>
                  </a:cubicBezTo>
                  <a:cubicBezTo>
                    <a:pt x="494"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3"/>
            <p:cNvSpPr/>
            <p:nvPr/>
          </p:nvSpPr>
          <p:spPr>
            <a:xfrm>
              <a:off x="1135575" y="5147025"/>
              <a:ext cx="12575" cy="12425"/>
            </a:xfrm>
            <a:custGeom>
              <a:avLst/>
              <a:gdLst/>
              <a:ahLst/>
              <a:cxnLst/>
              <a:rect l="l" t="t" r="r" b="b"/>
              <a:pathLst>
                <a:path w="503" h="497" extrusionOk="0">
                  <a:moveTo>
                    <a:pt x="252" y="1"/>
                  </a:moveTo>
                  <a:cubicBezTo>
                    <a:pt x="116" y="1"/>
                    <a:pt x="0" y="109"/>
                    <a:pt x="0" y="245"/>
                  </a:cubicBezTo>
                  <a:cubicBezTo>
                    <a:pt x="0" y="388"/>
                    <a:pt x="116" y="496"/>
                    <a:pt x="252" y="496"/>
                  </a:cubicBezTo>
                  <a:cubicBezTo>
                    <a:pt x="387" y="496"/>
                    <a:pt x="503" y="388"/>
                    <a:pt x="503" y="245"/>
                  </a:cubicBezTo>
                  <a:cubicBezTo>
                    <a:pt x="503"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3"/>
            <p:cNvSpPr/>
            <p:nvPr/>
          </p:nvSpPr>
          <p:spPr>
            <a:xfrm>
              <a:off x="1227500" y="5147025"/>
              <a:ext cx="12400" cy="12425"/>
            </a:xfrm>
            <a:custGeom>
              <a:avLst/>
              <a:gdLst/>
              <a:ahLst/>
              <a:cxnLst/>
              <a:rect l="l" t="t" r="r" b="b"/>
              <a:pathLst>
                <a:path w="496" h="497" extrusionOk="0">
                  <a:moveTo>
                    <a:pt x="251" y="1"/>
                  </a:moveTo>
                  <a:cubicBezTo>
                    <a:pt x="109" y="1"/>
                    <a:pt x="0" y="109"/>
                    <a:pt x="0" y="245"/>
                  </a:cubicBezTo>
                  <a:cubicBezTo>
                    <a:pt x="0" y="388"/>
                    <a:pt x="109" y="496"/>
                    <a:pt x="251" y="496"/>
                  </a:cubicBezTo>
                  <a:cubicBezTo>
                    <a:pt x="387" y="496"/>
                    <a:pt x="496" y="388"/>
                    <a:pt x="496" y="245"/>
                  </a:cubicBezTo>
                  <a:cubicBezTo>
                    <a:pt x="496"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3"/>
            <p:cNvSpPr/>
            <p:nvPr/>
          </p:nvSpPr>
          <p:spPr>
            <a:xfrm>
              <a:off x="1319275" y="5147025"/>
              <a:ext cx="12550" cy="12425"/>
            </a:xfrm>
            <a:custGeom>
              <a:avLst/>
              <a:gdLst/>
              <a:ahLst/>
              <a:cxnLst/>
              <a:rect l="l" t="t" r="r" b="b"/>
              <a:pathLst>
                <a:path w="502" h="497" extrusionOk="0">
                  <a:moveTo>
                    <a:pt x="252" y="1"/>
                  </a:moveTo>
                  <a:cubicBezTo>
                    <a:pt x="114" y="1"/>
                    <a:pt x="1" y="109"/>
                    <a:pt x="1" y="245"/>
                  </a:cubicBezTo>
                  <a:cubicBezTo>
                    <a:pt x="1" y="388"/>
                    <a:pt x="114" y="496"/>
                    <a:pt x="252" y="496"/>
                  </a:cubicBezTo>
                  <a:cubicBezTo>
                    <a:pt x="388" y="496"/>
                    <a:pt x="501" y="388"/>
                    <a:pt x="501" y="245"/>
                  </a:cubicBezTo>
                  <a:cubicBezTo>
                    <a:pt x="501"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3"/>
            <p:cNvSpPr/>
            <p:nvPr/>
          </p:nvSpPr>
          <p:spPr>
            <a:xfrm>
              <a:off x="1411200" y="5147025"/>
              <a:ext cx="12425" cy="12425"/>
            </a:xfrm>
            <a:custGeom>
              <a:avLst/>
              <a:gdLst/>
              <a:ahLst/>
              <a:cxnLst/>
              <a:rect l="l" t="t" r="r" b="b"/>
              <a:pathLst>
                <a:path w="497" h="497" extrusionOk="0">
                  <a:moveTo>
                    <a:pt x="245" y="1"/>
                  </a:moveTo>
                  <a:cubicBezTo>
                    <a:pt x="109" y="1"/>
                    <a:pt x="1" y="109"/>
                    <a:pt x="1" y="245"/>
                  </a:cubicBezTo>
                  <a:cubicBezTo>
                    <a:pt x="1" y="388"/>
                    <a:pt x="109" y="496"/>
                    <a:pt x="245" y="496"/>
                  </a:cubicBezTo>
                  <a:cubicBezTo>
                    <a:pt x="388" y="496"/>
                    <a:pt x="496" y="388"/>
                    <a:pt x="496" y="245"/>
                  </a:cubicBezTo>
                  <a:cubicBezTo>
                    <a:pt x="496" y="109"/>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3"/>
            <p:cNvSpPr/>
            <p:nvPr/>
          </p:nvSpPr>
          <p:spPr>
            <a:xfrm>
              <a:off x="1503000" y="5147025"/>
              <a:ext cx="12525" cy="12425"/>
            </a:xfrm>
            <a:custGeom>
              <a:avLst/>
              <a:gdLst/>
              <a:ahLst/>
              <a:cxnLst/>
              <a:rect l="l" t="t" r="r" b="b"/>
              <a:pathLst>
                <a:path w="501" h="497" extrusionOk="0">
                  <a:moveTo>
                    <a:pt x="250" y="1"/>
                  </a:moveTo>
                  <a:cubicBezTo>
                    <a:pt x="114" y="1"/>
                    <a:pt x="0" y="109"/>
                    <a:pt x="0" y="245"/>
                  </a:cubicBezTo>
                  <a:cubicBezTo>
                    <a:pt x="0" y="388"/>
                    <a:pt x="114" y="496"/>
                    <a:pt x="250" y="496"/>
                  </a:cubicBezTo>
                  <a:cubicBezTo>
                    <a:pt x="387" y="496"/>
                    <a:pt x="501" y="388"/>
                    <a:pt x="501" y="245"/>
                  </a:cubicBezTo>
                  <a:cubicBezTo>
                    <a:pt x="501" y="109"/>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3"/>
            <p:cNvSpPr/>
            <p:nvPr/>
          </p:nvSpPr>
          <p:spPr>
            <a:xfrm>
              <a:off x="1594750" y="5147025"/>
              <a:ext cx="12575" cy="12425"/>
            </a:xfrm>
            <a:custGeom>
              <a:avLst/>
              <a:gdLst/>
              <a:ahLst/>
              <a:cxnLst/>
              <a:rect l="l" t="t" r="r" b="b"/>
              <a:pathLst>
                <a:path w="503" h="497" extrusionOk="0">
                  <a:moveTo>
                    <a:pt x="251" y="1"/>
                  </a:moveTo>
                  <a:cubicBezTo>
                    <a:pt x="115" y="1"/>
                    <a:pt x="0" y="109"/>
                    <a:pt x="0" y="245"/>
                  </a:cubicBezTo>
                  <a:cubicBezTo>
                    <a:pt x="0" y="388"/>
                    <a:pt x="115" y="496"/>
                    <a:pt x="251" y="496"/>
                  </a:cubicBezTo>
                  <a:cubicBezTo>
                    <a:pt x="394" y="496"/>
                    <a:pt x="503" y="388"/>
                    <a:pt x="503" y="245"/>
                  </a:cubicBezTo>
                  <a:cubicBezTo>
                    <a:pt x="503" y="109"/>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3"/>
            <p:cNvSpPr/>
            <p:nvPr/>
          </p:nvSpPr>
          <p:spPr>
            <a:xfrm>
              <a:off x="1686650" y="5147025"/>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3"/>
            <p:cNvSpPr/>
            <p:nvPr/>
          </p:nvSpPr>
          <p:spPr>
            <a:xfrm>
              <a:off x="1778450" y="5147025"/>
              <a:ext cx="12550" cy="12425"/>
            </a:xfrm>
            <a:custGeom>
              <a:avLst/>
              <a:gdLst/>
              <a:ahLst/>
              <a:cxnLst/>
              <a:rect l="l" t="t" r="r" b="b"/>
              <a:pathLst>
                <a:path w="502" h="497" extrusionOk="0">
                  <a:moveTo>
                    <a:pt x="252" y="1"/>
                  </a:moveTo>
                  <a:cubicBezTo>
                    <a:pt x="114" y="1"/>
                    <a:pt x="1" y="109"/>
                    <a:pt x="1" y="245"/>
                  </a:cubicBezTo>
                  <a:cubicBezTo>
                    <a:pt x="1" y="388"/>
                    <a:pt x="114" y="496"/>
                    <a:pt x="252" y="496"/>
                  </a:cubicBezTo>
                  <a:cubicBezTo>
                    <a:pt x="388" y="496"/>
                    <a:pt x="501" y="388"/>
                    <a:pt x="501" y="245"/>
                  </a:cubicBezTo>
                  <a:cubicBezTo>
                    <a:pt x="501"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3"/>
            <p:cNvSpPr/>
            <p:nvPr/>
          </p:nvSpPr>
          <p:spPr>
            <a:xfrm>
              <a:off x="1870375" y="5147025"/>
              <a:ext cx="12400" cy="12425"/>
            </a:xfrm>
            <a:custGeom>
              <a:avLst/>
              <a:gdLst/>
              <a:ahLst/>
              <a:cxnLst/>
              <a:rect l="l" t="t" r="r" b="b"/>
              <a:pathLst>
                <a:path w="496" h="497" extrusionOk="0">
                  <a:moveTo>
                    <a:pt x="252" y="1"/>
                  </a:moveTo>
                  <a:cubicBezTo>
                    <a:pt x="109" y="1"/>
                    <a:pt x="0" y="109"/>
                    <a:pt x="0" y="245"/>
                  </a:cubicBezTo>
                  <a:cubicBezTo>
                    <a:pt x="0" y="388"/>
                    <a:pt x="109" y="496"/>
                    <a:pt x="252" y="496"/>
                  </a:cubicBezTo>
                  <a:cubicBezTo>
                    <a:pt x="387" y="496"/>
                    <a:pt x="496" y="388"/>
                    <a:pt x="496" y="245"/>
                  </a:cubicBezTo>
                  <a:cubicBezTo>
                    <a:pt x="496"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3"/>
            <p:cNvSpPr/>
            <p:nvPr/>
          </p:nvSpPr>
          <p:spPr>
            <a:xfrm>
              <a:off x="1962150" y="5147025"/>
              <a:ext cx="12550" cy="12425"/>
            </a:xfrm>
            <a:custGeom>
              <a:avLst/>
              <a:gdLst/>
              <a:ahLst/>
              <a:cxnLst/>
              <a:rect l="l" t="t" r="r" b="b"/>
              <a:pathLst>
                <a:path w="502" h="497" extrusionOk="0">
                  <a:moveTo>
                    <a:pt x="250" y="1"/>
                  </a:moveTo>
                  <a:cubicBezTo>
                    <a:pt x="114" y="1"/>
                    <a:pt x="1" y="109"/>
                    <a:pt x="1" y="245"/>
                  </a:cubicBezTo>
                  <a:cubicBezTo>
                    <a:pt x="1" y="388"/>
                    <a:pt x="114" y="496"/>
                    <a:pt x="250" y="496"/>
                  </a:cubicBezTo>
                  <a:cubicBezTo>
                    <a:pt x="388" y="496"/>
                    <a:pt x="502" y="388"/>
                    <a:pt x="502" y="245"/>
                  </a:cubicBezTo>
                  <a:cubicBezTo>
                    <a:pt x="502"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3"/>
            <p:cNvSpPr/>
            <p:nvPr/>
          </p:nvSpPr>
          <p:spPr>
            <a:xfrm>
              <a:off x="2054075" y="5147025"/>
              <a:ext cx="12425" cy="12425"/>
            </a:xfrm>
            <a:custGeom>
              <a:avLst/>
              <a:gdLst/>
              <a:ahLst/>
              <a:cxnLst/>
              <a:rect l="l" t="t" r="r" b="b"/>
              <a:pathLst>
                <a:path w="497" h="497" extrusionOk="0">
                  <a:moveTo>
                    <a:pt x="252" y="1"/>
                  </a:moveTo>
                  <a:cubicBezTo>
                    <a:pt x="109" y="1"/>
                    <a:pt x="1" y="109"/>
                    <a:pt x="1" y="245"/>
                  </a:cubicBezTo>
                  <a:cubicBezTo>
                    <a:pt x="1" y="388"/>
                    <a:pt x="109" y="496"/>
                    <a:pt x="252" y="496"/>
                  </a:cubicBezTo>
                  <a:cubicBezTo>
                    <a:pt x="388" y="496"/>
                    <a:pt x="496" y="388"/>
                    <a:pt x="496" y="245"/>
                  </a:cubicBezTo>
                  <a:cubicBezTo>
                    <a:pt x="496"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3"/>
            <p:cNvSpPr/>
            <p:nvPr/>
          </p:nvSpPr>
          <p:spPr>
            <a:xfrm>
              <a:off x="2145825" y="5147025"/>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3"/>
            <p:cNvSpPr/>
            <p:nvPr/>
          </p:nvSpPr>
          <p:spPr>
            <a:xfrm>
              <a:off x="2237800" y="5147025"/>
              <a:ext cx="12350" cy="12425"/>
            </a:xfrm>
            <a:custGeom>
              <a:avLst/>
              <a:gdLst/>
              <a:ahLst/>
              <a:cxnLst/>
              <a:rect l="l" t="t" r="r" b="b"/>
              <a:pathLst>
                <a:path w="494" h="497" extrusionOk="0">
                  <a:moveTo>
                    <a:pt x="244" y="1"/>
                  </a:moveTo>
                  <a:cubicBezTo>
                    <a:pt x="107" y="1"/>
                    <a:pt x="0" y="109"/>
                    <a:pt x="0" y="245"/>
                  </a:cubicBezTo>
                  <a:cubicBezTo>
                    <a:pt x="0" y="388"/>
                    <a:pt x="107" y="496"/>
                    <a:pt x="244" y="496"/>
                  </a:cubicBezTo>
                  <a:cubicBezTo>
                    <a:pt x="387" y="496"/>
                    <a:pt x="494" y="388"/>
                    <a:pt x="494" y="245"/>
                  </a:cubicBezTo>
                  <a:cubicBezTo>
                    <a:pt x="494" y="109"/>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3"/>
            <p:cNvSpPr/>
            <p:nvPr/>
          </p:nvSpPr>
          <p:spPr>
            <a:xfrm>
              <a:off x="2329550" y="5147025"/>
              <a:ext cx="12575" cy="12425"/>
            </a:xfrm>
            <a:custGeom>
              <a:avLst/>
              <a:gdLst/>
              <a:ahLst/>
              <a:cxnLst/>
              <a:rect l="l" t="t" r="r" b="b"/>
              <a:pathLst>
                <a:path w="503" h="497" extrusionOk="0">
                  <a:moveTo>
                    <a:pt x="251" y="1"/>
                  </a:moveTo>
                  <a:cubicBezTo>
                    <a:pt x="115" y="1"/>
                    <a:pt x="0" y="109"/>
                    <a:pt x="0" y="245"/>
                  </a:cubicBezTo>
                  <a:cubicBezTo>
                    <a:pt x="0" y="388"/>
                    <a:pt x="115" y="496"/>
                    <a:pt x="251" y="496"/>
                  </a:cubicBezTo>
                  <a:cubicBezTo>
                    <a:pt x="387" y="496"/>
                    <a:pt x="502" y="388"/>
                    <a:pt x="502" y="245"/>
                  </a:cubicBezTo>
                  <a:cubicBezTo>
                    <a:pt x="502"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3"/>
            <p:cNvSpPr/>
            <p:nvPr/>
          </p:nvSpPr>
          <p:spPr>
            <a:xfrm>
              <a:off x="2421325" y="5147025"/>
              <a:ext cx="12550" cy="12425"/>
            </a:xfrm>
            <a:custGeom>
              <a:avLst/>
              <a:gdLst/>
              <a:ahLst/>
              <a:cxnLst/>
              <a:rect l="l" t="t" r="r" b="b"/>
              <a:pathLst>
                <a:path w="502" h="497" extrusionOk="0">
                  <a:moveTo>
                    <a:pt x="250" y="1"/>
                  </a:moveTo>
                  <a:cubicBezTo>
                    <a:pt x="114" y="1"/>
                    <a:pt x="1" y="109"/>
                    <a:pt x="1" y="245"/>
                  </a:cubicBezTo>
                  <a:cubicBezTo>
                    <a:pt x="1" y="388"/>
                    <a:pt x="114" y="496"/>
                    <a:pt x="250" y="496"/>
                  </a:cubicBezTo>
                  <a:cubicBezTo>
                    <a:pt x="395" y="496"/>
                    <a:pt x="501" y="388"/>
                    <a:pt x="501" y="245"/>
                  </a:cubicBezTo>
                  <a:cubicBezTo>
                    <a:pt x="501" y="109"/>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3"/>
            <p:cNvSpPr/>
            <p:nvPr/>
          </p:nvSpPr>
          <p:spPr>
            <a:xfrm>
              <a:off x="2513250" y="5147025"/>
              <a:ext cx="12575" cy="12425"/>
            </a:xfrm>
            <a:custGeom>
              <a:avLst/>
              <a:gdLst/>
              <a:ahLst/>
              <a:cxnLst/>
              <a:rect l="l" t="t" r="r" b="b"/>
              <a:pathLst>
                <a:path w="503" h="497" extrusionOk="0">
                  <a:moveTo>
                    <a:pt x="252" y="1"/>
                  </a:moveTo>
                  <a:cubicBezTo>
                    <a:pt x="109" y="1"/>
                    <a:pt x="0" y="109"/>
                    <a:pt x="0" y="245"/>
                  </a:cubicBezTo>
                  <a:cubicBezTo>
                    <a:pt x="0" y="388"/>
                    <a:pt x="109"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3"/>
            <p:cNvSpPr/>
            <p:nvPr/>
          </p:nvSpPr>
          <p:spPr>
            <a:xfrm>
              <a:off x="2605000" y="5147025"/>
              <a:ext cx="12575" cy="12425"/>
            </a:xfrm>
            <a:custGeom>
              <a:avLst/>
              <a:gdLst/>
              <a:ahLst/>
              <a:cxnLst/>
              <a:rect l="l" t="t" r="r" b="b"/>
              <a:pathLst>
                <a:path w="503" h="497" extrusionOk="0">
                  <a:moveTo>
                    <a:pt x="252" y="1"/>
                  </a:moveTo>
                  <a:cubicBezTo>
                    <a:pt x="116" y="1"/>
                    <a:pt x="0" y="109"/>
                    <a:pt x="0" y="245"/>
                  </a:cubicBezTo>
                  <a:cubicBezTo>
                    <a:pt x="0" y="388"/>
                    <a:pt x="116" y="496"/>
                    <a:pt x="252" y="496"/>
                  </a:cubicBezTo>
                  <a:cubicBezTo>
                    <a:pt x="387" y="496"/>
                    <a:pt x="503" y="388"/>
                    <a:pt x="503" y="245"/>
                  </a:cubicBezTo>
                  <a:cubicBezTo>
                    <a:pt x="503"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3"/>
            <p:cNvSpPr/>
            <p:nvPr/>
          </p:nvSpPr>
          <p:spPr>
            <a:xfrm>
              <a:off x="2696950" y="5147025"/>
              <a:ext cx="12375" cy="12425"/>
            </a:xfrm>
            <a:custGeom>
              <a:avLst/>
              <a:gdLst/>
              <a:ahLst/>
              <a:cxnLst/>
              <a:rect l="l" t="t" r="r" b="b"/>
              <a:pathLst>
                <a:path w="495" h="497" extrusionOk="0">
                  <a:moveTo>
                    <a:pt x="252" y="1"/>
                  </a:moveTo>
                  <a:cubicBezTo>
                    <a:pt x="108" y="1"/>
                    <a:pt x="1" y="109"/>
                    <a:pt x="1" y="245"/>
                  </a:cubicBezTo>
                  <a:cubicBezTo>
                    <a:pt x="1" y="388"/>
                    <a:pt x="108" y="496"/>
                    <a:pt x="252" y="496"/>
                  </a:cubicBezTo>
                  <a:cubicBezTo>
                    <a:pt x="388" y="496"/>
                    <a:pt x="495" y="388"/>
                    <a:pt x="495" y="245"/>
                  </a:cubicBezTo>
                  <a:cubicBezTo>
                    <a:pt x="495"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3"/>
            <p:cNvSpPr/>
            <p:nvPr/>
          </p:nvSpPr>
          <p:spPr>
            <a:xfrm>
              <a:off x="2788700" y="5147025"/>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3"/>
            <p:cNvSpPr/>
            <p:nvPr/>
          </p:nvSpPr>
          <p:spPr>
            <a:xfrm>
              <a:off x="2880675" y="5147025"/>
              <a:ext cx="12375" cy="12425"/>
            </a:xfrm>
            <a:custGeom>
              <a:avLst/>
              <a:gdLst/>
              <a:ahLst/>
              <a:cxnLst/>
              <a:rect l="l" t="t" r="r" b="b"/>
              <a:pathLst>
                <a:path w="495" h="497" extrusionOk="0">
                  <a:moveTo>
                    <a:pt x="243" y="1"/>
                  </a:moveTo>
                  <a:cubicBezTo>
                    <a:pt x="107" y="1"/>
                    <a:pt x="0" y="109"/>
                    <a:pt x="0" y="245"/>
                  </a:cubicBezTo>
                  <a:cubicBezTo>
                    <a:pt x="0" y="388"/>
                    <a:pt x="107" y="496"/>
                    <a:pt x="243" y="496"/>
                  </a:cubicBezTo>
                  <a:cubicBezTo>
                    <a:pt x="387" y="496"/>
                    <a:pt x="494" y="388"/>
                    <a:pt x="494" y="245"/>
                  </a:cubicBezTo>
                  <a:cubicBezTo>
                    <a:pt x="494" y="109"/>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3"/>
            <p:cNvSpPr/>
            <p:nvPr/>
          </p:nvSpPr>
          <p:spPr>
            <a:xfrm>
              <a:off x="2972425" y="5147025"/>
              <a:ext cx="12575" cy="12425"/>
            </a:xfrm>
            <a:custGeom>
              <a:avLst/>
              <a:gdLst/>
              <a:ahLst/>
              <a:cxnLst/>
              <a:rect l="l" t="t" r="r" b="b"/>
              <a:pathLst>
                <a:path w="503" h="497" extrusionOk="0">
                  <a:moveTo>
                    <a:pt x="251" y="1"/>
                  </a:moveTo>
                  <a:cubicBezTo>
                    <a:pt x="115" y="1"/>
                    <a:pt x="0" y="109"/>
                    <a:pt x="0" y="245"/>
                  </a:cubicBezTo>
                  <a:cubicBezTo>
                    <a:pt x="0" y="388"/>
                    <a:pt x="115" y="496"/>
                    <a:pt x="251" y="496"/>
                  </a:cubicBezTo>
                  <a:cubicBezTo>
                    <a:pt x="387" y="496"/>
                    <a:pt x="503" y="388"/>
                    <a:pt x="503" y="245"/>
                  </a:cubicBezTo>
                  <a:cubicBezTo>
                    <a:pt x="503"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3"/>
            <p:cNvSpPr/>
            <p:nvPr/>
          </p:nvSpPr>
          <p:spPr>
            <a:xfrm>
              <a:off x="3064375" y="5147025"/>
              <a:ext cx="12375" cy="12425"/>
            </a:xfrm>
            <a:custGeom>
              <a:avLst/>
              <a:gdLst/>
              <a:ahLst/>
              <a:cxnLst/>
              <a:rect l="l" t="t" r="r" b="b"/>
              <a:pathLst>
                <a:path w="495" h="497" extrusionOk="0">
                  <a:moveTo>
                    <a:pt x="243" y="1"/>
                  </a:moveTo>
                  <a:cubicBezTo>
                    <a:pt x="107" y="1"/>
                    <a:pt x="1" y="109"/>
                    <a:pt x="1" y="245"/>
                  </a:cubicBezTo>
                  <a:cubicBezTo>
                    <a:pt x="1" y="388"/>
                    <a:pt x="107" y="496"/>
                    <a:pt x="243" y="496"/>
                  </a:cubicBezTo>
                  <a:cubicBezTo>
                    <a:pt x="388" y="496"/>
                    <a:pt x="495" y="388"/>
                    <a:pt x="495" y="245"/>
                  </a:cubicBezTo>
                  <a:cubicBezTo>
                    <a:pt x="495" y="109"/>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3"/>
            <p:cNvSpPr/>
            <p:nvPr/>
          </p:nvSpPr>
          <p:spPr>
            <a:xfrm>
              <a:off x="3156125" y="5147025"/>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3"/>
            <p:cNvSpPr/>
            <p:nvPr/>
          </p:nvSpPr>
          <p:spPr>
            <a:xfrm>
              <a:off x="3247875" y="5147025"/>
              <a:ext cx="12575" cy="12425"/>
            </a:xfrm>
            <a:custGeom>
              <a:avLst/>
              <a:gdLst/>
              <a:ahLst/>
              <a:cxnLst/>
              <a:rect l="l" t="t" r="r" b="b"/>
              <a:pathLst>
                <a:path w="503"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3"/>
            <p:cNvSpPr/>
            <p:nvPr/>
          </p:nvSpPr>
          <p:spPr>
            <a:xfrm>
              <a:off x="3339850" y="5147025"/>
              <a:ext cx="12525" cy="12425"/>
            </a:xfrm>
            <a:custGeom>
              <a:avLst/>
              <a:gdLst/>
              <a:ahLst/>
              <a:cxnLst/>
              <a:rect l="l" t="t" r="r" b="b"/>
              <a:pathLst>
                <a:path w="501" h="497" extrusionOk="0">
                  <a:moveTo>
                    <a:pt x="251" y="1"/>
                  </a:moveTo>
                  <a:cubicBezTo>
                    <a:pt x="107" y="1"/>
                    <a:pt x="0" y="109"/>
                    <a:pt x="0" y="245"/>
                  </a:cubicBezTo>
                  <a:cubicBezTo>
                    <a:pt x="0" y="388"/>
                    <a:pt x="107" y="496"/>
                    <a:pt x="251" y="496"/>
                  </a:cubicBezTo>
                  <a:cubicBezTo>
                    <a:pt x="387" y="496"/>
                    <a:pt x="501" y="388"/>
                    <a:pt x="501" y="245"/>
                  </a:cubicBezTo>
                  <a:cubicBezTo>
                    <a:pt x="501"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3"/>
            <p:cNvSpPr/>
            <p:nvPr/>
          </p:nvSpPr>
          <p:spPr>
            <a:xfrm>
              <a:off x="3431575" y="5147025"/>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3"/>
            <p:cNvSpPr/>
            <p:nvPr/>
          </p:nvSpPr>
          <p:spPr>
            <a:xfrm>
              <a:off x="3523550" y="5147025"/>
              <a:ext cx="12375" cy="12425"/>
            </a:xfrm>
            <a:custGeom>
              <a:avLst/>
              <a:gdLst/>
              <a:ahLst/>
              <a:cxnLst/>
              <a:rect l="l" t="t" r="r" b="b"/>
              <a:pathLst>
                <a:path w="495" h="497" extrusionOk="0">
                  <a:moveTo>
                    <a:pt x="250" y="1"/>
                  </a:moveTo>
                  <a:cubicBezTo>
                    <a:pt x="107" y="1"/>
                    <a:pt x="0" y="109"/>
                    <a:pt x="0" y="245"/>
                  </a:cubicBezTo>
                  <a:cubicBezTo>
                    <a:pt x="0" y="388"/>
                    <a:pt x="107" y="496"/>
                    <a:pt x="250" y="496"/>
                  </a:cubicBezTo>
                  <a:cubicBezTo>
                    <a:pt x="388" y="496"/>
                    <a:pt x="494" y="388"/>
                    <a:pt x="494" y="245"/>
                  </a:cubicBezTo>
                  <a:cubicBezTo>
                    <a:pt x="494"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3"/>
            <p:cNvSpPr/>
            <p:nvPr/>
          </p:nvSpPr>
          <p:spPr>
            <a:xfrm>
              <a:off x="676400" y="52387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3"/>
            <p:cNvSpPr/>
            <p:nvPr/>
          </p:nvSpPr>
          <p:spPr>
            <a:xfrm>
              <a:off x="768325" y="5238775"/>
              <a:ext cx="12400" cy="12600"/>
            </a:xfrm>
            <a:custGeom>
              <a:avLst/>
              <a:gdLst/>
              <a:ahLst/>
              <a:cxnLst/>
              <a:rect l="l" t="t" r="r" b="b"/>
              <a:pathLst>
                <a:path w="496" h="504"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3"/>
            <p:cNvSpPr/>
            <p:nvPr/>
          </p:nvSpPr>
          <p:spPr>
            <a:xfrm>
              <a:off x="860125" y="5238775"/>
              <a:ext cx="12525" cy="12600"/>
            </a:xfrm>
            <a:custGeom>
              <a:avLst/>
              <a:gdLst/>
              <a:ahLst/>
              <a:cxnLst/>
              <a:rect l="l" t="t" r="r" b="b"/>
              <a:pathLst>
                <a:path w="501" h="504"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3"/>
            <p:cNvSpPr/>
            <p:nvPr/>
          </p:nvSpPr>
          <p:spPr>
            <a:xfrm>
              <a:off x="951850" y="52387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3"/>
            <p:cNvSpPr/>
            <p:nvPr/>
          </p:nvSpPr>
          <p:spPr>
            <a:xfrm>
              <a:off x="1043825" y="5238775"/>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3"/>
            <p:cNvSpPr/>
            <p:nvPr/>
          </p:nvSpPr>
          <p:spPr>
            <a:xfrm>
              <a:off x="1135575" y="5238775"/>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3"/>
            <p:cNvSpPr/>
            <p:nvPr/>
          </p:nvSpPr>
          <p:spPr>
            <a:xfrm>
              <a:off x="1227500" y="5238775"/>
              <a:ext cx="12400" cy="12600"/>
            </a:xfrm>
            <a:custGeom>
              <a:avLst/>
              <a:gdLst/>
              <a:ahLst/>
              <a:cxnLst/>
              <a:rect l="l" t="t" r="r" b="b"/>
              <a:pathLst>
                <a:path w="496" h="504"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3"/>
            <p:cNvSpPr/>
            <p:nvPr/>
          </p:nvSpPr>
          <p:spPr>
            <a:xfrm>
              <a:off x="1319275" y="5238775"/>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3"/>
            <p:cNvSpPr/>
            <p:nvPr/>
          </p:nvSpPr>
          <p:spPr>
            <a:xfrm>
              <a:off x="1411200" y="5238775"/>
              <a:ext cx="12425" cy="12600"/>
            </a:xfrm>
            <a:custGeom>
              <a:avLst/>
              <a:gdLst/>
              <a:ahLst/>
              <a:cxnLst/>
              <a:rect l="l" t="t" r="r" b="b"/>
              <a:pathLst>
                <a:path w="497" h="504"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3"/>
            <p:cNvSpPr/>
            <p:nvPr/>
          </p:nvSpPr>
          <p:spPr>
            <a:xfrm>
              <a:off x="1503000" y="5238775"/>
              <a:ext cx="12525" cy="12600"/>
            </a:xfrm>
            <a:custGeom>
              <a:avLst/>
              <a:gdLst/>
              <a:ahLst/>
              <a:cxnLst/>
              <a:rect l="l" t="t" r="r" b="b"/>
              <a:pathLst>
                <a:path w="501" h="504"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3"/>
            <p:cNvSpPr/>
            <p:nvPr/>
          </p:nvSpPr>
          <p:spPr>
            <a:xfrm>
              <a:off x="1594750" y="5238775"/>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3"/>
            <p:cNvSpPr/>
            <p:nvPr/>
          </p:nvSpPr>
          <p:spPr>
            <a:xfrm>
              <a:off x="1686650" y="52387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3"/>
            <p:cNvSpPr/>
            <p:nvPr/>
          </p:nvSpPr>
          <p:spPr>
            <a:xfrm>
              <a:off x="1778450" y="5238775"/>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3"/>
            <p:cNvSpPr/>
            <p:nvPr/>
          </p:nvSpPr>
          <p:spPr>
            <a:xfrm>
              <a:off x="1870375" y="5238775"/>
              <a:ext cx="12400" cy="12600"/>
            </a:xfrm>
            <a:custGeom>
              <a:avLst/>
              <a:gdLst/>
              <a:ahLst/>
              <a:cxnLst/>
              <a:rect l="l" t="t" r="r" b="b"/>
              <a:pathLst>
                <a:path w="496" h="504"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3"/>
            <p:cNvSpPr/>
            <p:nvPr/>
          </p:nvSpPr>
          <p:spPr>
            <a:xfrm>
              <a:off x="1962150" y="5238775"/>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3"/>
            <p:cNvSpPr/>
            <p:nvPr/>
          </p:nvSpPr>
          <p:spPr>
            <a:xfrm>
              <a:off x="2054075" y="5238775"/>
              <a:ext cx="12425" cy="12600"/>
            </a:xfrm>
            <a:custGeom>
              <a:avLst/>
              <a:gdLst/>
              <a:ahLst/>
              <a:cxnLst/>
              <a:rect l="l" t="t" r="r" b="b"/>
              <a:pathLst>
                <a:path w="497" h="504"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3"/>
            <p:cNvSpPr/>
            <p:nvPr/>
          </p:nvSpPr>
          <p:spPr>
            <a:xfrm>
              <a:off x="2145825" y="52387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3"/>
            <p:cNvSpPr/>
            <p:nvPr/>
          </p:nvSpPr>
          <p:spPr>
            <a:xfrm>
              <a:off x="2237800" y="5238775"/>
              <a:ext cx="12350" cy="12600"/>
            </a:xfrm>
            <a:custGeom>
              <a:avLst/>
              <a:gdLst/>
              <a:ahLst/>
              <a:cxnLst/>
              <a:rect l="l" t="t" r="r" b="b"/>
              <a:pathLst>
                <a:path w="494" h="504"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3"/>
            <p:cNvSpPr/>
            <p:nvPr/>
          </p:nvSpPr>
          <p:spPr>
            <a:xfrm>
              <a:off x="2329550" y="5238775"/>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3"/>
            <p:cNvSpPr/>
            <p:nvPr/>
          </p:nvSpPr>
          <p:spPr>
            <a:xfrm>
              <a:off x="2421325" y="5238775"/>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3"/>
            <p:cNvSpPr/>
            <p:nvPr/>
          </p:nvSpPr>
          <p:spPr>
            <a:xfrm>
              <a:off x="2513250" y="5238775"/>
              <a:ext cx="12575" cy="12600"/>
            </a:xfrm>
            <a:custGeom>
              <a:avLst/>
              <a:gdLst/>
              <a:ahLst/>
              <a:cxnLst/>
              <a:rect l="l" t="t" r="r" b="b"/>
              <a:pathLst>
                <a:path w="503" h="504"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3"/>
            <p:cNvSpPr/>
            <p:nvPr/>
          </p:nvSpPr>
          <p:spPr>
            <a:xfrm>
              <a:off x="2605000" y="5238775"/>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3"/>
            <p:cNvSpPr/>
            <p:nvPr/>
          </p:nvSpPr>
          <p:spPr>
            <a:xfrm>
              <a:off x="2696950" y="5238775"/>
              <a:ext cx="12375" cy="12600"/>
            </a:xfrm>
            <a:custGeom>
              <a:avLst/>
              <a:gdLst/>
              <a:ahLst/>
              <a:cxnLst/>
              <a:rect l="l" t="t" r="r" b="b"/>
              <a:pathLst>
                <a:path w="495" h="504"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3"/>
            <p:cNvSpPr/>
            <p:nvPr/>
          </p:nvSpPr>
          <p:spPr>
            <a:xfrm>
              <a:off x="2788700" y="52387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3"/>
            <p:cNvSpPr/>
            <p:nvPr/>
          </p:nvSpPr>
          <p:spPr>
            <a:xfrm>
              <a:off x="2880675" y="5238775"/>
              <a:ext cx="12375" cy="12600"/>
            </a:xfrm>
            <a:custGeom>
              <a:avLst/>
              <a:gdLst/>
              <a:ahLst/>
              <a:cxnLst/>
              <a:rect l="l" t="t" r="r" b="b"/>
              <a:pathLst>
                <a:path w="495" h="504"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3"/>
            <p:cNvSpPr/>
            <p:nvPr/>
          </p:nvSpPr>
          <p:spPr>
            <a:xfrm>
              <a:off x="2972425" y="5238775"/>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3"/>
            <p:cNvSpPr/>
            <p:nvPr/>
          </p:nvSpPr>
          <p:spPr>
            <a:xfrm>
              <a:off x="3064375" y="5238775"/>
              <a:ext cx="12375" cy="12600"/>
            </a:xfrm>
            <a:custGeom>
              <a:avLst/>
              <a:gdLst/>
              <a:ahLst/>
              <a:cxnLst/>
              <a:rect l="l" t="t" r="r" b="b"/>
              <a:pathLst>
                <a:path w="495" h="504"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3"/>
            <p:cNvSpPr/>
            <p:nvPr/>
          </p:nvSpPr>
          <p:spPr>
            <a:xfrm>
              <a:off x="3156125" y="52387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3"/>
            <p:cNvSpPr/>
            <p:nvPr/>
          </p:nvSpPr>
          <p:spPr>
            <a:xfrm>
              <a:off x="3247875" y="5238775"/>
              <a:ext cx="12575" cy="12600"/>
            </a:xfrm>
            <a:custGeom>
              <a:avLst/>
              <a:gdLst/>
              <a:ahLst/>
              <a:cxnLst/>
              <a:rect l="l" t="t" r="r" b="b"/>
              <a:pathLst>
                <a:path w="503"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3"/>
            <p:cNvSpPr/>
            <p:nvPr/>
          </p:nvSpPr>
          <p:spPr>
            <a:xfrm>
              <a:off x="3339850" y="5238775"/>
              <a:ext cx="12525" cy="12600"/>
            </a:xfrm>
            <a:custGeom>
              <a:avLst/>
              <a:gdLst/>
              <a:ahLst/>
              <a:cxnLst/>
              <a:rect l="l" t="t" r="r" b="b"/>
              <a:pathLst>
                <a:path w="501" h="504"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3"/>
            <p:cNvSpPr/>
            <p:nvPr/>
          </p:nvSpPr>
          <p:spPr>
            <a:xfrm>
              <a:off x="3431575" y="52387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3"/>
            <p:cNvSpPr/>
            <p:nvPr/>
          </p:nvSpPr>
          <p:spPr>
            <a:xfrm>
              <a:off x="3523550" y="5238775"/>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3"/>
            <p:cNvSpPr/>
            <p:nvPr/>
          </p:nvSpPr>
          <p:spPr>
            <a:xfrm>
              <a:off x="676400" y="53305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3"/>
            <p:cNvSpPr/>
            <p:nvPr/>
          </p:nvSpPr>
          <p:spPr>
            <a:xfrm>
              <a:off x="768325" y="5330575"/>
              <a:ext cx="12400" cy="12550"/>
            </a:xfrm>
            <a:custGeom>
              <a:avLst/>
              <a:gdLst/>
              <a:ahLst/>
              <a:cxnLst/>
              <a:rect l="l" t="t" r="r" b="b"/>
              <a:pathLst>
                <a:path w="496" h="502" extrusionOk="0">
                  <a:moveTo>
                    <a:pt x="245" y="0"/>
                  </a:moveTo>
                  <a:cubicBezTo>
                    <a:pt x="109" y="0"/>
                    <a:pt x="0" y="114"/>
                    <a:pt x="0" y="252"/>
                  </a:cubicBezTo>
                  <a:cubicBezTo>
                    <a:pt x="0" y="388"/>
                    <a:pt x="109" y="501"/>
                    <a:pt x="245" y="501"/>
                  </a:cubicBezTo>
                  <a:cubicBezTo>
                    <a:pt x="388" y="501"/>
                    <a:pt x="496" y="388"/>
                    <a:pt x="496" y="252"/>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3"/>
            <p:cNvSpPr/>
            <p:nvPr/>
          </p:nvSpPr>
          <p:spPr>
            <a:xfrm>
              <a:off x="860125" y="5330575"/>
              <a:ext cx="12525" cy="12550"/>
            </a:xfrm>
            <a:custGeom>
              <a:avLst/>
              <a:gdLst/>
              <a:ahLst/>
              <a:cxnLst/>
              <a:rect l="l" t="t" r="r" b="b"/>
              <a:pathLst>
                <a:path w="501" h="502" extrusionOk="0">
                  <a:moveTo>
                    <a:pt x="251" y="0"/>
                  </a:moveTo>
                  <a:cubicBezTo>
                    <a:pt x="114" y="0"/>
                    <a:pt x="0" y="114"/>
                    <a:pt x="0" y="252"/>
                  </a:cubicBezTo>
                  <a:cubicBezTo>
                    <a:pt x="0" y="388"/>
                    <a:pt x="114" y="501"/>
                    <a:pt x="251" y="501"/>
                  </a:cubicBezTo>
                  <a:cubicBezTo>
                    <a:pt x="387" y="501"/>
                    <a:pt x="501" y="388"/>
                    <a:pt x="501" y="252"/>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3"/>
            <p:cNvSpPr/>
            <p:nvPr/>
          </p:nvSpPr>
          <p:spPr>
            <a:xfrm>
              <a:off x="951850" y="53305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3"/>
            <p:cNvSpPr/>
            <p:nvPr/>
          </p:nvSpPr>
          <p:spPr>
            <a:xfrm>
              <a:off x="1043825" y="5330575"/>
              <a:ext cx="12375" cy="12550"/>
            </a:xfrm>
            <a:custGeom>
              <a:avLst/>
              <a:gdLst/>
              <a:ahLst/>
              <a:cxnLst/>
              <a:rect l="l" t="t" r="r" b="b"/>
              <a:pathLst>
                <a:path w="495" h="502" extrusionOk="0">
                  <a:moveTo>
                    <a:pt x="250" y="0"/>
                  </a:moveTo>
                  <a:cubicBezTo>
                    <a:pt x="107" y="0"/>
                    <a:pt x="0" y="114"/>
                    <a:pt x="0" y="252"/>
                  </a:cubicBezTo>
                  <a:cubicBezTo>
                    <a:pt x="0" y="388"/>
                    <a:pt x="107" y="501"/>
                    <a:pt x="250" y="501"/>
                  </a:cubicBezTo>
                  <a:cubicBezTo>
                    <a:pt x="388" y="501"/>
                    <a:pt x="494" y="388"/>
                    <a:pt x="494" y="252"/>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3"/>
            <p:cNvSpPr/>
            <p:nvPr/>
          </p:nvSpPr>
          <p:spPr>
            <a:xfrm>
              <a:off x="1135575" y="5330575"/>
              <a:ext cx="12575" cy="12550"/>
            </a:xfrm>
            <a:custGeom>
              <a:avLst/>
              <a:gdLst/>
              <a:ahLst/>
              <a:cxnLst/>
              <a:rect l="l" t="t" r="r" b="b"/>
              <a:pathLst>
                <a:path w="503" h="502" extrusionOk="0">
                  <a:moveTo>
                    <a:pt x="252" y="0"/>
                  </a:moveTo>
                  <a:cubicBezTo>
                    <a:pt x="116" y="0"/>
                    <a:pt x="0" y="114"/>
                    <a:pt x="0" y="252"/>
                  </a:cubicBezTo>
                  <a:cubicBezTo>
                    <a:pt x="0" y="388"/>
                    <a:pt x="116" y="501"/>
                    <a:pt x="252" y="501"/>
                  </a:cubicBezTo>
                  <a:cubicBezTo>
                    <a:pt x="387" y="501"/>
                    <a:pt x="503" y="388"/>
                    <a:pt x="503" y="252"/>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3"/>
            <p:cNvSpPr/>
            <p:nvPr/>
          </p:nvSpPr>
          <p:spPr>
            <a:xfrm>
              <a:off x="1227500" y="5330575"/>
              <a:ext cx="12400" cy="12550"/>
            </a:xfrm>
            <a:custGeom>
              <a:avLst/>
              <a:gdLst/>
              <a:ahLst/>
              <a:cxnLst/>
              <a:rect l="l" t="t" r="r" b="b"/>
              <a:pathLst>
                <a:path w="496" h="502" extrusionOk="0">
                  <a:moveTo>
                    <a:pt x="251" y="0"/>
                  </a:moveTo>
                  <a:cubicBezTo>
                    <a:pt x="109" y="0"/>
                    <a:pt x="0" y="114"/>
                    <a:pt x="0" y="252"/>
                  </a:cubicBezTo>
                  <a:cubicBezTo>
                    <a:pt x="0" y="388"/>
                    <a:pt x="109" y="501"/>
                    <a:pt x="251" y="501"/>
                  </a:cubicBezTo>
                  <a:cubicBezTo>
                    <a:pt x="387" y="501"/>
                    <a:pt x="496" y="388"/>
                    <a:pt x="496" y="252"/>
                  </a:cubicBezTo>
                  <a:cubicBezTo>
                    <a:pt x="496"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3"/>
            <p:cNvSpPr/>
            <p:nvPr/>
          </p:nvSpPr>
          <p:spPr>
            <a:xfrm>
              <a:off x="1319275" y="5330575"/>
              <a:ext cx="12550" cy="12550"/>
            </a:xfrm>
            <a:custGeom>
              <a:avLst/>
              <a:gdLst/>
              <a:ahLst/>
              <a:cxnLst/>
              <a:rect l="l" t="t" r="r" b="b"/>
              <a:pathLst>
                <a:path w="502" h="502" extrusionOk="0">
                  <a:moveTo>
                    <a:pt x="252" y="0"/>
                  </a:moveTo>
                  <a:cubicBezTo>
                    <a:pt x="114" y="0"/>
                    <a:pt x="1" y="114"/>
                    <a:pt x="1" y="252"/>
                  </a:cubicBezTo>
                  <a:cubicBezTo>
                    <a:pt x="1" y="388"/>
                    <a:pt x="114" y="501"/>
                    <a:pt x="252" y="501"/>
                  </a:cubicBezTo>
                  <a:cubicBezTo>
                    <a:pt x="388" y="501"/>
                    <a:pt x="501" y="388"/>
                    <a:pt x="501" y="252"/>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3"/>
            <p:cNvSpPr/>
            <p:nvPr/>
          </p:nvSpPr>
          <p:spPr>
            <a:xfrm>
              <a:off x="1411200" y="5330575"/>
              <a:ext cx="12425" cy="12550"/>
            </a:xfrm>
            <a:custGeom>
              <a:avLst/>
              <a:gdLst/>
              <a:ahLst/>
              <a:cxnLst/>
              <a:rect l="l" t="t" r="r" b="b"/>
              <a:pathLst>
                <a:path w="497" h="502" extrusionOk="0">
                  <a:moveTo>
                    <a:pt x="245" y="0"/>
                  </a:moveTo>
                  <a:cubicBezTo>
                    <a:pt x="109" y="0"/>
                    <a:pt x="1" y="114"/>
                    <a:pt x="1" y="252"/>
                  </a:cubicBezTo>
                  <a:cubicBezTo>
                    <a:pt x="1" y="388"/>
                    <a:pt x="109" y="501"/>
                    <a:pt x="245" y="501"/>
                  </a:cubicBezTo>
                  <a:cubicBezTo>
                    <a:pt x="388" y="501"/>
                    <a:pt x="496" y="388"/>
                    <a:pt x="496" y="252"/>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3"/>
            <p:cNvSpPr/>
            <p:nvPr/>
          </p:nvSpPr>
          <p:spPr>
            <a:xfrm>
              <a:off x="1503000" y="5330575"/>
              <a:ext cx="12525" cy="12550"/>
            </a:xfrm>
            <a:custGeom>
              <a:avLst/>
              <a:gdLst/>
              <a:ahLst/>
              <a:cxnLst/>
              <a:rect l="l" t="t" r="r" b="b"/>
              <a:pathLst>
                <a:path w="501" h="502" extrusionOk="0">
                  <a:moveTo>
                    <a:pt x="250" y="0"/>
                  </a:moveTo>
                  <a:cubicBezTo>
                    <a:pt x="114" y="0"/>
                    <a:pt x="0" y="114"/>
                    <a:pt x="0" y="252"/>
                  </a:cubicBezTo>
                  <a:cubicBezTo>
                    <a:pt x="0" y="388"/>
                    <a:pt x="114" y="501"/>
                    <a:pt x="250" y="501"/>
                  </a:cubicBezTo>
                  <a:cubicBezTo>
                    <a:pt x="387" y="501"/>
                    <a:pt x="501" y="388"/>
                    <a:pt x="501" y="252"/>
                  </a:cubicBezTo>
                  <a:cubicBezTo>
                    <a:pt x="501" y="114"/>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3"/>
            <p:cNvSpPr/>
            <p:nvPr/>
          </p:nvSpPr>
          <p:spPr>
            <a:xfrm>
              <a:off x="1594750" y="5330575"/>
              <a:ext cx="12575" cy="12550"/>
            </a:xfrm>
            <a:custGeom>
              <a:avLst/>
              <a:gdLst/>
              <a:ahLst/>
              <a:cxnLst/>
              <a:rect l="l" t="t" r="r" b="b"/>
              <a:pathLst>
                <a:path w="503" h="502" extrusionOk="0">
                  <a:moveTo>
                    <a:pt x="251" y="0"/>
                  </a:moveTo>
                  <a:cubicBezTo>
                    <a:pt x="115" y="0"/>
                    <a:pt x="0" y="114"/>
                    <a:pt x="0" y="252"/>
                  </a:cubicBezTo>
                  <a:cubicBezTo>
                    <a:pt x="0" y="388"/>
                    <a:pt x="115" y="501"/>
                    <a:pt x="251" y="501"/>
                  </a:cubicBezTo>
                  <a:cubicBezTo>
                    <a:pt x="394" y="501"/>
                    <a:pt x="503" y="388"/>
                    <a:pt x="503" y="252"/>
                  </a:cubicBezTo>
                  <a:cubicBezTo>
                    <a:pt x="503" y="114"/>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3"/>
            <p:cNvSpPr/>
            <p:nvPr/>
          </p:nvSpPr>
          <p:spPr>
            <a:xfrm>
              <a:off x="1686650" y="53305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3"/>
            <p:cNvSpPr/>
            <p:nvPr/>
          </p:nvSpPr>
          <p:spPr>
            <a:xfrm>
              <a:off x="1778450" y="5330575"/>
              <a:ext cx="12550" cy="12550"/>
            </a:xfrm>
            <a:custGeom>
              <a:avLst/>
              <a:gdLst/>
              <a:ahLst/>
              <a:cxnLst/>
              <a:rect l="l" t="t" r="r" b="b"/>
              <a:pathLst>
                <a:path w="502" h="502" extrusionOk="0">
                  <a:moveTo>
                    <a:pt x="252" y="0"/>
                  </a:moveTo>
                  <a:cubicBezTo>
                    <a:pt x="114" y="0"/>
                    <a:pt x="1" y="114"/>
                    <a:pt x="1" y="252"/>
                  </a:cubicBezTo>
                  <a:cubicBezTo>
                    <a:pt x="1" y="388"/>
                    <a:pt x="114" y="501"/>
                    <a:pt x="252" y="501"/>
                  </a:cubicBezTo>
                  <a:cubicBezTo>
                    <a:pt x="388" y="501"/>
                    <a:pt x="501" y="388"/>
                    <a:pt x="501" y="252"/>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3"/>
            <p:cNvSpPr/>
            <p:nvPr/>
          </p:nvSpPr>
          <p:spPr>
            <a:xfrm>
              <a:off x="1870375" y="5330575"/>
              <a:ext cx="12400" cy="12550"/>
            </a:xfrm>
            <a:custGeom>
              <a:avLst/>
              <a:gdLst/>
              <a:ahLst/>
              <a:cxnLst/>
              <a:rect l="l" t="t" r="r" b="b"/>
              <a:pathLst>
                <a:path w="496" h="502" extrusionOk="0">
                  <a:moveTo>
                    <a:pt x="252" y="0"/>
                  </a:moveTo>
                  <a:cubicBezTo>
                    <a:pt x="109" y="0"/>
                    <a:pt x="0" y="114"/>
                    <a:pt x="0" y="252"/>
                  </a:cubicBezTo>
                  <a:cubicBezTo>
                    <a:pt x="0" y="388"/>
                    <a:pt x="109" y="501"/>
                    <a:pt x="252" y="501"/>
                  </a:cubicBezTo>
                  <a:cubicBezTo>
                    <a:pt x="387" y="501"/>
                    <a:pt x="496" y="388"/>
                    <a:pt x="496" y="252"/>
                  </a:cubicBezTo>
                  <a:cubicBezTo>
                    <a:pt x="496"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3"/>
            <p:cNvSpPr/>
            <p:nvPr/>
          </p:nvSpPr>
          <p:spPr>
            <a:xfrm>
              <a:off x="1962150" y="5330575"/>
              <a:ext cx="12550" cy="12550"/>
            </a:xfrm>
            <a:custGeom>
              <a:avLst/>
              <a:gdLst/>
              <a:ahLst/>
              <a:cxnLst/>
              <a:rect l="l" t="t" r="r" b="b"/>
              <a:pathLst>
                <a:path w="502" h="502" extrusionOk="0">
                  <a:moveTo>
                    <a:pt x="250" y="0"/>
                  </a:moveTo>
                  <a:cubicBezTo>
                    <a:pt x="114" y="0"/>
                    <a:pt x="1" y="114"/>
                    <a:pt x="1" y="252"/>
                  </a:cubicBezTo>
                  <a:cubicBezTo>
                    <a:pt x="1" y="388"/>
                    <a:pt x="114" y="501"/>
                    <a:pt x="250" y="501"/>
                  </a:cubicBezTo>
                  <a:cubicBezTo>
                    <a:pt x="388" y="501"/>
                    <a:pt x="502" y="388"/>
                    <a:pt x="502" y="252"/>
                  </a:cubicBezTo>
                  <a:cubicBezTo>
                    <a:pt x="502"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3"/>
            <p:cNvSpPr/>
            <p:nvPr/>
          </p:nvSpPr>
          <p:spPr>
            <a:xfrm>
              <a:off x="2054075" y="5330575"/>
              <a:ext cx="12425" cy="12550"/>
            </a:xfrm>
            <a:custGeom>
              <a:avLst/>
              <a:gdLst/>
              <a:ahLst/>
              <a:cxnLst/>
              <a:rect l="l" t="t" r="r" b="b"/>
              <a:pathLst>
                <a:path w="497" h="502" extrusionOk="0">
                  <a:moveTo>
                    <a:pt x="252" y="0"/>
                  </a:moveTo>
                  <a:cubicBezTo>
                    <a:pt x="109" y="0"/>
                    <a:pt x="1" y="114"/>
                    <a:pt x="1" y="252"/>
                  </a:cubicBezTo>
                  <a:cubicBezTo>
                    <a:pt x="1" y="388"/>
                    <a:pt x="109" y="501"/>
                    <a:pt x="252" y="501"/>
                  </a:cubicBezTo>
                  <a:cubicBezTo>
                    <a:pt x="388" y="501"/>
                    <a:pt x="496" y="388"/>
                    <a:pt x="496" y="252"/>
                  </a:cubicBezTo>
                  <a:cubicBezTo>
                    <a:pt x="496"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3"/>
            <p:cNvSpPr/>
            <p:nvPr/>
          </p:nvSpPr>
          <p:spPr>
            <a:xfrm>
              <a:off x="2145825" y="53305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3"/>
            <p:cNvSpPr/>
            <p:nvPr/>
          </p:nvSpPr>
          <p:spPr>
            <a:xfrm>
              <a:off x="2237800" y="5330575"/>
              <a:ext cx="12350" cy="12550"/>
            </a:xfrm>
            <a:custGeom>
              <a:avLst/>
              <a:gdLst/>
              <a:ahLst/>
              <a:cxnLst/>
              <a:rect l="l" t="t" r="r" b="b"/>
              <a:pathLst>
                <a:path w="494" h="502" extrusionOk="0">
                  <a:moveTo>
                    <a:pt x="244" y="0"/>
                  </a:moveTo>
                  <a:cubicBezTo>
                    <a:pt x="107" y="0"/>
                    <a:pt x="0" y="114"/>
                    <a:pt x="0" y="252"/>
                  </a:cubicBezTo>
                  <a:cubicBezTo>
                    <a:pt x="0" y="388"/>
                    <a:pt x="107" y="501"/>
                    <a:pt x="244" y="501"/>
                  </a:cubicBezTo>
                  <a:cubicBezTo>
                    <a:pt x="387" y="501"/>
                    <a:pt x="494" y="388"/>
                    <a:pt x="494" y="252"/>
                  </a:cubicBezTo>
                  <a:cubicBezTo>
                    <a:pt x="494" y="114"/>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3"/>
            <p:cNvSpPr/>
            <p:nvPr/>
          </p:nvSpPr>
          <p:spPr>
            <a:xfrm>
              <a:off x="2329550" y="5330575"/>
              <a:ext cx="12575" cy="12550"/>
            </a:xfrm>
            <a:custGeom>
              <a:avLst/>
              <a:gdLst/>
              <a:ahLst/>
              <a:cxnLst/>
              <a:rect l="l" t="t" r="r" b="b"/>
              <a:pathLst>
                <a:path w="503" h="502" extrusionOk="0">
                  <a:moveTo>
                    <a:pt x="251" y="0"/>
                  </a:moveTo>
                  <a:cubicBezTo>
                    <a:pt x="115" y="0"/>
                    <a:pt x="0" y="114"/>
                    <a:pt x="0" y="252"/>
                  </a:cubicBezTo>
                  <a:cubicBezTo>
                    <a:pt x="0" y="388"/>
                    <a:pt x="115" y="501"/>
                    <a:pt x="251" y="501"/>
                  </a:cubicBezTo>
                  <a:cubicBezTo>
                    <a:pt x="387" y="501"/>
                    <a:pt x="502" y="388"/>
                    <a:pt x="502" y="252"/>
                  </a:cubicBezTo>
                  <a:cubicBezTo>
                    <a:pt x="502"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3"/>
            <p:cNvSpPr/>
            <p:nvPr/>
          </p:nvSpPr>
          <p:spPr>
            <a:xfrm>
              <a:off x="2421325" y="5330575"/>
              <a:ext cx="12550" cy="12550"/>
            </a:xfrm>
            <a:custGeom>
              <a:avLst/>
              <a:gdLst/>
              <a:ahLst/>
              <a:cxnLst/>
              <a:rect l="l" t="t" r="r" b="b"/>
              <a:pathLst>
                <a:path w="502" h="502" extrusionOk="0">
                  <a:moveTo>
                    <a:pt x="250" y="0"/>
                  </a:moveTo>
                  <a:cubicBezTo>
                    <a:pt x="114" y="0"/>
                    <a:pt x="1" y="114"/>
                    <a:pt x="1" y="252"/>
                  </a:cubicBezTo>
                  <a:cubicBezTo>
                    <a:pt x="1" y="388"/>
                    <a:pt x="114" y="501"/>
                    <a:pt x="250" y="501"/>
                  </a:cubicBezTo>
                  <a:cubicBezTo>
                    <a:pt x="395" y="501"/>
                    <a:pt x="501" y="388"/>
                    <a:pt x="501" y="252"/>
                  </a:cubicBezTo>
                  <a:cubicBezTo>
                    <a:pt x="501" y="114"/>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3"/>
            <p:cNvSpPr/>
            <p:nvPr/>
          </p:nvSpPr>
          <p:spPr>
            <a:xfrm>
              <a:off x="2513250" y="5330575"/>
              <a:ext cx="12575" cy="12550"/>
            </a:xfrm>
            <a:custGeom>
              <a:avLst/>
              <a:gdLst/>
              <a:ahLst/>
              <a:cxnLst/>
              <a:rect l="l" t="t" r="r" b="b"/>
              <a:pathLst>
                <a:path w="503" h="502" extrusionOk="0">
                  <a:moveTo>
                    <a:pt x="252" y="0"/>
                  </a:moveTo>
                  <a:cubicBezTo>
                    <a:pt x="109" y="0"/>
                    <a:pt x="0" y="114"/>
                    <a:pt x="0" y="252"/>
                  </a:cubicBezTo>
                  <a:cubicBezTo>
                    <a:pt x="0" y="388"/>
                    <a:pt x="109"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3"/>
            <p:cNvSpPr/>
            <p:nvPr/>
          </p:nvSpPr>
          <p:spPr>
            <a:xfrm>
              <a:off x="2605000" y="5330575"/>
              <a:ext cx="12575" cy="12550"/>
            </a:xfrm>
            <a:custGeom>
              <a:avLst/>
              <a:gdLst/>
              <a:ahLst/>
              <a:cxnLst/>
              <a:rect l="l" t="t" r="r" b="b"/>
              <a:pathLst>
                <a:path w="503" h="502" extrusionOk="0">
                  <a:moveTo>
                    <a:pt x="252" y="0"/>
                  </a:moveTo>
                  <a:cubicBezTo>
                    <a:pt x="116" y="0"/>
                    <a:pt x="0" y="114"/>
                    <a:pt x="0" y="252"/>
                  </a:cubicBezTo>
                  <a:cubicBezTo>
                    <a:pt x="0" y="388"/>
                    <a:pt x="116" y="501"/>
                    <a:pt x="252" y="501"/>
                  </a:cubicBezTo>
                  <a:cubicBezTo>
                    <a:pt x="387" y="501"/>
                    <a:pt x="503" y="388"/>
                    <a:pt x="503" y="252"/>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3"/>
            <p:cNvSpPr/>
            <p:nvPr/>
          </p:nvSpPr>
          <p:spPr>
            <a:xfrm>
              <a:off x="2696950" y="5330575"/>
              <a:ext cx="12375" cy="12550"/>
            </a:xfrm>
            <a:custGeom>
              <a:avLst/>
              <a:gdLst/>
              <a:ahLst/>
              <a:cxnLst/>
              <a:rect l="l" t="t" r="r" b="b"/>
              <a:pathLst>
                <a:path w="495" h="502" extrusionOk="0">
                  <a:moveTo>
                    <a:pt x="252" y="0"/>
                  </a:moveTo>
                  <a:cubicBezTo>
                    <a:pt x="108" y="0"/>
                    <a:pt x="1" y="114"/>
                    <a:pt x="1" y="252"/>
                  </a:cubicBezTo>
                  <a:cubicBezTo>
                    <a:pt x="1" y="388"/>
                    <a:pt x="108" y="501"/>
                    <a:pt x="252" y="501"/>
                  </a:cubicBezTo>
                  <a:cubicBezTo>
                    <a:pt x="388" y="501"/>
                    <a:pt x="495" y="388"/>
                    <a:pt x="495" y="252"/>
                  </a:cubicBezTo>
                  <a:cubicBezTo>
                    <a:pt x="495"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3"/>
            <p:cNvSpPr/>
            <p:nvPr/>
          </p:nvSpPr>
          <p:spPr>
            <a:xfrm>
              <a:off x="2788700" y="53305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3"/>
            <p:cNvSpPr/>
            <p:nvPr/>
          </p:nvSpPr>
          <p:spPr>
            <a:xfrm>
              <a:off x="2880675" y="5330575"/>
              <a:ext cx="12375" cy="12550"/>
            </a:xfrm>
            <a:custGeom>
              <a:avLst/>
              <a:gdLst/>
              <a:ahLst/>
              <a:cxnLst/>
              <a:rect l="l" t="t" r="r" b="b"/>
              <a:pathLst>
                <a:path w="495" h="502" extrusionOk="0">
                  <a:moveTo>
                    <a:pt x="243" y="0"/>
                  </a:moveTo>
                  <a:cubicBezTo>
                    <a:pt x="107" y="0"/>
                    <a:pt x="0" y="114"/>
                    <a:pt x="0" y="252"/>
                  </a:cubicBezTo>
                  <a:cubicBezTo>
                    <a:pt x="0" y="388"/>
                    <a:pt x="107" y="501"/>
                    <a:pt x="243" y="501"/>
                  </a:cubicBezTo>
                  <a:cubicBezTo>
                    <a:pt x="387" y="501"/>
                    <a:pt x="494" y="388"/>
                    <a:pt x="494" y="252"/>
                  </a:cubicBezTo>
                  <a:cubicBezTo>
                    <a:pt x="494" y="114"/>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3"/>
            <p:cNvSpPr/>
            <p:nvPr/>
          </p:nvSpPr>
          <p:spPr>
            <a:xfrm>
              <a:off x="2972425" y="5330575"/>
              <a:ext cx="12575" cy="12550"/>
            </a:xfrm>
            <a:custGeom>
              <a:avLst/>
              <a:gdLst/>
              <a:ahLst/>
              <a:cxnLst/>
              <a:rect l="l" t="t" r="r" b="b"/>
              <a:pathLst>
                <a:path w="503" h="502" extrusionOk="0">
                  <a:moveTo>
                    <a:pt x="251" y="0"/>
                  </a:moveTo>
                  <a:cubicBezTo>
                    <a:pt x="115" y="0"/>
                    <a:pt x="0" y="114"/>
                    <a:pt x="0" y="252"/>
                  </a:cubicBezTo>
                  <a:cubicBezTo>
                    <a:pt x="0" y="388"/>
                    <a:pt x="115" y="501"/>
                    <a:pt x="251" y="501"/>
                  </a:cubicBezTo>
                  <a:cubicBezTo>
                    <a:pt x="387" y="501"/>
                    <a:pt x="503" y="388"/>
                    <a:pt x="503" y="252"/>
                  </a:cubicBezTo>
                  <a:cubicBezTo>
                    <a:pt x="503"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3"/>
            <p:cNvSpPr/>
            <p:nvPr/>
          </p:nvSpPr>
          <p:spPr>
            <a:xfrm>
              <a:off x="3064375" y="5330575"/>
              <a:ext cx="12375" cy="12550"/>
            </a:xfrm>
            <a:custGeom>
              <a:avLst/>
              <a:gdLst/>
              <a:ahLst/>
              <a:cxnLst/>
              <a:rect l="l" t="t" r="r" b="b"/>
              <a:pathLst>
                <a:path w="495" h="502" extrusionOk="0">
                  <a:moveTo>
                    <a:pt x="243" y="0"/>
                  </a:moveTo>
                  <a:cubicBezTo>
                    <a:pt x="107" y="0"/>
                    <a:pt x="1" y="114"/>
                    <a:pt x="1" y="252"/>
                  </a:cubicBezTo>
                  <a:cubicBezTo>
                    <a:pt x="1" y="388"/>
                    <a:pt x="107" y="501"/>
                    <a:pt x="243" y="501"/>
                  </a:cubicBezTo>
                  <a:cubicBezTo>
                    <a:pt x="388" y="501"/>
                    <a:pt x="495" y="388"/>
                    <a:pt x="495" y="252"/>
                  </a:cubicBezTo>
                  <a:cubicBezTo>
                    <a:pt x="495" y="114"/>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3"/>
            <p:cNvSpPr/>
            <p:nvPr/>
          </p:nvSpPr>
          <p:spPr>
            <a:xfrm>
              <a:off x="3156125" y="53305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3"/>
            <p:cNvSpPr/>
            <p:nvPr/>
          </p:nvSpPr>
          <p:spPr>
            <a:xfrm>
              <a:off x="3247875" y="5330575"/>
              <a:ext cx="12575" cy="12550"/>
            </a:xfrm>
            <a:custGeom>
              <a:avLst/>
              <a:gdLst/>
              <a:ahLst/>
              <a:cxnLst/>
              <a:rect l="l" t="t" r="r" b="b"/>
              <a:pathLst>
                <a:path w="503"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3"/>
            <p:cNvSpPr/>
            <p:nvPr/>
          </p:nvSpPr>
          <p:spPr>
            <a:xfrm>
              <a:off x="3339850" y="5330575"/>
              <a:ext cx="12525" cy="12550"/>
            </a:xfrm>
            <a:custGeom>
              <a:avLst/>
              <a:gdLst/>
              <a:ahLst/>
              <a:cxnLst/>
              <a:rect l="l" t="t" r="r" b="b"/>
              <a:pathLst>
                <a:path w="501" h="502" extrusionOk="0">
                  <a:moveTo>
                    <a:pt x="251" y="0"/>
                  </a:moveTo>
                  <a:cubicBezTo>
                    <a:pt x="107" y="0"/>
                    <a:pt x="0" y="114"/>
                    <a:pt x="0" y="252"/>
                  </a:cubicBezTo>
                  <a:cubicBezTo>
                    <a:pt x="0" y="388"/>
                    <a:pt x="107" y="501"/>
                    <a:pt x="251" y="501"/>
                  </a:cubicBezTo>
                  <a:cubicBezTo>
                    <a:pt x="387" y="501"/>
                    <a:pt x="501" y="388"/>
                    <a:pt x="501" y="252"/>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3"/>
            <p:cNvSpPr/>
            <p:nvPr/>
          </p:nvSpPr>
          <p:spPr>
            <a:xfrm>
              <a:off x="3431575" y="53305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3"/>
            <p:cNvSpPr/>
            <p:nvPr/>
          </p:nvSpPr>
          <p:spPr>
            <a:xfrm>
              <a:off x="3523550" y="5330575"/>
              <a:ext cx="12375" cy="12550"/>
            </a:xfrm>
            <a:custGeom>
              <a:avLst/>
              <a:gdLst/>
              <a:ahLst/>
              <a:cxnLst/>
              <a:rect l="l" t="t" r="r" b="b"/>
              <a:pathLst>
                <a:path w="495" h="502" extrusionOk="0">
                  <a:moveTo>
                    <a:pt x="250" y="0"/>
                  </a:moveTo>
                  <a:cubicBezTo>
                    <a:pt x="107" y="0"/>
                    <a:pt x="0" y="114"/>
                    <a:pt x="0" y="252"/>
                  </a:cubicBezTo>
                  <a:cubicBezTo>
                    <a:pt x="0" y="388"/>
                    <a:pt x="107" y="501"/>
                    <a:pt x="250" y="501"/>
                  </a:cubicBezTo>
                  <a:cubicBezTo>
                    <a:pt x="388" y="501"/>
                    <a:pt x="494" y="388"/>
                    <a:pt x="494" y="252"/>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3"/>
            <p:cNvSpPr/>
            <p:nvPr/>
          </p:nvSpPr>
          <p:spPr>
            <a:xfrm>
              <a:off x="676400" y="5422500"/>
              <a:ext cx="12600" cy="12575"/>
            </a:xfrm>
            <a:custGeom>
              <a:avLst/>
              <a:gdLst/>
              <a:ahLst/>
              <a:cxnLst/>
              <a:rect l="l" t="t" r="r" b="b"/>
              <a:pathLst>
                <a:path w="504" h="503" extrusionOk="0">
                  <a:moveTo>
                    <a:pt x="252" y="0"/>
                  </a:moveTo>
                  <a:cubicBezTo>
                    <a:pt x="116" y="0"/>
                    <a:pt x="1" y="109"/>
                    <a:pt x="1" y="251"/>
                  </a:cubicBezTo>
                  <a:cubicBezTo>
                    <a:pt x="1" y="387"/>
                    <a:pt x="116" y="503"/>
                    <a:pt x="252" y="503"/>
                  </a:cubicBezTo>
                  <a:cubicBezTo>
                    <a:pt x="388" y="503"/>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3"/>
            <p:cNvSpPr/>
            <p:nvPr/>
          </p:nvSpPr>
          <p:spPr>
            <a:xfrm>
              <a:off x="768325" y="5422500"/>
              <a:ext cx="12400" cy="12575"/>
            </a:xfrm>
            <a:custGeom>
              <a:avLst/>
              <a:gdLst/>
              <a:ahLst/>
              <a:cxnLst/>
              <a:rect l="l" t="t" r="r" b="b"/>
              <a:pathLst>
                <a:path w="496" h="503" extrusionOk="0">
                  <a:moveTo>
                    <a:pt x="245" y="0"/>
                  </a:moveTo>
                  <a:cubicBezTo>
                    <a:pt x="109" y="0"/>
                    <a:pt x="0" y="109"/>
                    <a:pt x="0" y="251"/>
                  </a:cubicBezTo>
                  <a:cubicBezTo>
                    <a:pt x="0" y="387"/>
                    <a:pt x="109" y="503"/>
                    <a:pt x="245" y="503"/>
                  </a:cubicBezTo>
                  <a:cubicBezTo>
                    <a:pt x="388" y="503"/>
                    <a:pt x="496" y="387"/>
                    <a:pt x="496" y="251"/>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3"/>
            <p:cNvSpPr/>
            <p:nvPr/>
          </p:nvSpPr>
          <p:spPr>
            <a:xfrm>
              <a:off x="860125" y="5422500"/>
              <a:ext cx="12525" cy="12575"/>
            </a:xfrm>
            <a:custGeom>
              <a:avLst/>
              <a:gdLst/>
              <a:ahLst/>
              <a:cxnLst/>
              <a:rect l="l" t="t" r="r" b="b"/>
              <a:pathLst>
                <a:path w="501" h="503" extrusionOk="0">
                  <a:moveTo>
                    <a:pt x="251" y="0"/>
                  </a:moveTo>
                  <a:cubicBezTo>
                    <a:pt x="114" y="0"/>
                    <a:pt x="0" y="109"/>
                    <a:pt x="0" y="251"/>
                  </a:cubicBezTo>
                  <a:cubicBezTo>
                    <a:pt x="0" y="387"/>
                    <a:pt x="114" y="503"/>
                    <a:pt x="251" y="503"/>
                  </a:cubicBezTo>
                  <a:cubicBezTo>
                    <a:pt x="387" y="503"/>
                    <a:pt x="501" y="387"/>
                    <a:pt x="501" y="251"/>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3"/>
            <p:cNvSpPr/>
            <p:nvPr/>
          </p:nvSpPr>
          <p:spPr>
            <a:xfrm>
              <a:off x="951850" y="5422500"/>
              <a:ext cx="12600" cy="12575"/>
            </a:xfrm>
            <a:custGeom>
              <a:avLst/>
              <a:gdLst/>
              <a:ahLst/>
              <a:cxnLst/>
              <a:rect l="l" t="t" r="r" b="b"/>
              <a:pathLst>
                <a:path w="504" h="503" extrusionOk="0">
                  <a:moveTo>
                    <a:pt x="252" y="0"/>
                  </a:moveTo>
                  <a:cubicBezTo>
                    <a:pt x="116" y="0"/>
                    <a:pt x="1" y="109"/>
                    <a:pt x="1" y="251"/>
                  </a:cubicBezTo>
                  <a:cubicBezTo>
                    <a:pt x="1" y="387"/>
                    <a:pt x="116" y="503"/>
                    <a:pt x="252" y="503"/>
                  </a:cubicBezTo>
                  <a:cubicBezTo>
                    <a:pt x="388" y="503"/>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3"/>
            <p:cNvSpPr/>
            <p:nvPr/>
          </p:nvSpPr>
          <p:spPr>
            <a:xfrm>
              <a:off x="1043825" y="5422500"/>
              <a:ext cx="12375" cy="12575"/>
            </a:xfrm>
            <a:custGeom>
              <a:avLst/>
              <a:gdLst/>
              <a:ahLst/>
              <a:cxnLst/>
              <a:rect l="l" t="t" r="r" b="b"/>
              <a:pathLst>
                <a:path w="495" h="503" extrusionOk="0">
                  <a:moveTo>
                    <a:pt x="250" y="0"/>
                  </a:moveTo>
                  <a:cubicBezTo>
                    <a:pt x="107" y="0"/>
                    <a:pt x="0" y="109"/>
                    <a:pt x="0" y="251"/>
                  </a:cubicBezTo>
                  <a:cubicBezTo>
                    <a:pt x="0" y="387"/>
                    <a:pt x="107" y="503"/>
                    <a:pt x="250" y="503"/>
                  </a:cubicBezTo>
                  <a:cubicBezTo>
                    <a:pt x="388" y="503"/>
                    <a:pt x="494" y="387"/>
                    <a:pt x="494" y="251"/>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3"/>
            <p:cNvSpPr/>
            <p:nvPr/>
          </p:nvSpPr>
          <p:spPr>
            <a:xfrm>
              <a:off x="1135575" y="5422500"/>
              <a:ext cx="12575" cy="12575"/>
            </a:xfrm>
            <a:custGeom>
              <a:avLst/>
              <a:gdLst/>
              <a:ahLst/>
              <a:cxnLst/>
              <a:rect l="l" t="t" r="r" b="b"/>
              <a:pathLst>
                <a:path w="503" h="503" extrusionOk="0">
                  <a:moveTo>
                    <a:pt x="252" y="0"/>
                  </a:moveTo>
                  <a:cubicBezTo>
                    <a:pt x="116" y="0"/>
                    <a:pt x="0" y="109"/>
                    <a:pt x="0" y="251"/>
                  </a:cubicBezTo>
                  <a:cubicBezTo>
                    <a:pt x="0" y="387"/>
                    <a:pt x="116" y="503"/>
                    <a:pt x="252" y="503"/>
                  </a:cubicBezTo>
                  <a:cubicBezTo>
                    <a:pt x="387" y="503"/>
                    <a:pt x="503" y="387"/>
                    <a:pt x="503" y="251"/>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3"/>
            <p:cNvSpPr/>
            <p:nvPr/>
          </p:nvSpPr>
          <p:spPr>
            <a:xfrm>
              <a:off x="1227500" y="5422500"/>
              <a:ext cx="12400" cy="12575"/>
            </a:xfrm>
            <a:custGeom>
              <a:avLst/>
              <a:gdLst/>
              <a:ahLst/>
              <a:cxnLst/>
              <a:rect l="l" t="t" r="r" b="b"/>
              <a:pathLst>
                <a:path w="496" h="503" extrusionOk="0">
                  <a:moveTo>
                    <a:pt x="251" y="0"/>
                  </a:moveTo>
                  <a:cubicBezTo>
                    <a:pt x="109" y="0"/>
                    <a:pt x="0" y="109"/>
                    <a:pt x="0" y="251"/>
                  </a:cubicBezTo>
                  <a:cubicBezTo>
                    <a:pt x="0" y="387"/>
                    <a:pt x="109" y="503"/>
                    <a:pt x="251" y="503"/>
                  </a:cubicBezTo>
                  <a:cubicBezTo>
                    <a:pt x="387" y="503"/>
                    <a:pt x="496" y="387"/>
                    <a:pt x="496" y="251"/>
                  </a:cubicBezTo>
                  <a:cubicBezTo>
                    <a:pt x="496"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3"/>
            <p:cNvSpPr/>
            <p:nvPr/>
          </p:nvSpPr>
          <p:spPr>
            <a:xfrm>
              <a:off x="1319275" y="5422500"/>
              <a:ext cx="12550" cy="12575"/>
            </a:xfrm>
            <a:custGeom>
              <a:avLst/>
              <a:gdLst/>
              <a:ahLst/>
              <a:cxnLst/>
              <a:rect l="l" t="t" r="r" b="b"/>
              <a:pathLst>
                <a:path w="502" h="503" extrusionOk="0">
                  <a:moveTo>
                    <a:pt x="252" y="0"/>
                  </a:moveTo>
                  <a:cubicBezTo>
                    <a:pt x="114" y="0"/>
                    <a:pt x="1" y="109"/>
                    <a:pt x="1" y="251"/>
                  </a:cubicBezTo>
                  <a:cubicBezTo>
                    <a:pt x="1" y="387"/>
                    <a:pt x="114" y="503"/>
                    <a:pt x="252" y="503"/>
                  </a:cubicBezTo>
                  <a:cubicBezTo>
                    <a:pt x="388" y="503"/>
                    <a:pt x="501" y="387"/>
                    <a:pt x="501" y="251"/>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3"/>
            <p:cNvSpPr/>
            <p:nvPr/>
          </p:nvSpPr>
          <p:spPr>
            <a:xfrm>
              <a:off x="1411200" y="5422500"/>
              <a:ext cx="12425" cy="12575"/>
            </a:xfrm>
            <a:custGeom>
              <a:avLst/>
              <a:gdLst/>
              <a:ahLst/>
              <a:cxnLst/>
              <a:rect l="l" t="t" r="r" b="b"/>
              <a:pathLst>
                <a:path w="497" h="503" extrusionOk="0">
                  <a:moveTo>
                    <a:pt x="245" y="0"/>
                  </a:moveTo>
                  <a:cubicBezTo>
                    <a:pt x="109" y="0"/>
                    <a:pt x="1" y="109"/>
                    <a:pt x="1" y="251"/>
                  </a:cubicBezTo>
                  <a:cubicBezTo>
                    <a:pt x="1" y="387"/>
                    <a:pt x="109" y="503"/>
                    <a:pt x="245" y="503"/>
                  </a:cubicBezTo>
                  <a:cubicBezTo>
                    <a:pt x="388" y="503"/>
                    <a:pt x="496" y="387"/>
                    <a:pt x="496" y="251"/>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3"/>
            <p:cNvSpPr/>
            <p:nvPr/>
          </p:nvSpPr>
          <p:spPr>
            <a:xfrm>
              <a:off x="1503000" y="5422500"/>
              <a:ext cx="12525" cy="12575"/>
            </a:xfrm>
            <a:custGeom>
              <a:avLst/>
              <a:gdLst/>
              <a:ahLst/>
              <a:cxnLst/>
              <a:rect l="l" t="t" r="r" b="b"/>
              <a:pathLst>
                <a:path w="501" h="503" extrusionOk="0">
                  <a:moveTo>
                    <a:pt x="250" y="0"/>
                  </a:moveTo>
                  <a:cubicBezTo>
                    <a:pt x="114" y="0"/>
                    <a:pt x="0" y="109"/>
                    <a:pt x="0" y="251"/>
                  </a:cubicBezTo>
                  <a:cubicBezTo>
                    <a:pt x="0" y="387"/>
                    <a:pt x="114" y="503"/>
                    <a:pt x="250" y="503"/>
                  </a:cubicBezTo>
                  <a:cubicBezTo>
                    <a:pt x="387" y="503"/>
                    <a:pt x="501" y="387"/>
                    <a:pt x="501" y="251"/>
                  </a:cubicBezTo>
                  <a:cubicBezTo>
                    <a:pt x="501" y="109"/>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3"/>
            <p:cNvSpPr/>
            <p:nvPr/>
          </p:nvSpPr>
          <p:spPr>
            <a:xfrm>
              <a:off x="1594750" y="5422500"/>
              <a:ext cx="12575" cy="12575"/>
            </a:xfrm>
            <a:custGeom>
              <a:avLst/>
              <a:gdLst/>
              <a:ahLst/>
              <a:cxnLst/>
              <a:rect l="l" t="t" r="r" b="b"/>
              <a:pathLst>
                <a:path w="503" h="503" extrusionOk="0">
                  <a:moveTo>
                    <a:pt x="251" y="0"/>
                  </a:moveTo>
                  <a:cubicBezTo>
                    <a:pt x="115" y="0"/>
                    <a:pt x="0" y="109"/>
                    <a:pt x="0" y="251"/>
                  </a:cubicBezTo>
                  <a:cubicBezTo>
                    <a:pt x="0" y="387"/>
                    <a:pt x="115" y="503"/>
                    <a:pt x="251" y="503"/>
                  </a:cubicBezTo>
                  <a:cubicBezTo>
                    <a:pt x="394" y="503"/>
                    <a:pt x="503" y="387"/>
                    <a:pt x="503" y="251"/>
                  </a:cubicBezTo>
                  <a:cubicBezTo>
                    <a:pt x="503" y="109"/>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3"/>
            <p:cNvSpPr/>
            <p:nvPr/>
          </p:nvSpPr>
          <p:spPr>
            <a:xfrm>
              <a:off x="1686650" y="5422500"/>
              <a:ext cx="12600" cy="12575"/>
            </a:xfrm>
            <a:custGeom>
              <a:avLst/>
              <a:gdLst/>
              <a:ahLst/>
              <a:cxnLst/>
              <a:rect l="l" t="t" r="r" b="b"/>
              <a:pathLst>
                <a:path w="504" h="503" extrusionOk="0">
                  <a:moveTo>
                    <a:pt x="252" y="0"/>
                  </a:moveTo>
                  <a:cubicBezTo>
                    <a:pt x="116" y="0"/>
                    <a:pt x="1" y="109"/>
                    <a:pt x="1" y="251"/>
                  </a:cubicBezTo>
                  <a:cubicBezTo>
                    <a:pt x="1" y="387"/>
                    <a:pt x="116" y="503"/>
                    <a:pt x="252" y="503"/>
                  </a:cubicBezTo>
                  <a:cubicBezTo>
                    <a:pt x="388" y="503"/>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3"/>
            <p:cNvSpPr/>
            <p:nvPr/>
          </p:nvSpPr>
          <p:spPr>
            <a:xfrm>
              <a:off x="1778450" y="5422500"/>
              <a:ext cx="12550" cy="12575"/>
            </a:xfrm>
            <a:custGeom>
              <a:avLst/>
              <a:gdLst/>
              <a:ahLst/>
              <a:cxnLst/>
              <a:rect l="l" t="t" r="r" b="b"/>
              <a:pathLst>
                <a:path w="502" h="503" extrusionOk="0">
                  <a:moveTo>
                    <a:pt x="252" y="0"/>
                  </a:moveTo>
                  <a:cubicBezTo>
                    <a:pt x="114" y="0"/>
                    <a:pt x="1" y="109"/>
                    <a:pt x="1" y="251"/>
                  </a:cubicBezTo>
                  <a:cubicBezTo>
                    <a:pt x="1" y="387"/>
                    <a:pt x="114" y="503"/>
                    <a:pt x="252" y="503"/>
                  </a:cubicBezTo>
                  <a:cubicBezTo>
                    <a:pt x="388" y="503"/>
                    <a:pt x="501" y="387"/>
                    <a:pt x="501" y="251"/>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3"/>
            <p:cNvSpPr/>
            <p:nvPr/>
          </p:nvSpPr>
          <p:spPr>
            <a:xfrm>
              <a:off x="1870375" y="5422500"/>
              <a:ext cx="12400" cy="12575"/>
            </a:xfrm>
            <a:custGeom>
              <a:avLst/>
              <a:gdLst/>
              <a:ahLst/>
              <a:cxnLst/>
              <a:rect l="l" t="t" r="r" b="b"/>
              <a:pathLst>
                <a:path w="496" h="503" extrusionOk="0">
                  <a:moveTo>
                    <a:pt x="252" y="0"/>
                  </a:moveTo>
                  <a:cubicBezTo>
                    <a:pt x="109" y="0"/>
                    <a:pt x="0" y="109"/>
                    <a:pt x="0" y="251"/>
                  </a:cubicBezTo>
                  <a:cubicBezTo>
                    <a:pt x="0" y="387"/>
                    <a:pt x="109" y="503"/>
                    <a:pt x="252" y="503"/>
                  </a:cubicBezTo>
                  <a:cubicBezTo>
                    <a:pt x="387" y="503"/>
                    <a:pt x="496" y="387"/>
                    <a:pt x="496" y="251"/>
                  </a:cubicBezTo>
                  <a:cubicBezTo>
                    <a:pt x="496"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3"/>
            <p:cNvSpPr/>
            <p:nvPr/>
          </p:nvSpPr>
          <p:spPr>
            <a:xfrm>
              <a:off x="1962150" y="5422500"/>
              <a:ext cx="12550" cy="12575"/>
            </a:xfrm>
            <a:custGeom>
              <a:avLst/>
              <a:gdLst/>
              <a:ahLst/>
              <a:cxnLst/>
              <a:rect l="l" t="t" r="r" b="b"/>
              <a:pathLst>
                <a:path w="502" h="503" extrusionOk="0">
                  <a:moveTo>
                    <a:pt x="250" y="0"/>
                  </a:moveTo>
                  <a:cubicBezTo>
                    <a:pt x="114" y="0"/>
                    <a:pt x="1" y="109"/>
                    <a:pt x="1" y="251"/>
                  </a:cubicBezTo>
                  <a:cubicBezTo>
                    <a:pt x="1" y="387"/>
                    <a:pt x="114" y="503"/>
                    <a:pt x="250" y="503"/>
                  </a:cubicBezTo>
                  <a:cubicBezTo>
                    <a:pt x="388" y="503"/>
                    <a:pt x="502" y="387"/>
                    <a:pt x="502" y="251"/>
                  </a:cubicBezTo>
                  <a:cubicBezTo>
                    <a:pt x="502"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3"/>
            <p:cNvSpPr/>
            <p:nvPr/>
          </p:nvSpPr>
          <p:spPr>
            <a:xfrm>
              <a:off x="2054075" y="5422500"/>
              <a:ext cx="12425" cy="12575"/>
            </a:xfrm>
            <a:custGeom>
              <a:avLst/>
              <a:gdLst/>
              <a:ahLst/>
              <a:cxnLst/>
              <a:rect l="l" t="t" r="r" b="b"/>
              <a:pathLst>
                <a:path w="497" h="503" extrusionOk="0">
                  <a:moveTo>
                    <a:pt x="252" y="0"/>
                  </a:moveTo>
                  <a:cubicBezTo>
                    <a:pt x="109" y="0"/>
                    <a:pt x="1" y="109"/>
                    <a:pt x="1" y="251"/>
                  </a:cubicBezTo>
                  <a:cubicBezTo>
                    <a:pt x="1" y="387"/>
                    <a:pt x="109" y="503"/>
                    <a:pt x="252" y="503"/>
                  </a:cubicBezTo>
                  <a:cubicBezTo>
                    <a:pt x="388" y="503"/>
                    <a:pt x="496" y="387"/>
                    <a:pt x="496" y="251"/>
                  </a:cubicBezTo>
                  <a:cubicBezTo>
                    <a:pt x="496"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3"/>
            <p:cNvSpPr/>
            <p:nvPr/>
          </p:nvSpPr>
          <p:spPr>
            <a:xfrm>
              <a:off x="2145825" y="5422500"/>
              <a:ext cx="12600" cy="12575"/>
            </a:xfrm>
            <a:custGeom>
              <a:avLst/>
              <a:gdLst/>
              <a:ahLst/>
              <a:cxnLst/>
              <a:rect l="l" t="t" r="r" b="b"/>
              <a:pathLst>
                <a:path w="504" h="503" extrusionOk="0">
                  <a:moveTo>
                    <a:pt x="252" y="0"/>
                  </a:moveTo>
                  <a:cubicBezTo>
                    <a:pt x="116" y="0"/>
                    <a:pt x="1" y="109"/>
                    <a:pt x="1" y="251"/>
                  </a:cubicBezTo>
                  <a:cubicBezTo>
                    <a:pt x="1" y="387"/>
                    <a:pt x="116" y="503"/>
                    <a:pt x="252" y="503"/>
                  </a:cubicBezTo>
                  <a:cubicBezTo>
                    <a:pt x="388" y="503"/>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3"/>
            <p:cNvSpPr/>
            <p:nvPr/>
          </p:nvSpPr>
          <p:spPr>
            <a:xfrm>
              <a:off x="2237800" y="5422500"/>
              <a:ext cx="12350" cy="12575"/>
            </a:xfrm>
            <a:custGeom>
              <a:avLst/>
              <a:gdLst/>
              <a:ahLst/>
              <a:cxnLst/>
              <a:rect l="l" t="t" r="r" b="b"/>
              <a:pathLst>
                <a:path w="494" h="503" extrusionOk="0">
                  <a:moveTo>
                    <a:pt x="244" y="0"/>
                  </a:moveTo>
                  <a:cubicBezTo>
                    <a:pt x="107" y="0"/>
                    <a:pt x="0" y="109"/>
                    <a:pt x="0" y="251"/>
                  </a:cubicBezTo>
                  <a:cubicBezTo>
                    <a:pt x="0" y="387"/>
                    <a:pt x="107" y="503"/>
                    <a:pt x="244" y="503"/>
                  </a:cubicBezTo>
                  <a:cubicBezTo>
                    <a:pt x="387" y="503"/>
                    <a:pt x="494" y="387"/>
                    <a:pt x="494" y="251"/>
                  </a:cubicBezTo>
                  <a:cubicBezTo>
                    <a:pt x="494" y="109"/>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3"/>
            <p:cNvSpPr/>
            <p:nvPr/>
          </p:nvSpPr>
          <p:spPr>
            <a:xfrm>
              <a:off x="2329550" y="5422500"/>
              <a:ext cx="12575" cy="12575"/>
            </a:xfrm>
            <a:custGeom>
              <a:avLst/>
              <a:gdLst/>
              <a:ahLst/>
              <a:cxnLst/>
              <a:rect l="l" t="t" r="r" b="b"/>
              <a:pathLst>
                <a:path w="503" h="503" extrusionOk="0">
                  <a:moveTo>
                    <a:pt x="251" y="0"/>
                  </a:moveTo>
                  <a:cubicBezTo>
                    <a:pt x="115" y="0"/>
                    <a:pt x="0" y="109"/>
                    <a:pt x="0" y="251"/>
                  </a:cubicBezTo>
                  <a:cubicBezTo>
                    <a:pt x="0" y="387"/>
                    <a:pt x="115" y="503"/>
                    <a:pt x="251" y="503"/>
                  </a:cubicBezTo>
                  <a:cubicBezTo>
                    <a:pt x="387" y="503"/>
                    <a:pt x="502" y="387"/>
                    <a:pt x="502" y="251"/>
                  </a:cubicBezTo>
                  <a:cubicBezTo>
                    <a:pt x="502"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3"/>
            <p:cNvSpPr/>
            <p:nvPr/>
          </p:nvSpPr>
          <p:spPr>
            <a:xfrm>
              <a:off x="2421325" y="5422500"/>
              <a:ext cx="12550" cy="12575"/>
            </a:xfrm>
            <a:custGeom>
              <a:avLst/>
              <a:gdLst/>
              <a:ahLst/>
              <a:cxnLst/>
              <a:rect l="l" t="t" r="r" b="b"/>
              <a:pathLst>
                <a:path w="502" h="503" extrusionOk="0">
                  <a:moveTo>
                    <a:pt x="250" y="0"/>
                  </a:moveTo>
                  <a:cubicBezTo>
                    <a:pt x="114" y="0"/>
                    <a:pt x="1" y="109"/>
                    <a:pt x="1" y="251"/>
                  </a:cubicBezTo>
                  <a:cubicBezTo>
                    <a:pt x="1" y="387"/>
                    <a:pt x="114" y="503"/>
                    <a:pt x="250" y="503"/>
                  </a:cubicBezTo>
                  <a:cubicBezTo>
                    <a:pt x="395" y="503"/>
                    <a:pt x="501" y="387"/>
                    <a:pt x="501" y="251"/>
                  </a:cubicBezTo>
                  <a:cubicBezTo>
                    <a:pt x="501" y="109"/>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3"/>
            <p:cNvSpPr/>
            <p:nvPr/>
          </p:nvSpPr>
          <p:spPr>
            <a:xfrm>
              <a:off x="2513250" y="5422500"/>
              <a:ext cx="12575" cy="12575"/>
            </a:xfrm>
            <a:custGeom>
              <a:avLst/>
              <a:gdLst/>
              <a:ahLst/>
              <a:cxnLst/>
              <a:rect l="l" t="t" r="r" b="b"/>
              <a:pathLst>
                <a:path w="503" h="503" extrusionOk="0">
                  <a:moveTo>
                    <a:pt x="252" y="0"/>
                  </a:moveTo>
                  <a:cubicBezTo>
                    <a:pt x="109" y="0"/>
                    <a:pt x="0" y="109"/>
                    <a:pt x="0" y="251"/>
                  </a:cubicBezTo>
                  <a:cubicBezTo>
                    <a:pt x="0" y="387"/>
                    <a:pt x="109" y="503"/>
                    <a:pt x="252" y="503"/>
                  </a:cubicBezTo>
                  <a:cubicBezTo>
                    <a:pt x="388" y="503"/>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3"/>
            <p:cNvSpPr/>
            <p:nvPr/>
          </p:nvSpPr>
          <p:spPr>
            <a:xfrm>
              <a:off x="2605000" y="5422500"/>
              <a:ext cx="12575" cy="12575"/>
            </a:xfrm>
            <a:custGeom>
              <a:avLst/>
              <a:gdLst/>
              <a:ahLst/>
              <a:cxnLst/>
              <a:rect l="l" t="t" r="r" b="b"/>
              <a:pathLst>
                <a:path w="503" h="503" extrusionOk="0">
                  <a:moveTo>
                    <a:pt x="252" y="0"/>
                  </a:moveTo>
                  <a:cubicBezTo>
                    <a:pt x="116" y="0"/>
                    <a:pt x="0" y="109"/>
                    <a:pt x="0" y="251"/>
                  </a:cubicBezTo>
                  <a:cubicBezTo>
                    <a:pt x="0" y="387"/>
                    <a:pt x="116" y="503"/>
                    <a:pt x="252" y="503"/>
                  </a:cubicBezTo>
                  <a:cubicBezTo>
                    <a:pt x="387" y="503"/>
                    <a:pt x="503" y="387"/>
                    <a:pt x="503" y="251"/>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3"/>
            <p:cNvSpPr/>
            <p:nvPr/>
          </p:nvSpPr>
          <p:spPr>
            <a:xfrm>
              <a:off x="2696950" y="5422500"/>
              <a:ext cx="12375" cy="12575"/>
            </a:xfrm>
            <a:custGeom>
              <a:avLst/>
              <a:gdLst/>
              <a:ahLst/>
              <a:cxnLst/>
              <a:rect l="l" t="t" r="r" b="b"/>
              <a:pathLst>
                <a:path w="495" h="503" extrusionOk="0">
                  <a:moveTo>
                    <a:pt x="252" y="0"/>
                  </a:moveTo>
                  <a:cubicBezTo>
                    <a:pt x="108" y="0"/>
                    <a:pt x="1" y="109"/>
                    <a:pt x="1" y="251"/>
                  </a:cubicBezTo>
                  <a:cubicBezTo>
                    <a:pt x="1" y="387"/>
                    <a:pt x="108" y="503"/>
                    <a:pt x="252" y="503"/>
                  </a:cubicBezTo>
                  <a:cubicBezTo>
                    <a:pt x="388" y="503"/>
                    <a:pt x="495" y="387"/>
                    <a:pt x="495" y="251"/>
                  </a:cubicBezTo>
                  <a:cubicBezTo>
                    <a:pt x="495"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3"/>
            <p:cNvSpPr/>
            <p:nvPr/>
          </p:nvSpPr>
          <p:spPr>
            <a:xfrm>
              <a:off x="2788700" y="5422500"/>
              <a:ext cx="12600" cy="12575"/>
            </a:xfrm>
            <a:custGeom>
              <a:avLst/>
              <a:gdLst/>
              <a:ahLst/>
              <a:cxnLst/>
              <a:rect l="l" t="t" r="r" b="b"/>
              <a:pathLst>
                <a:path w="504" h="503" extrusionOk="0">
                  <a:moveTo>
                    <a:pt x="252" y="0"/>
                  </a:moveTo>
                  <a:cubicBezTo>
                    <a:pt x="116" y="0"/>
                    <a:pt x="1" y="109"/>
                    <a:pt x="1" y="251"/>
                  </a:cubicBezTo>
                  <a:cubicBezTo>
                    <a:pt x="1" y="387"/>
                    <a:pt x="116" y="503"/>
                    <a:pt x="252" y="503"/>
                  </a:cubicBezTo>
                  <a:cubicBezTo>
                    <a:pt x="388" y="503"/>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3"/>
            <p:cNvSpPr/>
            <p:nvPr/>
          </p:nvSpPr>
          <p:spPr>
            <a:xfrm>
              <a:off x="2880675" y="5422500"/>
              <a:ext cx="12375" cy="12575"/>
            </a:xfrm>
            <a:custGeom>
              <a:avLst/>
              <a:gdLst/>
              <a:ahLst/>
              <a:cxnLst/>
              <a:rect l="l" t="t" r="r" b="b"/>
              <a:pathLst>
                <a:path w="495" h="503" extrusionOk="0">
                  <a:moveTo>
                    <a:pt x="243" y="0"/>
                  </a:moveTo>
                  <a:cubicBezTo>
                    <a:pt x="107" y="0"/>
                    <a:pt x="0" y="109"/>
                    <a:pt x="0" y="251"/>
                  </a:cubicBezTo>
                  <a:cubicBezTo>
                    <a:pt x="0" y="387"/>
                    <a:pt x="107" y="503"/>
                    <a:pt x="243" y="503"/>
                  </a:cubicBezTo>
                  <a:cubicBezTo>
                    <a:pt x="387" y="503"/>
                    <a:pt x="494" y="387"/>
                    <a:pt x="494" y="251"/>
                  </a:cubicBezTo>
                  <a:cubicBezTo>
                    <a:pt x="494" y="109"/>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3"/>
            <p:cNvSpPr/>
            <p:nvPr/>
          </p:nvSpPr>
          <p:spPr>
            <a:xfrm>
              <a:off x="2972425" y="5422500"/>
              <a:ext cx="12575" cy="12575"/>
            </a:xfrm>
            <a:custGeom>
              <a:avLst/>
              <a:gdLst/>
              <a:ahLst/>
              <a:cxnLst/>
              <a:rect l="l" t="t" r="r" b="b"/>
              <a:pathLst>
                <a:path w="503" h="503" extrusionOk="0">
                  <a:moveTo>
                    <a:pt x="251" y="0"/>
                  </a:moveTo>
                  <a:cubicBezTo>
                    <a:pt x="115" y="0"/>
                    <a:pt x="0" y="109"/>
                    <a:pt x="0" y="251"/>
                  </a:cubicBezTo>
                  <a:cubicBezTo>
                    <a:pt x="0" y="387"/>
                    <a:pt x="115" y="503"/>
                    <a:pt x="251" y="503"/>
                  </a:cubicBezTo>
                  <a:cubicBezTo>
                    <a:pt x="387" y="503"/>
                    <a:pt x="503" y="387"/>
                    <a:pt x="503" y="251"/>
                  </a:cubicBezTo>
                  <a:cubicBezTo>
                    <a:pt x="503"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3"/>
            <p:cNvSpPr/>
            <p:nvPr/>
          </p:nvSpPr>
          <p:spPr>
            <a:xfrm>
              <a:off x="3064375" y="5422500"/>
              <a:ext cx="12375" cy="12575"/>
            </a:xfrm>
            <a:custGeom>
              <a:avLst/>
              <a:gdLst/>
              <a:ahLst/>
              <a:cxnLst/>
              <a:rect l="l" t="t" r="r" b="b"/>
              <a:pathLst>
                <a:path w="495" h="503" extrusionOk="0">
                  <a:moveTo>
                    <a:pt x="243" y="0"/>
                  </a:moveTo>
                  <a:cubicBezTo>
                    <a:pt x="107" y="0"/>
                    <a:pt x="1" y="109"/>
                    <a:pt x="1" y="251"/>
                  </a:cubicBezTo>
                  <a:cubicBezTo>
                    <a:pt x="1" y="387"/>
                    <a:pt x="107" y="503"/>
                    <a:pt x="243" y="503"/>
                  </a:cubicBezTo>
                  <a:cubicBezTo>
                    <a:pt x="388" y="503"/>
                    <a:pt x="495" y="387"/>
                    <a:pt x="495" y="251"/>
                  </a:cubicBezTo>
                  <a:cubicBezTo>
                    <a:pt x="495" y="109"/>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3"/>
            <p:cNvSpPr/>
            <p:nvPr/>
          </p:nvSpPr>
          <p:spPr>
            <a:xfrm>
              <a:off x="3156125" y="5422500"/>
              <a:ext cx="12600" cy="12575"/>
            </a:xfrm>
            <a:custGeom>
              <a:avLst/>
              <a:gdLst/>
              <a:ahLst/>
              <a:cxnLst/>
              <a:rect l="l" t="t" r="r" b="b"/>
              <a:pathLst>
                <a:path w="504" h="503" extrusionOk="0">
                  <a:moveTo>
                    <a:pt x="252" y="0"/>
                  </a:moveTo>
                  <a:cubicBezTo>
                    <a:pt x="116" y="0"/>
                    <a:pt x="1" y="109"/>
                    <a:pt x="1" y="251"/>
                  </a:cubicBezTo>
                  <a:cubicBezTo>
                    <a:pt x="1" y="387"/>
                    <a:pt x="116" y="503"/>
                    <a:pt x="252" y="503"/>
                  </a:cubicBezTo>
                  <a:cubicBezTo>
                    <a:pt x="388" y="503"/>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3"/>
            <p:cNvSpPr/>
            <p:nvPr/>
          </p:nvSpPr>
          <p:spPr>
            <a:xfrm>
              <a:off x="3247875" y="5422500"/>
              <a:ext cx="12575" cy="12575"/>
            </a:xfrm>
            <a:custGeom>
              <a:avLst/>
              <a:gdLst/>
              <a:ahLst/>
              <a:cxnLst/>
              <a:rect l="l" t="t" r="r" b="b"/>
              <a:pathLst>
                <a:path w="503" h="503" extrusionOk="0">
                  <a:moveTo>
                    <a:pt x="252" y="0"/>
                  </a:moveTo>
                  <a:cubicBezTo>
                    <a:pt x="116" y="0"/>
                    <a:pt x="1" y="109"/>
                    <a:pt x="1" y="251"/>
                  </a:cubicBezTo>
                  <a:cubicBezTo>
                    <a:pt x="1" y="387"/>
                    <a:pt x="116" y="503"/>
                    <a:pt x="252" y="503"/>
                  </a:cubicBezTo>
                  <a:cubicBezTo>
                    <a:pt x="388" y="503"/>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3"/>
            <p:cNvSpPr/>
            <p:nvPr/>
          </p:nvSpPr>
          <p:spPr>
            <a:xfrm>
              <a:off x="3339850" y="5422500"/>
              <a:ext cx="12525" cy="12575"/>
            </a:xfrm>
            <a:custGeom>
              <a:avLst/>
              <a:gdLst/>
              <a:ahLst/>
              <a:cxnLst/>
              <a:rect l="l" t="t" r="r" b="b"/>
              <a:pathLst>
                <a:path w="501" h="503" extrusionOk="0">
                  <a:moveTo>
                    <a:pt x="251" y="0"/>
                  </a:moveTo>
                  <a:cubicBezTo>
                    <a:pt x="107" y="0"/>
                    <a:pt x="0" y="109"/>
                    <a:pt x="0" y="251"/>
                  </a:cubicBezTo>
                  <a:cubicBezTo>
                    <a:pt x="0" y="387"/>
                    <a:pt x="107" y="503"/>
                    <a:pt x="251" y="503"/>
                  </a:cubicBezTo>
                  <a:cubicBezTo>
                    <a:pt x="387" y="503"/>
                    <a:pt x="501" y="387"/>
                    <a:pt x="501" y="251"/>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3"/>
            <p:cNvSpPr/>
            <p:nvPr/>
          </p:nvSpPr>
          <p:spPr>
            <a:xfrm>
              <a:off x="3431575" y="5422500"/>
              <a:ext cx="12600" cy="12575"/>
            </a:xfrm>
            <a:custGeom>
              <a:avLst/>
              <a:gdLst/>
              <a:ahLst/>
              <a:cxnLst/>
              <a:rect l="l" t="t" r="r" b="b"/>
              <a:pathLst>
                <a:path w="504" h="503" extrusionOk="0">
                  <a:moveTo>
                    <a:pt x="252" y="0"/>
                  </a:moveTo>
                  <a:cubicBezTo>
                    <a:pt x="116" y="0"/>
                    <a:pt x="1" y="109"/>
                    <a:pt x="1" y="251"/>
                  </a:cubicBezTo>
                  <a:cubicBezTo>
                    <a:pt x="1" y="387"/>
                    <a:pt x="116" y="503"/>
                    <a:pt x="252" y="503"/>
                  </a:cubicBezTo>
                  <a:cubicBezTo>
                    <a:pt x="388" y="503"/>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3"/>
            <p:cNvSpPr/>
            <p:nvPr/>
          </p:nvSpPr>
          <p:spPr>
            <a:xfrm>
              <a:off x="3523550" y="5422500"/>
              <a:ext cx="12375" cy="12575"/>
            </a:xfrm>
            <a:custGeom>
              <a:avLst/>
              <a:gdLst/>
              <a:ahLst/>
              <a:cxnLst/>
              <a:rect l="l" t="t" r="r" b="b"/>
              <a:pathLst>
                <a:path w="495" h="503" extrusionOk="0">
                  <a:moveTo>
                    <a:pt x="250" y="0"/>
                  </a:moveTo>
                  <a:cubicBezTo>
                    <a:pt x="107" y="0"/>
                    <a:pt x="0" y="109"/>
                    <a:pt x="0" y="251"/>
                  </a:cubicBezTo>
                  <a:cubicBezTo>
                    <a:pt x="0" y="387"/>
                    <a:pt x="107" y="503"/>
                    <a:pt x="250" y="503"/>
                  </a:cubicBezTo>
                  <a:cubicBezTo>
                    <a:pt x="388" y="503"/>
                    <a:pt x="494" y="387"/>
                    <a:pt x="494" y="251"/>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3"/>
            <p:cNvSpPr/>
            <p:nvPr/>
          </p:nvSpPr>
          <p:spPr>
            <a:xfrm>
              <a:off x="635875" y="5336650"/>
              <a:ext cx="2940550" cy="1475"/>
            </a:xfrm>
            <a:custGeom>
              <a:avLst/>
              <a:gdLst/>
              <a:ahLst/>
              <a:cxnLst/>
              <a:rect l="l" t="t" r="r" b="b"/>
              <a:pathLst>
                <a:path w="117622" h="59" extrusionOk="0">
                  <a:moveTo>
                    <a:pt x="1" y="0"/>
                  </a:moveTo>
                  <a:lnTo>
                    <a:pt x="1" y="59"/>
                  </a:lnTo>
                  <a:lnTo>
                    <a:pt x="117622" y="59"/>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3"/>
            <p:cNvSpPr/>
            <p:nvPr/>
          </p:nvSpPr>
          <p:spPr>
            <a:xfrm>
              <a:off x="635875" y="5428425"/>
              <a:ext cx="2940550" cy="1450"/>
            </a:xfrm>
            <a:custGeom>
              <a:avLst/>
              <a:gdLst/>
              <a:ahLst/>
              <a:cxnLst/>
              <a:rect l="l" t="t" r="r" b="b"/>
              <a:pathLst>
                <a:path w="117622" h="58" extrusionOk="0">
                  <a:moveTo>
                    <a:pt x="1" y="1"/>
                  </a:moveTo>
                  <a:lnTo>
                    <a:pt x="1" y="57"/>
                  </a:lnTo>
                  <a:lnTo>
                    <a:pt x="117622" y="57"/>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3"/>
            <p:cNvSpPr/>
            <p:nvPr/>
          </p:nvSpPr>
          <p:spPr>
            <a:xfrm>
              <a:off x="635875" y="5244725"/>
              <a:ext cx="2940550" cy="1450"/>
            </a:xfrm>
            <a:custGeom>
              <a:avLst/>
              <a:gdLst/>
              <a:ahLst/>
              <a:cxnLst/>
              <a:rect l="l" t="t" r="r" b="b"/>
              <a:pathLst>
                <a:path w="117622" h="58"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3"/>
            <p:cNvSpPr/>
            <p:nvPr/>
          </p:nvSpPr>
          <p:spPr>
            <a:xfrm>
              <a:off x="635875" y="5152975"/>
              <a:ext cx="2940550" cy="1450"/>
            </a:xfrm>
            <a:custGeom>
              <a:avLst/>
              <a:gdLst/>
              <a:ahLst/>
              <a:cxnLst/>
              <a:rect l="l" t="t" r="r" b="b"/>
              <a:pathLst>
                <a:path w="117622" h="58"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3"/>
            <p:cNvSpPr/>
            <p:nvPr/>
          </p:nvSpPr>
          <p:spPr>
            <a:xfrm>
              <a:off x="635875" y="5061000"/>
              <a:ext cx="2940550" cy="1450"/>
            </a:xfrm>
            <a:custGeom>
              <a:avLst/>
              <a:gdLst/>
              <a:ahLst/>
              <a:cxnLst/>
              <a:rect l="l" t="t" r="r" b="b"/>
              <a:pathLst>
                <a:path w="117622" h="58" extrusionOk="0">
                  <a:moveTo>
                    <a:pt x="1" y="1"/>
                  </a:moveTo>
                  <a:lnTo>
                    <a:pt x="1" y="58"/>
                  </a:lnTo>
                  <a:lnTo>
                    <a:pt x="117622" y="58"/>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3"/>
            <p:cNvSpPr/>
            <p:nvPr/>
          </p:nvSpPr>
          <p:spPr>
            <a:xfrm>
              <a:off x="635875" y="4969250"/>
              <a:ext cx="2940550" cy="1450"/>
            </a:xfrm>
            <a:custGeom>
              <a:avLst/>
              <a:gdLst/>
              <a:ahLst/>
              <a:cxnLst/>
              <a:rect l="l" t="t" r="r" b="b"/>
              <a:pathLst>
                <a:path w="117622" h="58" extrusionOk="0">
                  <a:moveTo>
                    <a:pt x="1" y="1"/>
                  </a:moveTo>
                  <a:lnTo>
                    <a:pt x="1" y="58"/>
                  </a:lnTo>
                  <a:lnTo>
                    <a:pt x="117622" y="58"/>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3"/>
            <p:cNvSpPr/>
            <p:nvPr/>
          </p:nvSpPr>
          <p:spPr>
            <a:xfrm>
              <a:off x="635875" y="4877300"/>
              <a:ext cx="2940550" cy="1650"/>
            </a:xfrm>
            <a:custGeom>
              <a:avLst/>
              <a:gdLst/>
              <a:ahLst/>
              <a:cxnLst/>
              <a:rect l="l" t="t" r="r" b="b"/>
              <a:pathLst>
                <a:path w="117622" h="66" extrusionOk="0">
                  <a:moveTo>
                    <a:pt x="1" y="0"/>
                  </a:moveTo>
                  <a:lnTo>
                    <a:pt x="1" y="66"/>
                  </a:lnTo>
                  <a:lnTo>
                    <a:pt x="117622" y="66"/>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3"/>
            <p:cNvSpPr/>
            <p:nvPr/>
          </p:nvSpPr>
          <p:spPr>
            <a:xfrm>
              <a:off x="635875" y="4785550"/>
              <a:ext cx="2940550" cy="1450"/>
            </a:xfrm>
            <a:custGeom>
              <a:avLst/>
              <a:gdLst/>
              <a:ahLst/>
              <a:cxnLst/>
              <a:rect l="l" t="t" r="r" b="b"/>
              <a:pathLst>
                <a:path w="117622" h="58"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3"/>
            <p:cNvSpPr/>
            <p:nvPr/>
          </p:nvSpPr>
          <p:spPr>
            <a:xfrm>
              <a:off x="635875" y="4693575"/>
              <a:ext cx="2940550" cy="1675"/>
            </a:xfrm>
            <a:custGeom>
              <a:avLst/>
              <a:gdLst/>
              <a:ahLst/>
              <a:cxnLst/>
              <a:rect l="l" t="t" r="r" b="b"/>
              <a:pathLst>
                <a:path w="117622" h="67" extrusionOk="0">
                  <a:moveTo>
                    <a:pt x="1" y="1"/>
                  </a:moveTo>
                  <a:lnTo>
                    <a:pt x="1" y="66"/>
                  </a:lnTo>
                  <a:lnTo>
                    <a:pt x="117622" y="66"/>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3"/>
            <p:cNvSpPr/>
            <p:nvPr/>
          </p:nvSpPr>
          <p:spPr>
            <a:xfrm>
              <a:off x="635875" y="4601850"/>
              <a:ext cx="2940550" cy="1425"/>
            </a:xfrm>
            <a:custGeom>
              <a:avLst/>
              <a:gdLst/>
              <a:ahLst/>
              <a:cxnLst/>
              <a:rect l="l" t="t" r="r" b="b"/>
              <a:pathLst>
                <a:path w="117622" h="57"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3"/>
            <p:cNvSpPr/>
            <p:nvPr/>
          </p:nvSpPr>
          <p:spPr>
            <a:xfrm>
              <a:off x="635875" y="4510100"/>
              <a:ext cx="2940550" cy="1425"/>
            </a:xfrm>
            <a:custGeom>
              <a:avLst/>
              <a:gdLst/>
              <a:ahLst/>
              <a:cxnLst/>
              <a:rect l="l" t="t" r="r" b="b"/>
              <a:pathLst>
                <a:path w="117622" h="57"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3"/>
            <p:cNvSpPr/>
            <p:nvPr/>
          </p:nvSpPr>
          <p:spPr>
            <a:xfrm>
              <a:off x="635875" y="4418125"/>
              <a:ext cx="2940550" cy="1500"/>
            </a:xfrm>
            <a:custGeom>
              <a:avLst/>
              <a:gdLst/>
              <a:ahLst/>
              <a:cxnLst/>
              <a:rect l="l" t="t" r="r" b="b"/>
              <a:pathLst>
                <a:path w="117622" h="60" extrusionOk="0">
                  <a:moveTo>
                    <a:pt x="1" y="1"/>
                  </a:moveTo>
                  <a:lnTo>
                    <a:pt x="1" y="59"/>
                  </a:lnTo>
                  <a:lnTo>
                    <a:pt x="117622" y="59"/>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3"/>
            <p:cNvSpPr/>
            <p:nvPr/>
          </p:nvSpPr>
          <p:spPr>
            <a:xfrm>
              <a:off x="635875" y="4326375"/>
              <a:ext cx="2940550" cy="1450"/>
            </a:xfrm>
            <a:custGeom>
              <a:avLst/>
              <a:gdLst/>
              <a:ahLst/>
              <a:cxnLst/>
              <a:rect l="l" t="t" r="r" b="b"/>
              <a:pathLst>
                <a:path w="117622" h="58" extrusionOk="0">
                  <a:moveTo>
                    <a:pt x="1" y="1"/>
                  </a:moveTo>
                  <a:lnTo>
                    <a:pt x="1" y="57"/>
                  </a:lnTo>
                  <a:lnTo>
                    <a:pt x="117622" y="57"/>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3"/>
            <p:cNvSpPr/>
            <p:nvPr/>
          </p:nvSpPr>
          <p:spPr>
            <a:xfrm>
              <a:off x="635875" y="4234425"/>
              <a:ext cx="2940550" cy="1475"/>
            </a:xfrm>
            <a:custGeom>
              <a:avLst/>
              <a:gdLst/>
              <a:ahLst/>
              <a:cxnLst/>
              <a:rect l="l" t="t" r="r" b="b"/>
              <a:pathLst>
                <a:path w="117622" h="59" extrusionOk="0">
                  <a:moveTo>
                    <a:pt x="1" y="0"/>
                  </a:moveTo>
                  <a:lnTo>
                    <a:pt x="1" y="59"/>
                  </a:lnTo>
                  <a:lnTo>
                    <a:pt x="117622" y="59"/>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3"/>
            <p:cNvSpPr/>
            <p:nvPr/>
          </p:nvSpPr>
          <p:spPr>
            <a:xfrm>
              <a:off x="635875" y="4142675"/>
              <a:ext cx="2940550" cy="1425"/>
            </a:xfrm>
            <a:custGeom>
              <a:avLst/>
              <a:gdLst/>
              <a:ahLst/>
              <a:cxnLst/>
              <a:rect l="l" t="t" r="r" b="b"/>
              <a:pathLst>
                <a:path w="117622" h="57"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3"/>
            <p:cNvSpPr/>
            <p:nvPr/>
          </p:nvSpPr>
          <p:spPr>
            <a:xfrm>
              <a:off x="635875" y="4050750"/>
              <a:ext cx="2940550" cy="1625"/>
            </a:xfrm>
            <a:custGeom>
              <a:avLst/>
              <a:gdLst/>
              <a:ahLst/>
              <a:cxnLst/>
              <a:rect l="l" t="t" r="r" b="b"/>
              <a:pathLst>
                <a:path w="117622" h="65" extrusionOk="0">
                  <a:moveTo>
                    <a:pt x="1" y="0"/>
                  </a:moveTo>
                  <a:lnTo>
                    <a:pt x="1" y="64"/>
                  </a:lnTo>
                  <a:lnTo>
                    <a:pt x="117622" y="64"/>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3"/>
            <p:cNvSpPr/>
            <p:nvPr/>
          </p:nvSpPr>
          <p:spPr>
            <a:xfrm>
              <a:off x="635875" y="3958950"/>
              <a:ext cx="2940550" cy="1500"/>
            </a:xfrm>
            <a:custGeom>
              <a:avLst/>
              <a:gdLst/>
              <a:ahLst/>
              <a:cxnLst/>
              <a:rect l="l" t="t" r="r" b="b"/>
              <a:pathLst>
                <a:path w="117622" h="60" extrusionOk="0">
                  <a:moveTo>
                    <a:pt x="1" y="1"/>
                  </a:moveTo>
                  <a:lnTo>
                    <a:pt x="1" y="59"/>
                  </a:lnTo>
                  <a:lnTo>
                    <a:pt x="117622" y="59"/>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3"/>
            <p:cNvSpPr/>
            <p:nvPr/>
          </p:nvSpPr>
          <p:spPr>
            <a:xfrm>
              <a:off x="635875" y="3867025"/>
              <a:ext cx="2940550" cy="1625"/>
            </a:xfrm>
            <a:custGeom>
              <a:avLst/>
              <a:gdLst/>
              <a:ahLst/>
              <a:cxnLst/>
              <a:rect l="l" t="t" r="r" b="b"/>
              <a:pathLst>
                <a:path w="117622" h="65" extrusionOk="0">
                  <a:moveTo>
                    <a:pt x="1" y="1"/>
                  </a:moveTo>
                  <a:lnTo>
                    <a:pt x="1" y="65"/>
                  </a:lnTo>
                  <a:lnTo>
                    <a:pt x="117622" y="65"/>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3"/>
            <p:cNvSpPr/>
            <p:nvPr/>
          </p:nvSpPr>
          <p:spPr>
            <a:xfrm>
              <a:off x="635875" y="3775250"/>
              <a:ext cx="2940550" cy="1475"/>
            </a:xfrm>
            <a:custGeom>
              <a:avLst/>
              <a:gdLst/>
              <a:ahLst/>
              <a:cxnLst/>
              <a:rect l="l" t="t" r="r" b="b"/>
              <a:pathLst>
                <a:path w="117622" h="59" extrusionOk="0">
                  <a:moveTo>
                    <a:pt x="1" y="0"/>
                  </a:moveTo>
                  <a:lnTo>
                    <a:pt x="1" y="59"/>
                  </a:lnTo>
                  <a:lnTo>
                    <a:pt x="117622" y="59"/>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3"/>
            <p:cNvSpPr/>
            <p:nvPr/>
          </p:nvSpPr>
          <p:spPr>
            <a:xfrm>
              <a:off x="635875" y="3683500"/>
              <a:ext cx="2940550" cy="1450"/>
            </a:xfrm>
            <a:custGeom>
              <a:avLst/>
              <a:gdLst/>
              <a:ahLst/>
              <a:cxnLst/>
              <a:rect l="l" t="t" r="r" b="b"/>
              <a:pathLst>
                <a:path w="117622" h="58"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3"/>
            <p:cNvSpPr/>
            <p:nvPr/>
          </p:nvSpPr>
          <p:spPr>
            <a:xfrm>
              <a:off x="635875" y="3591575"/>
              <a:ext cx="2940550" cy="1450"/>
            </a:xfrm>
            <a:custGeom>
              <a:avLst/>
              <a:gdLst/>
              <a:ahLst/>
              <a:cxnLst/>
              <a:rect l="l" t="t" r="r" b="b"/>
              <a:pathLst>
                <a:path w="117622" h="58" extrusionOk="0">
                  <a:moveTo>
                    <a:pt x="1" y="1"/>
                  </a:moveTo>
                  <a:lnTo>
                    <a:pt x="1" y="57"/>
                  </a:lnTo>
                  <a:lnTo>
                    <a:pt x="117622" y="57"/>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3"/>
            <p:cNvSpPr/>
            <p:nvPr/>
          </p:nvSpPr>
          <p:spPr>
            <a:xfrm>
              <a:off x="635875" y="3499800"/>
              <a:ext cx="2940550" cy="1475"/>
            </a:xfrm>
            <a:custGeom>
              <a:avLst/>
              <a:gdLst/>
              <a:ahLst/>
              <a:cxnLst/>
              <a:rect l="l" t="t" r="r" b="b"/>
              <a:pathLst>
                <a:path w="117622" h="59" extrusionOk="0">
                  <a:moveTo>
                    <a:pt x="1" y="0"/>
                  </a:moveTo>
                  <a:lnTo>
                    <a:pt x="1" y="59"/>
                  </a:lnTo>
                  <a:lnTo>
                    <a:pt x="117622" y="59"/>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3"/>
            <p:cNvSpPr/>
            <p:nvPr/>
          </p:nvSpPr>
          <p:spPr>
            <a:xfrm>
              <a:off x="635875" y="3407875"/>
              <a:ext cx="2940550" cy="1425"/>
            </a:xfrm>
            <a:custGeom>
              <a:avLst/>
              <a:gdLst/>
              <a:ahLst/>
              <a:cxnLst/>
              <a:rect l="l" t="t" r="r" b="b"/>
              <a:pathLst>
                <a:path w="117622" h="57"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3"/>
            <p:cNvSpPr/>
            <p:nvPr/>
          </p:nvSpPr>
          <p:spPr>
            <a:xfrm>
              <a:off x="635875" y="3316075"/>
              <a:ext cx="2940550" cy="1500"/>
            </a:xfrm>
            <a:custGeom>
              <a:avLst/>
              <a:gdLst/>
              <a:ahLst/>
              <a:cxnLst/>
              <a:rect l="l" t="t" r="r" b="b"/>
              <a:pathLst>
                <a:path w="117622" h="60" extrusionOk="0">
                  <a:moveTo>
                    <a:pt x="1" y="1"/>
                  </a:moveTo>
                  <a:lnTo>
                    <a:pt x="1" y="59"/>
                  </a:lnTo>
                  <a:lnTo>
                    <a:pt x="117622" y="59"/>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3"/>
            <p:cNvSpPr/>
            <p:nvPr/>
          </p:nvSpPr>
          <p:spPr>
            <a:xfrm>
              <a:off x="635875" y="3224150"/>
              <a:ext cx="2940550" cy="1625"/>
            </a:xfrm>
            <a:custGeom>
              <a:avLst/>
              <a:gdLst/>
              <a:ahLst/>
              <a:cxnLst/>
              <a:rect l="l" t="t" r="r" b="b"/>
              <a:pathLst>
                <a:path w="117622" h="65" extrusionOk="0">
                  <a:moveTo>
                    <a:pt x="1" y="1"/>
                  </a:moveTo>
                  <a:lnTo>
                    <a:pt x="1" y="64"/>
                  </a:lnTo>
                  <a:lnTo>
                    <a:pt x="117622" y="64"/>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3"/>
            <p:cNvSpPr/>
            <p:nvPr/>
          </p:nvSpPr>
          <p:spPr>
            <a:xfrm>
              <a:off x="635875" y="3132400"/>
              <a:ext cx="2940550" cy="1450"/>
            </a:xfrm>
            <a:custGeom>
              <a:avLst/>
              <a:gdLst/>
              <a:ahLst/>
              <a:cxnLst/>
              <a:rect l="l" t="t" r="r" b="b"/>
              <a:pathLst>
                <a:path w="117622" h="58" extrusionOk="0">
                  <a:moveTo>
                    <a:pt x="1" y="1"/>
                  </a:moveTo>
                  <a:lnTo>
                    <a:pt x="1" y="58"/>
                  </a:lnTo>
                  <a:lnTo>
                    <a:pt x="117622" y="58"/>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3"/>
            <p:cNvSpPr/>
            <p:nvPr/>
          </p:nvSpPr>
          <p:spPr>
            <a:xfrm>
              <a:off x="635875" y="3040450"/>
              <a:ext cx="2940550" cy="1650"/>
            </a:xfrm>
            <a:custGeom>
              <a:avLst/>
              <a:gdLst/>
              <a:ahLst/>
              <a:cxnLst/>
              <a:rect l="l" t="t" r="r" b="b"/>
              <a:pathLst>
                <a:path w="117622" h="66" extrusionOk="0">
                  <a:moveTo>
                    <a:pt x="1" y="0"/>
                  </a:moveTo>
                  <a:lnTo>
                    <a:pt x="1" y="66"/>
                  </a:lnTo>
                  <a:lnTo>
                    <a:pt x="117622" y="66"/>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3"/>
            <p:cNvSpPr/>
            <p:nvPr/>
          </p:nvSpPr>
          <p:spPr>
            <a:xfrm>
              <a:off x="635875" y="2948700"/>
              <a:ext cx="2940550" cy="1450"/>
            </a:xfrm>
            <a:custGeom>
              <a:avLst/>
              <a:gdLst/>
              <a:ahLst/>
              <a:cxnLst/>
              <a:rect l="l" t="t" r="r" b="b"/>
              <a:pathLst>
                <a:path w="117622" h="58"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3"/>
            <p:cNvSpPr/>
            <p:nvPr/>
          </p:nvSpPr>
          <p:spPr>
            <a:xfrm>
              <a:off x="635875" y="2856900"/>
              <a:ext cx="2940550" cy="1500"/>
            </a:xfrm>
            <a:custGeom>
              <a:avLst/>
              <a:gdLst/>
              <a:ahLst/>
              <a:cxnLst/>
              <a:rect l="l" t="t" r="r" b="b"/>
              <a:pathLst>
                <a:path w="117622" h="60" extrusionOk="0">
                  <a:moveTo>
                    <a:pt x="1" y="1"/>
                  </a:moveTo>
                  <a:lnTo>
                    <a:pt x="1" y="59"/>
                  </a:lnTo>
                  <a:lnTo>
                    <a:pt x="117622" y="59"/>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3"/>
            <p:cNvSpPr/>
            <p:nvPr/>
          </p:nvSpPr>
          <p:spPr>
            <a:xfrm>
              <a:off x="635875" y="2764975"/>
              <a:ext cx="2940550" cy="1450"/>
            </a:xfrm>
            <a:custGeom>
              <a:avLst/>
              <a:gdLst/>
              <a:ahLst/>
              <a:cxnLst/>
              <a:rect l="l" t="t" r="r" b="b"/>
              <a:pathLst>
                <a:path w="117622" h="58" extrusionOk="0">
                  <a:moveTo>
                    <a:pt x="1" y="1"/>
                  </a:moveTo>
                  <a:lnTo>
                    <a:pt x="1" y="58"/>
                  </a:lnTo>
                  <a:lnTo>
                    <a:pt x="117622" y="58"/>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3"/>
            <p:cNvSpPr/>
            <p:nvPr/>
          </p:nvSpPr>
          <p:spPr>
            <a:xfrm>
              <a:off x="635875" y="2673250"/>
              <a:ext cx="2940550" cy="1425"/>
            </a:xfrm>
            <a:custGeom>
              <a:avLst/>
              <a:gdLst/>
              <a:ahLst/>
              <a:cxnLst/>
              <a:rect l="l" t="t" r="r" b="b"/>
              <a:pathLst>
                <a:path w="117622" h="57"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3"/>
            <p:cNvSpPr/>
            <p:nvPr/>
          </p:nvSpPr>
          <p:spPr>
            <a:xfrm>
              <a:off x="635875" y="2581275"/>
              <a:ext cx="2940550" cy="1450"/>
            </a:xfrm>
            <a:custGeom>
              <a:avLst/>
              <a:gdLst/>
              <a:ahLst/>
              <a:cxnLst/>
              <a:rect l="l" t="t" r="r" b="b"/>
              <a:pathLst>
                <a:path w="117622" h="58" extrusionOk="0">
                  <a:moveTo>
                    <a:pt x="1" y="1"/>
                  </a:moveTo>
                  <a:lnTo>
                    <a:pt x="1" y="57"/>
                  </a:lnTo>
                  <a:lnTo>
                    <a:pt x="117622" y="57"/>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3"/>
            <p:cNvSpPr/>
            <p:nvPr/>
          </p:nvSpPr>
          <p:spPr>
            <a:xfrm>
              <a:off x="635875" y="2489525"/>
              <a:ext cx="2940550" cy="1450"/>
            </a:xfrm>
            <a:custGeom>
              <a:avLst/>
              <a:gdLst/>
              <a:ahLst/>
              <a:cxnLst/>
              <a:rect l="l" t="t" r="r" b="b"/>
              <a:pathLst>
                <a:path w="117622" h="58" extrusionOk="0">
                  <a:moveTo>
                    <a:pt x="1" y="1"/>
                  </a:moveTo>
                  <a:lnTo>
                    <a:pt x="1" y="57"/>
                  </a:lnTo>
                  <a:lnTo>
                    <a:pt x="117622" y="57"/>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3"/>
            <p:cNvSpPr/>
            <p:nvPr/>
          </p:nvSpPr>
          <p:spPr>
            <a:xfrm>
              <a:off x="635875" y="2397575"/>
              <a:ext cx="2940550" cy="1650"/>
            </a:xfrm>
            <a:custGeom>
              <a:avLst/>
              <a:gdLst/>
              <a:ahLst/>
              <a:cxnLst/>
              <a:rect l="l" t="t" r="r" b="b"/>
              <a:pathLst>
                <a:path w="117622" h="66" extrusionOk="0">
                  <a:moveTo>
                    <a:pt x="1" y="0"/>
                  </a:moveTo>
                  <a:lnTo>
                    <a:pt x="1" y="65"/>
                  </a:lnTo>
                  <a:lnTo>
                    <a:pt x="117622" y="65"/>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3"/>
            <p:cNvSpPr/>
            <p:nvPr/>
          </p:nvSpPr>
          <p:spPr>
            <a:xfrm>
              <a:off x="635875" y="2305825"/>
              <a:ext cx="2940550" cy="1425"/>
            </a:xfrm>
            <a:custGeom>
              <a:avLst/>
              <a:gdLst/>
              <a:ahLst/>
              <a:cxnLst/>
              <a:rect l="l" t="t" r="r" b="b"/>
              <a:pathLst>
                <a:path w="117622" h="57"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3"/>
            <p:cNvSpPr/>
            <p:nvPr/>
          </p:nvSpPr>
          <p:spPr>
            <a:xfrm>
              <a:off x="635875" y="2213850"/>
              <a:ext cx="2940550" cy="1675"/>
            </a:xfrm>
            <a:custGeom>
              <a:avLst/>
              <a:gdLst/>
              <a:ahLst/>
              <a:cxnLst/>
              <a:rect l="l" t="t" r="r" b="b"/>
              <a:pathLst>
                <a:path w="117622" h="67" extrusionOk="0">
                  <a:moveTo>
                    <a:pt x="1" y="1"/>
                  </a:moveTo>
                  <a:lnTo>
                    <a:pt x="1" y="66"/>
                  </a:lnTo>
                  <a:lnTo>
                    <a:pt x="117622" y="66"/>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3"/>
            <p:cNvSpPr/>
            <p:nvPr/>
          </p:nvSpPr>
          <p:spPr>
            <a:xfrm>
              <a:off x="635875" y="2122100"/>
              <a:ext cx="2940550" cy="1450"/>
            </a:xfrm>
            <a:custGeom>
              <a:avLst/>
              <a:gdLst/>
              <a:ahLst/>
              <a:cxnLst/>
              <a:rect l="l" t="t" r="r" b="b"/>
              <a:pathLst>
                <a:path w="117622" h="58" extrusionOk="0">
                  <a:moveTo>
                    <a:pt x="1" y="1"/>
                  </a:moveTo>
                  <a:lnTo>
                    <a:pt x="1" y="58"/>
                  </a:lnTo>
                  <a:lnTo>
                    <a:pt x="117622" y="58"/>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3"/>
            <p:cNvSpPr/>
            <p:nvPr/>
          </p:nvSpPr>
          <p:spPr>
            <a:xfrm>
              <a:off x="635875" y="2030350"/>
              <a:ext cx="2940550" cy="1450"/>
            </a:xfrm>
            <a:custGeom>
              <a:avLst/>
              <a:gdLst/>
              <a:ahLst/>
              <a:cxnLst/>
              <a:rect l="l" t="t" r="r" b="b"/>
              <a:pathLst>
                <a:path w="117622" h="58" extrusionOk="0">
                  <a:moveTo>
                    <a:pt x="1" y="1"/>
                  </a:moveTo>
                  <a:lnTo>
                    <a:pt x="1" y="58"/>
                  </a:lnTo>
                  <a:lnTo>
                    <a:pt x="117622" y="58"/>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3"/>
            <p:cNvSpPr/>
            <p:nvPr/>
          </p:nvSpPr>
          <p:spPr>
            <a:xfrm>
              <a:off x="635875" y="1938400"/>
              <a:ext cx="2940550" cy="1475"/>
            </a:xfrm>
            <a:custGeom>
              <a:avLst/>
              <a:gdLst/>
              <a:ahLst/>
              <a:cxnLst/>
              <a:rect l="l" t="t" r="r" b="b"/>
              <a:pathLst>
                <a:path w="117622" h="59" extrusionOk="0">
                  <a:moveTo>
                    <a:pt x="1" y="0"/>
                  </a:moveTo>
                  <a:lnTo>
                    <a:pt x="1" y="59"/>
                  </a:lnTo>
                  <a:lnTo>
                    <a:pt x="117622" y="59"/>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3"/>
            <p:cNvSpPr/>
            <p:nvPr/>
          </p:nvSpPr>
          <p:spPr>
            <a:xfrm>
              <a:off x="635875" y="1846650"/>
              <a:ext cx="2940550" cy="1450"/>
            </a:xfrm>
            <a:custGeom>
              <a:avLst/>
              <a:gdLst/>
              <a:ahLst/>
              <a:cxnLst/>
              <a:rect l="l" t="t" r="r" b="b"/>
              <a:pathLst>
                <a:path w="117622" h="58"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3"/>
            <p:cNvSpPr/>
            <p:nvPr/>
          </p:nvSpPr>
          <p:spPr>
            <a:xfrm>
              <a:off x="635875" y="1754675"/>
              <a:ext cx="2940550" cy="1500"/>
            </a:xfrm>
            <a:custGeom>
              <a:avLst/>
              <a:gdLst/>
              <a:ahLst/>
              <a:cxnLst/>
              <a:rect l="l" t="t" r="r" b="b"/>
              <a:pathLst>
                <a:path w="117622" h="60" extrusionOk="0">
                  <a:moveTo>
                    <a:pt x="1" y="1"/>
                  </a:moveTo>
                  <a:lnTo>
                    <a:pt x="1" y="59"/>
                  </a:lnTo>
                  <a:lnTo>
                    <a:pt x="117622" y="59"/>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3"/>
            <p:cNvSpPr/>
            <p:nvPr/>
          </p:nvSpPr>
          <p:spPr>
            <a:xfrm>
              <a:off x="635875" y="1662925"/>
              <a:ext cx="2940550" cy="1450"/>
            </a:xfrm>
            <a:custGeom>
              <a:avLst/>
              <a:gdLst/>
              <a:ahLst/>
              <a:cxnLst/>
              <a:rect l="l" t="t" r="r" b="b"/>
              <a:pathLst>
                <a:path w="117622" h="58" extrusionOk="0">
                  <a:moveTo>
                    <a:pt x="1" y="1"/>
                  </a:moveTo>
                  <a:lnTo>
                    <a:pt x="1" y="58"/>
                  </a:lnTo>
                  <a:lnTo>
                    <a:pt x="117622" y="58"/>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3"/>
            <p:cNvSpPr/>
            <p:nvPr/>
          </p:nvSpPr>
          <p:spPr>
            <a:xfrm>
              <a:off x="635875" y="1571025"/>
              <a:ext cx="2940550" cy="1600"/>
            </a:xfrm>
            <a:custGeom>
              <a:avLst/>
              <a:gdLst/>
              <a:ahLst/>
              <a:cxnLst/>
              <a:rect l="l" t="t" r="r" b="b"/>
              <a:pathLst>
                <a:path w="117622" h="64" extrusionOk="0">
                  <a:moveTo>
                    <a:pt x="1" y="0"/>
                  </a:moveTo>
                  <a:lnTo>
                    <a:pt x="1" y="64"/>
                  </a:lnTo>
                  <a:lnTo>
                    <a:pt x="117622" y="64"/>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3"/>
            <p:cNvSpPr/>
            <p:nvPr/>
          </p:nvSpPr>
          <p:spPr>
            <a:xfrm>
              <a:off x="635875" y="1479225"/>
              <a:ext cx="2940550" cy="1500"/>
            </a:xfrm>
            <a:custGeom>
              <a:avLst/>
              <a:gdLst/>
              <a:ahLst/>
              <a:cxnLst/>
              <a:rect l="l" t="t" r="r" b="b"/>
              <a:pathLst>
                <a:path w="117622" h="60" extrusionOk="0">
                  <a:moveTo>
                    <a:pt x="1" y="1"/>
                  </a:moveTo>
                  <a:lnTo>
                    <a:pt x="1" y="59"/>
                  </a:lnTo>
                  <a:lnTo>
                    <a:pt x="117622" y="59"/>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3"/>
            <p:cNvSpPr/>
            <p:nvPr/>
          </p:nvSpPr>
          <p:spPr>
            <a:xfrm>
              <a:off x="635875" y="1387475"/>
              <a:ext cx="2940550" cy="1450"/>
            </a:xfrm>
            <a:custGeom>
              <a:avLst/>
              <a:gdLst/>
              <a:ahLst/>
              <a:cxnLst/>
              <a:rect l="l" t="t" r="r" b="b"/>
              <a:pathLst>
                <a:path w="117622" h="58" extrusionOk="0">
                  <a:moveTo>
                    <a:pt x="1" y="1"/>
                  </a:moveTo>
                  <a:lnTo>
                    <a:pt x="1" y="57"/>
                  </a:lnTo>
                  <a:lnTo>
                    <a:pt x="117622" y="57"/>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3"/>
            <p:cNvSpPr/>
            <p:nvPr/>
          </p:nvSpPr>
          <p:spPr>
            <a:xfrm>
              <a:off x="635875" y="1295525"/>
              <a:ext cx="2940550" cy="1475"/>
            </a:xfrm>
            <a:custGeom>
              <a:avLst/>
              <a:gdLst/>
              <a:ahLst/>
              <a:cxnLst/>
              <a:rect l="l" t="t" r="r" b="b"/>
              <a:pathLst>
                <a:path w="117622" h="59" extrusionOk="0">
                  <a:moveTo>
                    <a:pt x="1" y="0"/>
                  </a:moveTo>
                  <a:lnTo>
                    <a:pt x="1" y="59"/>
                  </a:lnTo>
                  <a:lnTo>
                    <a:pt x="117622" y="59"/>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3"/>
            <p:cNvSpPr/>
            <p:nvPr/>
          </p:nvSpPr>
          <p:spPr>
            <a:xfrm>
              <a:off x="635875" y="1203775"/>
              <a:ext cx="2940550" cy="1425"/>
            </a:xfrm>
            <a:custGeom>
              <a:avLst/>
              <a:gdLst/>
              <a:ahLst/>
              <a:cxnLst/>
              <a:rect l="l" t="t" r="r" b="b"/>
              <a:pathLst>
                <a:path w="117622" h="57"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3"/>
            <p:cNvSpPr/>
            <p:nvPr/>
          </p:nvSpPr>
          <p:spPr>
            <a:xfrm>
              <a:off x="635875" y="1111850"/>
              <a:ext cx="2940550" cy="1450"/>
            </a:xfrm>
            <a:custGeom>
              <a:avLst/>
              <a:gdLst/>
              <a:ahLst/>
              <a:cxnLst/>
              <a:rect l="l" t="t" r="r" b="b"/>
              <a:pathLst>
                <a:path w="117622" h="58"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3"/>
            <p:cNvSpPr/>
            <p:nvPr/>
          </p:nvSpPr>
          <p:spPr>
            <a:xfrm>
              <a:off x="773700" y="1065050"/>
              <a:ext cx="1475" cy="4410900"/>
            </a:xfrm>
            <a:custGeom>
              <a:avLst/>
              <a:gdLst/>
              <a:ahLst/>
              <a:cxnLst/>
              <a:rect l="l" t="t" r="r" b="b"/>
              <a:pathLst>
                <a:path w="59" h="176436" extrusionOk="0">
                  <a:moveTo>
                    <a:pt x="0" y="0"/>
                  </a:moveTo>
                  <a:lnTo>
                    <a:pt x="0" y="176435"/>
                  </a:lnTo>
                  <a:lnTo>
                    <a:pt x="59" y="176435"/>
                  </a:lnTo>
                  <a:lnTo>
                    <a:pt x="59"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3"/>
            <p:cNvSpPr/>
            <p:nvPr/>
          </p:nvSpPr>
          <p:spPr>
            <a:xfrm>
              <a:off x="681950" y="1065050"/>
              <a:ext cx="1450" cy="4410900"/>
            </a:xfrm>
            <a:custGeom>
              <a:avLst/>
              <a:gdLst/>
              <a:ahLst/>
              <a:cxnLst/>
              <a:rect l="l" t="t" r="r" b="b"/>
              <a:pathLst>
                <a:path w="58" h="176436" extrusionOk="0">
                  <a:moveTo>
                    <a:pt x="1" y="0"/>
                  </a:moveTo>
                  <a:lnTo>
                    <a:pt x="1"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3"/>
            <p:cNvSpPr/>
            <p:nvPr/>
          </p:nvSpPr>
          <p:spPr>
            <a:xfrm>
              <a:off x="865650" y="1065050"/>
              <a:ext cx="1450" cy="4410900"/>
            </a:xfrm>
            <a:custGeom>
              <a:avLst/>
              <a:gdLst/>
              <a:ahLst/>
              <a:cxnLst/>
              <a:rect l="l" t="t" r="r" b="b"/>
              <a:pathLst>
                <a:path w="58" h="176436" extrusionOk="0">
                  <a:moveTo>
                    <a:pt x="1" y="0"/>
                  </a:moveTo>
                  <a:lnTo>
                    <a:pt x="1" y="176435"/>
                  </a:lnTo>
                  <a:lnTo>
                    <a:pt x="58" y="176435"/>
                  </a:lnTo>
                  <a:lnTo>
                    <a:pt x="58"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3"/>
            <p:cNvSpPr/>
            <p:nvPr/>
          </p:nvSpPr>
          <p:spPr>
            <a:xfrm>
              <a:off x="957400" y="1065050"/>
              <a:ext cx="1500" cy="4410900"/>
            </a:xfrm>
            <a:custGeom>
              <a:avLst/>
              <a:gdLst/>
              <a:ahLst/>
              <a:cxnLst/>
              <a:rect l="l" t="t" r="r" b="b"/>
              <a:pathLst>
                <a:path w="60" h="176436" extrusionOk="0">
                  <a:moveTo>
                    <a:pt x="1" y="0"/>
                  </a:moveTo>
                  <a:lnTo>
                    <a:pt x="1" y="176435"/>
                  </a:lnTo>
                  <a:lnTo>
                    <a:pt x="59" y="176435"/>
                  </a:lnTo>
                  <a:lnTo>
                    <a:pt x="59"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3"/>
            <p:cNvSpPr/>
            <p:nvPr/>
          </p:nvSpPr>
          <p:spPr>
            <a:xfrm>
              <a:off x="1049375" y="1065050"/>
              <a:ext cx="1450" cy="4410900"/>
            </a:xfrm>
            <a:custGeom>
              <a:avLst/>
              <a:gdLst/>
              <a:ahLst/>
              <a:cxnLst/>
              <a:rect l="l" t="t" r="r" b="b"/>
              <a:pathLst>
                <a:path w="58" h="176436" extrusionOk="0">
                  <a:moveTo>
                    <a:pt x="0" y="0"/>
                  </a:moveTo>
                  <a:lnTo>
                    <a:pt x="0"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3"/>
            <p:cNvSpPr/>
            <p:nvPr/>
          </p:nvSpPr>
          <p:spPr>
            <a:xfrm>
              <a:off x="1141125" y="1065050"/>
              <a:ext cx="1450" cy="4410900"/>
            </a:xfrm>
            <a:custGeom>
              <a:avLst/>
              <a:gdLst/>
              <a:ahLst/>
              <a:cxnLst/>
              <a:rect l="l" t="t" r="r" b="b"/>
              <a:pathLst>
                <a:path w="58" h="176436" extrusionOk="0">
                  <a:moveTo>
                    <a:pt x="0" y="0"/>
                  </a:moveTo>
                  <a:lnTo>
                    <a:pt x="0"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3"/>
            <p:cNvSpPr/>
            <p:nvPr/>
          </p:nvSpPr>
          <p:spPr>
            <a:xfrm>
              <a:off x="1232875" y="1065050"/>
              <a:ext cx="1650" cy="4410900"/>
            </a:xfrm>
            <a:custGeom>
              <a:avLst/>
              <a:gdLst/>
              <a:ahLst/>
              <a:cxnLst/>
              <a:rect l="l" t="t" r="r" b="b"/>
              <a:pathLst>
                <a:path w="66" h="176436" extrusionOk="0">
                  <a:moveTo>
                    <a:pt x="0" y="0"/>
                  </a:moveTo>
                  <a:lnTo>
                    <a:pt x="0" y="176435"/>
                  </a:lnTo>
                  <a:lnTo>
                    <a:pt x="66" y="176435"/>
                  </a:lnTo>
                  <a:lnTo>
                    <a:pt x="66"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3"/>
            <p:cNvSpPr/>
            <p:nvPr/>
          </p:nvSpPr>
          <p:spPr>
            <a:xfrm>
              <a:off x="1324825" y="1065050"/>
              <a:ext cx="1450" cy="4410900"/>
            </a:xfrm>
            <a:custGeom>
              <a:avLst/>
              <a:gdLst/>
              <a:ahLst/>
              <a:cxnLst/>
              <a:rect l="l" t="t" r="r" b="b"/>
              <a:pathLst>
                <a:path w="58" h="176436" extrusionOk="0">
                  <a:moveTo>
                    <a:pt x="1" y="0"/>
                  </a:moveTo>
                  <a:lnTo>
                    <a:pt x="1" y="176435"/>
                  </a:lnTo>
                  <a:lnTo>
                    <a:pt x="58" y="176435"/>
                  </a:lnTo>
                  <a:lnTo>
                    <a:pt x="58"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3"/>
            <p:cNvSpPr/>
            <p:nvPr/>
          </p:nvSpPr>
          <p:spPr>
            <a:xfrm>
              <a:off x="1416575" y="1065050"/>
              <a:ext cx="1500" cy="4410900"/>
            </a:xfrm>
            <a:custGeom>
              <a:avLst/>
              <a:gdLst/>
              <a:ahLst/>
              <a:cxnLst/>
              <a:rect l="l" t="t" r="r" b="b"/>
              <a:pathLst>
                <a:path w="60" h="176436" extrusionOk="0">
                  <a:moveTo>
                    <a:pt x="1" y="0"/>
                  </a:moveTo>
                  <a:lnTo>
                    <a:pt x="1" y="176435"/>
                  </a:lnTo>
                  <a:lnTo>
                    <a:pt x="59" y="176435"/>
                  </a:lnTo>
                  <a:lnTo>
                    <a:pt x="59"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3"/>
            <p:cNvSpPr/>
            <p:nvPr/>
          </p:nvSpPr>
          <p:spPr>
            <a:xfrm>
              <a:off x="1508550" y="1065050"/>
              <a:ext cx="1425" cy="4410900"/>
            </a:xfrm>
            <a:custGeom>
              <a:avLst/>
              <a:gdLst/>
              <a:ahLst/>
              <a:cxnLst/>
              <a:rect l="l" t="t" r="r" b="b"/>
              <a:pathLst>
                <a:path w="57" h="176436" extrusionOk="0">
                  <a:moveTo>
                    <a:pt x="0" y="0"/>
                  </a:moveTo>
                  <a:lnTo>
                    <a:pt x="0"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3"/>
            <p:cNvSpPr/>
            <p:nvPr/>
          </p:nvSpPr>
          <p:spPr>
            <a:xfrm>
              <a:off x="1600300" y="1065050"/>
              <a:ext cx="1425" cy="4410900"/>
            </a:xfrm>
            <a:custGeom>
              <a:avLst/>
              <a:gdLst/>
              <a:ahLst/>
              <a:cxnLst/>
              <a:rect l="l" t="t" r="r" b="b"/>
              <a:pathLst>
                <a:path w="57" h="176436" extrusionOk="0">
                  <a:moveTo>
                    <a:pt x="0" y="0"/>
                  </a:moveTo>
                  <a:lnTo>
                    <a:pt x="0"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3"/>
            <p:cNvSpPr/>
            <p:nvPr/>
          </p:nvSpPr>
          <p:spPr>
            <a:xfrm>
              <a:off x="1692250" y="1065050"/>
              <a:ext cx="1450" cy="4410900"/>
            </a:xfrm>
            <a:custGeom>
              <a:avLst/>
              <a:gdLst/>
              <a:ahLst/>
              <a:cxnLst/>
              <a:rect l="l" t="t" r="r" b="b"/>
              <a:pathLst>
                <a:path w="58" h="176436" extrusionOk="0">
                  <a:moveTo>
                    <a:pt x="1" y="0"/>
                  </a:moveTo>
                  <a:lnTo>
                    <a:pt x="1"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3"/>
            <p:cNvSpPr/>
            <p:nvPr/>
          </p:nvSpPr>
          <p:spPr>
            <a:xfrm>
              <a:off x="1784000" y="1065050"/>
              <a:ext cx="1450" cy="4410900"/>
            </a:xfrm>
            <a:custGeom>
              <a:avLst/>
              <a:gdLst/>
              <a:ahLst/>
              <a:cxnLst/>
              <a:rect l="l" t="t" r="r" b="b"/>
              <a:pathLst>
                <a:path w="58" h="176436" extrusionOk="0">
                  <a:moveTo>
                    <a:pt x="0" y="0"/>
                  </a:moveTo>
                  <a:lnTo>
                    <a:pt x="0"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3"/>
            <p:cNvSpPr/>
            <p:nvPr/>
          </p:nvSpPr>
          <p:spPr>
            <a:xfrm>
              <a:off x="1875750" y="1065050"/>
              <a:ext cx="1650" cy="4410900"/>
            </a:xfrm>
            <a:custGeom>
              <a:avLst/>
              <a:gdLst/>
              <a:ahLst/>
              <a:cxnLst/>
              <a:rect l="l" t="t" r="r" b="b"/>
              <a:pathLst>
                <a:path w="66" h="176436" extrusionOk="0">
                  <a:moveTo>
                    <a:pt x="0" y="0"/>
                  </a:moveTo>
                  <a:lnTo>
                    <a:pt x="0" y="176435"/>
                  </a:lnTo>
                  <a:lnTo>
                    <a:pt x="66" y="176435"/>
                  </a:lnTo>
                  <a:lnTo>
                    <a:pt x="66"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3"/>
            <p:cNvSpPr/>
            <p:nvPr/>
          </p:nvSpPr>
          <p:spPr>
            <a:xfrm>
              <a:off x="1967700" y="1065050"/>
              <a:ext cx="1450" cy="4410900"/>
            </a:xfrm>
            <a:custGeom>
              <a:avLst/>
              <a:gdLst/>
              <a:ahLst/>
              <a:cxnLst/>
              <a:rect l="l" t="t" r="r" b="b"/>
              <a:pathLst>
                <a:path w="58" h="176436" extrusionOk="0">
                  <a:moveTo>
                    <a:pt x="1" y="0"/>
                  </a:moveTo>
                  <a:lnTo>
                    <a:pt x="1" y="176435"/>
                  </a:lnTo>
                  <a:lnTo>
                    <a:pt x="58" y="176435"/>
                  </a:lnTo>
                  <a:lnTo>
                    <a:pt x="58"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3"/>
            <p:cNvSpPr/>
            <p:nvPr/>
          </p:nvSpPr>
          <p:spPr>
            <a:xfrm>
              <a:off x="2059450" y="1065050"/>
              <a:ext cx="1675" cy="4410900"/>
            </a:xfrm>
            <a:custGeom>
              <a:avLst/>
              <a:gdLst/>
              <a:ahLst/>
              <a:cxnLst/>
              <a:rect l="l" t="t" r="r" b="b"/>
              <a:pathLst>
                <a:path w="67" h="176436" extrusionOk="0">
                  <a:moveTo>
                    <a:pt x="1" y="0"/>
                  </a:moveTo>
                  <a:lnTo>
                    <a:pt x="1" y="176435"/>
                  </a:lnTo>
                  <a:lnTo>
                    <a:pt x="66" y="176435"/>
                  </a:lnTo>
                  <a:lnTo>
                    <a:pt x="66"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3"/>
            <p:cNvSpPr/>
            <p:nvPr/>
          </p:nvSpPr>
          <p:spPr>
            <a:xfrm>
              <a:off x="2151425" y="1065050"/>
              <a:ext cx="1450" cy="4410900"/>
            </a:xfrm>
            <a:custGeom>
              <a:avLst/>
              <a:gdLst/>
              <a:ahLst/>
              <a:cxnLst/>
              <a:rect l="l" t="t" r="r" b="b"/>
              <a:pathLst>
                <a:path w="58" h="176436" extrusionOk="0">
                  <a:moveTo>
                    <a:pt x="0" y="0"/>
                  </a:moveTo>
                  <a:lnTo>
                    <a:pt x="0"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3"/>
            <p:cNvSpPr/>
            <p:nvPr/>
          </p:nvSpPr>
          <p:spPr>
            <a:xfrm>
              <a:off x="2243175" y="1065050"/>
              <a:ext cx="1425" cy="4410900"/>
            </a:xfrm>
            <a:custGeom>
              <a:avLst/>
              <a:gdLst/>
              <a:ahLst/>
              <a:cxnLst/>
              <a:rect l="l" t="t" r="r" b="b"/>
              <a:pathLst>
                <a:path w="57" h="176436" extrusionOk="0">
                  <a:moveTo>
                    <a:pt x="0" y="0"/>
                  </a:moveTo>
                  <a:lnTo>
                    <a:pt x="0"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3"/>
            <p:cNvSpPr/>
            <p:nvPr/>
          </p:nvSpPr>
          <p:spPr>
            <a:xfrm>
              <a:off x="2335075" y="1065050"/>
              <a:ext cx="1500" cy="4410900"/>
            </a:xfrm>
            <a:custGeom>
              <a:avLst/>
              <a:gdLst/>
              <a:ahLst/>
              <a:cxnLst/>
              <a:rect l="l" t="t" r="r" b="b"/>
              <a:pathLst>
                <a:path w="60" h="176436" extrusionOk="0">
                  <a:moveTo>
                    <a:pt x="1" y="0"/>
                  </a:moveTo>
                  <a:lnTo>
                    <a:pt x="1" y="176435"/>
                  </a:lnTo>
                  <a:lnTo>
                    <a:pt x="59" y="176435"/>
                  </a:lnTo>
                  <a:lnTo>
                    <a:pt x="59"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3"/>
            <p:cNvSpPr/>
            <p:nvPr/>
          </p:nvSpPr>
          <p:spPr>
            <a:xfrm>
              <a:off x="2426875" y="1065050"/>
              <a:ext cx="1450" cy="4410900"/>
            </a:xfrm>
            <a:custGeom>
              <a:avLst/>
              <a:gdLst/>
              <a:ahLst/>
              <a:cxnLst/>
              <a:rect l="l" t="t" r="r" b="b"/>
              <a:pathLst>
                <a:path w="58" h="176436" extrusionOk="0">
                  <a:moveTo>
                    <a:pt x="1" y="0"/>
                  </a:moveTo>
                  <a:lnTo>
                    <a:pt x="1"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3"/>
            <p:cNvSpPr/>
            <p:nvPr/>
          </p:nvSpPr>
          <p:spPr>
            <a:xfrm>
              <a:off x="2518800" y="1065050"/>
              <a:ext cx="1475" cy="4410900"/>
            </a:xfrm>
            <a:custGeom>
              <a:avLst/>
              <a:gdLst/>
              <a:ahLst/>
              <a:cxnLst/>
              <a:rect l="l" t="t" r="r" b="b"/>
              <a:pathLst>
                <a:path w="59" h="176436" extrusionOk="0">
                  <a:moveTo>
                    <a:pt x="0" y="0"/>
                  </a:moveTo>
                  <a:lnTo>
                    <a:pt x="0" y="176435"/>
                  </a:lnTo>
                  <a:lnTo>
                    <a:pt x="59" y="176435"/>
                  </a:lnTo>
                  <a:lnTo>
                    <a:pt x="59"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3"/>
            <p:cNvSpPr/>
            <p:nvPr/>
          </p:nvSpPr>
          <p:spPr>
            <a:xfrm>
              <a:off x="2610600" y="1065050"/>
              <a:ext cx="1425" cy="4410900"/>
            </a:xfrm>
            <a:custGeom>
              <a:avLst/>
              <a:gdLst/>
              <a:ahLst/>
              <a:cxnLst/>
              <a:rect l="l" t="t" r="r" b="b"/>
              <a:pathLst>
                <a:path w="57" h="176436" extrusionOk="0">
                  <a:moveTo>
                    <a:pt x="0" y="0"/>
                  </a:moveTo>
                  <a:lnTo>
                    <a:pt x="0"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3"/>
            <p:cNvSpPr/>
            <p:nvPr/>
          </p:nvSpPr>
          <p:spPr>
            <a:xfrm>
              <a:off x="2702325" y="1065050"/>
              <a:ext cx="1625" cy="4410900"/>
            </a:xfrm>
            <a:custGeom>
              <a:avLst/>
              <a:gdLst/>
              <a:ahLst/>
              <a:cxnLst/>
              <a:rect l="l" t="t" r="r" b="b"/>
              <a:pathLst>
                <a:path w="65" h="176436" extrusionOk="0">
                  <a:moveTo>
                    <a:pt x="1" y="0"/>
                  </a:moveTo>
                  <a:lnTo>
                    <a:pt x="1" y="176435"/>
                  </a:lnTo>
                  <a:lnTo>
                    <a:pt x="65" y="176435"/>
                  </a:lnTo>
                  <a:lnTo>
                    <a:pt x="65"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3"/>
            <p:cNvSpPr/>
            <p:nvPr/>
          </p:nvSpPr>
          <p:spPr>
            <a:xfrm>
              <a:off x="2794250" y="1065050"/>
              <a:ext cx="1500" cy="4410900"/>
            </a:xfrm>
            <a:custGeom>
              <a:avLst/>
              <a:gdLst/>
              <a:ahLst/>
              <a:cxnLst/>
              <a:rect l="l" t="t" r="r" b="b"/>
              <a:pathLst>
                <a:path w="60" h="176436" extrusionOk="0">
                  <a:moveTo>
                    <a:pt x="1" y="0"/>
                  </a:moveTo>
                  <a:lnTo>
                    <a:pt x="1" y="176435"/>
                  </a:lnTo>
                  <a:lnTo>
                    <a:pt x="59" y="176435"/>
                  </a:lnTo>
                  <a:lnTo>
                    <a:pt x="59"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3"/>
            <p:cNvSpPr/>
            <p:nvPr/>
          </p:nvSpPr>
          <p:spPr>
            <a:xfrm>
              <a:off x="2886050" y="1065050"/>
              <a:ext cx="1625" cy="4410900"/>
            </a:xfrm>
            <a:custGeom>
              <a:avLst/>
              <a:gdLst/>
              <a:ahLst/>
              <a:cxnLst/>
              <a:rect l="l" t="t" r="r" b="b"/>
              <a:pathLst>
                <a:path w="65" h="176436" extrusionOk="0">
                  <a:moveTo>
                    <a:pt x="0" y="0"/>
                  </a:moveTo>
                  <a:lnTo>
                    <a:pt x="0" y="176435"/>
                  </a:lnTo>
                  <a:lnTo>
                    <a:pt x="64" y="176435"/>
                  </a:lnTo>
                  <a:lnTo>
                    <a:pt x="64"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3"/>
            <p:cNvSpPr/>
            <p:nvPr/>
          </p:nvSpPr>
          <p:spPr>
            <a:xfrm>
              <a:off x="2977975" y="1065050"/>
              <a:ext cx="1475" cy="4410900"/>
            </a:xfrm>
            <a:custGeom>
              <a:avLst/>
              <a:gdLst/>
              <a:ahLst/>
              <a:cxnLst/>
              <a:rect l="l" t="t" r="r" b="b"/>
              <a:pathLst>
                <a:path w="59" h="176436" extrusionOk="0">
                  <a:moveTo>
                    <a:pt x="0" y="0"/>
                  </a:moveTo>
                  <a:lnTo>
                    <a:pt x="0" y="176435"/>
                  </a:lnTo>
                  <a:lnTo>
                    <a:pt x="59" y="176435"/>
                  </a:lnTo>
                  <a:lnTo>
                    <a:pt x="59"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3"/>
            <p:cNvSpPr/>
            <p:nvPr/>
          </p:nvSpPr>
          <p:spPr>
            <a:xfrm>
              <a:off x="3069750" y="1065050"/>
              <a:ext cx="1450" cy="4410900"/>
            </a:xfrm>
            <a:custGeom>
              <a:avLst/>
              <a:gdLst/>
              <a:ahLst/>
              <a:cxnLst/>
              <a:rect l="l" t="t" r="r" b="b"/>
              <a:pathLst>
                <a:path w="58" h="176436" extrusionOk="0">
                  <a:moveTo>
                    <a:pt x="1" y="0"/>
                  </a:moveTo>
                  <a:lnTo>
                    <a:pt x="1" y="176435"/>
                  </a:lnTo>
                  <a:lnTo>
                    <a:pt x="58" y="176435"/>
                  </a:lnTo>
                  <a:lnTo>
                    <a:pt x="58"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3"/>
            <p:cNvSpPr/>
            <p:nvPr/>
          </p:nvSpPr>
          <p:spPr>
            <a:xfrm>
              <a:off x="3161675" y="1065050"/>
              <a:ext cx="1450" cy="4410900"/>
            </a:xfrm>
            <a:custGeom>
              <a:avLst/>
              <a:gdLst/>
              <a:ahLst/>
              <a:cxnLst/>
              <a:rect l="l" t="t" r="r" b="b"/>
              <a:pathLst>
                <a:path w="58" h="176436" extrusionOk="0">
                  <a:moveTo>
                    <a:pt x="1" y="0"/>
                  </a:moveTo>
                  <a:lnTo>
                    <a:pt x="1"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3"/>
            <p:cNvSpPr/>
            <p:nvPr/>
          </p:nvSpPr>
          <p:spPr>
            <a:xfrm>
              <a:off x="3253425" y="1065050"/>
              <a:ext cx="1475" cy="4410900"/>
            </a:xfrm>
            <a:custGeom>
              <a:avLst/>
              <a:gdLst/>
              <a:ahLst/>
              <a:cxnLst/>
              <a:rect l="l" t="t" r="r" b="b"/>
              <a:pathLst>
                <a:path w="59" h="176436" extrusionOk="0">
                  <a:moveTo>
                    <a:pt x="0" y="0"/>
                  </a:moveTo>
                  <a:lnTo>
                    <a:pt x="0" y="176435"/>
                  </a:lnTo>
                  <a:lnTo>
                    <a:pt x="59" y="176435"/>
                  </a:lnTo>
                  <a:lnTo>
                    <a:pt x="59"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3"/>
            <p:cNvSpPr/>
            <p:nvPr/>
          </p:nvSpPr>
          <p:spPr>
            <a:xfrm>
              <a:off x="3345375" y="1065050"/>
              <a:ext cx="1450" cy="4410900"/>
            </a:xfrm>
            <a:custGeom>
              <a:avLst/>
              <a:gdLst/>
              <a:ahLst/>
              <a:cxnLst/>
              <a:rect l="l" t="t" r="r" b="b"/>
              <a:pathLst>
                <a:path w="58" h="176436" extrusionOk="0">
                  <a:moveTo>
                    <a:pt x="1" y="0"/>
                  </a:moveTo>
                  <a:lnTo>
                    <a:pt x="1" y="176435"/>
                  </a:lnTo>
                  <a:lnTo>
                    <a:pt x="58" y="176435"/>
                  </a:lnTo>
                  <a:lnTo>
                    <a:pt x="58"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3"/>
            <p:cNvSpPr/>
            <p:nvPr/>
          </p:nvSpPr>
          <p:spPr>
            <a:xfrm>
              <a:off x="3437125" y="1065050"/>
              <a:ext cx="1500" cy="4410900"/>
            </a:xfrm>
            <a:custGeom>
              <a:avLst/>
              <a:gdLst/>
              <a:ahLst/>
              <a:cxnLst/>
              <a:rect l="l" t="t" r="r" b="b"/>
              <a:pathLst>
                <a:path w="60" h="176436" extrusionOk="0">
                  <a:moveTo>
                    <a:pt x="1" y="0"/>
                  </a:moveTo>
                  <a:lnTo>
                    <a:pt x="1" y="176435"/>
                  </a:lnTo>
                  <a:lnTo>
                    <a:pt x="59" y="176435"/>
                  </a:lnTo>
                  <a:lnTo>
                    <a:pt x="59"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3"/>
            <p:cNvSpPr/>
            <p:nvPr/>
          </p:nvSpPr>
          <p:spPr>
            <a:xfrm>
              <a:off x="3528925" y="1065050"/>
              <a:ext cx="1625" cy="4410900"/>
            </a:xfrm>
            <a:custGeom>
              <a:avLst/>
              <a:gdLst/>
              <a:ahLst/>
              <a:cxnLst/>
              <a:rect l="l" t="t" r="r" b="b"/>
              <a:pathLst>
                <a:path w="65" h="176436" extrusionOk="0">
                  <a:moveTo>
                    <a:pt x="1" y="0"/>
                  </a:moveTo>
                  <a:lnTo>
                    <a:pt x="1" y="176435"/>
                  </a:lnTo>
                  <a:lnTo>
                    <a:pt x="64" y="176435"/>
                  </a:lnTo>
                  <a:lnTo>
                    <a:pt x="64"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04" name="Google Shape;3304;p3"/>
          <p:cNvSpPr txBox="1">
            <a:spLocks noGrp="1"/>
          </p:cNvSpPr>
          <p:nvPr>
            <p:ph type="title"/>
          </p:nvPr>
        </p:nvSpPr>
        <p:spPr>
          <a:xfrm>
            <a:off x="720000" y="2427410"/>
            <a:ext cx="5067600" cy="956700"/>
          </a:xfrm>
          <a:prstGeom prst="rect">
            <a:avLst/>
          </a:prstGeom>
        </p:spPr>
        <p:txBody>
          <a:bodyPr spcFirstLastPara="1" wrap="square" lIns="91425" tIns="91425" rIns="91425" bIns="91425" anchor="ctr" anchorCtr="0">
            <a:noAutofit/>
          </a:bodyPr>
          <a:lstStyle>
            <a:lvl1pPr lvl="0">
              <a:lnSpc>
                <a:spcPct val="115000"/>
              </a:lnSpc>
              <a:spcBef>
                <a:spcPts val="0"/>
              </a:spcBef>
              <a:spcAft>
                <a:spcPts val="0"/>
              </a:spcAft>
              <a:buClr>
                <a:schemeClr val="dk2"/>
              </a:buClr>
              <a:buSzPts val="3600"/>
              <a:buNone/>
              <a:defRPr sz="5500"/>
            </a:lvl1pPr>
            <a:lvl2pPr lvl="1" algn="ctr">
              <a:spcBef>
                <a:spcPts val="0"/>
              </a:spcBef>
              <a:spcAft>
                <a:spcPts val="0"/>
              </a:spcAft>
              <a:buClr>
                <a:schemeClr val="dk2"/>
              </a:buClr>
              <a:buSzPts val="3600"/>
              <a:buNone/>
              <a:defRPr sz="3600">
                <a:solidFill>
                  <a:schemeClr val="dk2"/>
                </a:solidFill>
              </a:defRPr>
            </a:lvl2pPr>
            <a:lvl3pPr lvl="2" algn="ctr">
              <a:spcBef>
                <a:spcPts val="0"/>
              </a:spcBef>
              <a:spcAft>
                <a:spcPts val="0"/>
              </a:spcAft>
              <a:buClr>
                <a:schemeClr val="dk2"/>
              </a:buClr>
              <a:buSzPts val="3600"/>
              <a:buNone/>
              <a:defRPr sz="3600">
                <a:solidFill>
                  <a:schemeClr val="dk2"/>
                </a:solidFill>
              </a:defRPr>
            </a:lvl3pPr>
            <a:lvl4pPr lvl="3" algn="ctr">
              <a:spcBef>
                <a:spcPts val="0"/>
              </a:spcBef>
              <a:spcAft>
                <a:spcPts val="0"/>
              </a:spcAft>
              <a:buClr>
                <a:schemeClr val="dk2"/>
              </a:buClr>
              <a:buSzPts val="3600"/>
              <a:buNone/>
              <a:defRPr sz="3600">
                <a:solidFill>
                  <a:schemeClr val="dk2"/>
                </a:solidFill>
              </a:defRPr>
            </a:lvl4pPr>
            <a:lvl5pPr lvl="4" algn="ctr">
              <a:spcBef>
                <a:spcPts val="0"/>
              </a:spcBef>
              <a:spcAft>
                <a:spcPts val="0"/>
              </a:spcAft>
              <a:buClr>
                <a:schemeClr val="dk2"/>
              </a:buClr>
              <a:buSzPts val="3600"/>
              <a:buNone/>
              <a:defRPr sz="3600">
                <a:solidFill>
                  <a:schemeClr val="dk2"/>
                </a:solidFill>
              </a:defRPr>
            </a:lvl5pPr>
            <a:lvl6pPr lvl="5" algn="ctr">
              <a:spcBef>
                <a:spcPts val="0"/>
              </a:spcBef>
              <a:spcAft>
                <a:spcPts val="0"/>
              </a:spcAft>
              <a:buClr>
                <a:schemeClr val="dk2"/>
              </a:buClr>
              <a:buSzPts val="3600"/>
              <a:buNone/>
              <a:defRPr sz="3600">
                <a:solidFill>
                  <a:schemeClr val="dk2"/>
                </a:solidFill>
              </a:defRPr>
            </a:lvl6pPr>
            <a:lvl7pPr lvl="6" algn="ctr">
              <a:spcBef>
                <a:spcPts val="0"/>
              </a:spcBef>
              <a:spcAft>
                <a:spcPts val="0"/>
              </a:spcAft>
              <a:buClr>
                <a:schemeClr val="dk2"/>
              </a:buClr>
              <a:buSzPts val="3600"/>
              <a:buNone/>
              <a:defRPr sz="3600">
                <a:solidFill>
                  <a:schemeClr val="dk2"/>
                </a:solidFill>
              </a:defRPr>
            </a:lvl7pPr>
            <a:lvl8pPr lvl="7" algn="ctr">
              <a:spcBef>
                <a:spcPts val="0"/>
              </a:spcBef>
              <a:spcAft>
                <a:spcPts val="0"/>
              </a:spcAft>
              <a:buClr>
                <a:schemeClr val="dk2"/>
              </a:buClr>
              <a:buSzPts val="3600"/>
              <a:buNone/>
              <a:defRPr sz="3600">
                <a:solidFill>
                  <a:schemeClr val="dk2"/>
                </a:solidFill>
              </a:defRPr>
            </a:lvl8pPr>
            <a:lvl9pPr lvl="8" algn="ctr">
              <a:spcBef>
                <a:spcPts val="0"/>
              </a:spcBef>
              <a:spcAft>
                <a:spcPts val="0"/>
              </a:spcAft>
              <a:buClr>
                <a:schemeClr val="dk2"/>
              </a:buClr>
              <a:buSzPts val="3600"/>
              <a:buNone/>
              <a:defRPr sz="3600">
                <a:solidFill>
                  <a:schemeClr val="dk2"/>
                </a:solidFill>
              </a:defRPr>
            </a:lvl9pPr>
          </a:lstStyle>
          <a:p>
            <a:r>
              <a:rPr lang="en-US"/>
              <a:t>Click to edit Master title style</a:t>
            </a:r>
            <a:endParaRPr/>
          </a:p>
        </p:txBody>
      </p:sp>
      <p:sp>
        <p:nvSpPr>
          <p:cNvPr id="3305" name="Google Shape;3305;p3"/>
          <p:cNvSpPr txBox="1">
            <a:spLocks noGrp="1"/>
          </p:cNvSpPr>
          <p:nvPr>
            <p:ph type="title" idx="2" hasCustomPrompt="1"/>
          </p:nvPr>
        </p:nvSpPr>
        <p:spPr>
          <a:xfrm>
            <a:off x="720000" y="1296588"/>
            <a:ext cx="1256700" cy="956700"/>
          </a:xfrm>
          <a:prstGeom prst="rect">
            <a:avLst/>
          </a:prstGeom>
          <a:solidFill>
            <a:schemeClr val="dk2"/>
          </a:solidFill>
        </p:spPr>
        <p:txBody>
          <a:bodyPr spcFirstLastPara="1" wrap="square" lIns="91425" tIns="91425" rIns="91425" bIns="91425" anchor="ctr" anchorCtr="0">
            <a:noAutofit/>
          </a:bodyPr>
          <a:lstStyle>
            <a:lvl1pPr lvl="0" algn="ctr" rtl="0">
              <a:spcBef>
                <a:spcPts val="0"/>
              </a:spcBef>
              <a:spcAft>
                <a:spcPts val="0"/>
              </a:spcAft>
              <a:buSzPts val="6000"/>
              <a:buNone/>
              <a:defRPr sz="5500">
                <a:solidFill>
                  <a:schemeClr val="dk1"/>
                </a:solidFill>
              </a:defRPr>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3306" name="Google Shape;3306;p3"/>
          <p:cNvSpPr txBox="1">
            <a:spLocks noGrp="1"/>
          </p:cNvSpPr>
          <p:nvPr>
            <p:ph type="subTitle" idx="1"/>
          </p:nvPr>
        </p:nvSpPr>
        <p:spPr>
          <a:xfrm>
            <a:off x="720000" y="3471913"/>
            <a:ext cx="5067600" cy="375000"/>
          </a:xfrm>
          <a:prstGeom prst="rect">
            <a:avLst/>
          </a:prstGeom>
          <a:solidFill>
            <a:schemeClr val="dk2"/>
          </a:solidFill>
        </p:spPr>
        <p:txBody>
          <a:bodyPr spcFirstLastPara="1" wrap="square" lIns="91425" tIns="91425" rIns="91425" bIns="91425" anchor="ctr" anchorCtr="0">
            <a:noAutofit/>
          </a:bodyPr>
          <a:lstStyle>
            <a:lvl1pPr lvl="0" rtl="0">
              <a:lnSpc>
                <a:spcPct val="115000"/>
              </a:lnSpc>
              <a:spcBef>
                <a:spcPts val="0"/>
              </a:spcBef>
              <a:spcAft>
                <a:spcPts val="0"/>
              </a:spcAft>
              <a:buSzPts val="1400"/>
              <a:buNone/>
              <a:defRPr sz="1600">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r>
              <a:rPr lang="en-US"/>
              <a:t>Click to edit Master subtitle style</a:t>
            </a:r>
            <a:endParaRPr/>
          </a:p>
        </p:txBody>
      </p:sp>
      <p:sp>
        <p:nvSpPr>
          <p:cNvPr id="3307" name="Google Shape;3307;p3"/>
          <p:cNvSpPr/>
          <p:nvPr/>
        </p:nvSpPr>
        <p:spPr>
          <a:xfrm>
            <a:off x="298276" y="242362"/>
            <a:ext cx="491917" cy="517164"/>
          </a:xfrm>
          <a:custGeom>
            <a:avLst/>
            <a:gdLst/>
            <a:ahLst/>
            <a:cxnLst/>
            <a:rect l="l" t="t" r="r" b="b"/>
            <a:pathLst>
              <a:path w="16581" h="17432" extrusionOk="0">
                <a:moveTo>
                  <a:pt x="8431" y="4679"/>
                </a:moveTo>
                <a:cubicBezTo>
                  <a:pt x="9068" y="4707"/>
                  <a:pt x="9697" y="4879"/>
                  <a:pt x="10256" y="5191"/>
                </a:cubicBezTo>
                <a:cubicBezTo>
                  <a:pt x="10264" y="5191"/>
                  <a:pt x="10264" y="5198"/>
                  <a:pt x="10271" y="5198"/>
                </a:cubicBezTo>
                <a:cubicBezTo>
                  <a:pt x="10298" y="5211"/>
                  <a:pt x="10319" y="5226"/>
                  <a:pt x="10339" y="5239"/>
                </a:cubicBezTo>
                <a:cubicBezTo>
                  <a:pt x="10367" y="5253"/>
                  <a:pt x="10389" y="5267"/>
                  <a:pt x="10415" y="5281"/>
                </a:cubicBezTo>
                <a:cubicBezTo>
                  <a:pt x="10415" y="5287"/>
                  <a:pt x="10422" y="5287"/>
                  <a:pt x="10430" y="5294"/>
                </a:cubicBezTo>
                <a:cubicBezTo>
                  <a:pt x="10969" y="5632"/>
                  <a:pt x="11426" y="6097"/>
                  <a:pt x="11757" y="6643"/>
                </a:cubicBezTo>
                <a:cubicBezTo>
                  <a:pt x="11757" y="6649"/>
                  <a:pt x="11764" y="6656"/>
                  <a:pt x="11764" y="6663"/>
                </a:cubicBezTo>
                <a:cubicBezTo>
                  <a:pt x="11777" y="6684"/>
                  <a:pt x="11790" y="6704"/>
                  <a:pt x="11805" y="6732"/>
                </a:cubicBezTo>
                <a:cubicBezTo>
                  <a:pt x="11819" y="6752"/>
                  <a:pt x="11832" y="6780"/>
                  <a:pt x="11847" y="6802"/>
                </a:cubicBezTo>
                <a:cubicBezTo>
                  <a:pt x="11847" y="6808"/>
                  <a:pt x="11854" y="6815"/>
                  <a:pt x="11854" y="6822"/>
                </a:cubicBezTo>
                <a:cubicBezTo>
                  <a:pt x="12150" y="7382"/>
                  <a:pt x="12316" y="8018"/>
                  <a:pt x="12330" y="8653"/>
                </a:cubicBezTo>
                <a:lnTo>
                  <a:pt x="12330" y="8675"/>
                </a:lnTo>
                <a:cubicBezTo>
                  <a:pt x="12330" y="8701"/>
                  <a:pt x="12330" y="8723"/>
                  <a:pt x="12323" y="8751"/>
                </a:cubicBezTo>
                <a:lnTo>
                  <a:pt x="12323" y="8834"/>
                </a:lnTo>
                <a:lnTo>
                  <a:pt x="12323" y="8854"/>
                </a:lnTo>
                <a:cubicBezTo>
                  <a:pt x="12303" y="9497"/>
                  <a:pt x="12131" y="10119"/>
                  <a:pt x="11819" y="10678"/>
                </a:cubicBezTo>
                <a:cubicBezTo>
                  <a:pt x="11812" y="10685"/>
                  <a:pt x="11812" y="10692"/>
                  <a:pt x="11805" y="10700"/>
                </a:cubicBezTo>
                <a:cubicBezTo>
                  <a:pt x="11799" y="10720"/>
                  <a:pt x="11784" y="10741"/>
                  <a:pt x="11771" y="10761"/>
                </a:cubicBezTo>
                <a:cubicBezTo>
                  <a:pt x="11757" y="10790"/>
                  <a:pt x="11742" y="10809"/>
                  <a:pt x="11722" y="10838"/>
                </a:cubicBezTo>
                <a:cubicBezTo>
                  <a:pt x="11722" y="10844"/>
                  <a:pt x="11716" y="10851"/>
                  <a:pt x="11716" y="10851"/>
                </a:cubicBezTo>
                <a:cubicBezTo>
                  <a:pt x="11376" y="11397"/>
                  <a:pt x="10913" y="11853"/>
                  <a:pt x="10361" y="12178"/>
                </a:cubicBezTo>
                <a:cubicBezTo>
                  <a:pt x="10361" y="12185"/>
                  <a:pt x="10354" y="12185"/>
                  <a:pt x="10347" y="12193"/>
                </a:cubicBezTo>
                <a:cubicBezTo>
                  <a:pt x="10319" y="12206"/>
                  <a:pt x="10298" y="12219"/>
                  <a:pt x="10271" y="12234"/>
                </a:cubicBezTo>
                <a:cubicBezTo>
                  <a:pt x="10249" y="12248"/>
                  <a:pt x="10230" y="12261"/>
                  <a:pt x="10201" y="12267"/>
                </a:cubicBezTo>
                <a:cubicBezTo>
                  <a:pt x="10201" y="12276"/>
                  <a:pt x="10195" y="12276"/>
                  <a:pt x="10188" y="12282"/>
                </a:cubicBezTo>
                <a:cubicBezTo>
                  <a:pt x="9621" y="12579"/>
                  <a:pt x="8992" y="12739"/>
                  <a:pt x="8357" y="12752"/>
                </a:cubicBezTo>
                <a:lnTo>
                  <a:pt x="8150" y="12752"/>
                </a:lnTo>
                <a:cubicBezTo>
                  <a:pt x="7513" y="12724"/>
                  <a:pt x="6884" y="12551"/>
                  <a:pt x="6325" y="12241"/>
                </a:cubicBezTo>
                <a:cubicBezTo>
                  <a:pt x="6325" y="12241"/>
                  <a:pt x="6317" y="12234"/>
                  <a:pt x="6310" y="12234"/>
                </a:cubicBezTo>
                <a:cubicBezTo>
                  <a:pt x="6283" y="12219"/>
                  <a:pt x="6262" y="12206"/>
                  <a:pt x="6234" y="12193"/>
                </a:cubicBezTo>
                <a:cubicBezTo>
                  <a:pt x="6214" y="12178"/>
                  <a:pt x="6192" y="12165"/>
                  <a:pt x="6172" y="12151"/>
                </a:cubicBezTo>
                <a:cubicBezTo>
                  <a:pt x="6166" y="12143"/>
                  <a:pt x="6159" y="12143"/>
                  <a:pt x="6151" y="12136"/>
                </a:cubicBezTo>
                <a:cubicBezTo>
                  <a:pt x="5612" y="11798"/>
                  <a:pt x="5155" y="11335"/>
                  <a:pt x="4824" y="10790"/>
                </a:cubicBezTo>
                <a:cubicBezTo>
                  <a:pt x="4824" y="10783"/>
                  <a:pt x="4817" y="10775"/>
                  <a:pt x="4817" y="10768"/>
                </a:cubicBezTo>
                <a:cubicBezTo>
                  <a:pt x="4804" y="10748"/>
                  <a:pt x="4791" y="10720"/>
                  <a:pt x="4776" y="10700"/>
                </a:cubicBezTo>
                <a:cubicBezTo>
                  <a:pt x="4762" y="10672"/>
                  <a:pt x="4749" y="10650"/>
                  <a:pt x="4734" y="10630"/>
                </a:cubicBezTo>
                <a:cubicBezTo>
                  <a:pt x="4734" y="10624"/>
                  <a:pt x="4727" y="10617"/>
                  <a:pt x="4727" y="10609"/>
                </a:cubicBezTo>
                <a:cubicBezTo>
                  <a:pt x="4431" y="10050"/>
                  <a:pt x="4265" y="9421"/>
                  <a:pt x="4258" y="8777"/>
                </a:cubicBezTo>
                <a:lnTo>
                  <a:pt x="4258" y="8758"/>
                </a:lnTo>
                <a:lnTo>
                  <a:pt x="4258" y="8675"/>
                </a:lnTo>
                <a:lnTo>
                  <a:pt x="4258" y="8598"/>
                </a:lnTo>
                <a:lnTo>
                  <a:pt x="4258" y="8577"/>
                </a:lnTo>
                <a:cubicBezTo>
                  <a:pt x="4278" y="7935"/>
                  <a:pt x="4450" y="7313"/>
                  <a:pt x="4762" y="6752"/>
                </a:cubicBezTo>
                <a:cubicBezTo>
                  <a:pt x="4769" y="6745"/>
                  <a:pt x="4769" y="6739"/>
                  <a:pt x="4776" y="6732"/>
                </a:cubicBezTo>
                <a:cubicBezTo>
                  <a:pt x="4791" y="6711"/>
                  <a:pt x="4804" y="6684"/>
                  <a:pt x="4817" y="6663"/>
                </a:cubicBezTo>
                <a:cubicBezTo>
                  <a:pt x="4832" y="6636"/>
                  <a:pt x="4845" y="6614"/>
                  <a:pt x="4859" y="6594"/>
                </a:cubicBezTo>
                <a:cubicBezTo>
                  <a:pt x="4859" y="6586"/>
                  <a:pt x="4865" y="6586"/>
                  <a:pt x="4865" y="6580"/>
                </a:cubicBezTo>
                <a:cubicBezTo>
                  <a:pt x="5205" y="6034"/>
                  <a:pt x="5675" y="5578"/>
                  <a:pt x="6220" y="5253"/>
                </a:cubicBezTo>
                <a:cubicBezTo>
                  <a:pt x="6227" y="5246"/>
                  <a:pt x="6227" y="5246"/>
                  <a:pt x="6234" y="5239"/>
                </a:cubicBezTo>
                <a:cubicBezTo>
                  <a:pt x="6255" y="5226"/>
                  <a:pt x="6283" y="5218"/>
                  <a:pt x="6303" y="5204"/>
                </a:cubicBezTo>
                <a:cubicBezTo>
                  <a:pt x="6332" y="5191"/>
                  <a:pt x="6351" y="5176"/>
                  <a:pt x="6380" y="5163"/>
                </a:cubicBezTo>
                <a:cubicBezTo>
                  <a:pt x="6386" y="5156"/>
                  <a:pt x="6386" y="5156"/>
                  <a:pt x="6393" y="5150"/>
                </a:cubicBezTo>
                <a:cubicBezTo>
                  <a:pt x="6960" y="4853"/>
                  <a:pt x="7589" y="4694"/>
                  <a:pt x="8232" y="4679"/>
                </a:cubicBezTo>
                <a:close/>
                <a:moveTo>
                  <a:pt x="6932" y="1"/>
                </a:moveTo>
                <a:lnTo>
                  <a:pt x="6317" y="2544"/>
                </a:lnTo>
                <a:cubicBezTo>
                  <a:pt x="6096" y="2613"/>
                  <a:pt x="5889" y="2688"/>
                  <a:pt x="5681" y="2779"/>
                </a:cubicBezTo>
                <a:cubicBezTo>
                  <a:pt x="5537" y="2841"/>
                  <a:pt x="5398" y="2910"/>
                  <a:pt x="5253" y="2987"/>
                </a:cubicBezTo>
                <a:cubicBezTo>
                  <a:pt x="5247" y="2993"/>
                  <a:pt x="5238" y="3000"/>
                  <a:pt x="5225" y="3000"/>
                </a:cubicBezTo>
                <a:cubicBezTo>
                  <a:pt x="5218" y="3007"/>
                  <a:pt x="5218" y="3007"/>
                  <a:pt x="5212" y="3013"/>
                </a:cubicBezTo>
                <a:cubicBezTo>
                  <a:pt x="5170" y="3035"/>
                  <a:pt x="5136" y="3048"/>
                  <a:pt x="5101" y="3070"/>
                </a:cubicBezTo>
                <a:cubicBezTo>
                  <a:pt x="5101" y="3076"/>
                  <a:pt x="5094" y="3076"/>
                  <a:pt x="5087" y="3076"/>
                </a:cubicBezTo>
                <a:cubicBezTo>
                  <a:pt x="5059" y="3096"/>
                  <a:pt x="5031" y="3111"/>
                  <a:pt x="4998" y="3131"/>
                </a:cubicBezTo>
                <a:cubicBezTo>
                  <a:pt x="4990" y="3131"/>
                  <a:pt x="4990" y="3138"/>
                  <a:pt x="4983" y="3144"/>
                </a:cubicBezTo>
                <a:cubicBezTo>
                  <a:pt x="4928" y="3172"/>
                  <a:pt x="4873" y="3207"/>
                  <a:pt x="4817" y="3242"/>
                </a:cubicBezTo>
                <a:cubicBezTo>
                  <a:pt x="4776" y="3269"/>
                  <a:pt x="4734" y="3297"/>
                  <a:pt x="4686" y="3325"/>
                </a:cubicBezTo>
                <a:cubicBezTo>
                  <a:pt x="4459" y="3476"/>
                  <a:pt x="4236" y="3650"/>
                  <a:pt x="4023" y="3836"/>
                </a:cubicBezTo>
                <a:lnTo>
                  <a:pt x="1528" y="3048"/>
                </a:lnTo>
                <a:lnTo>
                  <a:pt x="63" y="5536"/>
                </a:lnTo>
                <a:lnTo>
                  <a:pt x="1956" y="7341"/>
                </a:lnTo>
                <a:cubicBezTo>
                  <a:pt x="1921" y="7507"/>
                  <a:pt x="1888" y="7673"/>
                  <a:pt x="1866" y="7830"/>
                </a:cubicBezTo>
                <a:cubicBezTo>
                  <a:pt x="1859" y="7893"/>
                  <a:pt x="1853" y="7948"/>
                  <a:pt x="1846" y="8011"/>
                </a:cubicBezTo>
                <a:cubicBezTo>
                  <a:pt x="1831" y="8107"/>
                  <a:pt x="1825" y="8212"/>
                  <a:pt x="1818" y="8315"/>
                </a:cubicBezTo>
                <a:lnTo>
                  <a:pt x="1818" y="8328"/>
                </a:lnTo>
                <a:cubicBezTo>
                  <a:pt x="1818" y="8391"/>
                  <a:pt x="1811" y="8452"/>
                  <a:pt x="1811" y="8509"/>
                </a:cubicBezTo>
                <a:lnTo>
                  <a:pt x="1811" y="8535"/>
                </a:lnTo>
                <a:lnTo>
                  <a:pt x="1811" y="8633"/>
                </a:lnTo>
                <a:lnTo>
                  <a:pt x="1811" y="8653"/>
                </a:lnTo>
                <a:lnTo>
                  <a:pt x="1811" y="8771"/>
                </a:lnTo>
                <a:lnTo>
                  <a:pt x="1811" y="8799"/>
                </a:lnTo>
                <a:cubicBezTo>
                  <a:pt x="1811" y="9185"/>
                  <a:pt x="1853" y="9580"/>
                  <a:pt x="1929" y="9967"/>
                </a:cubicBezTo>
                <a:lnTo>
                  <a:pt x="0" y="11743"/>
                </a:lnTo>
                <a:lnTo>
                  <a:pt x="1423" y="14251"/>
                </a:lnTo>
                <a:lnTo>
                  <a:pt x="3933" y="13512"/>
                </a:lnTo>
                <a:cubicBezTo>
                  <a:pt x="4140" y="13706"/>
                  <a:pt x="4354" y="13878"/>
                  <a:pt x="4583" y="14037"/>
                </a:cubicBezTo>
                <a:cubicBezTo>
                  <a:pt x="4673" y="14092"/>
                  <a:pt x="4756" y="14155"/>
                  <a:pt x="4845" y="14210"/>
                </a:cubicBezTo>
                <a:cubicBezTo>
                  <a:pt x="4852" y="14217"/>
                  <a:pt x="4865" y="14217"/>
                  <a:pt x="4873" y="14225"/>
                </a:cubicBezTo>
                <a:cubicBezTo>
                  <a:pt x="4880" y="14231"/>
                  <a:pt x="4887" y="14231"/>
                  <a:pt x="4893" y="14238"/>
                </a:cubicBezTo>
                <a:cubicBezTo>
                  <a:pt x="4928" y="14258"/>
                  <a:pt x="4963" y="14280"/>
                  <a:pt x="4998" y="14299"/>
                </a:cubicBezTo>
                <a:cubicBezTo>
                  <a:pt x="5031" y="14321"/>
                  <a:pt x="5066" y="14341"/>
                  <a:pt x="5101" y="14362"/>
                </a:cubicBezTo>
                <a:cubicBezTo>
                  <a:pt x="5107" y="14362"/>
                  <a:pt x="5114" y="14369"/>
                  <a:pt x="5122" y="14369"/>
                </a:cubicBezTo>
                <a:cubicBezTo>
                  <a:pt x="5129" y="14376"/>
                  <a:pt x="5136" y="14382"/>
                  <a:pt x="5149" y="14382"/>
                </a:cubicBezTo>
                <a:cubicBezTo>
                  <a:pt x="5280" y="14459"/>
                  <a:pt x="5426" y="14535"/>
                  <a:pt x="5563" y="14598"/>
                </a:cubicBezTo>
                <a:cubicBezTo>
                  <a:pt x="5771" y="14694"/>
                  <a:pt x="5978" y="14777"/>
                  <a:pt x="6192" y="14853"/>
                </a:cubicBezTo>
                <a:lnTo>
                  <a:pt x="6766" y="17403"/>
                </a:lnTo>
                <a:lnTo>
                  <a:pt x="9649" y="17431"/>
                </a:lnTo>
                <a:lnTo>
                  <a:pt x="10271" y="14888"/>
                </a:lnTo>
                <a:cubicBezTo>
                  <a:pt x="10485" y="14819"/>
                  <a:pt x="10692" y="14742"/>
                  <a:pt x="10900" y="14653"/>
                </a:cubicBezTo>
                <a:cubicBezTo>
                  <a:pt x="11044" y="14590"/>
                  <a:pt x="11190" y="14522"/>
                  <a:pt x="11328" y="14445"/>
                </a:cubicBezTo>
                <a:cubicBezTo>
                  <a:pt x="11334" y="14439"/>
                  <a:pt x="11343" y="14439"/>
                  <a:pt x="11356" y="14432"/>
                </a:cubicBezTo>
                <a:cubicBezTo>
                  <a:pt x="11363" y="14424"/>
                  <a:pt x="11369" y="14424"/>
                  <a:pt x="11369" y="14417"/>
                </a:cubicBezTo>
                <a:cubicBezTo>
                  <a:pt x="11411" y="14404"/>
                  <a:pt x="11445" y="14382"/>
                  <a:pt x="11480" y="14362"/>
                </a:cubicBezTo>
                <a:cubicBezTo>
                  <a:pt x="11480" y="14356"/>
                  <a:pt x="11487" y="14356"/>
                  <a:pt x="11494" y="14356"/>
                </a:cubicBezTo>
                <a:cubicBezTo>
                  <a:pt x="11522" y="14334"/>
                  <a:pt x="11550" y="14321"/>
                  <a:pt x="11583" y="14299"/>
                </a:cubicBezTo>
                <a:cubicBezTo>
                  <a:pt x="11591" y="14299"/>
                  <a:pt x="11598" y="14293"/>
                  <a:pt x="11605" y="14293"/>
                </a:cubicBezTo>
                <a:cubicBezTo>
                  <a:pt x="11936" y="14092"/>
                  <a:pt x="12262" y="13858"/>
                  <a:pt x="12558" y="13603"/>
                </a:cubicBezTo>
                <a:lnTo>
                  <a:pt x="15053" y="14382"/>
                </a:lnTo>
                <a:lnTo>
                  <a:pt x="16518" y="11903"/>
                </a:lnTo>
                <a:lnTo>
                  <a:pt x="14625" y="10091"/>
                </a:lnTo>
                <a:cubicBezTo>
                  <a:pt x="14652" y="9973"/>
                  <a:pt x="14673" y="9856"/>
                  <a:pt x="14693" y="9738"/>
                </a:cubicBezTo>
                <a:cubicBezTo>
                  <a:pt x="14708" y="9628"/>
                  <a:pt x="14722" y="9524"/>
                  <a:pt x="14735" y="9421"/>
                </a:cubicBezTo>
                <a:cubicBezTo>
                  <a:pt x="14743" y="9373"/>
                  <a:pt x="14750" y="9317"/>
                  <a:pt x="14750" y="9268"/>
                </a:cubicBezTo>
                <a:cubicBezTo>
                  <a:pt x="14763" y="9166"/>
                  <a:pt x="14763" y="9054"/>
                  <a:pt x="14770" y="8950"/>
                </a:cubicBezTo>
                <a:lnTo>
                  <a:pt x="14770" y="8923"/>
                </a:lnTo>
                <a:lnTo>
                  <a:pt x="14770" y="8895"/>
                </a:lnTo>
                <a:cubicBezTo>
                  <a:pt x="14770" y="8860"/>
                  <a:pt x="14776" y="8819"/>
                  <a:pt x="14776" y="8777"/>
                </a:cubicBezTo>
                <a:lnTo>
                  <a:pt x="14776" y="8660"/>
                </a:lnTo>
                <a:lnTo>
                  <a:pt x="14776" y="8633"/>
                </a:lnTo>
                <a:cubicBezTo>
                  <a:pt x="14770" y="8245"/>
                  <a:pt x="14728" y="7852"/>
                  <a:pt x="14652" y="7465"/>
                </a:cubicBezTo>
                <a:lnTo>
                  <a:pt x="16581" y="5695"/>
                </a:lnTo>
                <a:lnTo>
                  <a:pt x="15164" y="3179"/>
                </a:lnTo>
                <a:lnTo>
                  <a:pt x="12648" y="3919"/>
                </a:lnTo>
                <a:cubicBezTo>
                  <a:pt x="12558" y="3836"/>
                  <a:pt x="12469" y="3753"/>
                  <a:pt x="12379" y="3677"/>
                </a:cubicBezTo>
                <a:cubicBezTo>
                  <a:pt x="12296" y="3615"/>
                  <a:pt x="12213" y="3552"/>
                  <a:pt x="12122" y="3491"/>
                </a:cubicBezTo>
                <a:cubicBezTo>
                  <a:pt x="12081" y="3456"/>
                  <a:pt x="12039" y="3428"/>
                  <a:pt x="11998" y="3393"/>
                </a:cubicBezTo>
                <a:cubicBezTo>
                  <a:pt x="11908" y="3338"/>
                  <a:pt x="11825" y="3277"/>
                  <a:pt x="11736" y="3221"/>
                </a:cubicBezTo>
                <a:cubicBezTo>
                  <a:pt x="11729" y="3214"/>
                  <a:pt x="11716" y="3214"/>
                  <a:pt x="11708" y="3207"/>
                </a:cubicBezTo>
                <a:cubicBezTo>
                  <a:pt x="11701" y="3201"/>
                  <a:pt x="11694" y="3201"/>
                  <a:pt x="11688" y="3194"/>
                </a:cubicBezTo>
                <a:cubicBezTo>
                  <a:pt x="11653" y="3172"/>
                  <a:pt x="11618" y="3153"/>
                  <a:pt x="11583" y="3131"/>
                </a:cubicBezTo>
                <a:cubicBezTo>
                  <a:pt x="11550" y="3111"/>
                  <a:pt x="11515" y="3090"/>
                  <a:pt x="11480" y="3076"/>
                </a:cubicBezTo>
                <a:cubicBezTo>
                  <a:pt x="11474" y="3070"/>
                  <a:pt x="11467" y="3070"/>
                  <a:pt x="11467" y="3061"/>
                </a:cubicBezTo>
                <a:cubicBezTo>
                  <a:pt x="11452" y="3055"/>
                  <a:pt x="11445" y="3048"/>
                  <a:pt x="11439" y="3048"/>
                </a:cubicBezTo>
                <a:cubicBezTo>
                  <a:pt x="11301" y="2972"/>
                  <a:pt x="11155" y="2895"/>
                  <a:pt x="11018" y="2834"/>
                </a:cubicBezTo>
                <a:cubicBezTo>
                  <a:pt x="10810" y="2738"/>
                  <a:pt x="10603" y="2655"/>
                  <a:pt x="10389" y="2579"/>
                </a:cubicBezTo>
                <a:lnTo>
                  <a:pt x="9815" y="27"/>
                </a:lnTo>
                <a:lnTo>
                  <a:pt x="693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526403007"/>
      </p:ext>
    </p:extLst>
  </p:cSld>
  <p:clrMapOvr>
    <a:masterClrMapping/>
  </p:clrMapOvr>
  <p:hf sldNum="0" hdr="0" ftr="0" dt="0"/>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 and body">
    <p:bg>
      <p:bgPr>
        <a:solidFill>
          <a:schemeClr val="dk1"/>
        </a:solidFill>
        <a:effectLst/>
      </p:bgPr>
    </p:bg>
    <p:spTree>
      <p:nvGrpSpPr>
        <p:cNvPr id="1" name="Shape 3308"/>
        <p:cNvGrpSpPr/>
        <p:nvPr/>
      </p:nvGrpSpPr>
      <p:grpSpPr>
        <a:xfrm>
          <a:off x="0" y="0"/>
          <a:ext cx="0" cy="0"/>
          <a:chOff x="0" y="0"/>
          <a:chExt cx="0" cy="0"/>
        </a:xfrm>
      </p:grpSpPr>
      <p:sp>
        <p:nvSpPr>
          <p:cNvPr id="3309" name="Google Shape;3309;p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lnSpc>
                <a:spcPct val="115000"/>
              </a:lnSpc>
              <a:spcBef>
                <a:spcPts val="0"/>
              </a:spcBef>
              <a:spcAft>
                <a:spcPts val="0"/>
              </a:spcAft>
              <a:buClr>
                <a:schemeClr val="dk2"/>
              </a:buClr>
              <a:buSzPts val="3500"/>
              <a:buNone/>
              <a:defRPr>
                <a:solidFill>
                  <a:schemeClr val="dk2"/>
                </a:solidFill>
              </a:defRPr>
            </a:lvl1pPr>
            <a:lvl2pPr lvl="1" rtl="0">
              <a:lnSpc>
                <a:spcPct val="115000"/>
              </a:lnSpc>
              <a:spcBef>
                <a:spcPts val="0"/>
              </a:spcBef>
              <a:spcAft>
                <a:spcPts val="0"/>
              </a:spcAft>
              <a:buClr>
                <a:schemeClr val="dk2"/>
              </a:buClr>
              <a:buSzPts val="3500"/>
              <a:buNone/>
              <a:defRPr>
                <a:solidFill>
                  <a:schemeClr val="dk2"/>
                </a:solidFill>
              </a:defRPr>
            </a:lvl2pPr>
            <a:lvl3pPr lvl="2" rtl="0">
              <a:lnSpc>
                <a:spcPct val="115000"/>
              </a:lnSpc>
              <a:spcBef>
                <a:spcPts val="0"/>
              </a:spcBef>
              <a:spcAft>
                <a:spcPts val="0"/>
              </a:spcAft>
              <a:buClr>
                <a:schemeClr val="dk2"/>
              </a:buClr>
              <a:buSzPts val="3500"/>
              <a:buNone/>
              <a:defRPr>
                <a:solidFill>
                  <a:schemeClr val="dk2"/>
                </a:solidFill>
              </a:defRPr>
            </a:lvl3pPr>
            <a:lvl4pPr lvl="3" rtl="0">
              <a:lnSpc>
                <a:spcPct val="115000"/>
              </a:lnSpc>
              <a:spcBef>
                <a:spcPts val="0"/>
              </a:spcBef>
              <a:spcAft>
                <a:spcPts val="0"/>
              </a:spcAft>
              <a:buClr>
                <a:schemeClr val="dk2"/>
              </a:buClr>
              <a:buSzPts val="3500"/>
              <a:buNone/>
              <a:defRPr>
                <a:solidFill>
                  <a:schemeClr val="dk2"/>
                </a:solidFill>
              </a:defRPr>
            </a:lvl4pPr>
            <a:lvl5pPr lvl="4" rtl="0">
              <a:lnSpc>
                <a:spcPct val="115000"/>
              </a:lnSpc>
              <a:spcBef>
                <a:spcPts val="0"/>
              </a:spcBef>
              <a:spcAft>
                <a:spcPts val="0"/>
              </a:spcAft>
              <a:buClr>
                <a:schemeClr val="dk2"/>
              </a:buClr>
              <a:buSzPts val="3500"/>
              <a:buNone/>
              <a:defRPr>
                <a:solidFill>
                  <a:schemeClr val="dk2"/>
                </a:solidFill>
              </a:defRPr>
            </a:lvl5pPr>
            <a:lvl6pPr lvl="5" rtl="0">
              <a:lnSpc>
                <a:spcPct val="115000"/>
              </a:lnSpc>
              <a:spcBef>
                <a:spcPts val="0"/>
              </a:spcBef>
              <a:spcAft>
                <a:spcPts val="0"/>
              </a:spcAft>
              <a:buClr>
                <a:schemeClr val="dk2"/>
              </a:buClr>
              <a:buSzPts val="3500"/>
              <a:buNone/>
              <a:defRPr>
                <a:solidFill>
                  <a:schemeClr val="dk2"/>
                </a:solidFill>
              </a:defRPr>
            </a:lvl6pPr>
            <a:lvl7pPr lvl="6" rtl="0">
              <a:lnSpc>
                <a:spcPct val="115000"/>
              </a:lnSpc>
              <a:spcBef>
                <a:spcPts val="0"/>
              </a:spcBef>
              <a:spcAft>
                <a:spcPts val="0"/>
              </a:spcAft>
              <a:buClr>
                <a:schemeClr val="dk2"/>
              </a:buClr>
              <a:buSzPts val="3500"/>
              <a:buNone/>
              <a:defRPr>
                <a:solidFill>
                  <a:schemeClr val="dk2"/>
                </a:solidFill>
              </a:defRPr>
            </a:lvl7pPr>
            <a:lvl8pPr lvl="7" rtl="0">
              <a:lnSpc>
                <a:spcPct val="115000"/>
              </a:lnSpc>
              <a:spcBef>
                <a:spcPts val="0"/>
              </a:spcBef>
              <a:spcAft>
                <a:spcPts val="0"/>
              </a:spcAft>
              <a:buClr>
                <a:schemeClr val="dk2"/>
              </a:buClr>
              <a:buSzPts val="3500"/>
              <a:buNone/>
              <a:defRPr>
                <a:solidFill>
                  <a:schemeClr val="dk2"/>
                </a:solidFill>
              </a:defRPr>
            </a:lvl8pPr>
            <a:lvl9pPr lvl="8" rtl="0">
              <a:lnSpc>
                <a:spcPct val="115000"/>
              </a:lnSpc>
              <a:spcBef>
                <a:spcPts val="0"/>
              </a:spcBef>
              <a:spcAft>
                <a:spcPts val="0"/>
              </a:spcAft>
              <a:buClr>
                <a:schemeClr val="dk2"/>
              </a:buClr>
              <a:buSzPts val="3500"/>
              <a:buNone/>
              <a:defRPr>
                <a:solidFill>
                  <a:schemeClr val="dk2"/>
                </a:solidFill>
              </a:defRPr>
            </a:lvl9pPr>
          </a:lstStyle>
          <a:p>
            <a:r>
              <a:rPr lang="en-US"/>
              <a:t>Click to edit Master title style</a:t>
            </a:r>
            <a:endParaRPr/>
          </a:p>
        </p:txBody>
      </p:sp>
      <p:sp>
        <p:nvSpPr>
          <p:cNvPr id="3310" name="Google Shape;3310;p4"/>
          <p:cNvSpPr txBox="1">
            <a:spLocks noGrp="1"/>
          </p:cNvSpPr>
          <p:nvPr>
            <p:ph type="body" idx="1"/>
          </p:nvPr>
        </p:nvSpPr>
        <p:spPr>
          <a:xfrm>
            <a:off x="720000" y="1091526"/>
            <a:ext cx="7704000" cy="411900"/>
          </a:xfrm>
          <a:prstGeom prst="rect">
            <a:avLst/>
          </a:prstGeom>
        </p:spPr>
        <p:txBody>
          <a:bodyPr spcFirstLastPara="1" wrap="square" lIns="91425" tIns="91425" rIns="91425" bIns="91425" anchor="t" anchorCtr="0">
            <a:noAutofit/>
          </a:bodyPr>
          <a:lstStyle>
            <a:lvl1pPr marL="457200" lvl="0" indent="-317500" algn="ctr" rtl="0">
              <a:lnSpc>
                <a:spcPct val="115000"/>
              </a:lnSpc>
              <a:spcBef>
                <a:spcPts val="0"/>
              </a:spcBef>
              <a:spcAft>
                <a:spcPts val="0"/>
              </a:spcAft>
              <a:buClr>
                <a:schemeClr val="dk2"/>
              </a:buClr>
              <a:buSzPts val="1400"/>
              <a:buFont typeface="Nunito Light"/>
              <a:buChar char="●"/>
              <a:defRPr>
                <a:solidFill>
                  <a:schemeClr val="dk2"/>
                </a:solidFill>
              </a:defRPr>
            </a:lvl1pPr>
            <a:lvl2pPr marL="914400" lvl="1" indent="-317500" rtl="0">
              <a:lnSpc>
                <a:spcPct val="100000"/>
              </a:lnSpc>
              <a:spcBef>
                <a:spcPts val="0"/>
              </a:spcBef>
              <a:spcAft>
                <a:spcPts val="0"/>
              </a:spcAft>
              <a:buClr>
                <a:schemeClr val="dk2"/>
              </a:buClr>
              <a:buSzPts val="1400"/>
              <a:buFont typeface="Nunito Light"/>
              <a:buChar char="○"/>
              <a:defRPr>
                <a:solidFill>
                  <a:schemeClr val="dk2"/>
                </a:solidFill>
              </a:defRPr>
            </a:lvl2pPr>
            <a:lvl3pPr marL="1371600" lvl="2" indent="-317500" rtl="0">
              <a:lnSpc>
                <a:spcPct val="100000"/>
              </a:lnSpc>
              <a:spcBef>
                <a:spcPts val="0"/>
              </a:spcBef>
              <a:spcAft>
                <a:spcPts val="0"/>
              </a:spcAft>
              <a:buClr>
                <a:schemeClr val="dk2"/>
              </a:buClr>
              <a:buSzPts val="1400"/>
              <a:buFont typeface="Nunito Light"/>
              <a:buChar char="■"/>
              <a:defRPr>
                <a:solidFill>
                  <a:schemeClr val="dk2"/>
                </a:solidFill>
              </a:defRPr>
            </a:lvl3pPr>
            <a:lvl4pPr marL="1828800" lvl="3" indent="-317500" rtl="0">
              <a:lnSpc>
                <a:spcPct val="100000"/>
              </a:lnSpc>
              <a:spcBef>
                <a:spcPts val="0"/>
              </a:spcBef>
              <a:spcAft>
                <a:spcPts val="0"/>
              </a:spcAft>
              <a:buClr>
                <a:schemeClr val="dk2"/>
              </a:buClr>
              <a:buSzPts val="1400"/>
              <a:buFont typeface="Nunito Light"/>
              <a:buChar char="●"/>
              <a:defRPr>
                <a:solidFill>
                  <a:schemeClr val="dk2"/>
                </a:solidFill>
              </a:defRPr>
            </a:lvl4pPr>
            <a:lvl5pPr marL="2286000" lvl="4" indent="-317500" rtl="0">
              <a:lnSpc>
                <a:spcPct val="100000"/>
              </a:lnSpc>
              <a:spcBef>
                <a:spcPts val="0"/>
              </a:spcBef>
              <a:spcAft>
                <a:spcPts val="0"/>
              </a:spcAft>
              <a:buClr>
                <a:schemeClr val="dk2"/>
              </a:buClr>
              <a:buSzPts val="1400"/>
              <a:buFont typeface="Nunito Light"/>
              <a:buChar char="○"/>
              <a:defRPr>
                <a:solidFill>
                  <a:schemeClr val="dk2"/>
                </a:solidFill>
              </a:defRPr>
            </a:lvl5pPr>
            <a:lvl6pPr marL="2743200" lvl="5" indent="-317500" rtl="0">
              <a:lnSpc>
                <a:spcPct val="100000"/>
              </a:lnSpc>
              <a:spcBef>
                <a:spcPts val="0"/>
              </a:spcBef>
              <a:spcAft>
                <a:spcPts val="0"/>
              </a:spcAft>
              <a:buClr>
                <a:schemeClr val="dk2"/>
              </a:buClr>
              <a:buSzPts val="1400"/>
              <a:buFont typeface="Nunito Light"/>
              <a:buChar char="■"/>
              <a:defRPr>
                <a:solidFill>
                  <a:schemeClr val="dk2"/>
                </a:solidFill>
              </a:defRPr>
            </a:lvl6pPr>
            <a:lvl7pPr marL="3200400" lvl="6" indent="-317500" rtl="0">
              <a:lnSpc>
                <a:spcPct val="100000"/>
              </a:lnSpc>
              <a:spcBef>
                <a:spcPts val="0"/>
              </a:spcBef>
              <a:spcAft>
                <a:spcPts val="0"/>
              </a:spcAft>
              <a:buClr>
                <a:schemeClr val="dk2"/>
              </a:buClr>
              <a:buSzPts val="1400"/>
              <a:buFont typeface="Nunito Light"/>
              <a:buChar char="●"/>
              <a:defRPr>
                <a:solidFill>
                  <a:schemeClr val="dk2"/>
                </a:solidFill>
              </a:defRPr>
            </a:lvl7pPr>
            <a:lvl8pPr marL="3657600" lvl="7" indent="-317500" rtl="0">
              <a:lnSpc>
                <a:spcPct val="100000"/>
              </a:lnSpc>
              <a:spcBef>
                <a:spcPts val="0"/>
              </a:spcBef>
              <a:spcAft>
                <a:spcPts val="0"/>
              </a:spcAft>
              <a:buClr>
                <a:schemeClr val="dk2"/>
              </a:buClr>
              <a:buSzPts val="1400"/>
              <a:buFont typeface="Nunito Light"/>
              <a:buChar char="○"/>
              <a:defRPr>
                <a:solidFill>
                  <a:schemeClr val="dk2"/>
                </a:solidFill>
              </a:defRPr>
            </a:lvl8pPr>
            <a:lvl9pPr marL="4114800" lvl="8" indent="-317500" rtl="0">
              <a:lnSpc>
                <a:spcPct val="100000"/>
              </a:lnSpc>
              <a:spcBef>
                <a:spcPts val="0"/>
              </a:spcBef>
              <a:spcAft>
                <a:spcPts val="0"/>
              </a:spcAft>
              <a:buClr>
                <a:schemeClr val="dk2"/>
              </a:buClr>
              <a:buSzPts val="1400"/>
              <a:buFont typeface="Nunito Light"/>
              <a:buChar char="■"/>
              <a:defRPr>
                <a:solidFill>
                  <a:schemeClr val="dk2"/>
                </a:solidFill>
              </a:defRPr>
            </a:lvl9pPr>
          </a:lstStyle>
          <a:p>
            <a:pPr lvl="0"/>
            <a:r>
              <a:rPr lang="en-US"/>
              <a:t>Click to edit Master text styles</a:t>
            </a:r>
          </a:p>
        </p:txBody>
      </p:sp>
      <p:grpSp>
        <p:nvGrpSpPr>
          <p:cNvPr id="3311" name="Google Shape;3311;p4"/>
          <p:cNvGrpSpPr/>
          <p:nvPr/>
        </p:nvGrpSpPr>
        <p:grpSpPr>
          <a:xfrm>
            <a:off x="8870898" y="929774"/>
            <a:ext cx="347597" cy="4345456"/>
            <a:chOff x="-136402" y="-175976"/>
            <a:chExt cx="347597" cy="4345456"/>
          </a:xfrm>
        </p:grpSpPr>
        <p:sp>
          <p:nvSpPr>
            <p:cNvPr id="3312" name="Google Shape;3312;p4"/>
            <p:cNvSpPr/>
            <p:nvPr/>
          </p:nvSpPr>
          <p:spPr>
            <a:xfrm>
              <a:off x="-136402" y="-175976"/>
              <a:ext cx="273965" cy="273814"/>
            </a:xfrm>
            <a:custGeom>
              <a:avLst/>
              <a:gdLst/>
              <a:ahLst/>
              <a:cxnLst/>
              <a:rect l="l" t="t" r="r" b="b"/>
              <a:pathLst>
                <a:path w="3624" h="3622" extrusionOk="0">
                  <a:moveTo>
                    <a:pt x="1515" y="0"/>
                  </a:moveTo>
                  <a:lnTo>
                    <a:pt x="1" y="1513"/>
                  </a:lnTo>
                  <a:lnTo>
                    <a:pt x="1" y="3621"/>
                  </a:lnTo>
                  <a:lnTo>
                    <a:pt x="36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4"/>
            <p:cNvSpPr/>
            <p:nvPr/>
          </p:nvSpPr>
          <p:spPr>
            <a:xfrm>
              <a:off x="-136402" y="1778994"/>
              <a:ext cx="347597" cy="506503"/>
            </a:xfrm>
            <a:custGeom>
              <a:avLst/>
              <a:gdLst/>
              <a:ahLst/>
              <a:cxnLst/>
              <a:rect l="l" t="t" r="r" b="b"/>
              <a:pathLst>
                <a:path w="4598" h="6700" extrusionOk="0">
                  <a:moveTo>
                    <a:pt x="4597" y="1"/>
                  </a:moveTo>
                  <a:lnTo>
                    <a:pt x="1" y="4597"/>
                  </a:lnTo>
                  <a:lnTo>
                    <a:pt x="1" y="6699"/>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4"/>
            <p:cNvSpPr/>
            <p:nvPr/>
          </p:nvSpPr>
          <p:spPr>
            <a:xfrm>
              <a:off x="-136402" y="2326153"/>
              <a:ext cx="347597" cy="506276"/>
            </a:xfrm>
            <a:custGeom>
              <a:avLst/>
              <a:gdLst/>
              <a:ahLst/>
              <a:cxnLst/>
              <a:rect l="l" t="t" r="r" b="b"/>
              <a:pathLst>
                <a:path w="4598" h="6697" extrusionOk="0">
                  <a:moveTo>
                    <a:pt x="4597" y="0"/>
                  </a:moveTo>
                  <a:lnTo>
                    <a:pt x="1" y="4597"/>
                  </a:lnTo>
                  <a:lnTo>
                    <a:pt x="1" y="6697"/>
                  </a:lnTo>
                  <a:lnTo>
                    <a:pt x="4597" y="2108"/>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4"/>
            <p:cNvSpPr/>
            <p:nvPr/>
          </p:nvSpPr>
          <p:spPr>
            <a:xfrm>
              <a:off x="-136402" y="-175976"/>
              <a:ext cx="91624" cy="91473"/>
            </a:xfrm>
            <a:custGeom>
              <a:avLst/>
              <a:gdLst/>
              <a:ahLst/>
              <a:cxnLst/>
              <a:rect l="l" t="t" r="r" b="b"/>
              <a:pathLst>
                <a:path w="1212" h="1210" extrusionOk="0">
                  <a:moveTo>
                    <a:pt x="1" y="0"/>
                  </a:moveTo>
                  <a:lnTo>
                    <a:pt x="1" y="1209"/>
                  </a:lnTo>
                  <a:lnTo>
                    <a:pt x="12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4"/>
            <p:cNvSpPr/>
            <p:nvPr/>
          </p:nvSpPr>
          <p:spPr>
            <a:xfrm>
              <a:off x="-136402" y="3602504"/>
              <a:ext cx="347597" cy="506428"/>
            </a:xfrm>
            <a:custGeom>
              <a:avLst/>
              <a:gdLst/>
              <a:ahLst/>
              <a:cxnLst/>
              <a:rect l="l" t="t" r="r" b="b"/>
              <a:pathLst>
                <a:path w="4598" h="6699" extrusionOk="0">
                  <a:moveTo>
                    <a:pt x="4597" y="1"/>
                  </a:moveTo>
                  <a:lnTo>
                    <a:pt x="1" y="4597"/>
                  </a:lnTo>
                  <a:lnTo>
                    <a:pt x="1" y="6699"/>
                  </a:lnTo>
                  <a:lnTo>
                    <a:pt x="4597" y="2102"/>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4"/>
            <p:cNvSpPr/>
            <p:nvPr/>
          </p:nvSpPr>
          <p:spPr>
            <a:xfrm>
              <a:off x="-136402" y="3420168"/>
              <a:ext cx="347597" cy="506352"/>
            </a:xfrm>
            <a:custGeom>
              <a:avLst/>
              <a:gdLst/>
              <a:ahLst/>
              <a:cxnLst/>
              <a:rect l="l" t="t" r="r" b="b"/>
              <a:pathLst>
                <a:path w="4598" h="6698" extrusionOk="0">
                  <a:moveTo>
                    <a:pt x="4597" y="1"/>
                  </a:moveTo>
                  <a:lnTo>
                    <a:pt x="1" y="4597"/>
                  </a:lnTo>
                  <a:lnTo>
                    <a:pt x="1" y="6697"/>
                  </a:lnTo>
                  <a:lnTo>
                    <a:pt x="4597" y="2103"/>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4"/>
            <p:cNvSpPr/>
            <p:nvPr/>
          </p:nvSpPr>
          <p:spPr>
            <a:xfrm>
              <a:off x="-136402" y="3237908"/>
              <a:ext cx="347597" cy="506276"/>
            </a:xfrm>
            <a:custGeom>
              <a:avLst/>
              <a:gdLst/>
              <a:ahLst/>
              <a:cxnLst/>
              <a:rect l="l" t="t" r="r" b="b"/>
              <a:pathLst>
                <a:path w="4598" h="6697" extrusionOk="0">
                  <a:moveTo>
                    <a:pt x="4597" y="0"/>
                  </a:moveTo>
                  <a:lnTo>
                    <a:pt x="1" y="4596"/>
                  </a:lnTo>
                  <a:lnTo>
                    <a:pt x="1" y="6696"/>
                  </a:lnTo>
                  <a:lnTo>
                    <a:pt x="4597" y="2100"/>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4"/>
            <p:cNvSpPr/>
            <p:nvPr/>
          </p:nvSpPr>
          <p:spPr>
            <a:xfrm>
              <a:off x="-136402" y="3055572"/>
              <a:ext cx="347597" cy="506276"/>
            </a:xfrm>
            <a:custGeom>
              <a:avLst/>
              <a:gdLst/>
              <a:ahLst/>
              <a:cxnLst/>
              <a:rect l="l" t="t" r="r" b="b"/>
              <a:pathLst>
                <a:path w="4598" h="6697" extrusionOk="0">
                  <a:moveTo>
                    <a:pt x="4597" y="0"/>
                  </a:moveTo>
                  <a:lnTo>
                    <a:pt x="1" y="4595"/>
                  </a:lnTo>
                  <a:lnTo>
                    <a:pt x="1" y="6697"/>
                  </a:lnTo>
                  <a:lnTo>
                    <a:pt x="4597" y="2107"/>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4"/>
            <p:cNvSpPr/>
            <p:nvPr/>
          </p:nvSpPr>
          <p:spPr>
            <a:xfrm>
              <a:off x="-136402" y="-175976"/>
              <a:ext cx="347597" cy="456155"/>
            </a:xfrm>
            <a:custGeom>
              <a:avLst/>
              <a:gdLst/>
              <a:ahLst/>
              <a:cxnLst/>
              <a:rect l="l" t="t" r="r" b="b"/>
              <a:pathLst>
                <a:path w="4598" h="6034" extrusionOk="0">
                  <a:moveTo>
                    <a:pt x="3927" y="0"/>
                  </a:moveTo>
                  <a:lnTo>
                    <a:pt x="1" y="3925"/>
                  </a:lnTo>
                  <a:lnTo>
                    <a:pt x="1" y="6033"/>
                  </a:lnTo>
                  <a:lnTo>
                    <a:pt x="4597" y="1437"/>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4"/>
            <p:cNvSpPr/>
            <p:nvPr/>
          </p:nvSpPr>
          <p:spPr>
            <a:xfrm>
              <a:off x="-136402" y="2690749"/>
              <a:ext cx="347597" cy="506428"/>
            </a:xfrm>
            <a:custGeom>
              <a:avLst/>
              <a:gdLst/>
              <a:ahLst/>
              <a:cxnLst/>
              <a:rect l="l" t="t" r="r" b="b"/>
              <a:pathLst>
                <a:path w="4598" h="6699" extrusionOk="0">
                  <a:moveTo>
                    <a:pt x="4597" y="1"/>
                  </a:moveTo>
                  <a:lnTo>
                    <a:pt x="1" y="4597"/>
                  </a:lnTo>
                  <a:lnTo>
                    <a:pt x="1" y="6699"/>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4"/>
            <p:cNvSpPr/>
            <p:nvPr/>
          </p:nvSpPr>
          <p:spPr>
            <a:xfrm>
              <a:off x="-136402" y="1232062"/>
              <a:ext cx="347597" cy="506957"/>
            </a:xfrm>
            <a:custGeom>
              <a:avLst/>
              <a:gdLst/>
              <a:ahLst/>
              <a:cxnLst/>
              <a:rect l="l" t="t" r="r" b="b"/>
              <a:pathLst>
                <a:path w="4598" h="6706" extrusionOk="0">
                  <a:moveTo>
                    <a:pt x="4597" y="0"/>
                  </a:moveTo>
                  <a:lnTo>
                    <a:pt x="1" y="4597"/>
                  </a:lnTo>
                  <a:lnTo>
                    <a:pt x="1" y="6705"/>
                  </a:lnTo>
                  <a:lnTo>
                    <a:pt x="4597" y="2109"/>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4"/>
            <p:cNvSpPr/>
            <p:nvPr/>
          </p:nvSpPr>
          <p:spPr>
            <a:xfrm>
              <a:off x="-136402" y="2508489"/>
              <a:ext cx="347597" cy="506428"/>
            </a:xfrm>
            <a:custGeom>
              <a:avLst/>
              <a:gdLst/>
              <a:ahLst/>
              <a:cxnLst/>
              <a:rect l="l" t="t" r="r" b="b"/>
              <a:pathLst>
                <a:path w="4598" h="6699" extrusionOk="0">
                  <a:moveTo>
                    <a:pt x="4597" y="0"/>
                  </a:moveTo>
                  <a:lnTo>
                    <a:pt x="1" y="4596"/>
                  </a:lnTo>
                  <a:lnTo>
                    <a:pt x="1" y="6698"/>
                  </a:lnTo>
                  <a:lnTo>
                    <a:pt x="4597" y="2108"/>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4"/>
            <p:cNvSpPr/>
            <p:nvPr/>
          </p:nvSpPr>
          <p:spPr>
            <a:xfrm>
              <a:off x="-136402" y="1049726"/>
              <a:ext cx="347597" cy="506806"/>
            </a:xfrm>
            <a:custGeom>
              <a:avLst/>
              <a:gdLst/>
              <a:ahLst/>
              <a:cxnLst/>
              <a:rect l="l" t="t" r="r" b="b"/>
              <a:pathLst>
                <a:path w="4598" h="6704" extrusionOk="0">
                  <a:moveTo>
                    <a:pt x="4597" y="1"/>
                  </a:moveTo>
                  <a:lnTo>
                    <a:pt x="1" y="4597"/>
                  </a:lnTo>
                  <a:lnTo>
                    <a:pt x="1" y="6704"/>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4"/>
            <p:cNvSpPr/>
            <p:nvPr/>
          </p:nvSpPr>
          <p:spPr>
            <a:xfrm>
              <a:off x="-136402" y="503172"/>
              <a:ext cx="347597" cy="506428"/>
            </a:xfrm>
            <a:custGeom>
              <a:avLst/>
              <a:gdLst/>
              <a:ahLst/>
              <a:cxnLst/>
              <a:rect l="l" t="t" r="r" b="b"/>
              <a:pathLst>
                <a:path w="4598" h="6699" extrusionOk="0">
                  <a:moveTo>
                    <a:pt x="4597" y="0"/>
                  </a:moveTo>
                  <a:lnTo>
                    <a:pt x="1" y="4590"/>
                  </a:lnTo>
                  <a:lnTo>
                    <a:pt x="1" y="6698"/>
                  </a:lnTo>
                  <a:lnTo>
                    <a:pt x="4597" y="2102"/>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4"/>
            <p:cNvSpPr/>
            <p:nvPr/>
          </p:nvSpPr>
          <p:spPr>
            <a:xfrm>
              <a:off x="-136402" y="2143817"/>
              <a:ext cx="347597" cy="506276"/>
            </a:xfrm>
            <a:custGeom>
              <a:avLst/>
              <a:gdLst/>
              <a:ahLst/>
              <a:cxnLst/>
              <a:rect l="l" t="t" r="r" b="b"/>
              <a:pathLst>
                <a:path w="4598" h="6697" extrusionOk="0">
                  <a:moveTo>
                    <a:pt x="4597" y="0"/>
                  </a:moveTo>
                  <a:lnTo>
                    <a:pt x="1" y="4597"/>
                  </a:lnTo>
                  <a:lnTo>
                    <a:pt x="1" y="6697"/>
                  </a:lnTo>
                  <a:lnTo>
                    <a:pt x="4597" y="2109"/>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4"/>
            <p:cNvSpPr/>
            <p:nvPr/>
          </p:nvSpPr>
          <p:spPr>
            <a:xfrm>
              <a:off x="-136402" y="1596734"/>
              <a:ext cx="347597" cy="506428"/>
            </a:xfrm>
            <a:custGeom>
              <a:avLst/>
              <a:gdLst/>
              <a:ahLst/>
              <a:cxnLst/>
              <a:rect l="l" t="t" r="r" b="b"/>
              <a:pathLst>
                <a:path w="4598" h="6699" extrusionOk="0">
                  <a:moveTo>
                    <a:pt x="4597" y="0"/>
                  </a:moveTo>
                  <a:lnTo>
                    <a:pt x="1" y="4597"/>
                  </a:lnTo>
                  <a:lnTo>
                    <a:pt x="1" y="6698"/>
                  </a:lnTo>
                  <a:lnTo>
                    <a:pt x="4597" y="2108"/>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4"/>
            <p:cNvSpPr/>
            <p:nvPr/>
          </p:nvSpPr>
          <p:spPr>
            <a:xfrm>
              <a:off x="-136402" y="320836"/>
              <a:ext cx="347597" cy="506428"/>
            </a:xfrm>
            <a:custGeom>
              <a:avLst/>
              <a:gdLst/>
              <a:ahLst/>
              <a:cxnLst/>
              <a:rect l="l" t="t" r="r" b="b"/>
              <a:pathLst>
                <a:path w="4598" h="6699" extrusionOk="0">
                  <a:moveTo>
                    <a:pt x="4597" y="0"/>
                  </a:moveTo>
                  <a:lnTo>
                    <a:pt x="1" y="4590"/>
                  </a:lnTo>
                  <a:lnTo>
                    <a:pt x="1" y="6698"/>
                  </a:lnTo>
                  <a:lnTo>
                    <a:pt x="4597" y="2102"/>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4"/>
            <p:cNvSpPr/>
            <p:nvPr/>
          </p:nvSpPr>
          <p:spPr>
            <a:xfrm>
              <a:off x="-136402" y="3784840"/>
              <a:ext cx="347597" cy="384640"/>
            </a:xfrm>
            <a:custGeom>
              <a:avLst/>
              <a:gdLst/>
              <a:ahLst/>
              <a:cxnLst/>
              <a:rect l="l" t="t" r="r" b="b"/>
              <a:pathLst>
                <a:path w="4598" h="5088" extrusionOk="0">
                  <a:moveTo>
                    <a:pt x="4597" y="1"/>
                  </a:moveTo>
                  <a:lnTo>
                    <a:pt x="1" y="4597"/>
                  </a:lnTo>
                  <a:lnTo>
                    <a:pt x="1" y="5088"/>
                  </a:lnTo>
                  <a:lnTo>
                    <a:pt x="1611" y="5088"/>
                  </a:lnTo>
                  <a:lnTo>
                    <a:pt x="4597" y="2102"/>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4"/>
            <p:cNvSpPr/>
            <p:nvPr/>
          </p:nvSpPr>
          <p:spPr>
            <a:xfrm>
              <a:off x="-136402" y="1414398"/>
              <a:ext cx="347597" cy="506957"/>
            </a:xfrm>
            <a:custGeom>
              <a:avLst/>
              <a:gdLst/>
              <a:ahLst/>
              <a:cxnLst/>
              <a:rect l="l" t="t" r="r" b="b"/>
              <a:pathLst>
                <a:path w="4598" h="6706" extrusionOk="0">
                  <a:moveTo>
                    <a:pt x="4597" y="0"/>
                  </a:moveTo>
                  <a:lnTo>
                    <a:pt x="1" y="4597"/>
                  </a:lnTo>
                  <a:lnTo>
                    <a:pt x="1" y="6705"/>
                  </a:lnTo>
                  <a:lnTo>
                    <a:pt x="4597" y="2109"/>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4"/>
            <p:cNvSpPr/>
            <p:nvPr/>
          </p:nvSpPr>
          <p:spPr>
            <a:xfrm>
              <a:off x="-136402" y="685583"/>
              <a:ext cx="347597" cy="506276"/>
            </a:xfrm>
            <a:custGeom>
              <a:avLst/>
              <a:gdLst/>
              <a:ahLst/>
              <a:cxnLst/>
              <a:rect l="l" t="t" r="r" b="b"/>
              <a:pathLst>
                <a:path w="4598" h="6697" extrusionOk="0">
                  <a:moveTo>
                    <a:pt x="4597" y="1"/>
                  </a:moveTo>
                  <a:lnTo>
                    <a:pt x="1" y="4589"/>
                  </a:lnTo>
                  <a:lnTo>
                    <a:pt x="1" y="6697"/>
                  </a:lnTo>
                  <a:lnTo>
                    <a:pt x="4597" y="2101"/>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4"/>
            <p:cNvSpPr/>
            <p:nvPr/>
          </p:nvSpPr>
          <p:spPr>
            <a:xfrm>
              <a:off x="-136402" y="2873085"/>
              <a:ext cx="347597" cy="506428"/>
            </a:xfrm>
            <a:custGeom>
              <a:avLst/>
              <a:gdLst/>
              <a:ahLst/>
              <a:cxnLst/>
              <a:rect l="l" t="t" r="r" b="b"/>
              <a:pathLst>
                <a:path w="4598" h="6699" extrusionOk="0">
                  <a:moveTo>
                    <a:pt x="4597" y="1"/>
                  </a:moveTo>
                  <a:lnTo>
                    <a:pt x="1" y="4597"/>
                  </a:lnTo>
                  <a:lnTo>
                    <a:pt x="1" y="6699"/>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4"/>
            <p:cNvSpPr/>
            <p:nvPr/>
          </p:nvSpPr>
          <p:spPr>
            <a:xfrm>
              <a:off x="-136402" y="-43836"/>
              <a:ext cx="347597" cy="506276"/>
            </a:xfrm>
            <a:custGeom>
              <a:avLst/>
              <a:gdLst/>
              <a:ahLst/>
              <a:cxnLst/>
              <a:rect l="l" t="t" r="r" b="b"/>
              <a:pathLst>
                <a:path w="4598" h="6697" extrusionOk="0">
                  <a:moveTo>
                    <a:pt x="4597" y="1"/>
                  </a:moveTo>
                  <a:lnTo>
                    <a:pt x="1" y="4590"/>
                  </a:lnTo>
                  <a:lnTo>
                    <a:pt x="1" y="6697"/>
                  </a:lnTo>
                  <a:lnTo>
                    <a:pt x="4597" y="2102"/>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4"/>
            <p:cNvSpPr/>
            <p:nvPr/>
          </p:nvSpPr>
          <p:spPr>
            <a:xfrm>
              <a:off x="8971" y="3967175"/>
              <a:ext cx="202223" cy="202299"/>
            </a:xfrm>
            <a:custGeom>
              <a:avLst/>
              <a:gdLst/>
              <a:ahLst/>
              <a:cxnLst/>
              <a:rect l="l" t="t" r="r" b="b"/>
              <a:pathLst>
                <a:path w="2675" h="2676" extrusionOk="0">
                  <a:moveTo>
                    <a:pt x="2674" y="0"/>
                  </a:moveTo>
                  <a:lnTo>
                    <a:pt x="0" y="2676"/>
                  </a:lnTo>
                  <a:lnTo>
                    <a:pt x="2100" y="2676"/>
                  </a:lnTo>
                  <a:lnTo>
                    <a:pt x="2674" y="2102"/>
                  </a:lnTo>
                  <a:lnTo>
                    <a:pt x="267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4"/>
            <p:cNvSpPr/>
            <p:nvPr/>
          </p:nvSpPr>
          <p:spPr>
            <a:xfrm>
              <a:off x="-136402" y="1961481"/>
              <a:ext cx="347597" cy="506276"/>
            </a:xfrm>
            <a:custGeom>
              <a:avLst/>
              <a:gdLst/>
              <a:ahLst/>
              <a:cxnLst/>
              <a:rect l="l" t="t" r="r" b="b"/>
              <a:pathLst>
                <a:path w="4598" h="6697" extrusionOk="0">
                  <a:moveTo>
                    <a:pt x="4597" y="0"/>
                  </a:moveTo>
                  <a:lnTo>
                    <a:pt x="1" y="4595"/>
                  </a:lnTo>
                  <a:lnTo>
                    <a:pt x="1" y="6697"/>
                  </a:lnTo>
                  <a:lnTo>
                    <a:pt x="4597" y="2107"/>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4"/>
            <p:cNvSpPr/>
            <p:nvPr/>
          </p:nvSpPr>
          <p:spPr>
            <a:xfrm>
              <a:off x="-136402" y="867919"/>
              <a:ext cx="347597" cy="506276"/>
            </a:xfrm>
            <a:custGeom>
              <a:avLst/>
              <a:gdLst/>
              <a:ahLst/>
              <a:cxnLst/>
              <a:rect l="l" t="t" r="r" b="b"/>
              <a:pathLst>
                <a:path w="4598" h="6697" extrusionOk="0">
                  <a:moveTo>
                    <a:pt x="4597" y="0"/>
                  </a:moveTo>
                  <a:lnTo>
                    <a:pt x="1" y="4589"/>
                  </a:lnTo>
                  <a:lnTo>
                    <a:pt x="1" y="6697"/>
                  </a:lnTo>
                  <a:lnTo>
                    <a:pt x="4597" y="2100"/>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4"/>
            <p:cNvSpPr/>
            <p:nvPr/>
          </p:nvSpPr>
          <p:spPr>
            <a:xfrm>
              <a:off x="-136402" y="138500"/>
              <a:ext cx="347597" cy="506428"/>
            </a:xfrm>
            <a:custGeom>
              <a:avLst/>
              <a:gdLst/>
              <a:ahLst/>
              <a:cxnLst/>
              <a:rect l="l" t="t" r="r" b="b"/>
              <a:pathLst>
                <a:path w="4598" h="6699" extrusionOk="0">
                  <a:moveTo>
                    <a:pt x="4597" y="0"/>
                  </a:moveTo>
                  <a:lnTo>
                    <a:pt x="1" y="4590"/>
                  </a:lnTo>
                  <a:lnTo>
                    <a:pt x="1" y="6698"/>
                  </a:lnTo>
                  <a:lnTo>
                    <a:pt x="4597" y="2102"/>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4"/>
            <p:cNvSpPr/>
            <p:nvPr/>
          </p:nvSpPr>
          <p:spPr>
            <a:xfrm>
              <a:off x="191311" y="4149587"/>
              <a:ext cx="19882" cy="19882"/>
            </a:xfrm>
            <a:custGeom>
              <a:avLst/>
              <a:gdLst/>
              <a:ahLst/>
              <a:cxnLst/>
              <a:rect l="l" t="t" r="r" b="b"/>
              <a:pathLst>
                <a:path w="263" h="263" extrusionOk="0">
                  <a:moveTo>
                    <a:pt x="262" y="1"/>
                  </a:moveTo>
                  <a:lnTo>
                    <a:pt x="0" y="263"/>
                  </a:lnTo>
                  <a:lnTo>
                    <a:pt x="262" y="263"/>
                  </a:lnTo>
                  <a:lnTo>
                    <a:pt x="26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39" name="Google Shape;3339;p4"/>
          <p:cNvGrpSpPr/>
          <p:nvPr/>
        </p:nvGrpSpPr>
        <p:grpSpPr>
          <a:xfrm>
            <a:off x="8870898" y="929774"/>
            <a:ext cx="347597" cy="4345451"/>
            <a:chOff x="-136402" y="-175976"/>
            <a:chExt cx="347597" cy="4345451"/>
          </a:xfrm>
        </p:grpSpPr>
        <p:sp>
          <p:nvSpPr>
            <p:cNvPr id="3340" name="Google Shape;3340;p4"/>
            <p:cNvSpPr/>
            <p:nvPr/>
          </p:nvSpPr>
          <p:spPr>
            <a:xfrm>
              <a:off x="-136402" y="3579069"/>
              <a:ext cx="347597" cy="371033"/>
            </a:xfrm>
            <a:custGeom>
              <a:avLst/>
              <a:gdLst/>
              <a:ahLst/>
              <a:cxnLst/>
              <a:rect l="l" t="t" r="r" b="b"/>
              <a:pathLst>
                <a:path w="4598" h="4908" extrusionOk="0">
                  <a:moveTo>
                    <a:pt x="4597" y="1"/>
                  </a:moveTo>
                  <a:lnTo>
                    <a:pt x="1" y="4595"/>
                  </a:lnTo>
                  <a:lnTo>
                    <a:pt x="1" y="4907"/>
                  </a:lnTo>
                  <a:lnTo>
                    <a:pt x="4597" y="311"/>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4"/>
            <p:cNvSpPr/>
            <p:nvPr/>
          </p:nvSpPr>
          <p:spPr>
            <a:xfrm>
              <a:off x="-136402" y="2850179"/>
              <a:ext cx="347597" cy="370503"/>
            </a:xfrm>
            <a:custGeom>
              <a:avLst/>
              <a:gdLst/>
              <a:ahLst/>
              <a:cxnLst/>
              <a:rect l="l" t="t" r="r" b="b"/>
              <a:pathLst>
                <a:path w="4598" h="4901" extrusionOk="0">
                  <a:moveTo>
                    <a:pt x="4597" y="0"/>
                  </a:moveTo>
                  <a:lnTo>
                    <a:pt x="1" y="4590"/>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4"/>
            <p:cNvSpPr/>
            <p:nvPr/>
          </p:nvSpPr>
          <p:spPr>
            <a:xfrm>
              <a:off x="-14615" y="3943741"/>
              <a:ext cx="225810" cy="225734"/>
            </a:xfrm>
            <a:custGeom>
              <a:avLst/>
              <a:gdLst/>
              <a:ahLst/>
              <a:cxnLst/>
              <a:rect l="l" t="t" r="r" b="b"/>
              <a:pathLst>
                <a:path w="2987" h="2986" extrusionOk="0">
                  <a:moveTo>
                    <a:pt x="2986" y="0"/>
                  </a:moveTo>
                  <a:lnTo>
                    <a:pt x="0" y="2986"/>
                  </a:lnTo>
                  <a:lnTo>
                    <a:pt x="312" y="2986"/>
                  </a:lnTo>
                  <a:lnTo>
                    <a:pt x="2986" y="310"/>
                  </a:lnTo>
                  <a:lnTo>
                    <a:pt x="29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4"/>
            <p:cNvSpPr/>
            <p:nvPr/>
          </p:nvSpPr>
          <p:spPr>
            <a:xfrm>
              <a:off x="-136402" y="3214775"/>
              <a:ext cx="347597" cy="370655"/>
            </a:xfrm>
            <a:custGeom>
              <a:avLst/>
              <a:gdLst/>
              <a:ahLst/>
              <a:cxnLst/>
              <a:rect l="l" t="t" r="r" b="b"/>
              <a:pathLst>
                <a:path w="4598" h="4903" extrusionOk="0">
                  <a:moveTo>
                    <a:pt x="4597" y="1"/>
                  </a:moveTo>
                  <a:lnTo>
                    <a:pt x="1" y="4591"/>
                  </a:lnTo>
                  <a:lnTo>
                    <a:pt x="1" y="4902"/>
                  </a:lnTo>
                  <a:lnTo>
                    <a:pt x="4597" y="306"/>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4"/>
            <p:cNvSpPr/>
            <p:nvPr/>
          </p:nvSpPr>
          <p:spPr>
            <a:xfrm>
              <a:off x="-136402" y="2485508"/>
              <a:ext cx="347597" cy="370503"/>
            </a:xfrm>
            <a:custGeom>
              <a:avLst/>
              <a:gdLst/>
              <a:ahLst/>
              <a:cxnLst/>
              <a:rect l="l" t="t" r="r" b="b"/>
              <a:pathLst>
                <a:path w="4598" h="4901" extrusionOk="0">
                  <a:moveTo>
                    <a:pt x="4597" y="0"/>
                  </a:moveTo>
                  <a:lnTo>
                    <a:pt x="1" y="4589"/>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4"/>
            <p:cNvSpPr/>
            <p:nvPr/>
          </p:nvSpPr>
          <p:spPr>
            <a:xfrm>
              <a:off x="-136402" y="2120760"/>
              <a:ext cx="347597" cy="370579"/>
            </a:xfrm>
            <a:custGeom>
              <a:avLst/>
              <a:gdLst/>
              <a:ahLst/>
              <a:cxnLst/>
              <a:rect l="l" t="t" r="r" b="b"/>
              <a:pathLst>
                <a:path w="4598" h="4902" extrusionOk="0">
                  <a:moveTo>
                    <a:pt x="4597" y="0"/>
                  </a:moveTo>
                  <a:lnTo>
                    <a:pt x="1" y="4590"/>
                  </a:lnTo>
                  <a:lnTo>
                    <a:pt x="1" y="4902"/>
                  </a:lnTo>
                  <a:lnTo>
                    <a:pt x="4597" y="305"/>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4"/>
            <p:cNvSpPr/>
            <p:nvPr/>
          </p:nvSpPr>
          <p:spPr>
            <a:xfrm>
              <a:off x="-136402" y="1756088"/>
              <a:ext cx="347597" cy="370503"/>
            </a:xfrm>
            <a:custGeom>
              <a:avLst/>
              <a:gdLst/>
              <a:ahLst/>
              <a:cxnLst/>
              <a:rect l="l" t="t" r="r" b="b"/>
              <a:pathLst>
                <a:path w="4598" h="4901" extrusionOk="0">
                  <a:moveTo>
                    <a:pt x="4597" y="0"/>
                  </a:moveTo>
                  <a:lnTo>
                    <a:pt x="1" y="4590"/>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4"/>
            <p:cNvSpPr/>
            <p:nvPr/>
          </p:nvSpPr>
          <p:spPr>
            <a:xfrm>
              <a:off x="-136402" y="1391417"/>
              <a:ext cx="347597" cy="370503"/>
            </a:xfrm>
            <a:custGeom>
              <a:avLst/>
              <a:gdLst/>
              <a:ahLst/>
              <a:cxnLst/>
              <a:rect l="l" t="t" r="r" b="b"/>
              <a:pathLst>
                <a:path w="4598" h="4901" extrusionOk="0">
                  <a:moveTo>
                    <a:pt x="4597" y="1"/>
                  </a:moveTo>
                  <a:lnTo>
                    <a:pt x="1" y="4597"/>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4"/>
            <p:cNvSpPr/>
            <p:nvPr/>
          </p:nvSpPr>
          <p:spPr>
            <a:xfrm>
              <a:off x="-136402" y="1026669"/>
              <a:ext cx="347597" cy="370655"/>
            </a:xfrm>
            <a:custGeom>
              <a:avLst/>
              <a:gdLst/>
              <a:ahLst/>
              <a:cxnLst/>
              <a:rect l="l" t="t" r="r" b="b"/>
              <a:pathLst>
                <a:path w="4598" h="4903" extrusionOk="0">
                  <a:moveTo>
                    <a:pt x="4597" y="0"/>
                  </a:moveTo>
                  <a:lnTo>
                    <a:pt x="1" y="4597"/>
                  </a:lnTo>
                  <a:lnTo>
                    <a:pt x="1" y="4902"/>
                  </a:lnTo>
                  <a:lnTo>
                    <a:pt x="4597" y="306"/>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4"/>
            <p:cNvSpPr/>
            <p:nvPr/>
          </p:nvSpPr>
          <p:spPr>
            <a:xfrm>
              <a:off x="-136402" y="661998"/>
              <a:ext cx="347597" cy="370503"/>
            </a:xfrm>
            <a:custGeom>
              <a:avLst/>
              <a:gdLst/>
              <a:ahLst/>
              <a:cxnLst/>
              <a:rect l="l" t="t" r="r" b="b"/>
              <a:pathLst>
                <a:path w="4598" h="4901" extrusionOk="0">
                  <a:moveTo>
                    <a:pt x="4597" y="1"/>
                  </a:moveTo>
                  <a:lnTo>
                    <a:pt x="1" y="4597"/>
                  </a:lnTo>
                  <a:lnTo>
                    <a:pt x="1" y="4901"/>
                  </a:lnTo>
                  <a:lnTo>
                    <a:pt x="4597" y="313"/>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4"/>
            <p:cNvSpPr/>
            <p:nvPr/>
          </p:nvSpPr>
          <p:spPr>
            <a:xfrm>
              <a:off x="-136402" y="297402"/>
              <a:ext cx="347597" cy="370503"/>
            </a:xfrm>
            <a:custGeom>
              <a:avLst/>
              <a:gdLst/>
              <a:ahLst/>
              <a:cxnLst/>
              <a:rect l="l" t="t" r="r" b="b"/>
              <a:pathLst>
                <a:path w="4598" h="4901" extrusionOk="0">
                  <a:moveTo>
                    <a:pt x="4597" y="0"/>
                  </a:moveTo>
                  <a:lnTo>
                    <a:pt x="1" y="4596"/>
                  </a:lnTo>
                  <a:lnTo>
                    <a:pt x="1" y="4900"/>
                  </a:lnTo>
                  <a:lnTo>
                    <a:pt x="4597" y="310"/>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4"/>
            <p:cNvSpPr/>
            <p:nvPr/>
          </p:nvSpPr>
          <p:spPr>
            <a:xfrm>
              <a:off x="-136402" y="-67421"/>
              <a:ext cx="347597" cy="370655"/>
            </a:xfrm>
            <a:custGeom>
              <a:avLst/>
              <a:gdLst/>
              <a:ahLst/>
              <a:cxnLst/>
              <a:rect l="l" t="t" r="r" b="b"/>
              <a:pathLst>
                <a:path w="4598" h="4903" extrusionOk="0">
                  <a:moveTo>
                    <a:pt x="4597" y="1"/>
                  </a:moveTo>
                  <a:lnTo>
                    <a:pt x="1" y="4597"/>
                  </a:lnTo>
                  <a:lnTo>
                    <a:pt x="1" y="4902"/>
                  </a:lnTo>
                  <a:lnTo>
                    <a:pt x="4597" y="313"/>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4"/>
            <p:cNvSpPr/>
            <p:nvPr/>
          </p:nvSpPr>
          <p:spPr>
            <a:xfrm>
              <a:off x="-136402" y="-175976"/>
              <a:ext cx="114606" cy="114379"/>
            </a:xfrm>
            <a:custGeom>
              <a:avLst/>
              <a:gdLst/>
              <a:ahLst/>
              <a:cxnLst/>
              <a:rect l="l" t="t" r="r" b="b"/>
              <a:pathLst>
                <a:path w="1516" h="1513" extrusionOk="0">
                  <a:moveTo>
                    <a:pt x="1212" y="0"/>
                  </a:moveTo>
                  <a:lnTo>
                    <a:pt x="1" y="1209"/>
                  </a:lnTo>
                  <a:lnTo>
                    <a:pt x="1" y="1513"/>
                  </a:lnTo>
                  <a:lnTo>
                    <a:pt x="15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4"/>
            <p:cNvSpPr/>
            <p:nvPr/>
          </p:nvSpPr>
          <p:spPr>
            <a:xfrm>
              <a:off x="167725" y="4126077"/>
              <a:ext cx="43469" cy="43393"/>
            </a:xfrm>
            <a:custGeom>
              <a:avLst/>
              <a:gdLst/>
              <a:ahLst/>
              <a:cxnLst/>
              <a:rect l="l" t="t" r="r" b="b"/>
              <a:pathLst>
                <a:path w="575" h="574" extrusionOk="0">
                  <a:moveTo>
                    <a:pt x="574" y="0"/>
                  </a:moveTo>
                  <a:lnTo>
                    <a:pt x="0" y="574"/>
                  </a:lnTo>
                  <a:lnTo>
                    <a:pt x="312" y="574"/>
                  </a:lnTo>
                  <a:lnTo>
                    <a:pt x="574" y="312"/>
                  </a:lnTo>
                  <a:lnTo>
                    <a:pt x="57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4"/>
            <p:cNvSpPr/>
            <p:nvPr/>
          </p:nvSpPr>
          <p:spPr>
            <a:xfrm>
              <a:off x="-136402" y="3396658"/>
              <a:ext cx="347597" cy="371108"/>
            </a:xfrm>
            <a:custGeom>
              <a:avLst/>
              <a:gdLst/>
              <a:ahLst/>
              <a:cxnLst/>
              <a:rect l="l" t="t" r="r" b="b"/>
              <a:pathLst>
                <a:path w="4598" h="4909" extrusionOk="0">
                  <a:moveTo>
                    <a:pt x="4597" y="0"/>
                  </a:moveTo>
                  <a:lnTo>
                    <a:pt x="1" y="4596"/>
                  </a:lnTo>
                  <a:lnTo>
                    <a:pt x="1" y="4908"/>
                  </a:lnTo>
                  <a:lnTo>
                    <a:pt x="4597" y="312"/>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4"/>
            <p:cNvSpPr/>
            <p:nvPr/>
          </p:nvSpPr>
          <p:spPr>
            <a:xfrm>
              <a:off x="-136402" y="2667843"/>
              <a:ext cx="347597" cy="370503"/>
            </a:xfrm>
            <a:custGeom>
              <a:avLst/>
              <a:gdLst/>
              <a:ahLst/>
              <a:cxnLst/>
              <a:rect l="l" t="t" r="r" b="b"/>
              <a:pathLst>
                <a:path w="4598" h="4901" extrusionOk="0">
                  <a:moveTo>
                    <a:pt x="4597" y="0"/>
                  </a:moveTo>
                  <a:lnTo>
                    <a:pt x="1" y="4590"/>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4"/>
            <p:cNvSpPr/>
            <p:nvPr/>
          </p:nvSpPr>
          <p:spPr>
            <a:xfrm>
              <a:off x="-136402" y="1938424"/>
              <a:ext cx="347597" cy="370503"/>
            </a:xfrm>
            <a:custGeom>
              <a:avLst/>
              <a:gdLst/>
              <a:ahLst/>
              <a:cxnLst/>
              <a:rect l="l" t="t" r="r" b="b"/>
              <a:pathLst>
                <a:path w="4598" h="4901" extrusionOk="0">
                  <a:moveTo>
                    <a:pt x="4597" y="0"/>
                  </a:moveTo>
                  <a:lnTo>
                    <a:pt x="1" y="4590"/>
                  </a:lnTo>
                  <a:lnTo>
                    <a:pt x="1" y="4900"/>
                  </a:lnTo>
                  <a:lnTo>
                    <a:pt x="4597" y="305"/>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4"/>
            <p:cNvSpPr/>
            <p:nvPr/>
          </p:nvSpPr>
          <p:spPr>
            <a:xfrm>
              <a:off x="-136402" y="1209081"/>
              <a:ext cx="347597" cy="370503"/>
            </a:xfrm>
            <a:custGeom>
              <a:avLst/>
              <a:gdLst/>
              <a:ahLst/>
              <a:cxnLst/>
              <a:rect l="l" t="t" r="r" b="b"/>
              <a:pathLst>
                <a:path w="4598" h="4901" extrusionOk="0">
                  <a:moveTo>
                    <a:pt x="4597" y="1"/>
                  </a:moveTo>
                  <a:lnTo>
                    <a:pt x="1" y="4596"/>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4"/>
            <p:cNvSpPr/>
            <p:nvPr/>
          </p:nvSpPr>
          <p:spPr>
            <a:xfrm>
              <a:off x="-136402" y="479662"/>
              <a:ext cx="347597" cy="370503"/>
            </a:xfrm>
            <a:custGeom>
              <a:avLst/>
              <a:gdLst/>
              <a:ahLst/>
              <a:cxnLst/>
              <a:rect l="l" t="t" r="r" b="b"/>
              <a:pathLst>
                <a:path w="4598" h="4901" extrusionOk="0">
                  <a:moveTo>
                    <a:pt x="4597" y="1"/>
                  </a:moveTo>
                  <a:lnTo>
                    <a:pt x="1" y="4597"/>
                  </a:lnTo>
                  <a:lnTo>
                    <a:pt x="1" y="4901"/>
                  </a:lnTo>
                  <a:lnTo>
                    <a:pt x="4597" y="311"/>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4"/>
            <p:cNvSpPr/>
            <p:nvPr/>
          </p:nvSpPr>
          <p:spPr>
            <a:xfrm>
              <a:off x="-136402" y="3761405"/>
              <a:ext cx="347597" cy="370957"/>
            </a:xfrm>
            <a:custGeom>
              <a:avLst/>
              <a:gdLst/>
              <a:ahLst/>
              <a:cxnLst/>
              <a:rect l="l" t="t" r="r" b="b"/>
              <a:pathLst>
                <a:path w="4598" h="4907" extrusionOk="0">
                  <a:moveTo>
                    <a:pt x="4597" y="0"/>
                  </a:moveTo>
                  <a:lnTo>
                    <a:pt x="1" y="4597"/>
                  </a:lnTo>
                  <a:lnTo>
                    <a:pt x="1" y="4907"/>
                  </a:lnTo>
                  <a:lnTo>
                    <a:pt x="4597" y="311"/>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4"/>
            <p:cNvSpPr/>
            <p:nvPr/>
          </p:nvSpPr>
          <p:spPr>
            <a:xfrm>
              <a:off x="-136402" y="3032440"/>
              <a:ext cx="347597" cy="370503"/>
            </a:xfrm>
            <a:custGeom>
              <a:avLst/>
              <a:gdLst/>
              <a:ahLst/>
              <a:cxnLst/>
              <a:rect l="l" t="t" r="r" b="b"/>
              <a:pathLst>
                <a:path w="4598" h="4901" extrusionOk="0">
                  <a:moveTo>
                    <a:pt x="4597" y="1"/>
                  </a:moveTo>
                  <a:lnTo>
                    <a:pt x="1" y="4591"/>
                  </a:lnTo>
                  <a:lnTo>
                    <a:pt x="1" y="4901"/>
                  </a:lnTo>
                  <a:lnTo>
                    <a:pt x="4597" y="306"/>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4"/>
            <p:cNvSpPr/>
            <p:nvPr/>
          </p:nvSpPr>
          <p:spPr>
            <a:xfrm>
              <a:off x="-136402" y="2303172"/>
              <a:ext cx="347597" cy="370503"/>
            </a:xfrm>
            <a:custGeom>
              <a:avLst/>
              <a:gdLst/>
              <a:ahLst/>
              <a:cxnLst/>
              <a:rect l="l" t="t" r="r" b="b"/>
              <a:pathLst>
                <a:path w="4598" h="4901" extrusionOk="0">
                  <a:moveTo>
                    <a:pt x="4597" y="1"/>
                  </a:moveTo>
                  <a:lnTo>
                    <a:pt x="1" y="4589"/>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4"/>
            <p:cNvSpPr/>
            <p:nvPr/>
          </p:nvSpPr>
          <p:spPr>
            <a:xfrm>
              <a:off x="-136402" y="1573753"/>
              <a:ext cx="347597" cy="370503"/>
            </a:xfrm>
            <a:custGeom>
              <a:avLst/>
              <a:gdLst/>
              <a:ahLst/>
              <a:cxnLst/>
              <a:rect l="l" t="t" r="r" b="b"/>
              <a:pathLst>
                <a:path w="4598" h="4901" extrusionOk="0">
                  <a:moveTo>
                    <a:pt x="4597" y="1"/>
                  </a:moveTo>
                  <a:lnTo>
                    <a:pt x="1" y="4597"/>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4"/>
            <p:cNvSpPr/>
            <p:nvPr/>
          </p:nvSpPr>
          <p:spPr>
            <a:xfrm>
              <a:off x="-136402" y="844334"/>
              <a:ext cx="347597" cy="370503"/>
            </a:xfrm>
            <a:custGeom>
              <a:avLst/>
              <a:gdLst/>
              <a:ahLst/>
              <a:cxnLst/>
              <a:rect l="l" t="t" r="r" b="b"/>
              <a:pathLst>
                <a:path w="4598" h="4901" extrusionOk="0">
                  <a:moveTo>
                    <a:pt x="4597" y="1"/>
                  </a:moveTo>
                  <a:lnTo>
                    <a:pt x="1" y="4597"/>
                  </a:lnTo>
                  <a:lnTo>
                    <a:pt x="1" y="4901"/>
                  </a:lnTo>
                  <a:lnTo>
                    <a:pt x="4597" y="312"/>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4"/>
            <p:cNvSpPr/>
            <p:nvPr/>
          </p:nvSpPr>
          <p:spPr>
            <a:xfrm>
              <a:off x="-136402" y="115066"/>
              <a:ext cx="347597" cy="370503"/>
            </a:xfrm>
            <a:custGeom>
              <a:avLst/>
              <a:gdLst/>
              <a:ahLst/>
              <a:cxnLst/>
              <a:rect l="l" t="t" r="r" b="b"/>
              <a:pathLst>
                <a:path w="4598" h="4901" extrusionOk="0">
                  <a:moveTo>
                    <a:pt x="4597" y="0"/>
                  </a:moveTo>
                  <a:lnTo>
                    <a:pt x="1" y="4595"/>
                  </a:lnTo>
                  <a:lnTo>
                    <a:pt x="1" y="4900"/>
                  </a:lnTo>
                  <a:lnTo>
                    <a:pt x="4597" y="310"/>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4"/>
            <p:cNvSpPr/>
            <p:nvPr/>
          </p:nvSpPr>
          <p:spPr>
            <a:xfrm>
              <a:off x="-136402" y="-175976"/>
              <a:ext cx="296947" cy="296720"/>
            </a:xfrm>
            <a:custGeom>
              <a:avLst/>
              <a:gdLst/>
              <a:ahLst/>
              <a:cxnLst/>
              <a:rect l="l" t="t" r="r" b="b"/>
              <a:pathLst>
                <a:path w="3928" h="3925" extrusionOk="0">
                  <a:moveTo>
                    <a:pt x="3624" y="0"/>
                  </a:moveTo>
                  <a:lnTo>
                    <a:pt x="1" y="3621"/>
                  </a:lnTo>
                  <a:lnTo>
                    <a:pt x="1" y="3925"/>
                  </a:lnTo>
                  <a:lnTo>
                    <a:pt x="39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66" name="Google Shape;3366;p4"/>
          <p:cNvSpPr/>
          <p:nvPr/>
        </p:nvSpPr>
        <p:spPr>
          <a:xfrm>
            <a:off x="8870850" y="929725"/>
            <a:ext cx="347700" cy="43455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4"/>
          <p:cNvSpPr/>
          <p:nvPr/>
        </p:nvSpPr>
        <p:spPr>
          <a:xfrm>
            <a:off x="-770275" y="-449275"/>
            <a:ext cx="1540800" cy="15408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4"/>
          <p:cNvSpPr/>
          <p:nvPr/>
        </p:nvSpPr>
        <p:spPr>
          <a:xfrm>
            <a:off x="-437725" y="-116725"/>
            <a:ext cx="875700" cy="8757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4"/>
          <p:cNvSpPr/>
          <p:nvPr/>
        </p:nvSpPr>
        <p:spPr>
          <a:xfrm>
            <a:off x="-260868" y="4310950"/>
            <a:ext cx="1206475" cy="1268396"/>
          </a:xfrm>
          <a:custGeom>
            <a:avLst/>
            <a:gdLst/>
            <a:ahLst/>
            <a:cxnLst/>
            <a:rect l="l" t="t" r="r" b="b"/>
            <a:pathLst>
              <a:path w="16581" h="17432" extrusionOk="0">
                <a:moveTo>
                  <a:pt x="8431" y="4679"/>
                </a:moveTo>
                <a:cubicBezTo>
                  <a:pt x="9068" y="4707"/>
                  <a:pt x="9697" y="4879"/>
                  <a:pt x="10256" y="5191"/>
                </a:cubicBezTo>
                <a:cubicBezTo>
                  <a:pt x="10264" y="5191"/>
                  <a:pt x="10264" y="5198"/>
                  <a:pt x="10271" y="5198"/>
                </a:cubicBezTo>
                <a:cubicBezTo>
                  <a:pt x="10298" y="5211"/>
                  <a:pt x="10319" y="5226"/>
                  <a:pt x="10339" y="5239"/>
                </a:cubicBezTo>
                <a:cubicBezTo>
                  <a:pt x="10367" y="5253"/>
                  <a:pt x="10389" y="5267"/>
                  <a:pt x="10415" y="5281"/>
                </a:cubicBezTo>
                <a:cubicBezTo>
                  <a:pt x="10415" y="5287"/>
                  <a:pt x="10422" y="5287"/>
                  <a:pt x="10430" y="5294"/>
                </a:cubicBezTo>
                <a:cubicBezTo>
                  <a:pt x="10969" y="5632"/>
                  <a:pt x="11426" y="6097"/>
                  <a:pt x="11757" y="6643"/>
                </a:cubicBezTo>
                <a:cubicBezTo>
                  <a:pt x="11757" y="6649"/>
                  <a:pt x="11764" y="6656"/>
                  <a:pt x="11764" y="6663"/>
                </a:cubicBezTo>
                <a:cubicBezTo>
                  <a:pt x="11777" y="6684"/>
                  <a:pt x="11790" y="6704"/>
                  <a:pt x="11805" y="6732"/>
                </a:cubicBezTo>
                <a:cubicBezTo>
                  <a:pt x="11819" y="6752"/>
                  <a:pt x="11832" y="6780"/>
                  <a:pt x="11847" y="6802"/>
                </a:cubicBezTo>
                <a:cubicBezTo>
                  <a:pt x="11847" y="6808"/>
                  <a:pt x="11854" y="6815"/>
                  <a:pt x="11854" y="6822"/>
                </a:cubicBezTo>
                <a:cubicBezTo>
                  <a:pt x="12150" y="7382"/>
                  <a:pt x="12316" y="8018"/>
                  <a:pt x="12330" y="8653"/>
                </a:cubicBezTo>
                <a:lnTo>
                  <a:pt x="12330" y="8675"/>
                </a:lnTo>
                <a:cubicBezTo>
                  <a:pt x="12330" y="8701"/>
                  <a:pt x="12330" y="8723"/>
                  <a:pt x="12323" y="8751"/>
                </a:cubicBezTo>
                <a:lnTo>
                  <a:pt x="12323" y="8834"/>
                </a:lnTo>
                <a:lnTo>
                  <a:pt x="12323" y="8854"/>
                </a:lnTo>
                <a:cubicBezTo>
                  <a:pt x="12303" y="9497"/>
                  <a:pt x="12131" y="10119"/>
                  <a:pt x="11819" y="10678"/>
                </a:cubicBezTo>
                <a:cubicBezTo>
                  <a:pt x="11812" y="10685"/>
                  <a:pt x="11812" y="10692"/>
                  <a:pt x="11805" y="10700"/>
                </a:cubicBezTo>
                <a:cubicBezTo>
                  <a:pt x="11799" y="10720"/>
                  <a:pt x="11784" y="10741"/>
                  <a:pt x="11771" y="10761"/>
                </a:cubicBezTo>
                <a:cubicBezTo>
                  <a:pt x="11757" y="10790"/>
                  <a:pt x="11742" y="10809"/>
                  <a:pt x="11722" y="10838"/>
                </a:cubicBezTo>
                <a:cubicBezTo>
                  <a:pt x="11722" y="10844"/>
                  <a:pt x="11716" y="10851"/>
                  <a:pt x="11716" y="10851"/>
                </a:cubicBezTo>
                <a:cubicBezTo>
                  <a:pt x="11376" y="11397"/>
                  <a:pt x="10913" y="11853"/>
                  <a:pt x="10361" y="12178"/>
                </a:cubicBezTo>
                <a:cubicBezTo>
                  <a:pt x="10361" y="12185"/>
                  <a:pt x="10354" y="12185"/>
                  <a:pt x="10347" y="12193"/>
                </a:cubicBezTo>
                <a:cubicBezTo>
                  <a:pt x="10319" y="12206"/>
                  <a:pt x="10298" y="12219"/>
                  <a:pt x="10271" y="12234"/>
                </a:cubicBezTo>
                <a:cubicBezTo>
                  <a:pt x="10249" y="12248"/>
                  <a:pt x="10230" y="12261"/>
                  <a:pt x="10201" y="12267"/>
                </a:cubicBezTo>
                <a:cubicBezTo>
                  <a:pt x="10201" y="12276"/>
                  <a:pt x="10195" y="12276"/>
                  <a:pt x="10188" y="12282"/>
                </a:cubicBezTo>
                <a:cubicBezTo>
                  <a:pt x="9621" y="12579"/>
                  <a:pt x="8992" y="12739"/>
                  <a:pt x="8357" y="12752"/>
                </a:cubicBezTo>
                <a:lnTo>
                  <a:pt x="8150" y="12752"/>
                </a:lnTo>
                <a:cubicBezTo>
                  <a:pt x="7513" y="12724"/>
                  <a:pt x="6884" y="12551"/>
                  <a:pt x="6325" y="12241"/>
                </a:cubicBezTo>
                <a:cubicBezTo>
                  <a:pt x="6325" y="12241"/>
                  <a:pt x="6317" y="12234"/>
                  <a:pt x="6310" y="12234"/>
                </a:cubicBezTo>
                <a:cubicBezTo>
                  <a:pt x="6283" y="12219"/>
                  <a:pt x="6262" y="12206"/>
                  <a:pt x="6234" y="12193"/>
                </a:cubicBezTo>
                <a:cubicBezTo>
                  <a:pt x="6214" y="12178"/>
                  <a:pt x="6192" y="12165"/>
                  <a:pt x="6172" y="12151"/>
                </a:cubicBezTo>
                <a:cubicBezTo>
                  <a:pt x="6166" y="12143"/>
                  <a:pt x="6159" y="12143"/>
                  <a:pt x="6151" y="12136"/>
                </a:cubicBezTo>
                <a:cubicBezTo>
                  <a:pt x="5612" y="11798"/>
                  <a:pt x="5155" y="11335"/>
                  <a:pt x="4824" y="10790"/>
                </a:cubicBezTo>
                <a:cubicBezTo>
                  <a:pt x="4824" y="10783"/>
                  <a:pt x="4817" y="10775"/>
                  <a:pt x="4817" y="10768"/>
                </a:cubicBezTo>
                <a:cubicBezTo>
                  <a:pt x="4804" y="10748"/>
                  <a:pt x="4791" y="10720"/>
                  <a:pt x="4776" y="10700"/>
                </a:cubicBezTo>
                <a:cubicBezTo>
                  <a:pt x="4762" y="10672"/>
                  <a:pt x="4749" y="10650"/>
                  <a:pt x="4734" y="10630"/>
                </a:cubicBezTo>
                <a:cubicBezTo>
                  <a:pt x="4734" y="10624"/>
                  <a:pt x="4727" y="10617"/>
                  <a:pt x="4727" y="10609"/>
                </a:cubicBezTo>
                <a:cubicBezTo>
                  <a:pt x="4431" y="10050"/>
                  <a:pt x="4265" y="9421"/>
                  <a:pt x="4258" y="8777"/>
                </a:cubicBezTo>
                <a:lnTo>
                  <a:pt x="4258" y="8758"/>
                </a:lnTo>
                <a:lnTo>
                  <a:pt x="4258" y="8675"/>
                </a:lnTo>
                <a:lnTo>
                  <a:pt x="4258" y="8598"/>
                </a:lnTo>
                <a:lnTo>
                  <a:pt x="4258" y="8577"/>
                </a:lnTo>
                <a:cubicBezTo>
                  <a:pt x="4278" y="7935"/>
                  <a:pt x="4450" y="7313"/>
                  <a:pt x="4762" y="6752"/>
                </a:cubicBezTo>
                <a:cubicBezTo>
                  <a:pt x="4769" y="6745"/>
                  <a:pt x="4769" y="6739"/>
                  <a:pt x="4776" y="6732"/>
                </a:cubicBezTo>
                <a:cubicBezTo>
                  <a:pt x="4791" y="6711"/>
                  <a:pt x="4804" y="6684"/>
                  <a:pt x="4817" y="6663"/>
                </a:cubicBezTo>
                <a:cubicBezTo>
                  <a:pt x="4832" y="6636"/>
                  <a:pt x="4845" y="6614"/>
                  <a:pt x="4859" y="6594"/>
                </a:cubicBezTo>
                <a:cubicBezTo>
                  <a:pt x="4859" y="6586"/>
                  <a:pt x="4865" y="6586"/>
                  <a:pt x="4865" y="6580"/>
                </a:cubicBezTo>
                <a:cubicBezTo>
                  <a:pt x="5205" y="6034"/>
                  <a:pt x="5675" y="5578"/>
                  <a:pt x="6220" y="5253"/>
                </a:cubicBezTo>
                <a:cubicBezTo>
                  <a:pt x="6227" y="5246"/>
                  <a:pt x="6227" y="5246"/>
                  <a:pt x="6234" y="5239"/>
                </a:cubicBezTo>
                <a:cubicBezTo>
                  <a:pt x="6255" y="5226"/>
                  <a:pt x="6283" y="5218"/>
                  <a:pt x="6303" y="5204"/>
                </a:cubicBezTo>
                <a:cubicBezTo>
                  <a:pt x="6332" y="5191"/>
                  <a:pt x="6351" y="5176"/>
                  <a:pt x="6380" y="5163"/>
                </a:cubicBezTo>
                <a:cubicBezTo>
                  <a:pt x="6386" y="5156"/>
                  <a:pt x="6386" y="5156"/>
                  <a:pt x="6393" y="5150"/>
                </a:cubicBezTo>
                <a:cubicBezTo>
                  <a:pt x="6960" y="4853"/>
                  <a:pt x="7589" y="4694"/>
                  <a:pt x="8232" y="4679"/>
                </a:cubicBezTo>
                <a:close/>
                <a:moveTo>
                  <a:pt x="6932" y="1"/>
                </a:moveTo>
                <a:lnTo>
                  <a:pt x="6317" y="2544"/>
                </a:lnTo>
                <a:cubicBezTo>
                  <a:pt x="6096" y="2613"/>
                  <a:pt x="5889" y="2688"/>
                  <a:pt x="5681" y="2779"/>
                </a:cubicBezTo>
                <a:cubicBezTo>
                  <a:pt x="5537" y="2841"/>
                  <a:pt x="5398" y="2910"/>
                  <a:pt x="5253" y="2987"/>
                </a:cubicBezTo>
                <a:cubicBezTo>
                  <a:pt x="5247" y="2993"/>
                  <a:pt x="5238" y="3000"/>
                  <a:pt x="5225" y="3000"/>
                </a:cubicBezTo>
                <a:cubicBezTo>
                  <a:pt x="5218" y="3007"/>
                  <a:pt x="5218" y="3007"/>
                  <a:pt x="5212" y="3013"/>
                </a:cubicBezTo>
                <a:cubicBezTo>
                  <a:pt x="5170" y="3035"/>
                  <a:pt x="5136" y="3048"/>
                  <a:pt x="5101" y="3070"/>
                </a:cubicBezTo>
                <a:cubicBezTo>
                  <a:pt x="5101" y="3076"/>
                  <a:pt x="5094" y="3076"/>
                  <a:pt x="5087" y="3076"/>
                </a:cubicBezTo>
                <a:cubicBezTo>
                  <a:pt x="5059" y="3096"/>
                  <a:pt x="5031" y="3111"/>
                  <a:pt x="4998" y="3131"/>
                </a:cubicBezTo>
                <a:cubicBezTo>
                  <a:pt x="4990" y="3131"/>
                  <a:pt x="4990" y="3138"/>
                  <a:pt x="4983" y="3144"/>
                </a:cubicBezTo>
                <a:cubicBezTo>
                  <a:pt x="4928" y="3172"/>
                  <a:pt x="4873" y="3207"/>
                  <a:pt x="4817" y="3242"/>
                </a:cubicBezTo>
                <a:cubicBezTo>
                  <a:pt x="4776" y="3269"/>
                  <a:pt x="4734" y="3297"/>
                  <a:pt x="4686" y="3325"/>
                </a:cubicBezTo>
                <a:cubicBezTo>
                  <a:pt x="4459" y="3476"/>
                  <a:pt x="4236" y="3650"/>
                  <a:pt x="4023" y="3836"/>
                </a:cubicBezTo>
                <a:lnTo>
                  <a:pt x="1528" y="3048"/>
                </a:lnTo>
                <a:lnTo>
                  <a:pt x="63" y="5536"/>
                </a:lnTo>
                <a:lnTo>
                  <a:pt x="1956" y="7341"/>
                </a:lnTo>
                <a:cubicBezTo>
                  <a:pt x="1921" y="7507"/>
                  <a:pt x="1888" y="7673"/>
                  <a:pt x="1866" y="7830"/>
                </a:cubicBezTo>
                <a:cubicBezTo>
                  <a:pt x="1859" y="7893"/>
                  <a:pt x="1853" y="7948"/>
                  <a:pt x="1846" y="8011"/>
                </a:cubicBezTo>
                <a:cubicBezTo>
                  <a:pt x="1831" y="8107"/>
                  <a:pt x="1825" y="8212"/>
                  <a:pt x="1818" y="8315"/>
                </a:cubicBezTo>
                <a:lnTo>
                  <a:pt x="1818" y="8328"/>
                </a:lnTo>
                <a:cubicBezTo>
                  <a:pt x="1818" y="8391"/>
                  <a:pt x="1811" y="8452"/>
                  <a:pt x="1811" y="8509"/>
                </a:cubicBezTo>
                <a:lnTo>
                  <a:pt x="1811" y="8535"/>
                </a:lnTo>
                <a:lnTo>
                  <a:pt x="1811" y="8633"/>
                </a:lnTo>
                <a:lnTo>
                  <a:pt x="1811" y="8653"/>
                </a:lnTo>
                <a:lnTo>
                  <a:pt x="1811" y="8771"/>
                </a:lnTo>
                <a:lnTo>
                  <a:pt x="1811" y="8799"/>
                </a:lnTo>
                <a:cubicBezTo>
                  <a:pt x="1811" y="9185"/>
                  <a:pt x="1853" y="9580"/>
                  <a:pt x="1929" y="9967"/>
                </a:cubicBezTo>
                <a:lnTo>
                  <a:pt x="0" y="11743"/>
                </a:lnTo>
                <a:lnTo>
                  <a:pt x="1423" y="14251"/>
                </a:lnTo>
                <a:lnTo>
                  <a:pt x="3933" y="13512"/>
                </a:lnTo>
                <a:cubicBezTo>
                  <a:pt x="4140" y="13706"/>
                  <a:pt x="4354" y="13878"/>
                  <a:pt x="4583" y="14037"/>
                </a:cubicBezTo>
                <a:cubicBezTo>
                  <a:pt x="4673" y="14092"/>
                  <a:pt x="4756" y="14155"/>
                  <a:pt x="4845" y="14210"/>
                </a:cubicBezTo>
                <a:cubicBezTo>
                  <a:pt x="4852" y="14217"/>
                  <a:pt x="4865" y="14217"/>
                  <a:pt x="4873" y="14225"/>
                </a:cubicBezTo>
                <a:cubicBezTo>
                  <a:pt x="4880" y="14231"/>
                  <a:pt x="4887" y="14231"/>
                  <a:pt x="4893" y="14238"/>
                </a:cubicBezTo>
                <a:cubicBezTo>
                  <a:pt x="4928" y="14258"/>
                  <a:pt x="4963" y="14280"/>
                  <a:pt x="4998" y="14299"/>
                </a:cubicBezTo>
                <a:cubicBezTo>
                  <a:pt x="5031" y="14321"/>
                  <a:pt x="5066" y="14341"/>
                  <a:pt x="5101" y="14362"/>
                </a:cubicBezTo>
                <a:cubicBezTo>
                  <a:pt x="5107" y="14362"/>
                  <a:pt x="5114" y="14369"/>
                  <a:pt x="5122" y="14369"/>
                </a:cubicBezTo>
                <a:cubicBezTo>
                  <a:pt x="5129" y="14376"/>
                  <a:pt x="5136" y="14382"/>
                  <a:pt x="5149" y="14382"/>
                </a:cubicBezTo>
                <a:cubicBezTo>
                  <a:pt x="5280" y="14459"/>
                  <a:pt x="5426" y="14535"/>
                  <a:pt x="5563" y="14598"/>
                </a:cubicBezTo>
                <a:cubicBezTo>
                  <a:pt x="5771" y="14694"/>
                  <a:pt x="5978" y="14777"/>
                  <a:pt x="6192" y="14853"/>
                </a:cubicBezTo>
                <a:lnTo>
                  <a:pt x="6766" y="17403"/>
                </a:lnTo>
                <a:lnTo>
                  <a:pt x="9649" y="17431"/>
                </a:lnTo>
                <a:lnTo>
                  <a:pt x="10271" y="14888"/>
                </a:lnTo>
                <a:cubicBezTo>
                  <a:pt x="10485" y="14819"/>
                  <a:pt x="10692" y="14742"/>
                  <a:pt x="10900" y="14653"/>
                </a:cubicBezTo>
                <a:cubicBezTo>
                  <a:pt x="11044" y="14590"/>
                  <a:pt x="11190" y="14522"/>
                  <a:pt x="11328" y="14445"/>
                </a:cubicBezTo>
                <a:cubicBezTo>
                  <a:pt x="11334" y="14439"/>
                  <a:pt x="11343" y="14439"/>
                  <a:pt x="11356" y="14432"/>
                </a:cubicBezTo>
                <a:cubicBezTo>
                  <a:pt x="11363" y="14424"/>
                  <a:pt x="11369" y="14424"/>
                  <a:pt x="11369" y="14417"/>
                </a:cubicBezTo>
                <a:cubicBezTo>
                  <a:pt x="11411" y="14404"/>
                  <a:pt x="11445" y="14382"/>
                  <a:pt x="11480" y="14362"/>
                </a:cubicBezTo>
                <a:cubicBezTo>
                  <a:pt x="11480" y="14356"/>
                  <a:pt x="11487" y="14356"/>
                  <a:pt x="11494" y="14356"/>
                </a:cubicBezTo>
                <a:cubicBezTo>
                  <a:pt x="11522" y="14334"/>
                  <a:pt x="11550" y="14321"/>
                  <a:pt x="11583" y="14299"/>
                </a:cubicBezTo>
                <a:cubicBezTo>
                  <a:pt x="11591" y="14299"/>
                  <a:pt x="11598" y="14293"/>
                  <a:pt x="11605" y="14293"/>
                </a:cubicBezTo>
                <a:cubicBezTo>
                  <a:pt x="11936" y="14092"/>
                  <a:pt x="12262" y="13858"/>
                  <a:pt x="12558" y="13603"/>
                </a:cubicBezTo>
                <a:lnTo>
                  <a:pt x="15053" y="14382"/>
                </a:lnTo>
                <a:lnTo>
                  <a:pt x="16518" y="11903"/>
                </a:lnTo>
                <a:lnTo>
                  <a:pt x="14625" y="10091"/>
                </a:lnTo>
                <a:cubicBezTo>
                  <a:pt x="14652" y="9973"/>
                  <a:pt x="14673" y="9856"/>
                  <a:pt x="14693" y="9738"/>
                </a:cubicBezTo>
                <a:cubicBezTo>
                  <a:pt x="14708" y="9628"/>
                  <a:pt x="14722" y="9524"/>
                  <a:pt x="14735" y="9421"/>
                </a:cubicBezTo>
                <a:cubicBezTo>
                  <a:pt x="14743" y="9373"/>
                  <a:pt x="14750" y="9317"/>
                  <a:pt x="14750" y="9268"/>
                </a:cubicBezTo>
                <a:cubicBezTo>
                  <a:pt x="14763" y="9166"/>
                  <a:pt x="14763" y="9054"/>
                  <a:pt x="14770" y="8950"/>
                </a:cubicBezTo>
                <a:lnTo>
                  <a:pt x="14770" y="8923"/>
                </a:lnTo>
                <a:lnTo>
                  <a:pt x="14770" y="8895"/>
                </a:lnTo>
                <a:cubicBezTo>
                  <a:pt x="14770" y="8860"/>
                  <a:pt x="14776" y="8819"/>
                  <a:pt x="14776" y="8777"/>
                </a:cubicBezTo>
                <a:lnTo>
                  <a:pt x="14776" y="8660"/>
                </a:lnTo>
                <a:lnTo>
                  <a:pt x="14776" y="8633"/>
                </a:lnTo>
                <a:cubicBezTo>
                  <a:pt x="14770" y="8245"/>
                  <a:pt x="14728" y="7852"/>
                  <a:pt x="14652" y="7465"/>
                </a:cubicBezTo>
                <a:lnTo>
                  <a:pt x="16581" y="5695"/>
                </a:lnTo>
                <a:lnTo>
                  <a:pt x="15164" y="3179"/>
                </a:lnTo>
                <a:lnTo>
                  <a:pt x="12648" y="3919"/>
                </a:lnTo>
                <a:cubicBezTo>
                  <a:pt x="12558" y="3836"/>
                  <a:pt x="12469" y="3753"/>
                  <a:pt x="12379" y="3677"/>
                </a:cubicBezTo>
                <a:cubicBezTo>
                  <a:pt x="12296" y="3615"/>
                  <a:pt x="12213" y="3552"/>
                  <a:pt x="12122" y="3491"/>
                </a:cubicBezTo>
                <a:cubicBezTo>
                  <a:pt x="12081" y="3456"/>
                  <a:pt x="12039" y="3428"/>
                  <a:pt x="11998" y="3393"/>
                </a:cubicBezTo>
                <a:cubicBezTo>
                  <a:pt x="11908" y="3338"/>
                  <a:pt x="11825" y="3277"/>
                  <a:pt x="11736" y="3221"/>
                </a:cubicBezTo>
                <a:cubicBezTo>
                  <a:pt x="11729" y="3214"/>
                  <a:pt x="11716" y="3214"/>
                  <a:pt x="11708" y="3207"/>
                </a:cubicBezTo>
                <a:cubicBezTo>
                  <a:pt x="11701" y="3201"/>
                  <a:pt x="11694" y="3201"/>
                  <a:pt x="11688" y="3194"/>
                </a:cubicBezTo>
                <a:cubicBezTo>
                  <a:pt x="11653" y="3172"/>
                  <a:pt x="11618" y="3153"/>
                  <a:pt x="11583" y="3131"/>
                </a:cubicBezTo>
                <a:cubicBezTo>
                  <a:pt x="11550" y="3111"/>
                  <a:pt x="11515" y="3090"/>
                  <a:pt x="11480" y="3076"/>
                </a:cubicBezTo>
                <a:cubicBezTo>
                  <a:pt x="11474" y="3070"/>
                  <a:pt x="11467" y="3070"/>
                  <a:pt x="11467" y="3061"/>
                </a:cubicBezTo>
                <a:cubicBezTo>
                  <a:pt x="11452" y="3055"/>
                  <a:pt x="11445" y="3048"/>
                  <a:pt x="11439" y="3048"/>
                </a:cubicBezTo>
                <a:cubicBezTo>
                  <a:pt x="11301" y="2972"/>
                  <a:pt x="11155" y="2895"/>
                  <a:pt x="11018" y="2834"/>
                </a:cubicBezTo>
                <a:cubicBezTo>
                  <a:pt x="10810" y="2738"/>
                  <a:pt x="10603" y="2655"/>
                  <a:pt x="10389" y="2579"/>
                </a:cubicBezTo>
                <a:lnTo>
                  <a:pt x="9815" y="27"/>
                </a:lnTo>
                <a:lnTo>
                  <a:pt x="693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411154979"/>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3370"/>
        <p:cNvGrpSpPr/>
        <p:nvPr/>
      </p:nvGrpSpPr>
      <p:grpSpPr>
        <a:xfrm>
          <a:off x="0" y="0"/>
          <a:ext cx="0" cy="0"/>
          <a:chOff x="0" y="0"/>
          <a:chExt cx="0" cy="0"/>
        </a:xfrm>
      </p:grpSpPr>
      <p:sp>
        <p:nvSpPr>
          <p:cNvPr id="3371" name="Google Shape;3371;p5"/>
          <p:cNvSpPr txBox="1">
            <a:spLocks noGrp="1"/>
          </p:cNvSpPr>
          <p:nvPr>
            <p:ph type="title"/>
          </p:nvPr>
        </p:nvSpPr>
        <p:spPr>
          <a:xfrm>
            <a:off x="720000" y="445025"/>
            <a:ext cx="7704000" cy="681000"/>
          </a:xfrm>
          <a:prstGeom prst="rect">
            <a:avLst/>
          </a:prstGeom>
        </p:spPr>
        <p:txBody>
          <a:bodyPr spcFirstLastPara="1" wrap="square" lIns="91425" tIns="91425" rIns="91425" bIns="91425" anchor="t" anchorCtr="0">
            <a:noAutofit/>
          </a:bodyPr>
          <a:lstStyle>
            <a:lvl1pPr lvl="0" algn="ctr" rtl="0">
              <a:lnSpc>
                <a:spcPct val="115000"/>
              </a:lnSpc>
              <a:spcBef>
                <a:spcPts val="0"/>
              </a:spcBef>
              <a:spcAft>
                <a:spcPts val="0"/>
              </a:spcAft>
              <a:buClr>
                <a:schemeClr val="dk2"/>
              </a:buClr>
              <a:buSzPts val="3500"/>
              <a:buNone/>
              <a:defRPr>
                <a:solidFill>
                  <a:schemeClr val="dk2"/>
                </a:solidFill>
              </a:defRPr>
            </a:lvl1pPr>
            <a:lvl2pPr lvl="1" rtl="0">
              <a:lnSpc>
                <a:spcPct val="115000"/>
              </a:lnSpc>
              <a:spcBef>
                <a:spcPts val="0"/>
              </a:spcBef>
              <a:spcAft>
                <a:spcPts val="0"/>
              </a:spcAft>
              <a:buClr>
                <a:schemeClr val="dk2"/>
              </a:buClr>
              <a:buSzPts val="3500"/>
              <a:buNone/>
              <a:defRPr>
                <a:solidFill>
                  <a:schemeClr val="dk2"/>
                </a:solidFill>
              </a:defRPr>
            </a:lvl2pPr>
            <a:lvl3pPr lvl="2" rtl="0">
              <a:lnSpc>
                <a:spcPct val="115000"/>
              </a:lnSpc>
              <a:spcBef>
                <a:spcPts val="0"/>
              </a:spcBef>
              <a:spcAft>
                <a:spcPts val="0"/>
              </a:spcAft>
              <a:buClr>
                <a:schemeClr val="dk2"/>
              </a:buClr>
              <a:buSzPts val="3500"/>
              <a:buNone/>
              <a:defRPr>
                <a:solidFill>
                  <a:schemeClr val="dk2"/>
                </a:solidFill>
              </a:defRPr>
            </a:lvl3pPr>
            <a:lvl4pPr lvl="3" rtl="0">
              <a:lnSpc>
                <a:spcPct val="115000"/>
              </a:lnSpc>
              <a:spcBef>
                <a:spcPts val="0"/>
              </a:spcBef>
              <a:spcAft>
                <a:spcPts val="0"/>
              </a:spcAft>
              <a:buClr>
                <a:schemeClr val="dk2"/>
              </a:buClr>
              <a:buSzPts val="3500"/>
              <a:buNone/>
              <a:defRPr>
                <a:solidFill>
                  <a:schemeClr val="dk2"/>
                </a:solidFill>
              </a:defRPr>
            </a:lvl4pPr>
            <a:lvl5pPr lvl="4" rtl="0">
              <a:lnSpc>
                <a:spcPct val="115000"/>
              </a:lnSpc>
              <a:spcBef>
                <a:spcPts val="0"/>
              </a:spcBef>
              <a:spcAft>
                <a:spcPts val="0"/>
              </a:spcAft>
              <a:buClr>
                <a:schemeClr val="dk2"/>
              </a:buClr>
              <a:buSzPts val="3500"/>
              <a:buNone/>
              <a:defRPr>
                <a:solidFill>
                  <a:schemeClr val="dk2"/>
                </a:solidFill>
              </a:defRPr>
            </a:lvl5pPr>
            <a:lvl6pPr lvl="5" rtl="0">
              <a:lnSpc>
                <a:spcPct val="115000"/>
              </a:lnSpc>
              <a:spcBef>
                <a:spcPts val="0"/>
              </a:spcBef>
              <a:spcAft>
                <a:spcPts val="0"/>
              </a:spcAft>
              <a:buClr>
                <a:schemeClr val="dk2"/>
              </a:buClr>
              <a:buSzPts val="3500"/>
              <a:buNone/>
              <a:defRPr>
                <a:solidFill>
                  <a:schemeClr val="dk2"/>
                </a:solidFill>
              </a:defRPr>
            </a:lvl6pPr>
            <a:lvl7pPr lvl="6" rtl="0">
              <a:lnSpc>
                <a:spcPct val="115000"/>
              </a:lnSpc>
              <a:spcBef>
                <a:spcPts val="0"/>
              </a:spcBef>
              <a:spcAft>
                <a:spcPts val="0"/>
              </a:spcAft>
              <a:buClr>
                <a:schemeClr val="dk2"/>
              </a:buClr>
              <a:buSzPts val="3500"/>
              <a:buNone/>
              <a:defRPr>
                <a:solidFill>
                  <a:schemeClr val="dk2"/>
                </a:solidFill>
              </a:defRPr>
            </a:lvl7pPr>
            <a:lvl8pPr lvl="7" rtl="0">
              <a:lnSpc>
                <a:spcPct val="115000"/>
              </a:lnSpc>
              <a:spcBef>
                <a:spcPts val="0"/>
              </a:spcBef>
              <a:spcAft>
                <a:spcPts val="0"/>
              </a:spcAft>
              <a:buClr>
                <a:schemeClr val="dk2"/>
              </a:buClr>
              <a:buSzPts val="3500"/>
              <a:buNone/>
              <a:defRPr>
                <a:solidFill>
                  <a:schemeClr val="dk2"/>
                </a:solidFill>
              </a:defRPr>
            </a:lvl8pPr>
            <a:lvl9pPr lvl="8" rtl="0">
              <a:lnSpc>
                <a:spcPct val="115000"/>
              </a:lnSpc>
              <a:spcBef>
                <a:spcPts val="0"/>
              </a:spcBef>
              <a:spcAft>
                <a:spcPts val="0"/>
              </a:spcAft>
              <a:buClr>
                <a:schemeClr val="dk2"/>
              </a:buClr>
              <a:buSzPts val="3500"/>
              <a:buNone/>
              <a:defRPr>
                <a:solidFill>
                  <a:schemeClr val="dk2"/>
                </a:solidFill>
              </a:defRPr>
            </a:lvl9pPr>
          </a:lstStyle>
          <a:p>
            <a:r>
              <a:rPr lang="en-US"/>
              <a:t>Click to edit Master title style</a:t>
            </a:r>
            <a:endParaRPr/>
          </a:p>
        </p:txBody>
      </p:sp>
      <p:sp>
        <p:nvSpPr>
          <p:cNvPr id="3372" name="Google Shape;3372;p5"/>
          <p:cNvSpPr txBox="1">
            <a:spLocks noGrp="1"/>
          </p:cNvSpPr>
          <p:nvPr>
            <p:ph type="subTitle" idx="1"/>
          </p:nvPr>
        </p:nvSpPr>
        <p:spPr>
          <a:xfrm>
            <a:off x="1080738" y="3588100"/>
            <a:ext cx="2979900" cy="681000"/>
          </a:xfrm>
          <a:prstGeom prst="rect">
            <a:avLst/>
          </a:prstGeom>
        </p:spPr>
        <p:txBody>
          <a:bodyPr spcFirstLastPara="1" wrap="square" lIns="91425" tIns="91425" rIns="91425" bIns="91425" anchor="t" anchorCtr="0">
            <a:noAutofit/>
          </a:bodyPr>
          <a:lstStyle>
            <a:lvl1pPr lvl="0" algn="ctr" rtl="0">
              <a:lnSpc>
                <a:spcPct val="115000"/>
              </a:lnSpc>
              <a:spcBef>
                <a:spcPts val="0"/>
              </a:spcBef>
              <a:spcAft>
                <a:spcPts val="0"/>
              </a:spcAft>
              <a:buClr>
                <a:schemeClr val="dk2"/>
              </a:buClr>
              <a:buSzPts val="1400"/>
              <a:buNone/>
              <a:defRPr sz="1400">
                <a:solidFill>
                  <a:schemeClr val="dk2"/>
                </a:solidFill>
              </a:defRPr>
            </a:lvl1pPr>
            <a:lvl2pPr lvl="1" algn="ctr" rtl="0">
              <a:lnSpc>
                <a:spcPct val="115000"/>
              </a:lnSpc>
              <a:spcBef>
                <a:spcPts val="0"/>
              </a:spcBef>
              <a:spcAft>
                <a:spcPts val="0"/>
              </a:spcAft>
              <a:buClr>
                <a:schemeClr val="dk2"/>
              </a:buClr>
              <a:buSzPts val="1400"/>
              <a:buNone/>
              <a:defRPr>
                <a:solidFill>
                  <a:schemeClr val="dk2"/>
                </a:solidFill>
              </a:defRPr>
            </a:lvl2pPr>
            <a:lvl3pPr lvl="2" algn="ctr" rtl="0">
              <a:lnSpc>
                <a:spcPct val="115000"/>
              </a:lnSpc>
              <a:spcBef>
                <a:spcPts val="1600"/>
              </a:spcBef>
              <a:spcAft>
                <a:spcPts val="0"/>
              </a:spcAft>
              <a:buClr>
                <a:schemeClr val="dk2"/>
              </a:buClr>
              <a:buSzPts val="1400"/>
              <a:buNone/>
              <a:defRPr>
                <a:solidFill>
                  <a:schemeClr val="dk2"/>
                </a:solidFill>
              </a:defRPr>
            </a:lvl3pPr>
            <a:lvl4pPr lvl="3" algn="ctr" rtl="0">
              <a:lnSpc>
                <a:spcPct val="115000"/>
              </a:lnSpc>
              <a:spcBef>
                <a:spcPts val="1600"/>
              </a:spcBef>
              <a:spcAft>
                <a:spcPts val="0"/>
              </a:spcAft>
              <a:buClr>
                <a:schemeClr val="dk2"/>
              </a:buClr>
              <a:buSzPts val="1400"/>
              <a:buNone/>
              <a:defRPr>
                <a:solidFill>
                  <a:schemeClr val="dk2"/>
                </a:solidFill>
              </a:defRPr>
            </a:lvl4pPr>
            <a:lvl5pPr lvl="4" algn="ctr" rtl="0">
              <a:lnSpc>
                <a:spcPct val="115000"/>
              </a:lnSpc>
              <a:spcBef>
                <a:spcPts val="1600"/>
              </a:spcBef>
              <a:spcAft>
                <a:spcPts val="0"/>
              </a:spcAft>
              <a:buClr>
                <a:schemeClr val="dk2"/>
              </a:buClr>
              <a:buSzPts val="1400"/>
              <a:buNone/>
              <a:defRPr>
                <a:solidFill>
                  <a:schemeClr val="dk2"/>
                </a:solidFill>
              </a:defRPr>
            </a:lvl5pPr>
            <a:lvl6pPr lvl="5" algn="ctr" rtl="0">
              <a:lnSpc>
                <a:spcPct val="115000"/>
              </a:lnSpc>
              <a:spcBef>
                <a:spcPts val="1600"/>
              </a:spcBef>
              <a:spcAft>
                <a:spcPts val="0"/>
              </a:spcAft>
              <a:buClr>
                <a:schemeClr val="dk2"/>
              </a:buClr>
              <a:buSzPts val="1400"/>
              <a:buNone/>
              <a:defRPr>
                <a:solidFill>
                  <a:schemeClr val="dk2"/>
                </a:solidFill>
              </a:defRPr>
            </a:lvl6pPr>
            <a:lvl7pPr lvl="6" algn="ctr" rtl="0">
              <a:lnSpc>
                <a:spcPct val="115000"/>
              </a:lnSpc>
              <a:spcBef>
                <a:spcPts val="1600"/>
              </a:spcBef>
              <a:spcAft>
                <a:spcPts val="0"/>
              </a:spcAft>
              <a:buClr>
                <a:schemeClr val="dk2"/>
              </a:buClr>
              <a:buSzPts val="1400"/>
              <a:buNone/>
              <a:defRPr>
                <a:solidFill>
                  <a:schemeClr val="dk2"/>
                </a:solidFill>
              </a:defRPr>
            </a:lvl7pPr>
            <a:lvl8pPr lvl="7" algn="ctr" rtl="0">
              <a:lnSpc>
                <a:spcPct val="115000"/>
              </a:lnSpc>
              <a:spcBef>
                <a:spcPts val="1600"/>
              </a:spcBef>
              <a:spcAft>
                <a:spcPts val="0"/>
              </a:spcAft>
              <a:buClr>
                <a:schemeClr val="dk2"/>
              </a:buClr>
              <a:buSzPts val="1400"/>
              <a:buNone/>
              <a:defRPr>
                <a:solidFill>
                  <a:schemeClr val="dk2"/>
                </a:solidFill>
              </a:defRPr>
            </a:lvl8pPr>
            <a:lvl9pPr lvl="8" algn="ctr" rtl="0">
              <a:lnSpc>
                <a:spcPct val="115000"/>
              </a:lnSpc>
              <a:spcBef>
                <a:spcPts val="1600"/>
              </a:spcBef>
              <a:spcAft>
                <a:spcPts val="1600"/>
              </a:spcAft>
              <a:buClr>
                <a:schemeClr val="dk2"/>
              </a:buClr>
              <a:buSzPts val="1400"/>
              <a:buNone/>
              <a:defRPr>
                <a:solidFill>
                  <a:schemeClr val="dk2"/>
                </a:solidFill>
              </a:defRPr>
            </a:lvl9pPr>
          </a:lstStyle>
          <a:p>
            <a:r>
              <a:rPr lang="en-US"/>
              <a:t>Click to edit Master subtitle style</a:t>
            </a:r>
            <a:endParaRPr/>
          </a:p>
        </p:txBody>
      </p:sp>
      <p:sp>
        <p:nvSpPr>
          <p:cNvPr id="3373" name="Google Shape;3373;p5"/>
          <p:cNvSpPr txBox="1">
            <a:spLocks noGrp="1"/>
          </p:cNvSpPr>
          <p:nvPr>
            <p:ph type="subTitle" idx="2"/>
          </p:nvPr>
        </p:nvSpPr>
        <p:spPr>
          <a:xfrm>
            <a:off x="1080738" y="3233275"/>
            <a:ext cx="2979900" cy="484200"/>
          </a:xfrm>
          <a:prstGeom prst="rect">
            <a:avLst/>
          </a:prstGeom>
        </p:spPr>
        <p:txBody>
          <a:bodyPr spcFirstLastPara="1" wrap="square" lIns="91425" tIns="91425" rIns="91425" bIns="91425" anchor="b" anchorCtr="0">
            <a:noAutofit/>
          </a:bodyPr>
          <a:lstStyle>
            <a:lvl1pPr lvl="0" algn="ctr" rtl="0">
              <a:lnSpc>
                <a:spcPct val="115000"/>
              </a:lnSpc>
              <a:spcBef>
                <a:spcPts val="0"/>
              </a:spcBef>
              <a:spcAft>
                <a:spcPts val="0"/>
              </a:spcAft>
              <a:buClr>
                <a:schemeClr val="dk2"/>
              </a:buClr>
              <a:buSzPts val="2400"/>
              <a:buFont typeface="Poppins Medium"/>
              <a:buNone/>
              <a:defRPr sz="2400">
                <a:solidFill>
                  <a:schemeClr val="dk2"/>
                </a:solidFill>
                <a:latin typeface="Poppins SemiBold"/>
                <a:ea typeface="Poppins SemiBold"/>
                <a:cs typeface="Poppins SemiBold"/>
                <a:sym typeface="Poppins SemiBold"/>
              </a:defRPr>
            </a:lvl1pPr>
            <a:lvl2pPr lvl="1"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2pPr>
            <a:lvl3pPr lvl="2"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3pPr>
            <a:lvl4pPr lvl="3"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4pPr>
            <a:lvl5pPr lvl="4"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5pPr>
            <a:lvl6pPr lvl="5"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6pPr>
            <a:lvl7pPr lvl="6"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7pPr>
            <a:lvl8pPr lvl="7"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8pPr>
            <a:lvl9pPr lvl="8"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9pPr>
          </a:lstStyle>
          <a:p>
            <a:r>
              <a:rPr lang="en-US"/>
              <a:t>Click to edit Master subtitle style</a:t>
            </a:r>
            <a:endParaRPr/>
          </a:p>
        </p:txBody>
      </p:sp>
      <p:sp>
        <p:nvSpPr>
          <p:cNvPr id="3374" name="Google Shape;3374;p5"/>
          <p:cNvSpPr txBox="1">
            <a:spLocks noGrp="1"/>
          </p:cNvSpPr>
          <p:nvPr>
            <p:ph type="subTitle" idx="3"/>
          </p:nvPr>
        </p:nvSpPr>
        <p:spPr>
          <a:xfrm>
            <a:off x="5083366" y="3588100"/>
            <a:ext cx="2979900" cy="681000"/>
          </a:xfrm>
          <a:prstGeom prst="rect">
            <a:avLst/>
          </a:prstGeom>
        </p:spPr>
        <p:txBody>
          <a:bodyPr spcFirstLastPara="1" wrap="square" lIns="91425" tIns="91425" rIns="91425" bIns="91425" anchor="t" anchorCtr="0">
            <a:noAutofit/>
          </a:bodyPr>
          <a:lstStyle>
            <a:lvl1pPr lvl="0" algn="ctr" rtl="0">
              <a:lnSpc>
                <a:spcPct val="115000"/>
              </a:lnSpc>
              <a:spcBef>
                <a:spcPts val="0"/>
              </a:spcBef>
              <a:spcAft>
                <a:spcPts val="0"/>
              </a:spcAft>
              <a:buClr>
                <a:schemeClr val="dk2"/>
              </a:buClr>
              <a:buSzPts val="1400"/>
              <a:buNone/>
              <a:defRPr sz="1400">
                <a:solidFill>
                  <a:schemeClr val="dk2"/>
                </a:solidFill>
              </a:defRPr>
            </a:lvl1pPr>
            <a:lvl2pPr lvl="1" algn="ctr" rtl="0">
              <a:lnSpc>
                <a:spcPct val="115000"/>
              </a:lnSpc>
              <a:spcBef>
                <a:spcPts val="0"/>
              </a:spcBef>
              <a:spcAft>
                <a:spcPts val="0"/>
              </a:spcAft>
              <a:buClr>
                <a:schemeClr val="dk2"/>
              </a:buClr>
              <a:buSzPts val="1400"/>
              <a:buNone/>
              <a:defRPr>
                <a:solidFill>
                  <a:schemeClr val="dk2"/>
                </a:solidFill>
              </a:defRPr>
            </a:lvl2pPr>
            <a:lvl3pPr lvl="2" algn="ctr" rtl="0">
              <a:lnSpc>
                <a:spcPct val="115000"/>
              </a:lnSpc>
              <a:spcBef>
                <a:spcPts val="1600"/>
              </a:spcBef>
              <a:spcAft>
                <a:spcPts val="0"/>
              </a:spcAft>
              <a:buClr>
                <a:schemeClr val="dk2"/>
              </a:buClr>
              <a:buSzPts val="1400"/>
              <a:buNone/>
              <a:defRPr>
                <a:solidFill>
                  <a:schemeClr val="dk2"/>
                </a:solidFill>
              </a:defRPr>
            </a:lvl3pPr>
            <a:lvl4pPr lvl="3" algn="ctr" rtl="0">
              <a:lnSpc>
                <a:spcPct val="115000"/>
              </a:lnSpc>
              <a:spcBef>
                <a:spcPts val="1600"/>
              </a:spcBef>
              <a:spcAft>
                <a:spcPts val="0"/>
              </a:spcAft>
              <a:buClr>
                <a:schemeClr val="dk2"/>
              </a:buClr>
              <a:buSzPts val="1400"/>
              <a:buNone/>
              <a:defRPr>
                <a:solidFill>
                  <a:schemeClr val="dk2"/>
                </a:solidFill>
              </a:defRPr>
            </a:lvl4pPr>
            <a:lvl5pPr lvl="4" algn="ctr" rtl="0">
              <a:lnSpc>
                <a:spcPct val="115000"/>
              </a:lnSpc>
              <a:spcBef>
                <a:spcPts val="1600"/>
              </a:spcBef>
              <a:spcAft>
                <a:spcPts val="0"/>
              </a:spcAft>
              <a:buClr>
                <a:schemeClr val="dk2"/>
              </a:buClr>
              <a:buSzPts val="1400"/>
              <a:buNone/>
              <a:defRPr>
                <a:solidFill>
                  <a:schemeClr val="dk2"/>
                </a:solidFill>
              </a:defRPr>
            </a:lvl5pPr>
            <a:lvl6pPr lvl="5" algn="ctr" rtl="0">
              <a:lnSpc>
                <a:spcPct val="115000"/>
              </a:lnSpc>
              <a:spcBef>
                <a:spcPts val="1600"/>
              </a:spcBef>
              <a:spcAft>
                <a:spcPts val="0"/>
              </a:spcAft>
              <a:buClr>
                <a:schemeClr val="dk2"/>
              </a:buClr>
              <a:buSzPts val="1400"/>
              <a:buNone/>
              <a:defRPr>
                <a:solidFill>
                  <a:schemeClr val="dk2"/>
                </a:solidFill>
              </a:defRPr>
            </a:lvl6pPr>
            <a:lvl7pPr lvl="6" algn="ctr" rtl="0">
              <a:lnSpc>
                <a:spcPct val="115000"/>
              </a:lnSpc>
              <a:spcBef>
                <a:spcPts val="1600"/>
              </a:spcBef>
              <a:spcAft>
                <a:spcPts val="0"/>
              </a:spcAft>
              <a:buClr>
                <a:schemeClr val="dk2"/>
              </a:buClr>
              <a:buSzPts val="1400"/>
              <a:buNone/>
              <a:defRPr>
                <a:solidFill>
                  <a:schemeClr val="dk2"/>
                </a:solidFill>
              </a:defRPr>
            </a:lvl7pPr>
            <a:lvl8pPr lvl="7" algn="ctr" rtl="0">
              <a:lnSpc>
                <a:spcPct val="115000"/>
              </a:lnSpc>
              <a:spcBef>
                <a:spcPts val="1600"/>
              </a:spcBef>
              <a:spcAft>
                <a:spcPts val="0"/>
              </a:spcAft>
              <a:buClr>
                <a:schemeClr val="dk2"/>
              </a:buClr>
              <a:buSzPts val="1400"/>
              <a:buNone/>
              <a:defRPr>
                <a:solidFill>
                  <a:schemeClr val="dk2"/>
                </a:solidFill>
              </a:defRPr>
            </a:lvl8pPr>
            <a:lvl9pPr lvl="8" algn="ctr" rtl="0">
              <a:lnSpc>
                <a:spcPct val="115000"/>
              </a:lnSpc>
              <a:spcBef>
                <a:spcPts val="1600"/>
              </a:spcBef>
              <a:spcAft>
                <a:spcPts val="1600"/>
              </a:spcAft>
              <a:buClr>
                <a:schemeClr val="dk2"/>
              </a:buClr>
              <a:buSzPts val="1400"/>
              <a:buNone/>
              <a:defRPr>
                <a:solidFill>
                  <a:schemeClr val="dk2"/>
                </a:solidFill>
              </a:defRPr>
            </a:lvl9pPr>
          </a:lstStyle>
          <a:p>
            <a:r>
              <a:rPr lang="en-US"/>
              <a:t>Click to edit Master subtitle style</a:t>
            </a:r>
            <a:endParaRPr/>
          </a:p>
        </p:txBody>
      </p:sp>
      <p:sp>
        <p:nvSpPr>
          <p:cNvPr id="3375" name="Google Shape;3375;p5"/>
          <p:cNvSpPr txBox="1">
            <a:spLocks noGrp="1"/>
          </p:cNvSpPr>
          <p:nvPr>
            <p:ph type="subTitle" idx="4"/>
          </p:nvPr>
        </p:nvSpPr>
        <p:spPr>
          <a:xfrm>
            <a:off x="5083366" y="3233275"/>
            <a:ext cx="2979900" cy="484200"/>
          </a:xfrm>
          <a:prstGeom prst="rect">
            <a:avLst/>
          </a:prstGeom>
        </p:spPr>
        <p:txBody>
          <a:bodyPr spcFirstLastPara="1" wrap="square" lIns="91425" tIns="91425" rIns="91425" bIns="91425" anchor="b" anchorCtr="0">
            <a:noAutofit/>
          </a:bodyPr>
          <a:lstStyle>
            <a:lvl1pPr lvl="0" algn="ctr" rtl="0">
              <a:lnSpc>
                <a:spcPct val="115000"/>
              </a:lnSpc>
              <a:spcBef>
                <a:spcPts val="0"/>
              </a:spcBef>
              <a:spcAft>
                <a:spcPts val="0"/>
              </a:spcAft>
              <a:buClr>
                <a:schemeClr val="dk2"/>
              </a:buClr>
              <a:buSzPts val="2400"/>
              <a:buFont typeface="Poppins Medium"/>
              <a:buNone/>
              <a:defRPr sz="2400">
                <a:solidFill>
                  <a:schemeClr val="dk2"/>
                </a:solidFill>
                <a:latin typeface="Poppins SemiBold"/>
                <a:ea typeface="Poppins SemiBold"/>
                <a:cs typeface="Poppins SemiBold"/>
                <a:sym typeface="Poppins SemiBold"/>
              </a:defRPr>
            </a:lvl1pPr>
            <a:lvl2pPr lvl="1"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2pPr>
            <a:lvl3pPr lvl="2"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3pPr>
            <a:lvl4pPr lvl="3"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4pPr>
            <a:lvl5pPr lvl="4"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5pPr>
            <a:lvl6pPr lvl="5"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6pPr>
            <a:lvl7pPr lvl="6"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7pPr>
            <a:lvl8pPr lvl="7"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8pPr>
            <a:lvl9pPr lvl="8"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9pPr>
          </a:lstStyle>
          <a:p>
            <a:r>
              <a:rPr lang="en-US"/>
              <a:t>Click to edit Master subtitle style</a:t>
            </a:r>
            <a:endParaRPr/>
          </a:p>
        </p:txBody>
      </p:sp>
      <p:sp>
        <p:nvSpPr>
          <p:cNvPr id="3376" name="Google Shape;3376;p5"/>
          <p:cNvSpPr/>
          <p:nvPr/>
        </p:nvSpPr>
        <p:spPr>
          <a:xfrm>
            <a:off x="6436500" y="4777950"/>
            <a:ext cx="2895900" cy="11802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5"/>
          <p:cNvSpPr/>
          <p:nvPr/>
        </p:nvSpPr>
        <p:spPr>
          <a:xfrm>
            <a:off x="7750285" y="4482086"/>
            <a:ext cx="491917" cy="517164"/>
          </a:xfrm>
          <a:custGeom>
            <a:avLst/>
            <a:gdLst/>
            <a:ahLst/>
            <a:cxnLst/>
            <a:rect l="l" t="t" r="r" b="b"/>
            <a:pathLst>
              <a:path w="16581" h="17432" extrusionOk="0">
                <a:moveTo>
                  <a:pt x="8431" y="4679"/>
                </a:moveTo>
                <a:cubicBezTo>
                  <a:pt x="9068" y="4707"/>
                  <a:pt x="9697" y="4879"/>
                  <a:pt x="10256" y="5191"/>
                </a:cubicBezTo>
                <a:cubicBezTo>
                  <a:pt x="10264" y="5191"/>
                  <a:pt x="10264" y="5198"/>
                  <a:pt x="10271" y="5198"/>
                </a:cubicBezTo>
                <a:cubicBezTo>
                  <a:pt x="10298" y="5211"/>
                  <a:pt x="10319" y="5226"/>
                  <a:pt x="10339" y="5239"/>
                </a:cubicBezTo>
                <a:cubicBezTo>
                  <a:pt x="10367" y="5253"/>
                  <a:pt x="10389" y="5267"/>
                  <a:pt x="10415" y="5281"/>
                </a:cubicBezTo>
                <a:cubicBezTo>
                  <a:pt x="10415" y="5287"/>
                  <a:pt x="10422" y="5287"/>
                  <a:pt x="10430" y="5294"/>
                </a:cubicBezTo>
                <a:cubicBezTo>
                  <a:pt x="10969" y="5632"/>
                  <a:pt x="11426" y="6097"/>
                  <a:pt x="11757" y="6643"/>
                </a:cubicBezTo>
                <a:cubicBezTo>
                  <a:pt x="11757" y="6649"/>
                  <a:pt x="11764" y="6656"/>
                  <a:pt x="11764" y="6663"/>
                </a:cubicBezTo>
                <a:cubicBezTo>
                  <a:pt x="11777" y="6684"/>
                  <a:pt x="11790" y="6704"/>
                  <a:pt x="11805" y="6732"/>
                </a:cubicBezTo>
                <a:cubicBezTo>
                  <a:pt x="11819" y="6752"/>
                  <a:pt x="11832" y="6780"/>
                  <a:pt x="11847" y="6802"/>
                </a:cubicBezTo>
                <a:cubicBezTo>
                  <a:pt x="11847" y="6808"/>
                  <a:pt x="11854" y="6815"/>
                  <a:pt x="11854" y="6822"/>
                </a:cubicBezTo>
                <a:cubicBezTo>
                  <a:pt x="12150" y="7382"/>
                  <a:pt x="12316" y="8018"/>
                  <a:pt x="12330" y="8653"/>
                </a:cubicBezTo>
                <a:lnTo>
                  <a:pt x="12330" y="8675"/>
                </a:lnTo>
                <a:cubicBezTo>
                  <a:pt x="12330" y="8701"/>
                  <a:pt x="12330" y="8723"/>
                  <a:pt x="12323" y="8751"/>
                </a:cubicBezTo>
                <a:lnTo>
                  <a:pt x="12323" y="8834"/>
                </a:lnTo>
                <a:lnTo>
                  <a:pt x="12323" y="8854"/>
                </a:lnTo>
                <a:cubicBezTo>
                  <a:pt x="12303" y="9497"/>
                  <a:pt x="12131" y="10119"/>
                  <a:pt x="11819" y="10678"/>
                </a:cubicBezTo>
                <a:cubicBezTo>
                  <a:pt x="11812" y="10685"/>
                  <a:pt x="11812" y="10692"/>
                  <a:pt x="11805" y="10700"/>
                </a:cubicBezTo>
                <a:cubicBezTo>
                  <a:pt x="11799" y="10720"/>
                  <a:pt x="11784" y="10741"/>
                  <a:pt x="11771" y="10761"/>
                </a:cubicBezTo>
                <a:cubicBezTo>
                  <a:pt x="11757" y="10790"/>
                  <a:pt x="11742" y="10809"/>
                  <a:pt x="11722" y="10838"/>
                </a:cubicBezTo>
                <a:cubicBezTo>
                  <a:pt x="11722" y="10844"/>
                  <a:pt x="11716" y="10851"/>
                  <a:pt x="11716" y="10851"/>
                </a:cubicBezTo>
                <a:cubicBezTo>
                  <a:pt x="11376" y="11397"/>
                  <a:pt x="10913" y="11853"/>
                  <a:pt x="10361" y="12178"/>
                </a:cubicBezTo>
                <a:cubicBezTo>
                  <a:pt x="10361" y="12185"/>
                  <a:pt x="10354" y="12185"/>
                  <a:pt x="10347" y="12193"/>
                </a:cubicBezTo>
                <a:cubicBezTo>
                  <a:pt x="10319" y="12206"/>
                  <a:pt x="10298" y="12219"/>
                  <a:pt x="10271" y="12234"/>
                </a:cubicBezTo>
                <a:cubicBezTo>
                  <a:pt x="10249" y="12248"/>
                  <a:pt x="10230" y="12261"/>
                  <a:pt x="10201" y="12267"/>
                </a:cubicBezTo>
                <a:cubicBezTo>
                  <a:pt x="10201" y="12276"/>
                  <a:pt x="10195" y="12276"/>
                  <a:pt x="10188" y="12282"/>
                </a:cubicBezTo>
                <a:cubicBezTo>
                  <a:pt x="9621" y="12579"/>
                  <a:pt x="8992" y="12739"/>
                  <a:pt x="8357" y="12752"/>
                </a:cubicBezTo>
                <a:lnTo>
                  <a:pt x="8150" y="12752"/>
                </a:lnTo>
                <a:cubicBezTo>
                  <a:pt x="7513" y="12724"/>
                  <a:pt x="6884" y="12551"/>
                  <a:pt x="6325" y="12241"/>
                </a:cubicBezTo>
                <a:cubicBezTo>
                  <a:pt x="6325" y="12241"/>
                  <a:pt x="6317" y="12234"/>
                  <a:pt x="6310" y="12234"/>
                </a:cubicBezTo>
                <a:cubicBezTo>
                  <a:pt x="6283" y="12219"/>
                  <a:pt x="6262" y="12206"/>
                  <a:pt x="6234" y="12193"/>
                </a:cubicBezTo>
                <a:cubicBezTo>
                  <a:pt x="6214" y="12178"/>
                  <a:pt x="6192" y="12165"/>
                  <a:pt x="6172" y="12151"/>
                </a:cubicBezTo>
                <a:cubicBezTo>
                  <a:pt x="6166" y="12143"/>
                  <a:pt x="6159" y="12143"/>
                  <a:pt x="6151" y="12136"/>
                </a:cubicBezTo>
                <a:cubicBezTo>
                  <a:pt x="5612" y="11798"/>
                  <a:pt x="5155" y="11335"/>
                  <a:pt x="4824" y="10790"/>
                </a:cubicBezTo>
                <a:cubicBezTo>
                  <a:pt x="4824" y="10783"/>
                  <a:pt x="4817" y="10775"/>
                  <a:pt x="4817" y="10768"/>
                </a:cubicBezTo>
                <a:cubicBezTo>
                  <a:pt x="4804" y="10748"/>
                  <a:pt x="4791" y="10720"/>
                  <a:pt x="4776" y="10700"/>
                </a:cubicBezTo>
                <a:cubicBezTo>
                  <a:pt x="4762" y="10672"/>
                  <a:pt x="4749" y="10650"/>
                  <a:pt x="4734" y="10630"/>
                </a:cubicBezTo>
                <a:cubicBezTo>
                  <a:pt x="4734" y="10624"/>
                  <a:pt x="4727" y="10617"/>
                  <a:pt x="4727" y="10609"/>
                </a:cubicBezTo>
                <a:cubicBezTo>
                  <a:pt x="4431" y="10050"/>
                  <a:pt x="4265" y="9421"/>
                  <a:pt x="4258" y="8777"/>
                </a:cubicBezTo>
                <a:lnTo>
                  <a:pt x="4258" y="8758"/>
                </a:lnTo>
                <a:lnTo>
                  <a:pt x="4258" y="8675"/>
                </a:lnTo>
                <a:lnTo>
                  <a:pt x="4258" y="8598"/>
                </a:lnTo>
                <a:lnTo>
                  <a:pt x="4258" y="8577"/>
                </a:lnTo>
                <a:cubicBezTo>
                  <a:pt x="4278" y="7935"/>
                  <a:pt x="4450" y="7313"/>
                  <a:pt x="4762" y="6752"/>
                </a:cubicBezTo>
                <a:cubicBezTo>
                  <a:pt x="4769" y="6745"/>
                  <a:pt x="4769" y="6739"/>
                  <a:pt x="4776" y="6732"/>
                </a:cubicBezTo>
                <a:cubicBezTo>
                  <a:pt x="4791" y="6711"/>
                  <a:pt x="4804" y="6684"/>
                  <a:pt x="4817" y="6663"/>
                </a:cubicBezTo>
                <a:cubicBezTo>
                  <a:pt x="4832" y="6636"/>
                  <a:pt x="4845" y="6614"/>
                  <a:pt x="4859" y="6594"/>
                </a:cubicBezTo>
                <a:cubicBezTo>
                  <a:pt x="4859" y="6586"/>
                  <a:pt x="4865" y="6586"/>
                  <a:pt x="4865" y="6580"/>
                </a:cubicBezTo>
                <a:cubicBezTo>
                  <a:pt x="5205" y="6034"/>
                  <a:pt x="5675" y="5578"/>
                  <a:pt x="6220" y="5253"/>
                </a:cubicBezTo>
                <a:cubicBezTo>
                  <a:pt x="6227" y="5246"/>
                  <a:pt x="6227" y="5246"/>
                  <a:pt x="6234" y="5239"/>
                </a:cubicBezTo>
                <a:cubicBezTo>
                  <a:pt x="6255" y="5226"/>
                  <a:pt x="6283" y="5218"/>
                  <a:pt x="6303" y="5204"/>
                </a:cubicBezTo>
                <a:cubicBezTo>
                  <a:pt x="6332" y="5191"/>
                  <a:pt x="6351" y="5176"/>
                  <a:pt x="6380" y="5163"/>
                </a:cubicBezTo>
                <a:cubicBezTo>
                  <a:pt x="6386" y="5156"/>
                  <a:pt x="6386" y="5156"/>
                  <a:pt x="6393" y="5150"/>
                </a:cubicBezTo>
                <a:cubicBezTo>
                  <a:pt x="6960" y="4853"/>
                  <a:pt x="7589" y="4694"/>
                  <a:pt x="8232" y="4679"/>
                </a:cubicBezTo>
                <a:close/>
                <a:moveTo>
                  <a:pt x="6932" y="1"/>
                </a:moveTo>
                <a:lnTo>
                  <a:pt x="6317" y="2544"/>
                </a:lnTo>
                <a:cubicBezTo>
                  <a:pt x="6096" y="2613"/>
                  <a:pt x="5889" y="2688"/>
                  <a:pt x="5681" y="2779"/>
                </a:cubicBezTo>
                <a:cubicBezTo>
                  <a:pt x="5537" y="2841"/>
                  <a:pt x="5398" y="2910"/>
                  <a:pt x="5253" y="2987"/>
                </a:cubicBezTo>
                <a:cubicBezTo>
                  <a:pt x="5247" y="2993"/>
                  <a:pt x="5238" y="3000"/>
                  <a:pt x="5225" y="3000"/>
                </a:cubicBezTo>
                <a:cubicBezTo>
                  <a:pt x="5218" y="3007"/>
                  <a:pt x="5218" y="3007"/>
                  <a:pt x="5212" y="3013"/>
                </a:cubicBezTo>
                <a:cubicBezTo>
                  <a:pt x="5170" y="3035"/>
                  <a:pt x="5136" y="3048"/>
                  <a:pt x="5101" y="3070"/>
                </a:cubicBezTo>
                <a:cubicBezTo>
                  <a:pt x="5101" y="3076"/>
                  <a:pt x="5094" y="3076"/>
                  <a:pt x="5087" y="3076"/>
                </a:cubicBezTo>
                <a:cubicBezTo>
                  <a:pt x="5059" y="3096"/>
                  <a:pt x="5031" y="3111"/>
                  <a:pt x="4998" y="3131"/>
                </a:cubicBezTo>
                <a:cubicBezTo>
                  <a:pt x="4990" y="3131"/>
                  <a:pt x="4990" y="3138"/>
                  <a:pt x="4983" y="3144"/>
                </a:cubicBezTo>
                <a:cubicBezTo>
                  <a:pt x="4928" y="3172"/>
                  <a:pt x="4873" y="3207"/>
                  <a:pt x="4817" y="3242"/>
                </a:cubicBezTo>
                <a:cubicBezTo>
                  <a:pt x="4776" y="3269"/>
                  <a:pt x="4734" y="3297"/>
                  <a:pt x="4686" y="3325"/>
                </a:cubicBezTo>
                <a:cubicBezTo>
                  <a:pt x="4459" y="3476"/>
                  <a:pt x="4236" y="3650"/>
                  <a:pt x="4023" y="3836"/>
                </a:cubicBezTo>
                <a:lnTo>
                  <a:pt x="1528" y="3048"/>
                </a:lnTo>
                <a:lnTo>
                  <a:pt x="63" y="5536"/>
                </a:lnTo>
                <a:lnTo>
                  <a:pt x="1956" y="7341"/>
                </a:lnTo>
                <a:cubicBezTo>
                  <a:pt x="1921" y="7507"/>
                  <a:pt x="1888" y="7673"/>
                  <a:pt x="1866" y="7830"/>
                </a:cubicBezTo>
                <a:cubicBezTo>
                  <a:pt x="1859" y="7893"/>
                  <a:pt x="1853" y="7948"/>
                  <a:pt x="1846" y="8011"/>
                </a:cubicBezTo>
                <a:cubicBezTo>
                  <a:pt x="1831" y="8107"/>
                  <a:pt x="1825" y="8212"/>
                  <a:pt x="1818" y="8315"/>
                </a:cubicBezTo>
                <a:lnTo>
                  <a:pt x="1818" y="8328"/>
                </a:lnTo>
                <a:cubicBezTo>
                  <a:pt x="1818" y="8391"/>
                  <a:pt x="1811" y="8452"/>
                  <a:pt x="1811" y="8509"/>
                </a:cubicBezTo>
                <a:lnTo>
                  <a:pt x="1811" y="8535"/>
                </a:lnTo>
                <a:lnTo>
                  <a:pt x="1811" y="8633"/>
                </a:lnTo>
                <a:lnTo>
                  <a:pt x="1811" y="8653"/>
                </a:lnTo>
                <a:lnTo>
                  <a:pt x="1811" y="8771"/>
                </a:lnTo>
                <a:lnTo>
                  <a:pt x="1811" y="8799"/>
                </a:lnTo>
                <a:cubicBezTo>
                  <a:pt x="1811" y="9185"/>
                  <a:pt x="1853" y="9580"/>
                  <a:pt x="1929" y="9967"/>
                </a:cubicBezTo>
                <a:lnTo>
                  <a:pt x="0" y="11743"/>
                </a:lnTo>
                <a:lnTo>
                  <a:pt x="1423" y="14251"/>
                </a:lnTo>
                <a:lnTo>
                  <a:pt x="3933" y="13512"/>
                </a:lnTo>
                <a:cubicBezTo>
                  <a:pt x="4140" y="13706"/>
                  <a:pt x="4354" y="13878"/>
                  <a:pt x="4583" y="14037"/>
                </a:cubicBezTo>
                <a:cubicBezTo>
                  <a:pt x="4673" y="14092"/>
                  <a:pt x="4756" y="14155"/>
                  <a:pt x="4845" y="14210"/>
                </a:cubicBezTo>
                <a:cubicBezTo>
                  <a:pt x="4852" y="14217"/>
                  <a:pt x="4865" y="14217"/>
                  <a:pt x="4873" y="14225"/>
                </a:cubicBezTo>
                <a:cubicBezTo>
                  <a:pt x="4880" y="14231"/>
                  <a:pt x="4887" y="14231"/>
                  <a:pt x="4893" y="14238"/>
                </a:cubicBezTo>
                <a:cubicBezTo>
                  <a:pt x="4928" y="14258"/>
                  <a:pt x="4963" y="14280"/>
                  <a:pt x="4998" y="14299"/>
                </a:cubicBezTo>
                <a:cubicBezTo>
                  <a:pt x="5031" y="14321"/>
                  <a:pt x="5066" y="14341"/>
                  <a:pt x="5101" y="14362"/>
                </a:cubicBezTo>
                <a:cubicBezTo>
                  <a:pt x="5107" y="14362"/>
                  <a:pt x="5114" y="14369"/>
                  <a:pt x="5122" y="14369"/>
                </a:cubicBezTo>
                <a:cubicBezTo>
                  <a:pt x="5129" y="14376"/>
                  <a:pt x="5136" y="14382"/>
                  <a:pt x="5149" y="14382"/>
                </a:cubicBezTo>
                <a:cubicBezTo>
                  <a:pt x="5280" y="14459"/>
                  <a:pt x="5426" y="14535"/>
                  <a:pt x="5563" y="14598"/>
                </a:cubicBezTo>
                <a:cubicBezTo>
                  <a:pt x="5771" y="14694"/>
                  <a:pt x="5978" y="14777"/>
                  <a:pt x="6192" y="14853"/>
                </a:cubicBezTo>
                <a:lnTo>
                  <a:pt x="6766" y="17403"/>
                </a:lnTo>
                <a:lnTo>
                  <a:pt x="9649" y="17431"/>
                </a:lnTo>
                <a:lnTo>
                  <a:pt x="10271" y="14888"/>
                </a:lnTo>
                <a:cubicBezTo>
                  <a:pt x="10485" y="14819"/>
                  <a:pt x="10692" y="14742"/>
                  <a:pt x="10900" y="14653"/>
                </a:cubicBezTo>
                <a:cubicBezTo>
                  <a:pt x="11044" y="14590"/>
                  <a:pt x="11190" y="14522"/>
                  <a:pt x="11328" y="14445"/>
                </a:cubicBezTo>
                <a:cubicBezTo>
                  <a:pt x="11334" y="14439"/>
                  <a:pt x="11343" y="14439"/>
                  <a:pt x="11356" y="14432"/>
                </a:cubicBezTo>
                <a:cubicBezTo>
                  <a:pt x="11363" y="14424"/>
                  <a:pt x="11369" y="14424"/>
                  <a:pt x="11369" y="14417"/>
                </a:cubicBezTo>
                <a:cubicBezTo>
                  <a:pt x="11411" y="14404"/>
                  <a:pt x="11445" y="14382"/>
                  <a:pt x="11480" y="14362"/>
                </a:cubicBezTo>
                <a:cubicBezTo>
                  <a:pt x="11480" y="14356"/>
                  <a:pt x="11487" y="14356"/>
                  <a:pt x="11494" y="14356"/>
                </a:cubicBezTo>
                <a:cubicBezTo>
                  <a:pt x="11522" y="14334"/>
                  <a:pt x="11550" y="14321"/>
                  <a:pt x="11583" y="14299"/>
                </a:cubicBezTo>
                <a:cubicBezTo>
                  <a:pt x="11591" y="14299"/>
                  <a:pt x="11598" y="14293"/>
                  <a:pt x="11605" y="14293"/>
                </a:cubicBezTo>
                <a:cubicBezTo>
                  <a:pt x="11936" y="14092"/>
                  <a:pt x="12262" y="13858"/>
                  <a:pt x="12558" y="13603"/>
                </a:cubicBezTo>
                <a:lnTo>
                  <a:pt x="15053" y="14382"/>
                </a:lnTo>
                <a:lnTo>
                  <a:pt x="16518" y="11903"/>
                </a:lnTo>
                <a:lnTo>
                  <a:pt x="14625" y="10091"/>
                </a:lnTo>
                <a:cubicBezTo>
                  <a:pt x="14652" y="9973"/>
                  <a:pt x="14673" y="9856"/>
                  <a:pt x="14693" y="9738"/>
                </a:cubicBezTo>
                <a:cubicBezTo>
                  <a:pt x="14708" y="9628"/>
                  <a:pt x="14722" y="9524"/>
                  <a:pt x="14735" y="9421"/>
                </a:cubicBezTo>
                <a:cubicBezTo>
                  <a:pt x="14743" y="9373"/>
                  <a:pt x="14750" y="9317"/>
                  <a:pt x="14750" y="9268"/>
                </a:cubicBezTo>
                <a:cubicBezTo>
                  <a:pt x="14763" y="9166"/>
                  <a:pt x="14763" y="9054"/>
                  <a:pt x="14770" y="8950"/>
                </a:cubicBezTo>
                <a:lnTo>
                  <a:pt x="14770" y="8923"/>
                </a:lnTo>
                <a:lnTo>
                  <a:pt x="14770" y="8895"/>
                </a:lnTo>
                <a:cubicBezTo>
                  <a:pt x="14770" y="8860"/>
                  <a:pt x="14776" y="8819"/>
                  <a:pt x="14776" y="8777"/>
                </a:cubicBezTo>
                <a:lnTo>
                  <a:pt x="14776" y="8660"/>
                </a:lnTo>
                <a:lnTo>
                  <a:pt x="14776" y="8633"/>
                </a:lnTo>
                <a:cubicBezTo>
                  <a:pt x="14770" y="8245"/>
                  <a:pt x="14728" y="7852"/>
                  <a:pt x="14652" y="7465"/>
                </a:cubicBezTo>
                <a:lnTo>
                  <a:pt x="16581" y="5695"/>
                </a:lnTo>
                <a:lnTo>
                  <a:pt x="15164" y="3179"/>
                </a:lnTo>
                <a:lnTo>
                  <a:pt x="12648" y="3919"/>
                </a:lnTo>
                <a:cubicBezTo>
                  <a:pt x="12558" y="3836"/>
                  <a:pt x="12469" y="3753"/>
                  <a:pt x="12379" y="3677"/>
                </a:cubicBezTo>
                <a:cubicBezTo>
                  <a:pt x="12296" y="3615"/>
                  <a:pt x="12213" y="3552"/>
                  <a:pt x="12122" y="3491"/>
                </a:cubicBezTo>
                <a:cubicBezTo>
                  <a:pt x="12081" y="3456"/>
                  <a:pt x="12039" y="3428"/>
                  <a:pt x="11998" y="3393"/>
                </a:cubicBezTo>
                <a:cubicBezTo>
                  <a:pt x="11908" y="3338"/>
                  <a:pt x="11825" y="3277"/>
                  <a:pt x="11736" y="3221"/>
                </a:cubicBezTo>
                <a:cubicBezTo>
                  <a:pt x="11729" y="3214"/>
                  <a:pt x="11716" y="3214"/>
                  <a:pt x="11708" y="3207"/>
                </a:cubicBezTo>
                <a:cubicBezTo>
                  <a:pt x="11701" y="3201"/>
                  <a:pt x="11694" y="3201"/>
                  <a:pt x="11688" y="3194"/>
                </a:cubicBezTo>
                <a:cubicBezTo>
                  <a:pt x="11653" y="3172"/>
                  <a:pt x="11618" y="3153"/>
                  <a:pt x="11583" y="3131"/>
                </a:cubicBezTo>
                <a:cubicBezTo>
                  <a:pt x="11550" y="3111"/>
                  <a:pt x="11515" y="3090"/>
                  <a:pt x="11480" y="3076"/>
                </a:cubicBezTo>
                <a:cubicBezTo>
                  <a:pt x="11474" y="3070"/>
                  <a:pt x="11467" y="3070"/>
                  <a:pt x="11467" y="3061"/>
                </a:cubicBezTo>
                <a:cubicBezTo>
                  <a:pt x="11452" y="3055"/>
                  <a:pt x="11445" y="3048"/>
                  <a:pt x="11439" y="3048"/>
                </a:cubicBezTo>
                <a:cubicBezTo>
                  <a:pt x="11301" y="2972"/>
                  <a:pt x="11155" y="2895"/>
                  <a:pt x="11018" y="2834"/>
                </a:cubicBezTo>
                <a:cubicBezTo>
                  <a:pt x="10810" y="2738"/>
                  <a:pt x="10603" y="2655"/>
                  <a:pt x="10389" y="2579"/>
                </a:cubicBezTo>
                <a:lnTo>
                  <a:pt x="9815" y="27"/>
                </a:lnTo>
                <a:lnTo>
                  <a:pt x="693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5"/>
          <p:cNvSpPr/>
          <p:nvPr/>
        </p:nvSpPr>
        <p:spPr>
          <a:xfrm>
            <a:off x="335400" y="4184997"/>
            <a:ext cx="592820" cy="592943"/>
          </a:xfrm>
          <a:custGeom>
            <a:avLst/>
            <a:gdLst/>
            <a:ahLst/>
            <a:cxnLst/>
            <a:rect l="l" t="t" r="r" b="b"/>
            <a:pathLst>
              <a:path w="17675" h="17680" extrusionOk="0">
                <a:moveTo>
                  <a:pt x="8861" y="3255"/>
                </a:moveTo>
                <a:cubicBezTo>
                  <a:pt x="9025" y="3255"/>
                  <a:pt x="9189" y="3262"/>
                  <a:pt x="9352" y="3276"/>
                </a:cubicBezTo>
                <a:cubicBezTo>
                  <a:pt x="9359" y="3276"/>
                  <a:pt x="9366" y="3283"/>
                  <a:pt x="9380" y="3283"/>
                </a:cubicBezTo>
                <a:cubicBezTo>
                  <a:pt x="9414" y="3283"/>
                  <a:pt x="9455" y="3290"/>
                  <a:pt x="9497" y="3296"/>
                </a:cubicBezTo>
                <a:cubicBezTo>
                  <a:pt x="9531" y="3296"/>
                  <a:pt x="9566" y="3303"/>
                  <a:pt x="9601" y="3303"/>
                </a:cubicBezTo>
                <a:cubicBezTo>
                  <a:pt x="9608" y="3309"/>
                  <a:pt x="9621" y="3309"/>
                  <a:pt x="9629" y="3309"/>
                </a:cubicBezTo>
                <a:cubicBezTo>
                  <a:pt x="10507" y="3434"/>
                  <a:pt x="11343" y="3774"/>
                  <a:pt x="12061" y="4278"/>
                </a:cubicBezTo>
                <a:lnTo>
                  <a:pt x="12083" y="4298"/>
                </a:lnTo>
                <a:cubicBezTo>
                  <a:pt x="12117" y="4320"/>
                  <a:pt x="12144" y="4340"/>
                  <a:pt x="12179" y="4368"/>
                </a:cubicBezTo>
                <a:cubicBezTo>
                  <a:pt x="12207" y="4388"/>
                  <a:pt x="12234" y="4409"/>
                  <a:pt x="12262" y="4429"/>
                </a:cubicBezTo>
                <a:cubicBezTo>
                  <a:pt x="12268" y="4437"/>
                  <a:pt x="12283" y="4444"/>
                  <a:pt x="12290" y="4444"/>
                </a:cubicBezTo>
                <a:cubicBezTo>
                  <a:pt x="12980" y="4996"/>
                  <a:pt x="13541" y="5701"/>
                  <a:pt x="13914" y="6503"/>
                </a:cubicBezTo>
                <a:cubicBezTo>
                  <a:pt x="13914" y="6511"/>
                  <a:pt x="13920" y="6518"/>
                  <a:pt x="13920" y="6531"/>
                </a:cubicBezTo>
                <a:cubicBezTo>
                  <a:pt x="13942" y="6566"/>
                  <a:pt x="13955" y="6600"/>
                  <a:pt x="13969" y="6635"/>
                </a:cubicBezTo>
                <a:cubicBezTo>
                  <a:pt x="13983" y="6668"/>
                  <a:pt x="13997" y="6703"/>
                  <a:pt x="14010" y="6732"/>
                </a:cubicBezTo>
                <a:cubicBezTo>
                  <a:pt x="14017" y="6745"/>
                  <a:pt x="14017" y="6751"/>
                  <a:pt x="14017" y="6760"/>
                </a:cubicBezTo>
                <a:cubicBezTo>
                  <a:pt x="14348" y="7581"/>
                  <a:pt x="14481" y="8473"/>
                  <a:pt x="14398" y="9357"/>
                </a:cubicBezTo>
                <a:lnTo>
                  <a:pt x="14398" y="9379"/>
                </a:lnTo>
                <a:cubicBezTo>
                  <a:pt x="14390" y="9420"/>
                  <a:pt x="14390" y="9462"/>
                  <a:pt x="14383" y="9497"/>
                </a:cubicBezTo>
                <a:cubicBezTo>
                  <a:pt x="14377" y="9530"/>
                  <a:pt x="14377" y="9571"/>
                  <a:pt x="14370" y="9606"/>
                </a:cubicBezTo>
                <a:cubicBezTo>
                  <a:pt x="14370" y="9613"/>
                  <a:pt x="14370" y="9621"/>
                  <a:pt x="14363" y="9628"/>
                </a:cubicBezTo>
                <a:cubicBezTo>
                  <a:pt x="14239" y="10505"/>
                  <a:pt x="13907" y="11341"/>
                  <a:pt x="13395" y="12068"/>
                </a:cubicBezTo>
                <a:cubicBezTo>
                  <a:pt x="13388" y="12074"/>
                  <a:pt x="13388" y="12081"/>
                  <a:pt x="13381" y="12088"/>
                </a:cubicBezTo>
                <a:cubicBezTo>
                  <a:pt x="13361" y="12116"/>
                  <a:pt x="13340" y="12142"/>
                  <a:pt x="13320" y="12177"/>
                </a:cubicBezTo>
                <a:cubicBezTo>
                  <a:pt x="13292" y="12205"/>
                  <a:pt x="13270" y="12240"/>
                  <a:pt x="13244" y="12267"/>
                </a:cubicBezTo>
                <a:cubicBezTo>
                  <a:pt x="13244" y="12275"/>
                  <a:pt x="13237" y="12282"/>
                  <a:pt x="13229" y="12288"/>
                </a:cubicBezTo>
                <a:cubicBezTo>
                  <a:pt x="12683" y="12987"/>
                  <a:pt x="11978" y="13539"/>
                  <a:pt x="11170" y="13912"/>
                </a:cubicBezTo>
                <a:cubicBezTo>
                  <a:pt x="11164" y="13919"/>
                  <a:pt x="11155" y="13919"/>
                  <a:pt x="11149" y="13926"/>
                </a:cubicBezTo>
                <a:cubicBezTo>
                  <a:pt x="11114" y="13940"/>
                  <a:pt x="11081" y="13954"/>
                  <a:pt x="11046" y="13967"/>
                </a:cubicBezTo>
                <a:cubicBezTo>
                  <a:pt x="11011" y="13982"/>
                  <a:pt x="10976" y="14002"/>
                  <a:pt x="10941" y="14017"/>
                </a:cubicBezTo>
                <a:cubicBezTo>
                  <a:pt x="10935" y="14017"/>
                  <a:pt x="10928" y="14023"/>
                  <a:pt x="10915" y="14023"/>
                </a:cubicBezTo>
                <a:cubicBezTo>
                  <a:pt x="10248" y="14292"/>
                  <a:pt x="9540" y="14425"/>
                  <a:pt x="8824" y="14425"/>
                </a:cubicBezTo>
                <a:cubicBezTo>
                  <a:pt x="8657" y="14425"/>
                  <a:pt x="8490" y="14418"/>
                  <a:pt x="8322" y="14403"/>
                </a:cubicBezTo>
                <a:cubicBezTo>
                  <a:pt x="8316" y="14403"/>
                  <a:pt x="8302" y="14403"/>
                  <a:pt x="8294" y="14397"/>
                </a:cubicBezTo>
                <a:cubicBezTo>
                  <a:pt x="8261" y="14397"/>
                  <a:pt x="8219" y="14390"/>
                  <a:pt x="8184" y="14390"/>
                </a:cubicBezTo>
                <a:cubicBezTo>
                  <a:pt x="8150" y="14382"/>
                  <a:pt x="8108" y="14375"/>
                  <a:pt x="8073" y="14375"/>
                </a:cubicBezTo>
                <a:cubicBezTo>
                  <a:pt x="8067" y="14368"/>
                  <a:pt x="8053" y="14368"/>
                  <a:pt x="8045" y="14368"/>
                </a:cubicBezTo>
                <a:cubicBezTo>
                  <a:pt x="7168" y="14244"/>
                  <a:pt x="6332" y="13912"/>
                  <a:pt x="5613" y="13401"/>
                </a:cubicBezTo>
                <a:cubicBezTo>
                  <a:pt x="5607" y="13395"/>
                  <a:pt x="5592" y="13386"/>
                  <a:pt x="5585" y="13386"/>
                </a:cubicBezTo>
                <a:cubicBezTo>
                  <a:pt x="5557" y="13360"/>
                  <a:pt x="5530" y="13338"/>
                  <a:pt x="5502" y="13318"/>
                </a:cubicBezTo>
                <a:cubicBezTo>
                  <a:pt x="5467" y="13297"/>
                  <a:pt x="5441" y="13270"/>
                  <a:pt x="5406" y="13249"/>
                </a:cubicBezTo>
                <a:cubicBezTo>
                  <a:pt x="5399" y="13242"/>
                  <a:pt x="5391" y="13236"/>
                  <a:pt x="5384" y="13236"/>
                </a:cubicBezTo>
                <a:cubicBezTo>
                  <a:pt x="4694" y="12681"/>
                  <a:pt x="4134" y="11977"/>
                  <a:pt x="3761" y="11175"/>
                </a:cubicBezTo>
                <a:cubicBezTo>
                  <a:pt x="3761" y="11169"/>
                  <a:pt x="3754" y="11162"/>
                  <a:pt x="3754" y="11147"/>
                </a:cubicBezTo>
                <a:cubicBezTo>
                  <a:pt x="3741" y="11121"/>
                  <a:pt x="3726" y="11086"/>
                  <a:pt x="3712" y="11051"/>
                </a:cubicBezTo>
                <a:cubicBezTo>
                  <a:pt x="3691" y="11016"/>
                  <a:pt x="3678" y="10981"/>
                  <a:pt x="3664" y="10940"/>
                </a:cubicBezTo>
                <a:cubicBezTo>
                  <a:pt x="3658" y="10933"/>
                  <a:pt x="3658" y="10927"/>
                  <a:pt x="3649" y="10920"/>
                </a:cubicBezTo>
                <a:cubicBezTo>
                  <a:pt x="3326" y="10097"/>
                  <a:pt x="3193" y="9206"/>
                  <a:pt x="3276" y="8327"/>
                </a:cubicBezTo>
                <a:lnTo>
                  <a:pt x="3276" y="8301"/>
                </a:lnTo>
                <a:cubicBezTo>
                  <a:pt x="3284" y="8259"/>
                  <a:pt x="3284" y="8224"/>
                  <a:pt x="3291" y="8190"/>
                </a:cubicBezTo>
                <a:cubicBezTo>
                  <a:pt x="3291" y="8155"/>
                  <a:pt x="3298" y="8113"/>
                  <a:pt x="3304" y="8078"/>
                </a:cubicBezTo>
                <a:lnTo>
                  <a:pt x="3304" y="8045"/>
                </a:lnTo>
                <a:cubicBezTo>
                  <a:pt x="3435" y="7174"/>
                  <a:pt x="3767" y="6337"/>
                  <a:pt x="4280" y="5612"/>
                </a:cubicBezTo>
                <a:cubicBezTo>
                  <a:pt x="4280" y="5605"/>
                  <a:pt x="4286" y="5599"/>
                  <a:pt x="4293" y="5590"/>
                </a:cubicBezTo>
                <a:cubicBezTo>
                  <a:pt x="4313" y="5557"/>
                  <a:pt x="4341" y="5529"/>
                  <a:pt x="4363" y="5494"/>
                </a:cubicBezTo>
                <a:cubicBezTo>
                  <a:pt x="4383" y="5466"/>
                  <a:pt x="4404" y="5439"/>
                  <a:pt x="4424" y="5411"/>
                </a:cubicBezTo>
                <a:lnTo>
                  <a:pt x="4446" y="5391"/>
                </a:lnTo>
                <a:cubicBezTo>
                  <a:pt x="4991" y="4693"/>
                  <a:pt x="5696" y="4139"/>
                  <a:pt x="6498" y="3766"/>
                </a:cubicBezTo>
                <a:cubicBezTo>
                  <a:pt x="6511" y="3759"/>
                  <a:pt x="6519" y="3759"/>
                  <a:pt x="6526" y="3752"/>
                </a:cubicBezTo>
                <a:cubicBezTo>
                  <a:pt x="6561" y="3739"/>
                  <a:pt x="6594" y="3724"/>
                  <a:pt x="6635" y="3711"/>
                </a:cubicBezTo>
                <a:cubicBezTo>
                  <a:pt x="6663" y="3698"/>
                  <a:pt x="6698" y="3676"/>
                  <a:pt x="6733" y="3663"/>
                </a:cubicBezTo>
                <a:cubicBezTo>
                  <a:pt x="6740" y="3663"/>
                  <a:pt x="6746" y="3656"/>
                  <a:pt x="6760" y="3656"/>
                </a:cubicBezTo>
                <a:cubicBezTo>
                  <a:pt x="7425" y="3391"/>
                  <a:pt x="8140" y="3255"/>
                  <a:pt x="8861" y="3255"/>
                </a:cubicBezTo>
                <a:close/>
                <a:moveTo>
                  <a:pt x="9165" y="0"/>
                </a:moveTo>
                <a:lnTo>
                  <a:pt x="8578" y="2004"/>
                </a:lnTo>
                <a:cubicBezTo>
                  <a:pt x="8412" y="2011"/>
                  <a:pt x="8252" y="2024"/>
                  <a:pt x="8087" y="2039"/>
                </a:cubicBezTo>
                <a:cubicBezTo>
                  <a:pt x="8080" y="2039"/>
                  <a:pt x="8073" y="2039"/>
                  <a:pt x="8060" y="2045"/>
                </a:cubicBezTo>
                <a:cubicBezTo>
                  <a:pt x="8025" y="2045"/>
                  <a:pt x="7990" y="2052"/>
                  <a:pt x="7956" y="2052"/>
                </a:cubicBezTo>
                <a:cubicBezTo>
                  <a:pt x="7949" y="2059"/>
                  <a:pt x="7936" y="2059"/>
                  <a:pt x="7929" y="2059"/>
                </a:cubicBezTo>
                <a:cubicBezTo>
                  <a:pt x="7901" y="2059"/>
                  <a:pt x="7879" y="2065"/>
                  <a:pt x="7853" y="2074"/>
                </a:cubicBezTo>
                <a:cubicBezTo>
                  <a:pt x="7825" y="2074"/>
                  <a:pt x="7796" y="2080"/>
                  <a:pt x="7770" y="2080"/>
                </a:cubicBezTo>
                <a:cubicBezTo>
                  <a:pt x="7728" y="2087"/>
                  <a:pt x="7687" y="2094"/>
                  <a:pt x="7639" y="2100"/>
                </a:cubicBezTo>
                <a:cubicBezTo>
                  <a:pt x="7630" y="2107"/>
                  <a:pt x="7624" y="2107"/>
                  <a:pt x="7617" y="2107"/>
                </a:cubicBezTo>
                <a:cubicBezTo>
                  <a:pt x="7451" y="2135"/>
                  <a:pt x="7292" y="2170"/>
                  <a:pt x="7133" y="2211"/>
                </a:cubicBezTo>
                <a:lnTo>
                  <a:pt x="6000" y="463"/>
                </a:lnTo>
                <a:lnTo>
                  <a:pt x="4708" y="1022"/>
                </a:lnTo>
                <a:lnTo>
                  <a:pt x="5199" y="3047"/>
                </a:lnTo>
                <a:cubicBezTo>
                  <a:pt x="5053" y="3137"/>
                  <a:pt x="4922" y="3227"/>
                  <a:pt x="4784" y="3324"/>
                </a:cubicBezTo>
                <a:lnTo>
                  <a:pt x="4784" y="3331"/>
                </a:lnTo>
                <a:cubicBezTo>
                  <a:pt x="4777" y="3331"/>
                  <a:pt x="4777" y="3338"/>
                  <a:pt x="4769" y="3338"/>
                </a:cubicBezTo>
                <a:cubicBezTo>
                  <a:pt x="4736" y="3366"/>
                  <a:pt x="4694" y="3392"/>
                  <a:pt x="4660" y="3421"/>
                </a:cubicBezTo>
                <a:cubicBezTo>
                  <a:pt x="4638" y="3434"/>
                  <a:pt x="4618" y="3455"/>
                  <a:pt x="4597" y="3469"/>
                </a:cubicBezTo>
                <a:cubicBezTo>
                  <a:pt x="4577" y="3484"/>
                  <a:pt x="4555" y="3504"/>
                  <a:pt x="4535" y="3517"/>
                </a:cubicBezTo>
                <a:lnTo>
                  <a:pt x="4514" y="3538"/>
                </a:lnTo>
                <a:cubicBezTo>
                  <a:pt x="4487" y="3558"/>
                  <a:pt x="4459" y="3580"/>
                  <a:pt x="4431" y="3608"/>
                </a:cubicBezTo>
                <a:cubicBezTo>
                  <a:pt x="4424" y="3608"/>
                  <a:pt x="4417" y="3615"/>
                  <a:pt x="4411" y="3621"/>
                </a:cubicBezTo>
                <a:cubicBezTo>
                  <a:pt x="4286" y="3724"/>
                  <a:pt x="4169" y="3835"/>
                  <a:pt x="4051" y="3953"/>
                </a:cubicBezTo>
                <a:lnTo>
                  <a:pt x="2191" y="3006"/>
                </a:lnTo>
                <a:lnTo>
                  <a:pt x="1349" y="4132"/>
                </a:lnTo>
                <a:lnTo>
                  <a:pt x="2787" y="5647"/>
                </a:lnTo>
                <a:cubicBezTo>
                  <a:pt x="2711" y="5791"/>
                  <a:pt x="2641" y="5937"/>
                  <a:pt x="2571" y="6088"/>
                </a:cubicBezTo>
                <a:cubicBezTo>
                  <a:pt x="2571" y="6096"/>
                  <a:pt x="2565" y="6103"/>
                  <a:pt x="2565" y="6109"/>
                </a:cubicBezTo>
                <a:cubicBezTo>
                  <a:pt x="2545" y="6151"/>
                  <a:pt x="2530" y="6192"/>
                  <a:pt x="2510" y="6234"/>
                </a:cubicBezTo>
                <a:lnTo>
                  <a:pt x="2510" y="6241"/>
                </a:lnTo>
                <a:lnTo>
                  <a:pt x="2503" y="6247"/>
                </a:lnTo>
                <a:cubicBezTo>
                  <a:pt x="2497" y="6269"/>
                  <a:pt x="2488" y="6289"/>
                  <a:pt x="2482" y="6310"/>
                </a:cubicBezTo>
                <a:cubicBezTo>
                  <a:pt x="2468" y="6330"/>
                  <a:pt x="2462" y="6358"/>
                  <a:pt x="2455" y="6378"/>
                </a:cubicBezTo>
                <a:cubicBezTo>
                  <a:pt x="2434" y="6428"/>
                  <a:pt x="2420" y="6469"/>
                  <a:pt x="2405" y="6511"/>
                </a:cubicBezTo>
                <a:cubicBezTo>
                  <a:pt x="2399" y="6518"/>
                  <a:pt x="2399" y="6524"/>
                  <a:pt x="2399" y="6531"/>
                </a:cubicBezTo>
                <a:cubicBezTo>
                  <a:pt x="2344" y="6690"/>
                  <a:pt x="2289" y="6843"/>
                  <a:pt x="2248" y="7000"/>
                </a:cubicBezTo>
                <a:lnTo>
                  <a:pt x="166" y="7111"/>
                </a:lnTo>
                <a:lnTo>
                  <a:pt x="0" y="8508"/>
                </a:lnTo>
                <a:lnTo>
                  <a:pt x="1999" y="9095"/>
                </a:lnTo>
                <a:cubicBezTo>
                  <a:pt x="2006" y="9261"/>
                  <a:pt x="2019" y="9427"/>
                  <a:pt x="2040" y="9593"/>
                </a:cubicBezTo>
                <a:lnTo>
                  <a:pt x="2040" y="9613"/>
                </a:lnTo>
                <a:cubicBezTo>
                  <a:pt x="2047" y="9654"/>
                  <a:pt x="2047" y="9704"/>
                  <a:pt x="2054" y="9745"/>
                </a:cubicBezTo>
                <a:cubicBezTo>
                  <a:pt x="2060" y="9772"/>
                  <a:pt x="2060" y="9800"/>
                  <a:pt x="2067" y="9828"/>
                </a:cubicBezTo>
                <a:cubicBezTo>
                  <a:pt x="2067" y="9855"/>
                  <a:pt x="2074" y="9877"/>
                  <a:pt x="2082" y="9903"/>
                </a:cubicBezTo>
                <a:cubicBezTo>
                  <a:pt x="2089" y="9945"/>
                  <a:pt x="2095" y="9994"/>
                  <a:pt x="2102" y="10036"/>
                </a:cubicBezTo>
                <a:lnTo>
                  <a:pt x="2102" y="10062"/>
                </a:lnTo>
                <a:cubicBezTo>
                  <a:pt x="2108" y="10069"/>
                  <a:pt x="2108" y="10084"/>
                  <a:pt x="2108" y="10097"/>
                </a:cubicBezTo>
                <a:cubicBezTo>
                  <a:pt x="2130" y="10208"/>
                  <a:pt x="2157" y="10318"/>
                  <a:pt x="2178" y="10422"/>
                </a:cubicBezTo>
                <a:cubicBezTo>
                  <a:pt x="2191" y="10464"/>
                  <a:pt x="2198" y="10505"/>
                  <a:pt x="2213" y="10547"/>
                </a:cubicBezTo>
                <a:lnTo>
                  <a:pt x="465" y="11680"/>
                </a:lnTo>
                <a:lnTo>
                  <a:pt x="1017" y="12972"/>
                </a:lnTo>
                <a:lnTo>
                  <a:pt x="3042" y="12482"/>
                </a:lnTo>
                <a:cubicBezTo>
                  <a:pt x="3132" y="12620"/>
                  <a:pt x="3221" y="12758"/>
                  <a:pt x="3326" y="12889"/>
                </a:cubicBezTo>
                <a:cubicBezTo>
                  <a:pt x="3326" y="12897"/>
                  <a:pt x="3333" y="12904"/>
                  <a:pt x="3339" y="12910"/>
                </a:cubicBezTo>
                <a:cubicBezTo>
                  <a:pt x="3367" y="12945"/>
                  <a:pt x="3387" y="12980"/>
                  <a:pt x="3416" y="13013"/>
                </a:cubicBezTo>
                <a:cubicBezTo>
                  <a:pt x="3435" y="13035"/>
                  <a:pt x="3450" y="13055"/>
                  <a:pt x="3464" y="13076"/>
                </a:cubicBezTo>
                <a:cubicBezTo>
                  <a:pt x="3484" y="13096"/>
                  <a:pt x="3498" y="13118"/>
                  <a:pt x="3518" y="13138"/>
                </a:cubicBezTo>
                <a:cubicBezTo>
                  <a:pt x="3547" y="13172"/>
                  <a:pt x="3575" y="13207"/>
                  <a:pt x="3601" y="13242"/>
                </a:cubicBezTo>
                <a:cubicBezTo>
                  <a:pt x="3608" y="13249"/>
                  <a:pt x="3608" y="13255"/>
                  <a:pt x="3616" y="13262"/>
                </a:cubicBezTo>
                <a:cubicBezTo>
                  <a:pt x="3726" y="13386"/>
                  <a:pt x="3837" y="13511"/>
                  <a:pt x="3948" y="13629"/>
                </a:cubicBezTo>
                <a:lnTo>
                  <a:pt x="3001" y="15488"/>
                </a:lnTo>
                <a:lnTo>
                  <a:pt x="4134" y="16324"/>
                </a:lnTo>
                <a:lnTo>
                  <a:pt x="5640" y="14888"/>
                </a:lnTo>
                <a:cubicBezTo>
                  <a:pt x="5786" y="14962"/>
                  <a:pt x="5939" y="15039"/>
                  <a:pt x="6083" y="15102"/>
                </a:cubicBezTo>
                <a:cubicBezTo>
                  <a:pt x="6096" y="15108"/>
                  <a:pt x="6104" y="15108"/>
                  <a:pt x="6111" y="15115"/>
                </a:cubicBezTo>
                <a:cubicBezTo>
                  <a:pt x="6152" y="15128"/>
                  <a:pt x="6194" y="15150"/>
                  <a:pt x="6235" y="15163"/>
                </a:cubicBezTo>
                <a:cubicBezTo>
                  <a:pt x="6255" y="15178"/>
                  <a:pt x="6284" y="15185"/>
                  <a:pt x="6303" y="15198"/>
                </a:cubicBezTo>
                <a:cubicBezTo>
                  <a:pt x="6332" y="15204"/>
                  <a:pt x="6353" y="15211"/>
                  <a:pt x="6380" y="15226"/>
                </a:cubicBezTo>
                <a:cubicBezTo>
                  <a:pt x="6421" y="15239"/>
                  <a:pt x="6463" y="15253"/>
                  <a:pt x="6504" y="15274"/>
                </a:cubicBezTo>
                <a:cubicBezTo>
                  <a:pt x="6511" y="15274"/>
                  <a:pt x="6519" y="15274"/>
                  <a:pt x="6526" y="15281"/>
                </a:cubicBezTo>
                <a:cubicBezTo>
                  <a:pt x="6685" y="15336"/>
                  <a:pt x="6843" y="15385"/>
                  <a:pt x="7002" y="15433"/>
                </a:cubicBezTo>
                <a:lnTo>
                  <a:pt x="7106" y="17513"/>
                </a:lnTo>
                <a:lnTo>
                  <a:pt x="8501" y="17679"/>
                </a:lnTo>
                <a:lnTo>
                  <a:pt x="9097" y="15676"/>
                </a:lnTo>
                <a:cubicBezTo>
                  <a:pt x="9256" y="15667"/>
                  <a:pt x="9422" y="15661"/>
                  <a:pt x="9588" y="15641"/>
                </a:cubicBezTo>
                <a:lnTo>
                  <a:pt x="9608" y="15641"/>
                </a:lnTo>
                <a:cubicBezTo>
                  <a:pt x="9649" y="15634"/>
                  <a:pt x="9684" y="15626"/>
                  <a:pt x="9719" y="15626"/>
                </a:cubicBezTo>
                <a:cubicBezTo>
                  <a:pt x="9725" y="15626"/>
                  <a:pt x="9732" y="15619"/>
                  <a:pt x="9745" y="15619"/>
                </a:cubicBezTo>
                <a:cubicBezTo>
                  <a:pt x="9774" y="15619"/>
                  <a:pt x="9795" y="15613"/>
                  <a:pt x="9822" y="15613"/>
                </a:cubicBezTo>
                <a:cubicBezTo>
                  <a:pt x="9850" y="15606"/>
                  <a:pt x="9878" y="15599"/>
                  <a:pt x="9898" y="15599"/>
                </a:cubicBezTo>
                <a:cubicBezTo>
                  <a:pt x="9946" y="15593"/>
                  <a:pt x="9988" y="15584"/>
                  <a:pt x="10036" y="15578"/>
                </a:cubicBezTo>
                <a:cubicBezTo>
                  <a:pt x="10044" y="15571"/>
                  <a:pt x="10044" y="15571"/>
                  <a:pt x="10051" y="15571"/>
                </a:cubicBezTo>
                <a:lnTo>
                  <a:pt x="10057" y="15571"/>
                </a:lnTo>
                <a:cubicBezTo>
                  <a:pt x="10223" y="15543"/>
                  <a:pt x="10382" y="15510"/>
                  <a:pt x="10542" y="15468"/>
                </a:cubicBezTo>
                <a:lnTo>
                  <a:pt x="11675" y="17217"/>
                </a:lnTo>
                <a:lnTo>
                  <a:pt x="12967" y="16656"/>
                </a:lnTo>
                <a:lnTo>
                  <a:pt x="12476" y="14631"/>
                </a:lnTo>
                <a:cubicBezTo>
                  <a:pt x="12511" y="14611"/>
                  <a:pt x="12545" y="14589"/>
                  <a:pt x="12580" y="14569"/>
                </a:cubicBezTo>
                <a:cubicBezTo>
                  <a:pt x="12676" y="14506"/>
                  <a:pt x="12766" y="14445"/>
                  <a:pt x="12856" y="14375"/>
                </a:cubicBezTo>
                <a:cubicBezTo>
                  <a:pt x="12870" y="14368"/>
                  <a:pt x="12877" y="14362"/>
                  <a:pt x="12884" y="14355"/>
                </a:cubicBezTo>
                <a:cubicBezTo>
                  <a:pt x="12890" y="14355"/>
                  <a:pt x="12890" y="14355"/>
                  <a:pt x="12890" y="14349"/>
                </a:cubicBezTo>
                <a:cubicBezTo>
                  <a:pt x="12897" y="14349"/>
                  <a:pt x="12897" y="14340"/>
                  <a:pt x="12905" y="14340"/>
                </a:cubicBezTo>
                <a:cubicBezTo>
                  <a:pt x="12938" y="14314"/>
                  <a:pt x="12980" y="14286"/>
                  <a:pt x="13015" y="14257"/>
                </a:cubicBezTo>
                <a:cubicBezTo>
                  <a:pt x="13036" y="14244"/>
                  <a:pt x="13056" y="14224"/>
                  <a:pt x="13078" y="14209"/>
                </a:cubicBezTo>
                <a:cubicBezTo>
                  <a:pt x="13098" y="14196"/>
                  <a:pt x="13119" y="14174"/>
                  <a:pt x="13139" y="14161"/>
                </a:cubicBezTo>
                <a:cubicBezTo>
                  <a:pt x="13146" y="14154"/>
                  <a:pt x="13154" y="14148"/>
                  <a:pt x="13161" y="14141"/>
                </a:cubicBezTo>
                <a:cubicBezTo>
                  <a:pt x="13187" y="14120"/>
                  <a:pt x="13215" y="14100"/>
                  <a:pt x="13244" y="14072"/>
                </a:cubicBezTo>
                <a:cubicBezTo>
                  <a:pt x="13250" y="14072"/>
                  <a:pt x="13250" y="14065"/>
                  <a:pt x="13257" y="14058"/>
                </a:cubicBezTo>
                <a:cubicBezTo>
                  <a:pt x="13388" y="13954"/>
                  <a:pt x="13506" y="13843"/>
                  <a:pt x="13624" y="13727"/>
                </a:cubicBezTo>
                <a:lnTo>
                  <a:pt x="15483" y="14672"/>
                </a:lnTo>
                <a:lnTo>
                  <a:pt x="16326" y="13546"/>
                </a:lnTo>
                <a:lnTo>
                  <a:pt x="14888" y="12033"/>
                </a:lnTo>
                <a:cubicBezTo>
                  <a:pt x="14964" y="11887"/>
                  <a:pt x="15033" y="11743"/>
                  <a:pt x="15103" y="11590"/>
                </a:cubicBezTo>
                <a:cubicBezTo>
                  <a:pt x="15103" y="11583"/>
                  <a:pt x="15110" y="11577"/>
                  <a:pt x="15110" y="11570"/>
                </a:cubicBezTo>
                <a:cubicBezTo>
                  <a:pt x="15130" y="11529"/>
                  <a:pt x="15145" y="11487"/>
                  <a:pt x="15165" y="11446"/>
                </a:cubicBezTo>
                <a:cubicBezTo>
                  <a:pt x="15171" y="11418"/>
                  <a:pt x="15186" y="11396"/>
                  <a:pt x="15193" y="11369"/>
                </a:cubicBezTo>
                <a:cubicBezTo>
                  <a:pt x="15199" y="11348"/>
                  <a:pt x="15213" y="11321"/>
                  <a:pt x="15219" y="11300"/>
                </a:cubicBezTo>
                <a:cubicBezTo>
                  <a:pt x="15241" y="11258"/>
                  <a:pt x="15254" y="11210"/>
                  <a:pt x="15269" y="11169"/>
                </a:cubicBezTo>
                <a:cubicBezTo>
                  <a:pt x="15269" y="11162"/>
                  <a:pt x="15276" y="11155"/>
                  <a:pt x="15276" y="11147"/>
                </a:cubicBezTo>
                <a:cubicBezTo>
                  <a:pt x="15330" y="10996"/>
                  <a:pt x="15385" y="10837"/>
                  <a:pt x="15427" y="10678"/>
                </a:cubicBezTo>
                <a:lnTo>
                  <a:pt x="17508" y="10567"/>
                </a:lnTo>
                <a:lnTo>
                  <a:pt x="17674" y="9172"/>
                </a:lnTo>
                <a:lnTo>
                  <a:pt x="15675" y="8584"/>
                </a:lnTo>
                <a:cubicBezTo>
                  <a:pt x="15669" y="8418"/>
                  <a:pt x="15656" y="8253"/>
                  <a:pt x="15634" y="8087"/>
                </a:cubicBezTo>
                <a:lnTo>
                  <a:pt x="15634" y="8065"/>
                </a:lnTo>
                <a:cubicBezTo>
                  <a:pt x="15627" y="8024"/>
                  <a:pt x="15621" y="7976"/>
                  <a:pt x="15621" y="7934"/>
                </a:cubicBezTo>
                <a:cubicBezTo>
                  <a:pt x="15614" y="7906"/>
                  <a:pt x="15607" y="7879"/>
                  <a:pt x="15607" y="7851"/>
                </a:cubicBezTo>
                <a:cubicBezTo>
                  <a:pt x="15601" y="7830"/>
                  <a:pt x="15601" y="7803"/>
                  <a:pt x="15592" y="7775"/>
                </a:cubicBezTo>
                <a:cubicBezTo>
                  <a:pt x="15586" y="7733"/>
                  <a:pt x="15579" y="7685"/>
                  <a:pt x="15573" y="7644"/>
                </a:cubicBezTo>
                <a:cubicBezTo>
                  <a:pt x="15573" y="7637"/>
                  <a:pt x="15573" y="7631"/>
                  <a:pt x="15566" y="7616"/>
                </a:cubicBezTo>
                <a:cubicBezTo>
                  <a:pt x="15538" y="7456"/>
                  <a:pt x="15503" y="7299"/>
                  <a:pt x="15461" y="7140"/>
                </a:cubicBezTo>
                <a:lnTo>
                  <a:pt x="17210" y="5998"/>
                </a:lnTo>
                <a:lnTo>
                  <a:pt x="16657" y="4706"/>
                </a:lnTo>
                <a:lnTo>
                  <a:pt x="14625" y="5197"/>
                </a:lnTo>
                <a:cubicBezTo>
                  <a:pt x="14542" y="5059"/>
                  <a:pt x="14446" y="4920"/>
                  <a:pt x="14348" y="4789"/>
                </a:cubicBezTo>
                <a:cubicBezTo>
                  <a:pt x="14348" y="4782"/>
                  <a:pt x="14342" y="4776"/>
                  <a:pt x="14335" y="4769"/>
                </a:cubicBezTo>
                <a:cubicBezTo>
                  <a:pt x="14307" y="4734"/>
                  <a:pt x="14280" y="4700"/>
                  <a:pt x="14252" y="4665"/>
                </a:cubicBezTo>
                <a:cubicBezTo>
                  <a:pt x="14239" y="4645"/>
                  <a:pt x="14224" y="4623"/>
                  <a:pt x="14204" y="4603"/>
                </a:cubicBezTo>
                <a:cubicBezTo>
                  <a:pt x="14191" y="4582"/>
                  <a:pt x="14176" y="4562"/>
                  <a:pt x="14156" y="4540"/>
                </a:cubicBezTo>
                <a:cubicBezTo>
                  <a:pt x="14128" y="4505"/>
                  <a:pt x="14100" y="4471"/>
                  <a:pt x="14073" y="4437"/>
                </a:cubicBezTo>
                <a:cubicBezTo>
                  <a:pt x="14066" y="4429"/>
                  <a:pt x="14058" y="4423"/>
                  <a:pt x="14058" y="4416"/>
                </a:cubicBezTo>
                <a:cubicBezTo>
                  <a:pt x="13949" y="4291"/>
                  <a:pt x="13838" y="4167"/>
                  <a:pt x="13720" y="4049"/>
                </a:cubicBezTo>
                <a:lnTo>
                  <a:pt x="14674" y="2198"/>
                </a:lnTo>
                <a:lnTo>
                  <a:pt x="13541" y="1354"/>
                </a:lnTo>
                <a:lnTo>
                  <a:pt x="12034" y="2792"/>
                </a:lnTo>
                <a:cubicBezTo>
                  <a:pt x="11888" y="2716"/>
                  <a:pt x="11736" y="2639"/>
                  <a:pt x="11585" y="2578"/>
                </a:cubicBezTo>
                <a:cubicBezTo>
                  <a:pt x="11578" y="2571"/>
                  <a:pt x="11570" y="2571"/>
                  <a:pt x="11563" y="2563"/>
                </a:cubicBezTo>
                <a:cubicBezTo>
                  <a:pt x="11522" y="2550"/>
                  <a:pt x="11480" y="2530"/>
                  <a:pt x="11439" y="2515"/>
                </a:cubicBezTo>
                <a:cubicBezTo>
                  <a:pt x="11419" y="2502"/>
                  <a:pt x="11391" y="2495"/>
                  <a:pt x="11371" y="2480"/>
                </a:cubicBezTo>
                <a:cubicBezTo>
                  <a:pt x="11343" y="2473"/>
                  <a:pt x="11321" y="2467"/>
                  <a:pt x="11295" y="2454"/>
                </a:cubicBezTo>
                <a:cubicBezTo>
                  <a:pt x="11253" y="2439"/>
                  <a:pt x="11212" y="2425"/>
                  <a:pt x="11170" y="2405"/>
                </a:cubicBezTo>
                <a:cubicBezTo>
                  <a:pt x="11164" y="2405"/>
                  <a:pt x="11155" y="2405"/>
                  <a:pt x="11142" y="2397"/>
                </a:cubicBezTo>
                <a:cubicBezTo>
                  <a:pt x="10989" y="2342"/>
                  <a:pt x="10832" y="2294"/>
                  <a:pt x="10673" y="2253"/>
                </a:cubicBezTo>
                <a:lnTo>
                  <a:pt x="10568" y="166"/>
                </a:lnTo>
                <a:lnTo>
                  <a:pt x="91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79" name="Google Shape;3379;p5"/>
          <p:cNvGrpSpPr/>
          <p:nvPr/>
        </p:nvGrpSpPr>
        <p:grpSpPr>
          <a:xfrm rot="10800000">
            <a:off x="8869823" y="-160500"/>
            <a:ext cx="347597" cy="4345456"/>
            <a:chOff x="-136402" y="-175976"/>
            <a:chExt cx="347597" cy="4345456"/>
          </a:xfrm>
        </p:grpSpPr>
        <p:sp>
          <p:nvSpPr>
            <p:cNvPr id="3380" name="Google Shape;3380;p5"/>
            <p:cNvSpPr/>
            <p:nvPr/>
          </p:nvSpPr>
          <p:spPr>
            <a:xfrm>
              <a:off x="-136402" y="-175976"/>
              <a:ext cx="273965" cy="273814"/>
            </a:xfrm>
            <a:custGeom>
              <a:avLst/>
              <a:gdLst/>
              <a:ahLst/>
              <a:cxnLst/>
              <a:rect l="l" t="t" r="r" b="b"/>
              <a:pathLst>
                <a:path w="3624" h="3622" extrusionOk="0">
                  <a:moveTo>
                    <a:pt x="1515" y="0"/>
                  </a:moveTo>
                  <a:lnTo>
                    <a:pt x="1" y="1513"/>
                  </a:lnTo>
                  <a:lnTo>
                    <a:pt x="1" y="3621"/>
                  </a:lnTo>
                  <a:lnTo>
                    <a:pt x="36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5"/>
            <p:cNvSpPr/>
            <p:nvPr/>
          </p:nvSpPr>
          <p:spPr>
            <a:xfrm>
              <a:off x="-136402" y="1778994"/>
              <a:ext cx="347597" cy="506503"/>
            </a:xfrm>
            <a:custGeom>
              <a:avLst/>
              <a:gdLst/>
              <a:ahLst/>
              <a:cxnLst/>
              <a:rect l="l" t="t" r="r" b="b"/>
              <a:pathLst>
                <a:path w="4598" h="6700" extrusionOk="0">
                  <a:moveTo>
                    <a:pt x="4597" y="1"/>
                  </a:moveTo>
                  <a:lnTo>
                    <a:pt x="1" y="4597"/>
                  </a:lnTo>
                  <a:lnTo>
                    <a:pt x="1" y="6699"/>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5"/>
            <p:cNvSpPr/>
            <p:nvPr/>
          </p:nvSpPr>
          <p:spPr>
            <a:xfrm>
              <a:off x="-136402" y="2326153"/>
              <a:ext cx="347597" cy="506276"/>
            </a:xfrm>
            <a:custGeom>
              <a:avLst/>
              <a:gdLst/>
              <a:ahLst/>
              <a:cxnLst/>
              <a:rect l="l" t="t" r="r" b="b"/>
              <a:pathLst>
                <a:path w="4598" h="6697" extrusionOk="0">
                  <a:moveTo>
                    <a:pt x="4597" y="0"/>
                  </a:moveTo>
                  <a:lnTo>
                    <a:pt x="1" y="4597"/>
                  </a:lnTo>
                  <a:lnTo>
                    <a:pt x="1" y="6697"/>
                  </a:lnTo>
                  <a:lnTo>
                    <a:pt x="4597" y="2108"/>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5"/>
            <p:cNvSpPr/>
            <p:nvPr/>
          </p:nvSpPr>
          <p:spPr>
            <a:xfrm>
              <a:off x="-136402" y="-175976"/>
              <a:ext cx="91624" cy="91473"/>
            </a:xfrm>
            <a:custGeom>
              <a:avLst/>
              <a:gdLst/>
              <a:ahLst/>
              <a:cxnLst/>
              <a:rect l="l" t="t" r="r" b="b"/>
              <a:pathLst>
                <a:path w="1212" h="1210" extrusionOk="0">
                  <a:moveTo>
                    <a:pt x="1" y="0"/>
                  </a:moveTo>
                  <a:lnTo>
                    <a:pt x="1" y="1209"/>
                  </a:lnTo>
                  <a:lnTo>
                    <a:pt x="12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5"/>
            <p:cNvSpPr/>
            <p:nvPr/>
          </p:nvSpPr>
          <p:spPr>
            <a:xfrm>
              <a:off x="-136402" y="3602504"/>
              <a:ext cx="347597" cy="506428"/>
            </a:xfrm>
            <a:custGeom>
              <a:avLst/>
              <a:gdLst/>
              <a:ahLst/>
              <a:cxnLst/>
              <a:rect l="l" t="t" r="r" b="b"/>
              <a:pathLst>
                <a:path w="4598" h="6699" extrusionOk="0">
                  <a:moveTo>
                    <a:pt x="4597" y="1"/>
                  </a:moveTo>
                  <a:lnTo>
                    <a:pt x="1" y="4597"/>
                  </a:lnTo>
                  <a:lnTo>
                    <a:pt x="1" y="6699"/>
                  </a:lnTo>
                  <a:lnTo>
                    <a:pt x="4597" y="2102"/>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5"/>
            <p:cNvSpPr/>
            <p:nvPr/>
          </p:nvSpPr>
          <p:spPr>
            <a:xfrm>
              <a:off x="-136402" y="3420168"/>
              <a:ext cx="347597" cy="506352"/>
            </a:xfrm>
            <a:custGeom>
              <a:avLst/>
              <a:gdLst/>
              <a:ahLst/>
              <a:cxnLst/>
              <a:rect l="l" t="t" r="r" b="b"/>
              <a:pathLst>
                <a:path w="4598" h="6698" extrusionOk="0">
                  <a:moveTo>
                    <a:pt x="4597" y="1"/>
                  </a:moveTo>
                  <a:lnTo>
                    <a:pt x="1" y="4597"/>
                  </a:lnTo>
                  <a:lnTo>
                    <a:pt x="1" y="6697"/>
                  </a:lnTo>
                  <a:lnTo>
                    <a:pt x="4597" y="2103"/>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5"/>
            <p:cNvSpPr/>
            <p:nvPr/>
          </p:nvSpPr>
          <p:spPr>
            <a:xfrm>
              <a:off x="-136402" y="3237908"/>
              <a:ext cx="347597" cy="506276"/>
            </a:xfrm>
            <a:custGeom>
              <a:avLst/>
              <a:gdLst/>
              <a:ahLst/>
              <a:cxnLst/>
              <a:rect l="l" t="t" r="r" b="b"/>
              <a:pathLst>
                <a:path w="4598" h="6697" extrusionOk="0">
                  <a:moveTo>
                    <a:pt x="4597" y="0"/>
                  </a:moveTo>
                  <a:lnTo>
                    <a:pt x="1" y="4596"/>
                  </a:lnTo>
                  <a:lnTo>
                    <a:pt x="1" y="6696"/>
                  </a:lnTo>
                  <a:lnTo>
                    <a:pt x="4597" y="2100"/>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5"/>
            <p:cNvSpPr/>
            <p:nvPr/>
          </p:nvSpPr>
          <p:spPr>
            <a:xfrm>
              <a:off x="-136402" y="3055572"/>
              <a:ext cx="347597" cy="506276"/>
            </a:xfrm>
            <a:custGeom>
              <a:avLst/>
              <a:gdLst/>
              <a:ahLst/>
              <a:cxnLst/>
              <a:rect l="l" t="t" r="r" b="b"/>
              <a:pathLst>
                <a:path w="4598" h="6697" extrusionOk="0">
                  <a:moveTo>
                    <a:pt x="4597" y="0"/>
                  </a:moveTo>
                  <a:lnTo>
                    <a:pt x="1" y="4595"/>
                  </a:lnTo>
                  <a:lnTo>
                    <a:pt x="1" y="6697"/>
                  </a:lnTo>
                  <a:lnTo>
                    <a:pt x="4597" y="2107"/>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5"/>
            <p:cNvSpPr/>
            <p:nvPr/>
          </p:nvSpPr>
          <p:spPr>
            <a:xfrm>
              <a:off x="-136402" y="-175976"/>
              <a:ext cx="347597" cy="456155"/>
            </a:xfrm>
            <a:custGeom>
              <a:avLst/>
              <a:gdLst/>
              <a:ahLst/>
              <a:cxnLst/>
              <a:rect l="l" t="t" r="r" b="b"/>
              <a:pathLst>
                <a:path w="4598" h="6034" extrusionOk="0">
                  <a:moveTo>
                    <a:pt x="3927" y="0"/>
                  </a:moveTo>
                  <a:lnTo>
                    <a:pt x="1" y="3925"/>
                  </a:lnTo>
                  <a:lnTo>
                    <a:pt x="1" y="6033"/>
                  </a:lnTo>
                  <a:lnTo>
                    <a:pt x="4597" y="1437"/>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5"/>
            <p:cNvSpPr/>
            <p:nvPr/>
          </p:nvSpPr>
          <p:spPr>
            <a:xfrm>
              <a:off x="-136402" y="2690749"/>
              <a:ext cx="347597" cy="506428"/>
            </a:xfrm>
            <a:custGeom>
              <a:avLst/>
              <a:gdLst/>
              <a:ahLst/>
              <a:cxnLst/>
              <a:rect l="l" t="t" r="r" b="b"/>
              <a:pathLst>
                <a:path w="4598" h="6699" extrusionOk="0">
                  <a:moveTo>
                    <a:pt x="4597" y="1"/>
                  </a:moveTo>
                  <a:lnTo>
                    <a:pt x="1" y="4597"/>
                  </a:lnTo>
                  <a:lnTo>
                    <a:pt x="1" y="6699"/>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5"/>
            <p:cNvSpPr/>
            <p:nvPr/>
          </p:nvSpPr>
          <p:spPr>
            <a:xfrm>
              <a:off x="-136402" y="1232062"/>
              <a:ext cx="347597" cy="506957"/>
            </a:xfrm>
            <a:custGeom>
              <a:avLst/>
              <a:gdLst/>
              <a:ahLst/>
              <a:cxnLst/>
              <a:rect l="l" t="t" r="r" b="b"/>
              <a:pathLst>
                <a:path w="4598" h="6706" extrusionOk="0">
                  <a:moveTo>
                    <a:pt x="4597" y="0"/>
                  </a:moveTo>
                  <a:lnTo>
                    <a:pt x="1" y="4597"/>
                  </a:lnTo>
                  <a:lnTo>
                    <a:pt x="1" y="6705"/>
                  </a:lnTo>
                  <a:lnTo>
                    <a:pt x="4597" y="2109"/>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5"/>
            <p:cNvSpPr/>
            <p:nvPr/>
          </p:nvSpPr>
          <p:spPr>
            <a:xfrm>
              <a:off x="-136402" y="2508489"/>
              <a:ext cx="347597" cy="506428"/>
            </a:xfrm>
            <a:custGeom>
              <a:avLst/>
              <a:gdLst/>
              <a:ahLst/>
              <a:cxnLst/>
              <a:rect l="l" t="t" r="r" b="b"/>
              <a:pathLst>
                <a:path w="4598" h="6699" extrusionOk="0">
                  <a:moveTo>
                    <a:pt x="4597" y="0"/>
                  </a:moveTo>
                  <a:lnTo>
                    <a:pt x="1" y="4596"/>
                  </a:lnTo>
                  <a:lnTo>
                    <a:pt x="1" y="6698"/>
                  </a:lnTo>
                  <a:lnTo>
                    <a:pt x="4597" y="2108"/>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5"/>
            <p:cNvSpPr/>
            <p:nvPr/>
          </p:nvSpPr>
          <p:spPr>
            <a:xfrm>
              <a:off x="-136402" y="1049726"/>
              <a:ext cx="347597" cy="506806"/>
            </a:xfrm>
            <a:custGeom>
              <a:avLst/>
              <a:gdLst/>
              <a:ahLst/>
              <a:cxnLst/>
              <a:rect l="l" t="t" r="r" b="b"/>
              <a:pathLst>
                <a:path w="4598" h="6704" extrusionOk="0">
                  <a:moveTo>
                    <a:pt x="4597" y="1"/>
                  </a:moveTo>
                  <a:lnTo>
                    <a:pt x="1" y="4597"/>
                  </a:lnTo>
                  <a:lnTo>
                    <a:pt x="1" y="6704"/>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5"/>
            <p:cNvSpPr/>
            <p:nvPr/>
          </p:nvSpPr>
          <p:spPr>
            <a:xfrm>
              <a:off x="-136402" y="503172"/>
              <a:ext cx="347597" cy="506428"/>
            </a:xfrm>
            <a:custGeom>
              <a:avLst/>
              <a:gdLst/>
              <a:ahLst/>
              <a:cxnLst/>
              <a:rect l="l" t="t" r="r" b="b"/>
              <a:pathLst>
                <a:path w="4598" h="6699" extrusionOk="0">
                  <a:moveTo>
                    <a:pt x="4597" y="0"/>
                  </a:moveTo>
                  <a:lnTo>
                    <a:pt x="1" y="4590"/>
                  </a:lnTo>
                  <a:lnTo>
                    <a:pt x="1" y="6698"/>
                  </a:lnTo>
                  <a:lnTo>
                    <a:pt x="4597" y="2102"/>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5"/>
            <p:cNvSpPr/>
            <p:nvPr/>
          </p:nvSpPr>
          <p:spPr>
            <a:xfrm>
              <a:off x="-136402" y="2143817"/>
              <a:ext cx="347597" cy="506276"/>
            </a:xfrm>
            <a:custGeom>
              <a:avLst/>
              <a:gdLst/>
              <a:ahLst/>
              <a:cxnLst/>
              <a:rect l="l" t="t" r="r" b="b"/>
              <a:pathLst>
                <a:path w="4598" h="6697" extrusionOk="0">
                  <a:moveTo>
                    <a:pt x="4597" y="0"/>
                  </a:moveTo>
                  <a:lnTo>
                    <a:pt x="1" y="4597"/>
                  </a:lnTo>
                  <a:lnTo>
                    <a:pt x="1" y="6697"/>
                  </a:lnTo>
                  <a:lnTo>
                    <a:pt x="4597" y="2109"/>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5"/>
            <p:cNvSpPr/>
            <p:nvPr/>
          </p:nvSpPr>
          <p:spPr>
            <a:xfrm>
              <a:off x="-136402" y="1596734"/>
              <a:ext cx="347597" cy="506428"/>
            </a:xfrm>
            <a:custGeom>
              <a:avLst/>
              <a:gdLst/>
              <a:ahLst/>
              <a:cxnLst/>
              <a:rect l="l" t="t" r="r" b="b"/>
              <a:pathLst>
                <a:path w="4598" h="6699" extrusionOk="0">
                  <a:moveTo>
                    <a:pt x="4597" y="0"/>
                  </a:moveTo>
                  <a:lnTo>
                    <a:pt x="1" y="4597"/>
                  </a:lnTo>
                  <a:lnTo>
                    <a:pt x="1" y="6698"/>
                  </a:lnTo>
                  <a:lnTo>
                    <a:pt x="4597" y="2108"/>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5"/>
            <p:cNvSpPr/>
            <p:nvPr/>
          </p:nvSpPr>
          <p:spPr>
            <a:xfrm>
              <a:off x="-136402" y="320836"/>
              <a:ext cx="347597" cy="506428"/>
            </a:xfrm>
            <a:custGeom>
              <a:avLst/>
              <a:gdLst/>
              <a:ahLst/>
              <a:cxnLst/>
              <a:rect l="l" t="t" r="r" b="b"/>
              <a:pathLst>
                <a:path w="4598" h="6699" extrusionOk="0">
                  <a:moveTo>
                    <a:pt x="4597" y="0"/>
                  </a:moveTo>
                  <a:lnTo>
                    <a:pt x="1" y="4590"/>
                  </a:lnTo>
                  <a:lnTo>
                    <a:pt x="1" y="6698"/>
                  </a:lnTo>
                  <a:lnTo>
                    <a:pt x="4597" y="2102"/>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5"/>
            <p:cNvSpPr/>
            <p:nvPr/>
          </p:nvSpPr>
          <p:spPr>
            <a:xfrm>
              <a:off x="-136402" y="3784840"/>
              <a:ext cx="347597" cy="384640"/>
            </a:xfrm>
            <a:custGeom>
              <a:avLst/>
              <a:gdLst/>
              <a:ahLst/>
              <a:cxnLst/>
              <a:rect l="l" t="t" r="r" b="b"/>
              <a:pathLst>
                <a:path w="4598" h="5088" extrusionOk="0">
                  <a:moveTo>
                    <a:pt x="4597" y="1"/>
                  </a:moveTo>
                  <a:lnTo>
                    <a:pt x="1" y="4597"/>
                  </a:lnTo>
                  <a:lnTo>
                    <a:pt x="1" y="5088"/>
                  </a:lnTo>
                  <a:lnTo>
                    <a:pt x="1611" y="5088"/>
                  </a:lnTo>
                  <a:lnTo>
                    <a:pt x="4597" y="2102"/>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5"/>
            <p:cNvSpPr/>
            <p:nvPr/>
          </p:nvSpPr>
          <p:spPr>
            <a:xfrm>
              <a:off x="-136402" y="1414398"/>
              <a:ext cx="347597" cy="506957"/>
            </a:xfrm>
            <a:custGeom>
              <a:avLst/>
              <a:gdLst/>
              <a:ahLst/>
              <a:cxnLst/>
              <a:rect l="l" t="t" r="r" b="b"/>
              <a:pathLst>
                <a:path w="4598" h="6706" extrusionOk="0">
                  <a:moveTo>
                    <a:pt x="4597" y="0"/>
                  </a:moveTo>
                  <a:lnTo>
                    <a:pt x="1" y="4597"/>
                  </a:lnTo>
                  <a:lnTo>
                    <a:pt x="1" y="6705"/>
                  </a:lnTo>
                  <a:lnTo>
                    <a:pt x="4597" y="2109"/>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5"/>
            <p:cNvSpPr/>
            <p:nvPr/>
          </p:nvSpPr>
          <p:spPr>
            <a:xfrm>
              <a:off x="-136402" y="685583"/>
              <a:ext cx="347597" cy="506276"/>
            </a:xfrm>
            <a:custGeom>
              <a:avLst/>
              <a:gdLst/>
              <a:ahLst/>
              <a:cxnLst/>
              <a:rect l="l" t="t" r="r" b="b"/>
              <a:pathLst>
                <a:path w="4598" h="6697" extrusionOk="0">
                  <a:moveTo>
                    <a:pt x="4597" y="1"/>
                  </a:moveTo>
                  <a:lnTo>
                    <a:pt x="1" y="4589"/>
                  </a:lnTo>
                  <a:lnTo>
                    <a:pt x="1" y="6697"/>
                  </a:lnTo>
                  <a:lnTo>
                    <a:pt x="4597" y="2101"/>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5"/>
            <p:cNvSpPr/>
            <p:nvPr/>
          </p:nvSpPr>
          <p:spPr>
            <a:xfrm>
              <a:off x="-136402" y="2873085"/>
              <a:ext cx="347597" cy="506428"/>
            </a:xfrm>
            <a:custGeom>
              <a:avLst/>
              <a:gdLst/>
              <a:ahLst/>
              <a:cxnLst/>
              <a:rect l="l" t="t" r="r" b="b"/>
              <a:pathLst>
                <a:path w="4598" h="6699" extrusionOk="0">
                  <a:moveTo>
                    <a:pt x="4597" y="1"/>
                  </a:moveTo>
                  <a:lnTo>
                    <a:pt x="1" y="4597"/>
                  </a:lnTo>
                  <a:lnTo>
                    <a:pt x="1" y="6699"/>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5"/>
            <p:cNvSpPr/>
            <p:nvPr/>
          </p:nvSpPr>
          <p:spPr>
            <a:xfrm>
              <a:off x="-136402" y="-43836"/>
              <a:ext cx="347597" cy="506276"/>
            </a:xfrm>
            <a:custGeom>
              <a:avLst/>
              <a:gdLst/>
              <a:ahLst/>
              <a:cxnLst/>
              <a:rect l="l" t="t" r="r" b="b"/>
              <a:pathLst>
                <a:path w="4598" h="6697" extrusionOk="0">
                  <a:moveTo>
                    <a:pt x="4597" y="1"/>
                  </a:moveTo>
                  <a:lnTo>
                    <a:pt x="1" y="4590"/>
                  </a:lnTo>
                  <a:lnTo>
                    <a:pt x="1" y="6697"/>
                  </a:lnTo>
                  <a:lnTo>
                    <a:pt x="4597" y="2102"/>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5"/>
            <p:cNvSpPr/>
            <p:nvPr/>
          </p:nvSpPr>
          <p:spPr>
            <a:xfrm>
              <a:off x="8971" y="3967175"/>
              <a:ext cx="202223" cy="202299"/>
            </a:xfrm>
            <a:custGeom>
              <a:avLst/>
              <a:gdLst/>
              <a:ahLst/>
              <a:cxnLst/>
              <a:rect l="l" t="t" r="r" b="b"/>
              <a:pathLst>
                <a:path w="2675" h="2676" extrusionOk="0">
                  <a:moveTo>
                    <a:pt x="2674" y="0"/>
                  </a:moveTo>
                  <a:lnTo>
                    <a:pt x="0" y="2676"/>
                  </a:lnTo>
                  <a:lnTo>
                    <a:pt x="2100" y="2676"/>
                  </a:lnTo>
                  <a:lnTo>
                    <a:pt x="2674" y="2102"/>
                  </a:lnTo>
                  <a:lnTo>
                    <a:pt x="267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5"/>
            <p:cNvSpPr/>
            <p:nvPr/>
          </p:nvSpPr>
          <p:spPr>
            <a:xfrm>
              <a:off x="-136402" y="1961481"/>
              <a:ext cx="347597" cy="506276"/>
            </a:xfrm>
            <a:custGeom>
              <a:avLst/>
              <a:gdLst/>
              <a:ahLst/>
              <a:cxnLst/>
              <a:rect l="l" t="t" r="r" b="b"/>
              <a:pathLst>
                <a:path w="4598" h="6697" extrusionOk="0">
                  <a:moveTo>
                    <a:pt x="4597" y="0"/>
                  </a:moveTo>
                  <a:lnTo>
                    <a:pt x="1" y="4595"/>
                  </a:lnTo>
                  <a:lnTo>
                    <a:pt x="1" y="6697"/>
                  </a:lnTo>
                  <a:lnTo>
                    <a:pt x="4597" y="2107"/>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5"/>
            <p:cNvSpPr/>
            <p:nvPr/>
          </p:nvSpPr>
          <p:spPr>
            <a:xfrm>
              <a:off x="-136402" y="867919"/>
              <a:ext cx="347597" cy="506276"/>
            </a:xfrm>
            <a:custGeom>
              <a:avLst/>
              <a:gdLst/>
              <a:ahLst/>
              <a:cxnLst/>
              <a:rect l="l" t="t" r="r" b="b"/>
              <a:pathLst>
                <a:path w="4598" h="6697" extrusionOk="0">
                  <a:moveTo>
                    <a:pt x="4597" y="0"/>
                  </a:moveTo>
                  <a:lnTo>
                    <a:pt x="1" y="4589"/>
                  </a:lnTo>
                  <a:lnTo>
                    <a:pt x="1" y="6697"/>
                  </a:lnTo>
                  <a:lnTo>
                    <a:pt x="4597" y="2100"/>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5"/>
            <p:cNvSpPr/>
            <p:nvPr/>
          </p:nvSpPr>
          <p:spPr>
            <a:xfrm>
              <a:off x="-136402" y="138500"/>
              <a:ext cx="347597" cy="506428"/>
            </a:xfrm>
            <a:custGeom>
              <a:avLst/>
              <a:gdLst/>
              <a:ahLst/>
              <a:cxnLst/>
              <a:rect l="l" t="t" r="r" b="b"/>
              <a:pathLst>
                <a:path w="4598" h="6699" extrusionOk="0">
                  <a:moveTo>
                    <a:pt x="4597" y="0"/>
                  </a:moveTo>
                  <a:lnTo>
                    <a:pt x="1" y="4590"/>
                  </a:lnTo>
                  <a:lnTo>
                    <a:pt x="1" y="6698"/>
                  </a:lnTo>
                  <a:lnTo>
                    <a:pt x="4597" y="2102"/>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5"/>
            <p:cNvSpPr/>
            <p:nvPr/>
          </p:nvSpPr>
          <p:spPr>
            <a:xfrm>
              <a:off x="191311" y="4149587"/>
              <a:ext cx="19882" cy="19882"/>
            </a:xfrm>
            <a:custGeom>
              <a:avLst/>
              <a:gdLst/>
              <a:ahLst/>
              <a:cxnLst/>
              <a:rect l="l" t="t" r="r" b="b"/>
              <a:pathLst>
                <a:path w="263" h="263" extrusionOk="0">
                  <a:moveTo>
                    <a:pt x="262" y="1"/>
                  </a:moveTo>
                  <a:lnTo>
                    <a:pt x="0" y="263"/>
                  </a:lnTo>
                  <a:lnTo>
                    <a:pt x="262" y="263"/>
                  </a:lnTo>
                  <a:lnTo>
                    <a:pt x="26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07" name="Google Shape;3407;p5"/>
          <p:cNvGrpSpPr/>
          <p:nvPr/>
        </p:nvGrpSpPr>
        <p:grpSpPr>
          <a:xfrm rot="10800000">
            <a:off x="8869823" y="-160495"/>
            <a:ext cx="347597" cy="4345451"/>
            <a:chOff x="-136402" y="-175976"/>
            <a:chExt cx="347597" cy="4345451"/>
          </a:xfrm>
        </p:grpSpPr>
        <p:sp>
          <p:nvSpPr>
            <p:cNvPr id="3408" name="Google Shape;3408;p5"/>
            <p:cNvSpPr/>
            <p:nvPr/>
          </p:nvSpPr>
          <p:spPr>
            <a:xfrm>
              <a:off x="-136402" y="3579069"/>
              <a:ext cx="347597" cy="371033"/>
            </a:xfrm>
            <a:custGeom>
              <a:avLst/>
              <a:gdLst/>
              <a:ahLst/>
              <a:cxnLst/>
              <a:rect l="l" t="t" r="r" b="b"/>
              <a:pathLst>
                <a:path w="4598" h="4908" extrusionOk="0">
                  <a:moveTo>
                    <a:pt x="4597" y="1"/>
                  </a:moveTo>
                  <a:lnTo>
                    <a:pt x="1" y="4595"/>
                  </a:lnTo>
                  <a:lnTo>
                    <a:pt x="1" y="4907"/>
                  </a:lnTo>
                  <a:lnTo>
                    <a:pt x="4597" y="311"/>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5"/>
            <p:cNvSpPr/>
            <p:nvPr/>
          </p:nvSpPr>
          <p:spPr>
            <a:xfrm>
              <a:off x="-136402" y="2850179"/>
              <a:ext cx="347597" cy="370503"/>
            </a:xfrm>
            <a:custGeom>
              <a:avLst/>
              <a:gdLst/>
              <a:ahLst/>
              <a:cxnLst/>
              <a:rect l="l" t="t" r="r" b="b"/>
              <a:pathLst>
                <a:path w="4598" h="4901" extrusionOk="0">
                  <a:moveTo>
                    <a:pt x="4597" y="0"/>
                  </a:moveTo>
                  <a:lnTo>
                    <a:pt x="1" y="4590"/>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5"/>
            <p:cNvSpPr/>
            <p:nvPr/>
          </p:nvSpPr>
          <p:spPr>
            <a:xfrm>
              <a:off x="-14615" y="3943741"/>
              <a:ext cx="225810" cy="225734"/>
            </a:xfrm>
            <a:custGeom>
              <a:avLst/>
              <a:gdLst/>
              <a:ahLst/>
              <a:cxnLst/>
              <a:rect l="l" t="t" r="r" b="b"/>
              <a:pathLst>
                <a:path w="2987" h="2986" extrusionOk="0">
                  <a:moveTo>
                    <a:pt x="2986" y="0"/>
                  </a:moveTo>
                  <a:lnTo>
                    <a:pt x="0" y="2986"/>
                  </a:lnTo>
                  <a:lnTo>
                    <a:pt x="312" y="2986"/>
                  </a:lnTo>
                  <a:lnTo>
                    <a:pt x="2986" y="310"/>
                  </a:lnTo>
                  <a:lnTo>
                    <a:pt x="29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5"/>
            <p:cNvSpPr/>
            <p:nvPr/>
          </p:nvSpPr>
          <p:spPr>
            <a:xfrm>
              <a:off x="-136402" y="3214775"/>
              <a:ext cx="347597" cy="370655"/>
            </a:xfrm>
            <a:custGeom>
              <a:avLst/>
              <a:gdLst/>
              <a:ahLst/>
              <a:cxnLst/>
              <a:rect l="l" t="t" r="r" b="b"/>
              <a:pathLst>
                <a:path w="4598" h="4903" extrusionOk="0">
                  <a:moveTo>
                    <a:pt x="4597" y="1"/>
                  </a:moveTo>
                  <a:lnTo>
                    <a:pt x="1" y="4591"/>
                  </a:lnTo>
                  <a:lnTo>
                    <a:pt x="1" y="4902"/>
                  </a:lnTo>
                  <a:lnTo>
                    <a:pt x="4597" y="306"/>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5"/>
            <p:cNvSpPr/>
            <p:nvPr/>
          </p:nvSpPr>
          <p:spPr>
            <a:xfrm>
              <a:off x="-136402" y="2485508"/>
              <a:ext cx="347597" cy="370503"/>
            </a:xfrm>
            <a:custGeom>
              <a:avLst/>
              <a:gdLst/>
              <a:ahLst/>
              <a:cxnLst/>
              <a:rect l="l" t="t" r="r" b="b"/>
              <a:pathLst>
                <a:path w="4598" h="4901" extrusionOk="0">
                  <a:moveTo>
                    <a:pt x="4597" y="0"/>
                  </a:moveTo>
                  <a:lnTo>
                    <a:pt x="1" y="4589"/>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5"/>
            <p:cNvSpPr/>
            <p:nvPr/>
          </p:nvSpPr>
          <p:spPr>
            <a:xfrm>
              <a:off x="-136402" y="2120760"/>
              <a:ext cx="347597" cy="370579"/>
            </a:xfrm>
            <a:custGeom>
              <a:avLst/>
              <a:gdLst/>
              <a:ahLst/>
              <a:cxnLst/>
              <a:rect l="l" t="t" r="r" b="b"/>
              <a:pathLst>
                <a:path w="4598" h="4902" extrusionOk="0">
                  <a:moveTo>
                    <a:pt x="4597" y="0"/>
                  </a:moveTo>
                  <a:lnTo>
                    <a:pt x="1" y="4590"/>
                  </a:lnTo>
                  <a:lnTo>
                    <a:pt x="1" y="4902"/>
                  </a:lnTo>
                  <a:lnTo>
                    <a:pt x="4597" y="305"/>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5"/>
            <p:cNvSpPr/>
            <p:nvPr/>
          </p:nvSpPr>
          <p:spPr>
            <a:xfrm>
              <a:off x="-136402" y="1756088"/>
              <a:ext cx="347597" cy="370503"/>
            </a:xfrm>
            <a:custGeom>
              <a:avLst/>
              <a:gdLst/>
              <a:ahLst/>
              <a:cxnLst/>
              <a:rect l="l" t="t" r="r" b="b"/>
              <a:pathLst>
                <a:path w="4598" h="4901" extrusionOk="0">
                  <a:moveTo>
                    <a:pt x="4597" y="0"/>
                  </a:moveTo>
                  <a:lnTo>
                    <a:pt x="1" y="4590"/>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5"/>
            <p:cNvSpPr/>
            <p:nvPr/>
          </p:nvSpPr>
          <p:spPr>
            <a:xfrm>
              <a:off x="-136402" y="1391417"/>
              <a:ext cx="347597" cy="370503"/>
            </a:xfrm>
            <a:custGeom>
              <a:avLst/>
              <a:gdLst/>
              <a:ahLst/>
              <a:cxnLst/>
              <a:rect l="l" t="t" r="r" b="b"/>
              <a:pathLst>
                <a:path w="4598" h="4901" extrusionOk="0">
                  <a:moveTo>
                    <a:pt x="4597" y="1"/>
                  </a:moveTo>
                  <a:lnTo>
                    <a:pt x="1" y="4597"/>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5"/>
            <p:cNvSpPr/>
            <p:nvPr/>
          </p:nvSpPr>
          <p:spPr>
            <a:xfrm>
              <a:off x="-136402" y="1026669"/>
              <a:ext cx="347597" cy="370655"/>
            </a:xfrm>
            <a:custGeom>
              <a:avLst/>
              <a:gdLst/>
              <a:ahLst/>
              <a:cxnLst/>
              <a:rect l="l" t="t" r="r" b="b"/>
              <a:pathLst>
                <a:path w="4598" h="4903" extrusionOk="0">
                  <a:moveTo>
                    <a:pt x="4597" y="0"/>
                  </a:moveTo>
                  <a:lnTo>
                    <a:pt x="1" y="4597"/>
                  </a:lnTo>
                  <a:lnTo>
                    <a:pt x="1" y="4902"/>
                  </a:lnTo>
                  <a:lnTo>
                    <a:pt x="4597" y="306"/>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5"/>
            <p:cNvSpPr/>
            <p:nvPr/>
          </p:nvSpPr>
          <p:spPr>
            <a:xfrm>
              <a:off x="-136402" y="661998"/>
              <a:ext cx="347597" cy="370503"/>
            </a:xfrm>
            <a:custGeom>
              <a:avLst/>
              <a:gdLst/>
              <a:ahLst/>
              <a:cxnLst/>
              <a:rect l="l" t="t" r="r" b="b"/>
              <a:pathLst>
                <a:path w="4598" h="4901" extrusionOk="0">
                  <a:moveTo>
                    <a:pt x="4597" y="1"/>
                  </a:moveTo>
                  <a:lnTo>
                    <a:pt x="1" y="4597"/>
                  </a:lnTo>
                  <a:lnTo>
                    <a:pt x="1" y="4901"/>
                  </a:lnTo>
                  <a:lnTo>
                    <a:pt x="4597" y="313"/>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5"/>
            <p:cNvSpPr/>
            <p:nvPr/>
          </p:nvSpPr>
          <p:spPr>
            <a:xfrm>
              <a:off x="-136402" y="297402"/>
              <a:ext cx="347597" cy="370503"/>
            </a:xfrm>
            <a:custGeom>
              <a:avLst/>
              <a:gdLst/>
              <a:ahLst/>
              <a:cxnLst/>
              <a:rect l="l" t="t" r="r" b="b"/>
              <a:pathLst>
                <a:path w="4598" h="4901" extrusionOk="0">
                  <a:moveTo>
                    <a:pt x="4597" y="0"/>
                  </a:moveTo>
                  <a:lnTo>
                    <a:pt x="1" y="4596"/>
                  </a:lnTo>
                  <a:lnTo>
                    <a:pt x="1" y="4900"/>
                  </a:lnTo>
                  <a:lnTo>
                    <a:pt x="4597" y="310"/>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5"/>
            <p:cNvSpPr/>
            <p:nvPr/>
          </p:nvSpPr>
          <p:spPr>
            <a:xfrm>
              <a:off x="-136402" y="-67421"/>
              <a:ext cx="347597" cy="370655"/>
            </a:xfrm>
            <a:custGeom>
              <a:avLst/>
              <a:gdLst/>
              <a:ahLst/>
              <a:cxnLst/>
              <a:rect l="l" t="t" r="r" b="b"/>
              <a:pathLst>
                <a:path w="4598" h="4903" extrusionOk="0">
                  <a:moveTo>
                    <a:pt x="4597" y="1"/>
                  </a:moveTo>
                  <a:lnTo>
                    <a:pt x="1" y="4597"/>
                  </a:lnTo>
                  <a:lnTo>
                    <a:pt x="1" y="4902"/>
                  </a:lnTo>
                  <a:lnTo>
                    <a:pt x="4597" y="313"/>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5"/>
            <p:cNvSpPr/>
            <p:nvPr/>
          </p:nvSpPr>
          <p:spPr>
            <a:xfrm>
              <a:off x="-136402" y="-175976"/>
              <a:ext cx="114606" cy="114379"/>
            </a:xfrm>
            <a:custGeom>
              <a:avLst/>
              <a:gdLst/>
              <a:ahLst/>
              <a:cxnLst/>
              <a:rect l="l" t="t" r="r" b="b"/>
              <a:pathLst>
                <a:path w="1516" h="1513" extrusionOk="0">
                  <a:moveTo>
                    <a:pt x="1212" y="0"/>
                  </a:moveTo>
                  <a:lnTo>
                    <a:pt x="1" y="1209"/>
                  </a:lnTo>
                  <a:lnTo>
                    <a:pt x="1" y="1513"/>
                  </a:lnTo>
                  <a:lnTo>
                    <a:pt x="15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5"/>
            <p:cNvSpPr/>
            <p:nvPr/>
          </p:nvSpPr>
          <p:spPr>
            <a:xfrm>
              <a:off x="167725" y="4126077"/>
              <a:ext cx="43469" cy="43393"/>
            </a:xfrm>
            <a:custGeom>
              <a:avLst/>
              <a:gdLst/>
              <a:ahLst/>
              <a:cxnLst/>
              <a:rect l="l" t="t" r="r" b="b"/>
              <a:pathLst>
                <a:path w="575" h="574" extrusionOk="0">
                  <a:moveTo>
                    <a:pt x="574" y="0"/>
                  </a:moveTo>
                  <a:lnTo>
                    <a:pt x="0" y="574"/>
                  </a:lnTo>
                  <a:lnTo>
                    <a:pt x="312" y="574"/>
                  </a:lnTo>
                  <a:lnTo>
                    <a:pt x="574" y="312"/>
                  </a:lnTo>
                  <a:lnTo>
                    <a:pt x="57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5"/>
            <p:cNvSpPr/>
            <p:nvPr/>
          </p:nvSpPr>
          <p:spPr>
            <a:xfrm>
              <a:off x="-136402" y="3396658"/>
              <a:ext cx="347597" cy="371108"/>
            </a:xfrm>
            <a:custGeom>
              <a:avLst/>
              <a:gdLst/>
              <a:ahLst/>
              <a:cxnLst/>
              <a:rect l="l" t="t" r="r" b="b"/>
              <a:pathLst>
                <a:path w="4598" h="4909" extrusionOk="0">
                  <a:moveTo>
                    <a:pt x="4597" y="0"/>
                  </a:moveTo>
                  <a:lnTo>
                    <a:pt x="1" y="4596"/>
                  </a:lnTo>
                  <a:lnTo>
                    <a:pt x="1" y="4908"/>
                  </a:lnTo>
                  <a:lnTo>
                    <a:pt x="4597" y="312"/>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5"/>
            <p:cNvSpPr/>
            <p:nvPr/>
          </p:nvSpPr>
          <p:spPr>
            <a:xfrm>
              <a:off x="-136402" y="2667843"/>
              <a:ext cx="347597" cy="370503"/>
            </a:xfrm>
            <a:custGeom>
              <a:avLst/>
              <a:gdLst/>
              <a:ahLst/>
              <a:cxnLst/>
              <a:rect l="l" t="t" r="r" b="b"/>
              <a:pathLst>
                <a:path w="4598" h="4901" extrusionOk="0">
                  <a:moveTo>
                    <a:pt x="4597" y="0"/>
                  </a:moveTo>
                  <a:lnTo>
                    <a:pt x="1" y="4590"/>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5"/>
            <p:cNvSpPr/>
            <p:nvPr/>
          </p:nvSpPr>
          <p:spPr>
            <a:xfrm>
              <a:off x="-136402" y="1938424"/>
              <a:ext cx="347597" cy="370503"/>
            </a:xfrm>
            <a:custGeom>
              <a:avLst/>
              <a:gdLst/>
              <a:ahLst/>
              <a:cxnLst/>
              <a:rect l="l" t="t" r="r" b="b"/>
              <a:pathLst>
                <a:path w="4598" h="4901" extrusionOk="0">
                  <a:moveTo>
                    <a:pt x="4597" y="0"/>
                  </a:moveTo>
                  <a:lnTo>
                    <a:pt x="1" y="4590"/>
                  </a:lnTo>
                  <a:lnTo>
                    <a:pt x="1" y="4900"/>
                  </a:lnTo>
                  <a:lnTo>
                    <a:pt x="4597" y="305"/>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5"/>
            <p:cNvSpPr/>
            <p:nvPr/>
          </p:nvSpPr>
          <p:spPr>
            <a:xfrm>
              <a:off x="-136402" y="1209081"/>
              <a:ext cx="347597" cy="370503"/>
            </a:xfrm>
            <a:custGeom>
              <a:avLst/>
              <a:gdLst/>
              <a:ahLst/>
              <a:cxnLst/>
              <a:rect l="l" t="t" r="r" b="b"/>
              <a:pathLst>
                <a:path w="4598" h="4901" extrusionOk="0">
                  <a:moveTo>
                    <a:pt x="4597" y="1"/>
                  </a:moveTo>
                  <a:lnTo>
                    <a:pt x="1" y="4596"/>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5"/>
            <p:cNvSpPr/>
            <p:nvPr/>
          </p:nvSpPr>
          <p:spPr>
            <a:xfrm>
              <a:off x="-136402" y="479662"/>
              <a:ext cx="347597" cy="370503"/>
            </a:xfrm>
            <a:custGeom>
              <a:avLst/>
              <a:gdLst/>
              <a:ahLst/>
              <a:cxnLst/>
              <a:rect l="l" t="t" r="r" b="b"/>
              <a:pathLst>
                <a:path w="4598" h="4901" extrusionOk="0">
                  <a:moveTo>
                    <a:pt x="4597" y="1"/>
                  </a:moveTo>
                  <a:lnTo>
                    <a:pt x="1" y="4597"/>
                  </a:lnTo>
                  <a:lnTo>
                    <a:pt x="1" y="4901"/>
                  </a:lnTo>
                  <a:lnTo>
                    <a:pt x="4597" y="311"/>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5"/>
            <p:cNvSpPr/>
            <p:nvPr/>
          </p:nvSpPr>
          <p:spPr>
            <a:xfrm>
              <a:off x="-136402" y="3761405"/>
              <a:ext cx="347597" cy="370957"/>
            </a:xfrm>
            <a:custGeom>
              <a:avLst/>
              <a:gdLst/>
              <a:ahLst/>
              <a:cxnLst/>
              <a:rect l="l" t="t" r="r" b="b"/>
              <a:pathLst>
                <a:path w="4598" h="4907" extrusionOk="0">
                  <a:moveTo>
                    <a:pt x="4597" y="0"/>
                  </a:moveTo>
                  <a:lnTo>
                    <a:pt x="1" y="4597"/>
                  </a:lnTo>
                  <a:lnTo>
                    <a:pt x="1" y="4907"/>
                  </a:lnTo>
                  <a:lnTo>
                    <a:pt x="4597" y="311"/>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5"/>
            <p:cNvSpPr/>
            <p:nvPr/>
          </p:nvSpPr>
          <p:spPr>
            <a:xfrm>
              <a:off x="-136402" y="3032440"/>
              <a:ext cx="347597" cy="370503"/>
            </a:xfrm>
            <a:custGeom>
              <a:avLst/>
              <a:gdLst/>
              <a:ahLst/>
              <a:cxnLst/>
              <a:rect l="l" t="t" r="r" b="b"/>
              <a:pathLst>
                <a:path w="4598" h="4901" extrusionOk="0">
                  <a:moveTo>
                    <a:pt x="4597" y="1"/>
                  </a:moveTo>
                  <a:lnTo>
                    <a:pt x="1" y="4591"/>
                  </a:lnTo>
                  <a:lnTo>
                    <a:pt x="1" y="4901"/>
                  </a:lnTo>
                  <a:lnTo>
                    <a:pt x="4597" y="306"/>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5"/>
            <p:cNvSpPr/>
            <p:nvPr/>
          </p:nvSpPr>
          <p:spPr>
            <a:xfrm>
              <a:off x="-136402" y="2303172"/>
              <a:ext cx="347597" cy="370503"/>
            </a:xfrm>
            <a:custGeom>
              <a:avLst/>
              <a:gdLst/>
              <a:ahLst/>
              <a:cxnLst/>
              <a:rect l="l" t="t" r="r" b="b"/>
              <a:pathLst>
                <a:path w="4598" h="4901" extrusionOk="0">
                  <a:moveTo>
                    <a:pt x="4597" y="1"/>
                  </a:moveTo>
                  <a:lnTo>
                    <a:pt x="1" y="4589"/>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5"/>
            <p:cNvSpPr/>
            <p:nvPr/>
          </p:nvSpPr>
          <p:spPr>
            <a:xfrm>
              <a:off x="-136402" y="1573753"/>
              <a:ext cx="347597" cy="370503"/>
            </a:xfrm>
            <a:custGeom>
              <a:avLst/>
              <a:gdLst/>
              <a:ahLst/>
              <a:cxnLst/>
              <a:rect l="l" t="t" r="r" b="b"/>
              <a:pathLst>
                <a:path w="4598" h="4901" extrusionOk="0">
                  <a:moveTo>
                    <a:pt x="4597" y="1"/>
                  </a:moveTo>
                  <a:lnTo>
                    <a:pt x="1" y="4597"/>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5"/>
            <p:cNvSpPr/>
            <p:nvPr/>
          </p:nvSpPr>
          <p:spPr>
            <a:xfrm>
              <a:off x="-136402" y="844334"/>
              <a:ext cx="347597" cy="370503"/>
            </a:xfrm>
            <a:custGeom>
              <a:avLst/>
              <a:gdLst/>
              <a:ahLst/>
              <a:cxnLst/>
              <a:rect l="l" t="t" r="r" b="b"/>
              <a:pathLst>
                <a:path w="4598" h="4901" extrusionOk="0">
                  <a:moveTo>
                    <a:pt x="4597" y="1"/>
                  </a:moveTo>
                  <a:lnTo>
                    <a:pt x="1" y="4597"/>
                  </a:lnTo>
                  <a:lnTo>
                    <a:pt x="1" y="4901"/>
                  </a:lnTo>
                  <a:lnTo>
                    <a:pt x="4597" y="312"/>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5"/>
            <p:cNvSpPr/>
            <p:nvPr/>
          </p:nvSpPr>
          <p:spPr>
            <a:xfrm>
              <a:off x="-136402" y="115066"/>
              <a:ext cx="347597" cy="370503"/>
            </a:xfrm>
            <a:custGeom>
              <a:avLst/>
              <a:gdLst/>
              <a:ahLst/>
              <a:cxnLst/>
              <a:rect l="l" t="t" r="r" b="b"/>
              <a:pathLst>
                <a:path w="4598" h="4901" extrusionOk="0">
                  <a:moveTo>
                    <a:pt x="4597" y="0"/>
                  </a:moveTo>
                  <a:lnTo>
                    <a:pt x="1" y="4595"/>
                  </a:lnTo>
                  <a:lnTo>
                    <a:pt x="1" y="4900"/>
                  </a:lnTo>
                  <a:lnTo>
                    <a:pt x="4597" y="310"/>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5"/>
            <p:cNvSpPr/>
            <p:nvPr/>
          </p:nvSpPr>
          <p:spPr>
            <a:xfrm>
              <a:off x="-136402" y="-175976"/>
              <a:ext cx="296947" cy="296720"/>
            </a:xfrm>
            <a:custGeom>
              <a:avLst/>
              <a:gdLst/>
              <a:ahLst/>
              <a:cxnLst/>
              <a:rect l="l" t="t" r="r" b="b"/>
              <a:pathLst>
                <a:path w="3928" h="3925" extrusionOk="0">
                  <a:moveTo>
                    <a:pt x="3624" y="0"/>
                  </a:moveTo>
                  <a:lnTo>
                    <a:pt x="1" y="3621"/>
                  </a:lnTo>
                  <a:lnTo>
                    <a:pt x="1" y="3925"/>
                  </a:lnTo>
                  <a:lnTo>
                    <a:pt x="39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34" name="Google Shape;3434;p5"/>
          <p:cNvSpPr/>
          <p:nvPr/>
        </p:nvSpPr>
        <p:spPr>
          <a:xfrm rot="10800000">
            <a:off x="8869768" y="-160495"/>
            <a:ext cx="347700" cy="43455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563690115"/>
      </p:ext>
    </p:extLst>
  </p:cSld>
  <p:clrMapOvr>
    <a:masterClrMapping/>
  </p:clrMapOvr>
  <p:hf sldNum="0" hdr="0" ftr="0" dt="0"/>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3435"/>
        <p:cNvGrpSpPr/>
        <p:nvPr/>
      </p:nvGrpSpPr>
      <p:grpSpPr>
        <a:xfrm>
          <a:off x="0" y="0"/>
          <a:ext cx="0" cy="0"/>
          <a:chOff x="0" y="0"/>
          <a:chExt cx="0" cy="0"/>
        </a:xfrm>
      </p:grpSpPr>
      <p:sp>
        <p:nvSpPr>
          <p:cNvPr id="3436" name="Google Shape;3436;p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lnSpc>
                <a:spcPct val="115000"/>
              </a:lnSpc>
              <a:spcBef>
                <a:spcPts val="0"/>
              </a:spcBef>
              <a:spcAft>
                <a:spcPts val="0"/>
              </a:spcAft>
              <a:buSzPts val="3500"/>
              <a:buNone/>
              <a:defRPr/>
            </a:lvl1pPr>
            <a:lvl2pPr lvl="1" rtl="0">
              <a:lnSpc>
                <a:spcPct val="115000"/>
              </a:lnSpc>
              <a:spcBef>
                <a:spcPts val="0"/>
              </a:spcBef>
              <a:spcAft>
                <a:spcPts val="0"/>
              </a:spcAft>
              <a:buSzPts val="3500"/>
              <a:buNone/>
              <a:defRPr/>
            </a:lvl2pPr>
            <a:lvl3pPr lvl="2" rtl="0">
              <a:lnSpc>
                <a:spcPct val="115000"/>
              </a:lnSpc>
              <a:spcBef>
                <a:spcPts val="0"/>
              </a:spcBef>
              <a:spcAft>
                <a:spcPts val="0"/>
              </a:spcAft>
              <a:buSzPts val="3500"/>
              <a:buNone/>
              <a:defRPr/>
            </a:lvl3pPr>
            <a:lvl4pPr lvl="3" rtl="0">
              <a:lnSpc>
                <a:spcPct val="115000"/>
              </a:lnSpc>
              <a:spcBef>
                <a:spcPts val="0"/>
              </a:spcBef>
              <a:spcAft>
                <a:spcPts val="0"/>
              </a:spcAft>
              <a:buSzPts val="3500"/>
              <a:buNone/>
              <a:defRPr/>
            </a:lvl4pPr>
            <a:lvl5pPr lvl="4" rtl="0">
              <a:lnSpc>
                <a:spcPct val="115000"/>
              </a:lnSpc>
              <a:spcBef>
                <a:spcPts val="0"/>
              </a:spcBef>
              <a:spcAft>
                <a:spcPts val="0"/>
              </a:spcAft>
              <a:buSzPts val="3500"/>
              <a:buNone/>
              <a:defRPr/>
            </a:lvl5pPr>
            <a:lvl6pPr lvl="5" rtl="0">
              <a:lnSpc>
                <a:spcPct val="115000"/>
              </a:lnSpc>
              <a:spcBef>
                <a:spcPts val="0"/>
              </a:spcBef>
              <a:spcAft>
                <a:spcPts val="0"/>
              </a:spcAft>
              <a:buSzPts val="3500"/>
              <a:buNone/>
              <a:defRPr/>
            </a:lvl6pPr>
            <a:lvl7pPr lvl="6" rtl="0">
              <a:lnSpc>
                <a:spcPct val="115000"/>
              </a:lnSpc>
              <a:spcBef>
                <a:spcPts val="0"/>
              </a:spcBef>
              <a:spcAft>
                <a:spcPts val="0"/>
              </a:spcAft>
              <a:buSzPts val="3500"/>
              <a:buNone/>
              <a:defRPr/>
            </a:lvl7pPr>
            <a:lvl8pPr lvl="7" rtl="0">
              <a:lnSpc>
                <a:spcPct val="115000"/>
              </a:lnSpc>
              <a:spcBef>
                <a:spcPts val="0"/>
              </a:spcBef>
              <a:spcAft>
                <a:spcPts val="0"/>
              </a:spcAft>
              <a:buSzPts val="3500"/>
              <a:buNone/>
              <a:defRPr/>
            </a:lvl8pPr>
            <a:lvl9pPr lvl="8" rtl="0">
              <a:lnSpc>
                <a:spcPct val="115000"/>
              </a:lnSpc>
              <a:spcBef>
                <a:spcPts val="0"/>
              </a:spcBef>
              <a:spcAft>
                <a:spcPts val="0"/>
              </a:spcAft>
              <a:buSzPts val="3500"/>
              <a:buNone/>
              <a:defRPr/>
            </a:lvl9pPr>
          </a:lstStyle>
          <a:p>
            <a:r>
              <a:rPr lang="en-US"/>
              <a:t>Click to edit Master title style</a:t>
            </a:r>
            <a:endParaRPr/>
          </a:p>
        </p:txBody>
      </p:sp>
      <p:grpSp>
        <p:nvGrpSpPr>
          <p:cNvPr id="3437" name="Google Shape;3437;p6"/>
          <p:cNvGrpSpPr/>
          <p:nvPr/>
        </p:nvGrpSpPr>
        <p:grpSpPr>
          <a:xfrm rot="10800000">
            <a:off x="-91627" y="662838"/>
            <a:ext cx="347597" cy="4345456"/>
            <a:chOff x="-136402" y="-175976"/>
            <a:chExt cx="347597" cy="4345456"/>
          </a:xfrm>
        </p:grpSpPr>
        <p:sp>
          <p:nvSpPr>
            <p:cNvPr id="3438" name="Google Shape;3438;p6"/>
            <p:cNvSpPr/>
            <p:nvPr/>
          </p:nvSpPr>
          <p:spPr>
            <a:xfrm>
              <a:off x="-136402" y="-175976"/>
              <a:ext cx="273965" cy="273814"/>
            </a:xfrm>
            <a:custGeom>
              <a:avLst/>
              <a:gdLst/>
              <a:ahLst/>
              <a:cxnLst/>
              <a:rect l="l" t="t" r="r" b="b"/>
              <a:pathLst>
                <a:path w="3624" h="3622" extrusionOk="0">
                  <a:moveTo>
                    <a:pt x="1515" y="0"/>
                  </a:moveTo>
                  <a:lnTo>
                    <a:pt x="1" y="1513"/>
                  </a:lnTo>
                  <a:lnTo>
                    <a:pt x="1" y="3621"/>
                  </a:lnTo>
                  <a:lnTo>
                    <a:pt x="36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6"/>
            <p:cNvSpPr/>
            <p:nvPr/>
          </p:nvSpPr>
          <p:spPr>
            <a:xfrm>
              <a:off x="-136402" y="1778994"/>
              <a:ext cx="347597" cy="506503"/>
            </a:xfrm>
            <a:custGeom>
              <a:avLst/>
              <a:gdLst/>
              <a:ahLst/>
              <a:cxnLst/>
              <a:rect l="l" t="t" r="r" b="b"/>
              <a:pathLst>
                <a:path w="4598" h="6700" extrusionOk="0">
                  <a:moveTo>
                    <a:pt x="4597" y="1"/>
                  </a:moveTo>
                  <a:lnTo>
                    <a:pt x="1" y="4597"/>
                  </a:lnTo>
                  <a:lnTo>
                    <a:pt x="1" y="6699"/>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6"/>
            <p:cNvSpPr/>
            <p:nvPr/>
          </p:nvSpPr>
          <p:spPr>
            <a:xfrm>
              <a:off x="-136402" y="2326153"/>
              <a:ext cx="347597" cy="506276"/>
            </a:xfrm>
            <a:custGeom>
              <a:avLst/>
              <a:gdLst/>
              <a:ahLst/>
              <a:cxnLst/>
              <a:rect l="l" t="t" r="r" b="b"/>
              <a:pathLst>
                <a:path w="4598" h="6697" extrusionOk="0">
                  <a:moveTo>
                    <a:pt x="4597" y="0"/>
                  </a:moveTo>
                  <a:lnTo>
                    <a:pt x="1" y="4597"/>
                  </a:lnTo>
                  <a:lnTo>
                    <a:pt x="1" y="6697"/>
                  </a:lnTo>
                  <a:lnTo>
                    <a:pt x="4597" y="2108"/>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6"/>
            <p:cNvSpPr/>
            <p:nvPr/>
          </p:nvSpPr>
          <p:spPr>
            <a:xfrm>
              <a:off x="-136402" y="-175976"/>
              <a:ext cx="91624" cy="91473"/>
            </a:xfrm>
            <a:custGeom>
              <a:avLst/>
              <a:gdLst/>
              <a:ahLst/>
              <a:cxnLst/>
              <a:rect l="l" t="t" r="r" b="b"/>
              <a:pathLst>
                <a:path w="1212" h="1210" extrusionOk="0">
                  <a:moveTo>
                    <a:pt x="1" y="0"/>
                  </a:moveTo>
                  <a:lnTo>
                    <a:pt x="1" y="1209"/>
                  </a:lnTo>
                  <a:lnTo>
                    <a:pt x="12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6"/>
            <p:cNvSpPr/>
            <p:nvPr/>
          </p:nvSpPr>
          <p:spPr>
            <a:xfrm>
              <a:off x="-136402" y="3602504"/>
              <a:ext cx="347597" cy="506428"/>
            </a:xfrm>
            <a:custGeom>
              <a:avLst/>
              <a:gdLst/>
              <a:ahLst/>
              <a:cxnLst/>
              <a:rect l="l" t="t" r="r" b="b"/>
              <a:pathLst>
                <a:path w="4598" h="6699" extrusionOk="0">
                  <a:moveTo>
                    <a:pt x="4597" y="1"/>
                  </a:moveTo>
                  <a:lnTo>
                    <a:pt x="1" y="4597"/>
                  </a:lnTo>
                  <a:lnTo>
                    <a:pt x="1" y="6699"/>
                  </a:lnTo>
                  <a:lnTo>
                    <a:pt x="4597" y="2102"/>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6"/>
            <p:cNvSpPr/>
            <p:nvPr/>
          </p:nvSpPr>
          <p:spPr>
            <a:xfrm>
              <a:off x="-136402" y="3420168"/>
              <a:ext cx="347597" cy="506352"/>
            </a:xfrm>
            <a:custGeom>
              <a:avLst/>
              <a:gdLst/>
              <a:ahLst/>
              <a:cxnLst/>
              <a:rect l="l" t="t" r="r" b="b"/>
              <a:pathLst>
                <a:path w="4598" h="6698" extrusionOk="0">
                  <a:moveTo>
                    <a:pt x="4597" y="1"/>
                  </a:moveTo>
                  <a:lnTo>
                    <a:pt x="1" y="4597"/>
                  </a:lnTo>
                  <a:lnTo>
                    <a:pt x="1" y="6697"/>
                  </a:lnTo>
                  <a:lnTo>
                    <a:pt x="4597" y="2103"/>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6"/>
            <p:cNvSpPr/>
            <p:nvPr/>
          </p:nvSpPr>
          <p:spPr>
            <a:xfrm>
              <a:off x="-136402" y="3237908"/>
              <a:ext cx="347597" cy="506276"/>
            </a:xfrm>
            <a:custGeom>
              <a:avLst/>
              <a:gdLst/>
              <a:ahLst/>
              <a:cxnLst/>
              <a:rect l="l" t="t" r="r" b="b"/>
              <a:pathLst>
                <a:path w="4598" h="6697" extrusionOk="0">
                  <a:moveTo>
                    <a:pt x="4597" y="0"/>
                  </a:moveTo>
                  <a:lnTo>
                    <a:pt x="1" y="4596"/>
                  </a:lnTo>
                  <a:lnTo>
                    <a:pt x="1" y="6696"/>
                  </a:lnTo>
                  <a:lnTo>
                    <a:pt x="4597" y="2100"/>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6"/>
            <p:cNvSpPr/>
            <p:nvPr/>
          </p:nvSpPr>
          <p:spPr>
            <a:xfrm>
              <a:off x="-136402" y="3055572"/>
              <a:ext cx="347597" cy="506276"/>
            </a:xfrm>
            <a:custGeom>
              <a:avLst/>
              <a:gdLst/>
              <a:ahLst/>
              <a:cxnLst/>
              <a:rect l="l" t="t" r="r" b="b"/>
              <a:pathLst>
                <a:path w="4598" h="6697" extrusionOk="0">
                  <a:moveTo>
                    <a:pt x="4597" y="0"/>
                  </a:moveTo>
                  <a:lnTo>
                    <a:pt x="1" y="4595"/>
                  </a:lnTo>
                  <a:lnTo>
                    <a:pt x="1" y="6697"/>
                  </a:lnTo>
                  <a:lnTo>
                    <a:pt x="4597" y="2107"/>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6"/>
            <p:cNvSpPr/>
            <p:nvPr/>
          </p:nvSpPr>
          <p:spPr>
            <a:xfrm>
              <a:off x="-136402" y="-175976"/>
              <a:ext cx="347597" cy="456155"/>
            </a:xfrm>
            <a:custGeom>
              <a:avLst/>
              <a:gdLst/>
              <a:ahLst/>
              <a:cxnLst/>
              <a:rect l="l" t="t" r="r" b="b"/>
              <a:pathLst>
                <a:path w="4598" h="6034" extrusionOk="0">
                  <a:moveTo>
                    <a:pt x="3927" y="0"/>
                  </a:moveTo>
                  <a:lnTo>
                    <a:pt x="1" y="3925"/>
                  </a:lnTo>
                  <a:lnTo>
                    <a:pt x="1" y="6033"/>
                  </a:lnTo>
                  <a:lnTo>
                    <a:pt x="4597" y="1437"/>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6"/>
            <p:cNvSpPr/>
            <p:nvPr/>
          </p:nvSpPr>
          <p:spPr>
            <a:xfrm>
              <a:off x="-136402" y="2690749"/>
              <a:ext cx="347597" cy="506428"/>
            </a:xfrm>
            <a:custGeom>
              <a:avLst/>
              <a:gdLst/>
              <a:ahLst/>
              <a:cxnLst/>
              <a:rect l="l" t="t" r="r" b="b"/>
              <a:pathLst>
                <a:path w="4598" h="6699" extrusionOk="0">
                  <a:moveTo>
                    <a:pt x="4597" y="1"/>
                  </a:moveTo>
                  <a:lnTo>
                    <a:pt x="1" y="4597"/>
                  </a:lnTo>
                  <a:lnTo>
                    <a:pt x="1" y="6699"/>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6"/>
            <p:cNvSpPr/>
            <p:nvPr/>
          </p:nvSpPr>
          <p:spPr>
            <a:xfrm>
              <a:off x="-136402" y="1232062"/>
              <a:ext cx="347597" cy="506957"/>
            </a:xfrm>
            <a:custGeom>
              <a:avLst/>
              <a:gdLst/>
              <a:ahLst/>
              <a:cxnLst/>
              <a:rect l="l" t="t" r="r" b="b"/>
              <a:pathLst>
                <a:path w="4598" h="6706" extrusionOk="0">
                  <a:moveTo>
                    <a:pt x="4597" y="0"/>
                  </a:moveTo>
                  <a:lnTo>
                    <a:pt x="1" y="4597"/>
                  </a:lnTo>
                  <a:lnTo>
                    <a:pt x="1" y="6705"/>
                  </a:lnTo>
                  <a:lnTo>
                    <a:pt x="4597" y="2109"/>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6"/>
            <p:cNvSpPr/>
            <p:nvPr/>
          </p:nvSpPr>
          <p:spPr>
            <a:xfrm>
              <a:off x="-136402" y="2508489"/>
              <a:ext cx="347597" cy="506428"/>
            </a:xfrm>
            <a:custGeom>
              <a:avLst/>
              <a:gdLst/>
              <a:ahLst/>
              <a:cxnLst/>
              <a:rect l="l" t="t" r="r" b="b"/>
              <a:pathLst>
                <a:path w="4598" h="6699" extrusionOk="0">
                  <a:moveTo>
                    <a:pt x="4597" y="0"/>
                  </a:moveTo>
                  <a:lnTo>
                    <a:pt x="1" y="4596"/>
                  </a:lnTo>
                  <a:lnTo>
                    <a:pt x="1" y="6698"/>
                  </a:lnTo>
                  <a:lnTo>
                    <a:pt x="4597" y="2108"/>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6"/>
            <p:cNvSpPr/>
            <p:nvPr/>
          </p:nvSpPr>
          <p:spPr>
            <a:xfrm>
              <a:off x="-136402" y="1049726"/>
              <a:ext cx="347597" cy="506806"/>
            </a:xfrm>
            <a:custGeom>
              <a:avLst/>
              <a:gdLst/>
              <a:ahLst/>
              <a:cxnLst/>
              <a:rect l="l" t="t" r="r" b="b"/>
              <a:pathLst>
                <a:path w="4598" h="6704" extrusionOk="0">
                  <a:moveTo>
                    <a:pt x="4597" y="1"/>
                  </a:moveTo>
                  <a:lnTo>
                    <a:pt x="1" y="4597"/>
                  </a:lnTo>
                  <a:lnTo>
                    <a:pt x="1" y="6704"/>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6"/>
            <p:cNvSpPr/>
            <p:nvPr/>
          </p:nvSpPr>
          <p:spPr>
            <a:xfrm>
              <a:off x="-136402" y="503172"/>
              <a:ext cx="347597" cy="506428"/>
            </a:xfrm>
            <a:custGeom>
              <a:avLst/>
              <a:gdLst/>
              <a:ahLst/>
              <a:cxnLst/>
              <a:rect l="l" t="t" r="r" b="b"/>
              <a:pathLst>
                <a:path w="4598" h="6699" extrusionOk="0">
                  <a:moveTo>
                    <a:pt x="4597" y="0"/>
                  </a:moveTo>
                  <a:lnTo>
                    <a:pt x="1" y="4590"/>
                  </a:lnTo>
                  <a:lnTo>
                    <a:pt x="1" y="6698"/>
                  </a:lnTo>
                  <a:lnTo>
                    <a:pt x="4597" y="2102"/>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6"/>
            <p:cNvSpPr/>
            <p:nvPr/>
          </p:nvSpPr>
          <p:spPr>
            <a:xfrm>
              <a:off x="-136402" y="2143817"/>
              <a:ext cx="347597" cy="506276"/>
            </a:xfrm>
            <a:custGeom>
              <a:avLst/>
              <a:gdLst/>
              <a:ahLst/>
              <a:cxnLst/>
              <a:rect l="l" t="t" r="r" b="b"/>
              <a:pathLst>
                <a:path w="4598" h="6697" extrusionOk="0">
                  <a:moveTo>
                    <a:pt x="4597" y="0"/>
                  </a:moveTo>
                  <a:lnTo>
                    <a:pt x="1" y="4597"/>
                  </a:lnTo>
                  <a:lnTo>
                    <a:pt x="1" y="6697"/>
                  </a:lnTo>
                  <a:lnTo>
                    <a:pt x="4597" y="2109"/>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6"/>
            <p:cNvSpPr/>
            <p:nvPr/>
          </p:nvSpPr>
          <p:spPr>
            <a:xfrm>
              <a:off x="-136402" y="1596734"/>
              <a:ext cx="347597" cy="506428"/>
            </a:xfrm>
            <a:custGeom>
              <a:avLst/>
              <a:gdLst/>
              <a:ahLst/>
              <a:cxnLst/>
              <a:rect l="l" t="t" r="r" b="b"/>
              <a:pathLst>
                <a:path w="4598" h="6699" extrusionOk="0">
                  <a:moveTo>
                    <a:pt x="4597" y="0"/>
                  </a:moveTo>
                  <a:lnTo>
                    <a:pt x="1" y="4597"/>
                  </a:lnTo>
                  <a:lnTo>
                    <a:pt x="1" y="6698"/>
                  </a:lnTo>
                  <a:lnTo>
                    <a:pt x="4597" y="2108"/>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6"/>
            <p:cNvSpPr/>
            <p:nvPr/>
          </p:nvSpPr>
          <p:spPr>
            <a:xfrm>
              <a:off x="-136402" y="320836"/>
              <a:ext cx="347597" cy="506428"/>
            </a:xfrm>
            <a:custGeom>
              <a:avLst/>
              <a:gdLst/>
              <a:ahLst/>
              <a:cxnLst/>
              <a:rect l="l" t="t" r="r" b="b"/>
              <a:pathLst>
                <a:path w="4598" h="6699" extrusionOk="0">
                  <a:moveTo>
                    <a:pt x="4597" y="0"/>
                  </a:moveTo>
                  <a:lnTo>
                    <a:pt x="1" y="4590"/>
                  </a:lnTo>
                  <a:lnTo>
                    <a:pt x="1" y="6698"/>
                  </a:lnTo>
                  <a:lnTo>
                    <a:pt x="4597" y="2102"/>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6"/>
            <p:cNvSpPr/>
            <p:nvPr/>
          </p:nvSpPr>
          <p:spPr>
            <a:xfrm>
              <a:off x="-136402" y="3784840"/>
              <a:ext cx="347597" cy="384640"/>
            </a:xfrm>
            <a:custGeom>
              <a:avLst/>
              <a:gdLst/>
              <a:ahLst/>
              <a:cxnLst/>
              <a:rect l="l" t="t" r="r" b="b"/>
              <a:pathLst>
                <a:path w="4598" h="5088" extrusionOk="0">
                  <a:moveTo>
                    <a:pt x="4597" y="1"/>
                  </a:moveTo>
                  <a:lnTo>
                    <a:pt x="1" y="4597"/>
                  </a:lnTo>
                  <a:lnTo>
                    <a:pt x="1" y="5088"/>
                  </a:lnTo>
                  <a:lnTo>
                    <a:pt x="1611" y="5088"/>
                  </a:lnTo>
                  <a:lnTo>
                    <a:pt x="4597" y="2102"/>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6"/>
            <p:cNvSpPr/>
            <p:nvPr/>
          </p:nvSpPr>
          <p:spPr>
            <a:xfrm>
              <a:off x="-136402" y="1414398"/>
              <a:ext cx="347597" cy="506957"/>
            </a:xfrm>
            <a:custGeom>
              <a:avLst/>
              <a:gdLst/>
              <a:ahLst/>
              <a:cxnLst/>
              <a:rect l="l" t="t" r="r" b="b"/>
              <a:pathLst>
                <a:path w="4598" h="6706" extrusionOk="0">
                  <a:moveTo>
                    <a:pt x="4597" y="0"/>
                  </a:moveTo>
                  <a:lnTo>
                    <a:pt x="1" y="4597"/>
                  </a:lnTo>
                  <a:lnTo>
                    <a:pt x="1" y="6705"/>
                  </a:lnTo>
                  <a:lnTo>
                    <a:pt x="4597" y="2109"/>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6"/>
            <p:cNvSpPr/>
            <p:nvPr/>
          </p:nvSpPr>
          <p:spPr>
            <a:xfrm>
              <a:off x="-136402" y="685583"/>
              <a:ext cx="347597" cy="506276"/>
            </a:xfrm>
            <a:custGeom>
              <a:avLst/>
              <a:gdLst/>
              <a:ahLst/>
              <a:cxnLst/>
              <a:rect l="l" t="t" r="r" b="b"/>
              <a:pathLst>
                <a:path w="4598" h="6697" extrusionOk="0">
                  <a:moveTo>
                    <a:pt x="4597" y="1"/>
                  </a:moveTo>
                  <a:lnTo>
                    <a:pt x="1" y="4589"/>
                  </a:lnTo>
                  <a:lnTo>
                    <a:pt x="1" y="6697"/>
                  </a:lnTo>
                  <a:lnTo>
                    <a:pt x="4597" y="2101"/>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6"/>
            <p:cNvSpPr/>
            <p:nvPr/>
          </p:nvSpPr>
          <p:spPr>
            <a:xfrm>
              <a:off x="-136402" y="2873085"/>
              <a:ext cx="347597" cy="506428"/>
            </a:xfrm>
            <a:custGeom>
              <a:avLst/>
              <a:gdLst/>
              <a:ahLst/>
              <a:cxnLst/>
              <a:rect l="l" t="t" r="r" b="b"/>
              <a:pathLst>
                <a:path w="4598" h="6699" extrusionOk="0">
                  <a:moveTo>
                    <a:pt x="4597" y="1"/>
                  </a:moveTo>
                  <a:lnTo>
                    <a:pt x="1" y="4597"/>
                  </a:lnTo>
                  <a:lnTo>
                    <a:pt x="1" y="6699"/>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6"/>
            <p:cNvSpPr/>
            <p:nvPr/>
          </p:nvSpPr>
          <p:spPr>
            <a:xfrm>
              <a:off x="-136402" y="-43836"/>
              <a:ext cx="347597" cy="506276"/>
            </a:xfrm>
            <a:custGeom>
              <a:avLst/>
              <a:gdLst/>
              <a:ahLst/>
              <a:cxnLst/>
              <a:rect l="l" t="t" r="r" b="b"/>
              <a:pathLst>
                <a:path w="4598" h="6697" extrusionOk="0">
                  <a:moveTo>
                    <a:pt x="4597" y="1"/>
                  </a:moveTo>
                  <a:lnTo>
                    <a:pt x="1" y="4590"/>
                  </a:lnTo>
                  <a:lnTo>
                    <a:pt x="1" y="6697"/>
                  </a:lnTo>
                  <a:lnTo>
                    <a:pt x="4597" y="2102"/>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6"/>
            <p:cNvSpPr/>
            <p:nvPr/>
          </p:nvSpPr>
          <p:spPr>
            <a:xfrm>
              <a:off x="8971" y="3967175"/>
              <a:ext cx="202223" cy="202299"/>
            </a:xfrm>
            <a:custGeom>
              <a:avLst/>
              <a:gdLst/>
              <a:ahLst/>
              <a:cxnLst/>
              <a:rect l="l" t="t" r="r" b="b"/>
              <a:pathLst>
                <a:path w="2675" h="2676" extrusionOk="0">
                  <a:moveTo>
                    <a:pt x="2674" y="0"/>
                  </a:moveTo>
                  <a:lnTo>
                    <a:pt x="0" y="2676"/>
                  </a:lnTo>
                  <a:lnTo>
                    <a:pt x="2100" y="2676"/>
                  </a:lnTo>
                  <a:lnTo>
                    <a:pt x="2674" y="2102"/>
                  </a:lnTo>
                  <a:lnTo>
                    <a:pt x="267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6"/>
            <p:cNvSpPr/>
            <p:nvPr/>
          </p:nvSpPr>
          <p:spPr>
            <a:xfrm>
              <a:off x="-136402" y="1961481"/>
              <a:ext cx="347597" cy="506276"/>
            </a:xfrm>
            <a:custGeom>
              <a:avLst/>
              <a:gdLst/>
              <a:ahLst/>
              <a:cxnLst/>
              <a:rect l="l" t="t" r="r" b="b"/>
              <a:pathLst>
                <a:path w="4598" h="6697" extrusionOk="0">
                  <a:moveTo>
                    <a:pt x="4597" y="0"/>
                  </a:moveTo>
                  <a:lnTo>
                    <a:pt x="1" y="4595"/>
                  </a:lnTo>
                  <a:lnTo>
                    <a:pt x="1" y="6697"/>
                  </a:lnTo>
                  <a:lnTo>
                    <a:pt x="4597" y="2107"/>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6"/>
            <p:cNvSpPr/>
            <p:nvPr/>
          </p:nvSpPr>
          <p:spPr>
            <a:xfrm>
              <a:off x="-136402" y="867919"/>
              <a:ext cx="347597" cy="506276"/>
            </a:xfrm>
            <a:custGeom>
              <a:avLst/>
              <a:gdLst/>
              <a:ahLst/>
              <a:cxnLst/>
              <a:rect l="l" t="t" r="r" b="b"/>
              <a:pathLst>
                <a:path w="4598" h="6697" extrusionOk="0">
                  <a:moveTo>
                    <a:pt x="4597" y="0"/>
                  </a:moveTo>
                  <a:lnTo>
                    <a:pt x="1" y="4589"/>
                  </a:lnTo>
                  <a:lnTo>
                    <a:pt x="1" y="6697"/>
                  </a:lnTo>
                  <a:lnTo>
                    <a:pt x="4597" y="2100"/>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6"/>
            <p:cNvSpPr/>
            <p:nvPr/>
          </p:nvSpPr>
          <p:spPr>
            <a:xfrm>
              <a:off x="-136402" y="138500"/>
              <a:ext cx="347597" cy="506428"/>
            </a:xfrm>
            <a:custGeom>
              <a:avLst/>
              <a:gdLst/>
              <a:ahLst/>
              <a:cxnLst/>
              <a:rect l="l" t="t" r="r" b="b"/>
              <a:pathLst>
                <a:path w="4598" h="6699" extrusionOk="0">
                  <a:moveTo>
                    <a:pt x="4597" y="0"/>
                  </a:moveTo>
                  <a:lnTo>
                    <a:pt x="1" y="4590"/>
                  </a:lnTo>
                  <a:lnTo>
                    <a:pt x="1" y="6698"/>
                  </a:lnTo>
                  <a:lnTo>
                    <a:pt x="4597" y="2102"/>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6"/>
            <p:cNvSpPr/>
            <p:nvPr/>
          </p:nvSpPr>
          <p:spPr>
            <a:xfrm>
              <a:off x="191311" y="4149587"/>
              <a:ext cx="19882" cy="19882"/>
            </a:xfrm>
            <a:custGeom>
              <a:avLst/>
              <a:gdLst/>
              <a:ahLst/>
              <a:cxnLst/>
              <a:rect l="l" t="t" r="r" b="b"/>
              <a:pathLst>
                <a:path w="263" h="263" extrusionOk="0">
                  <a:moveTo>
                    <a:pt x="262" y="1"/>
                  </a:moveTo>
                  <a:lnTo>
                    <a:pt x="0" y="263"/>
                  </a:lnTo>
                  <a:lnTo>
                    <a:pt x="262" y="263"/>
                  </a:lnTo>
                  <a:lnTo>
                    <a:pt x="26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65" name="Google Shape;3465;p6"/>
          <p:cNvGrpSpPr/>
          <p:nvPr/>
        </p:nvGrpSpPr>
        <p:grpSpPr>
          <a:xfrm rot="10800000">
            <a:off x="-91627" y="662842"/>
            <a:ext cx="347597" cy="4345451"/>
            <a:chOff x="-136402" y="-175976"/>
            <a:chExt cx="347597" cy="4345451"/>
          </a:xfrm>
        </p:grpSpPr>
        <p:sp>
          <p:nvSpPr>
            <p:cNvPr id="3466" name="Google Shape;3466;p6"/>
            <p:cNvSpPr/>
            <p:nvPr/>
          </p:nvSpPr>
          <p:spPr>
            <a:xfrm>
              <a:off x="-136402" y="3579069"/>
              <a:ext cx="347597" cy="371033"/>
            </a:xfrm>
            <a:custGeom>
              <a:avLst/>
              <a:gdLst/>
              <a:ahLst/>
              <a:cxnLst/>
              <a:rect l="l" t="t" r="r" b="b"/>
              <a:pathLst>
                <a:path w="4598" h="4908" extrusionOk="0">
                  <a:moveTo>
                    <a:pt x="4597" y="1"/>
                  </a:moveTo>
                  <a:lnTo>
                    <a:pt x="1" y="4595"/>
                  </a:lnTo>
                  <a:lnTo>
                    <a:pt x="1" y="4907"/>
                  </a:lnTo>
                  <a:lnTo>
                    <a:pt x="4597" y="311"/>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6"/>
            <p:cNvSpPr/>
            <p:nvPr/>
          </p:nvSpPr>
          <p:spPr>
            <a:xfrm>
              <a:off x="-136402" y="2850179"/>
              <a:ext cx="347597" cy="370503"/>
            </a:xfrm>
            <a:custGeom>
              <a:avLst/>
              <a:gdLst/>
              <a:ahLst/>
              <a:cxnLst/>
              <a:rect l="l" t="t" r="r" b="b"/>
              <a:pathLst>
                <a:path w="4598" h="4901" extrusionOk="0">
                  <a:moveTo>
                    <a:pt x="4597" y="0"/>
                  </a:moveTo>
                  <a:lnTo>
                    <a:pt x="1" y="4590"/>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6"/>
            <p:cNvSpPr/>
            <p:nvPr/>
          </p:nvSpPr>
          <p:spPr>
            <a:xfrm>
              <a:off x="-14615" y="3943741"/>
              <a:ext cx="225810" cy="225734"/>
            </a:xfrm>
            <a:custGeom>
              <a:avLst/>
              <a:gdLst/>
              <a:ahLst/>
              <a:cxnLst/>
              <a:rect l="l" t="t" r="r" b="b"/>
              <a:pathLst>
                <a:path w="2987" h="2986" extrusionOk="0">
                  <a:moveTo>
                    <a:pt x="2986" y="0"/>
                  </a:moveTo>
                  <a:lnTo>
                    <a:pt x="0" y="2986"/>
                  </a:lnTo>
                  <a:lnTo>
                    <a:pt x="312" y="2986"/>
                  </a:lnTo>
                  <a:lnTo>
                    <a:pt x="2986" y="310"/>
                  </a:lnTo>
                  <a:lnTo>
                    <a:pt x="29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6"/>
            <p:cNvSpPr/>
            <p:nvPr/>
          </p:nvSpPr>
          <p:spPr>
            <a:xfrm>
              <a:off x="-136402" y="3214775"/>
              <a:ext cx="347597" cy="370655"/>
            </a:xfrm>
            <a:custGeom>
              <a:avLst/>
              <a:gdLst/>
              <a:ahLst/>
              <a:cxnLst/>
              <a:rect l="l" t="t" r="r" b="b"/>
              <a:pathLst>
                <a:path w="4598" h="4903" extrusionOk="0">
                  <a:moveTo>
                    <a:pt x="4597" y="1"/>
                  </a:moveTo>
                  <a:lnTo>
                    <a:pt x="1" y="4591"/>
                  </a:lnTo>
                  <a:lnTo>
                    <a:pt x="1" y="4902"/>
                  </a:lnTo>
                  <a:lnTo>
                    <a:pt x="4597" y="306"/>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6"/>
            <p:cNvSpPr/>
            <p:nvPr/>
          </p:nvSpPr>
          <p:spPr>
            <a:xfrm>
              <a:off x="-136402" y="2485508"/>
              <a:ext cx="347597" cy="370503"/>
            </a:xfrm>
            <a:custGeom>
              <a:avLst/>
              <a:gdLst/>
              <a:ahLst/>
              <a:cxnLst/>
              <a:rect l="l" t="t" r="r" b="b"/>
              <a:pathLst>
                <a:path w="4598" h="4901" extrusionOk="0">
                  <a:moveTo>
                    <a:pt x="4597" y="0"/>
                  </a:moveTo>
                  <a:lnTo>
                    <a:pt x="1" y="4589"/>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6"/>
            <p:cNvSpPr/>
            <p:nvPr/>
          </p:nvSpPr>
          <p:spPr>
            <a:xfrm>
              <a:off x="-136402" y="2120760"/>
              <a:ext cx="347597" cy="370579"/>
            </a:xfrm>
            <a:custGeom>
              <a:avLst/>
              <a:gdLst/>
              <a:ahLst/>
              <a:cxnLst/>
              <a:rect l="l" t="t" r="r" b="b"/>
              <a:pathLst>
                <a:path w="4598" h="4902" extrusionOk="0">
                  <a:moveTo>
                    <a:pt x="4597" y="0"/>
                  </a:moveTo>
                  <a:lnTo>
                    <a:pt x="1" y="4590"/>
                  </a:lnTo>
                  <a:lnTo>
                    <a:pt x="1" y="4902"/>
                  </a:lnTo>
                  <a:lnTo>
                    <a:pt x="4597" y="305"/>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6"/>
            <p:cNvSpPr/>
            <p:nvPr/>
          </p:nvSpPr>
          <p:spPr>
            <a:xfrm>
              <a:off x="-136402" y="1756088"/>
              <a:ext cx="347597" cy="370503"/>
            </a:xfrm>
            <a:custGeom>
              <a:avLst/>
              <a:gdLst/>
              <a:ahLst/>
              <a:cxnLst/>
              <a:rect l="l" t="t" r="r" b="b"/>
              <a:pathLst>
                <a:path w="4598" h="4901" extrusionOk="0">
                  <a:moveTo>
                    <a:pt x="4597" y="0"/>
                  </a:moveTo>
                  <a:lnTo>
                    <a:pt x="1" y="4590"/>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6"/>
            <p:cNvSpPr/>
            <p:nvPr/>
          </p:nvSpPr>
          <p:spPr>
            <a:xfrm>
              <a:off x="-136402" y="1391417"/>
              <a:ext cx="347597" cy="370503"/>
            </a:xfrm>
            <a:custGeom>
              <a:avLst/>
              <a:gdLst/>
              <a:ahLst/>
              <a:cxnLst/>
              <a:rect l="l" t="t" r="r" b="b"/>
              <a:pathLst>
                <a:path w="4598" h="4901" extrusionOk="0">
                  <a:moveTo>
                    <a:pt x="4597" y="1"/>
                  </a:moveTo>
                  <a:lnTo>
                    <a:pt x="1" y="4597"/>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6"/>
            <p:cNvSpPr/>
            <p:nvPr/>
          </p:nvSpPr>
          <p:spPr>
            <a:xfrm>
              <a:off x="-136402" y="1026669"/>
              <a:ext cx="347597" cy="370655"/>
            </a:xfrm>
            <a:custGeom>
              <a:avLst/>
              <a:gdLst/>
              <a:ahLst/>
              <a:cxnLst/>
              <a:rect l="l" t="t" r="r" b="b"/>
              <a:pathLst>
                <a:path w="4598" h="4903" extrusionOk="0">
                  <a:moveTo>
                    <a:pt x="4597" y="0"/>
                  </a:moveTo>
                  <a:lnTo>
                    <a:pt x="1" y="4597"/>
                  </a:lnTo>
                  <a:lnTo>
                    <a:pt x="1" y="4902"/>
                  </a:lnTo>
                  <a:lnTo>
                    <a:pt x="4597" y="306"/>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6"/>
            <p:cNvSpPr/>
            <p:nvPr/>
          </p:nvSpPr>
          <p:spPr>
            <a:xfrm>
              <a:off x="-136402" y="661998"/>
              <a:ext cx="347597" cy="370503"/>
            </a:xfrm>
            <a:custGeom>
              <a:avLst/>
              <a:gdLst/>
              <a:ahLst/>
              <a:cxnLst/>
              <a:rect l="l" t="t" r="r" b="b"/>
              <a:pathLst>
                <a:path w="4598" h="4901" extrusionOk="0">
                  <a:moveTo>
                    <a:pt x="4597" y="1"/>
                  </a:moveTo>
                  <a:lnTo>
                    <a:pt x="1" y="4597"/>
                  </a:lnTo>
                  <a:lnTo>
                    <a:pt x="1" y="4901"/>
                  </a:lnTo>
                  <a:lnTo>
                    <a:pt x="4597" y="313"/>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6"/>
            <p:cNvSpPr/>
            <p:nvPr/>
          </p:nvSpPr>
          <p:spPr>
            <a:xfrm>
              <a:off x="-136402" y="297402"/>
              <a:ext cx="347597" cy="370503"/>
            </a:xfrm>
            <a:custGeom>
              <a:avLst/>
              <a:gdLst/>
              <a:ahLst/>
              <a:cxnLst/>
              <a:rect l="l" t="t" r="r" b="b"/>
              <a:pathLst>
                <a:path w="4598" h="4901" extrusionOk="0">
                  <a:moveTo>
                    <a:pt x="4597" y="0"/>
                  </a:moveTo>
                  <a:lnTo>
                    <a:pt x="1" y="4596"/>
                  </a:lnTo>
                  <a:lnTo>
                    <a:pt x="1" y="4900"/>
                  </a:lnTo>
                  <a:lnTo>
                    <a:pt x="4597" y="310"/>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6"/>
            <p:cNvSpPr/>
            <p:nvPr/>
          </p:nvSpPr>
          <p:spPr>
            <a:xfrm>
              <a:off x="-136402" y="-67421"/>
              <a:ext cx="347597" cy="370655"/>
            </a:xfrm>
            <a:custGeom>
              <a:avLst/>
              <a:gdLst/>
              <a:ahLst/>
              <a:cxnLst/>
              <a:rect l="l" t="t" r="r" b="b"/>
              <a:pathLst>
                <a:path w="4598" h="4903" extrusionOk="0">
                  <a:moveTo>
                    <a:pt x="4597" y="1"/>
                  </a:moveTo>
                  <a:lnTo>
                    <a:pt x="1" y="4597"/>
                  </a:lnTo>
                  <a:lnTo>
                    <a:pt x="1" y="4902"/>
                  </a:lnTo>
                  <a:lnTo>
                    <a:pt x="4597" y="313"/>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6"/>
            <p:cNvSpPr/>
            <p:nvPr/>
          </p:nvSpPr>
          <p:spPr>
            <a:xfrm>
              <a:off x="-136402" y="-175976"/>
              <a:ext cx="114606" cy="114379"/>
            </a:xfrm>
            <a:custGeom>
              <a:avLst/>
              <a:gdLst/>
              <a:ahLst/>
              <a:cxnLst/>
              <a:rect l="l" t="t" r="r" b="b"/>
              <a:pathLst>
                <a:path w="1516" h="1513" extrusionOk="0">
                  <a:moveTo>
                    <a:pt x="1212" y="0"/>
                  </a:moveTo>
                  <a:lnTo>
                    <a:pt x="1" y="1209"/>
                  </a:lnTo>
                  <a:lnTo>
                    <a:pt x="1" y="1513"/>
                  </a:lnTo>
                  <a:lnTo>
                    <a:pt x="15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6"/>
            <p:cNvSpPr/>
            <p:nvPr/>
          </p:nvSpPr>
          <p:spPr>
            <a:xfrm>
              <a:off x="167725" y="4126077"/>
              <a:ext cx="43469" cy="43393"/>
            </a:xfrm>
            <a:custGeom>
              <a:avLst/>
              <a:gdLst/>
              <a:ahLst/>
              <a:cxnLst/>
              <a:rect l="l" t="t" r="r" b="b"/>
              <a:pathLst>
                <a:path w="575" h="574" extrusionOk="0">
                  <a:moveTo>
                    <a:pt x="574" y="0"/>
                  </a:moveTo>
                  <a:lnTo>
                    <a:pt x="0" y="574"/>
                  </a:lnTo>
                  <a:lnTo>
                    <a:pt x="312" y="574"/>
                  </a:lnTo>
                  <a:lnTo>
                    <a:pt x="574" y="312"/>
                  </a:lnTo>
                  <a:lnTo>
                    <a:pt x="57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6"/>
            <p:cNvSpPr/>
            <p:nvPr/>
          </p:nvSpPr>
          <p:spPr>
            <a:xfrm>
              <a:off x="-136402" y="3396658"/>
              <a:ext cx="347597" cy="371108"/>
            </a:xfrm>
            <a:custGeom>
              <a:avLst/>
              <a:gdLst/>
              <a:ahLst/>
              <a:cxnLst/>
              <a:rect l="l" t="t" r="r" b="b"/>
              <a:pathLst>
                <a:path w="4598" h="4909" extrusionOk="0">
                  <a:moveTo>
                    <a:pt x="4597" y="0"/>
                  </a:moveTo>
                  <a:lnTo>
                    <a:pt x="1" y="4596"/>
                  </a:lnTo>
                  <a:lnTo>
                    <a:pt x="1" y="4908"/>
                  </a:lnTo>
                  <a:lnTo>
                    <a:pt x="4597" y="312"/>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6"/>
            <p:cNvSpPr/>
            <p:nvPr/>
          </p:nvSpPr>
          <p:spPr>
            <a:xfrm>
              <a:off x="-136402" y="2667843"/>
              <a:ext cx="347597" cy="370503"/>
            </a:xfrm>
            <a:custGeom>
              <a:avLst/>
              <a:gdLst/>
              <a:ahLst/>
              <a:cxnLst/>
              <a:rect l="l" t="t" r="r" b="b"/>
              <a:pathLst>
                <a:path w="4598" h="4901" extrusionOk="0">
                  <a:moveTo>
                    <a:pt x="4597" y="0"/>
                  </a:moveTo>
                  <a:lnTo>
                    <a:pt x="1" y="4590"/>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6"/>
            <p:cNvSpPr/>
            <p:nvPr/>
          </p:nvSpPr>
          <p:spPr>
            <a:xfrm>
              <a:off x="-136402" y="1938424"/>
              <a:ext cx="347597" cy="370503"/>
            </a:xfrm>
            <a:custGeom>
              <a:avLst/>
              <a:gdLst/>
              <a:ahLst/>
              <a:cxnLst/>
              <a:rect l="l" t="t" r="r" b="b"/>
              <a:pathLst>
                <a:path w="4598" h="4901" extrusionOk="0">
                  <a:moveTo>
                    <a:pt x="4597" y="0"/>
                  </a:moveTo>
                  <a:lnTo>
                    <a:pt x="1" y="4590"/>
                  </a:lnTo>
                  <a:lnTo>
                    <a:pt x="1" y="4900"/>
                  </a:lnTo>
                  <a:lnTo>
                    <a:pt x="4597" y="305"/>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6"/>
            <p:cNvSpPr/>
            <p:nvPr/>
          </p:nvSpPr>
          <p:spPr>
            <a:xfrm>
              <a:off x="-136402" y="1209081"/>
              <a:ext cx="347597" cy="370503"/>
            </a:xfrm>
            <a:custGeom>
              <a:avLst/>
              <a:gdLst/>
              <a:ahLst/>
              <a:cxnLst/>
              <a:rect l="l" t="t" r="r" b="b"/>
              <a:pathLst>
                <a:path w="4598" h="4901" extrusionOk="0">
                  <a:moveTo>
                    <a:pt x="4597" y="1"/>
                  </a:moveTo>
                  <a:lnTo>
                    <a:pt x="1" y="4596"/>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6"/>
            <p:cNvSpPr/>
            <p:nvPr/>
          </p:nvSpPr>
          <p:spPr>
            <a:xfrm>
              <a:off x="-136402" y="479662"/>
              <a:ext cx="347597" cy="370503"/>
            </a:xfrm>
            <a:custGeom>
              <a:avLst/>
              <a:gdLst/>
              <a:ahLst/>
              <a:cxnLst/>
              <a:rect l="l" t="t" r="r" b="b"/>
              <a:pathLst>
                <a:path w="4598" h="4901" extrusionOk="0">
                  <a:moveTo>
                    <a:pt x="4597" y="1"/>
                  </a:moveTo>
                  <a:lnTo>
                    <a:pt x="1" y="4597"/>
                  </a:lnTo>
                  <a:lnTo>
                    <a:pt x="1" y="4901"/>
                  </a:lnTo>
                  <a:lnTo>
                    <a:pt x="4597" y="311"/>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6"/>
            <p:cNvSpPr/>
            <p:nvPr/>
          </p:nvSpPr>
          <p:spPr>
            <a:xfrm>
              <a:off x="-136402" y="3761405"/>
              <a:ext cx="347597" cy="370957"/>
            </a:xfrm>
            <a:custGeom>
              <a:avLst/>
              <a:gdLst/>
              <a:ahLst/>
              <a:cxnLst/>
              <a:rect l="l" t="t" r="r" b="b"/>
              <a:pathLst>
                <a:path w="4598" h="4907" extrusionOk="0">
                  <a:moveTo>
                    <a:pt x="4597" y="0"/>
                  </a:moveTo>
                  <a:lnTo>
                    <a:pt x="1" y="4597"/>
                  </a:lnTo>
                  <a:lnTo>
                    <a:pt x="1" y="4907"/>
                  </a:lnTo>
                  <a:lnTo>
                    <a:pt x="4597" y="311"/>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6"/>
            <p:cNvSpPr/>
            <p:nvPr/>
          </p:nvSpPr>
          <p:spPr>
            <a:xfrm>
              <a:off x="-136402" y="3032440"/>
              <a:ext cx="347597" cy="370503"/>
            </a:xfrm>
            <a:custGeom>
              <a:avLst/>
              <a:gdLst/>
              <a:ahLst/>
              <a:cxnLst/>
              <a:rect l="l" t="t" r="r" b="b"/>
              <a:pathLst>
                <a:path w="4598" h="4901" extrusionOk="0">
                  <a:moveTo>
                    <a:pt x="4597" y="1"/>
                  </a:moveTo>
                  <a:lnTo>
                    <a:pt x="1" y="4591"/>
                  </a:lnTo>
                  <a:lnTo>
                    <a:pt x="1" y="4901"/>
                  </a:lnTo>
                  <a:lnTo>
                    <a:pt x="4597" y="306"/>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6"/>
            <p:cNvSpPr/>
            <p:nvPr/>
          </p:nvSpPr>
          <p:spPr>
            <a:xfrm>
              <a:off x="-136402" y="2303172"/>
              <a:ext cx="347597" cy="370503"/>
            </a:xfrm>
            <a:custGeom>
              <a:avLst/>
              <a:gdLst/>
              <a:ahLst/>
              <a:cxnLst/>
              <a:rect l="l" t="t" r="r" b="b"/>
              <a:pathLst>
                <a:path w="4598" h="4901" extrusionOk="0">
                  <a:moveTo>
                    <a:pt x="4597" y="1"/>
                  </a:moveTo>
                  <a:lnTo>
                    <a:pt x="1" y="4589"/>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6"/>
            <p:cNvSpPr/>
            <p:nvPr/>
          </p:nvSpPr>
          <p:spPr>
            <a:xfrm>
              <a:off x="-136402" y="1573753"/>
              <a:ext cx="347597" cy="370503"/>
            </a:xfrm>
            <a:custGeom>
              <a:avLst/>
              <a:gdLst/>
              <a:ahLst/>
              <a:cxnLst/>
              <a:rect l="l" t="t" r="r" b="b"/>
              <a:pathLst>
                <a:path w="4598" h="4901" extrusionOk="0">
                  <a:moveTo>
                    <a:pt x="4597" y="1"/>
                  </a:moveTo>
                  <a:lnTo>
                    <a:pt x="1" y="4597"/>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6"/>
            <p:cNvSpPr/>
            <p:nvPr/>
          </p:nvSpPr>
          <p:spPr>
            <a:xfrm>
              <a:off x="-136402" y="844334"/>
              <a:ext cx="347597" cy="370503"/>
            </a:xfrm>
            <a:custGeom>
              <a:avLst/>
              <a:gdLst/>
              <a:ahLst/>
              <a:cxnLst/>
              <a:rect l="l" t="t" r="r" b="b"/>
              <a:pathLst>
                <a:path w="4598" h="4901" extrusionOk="0">
                  <a:moveTo>
                    <a:pt x="4597" y="1"/>
                  </a:moveTo>
                  <a:lnTo>
                    <a:pt x="1" y="4597"/>
                  </a:lnTo>
                  <a:lnTo>
                    <a:pt x="1" y="4901"/>
                  </a:lnTo>
                  <a:lnTo>
                    <a:pt x="4597" y="312"/>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6"/>
            <p:cNvSpPr/>
            <p:nvPr/>
          </p:nvSpPr>
          <p:spPr>
            <a:xfrm>
              <a:off x="-136402" y="115066"/>
              <a:ext cx="347597" cy="370503"/>
            </a:xfrm>
            <a:custGeom>
              <a:avLst/>
              <a:gdLst/>
              <a:ahLst/>
              <a:cxnLst/>
              <a:rect l="l" t="t" r="r" b="b"/>
              <a:pathLst>
                <a:path w="4598" h="4901" extrusionOk="0">
                  <a:moveTo>
                    <a:pt x="4597" y="0"/>
                  </a:moveTo>
                  <a:lnTo>
                    <a:pt x="1" y="4595"/>
                  </a:lnTo>
                  <a:lnTo>
                    <a:pt x="1" y="4900"/>
                  </a:lnTo>
                  <a:lnTo>
                    <a:pt x="4597" y="310"/>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6"/>
            <p:cNvSpPr/>
            <p:nvPr/>
          </p:nvSpPr>
          <p:spPr>
            <a:xfrm>
              <a:off x="-136402" y="-175976"/>
              <a:ext cx="296947" cy="296720"/>
            </a:xfrm>
            <a:custGeom>
              <a:avLst/>
              <a:gdLst/>
              <a:ahLst/>
              <a:cxnLst/>
              <a:rect l="l" t="t" r="r" b="b"/>
              <a:pathLst>
                <a:path w="3928" h="3925" extrusionOk="0">
                  <a:moveTo>
                    <a:pt x="3624" y="0"/>
                  </a:moveTo>
                  <a:lnTo>
                    <a:pt x="1" y="3621"/>
                  </a:lnTo>
                  <a:lnTo>
                    <a:pt x="1" y="3925"/>
                  </a:lnTo>
                  <a:lnTo>
                    <a:pt x="39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92" name="Google Shape;3492;p6"/>
          <p:cNvSpPr/>
          <p:nvPr/>
        </p:nvSpPr>
        <p:spPr>
          <a:xfrm rot="10800000">
            <a:off x="-91682" y="662842"/>
            <a:ext cx="347700" cy="43455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6"/>
          <p:cNvSpPr/>
          <p:nvPr/>
        </p:nvSpPr>
        <p:spPr>
          <a:xfrm>
            <a:off x="8837625" y="874400"/>
            <a:ext cx="459300" cy="30402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6"/>
          <p:cNvSpPr/>
          <p:nvPr/>
        </p:nvSpPr>
        <p:spPr>
          <a:xfrm>
            <a:off x="8338925" y="-159825"/>
            <a:ext cx="1896300" cy="18963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613709679"/>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 column text">
    <p:bg>
      <p:bgPr>
        <a:solidFill>
          <a:schemeClr val="dk1"/>
        </a:solidFill>
        <a:effectLst/>
      </p:bgPr>
    </p:bg>
    <p:spTree>
      <p:nvGrpSpPr>
        <p:cNvPr id="1" name="Shape 3495"/>
        <p:cNvGrpSpPr/>
        <p:nvPr/>
      </p:nvGrpSpPr>
      <p:grpSpPr>
        <a:xfrm>
          <a:off x="0" y="0"/>
          <a:ext cx="0" cy="0"/>
          <a:chOff x="0" y="0"/>
          <a:chExt cx="0" cy="0"/>
        </a:xfrm>
      </p:grpSpPr>
      <p:sp>
        <p:nvSpPr>
          <p:cNvPr id="3496" name="Google Shape;3496;p7"/>
          <p:cNvSpPr txBox="1">
            <a:spLocks noGrp="1"/>
          </p:cNvSpPr>
          <p:nvPr>
            <p:ph type="subTitle" idx="1"/>
          </p:nvPr>
        </p:nvSpPr>
        <p:spPr>
          <a:xfrm>
            <a:off x="720000" y="1920325"/>
            <a:ext cx="4294800" cy="2002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chemeClr val="dk2"/>
              </a:buClr>
              <a:buSzPts val="1600"/>
              <a:buFont typeface="Nunito Light"/>
              <a:buChar char="●"/>
              <a:defRPr>
                <a:solidFill>
                  <a:schemeClr val="dk2"/>
                </a:solidFill>
              </a:defRPr>
            </a:lvl1pPr>
            <a:lvl2pPr lvl="1" algn="ctr" rtl="0">
              <a:lnSpc>
                <a:spcPct val="100000"/>
              </a:lnSpc>
              <a:spcBef>
                <a:spcPts val="0"/>
              </a:spcBef>
              <a:spcAft>
                <a:spcPts val="0"/>
              </a:spcAft>
              <a:buClr>
                <a:schemeClr val="dk2"/>
              </a:buClr>
              <a:buSzPts val="1600"/>
              <a:buFont typeface="Nunito Light"/>
              <a:buChar char="○"/>
              <a:defRPr>
                <a:solidFill>
                  <a:schemeClr val="dk2"/>
                </a:solidFill>
              </a:defRPr>
            </a:lvl2pPr>
            <a:lvl3pPr lvl="2" algn="ctr" rtl="0">
              <a:lnSpc>
                <a:spcPct val="100000"/>
              </a:lnSpc>
              <a:spcBef>
                <a:spcPts val="1600"/>
              </a:spcBef>
              <a:spcAft>
                <a:spcPts val="0"/>
              </a:spcAft>
              <a:buClr>
                <a:schemeClr val="dk2"/>
              </a:buClr>
              <a:buSzPts val="1500"/>
              <a:buFont typeface="Nunito Light"/>
              <a:buChar char="■"/>
              <a:defRPr>
                <a:solidFill>
                  <a:schemeClr val="dk2"/>
                </a:solidFill>
              </a:defRPr>
            </a:lvl3pPr>
            <a:lvl4pPr lvl="3" algn="ctr" rtl="0">
              <a:lnSpc>
                <a:spcPct val="100000"/>
              </a:lnSpc>
              <a:spcBef>
                <a:spcPts val="1600"/>
              </a:spcBef>
              <a:spcAft>
                <a:spcPts val="0"/>
              </a:spcAft>
              <a:buClr>
                <a:schemeClr val="dk2"/>
              </a:buClr>
              <a:buSzPts val="1500"/>
              <a:buFont typeface="Nunito Light"/>
              <a:buChar char="●"/>
              <a:defRPr>
                <a:solidFill>
                  <a:schemeClr val="dk2"/>
                </a:solidFill>
              </a:defRPr>
            </a:lvl4pPr>
            <a:lvl5pPr lvl="4" algn="ctr" rtl="0">
              <a:lnSpc>
                <a:spcPct val="100000"/>
              </a:lnSpc>
              <a:spcBef>
                <a:spcPts val="1600"/>
              </a:spcBef>
              <a:spcAft>
                <a:spcPts val="0"/>
              </a:spcAft>
              <a:buClr>
                <a:schemeClr val="dk2"/>
              </a:buClr>
              <a:buSzPts val="1400"/>
              <a:buFont typeface="Nunito Light"/>
              <a:buChar char="○"/>
              <a:defRPr>
                <a:solidFill>
                  <a:schemeClr val="dk2"/>
                </a:solidFill>
              </a:defRPr>
            </a:lvl5pPr>
            <a:lvl6pPr lvl="5" algn="ctr" rtl="0">
              <a:lnSpc>
                <a:spcPct val="100000"/>
              </a:lnSpc>
              <a:spcBef>
                <a:spcPts val="1600"/>
              </a:spcBef>
              <a:spcAft>
                <a:spcPts val="0"/>
              </a:spcAft>
              <a:buClr>
                <a:schemeClr val="dk2"/>
              </a:buClr>
              <a:buSzPts val="1400"/>
              <a:buFont typeface="Nunito Light"/>
              <a:buChar char="■"/>
              <a:defRPr>
                <a:solidFill>
                  <a:schemeClr val="dk2"/>
                </a:solidFill>
              </a:defRPr>
            </a:lvl6pPr>
            <a:lvl7pPr lvl="6" algn="ctr" rtl="0">
              <a:lnSpc>
                <a:spcPct val="100000"/>
              </a:lnSpc>
              <a:spcBef>
                <a:spcPts val="1600"/>
              </a:spcBef>
              <a:spcAft>
                <a:spcPts val="0"/>
              </a:spcAft>
              <a:buClr>
                <a:schemeClr val="dk2"/>
              </a:buClr>
              <a:buSzPts val="1300"/>
              <a:buFont typeface="Nunito Light"/>
              <a:buChar char="●"/>
              <a:defRPr>
                <a:solidFill>
                  <a:schemeClr val="dk2"/>
                </a:solidFill>
              </a:defRPr>
            </a:lvl7pPr>
            <a:lvl8pPr lvl="7" algn="ctr" rtl="0">
              <a:lnSpc>
                <a:spcPct val="100000"/>
              </a:lnSpc>
              <a:spcBef>
                <a:spcPts val="1600"/>
              </a:spcBef>
              <a:spcAft>
                <a:spcPts val="0"/>
              </a:spcAft>
              <a:buClr>
                <a:schemeClr val="dk2"/>
              </a:buClr>
              <a:buSzPts val="1300"/>
              <a:buFont typeface="Nunito Light"/>
              <a:buChar char="○"/>
              <a:defRPr>
                <a:solidFill>
                  <a:schemeClr val="dk2"/>
                </a:solidFill>
              </a:defRPr>
            </a:lvl8pPr>
            <a:lvl9pPr lvl="8" algn="ctr" rtl="0">
              <a:lnSpc>
                <a:spcPct val="100000"/>
              </a:lnSpc>
              <a:spcBef>
                <a:spcPts val="1600"/>
              </a:spcBef>
              <a:spcAft>
                <a:spcPts val="1600"/>
              </a:spcAft>
              <a:buClr>
                <a:schemeClr val="dk2"/>
              </a:buClr>
              <a:buSzPts val="1400"/>
              <a:buFont typeface="Nunito Light"/>
              <a:buChar char="■"/>
              <a:defRPr>
                <a:solidFill>
                  <a:schemeClr val="dk2"/>
                </a:solidFill>
              </a:defRPr>
            </a:lvl9pPr>
          </a:lstStyle>
          <a:p>
            <a:r>
              <a:rPr lang="en-US"/>
              <a:t>Click to edit Master subtitle style</a:t>
            </a:r>
            <a:endParaRPr/>
          </a:p>
        </p:txBody>
      </p:sp>
      <p:sp>
        <p:nvSpPr>
          <p:cNvPr id="3497" name="Google Shape;3497;p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lnSpc>
                <a:spcPct val="115000"/>
              </a:lnSpc>
              <a:spcBef>
                <a:spcPts val="0"/>
              </a:spcBef>
              <a:spcAft>
                <a:spcPts val="0"/>
              </a:spcAft>
              <a:buClr>
                <a:schemeClr val="dk2"/>
              </a:buClr>
              <a:buSzPts val="3500"/>
              <a:buNone/>
              <a:defRPr>
                <a:solidFill>
                  <a:schemeClr val="dk2"/>
                </a:solidFill>
              </a:defRPr>
            </a:lvl1pPr>
            <a:lvl2pPr lvl="1" rtl="0">
              <a:lnSpc>
                <a:spcPct val="115000"/>
              </a:lnSpc>
              <a:spcBef>
                <a:spcPts val="0"/>
              </a:spcBef>
              <a:spcAft>
                <a:spcPts val="0"/>
              </a:spcAft>
              <a:buClr>
                <a:schemeClr val="dk2"/>
              </a:buClr>
              <a:buSzPts val="3500"/>
              <a:buNone/>
              <a:defRPr>
                <a:solidFill>
                  <a:schemeClr val="dk2"/>
                </a:solidFill>
              </a:defRPr>
            </a:lvl2pPr>
            <a:lvl3pPr lvl="2" rtl="0">
              <a:lnSpc>
                <a:spcPct val="115000"/>
              </a:lnSpc>
              <a:spcBef>
                <a:spcPts val="0"/>
              </a:spcBef>
              <a:spcAft>
                <a:spcPts val="0"/>
              </a:spcAft>
              <a:buClr>
                <a:schemeClr val="dk2"/>
              </a:buClr>
              <a:buSzPts val="3500"/>
              <a:buNone/>
              <a:defRPr>
                <a:solidFill>
                  <a:schemeClr val="dk2"/>
                </a:solidFill>
              </a:defRPr>
            </a:lvl3pPr>
            <a:lvl4pPr lvl="3" rtl="0">
              <a:lnSpc>
                <a:spcPct val="115000"/>
              </a:lnSpc>
              <a:spcBef>
                <a:spcPts val="0"/>
              </a:spcBef>
              <a:spcAft>
                <a:spcPts val="0"/>
              </a:spcAft>
              <a:buClr>
                <a:schemeClr val="dk2"/>
              </a:buClr>
              <a:buSzPts val="3500"/>
              <a:buNone/>
              <a:defRPr>
                <a:solidFill>
                  <a:schemeClr val="dk2"/>
                </a:solidFill>
              </a:defRPr>
            </a:lvl4pPr>
            <a:lvl5pPr lvl="4" rtl="0">
              <a:lnSpc>
                <a:spcPct val="115000"/>
              </a:lnSpc>
              <a:spcBef>
                <a:spcPts val="0"/>
              </a:spcBef>
              <a:spcAft>
                <a:spcPts val="0"/>
              </a:spcAft>
              <a:buClr>
                <a:schemeClr val="dk2"/>
              </a:buClr>
              <a:buSzPts val="3500"/>
              <a:buNone/>
              <a:defRPr>
                <a:solidFill>
                  <a:schemeClr val="dk2"/>
                </a:solidFill>
              </a:defRPr>
            </a:lvl5pPr>
            <a:lvl6pPr lvl="5" rtl="0">
              <a:lnSpc>
                <a:spcPct val="115000"/>
              </a:lnSpc>
              <a:spcBef>
                <a:spcPts val="0"/>
              </a:spcBef>
              <a:spcAft>
                <a:spcPts val="0"/>
              </a:spcAft>
              <a:buClr>
                <a:schemeClr val="dk2"/>
              </a:buClr>
              <a:buSzPts val="3500"/>
              <a:buNone/>
              <a:defRPr>
                <a:solidFill>
                  <a:schemeClr val="dk2"/>
                </a:solidFill>
              </a:defRPr>
            </a:lvl6pPr>
            <a:lvl7pPr lvl="6" rtl="0">
              <a:lnSpc>
                <a:spcPct val="115000"/>
              </a:lnSpc>
              <a:spcBef>
                <a:spcPts val="0"/>
              </a:spcBef>
              <a:spcAft>
                <a:spcPts val="0"/>
              </a:spcAft>
              <a:buClr>
                <a:schemeClr val="dk2"/>
              </a:buClr>
              <a:buSzPts val="3500"/>
              <a:buNone/>
              <a:defRPr>
                <a:solidFill>
                  <a:schemeClr val="dk2"/>
                </a:solidFill>
              </a:defRPr>
            </a:lvl7pPr>
            <a:lvl8pPr lvl="7" rtl="0">
              <a:lnSpc>
                <a:spcPct val="115000"/>
              </a:lnSpc>
              <a:spcBef>
                <a:spcPts val="0"/>
              </a:spcBef>
              <a:spcAft>
                <a:spcPts val="0"/>
              </a:spcAft>
              <a:buClr>
                <a:schemeClr val="dk2"/>
              </a:buClr>
              <a:buSzPts val="3500"/>
              <a:buNone/>
              <a:defRPr>
                <a:solidFill>
                  <a:schemeClr val="dk2"/>
                </a:solidFill>
              </a:defRPr>
            </a:lvl8pPr>
            <a:lvl9pPr lvl="8" rtl="0">
              <a:lnSpc>
                <a:spcPct val="115000"/>
              </a:lnSpc>
              <a:spcBef>
                <a:spcPts val="0"/>
              </a:spcBef>
              <a:spcAft>
                <a:spcPts val="0"/>
              </a:spcAft>
              <a:buClr>
                <a:schemeClr val="dk2"/>
              </a:buClr>
              <a:buSzPts val="3500"/>
              <a:buNone/>
              <a:defRPr>
                <a:solidFill>
                  <a:schemeClr val="dk2"/>
                </a:solidFill>
              </a:defRPr>
            </a:lvl9pPr>
          </a:lstStyle>
          <a:p>
            <a:r>
              <a:rPr lang="en-US"/>
              <a:t>Click to edit Master title style</a:t>
            </a:r>
            <a:endParaRPr/>
          </a:p>
        </p:txBody>
      </p:sp>
      <p:sp>
        <p:nvSpPr>
          <p:cNvPr id="3498" name="Google Shape;3498;p7"/>
          <p:cNvSpPr>
            <a:spLocks noGrp="1"/>
          </p:cNvSpPr>
          <p:nvPr>
            <p:ph type="pic" idx="2"/>
          </p:nvPr>
        </p:nvSpPr>
        <p:spPr>
          <a:xfrm>
            <a:off x="5679299" y="1520550"/>
            <a:ext cx="2801700" cy="2801700"/>
          </a:xfrm>
          <a:prstGeom prst="ellipse">
            <a:avLst/>
          </a:prstGeom>
          <a:noFill/>
          <a:ln>
            <a:noFill/>
          </a:ln>
        </p:spPr>
      </p:sp>
      <p:sp>
        <p:nvSpPr>
          <p:cNvPr id="3499" name="Google Shape;3499;p7"/>
          <p:cNvSpPr/>
          <p:nvPr/>
        </p:nvSpPr>
        <p:spPr>
          <a:xfrm>
            <a:off x="339875" y="292862"/>
            <a:ext cx="469242" cy="493282"/>
          </a:xfrm>
          <a:custGeom>
            <a:avLst/>
            <a:gdLst/>
            <a:ahLst/>
            <a:cxnLst/>
            <a:rect l="l" t="t" r="r" b="b"/>
            <a:pathLst>
              <a:path w="16581" h="17432" extrusionOk="0">
                <a:moveTo>
                  <a:pt x="8431" y="4679"/>
                </a:moveTo>
                <a:cubicBezTo>
                  <a:pt x="9068" y="4707"/>
                  <a:pt x="9697" y="4879"/>
                  <a:pt x="10256" y="5191"/>
                </a:cubicBezTo>
                <a:cubicBezTo>
                  <a:pt x="10264" y="5191"/>
                  <a:pt x="10264" y="5198"/>
                  <a:pt x="10271" y="5198"/>
                </a:cubicBezTo>
                <a:cubicBezTo>
                  <a:pt x="10298" y="5211"/>
                  <a:pt x="10319" y="5226"/>
                  <a:pt x="10339" y="5239"/>
                </a:cubicBezTo>
                <a:cubicBezTo>
                  <a:pt x="10367" y="5253"/>
                  <a:pt x="10389" y="5267"/>
                  <a:pt x="10415" y="5281"/>
                </a:cubicBezTo>
                <a:cubicBezTo>
                  <a:pt x="10415" y="5287"/>
                  <a:pt x="10422" y="5287"/>
                  <a:pt x="10430" y="5294"/>
                </a:cubicBezTo>
                <a:cubicBezTo>
                  <a:pt x="10969" y="5632"/>
                  <a:pt x="11426" y="6097"/>
                  <a:pt x="11757" y="6643"/>
                </a:cubicBezTo>
                <a:cubicBezTo>
                  <a:pt x="11757" y="6649"/>
                  <a:pt x="11764" y="6656"/>
                  <a:pt x="11764" y="6663"/>
                </a:cubicBezTo>
                <a:cubicBezTo>
                  <a:pt x="11777" y="6684"/>
                  <a:pt x="11790" y="6704"/>
                  <a:pt x="11805" y="6732"/>
                </a:cubicBezTo>
                <a:cubicBezTo>
                  <a:pt x="11819" y="6752"/>
                  <a:pt x="11832" y="6780"/>
                  <a:pt x="11847" y="6802"/>
                </a:cubicBezTo>
                <a:cubicBezTo>
                  <a:pt x="11847" y="6808"/>
                  <a:pt x="11854" y="6815"/>
                  <a:pt x="11854" y="6822"/>
                </a:cubicBezTo>
                <a:cubicBezTo>
                  <a:pt x="12150" y="7382"/>
                  <a:pt x="12316" y="8018"/>
                  <a:pt x="12330" y="8653"/>
                </a:cubicBezTo>
                <a:lnTo>
                  <a:pt x="12330" y="8675"/>
                </a:lnTo>
                <a:cubicBezTo>
                  <a:pt x="12330" y="8701"/>
                  <a:pt x="12330" y="8723"/>
                  <a:pt x="12323" y="8751"/>
                </a:cubicBezTo>
                <a:lnTo>
                  <a:pt x="12323" y="8834"/>
                </a:lnTo>
                <a:lnTo>
                  <a:pt x="12323" y="8854"/>
                </a:lnTo>
                <a:cubicBezTo>
                  <a:pt x="12303" y="9497"/>
                  <a:pt x="12131" y="10119"/>
                  <a:pt x="11819" y="10678"/>
                </a:cubicBezTo>
                <a:cubicBezTo>
                  <a:pt x="11812" y="10685"/>
                  <a:pt x="11812" y="10692"/>
                  <a:pt x="11805" y="10700"/>
                </a:cubicBezTo>
                <a:cubicBezTo>
                  <a:pt x="11799" y="10720"/>
                  <a:pt x="11784" y="10741"/>
                  <a:pt x="11771" y="10761"/>
                </a:cubicBezTo>
                <a:cubicBezTo>
                  <a:pt x="11757" y="10790"/>
                  <a:pt x="11742" y="10809"/>
                  <a:pt x="11722" y="10838"/>
                </a:cubicBezTo>
                <a:cubicBezTo>
                  <a:pt x="11722" y="10844"/>
                  <a:pt x="11716" y="10851"/>
                  <a:pt x="11716" y="10851"/>
                </a:cubicBezTo>
                <a:cubicBezTo>
                  <a:pt x="11376" y="11397"/>
                  <a:pt x="10913" y="11853"/>
                  <a:pt x="10361" y="12178"/>
                </a:cubicBezTo>
                <a:cubicBezTo>
                  <a:pt x="10361" y="12185"/>
                  <a:pt x="10354" y="12185"/>
                  <a:pt x="10347" y="12193"/>
                </a:cubicBezTo>
                <a:cubicBezTo>
                  <a:pt x="10319" y="12206"/>
                  <a:pt x="10298" y="12219"/>
                  <a:pt x="10271" y="12234"/>
                </a:cubicBezTo>
                <a:cubicBezTo>
                  <a:pt x="10249" y="12248"/>
                  <a:pt x="10230" y="12261"/>
                  <a:pt x="10201" y="12267"/>
                </a:cubicBezTo>
                <a:cubicBezTo>
                  <a:pt x="10201" y="12276"/>
                  <a:pt x="10195" y="12276"/>
                  <a:pt x="10188" y="12282"/>
                </a:cubicBezTo>
                <a:cubicBezTo>
                  <a:pt x="9621" y="12579"/>
                  <a:pt x="8992" y="12739"/>
                  <a:pt x="8357" y="12752"/>
                </a:cubicBezTo>
                <a:lnTo>
                  <a:pt x="8150" y="12752"/>
                </a:lnTo>
                <a:cubicBezTo>
                  <a:pt x="7513" y="12724"/>
                  <a:pt x="6884" y="12551"/>
                  <a:pt x="6325" y="12241"/>
                </a:cubicBezTo>
                <a:cubicBezTo>
                  <a:pt x="6325" y="12241"/>
                  <a:pt x="6317" y="12234"/>
                  <a:pt x="6310" y="12234"/>
                </a:cubicBezTo>
                <a:cubicBezTo>
                  <a:pt x="6283" y="12219"/>
                  <a:pt x="6262" y="12206"/>
                  <a:pt x="6234" y="12193"/>
                </a:cubicBezTo>
                <a:cubicBezTo>
                  <a:pt x="6214" y="12178"/>
                  <a:pt x="6192" y="12165"/>
                  <a:pt x="6172" y="12151"/>
                </a:cubicBezTo>
                <a:cubicBezTo>
                  <a:pt x="6166" y="12143"/>
                  <a:pt x="6159" y="12143"/>
                  <a:pt x="6151" y="12136"/>
                </a:cubicBezTo>
                <a:cubicBezTo>
                  <a:pt x="5612" y="11798"/>
                  <a:pt x="5155" y="11335"/>
                  <a:pt x="4824" y="10790"/>
                </a:cubicBezTo>
                <a:cubicBezTo>
                  <a:pt x="4824" y="10783"/>
                  <a:pt x="4817" y="10775"/>
                  <a:pt x="4817" y="10768"/>
                </a:cubicBezTo>
                <a:cubicBezTo>
                  <a:pt x="4804" y="10748"/>
                  <a:pt x="4791" y="10720"/>
                  <a:pt x="4776" y="10700"/>
                </a:cubicBezTo>
                <a:cubicBezTo>
                  <a:pt x="4762" y="10672"/>
                  <a:pt x="4749" y="10650"/>
                  <a:pt x="4734" y="10630"/>
                </a:cubicBezTo>
                <a:cubicBezTo>
                  <a:pt x="4734" y="10624"/>
                  <a:pt x="4727" y="10617"/>
                  <a:pt x="4727" y="10609"/>
                </a:cubicBezTo>
                <a:cubicBezTo>
                  <a:pt x="4431" y="10050"/>
                  <a:pt x="4265" y="9421"/>
                  <a:pt x="4258" y="8777"/>
                </a:cubicBezTo>
                <a:lnTo>
                  <a:pt x="4258" y="8758"/>
                </a:lnTo>
                <a:lnTo>
                  <a:pt x="4258" y="8675"/>
                </a:lnTo>
                <a:lnTo>
                  <a:pt x="4258" y="8598"/>
                </a:lnTo>
                <a:lnTo>
                  <a:pt x="4258" y="8577"/>
                </a:lnTo>
                <a:cubicBezTo>
                  <a:pt x="4278" y="7935"/>
                  <a:pt x="4450" y="7313"/>
                  <a:pt x="4762" y="6752"/>
                </a:cubicBezTo>
                <a:cubicBezTo>
                  <a:pt x="4769" y="6745"/>
                  <a:pt x="4769" y="6739"/>
                  <a:pt x="4776" y="6732"/>
                </a:cubicBezTo>
                <a:cubicBezTo>
                  <a:pt x="4791" y="6711"/>
                  <a:pt x="4804" y="6684"/>
                  <a:pt x="4817" y="6663"/>
                </a:cubicBezTo>
                <a:cubicBezTo>
                  <a:pt x="4832" y="6636"/>
                  <a:pt x="4845" y="6614"/>
                  <a:pt x="4859" y="6594"/>
                </a:cubicBezTo>
                <a:cubicBezTo>
                  <a:pt x="4859" y="6586"/>
                  <a:pt x="4865" y="6586"/>
                  <a:pt x="4865" y="6580"/>
                </a:cubicBezTo>
                <a:cubicBezTo>
                  <a:pt x="5205" y="6034"/>
                  <a:pt x="5675" y="5578"/>
                  <a:pt x="6220" y="5253"/>
                </a:cubicBezTo>
                <a:cubicBezTo>
                  <a:pt x="6227" y="5246"/>
                  <a:pt x="6227" y="5246"/>
                  <a:pt x="6234" y="5239"/>
                </a:cubicBezTo>
                <a:cubicBezTo>
                  <a:pt x="6255" y="5226"/>
                  <a:pt x="6283" y="5218"/>
                  <a:pt x="6303" y="5204"/>
                </a:cubicBezTo>
                <a:cubicBezTo>
                  <a:pt x="6332" y="5191"/>
                  <a:pt x="6351" y="5176"/>
                  <a:pt x="6380" y="5163"/>
                </a:cubicBezTo>
                <a:cubicBezTo>
                  <a:pt x="6386" y="5156"/>
                  <a:pt x="6386" y="5156"/>
                  <a:pt x="6393" y="5150"/>
                </a:cubicBezTo>
                <a:cubicBezTo>
                  <a:pt x="6960" y="4853"/>
                  <a:pt x="7589" y="4694"/>
                  <a:pt x="8232" y="4679"/>
                </a:cubicBezTo>
                <a:close/>
                <a:moveTo>
                  <a:pt x="6932" y="1"/>
                </a:moveTo>
                <a:lnTo>
                  <a:pt x="6317" y="2544"/>
                </a:lnTo>
                <a:cubicBezTo>
                  <a:pt x="6096" y="2613"/>
                  <a:pt x="5889" y="2688"/>
                  <a:pt x="5681" y="2779"/>
                </a:cubicBezTo>
                <a:cubicBezTo>
                  <a:pt x="5537" y="2841"/>
                  <a:pt x="5398" y="2910"/>
                  <a:pt x="5253" y="2987"/>
                </a:cubicBezTo>
                <a:cubicBezTo>
                  <a:pt x="5247" y="2993"/>
                  <a:pt x="5238" y="3000"/>
                  <a:pt x="5225" y="3000"/>
                </a:cubicBezTo>
                <a:cubicBezTo>
                  <a:pt x="5218" y="3007"/>
                  <a:pt x="5218" y="3007"/>
                  <a:pt x="5212" y="3013"/>
                </a:cubicBezTo>
                <a:cubicBezTo>
                  <a:pt x="5170" y="3035"/>
                  <a:pt x="5136" y="3048"/>
                  <a:pt x="5101" y="3070"/>
                </a:cubicBezTo>
                <a:cubicBezTo>
                  <a:pt x="5101" y="3076"/>
                  <a:pt x="5094" y="3076"/>
                  <a:pt x="5087" y="3076"/>
                </a:cubicBezTo>
                <a:cubicBezTo>
                  <a:pt x="5059" y="3096"/>
                  <a:pt x="5031" y="3111"/>
                  <a:pt x="4998" y="3131"/>
                </a:cubicBezTo>
                <a:cubicBezTo>
                  <a:pt x="4990" y="3131"/>
                  <a:pt x="4990" y="3138"/>
                  <a:pt x="4983" y="3144"/>
                </a:cubicBezTo>
                <a:cubicBezTo>
                  <a:pt x="4928" y="3172"/>
                  <a:pt x="4873" y="3207"/>
                  <a:pt x="4817" y="3242"/>
                </a:cubicBezTo>
                <a:cubicBezTo>
                  <a:pt x="4776" y="3269"/>
                  <a:pt x="4734" y="3297"/>
                  <a:pt x="4686" y="3325"/>
                </a:cubicBezTo>
                <a:cubicBezTo>
                  <a:pt x="4459" y="3476"/>
                  <a:pt x="4236" y="3650"/>
                  <a:pt x="4023" y="3836"/>
                </a:cubicBezTo>
                <a:lnTo>
                  <a:pt x="1528" y="3048"/>
                </a:lnTo>
                <a:lnTo>
                  <a:pt x="63" y="5536"/>
                </a:lnTo>
                <a:lnTo>
                  <a:pt x="1956" y="7341"/>
                </a:lnTo>
                <a:cubicBezTo>
                  <a:pt x="1921" y="7507"/>
                  <a:pt x="1888" y="7673"/>
                  <a:pt x="1866" y="7830"/>
                </a:cubicBezTo>
                <a:cubicBezTo>
                  <a:pt x="1859" y="7893"/>
                  <a:pt x="1853" y="7948"/>
                  <a:pt x="1846" y="8011"/>
                </a:cubicBezTo>
                <a:cubicBezTo>
                  <a:pt x="1831" y="8107"/>
                  <a:pt x="1825" y="8212"/>
                  <a:pt x="1818" y="8315"/>
                </a:cubicBezTo>
                <a:lnTo>
                  <a:pt x="1818" y="8328"/>
                </a:lnTo>
                <a:cubicBezTo>
                  <a:pt x="1818" y="8391"/>
                  <a:pt x="1811" y="8452"/>
                  <a:pt x="1811" y="8509"/>
                </a:cubicBezTo>
                <a:lnTo>
                  <a:pt x="1811" y="8535"/>
                </a:lnTo>
                <a:lnTo>
                  <a:pt x="1811" y="8633"/>
                </a:lnTo>
                <a:lnTo>
                  <a:pt x="1811" y="8653"/>
                </a:lnTo>
                <a:lnTo>
                  <a:pt x="1811" y="8771"/>
                </a:lnTo>
                <a:lnTo>
                  <a:pt x="1811" y="8799"/>
                </a:lnTo>
                <a:cubicBezTo>
                  <a:pt x="1811" y="9185"/>
                  <a:pt x="1853" y="9580"/>
                  <a:pt x="1929" y="9967"/>
                </a:cubicBezTo>
                <a:lnTo>
                  <a:pt x="0" y="11743"/>
                </a:lnTo>
                <a:lnTo>
                  <a:pt x="1423" y="14251"/>
                </a:lnTo>
                <a:lnTo>
                  <a:pt x="3933" y="13512"/>
                </a:lnTo>
                <a:cubicBezTo>
                  <a:pt x="4140" y="13706"/>
                  <a:pt x="4354" y="13878"/>
                  <a:pt x="4583" y="14037"/>
                </a:cubicBezTo>
                <a:cubicBezTo>
                  <a:pt x="4673" y="14092"/>
                  <a:pt x="4756" y="14155"/>
                  <a:pt x="4845" y="14210"/>
                </a:cubicBezTo>
                <a:cubicBezTo>
                  <a:pt x="4852" y="14217"/>
                  <a:pt x="4865" y="14217"/>
                  <a:pt x="4873" y="14225"/>
                </a:cubicBezTo>
                <a:cubicBezTo>
                  <a:pt x="4880" y="14231"/>
                  <a:pt x="4887" y="14231"/>
                  <a:pt x="4893" y="14238"/>
                </a:cubicBezTo>
                <a:cubicBezTo>
                  <a:pt x="4928" y="14258"/>
                  <a:pt x="4963" y="14280"/>
                  <a:pt x="4998" y="14299"/>
                </a:cubicBezTo>
                <a:cubicBezTo>
                  <a:pt x="5031" y="14321"/>
                  <a:pt x="5066" y="14341"/>
                  <a:pt x="5101" y="14362"/>
                </a:cubicBezTo>
                <a:cubicBezTo>
                  <a:pt x="5107" y="14362"/>
                  <a:pt x="5114" y="14369"/>
                  <a:pt x="5122" y="14369"/>
                </a:cubicBezTo>
                <a:cubicBezTo>
                  <a:pt x="5129" y="14376"/>
                  <a:pt x="5136" y="14382"/>
                  <a:pt x="5149" y="14382"/>
                </a:cubicBezTo>
                <a:cubicBezTo>
                  <a:pt x="5280" y="14459"/>
                  <a:pt x="5426" y="14535"/>
                  <a:pt x="5563" y="14598"/>
                </a:cubicBezTo>
                <a:cubicBezTo>
                  <a:pt x="5771" y="14694"/>
                  <a:pt x="5978" y="14777"/>
                  <a:pt x="6192" y="14853"/>
                </a:cubicBezTo>
                <a:lnTo>
                  <a:pt x="6766" y="17403"/>
                </a:lnTo>
                <a:lnTo>
                  <a:pt x="9649" y="17431"/>
                </a:lnTo>
                <a:lnTo>
                  <a:pt x="10271" y="14888"/>
                </a:lnTo>
                <a:cubicBezTo>
                  <a:pt x="10485" y="14819"/>
                  <a:pt x="10692" y="14742"/>
                  <a:pt x="10900" y="14653"/>
                </a:cubicBezTo>
                <a:cubicBezTo>
                  <a:pt x="11044" y="14590"/>
                  <a:pt x="11190" y="14522"/>
                  <a:pt x="11328" y="14445"/>
                </a:cubicBezTo>
                <a:cubicBezTo>
                  <a:pt x="11334" y="14439"/>
                  <a:pt x="11343" y="14439"/>
                  <a:pt x="11356" y="14432"/>
                </a:cubicBezTo>
                <a:cubicBezTo>
                  <a:pt x="11363" y="14424"/>
                  <a:pt x="11369" y="14424"/>
                  <a:pt x="11369" y="14417"/>
                </a:cubicBezTo>
                <a:cubicBezTo>
                  <a:pt x="11411" y="14404"/>
                  <a:pt x="11445" y="14382"/>
                  <a:pt x="11480" y="14362"/>
                </a:cubicBezTo>
                <a:cubicBezTo>
                  <a:pt x="11480" y="14356"/>
                  <a:pt x="11487" y="14356"/>
                  <a:pt x="11494" y="14356"/>
                </a:cubicBezTo>
                <a:cubicBezTo>
                  <a:pt x="11522" y="14334"/>
                  <a:pt x="11550" y="14321"/>
                  <a:pt x="11583" y="14299"/>
                </a:cubicBezTo>
                <a:cubicBezTo>
                  <a:pt x="11591" y="14299"/>
                  <a:pt x="11598" y="14293"/>
                  <a:pt x="11605" y="14293"/>
                </a:cubicBezTo>
                <a:cubicBezTo>
                  <a:pt x="11936" y="14092"/>
                  <a:pt x="12262" y="13858"/>
                  <a:pt x="12558" y="13603"/>
                </a:cubicBezTo>
                <a:lnTo>
                  <a:pt x="15053" y="14382"/>
                </a:lnTo>
                <a:lnTo>
                  <a:pt x="16518" y="11903"/>
                </a:lnTo>
                <a:lnTo>
                  <a:pt x="14625" y="10091"/>
                </a:lnTo>
                <a:cubicBezTo>
                  <a:pt x="14652" y="9973"/>
                  <a:pt x="14673" y="9856"/>
                  <a:pt x="14693" y="9738"/>
                </a:cubicBezTo>
                <a:cubicBezTo>
                  <a:pt x="14708" y="9628"/>
                  <a:pt x="14722" y="9524"/>
                  <a:pt x="14735" y="9421"/>
                </a:cubicBezTo>
                <a:cubicBezTo>
                  <a:pt x="14743" y="9373"/>
                  <a:pt x="14750" y="9317"/>
                  <a:pt x="14750" y="9268"/>
                </a:cubicBezTo>
                <a:cubicBezTo>
                  <a:pt x="14763" y="9166"/>
                  <a:pt x="14763" y="9054"/>
                  <a:pt x="14770" y="8950"/>
                </a:cubicBezTo>
                <a:lnTo>
                  <a:pt x="14770" y="8923"/>
                </a:lnTo>
                <a:lnTo>
                  <a:pt x="14770" y="8895"/>
                </a:lnTo>
                <a:cubicBezTo>
                  <a:pt x="14770" y="8860"/>
                  <a:pt x="14776" y="8819"/>
                  <a:pt x="14776" y="8777"/>
                </a:cubicBezTo>
                <a:lnTo>
                  <a:pt x="14776" y="8660"/>
                </a:lnTo>
                <a:lnTo>
                  <a:pt x="14776" y="8633"/>
                </a:lnTo>
                <a:cubicBezTo>
                  <a:pt x="14770" y="8245"/>
                  <a:pt x="14728" y="7852"/>
                  <a:pt x="14652" y="7465"/>
                </a:cubicBezTo>
                <a:lnTo>
                  <a:pt x="16581" y="5695"/>
                </a:lnTo>
                <a:lnTo>
                  <a:pt x="15164" y="3179"/>
                </a:lnTo>
                <a:lnTo>
                  <a:pt x="12648" y="3919"/>
                </a:lnTo>
                <a:cubicBezTo>
                  <a:pt x="12558" y="3836"/>
                  <a:pt x="12469" y="3753"/>
                  <a:pt x="12379" y="3677"/>
                </a:cubicBezTo>
                <a:cubicBezTo>
                  <a:pt x="12296" y="3615"/>
                  <a:pt x="12213" y="3552"/>
                  <a:pt x="12122" y="3491"/>
                </a:cubicBezTo>
                <a:cubicBezTo>
                  <a:pt x="12081" y="3456"/>
                  <a:pt x="12039" y="3428"/>
                  <a:pt x="11998" y="3393"/>
                </a:cubicBezTo>
                <a:cubicBezTo>
                  <a:pt x="11908" y="3338"/>
                  <a:pt x="11825" y="3277"/>
                  <a:pt x="11736" y="3221"/>
                </a:cubicBezTo>
                <a:cubicBezTo>
                  <a:pt x="11729" y="3214"/>
                  <a:pt x="11716" y="3214"/>
                  <a:pt x="11708" y="3207"/>
                </a:cubicBezTo>
                <a:cubicBezTo>
                  <a:pt x="11701" y="3201"/>
                  <a:pt x="11694" y="3201"/>
                  <a:pt x="11688" y="3194"/>
                </a:cubicBezTo>
                <a:cubicBezTo>
                  <a:pt x="11653" y="3172"/>
                  <a:pt x="11618" y="3153"/>
                  <a:pt x="11583" y="3131"/>
                </a:cubicBezTo>
                <a:cubicBezTo>
                  <a:pt x="11550" y="3111"/>
                  <a:pt x="11515" y="3090"/>
                  <a:pt x="11480" y="3076"/>
                </a:cubicBezTo>
                <a:cubicBezTo>
                  <a:pt x="11474" y="3070"/>
                  <a:pt x="11467" y="3070"/>
                  <a:pt x="11467" y="3061"/>
                </a:cubicBezTo>
                <a:cubicBezTo>
                  <a:pt x="11452" y="3055"/>
                  <a:pt x="11445" y="3048"/>
                  <a:pt x="11439" y="3048"/>
                </a:cubicBezTo>
                <a:cubicBezTo>
                  <a:pt x="11301" y="2972"/>
                  <a:pt x="11155" y="2895"/>
                  <a:pt x="11018" y="2834"/>
                </a:cubicBezTo>
                <a:cubicBezTo>
                  <a:pt x="10810" y="2738"/>
                  <a:pt x="10603" y="2655"/>
                  <a:pt x="10389" y="2579"/>
                </a:cubicBezTo>
                <a:lnTo>
                  <a:pt x="9815" y="27"/>
                </a:lnTo>
                <a:lnTo>
                  <a:pt x="69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928456143"/>
      </p:ext>
    </p:extLst>
  </p:cSld>
  <p:clrMapOvr>
    <a:masterClrMapping/>
  </p:clrMapOvr>
  <p:hf sldNum="0" hdr="0" ftr="0" dt="0"/>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500"/>
        <p:cNvGrpSpPr/>
        <p:nvPr/>
      </p:nvGrpSpPr>
      <p:grpSpPr>
        <a:xfrm>
          <a:off x="0" y="0"/>
          <a:ext cx="0" cy="0"/>
          <a:chOff x="0" y="0"/>
          <a:chExt cx="0" cy="0"/>
        </a:xfrm>
      </p:grpSpPr>
      <p:grpSp>
        <p:nvGrpSpPr>
          <p:cNvPr id="3501" name="Google Shape;3501;p8"/>
          <p:cNvGrpSpPr/>
          <p:nvPr/>
        </p:nvGrpSpPr>
        <p:grpSpPr>
          <a:xfrm rot="5400000">
            <a:off x="1416205" y="-2099758"/>
            <a:ext cx="6311597" cy="9467556"/>
            <a:chOff x="635875" y="1065050"/>
            <a:chExt cx="2940550" cy="4410900"/>
          </a:xfrm>
        </p:grpSpPr>
        <p:sp>
          <p:nvSpPr>
            <p:cNvPr id="3502" name="Google Shape;3502;p8"/>
            <p:cNvSpPr/>
            <p:nvPr/>
          </p:nvSpPr>
          <p:spPr>
            <a:xfrm>
              <a:off x="676400" y="11059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8"/>
            <p:cNvSpPr/>
            <p:nvPr/>
          </p:nvSpPr>
          <p:spPr>
            <a:xfrm>
              <a:off x="768325" y="1105900"/>
              <a:ext cx="12400" cy="12600"/>
            </a:xfrm>
            <a:custGeom>
              <a:avLst/>
              <a:gdLst/>
              <a:ahLst/>
              <a:cxnLst/>
              <a:rect l="l" t="t" r="r" b="b"/>
              <a:pathLst>
                <a:path w="496" h="504"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8"/>
            <p:cNvSpPr/>
            <p:nvPr/>
          </p:nvSpPr>
          <p:spPr>
            <a:xfrm>
              <a:off x="860125" y="1105900"/>
              <a:ext cx="12525" cy="12600"/>
            </a:xfrm>
            <a:custGeom>
              <a:avLst/>
              <a:gdLst/>
              <a:ahLst/>
              <a:cxnLst/>
              <a:rect l="l" t="t" r="r" b="b"/>
              <a:pathLst>
                <a:path w="501" h="504"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8"/>
            <p:cNvSpPr/>
            <p:nvPr/>
          </p:nvSpPr>
          <p:spPr>
            <a:xfrm>
              <a:off x="951850" y="11059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8"/>
            <p:cNvSpPr/>
            <p:nvPr/>
          </p:nvSpPr>
          <p:spPr>
            <a:xfrm>
              <a:off x="1043825" y="110590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8"/>
            <p:cNvSpPr/>
            <p:nvPr/>
          </p:nvSpPr>
          <p:spPr>
            <a:xfrm>
              <a:off x="1135575" y="110590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8"/>
            <p:cNvSpPr/>
            <p:nvPr/>
          </p:nvSpPr>
          <p:spPr>
            <a:xfrm>
              <a:off x="1227500" y="1105900"/>
              <a:ext cx="12400" cy="12600"/>
            </a:xfrm>
            <a:custGeom>
              <a:avLst/>
              <a:gdLst/>
              <a:ahLst/>
              <a:cxnLst/>
              <a:rect l="l" t="t" r="r" b="b"/>
              <a:pathLst>
                <a:path w="496" h="504"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8"/>
            <p:cNvSpPr/>
            <p:nvPr/>
          </p:nvSpPr>
          <p:spPr>
            <a:xfrm>
              <a:off x="1319275" y="110590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8"/>
            <p:cNvSpPr/>
            <p:nvPr/>
          </p:nvSpPr>
          <p:spPr>
            <a:xfrm>
              <a:off x="1411200" y="1105900"/>
              <a:ext cx="12425" cy="12600"/>
            </a:xfrm>
            <a:custGeom>
              <a:avLst/>
              <a:gdLst/>
              <a:ahLst/>
              <a:cxnLst/>
              <a:rect l="l" t="t" r="r" b="b"/>
              <a:pathLst>
                <a:path w="497" h="504"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8"/>
            <p:cNvSpPr/>
            <p:nvPr/>
          </p:nvSpPr>
          <p:spPr>
            <a:xfrm>
              <a:off x="1503000" y="1105900"/>
              <a:ext cx="12525" cy="12600"/>
            </a:xfrm>
            <a:custGeom>
              <a:avLst/>
              <a:gdLst/>
              <a:ahLst/>
              <a:cxnLst/>
              <a:rect l="l" t="t" r="r" b="b"/>
              <a:pathLst>
                <a:path w="501" h="504"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8"/>
            <p:cNvSpPr/>
            <p:nvPr/>
          </p:nvSpPr>
          <p:spPr>
            <a:xfrm>
              <a:off x="1594750" y="110590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8"/>
            <p:cNvSpPr/>
            <p:nvPr/>
          </p:nvSpPr>
          <p:spPr>
            <a:xfrm>
              <a:off x="1686650" y="11059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8"/>
            <p:cNvSpPr/>
            <p:nvPr/>
          </p:nvSpPr>
          <p:spPr>
            <a:xfrm>
              <a:off x="1778450" y="110590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8"/>
            <p:cNvSpPr/>
            <p:nvPr/>
          </p:nvSpPr>
          <p:spPr>
            <a:xfrm>
              <a:off x="1870375" y="1105900"/>
              <a:ext cx="12400" cy="12600"/>
            </a:xfrm>
            <a:custGeom>
              <a:avLst/>
              <a:gdLst/>
              <a:ahLst/>
              <a:cxnLst/>
              <a:rect l="l" t="t" r="r" b="b"/>
              <a:pathLst>
                <a:path w="496" h="504"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8"/>
            <p:cNvSpPr/>
            <p:nvPr/>
          </p:nvSpPr>
          <p:spPr>
            <a:xfrm>
              <a:off x="1962150" y="110590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8"/>
            <p:cNvSpPr/>
            <p:nvPr/>
          </p:nvSpPr>
          <p:spPr>
            <a:xfrm>
              <a:off x="2054075" y="1105900"/>
              <a:ext cx="12425" cy="12600"/>
            </a:xfrm>
            <a:custGeom>
              <a:avLst/>
              <a:gdLst/>
              <a:ahLst/>
              <a:cxnLst/>
              <a:rect l="l" t="t" r="r" b="b"/>
              <a:pathLst>
                <a:path w="497" h="504"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8"/>
            <p:cNvSpPr/>
            <p:nvPr/>
          </p:nvSpPr>
          <p:spPr>
            <a:xfrm>
              <a:off x="2145825" y="11059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8"/>
            <p:cNvSpPr/>
            <p:nvPr/>
          </p:nvSpPr>
          <p:spPr>
            <a:xfrm>
              <a:off x="2237800" y="1105900"/>
              <a:ext cx="12350" cy="12600"/>
            </a:xfrm>
            <a:custGeom>
              <a:avLst/>
              <a:gdLst/>
              <a:ahLst/>
              <a:cxnLst/>
              <a:rect l="l" t="t" r="r" b="b"/>
              <a:pathLst>
                <a:path w="494" h="504"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8"/>
            <p:cNvSpPr/>
            <p:nvPr/>
          </p:nvSpPr>
          <p:spPr>
            <a:xfrm>
              <a:off x="2329550" y="110590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8"/>
            <p:cNvSpPr/>
            <p:nvPr/>
          </p:nvSpPr>
          <p:spPr>
            <a:xfrm>
              <a:off x="2421325" y="110590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8"/>
            <p:cNvSpPr/>
            <p:nvPr/>
          </p:nvSpPr>
          <p:spPr>
            <a:xfrm>
              <a:off x="2513250" y="1105900"/>
              <a:ext cx="12575" cy="12600"/>
            </a:xfrm>
            <a:custGeom>
              <a:avLst/>
              <a:gdLst/>
              <a:ahLst/>
              <a:cxnLst/>
              <a:rect l="l" t="t" r="r" b="b"/>
              <a:pathLst>
                <a:path w="503" h="504"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8"/>
            <p:cNvSpPr/>
            <p:nvPr/>
          </p:nvSpPr>
          <p:spPr>
            <a:xfrm>
              <a:off x="2605000" y="110590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8"/>
            <p:cNvSpPr/>
            <p:nvPr/>
          </p:nvSpPr>
          <p:spPr>
            <a:xfrm>
              <a:off x="2696950" y="1105900"/>
              <a:ext cx="12375" cy="12600"/>
            </a:xfrm>
            <a:custGeom>
              <a:avLst/>
              <a:gdLst/>
              <a:ahLst/>
              <a:cxnLst/>
              <a:rect l="l" t="t" r="r" b="b"/>
              <a:pathLst>
                <a:path w="495" h="504"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8"/>
            <p:cNvSpPr/>
            <p:nvPr/>
          </p:nvSpPr>
          <p:spPr>
            <a:xfrm>
              <a:off x="2788700" y="11059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8"/>
            <p:cNvSpPr/>
            <p:nvPr/>
          </p:nvSpPr>
          <p:spPr>
            <a:xfrm>
              <a:off x="2880675" y="1105900"/>
              <a:ext cx="12375" cy="12600"/>
            </a:xfrm>
            <a:custGeom>
              <a:avLst/>
              <a:gdLst/>
              <a:ahLst/>
              <a:cxnLst/>
              <a:rect l="l" t="t" r="r" b="b"/>
              <a:pathLst>
                <a:path w="495" h="504"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8"/>
            <p:cNvSpPr/>
            <p:nvPr/>
          </p:nvSpPr>
          <p:spPr>
            <a:xfrm>
              <a:off x="2972425" y="110590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8"/>
            <p:cNvSpPr/>
            <p:nvPr/>
          </p:nvSpPr>
          <p:spPr>
            <a:xfrm>
              <a:off x="3064375" y="1105900"/>
              <a:ext cx="12375" cy="12600"/>
            </a:xfrm>
            <a:custGeom>
              <a:avLst/>
              <a:gdLst/>
              <a:ahLst/>
              <a:cxnLst/>
              <a:rect l="l" t="t" r="r" b="b"/>
              <a:pathLst>
                <a:path w="495" h="504"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8"/>
            <p:cNvSpPr/>
            <p:nvPr/>
          </p:nvSpPr>
          <p:spPr>
            <a:xfrm>
              <a:off x="3156125" y="11059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8"/>
            <p:cNvSpPr/>
            <p:nvPr/>
          </p:nvSpPr>
          <p:spPr>
            <a:xfrm>
              <a:off x="3247875" y="1105900"/>
              <a:ext cx="12575" cy="12600"/>
            </a:xfrm>
            <a:custGeom>
              <a:avLst/>
              <a:gdLst/>
              <a:ahLst/>
              <a:cxnLst/>
              <a:rect l="l" t="t" r="r" b="b"/>
              <a:pathLst>
                <a:path w="503"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8"/>
            <p:cNvSpPr/>
            <p:nvPr/>
          </p:nvSpPr>
          <p:spPr>
            <a:xfrm>
              <a:off x="3339850" y="1105900"/>
              <a:ext cx="12525" cy="12600"/>
            </a:xfrm>
            <a:custGeom>
              <a:avLst/>
              <a:gdLst/>
              <a:ahLst/>
              <a:cxnLst/>
              <a:rect l="l" t="t" r="r" b="b"/>
              <a:pathLst>
                <a:path w="501" h="504"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8"/>
            <p:cNvSpPr/>
            <p:nvPr/>
          </p:nvSpPr>
          <p:spPr>
            <a:xfrm>
              <a:off x="3431575" y="11059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8"/>
            <p:cNvSpPr/>
            <p:nvPr/>
          </p:nvSpPr>
          <p:spPr>
            <a:xfrm>
              <a:off x="3523550" y="110590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8"/>
            <p:cNvSpPr/>
            <p:nvPr/>
          </p:nvSpPr>
          <p:spPr>
            <a:xfrm>
              <a:off x="676400" y="1197875"/>
              <a:ext cx="12600" cy="12375"/>
            </a:xfrm>
            <a:custGeom>
              <a:avLst/>
              <a:gdLst/>
              <a:ahLst/>
              <a:cxnLst/>
              <a:rect l="l" t="t" r="r" b="b"/>
              <a:pathLst>
                <a:path w="504" h="495" extrusionOk="0">
                  <a:moveTo>
                    <a:pt x="252" y="0"/>
                  </a:moveTo>
                  <a:cubicBezTo>
                    <a:pt x="116" y="0"/>
                    <a:pt x="1" y="107"/>
                    <a:pt x="1" y="243"/>
                  </a:cubicBezTo>
                  <a:cubicBezTo>
                    <a:pt x="1" y="388"/>
                    <a:pt x="116" y="494"/>
                    <a:pt x="252" y="494"/>
                  </a:cubicBezTo>
                  <a:cubicBezTo>
                    <a:pt x="388" y="494"/>
                    <a:pt x="503" y="388"/>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8"/>
            <p:cNvSpPr/>
            <p:nvPr/>
          </p:nvSpPr>
          <p:spPr>
            <a:xfrm>
              <a:off x="768325" y="1197875"/>
              <a:ext cx="12400" cy="12375"/>
            </a:xfrm>
            <a:custGeom>
              <a:avLst/>
              <a:gdLst/>
              <a:ahLst/>
              <a:cxnLst/>
              <a:rect l="l" t="t" r="r" b="b"/>
              <a:pathLst>
                <a:path w="496" h="495" extrusionOk="0">
                  <a:moveTo>
                    <a:pt x="245" y="0"/>
                  </a:moveTo>
                  <a:cubicBezTo>
                    <a:pt x="109" y="0"/>
                    <a:pt x="0" y="107"/>
                    <a:pt x="0" y="243"/>
                  </a:cubicBezTo>
                  <a:cubicBezTo>
                    <a:pt x="0" y="388"/>
                    <a:pt x="109" y="494"/>
                    <a:pt x="245" y="494"/>
                  </a:cubicBezTo>
                  <a:cubicBezTo>
                    <a:pt x="388" y="494"/>
                    <a:pt x="496" y="388"/>
                    <a:pt x="496" y="243"/>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8"/>
            <p:cNvSpPr/>
            <p:nvPr/>
          </p:nvSpPr>
          <p:spPr>
            <a:xfrm>
              <a:off x="860125" y="1197875"/>
              <a:ext cx="12525" cy="12375"/>
            </a:xfrm>
            <a:custGeom>
              <a:avLst/>
              <a:gdLst/>
              <a:ahLst/>
              <a:cxnLst/>
              <a:rect l="l" t="t" r="r" b="b"/>
              <a:pathLst>
                <a:path w="501" h="495" extrusionOk="0">
                  <a:moveTo>
                    <a:pt x="251" y="0"/>
                  </a:moveTo>
                  <a:cubicBezTo>
                    <a:pt x="114" y="0"/>
                    <a:pt x="0" y="107"/>
                    <a:pt x="0" y="243"/>
                  </a:cubicBezTo>
                  <a:cubicBezTo>
                    <a:pt x="0" y="388"/>
                    <a:pt x="114" y="494"/>
                    <a:pt x="251" y="494"/>
                  </a:cubicBezTo>
                  <a:cubicBezTo>
                    <a:pt x="387" y="494"/>
                    <a:pt x="501" y="388"/>
                    <a:pt x="501" y="243"/>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8"/>
            <p:cNvSpPr/>
            <p:nvPr/>
          </p:nvSpPr>
          <p:spPr>
            <a:xfrm>
              <a:off x="951850" y="1197875"/>
              <a:ext cx="12600" cy="12375"/>
            </a:xfrm>
            <a:custGeom>
              <a:avLst/>
              <a:gdLst/>
              <a:ahLst/>
              <a:cxnLst/>
              <a:rect l="l" t="t" r="r" b="b"/>
              <a:pathLst>
                <a:path w="504" h="495" extrusionOk="0">
                  <a:moveTo>
                    <a:pt x="252" y="0"/>
                  </a:moveTo>
                  <a:cubicBezTo>
                    <a:pt x="116" y="0"/>
                    <a:pt x="1" y="107"/>
                    <a:pt x="1" y="243"/>
                  </a:cubicBezTo>
                  <a:cubicBezTo>
                    <a:pt x="1" y="388"/>
                    <a:pt x="116" y="494"/>
                    <a:pt x="252" y="494"/>
                  </a:cubicBezTo>
                  <a:cubicBezTo>
                    <a:pt x="388" y="494"/>
                    <a:pt x="503" y="388"/>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8"/>
            <p:cNvSpPr/>
            <p:nvPr/>
          </p:nvSpPr>
          <p:spPr>
            <a:xfrm>
              <a:off x="1043825" y="1197875"/>
              <a:ext cx="12375" cy="12375"/>
            </a:xfrm>
            <a:custGeom>
              <a:avLst/>
              <a:gdLst/>
              <a:ahLst/>
              <a:cxnLst/>
              <a:rect l="l" t="t" r="r" b="b"/>
              <a:pathLst>
                <a:path w="495" h="495" extrusionOk="0">
                  <a:moveTo>
                    <a:pt x="250" y="0"/>
                  </a:moveTo>
                  <a:cubicBezTo>
                    <a:pt x="107" y="0"/>
                    <a:pt x="0" y="107"/>
                    <a:pt x="0" y="243"/>
                  </a:cubicBezTo>
                  <a:cubicBezTo>
                    <a:pt x="0" y="388"/>
                    <a:pt x="107" y="494"/>
                    <a:pt x="250" y="494"/>
                  </a:cubicBezTo>
                  <a:cubicBezTo>
                    <a:pt x="388" y="494"/>
                    <a:pt x="494" y="388"/>
                    <a:pt x="494" y="243"/>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8"/>
            <p:cNvSpPr/>
            <p:nvPr/>
          </p:nvSpPr>
          <p:spPr>
            <a:xfrm>
              <a:off x="1135575" y="1197875"/>
              <a:ext cx="12575" cy="12375"/>
            </a:xfrm>
            <a:custGeom>
              <a:avLst/>
              <a:gdLst/>
              <a:ahLst/>
              <a:cxnLst/>
              <a:rect l="l" t="t" r="r" b="b"/>
              <a:pathLst>
                <a:path w="503" h="495" extrusionOk="0">
                  <a:moveTo>
                    <a:pt x="252" y="0"/>
                  </a:moveTo>
                  <a:cubicBezTo>
                    <a:pt x="116" y="0"/>
                    <a:pt x="0" y="107"/>
                    <a:pt x="0" y="243"/>
                  </a:cubicBezTo>
                  <a:cubicBezTo>
                    <a:pt x="0" y="388"/>
                    <a:pt x="116" y="494"/>
                    <a:pt x="252" y="494"/>
                  </a:cubicBezTo>
                  <a:cubicBezTo>
                    <a:pt x="387" y="494"/>
                    <a:pt x="503" y="388"/>
                    <a:pt x="503" y="243"/>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8"/>
            <p:cNvSpPr/>
            <p:nvPr/>
          </p:nvSpPr>
          <p:spPr>
            <a:xfrm>
              <a:off x="1227500" y="1197875"/>
              <a:ext cx="12400" cy="12375"/>
            </a:xfrm>
            <a:custGeom>
              <a:avLst/>
              <a:gdLst/>
              <a:ahLst/>
              <a:cxnLst/>
              <a:rect l="l" t="t" r="r" b="b"/>
              <a:pathLst>
                <a:path w="496" h="495" extrusionOk="0">
                  <a:moveTo>
                    <a:pt x="251" y="0"/>
                  </a:moveTo>
                  <a:cubicBezTo>
                    <a:pt x="109" y="0"/>
                    <a:pt x="0" y="107"/>
                    <a:pt x="0" y="243"/>
                  </a:cubicBezTo>
                  <a:cubicBezTo>
                    <a:pt x="0" y="388"/>
                    <a:pt x="109" y="494"/>
                    <a:pt x="251" y="494"/>
                  </a:cubicBezTo>
                  <a:cubicBezTo>
                    <a:pt x="387" y="494"/>
                    <a:pt x="496" y="388"/>
                    <a:pt x="496" y="243"/>
                  </a:cubicBezTo>
                  <a:cubicBezTo>
                    <a:pt x="496"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8"/>
            <p:cNvSpPr/>
            <p:nvPr/>
          </p:nvSpPr>
          <p:spPr>
            <a:xfrm>
              <a:off x="1319275" y="1197875"/>
              <a:ext cx="12550" cy="12375"/>
            </a:xfrm>
            <a:custGeom>
              <a:avLst/>
              <a:gdLst/>
              <a:ahLst/>
              <a:cxnLst/>
              <a:rect l="l" t="t" r="r" b="b"/>
              <a:pathLst>
                <a:path w="502" h="495" extrusionOk="0">
                  <a:moveTo>
                    <a:pt x="252" y="0"/>
                  </a:moveTo>
                  <a:cubicBezTo>
                    <a:pt x="114" y="0"/>
                    <a:pt x="1" y="107"/>
                    <a:pt x="1" y="243"/>
                  </a:cubicBezTo>
                  <a:cubicBezTo>
                    <a:pt x="1" y="388"/>
                    <a:pt x="114" y="494"/>
                    <a:pt x="252" y="494"/>
                  </a:cubicBezTo>
                  <a:cubicBezTo>
                    <a:pt x="388" y="494"/>
                    <a:pt x="501" y="388"/>
                    <a:pt x="501" y="243"/>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8"/>
            <p:cNvSpPr/>
            <p:nvPr/>
          </p:nvSpPr>
          <p:spPr>
            <a:xfrm>
              <a:off x="1411200" y="1197875"/>
              <a:ext cx="12425" cy="12375"/>
            </a:xfrm>
            <a:custGeom>
              <a:avLst/>
              <a:gdLst/>
              <a:ahLst/>
              <a:cxnLst/>
              <a:rect l="l" t="t" r="r" b="b"/>
              <a:pathLst>
                <a:path w="497" h="495" extrusionOk="0">
                  <a:moveTo>
                    <a:pt x="245" y="0"/>
                  </a:moveTo>
                  <a:cubicBezTo>
                    <a:pt x="109" y="0"/>
                    <a:pt x="1" y="107"/>
                    <a:pt x="1" y="243"/>
                  </a:cubicBezTo>
                  <a:cubicBezTo>
                    <a:pt x="1" y="388"/>
                    <a:pt x="109" y="494"/>
                    <a:pt x="245" y="494"/>
                  </a:cubicBezTo>
                  <a:cubicBezTo>
                    <a:pt x="388" y="494"/>
                    <a:pt x="496" y="388"/>
                    <a:pt x="496" y="243"/>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8"/>
            <p:cNvSpPr/>
            <p:nvPr/>
          </p:nvSpPr>
          <p:spPr>
            <a:xfrm>
              <a:off x="1503000" y="1197875"/>
              <a:ext cx="12525" cy="12375"/>
            </a:xfrm>
            <a:custGeom>
              <a:avLst/>
              <a:gdLst/>
              <a:ahLst/>
              <a:cxnLst/>
              <a:rect l="l" t="t" r="r" b="b"/>
              <a:pathLst>
                <a:path w="501" h="495" extrusionOk="0">
                  <a:moveTo>
                    <a:pt x="250" y="0"/>
                  </a:moveTo>
                  <a:cubicBezTo>
                    <a:pt x="114" y="0"/>
                    <a:pt x="0" y="107"/>
                    <a:pt x="0" y="243"/>
                  </a:cubicBezTo>
                  <a:cubicBezTo>
                    <a:pt x="0" y="388"/>
                    <a:pt x="114" y="494"/>
                    <a:pt x="250" y="494"/>
                  </a:cubicBezTo>
                  <a:cubicBezTo>
                    <a:pt x="387" y="494"/>
                    <a:pt x="501" y="388"/>
                    <a:pt x="501" y="243"/>
                  </a:cubicBezTo>
                  <a:cubicBezTo>
                    <a:pt x="501" y="107"/>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8"/>
            <p:cNvSpPr/>
            <p:nvPr/>
          </p:nvSpPr>
          <p:spPr>
            <a:xfrm>
              <a:off x="1594750" y="1197875"/>
              <a:ext cx="12575" cy="12375"/>
            </a:xfrm>
            <a:custGeom>
              <a:avLst/>
              <a:gdLst/>
              <a:ahLst/>
              <a:cxnLst/>
              <a:rect l="l" t="t" r="r" b="b"/>
              <a:pathLst>
                <a:path w="503" h="495" extrusionOk="0">
                  <a:moveTo>
                    <a:pt x="251" y="0"/>
                  </a:moveTo>
                  <a:cubicBezTo>
                    <a:pt x="115" y="0"/>
                    <a:pt x="0" y="107"/>
                    <a:pt x="0" y="243"/>
                  </a:cubicBezTo>
                  <a:cubicBezTo>
                    <a:pt x="0" y="388"/>
                    <a:pt x="115" y="494"/>
                    <a:pt x="251" y="494"/>
                  </a:cubicBezTo>
                  <a:cubicBezTo>
                    <a:pt x="394" y="494"/>
                    <a:pt x="503" y="388"/>
                    <a:pt x="503" y="243"/>
                  </a:cubicBezTo>
                  <a:cubicBezTo>
                    <a:pt x="503" y="107"/>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8"/>
            <p:cNvSpPr/>
            <p:nvPr/>
          </p:nvSpPr>
          <p:spPr>
            <a:xfrm>
              <a:off x="1686650" y="1197875"/>
              <a:ext cx="12600" cy="12375"/>
            </a:xfrm>
            <a:custGeom>
              <a:avLst/>
              <a:gdLst/>
              <a:ahLst/>
              <a:cxnLst/>
              <a:rect l="l" t="t" r="r" b="b"/>
              <a:pathLst>
                <a:path w="504" h="495" extrusionOk="0">
                  <a:moveTo>
                    <a:pt x="252" y="0"/>
                  </a:moveTo>
                  <a:cubicBezTo>
                    <a:pt x="116" y="0"/>
                    <a:pt x="1" y="107"/>
                    <a:pt x="1" y="243"/>
                  </a:cubicBezTo>
                  <a:cubicBezTo>
                    <a:pt x="1" y="388"/>
                    <a:pt x="116" y="494"/>
                    <a:pt x="252" y="494"/>
                  </a:cubicBezTo>
                  <a:cubicBezTo>
                    <a:pt x="388" y="494"/>
                    <a:pt x="503" y="388"/>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8"/>
            <p:cNvSpPr/>
            <p:nvPr/>
          </p:nvSpPr>
          <p:spPr>
            <a:xfrm>
              <a:off x="1778450" y="1197875"/>
              <a:ext cx="12550" cy="12375"/>
            </a:xfrm>
            <a:custGeom>
              <a:avLst/>
              <a:gdLst/>
              <a:ahLst/>
              <a:cxnLst/>
              <a:rect l="l" t="t" r="r" b="b"/>
              <a:pathLst>
                <a:path w="502" h="495" extrusionOk="0">
                  <a:moveTo>
                    <a:pt x="252" y="0"/>
                  </a:moveTo>
                  <a:cubicBezTo>
                    <a:pt x="114" y="0"/>
                    <a:pt x="1" y="107"/>
                    <a:pt x="1" y="243"/>
                  </a:cubicBezTo>
                  <a:cubicBezTo>
                    <a:pt x="1" y="388"/>
                    <a:pt x="114" y="494"/>
                    <a:pt x="252" y="494"/>
                  </a:cubicBezTo>
                  <a:cubicBezTo>
                    <a:pt x="388" y="494"/>
                    <a:pt x="501" y="388"/>
                    <a:pt x="501" y="243"/>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8"/>
            <p:cNvSpPr/>
            <p:nvPr/>
          </p:nvSpPr>
          <p:spPr>
            <a:xfrm>
              <a:off x="1870375" y="1197875"/>
              <a:ext cx="12400" cy="12375"/>
            </a:xfrm>
            <a:custGeom>
              <a:avLst/>
              <a:gdLst/>
              <a:ahLst/>
              <a:cxnLst/>
              <a:rect l="l" t="t" r="r" b="b"/>
              <a:pathLst>
                <a:path w="496" h="495" extrusionOk="0">
                  <a:moveTo>
                    <a:pt x="252" y="0"/>
                  </a:moveTo>
                  <a:cubicBezTo>
                    <a:pt x="109" y="0"/>
                    <a:pt x="0" y="107"/>
                    <a:pt x="0" y="243"/>
                  </a:cubicBezTo>
                  <a:cubicBezTo>
                    <a:pt x="0" y="388"/>
                    <a:pt x="109" y="494"/>
                    <a:pt x="252" y="494"/>
                  </a:cubicBezTo>
                  <a:cubicBezTo>
                    <a:pt x="387" y="494"/>
                    <a:pt x="496" y="388"/>
                    <a:pt x="496" y="243"/>
                  </a:cubicBezTo>
                  <a:cubicBezTo>
                    <a:pt x="496"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8"/>
            <p:cNvSpPr/>
            <p:nvPr/>
          </p:nvSpPr>
          <p:spPr>
            <a:xfrm>
              <a:off x="1962150" y="1197875"/>
              <a:ext cx="12550" cy="12375"/>
            </a:xfrm>
            <a:custGeom>
              <a:avLst/>
              <a:gdLst/>
              <a:ahLst/>
              <a:cxnLst/>
              <a:rect l="l" t="t" r="r" b="b"/>
              <a:pathLst>
                <a:path w="502" h="495" extrusionOk="0">
                  <a:moveTo>
                    <a:pt x="250" y="0"/>
                  </a:moveTo>
                  <a:cubicBezTo>
                    <a:pt x="114" y="0"/>
                    <a:pt x="1" y="107"/>
                    <a:pt x="1" y="243"/>
                  </a:cubicBezTo>
                  <a:cubicBezTo>
                    <a:pt x="1" y="388"/>
                    <a:pt x="114" y="494"/>
                    <a:pt x="250" y="494"/>
                  </a:cubicBezTo>
                  <a:cubicBezTo>
                    <a:pt x="388" y="494"/>
                    <a:pt x="502" y="388"/>
                    <a:pt x="502" y="243"/>
                  </a:cubicBezTo>
                  <a:cubicBezTo>
                    <a:pt x="502"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8"/>
            <p:cNvSpPr/>
            <p:nvPr/>
          </p:nvSpPr>
          <p:spPr>
            <a:xfrm>
              <a:off x="2054075" y="1197875"/>
              <a:ext cx="12425" cy="12375"/>
            </a:xfrm>
            <a:custGeom>
              <a:avLst/>
              <a:gdLst/>
              <a:ahLst/>
              <a:cxnLst/>
              <a:rect l="l" t="t" r="r" b="b"/>
              <a:pathLst>
                <a:path w="497" h="495" extrusionOk="0">
                  <a:moveTo>
                    <a:pt x="252" y="0"/>
                  </a:moveTo>
                  <a:cubicBezTo>
                    <a:pt x="109" y="0"/>
                    <a:pt x="1" y="107"/>
                    <a:pt x="1" y="243"/>
                  </a:cubicBezTo>
                  <a:cubicBezTo>
                    <a:pt x="1" y="388"/>
                    <a:pt x="109" y="494"/>
                    <a:pt x="252" y="494"/>
                  </a:cubicBezTo>
                  <a:cubicBezTo>
                    <a:pt x="388" y="494"/>
                    <a:pt x="496" y="388"/>
                    <a:pt x="496" y="243"/>
                  </a:cubicBezTo>
                  <a:cubicBezTo>
                    <a:pt x="496"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8"/>
            <p:cNvSpPr/>
            <p:nvPr/>
          </p:nvSpPr>
          <p:spPr>
            <a:xfrm>
              <a:off x="2145825" y="1197875"/>
              <a:ext cx="12600" cy="12375"/>
            </a:xfrm>
            <a:custGeom>
              <a:avLst/>
              <a:gdLst/>
              <a:ahLst/>
              <a:cxnLst/>
              <a:rect l="l" t="t" r="r" b="b"/>
              <a:pathLst>
                <a:path w="504" h="495" extrusionOk="0">
                  <a:moveTo>
                    <a:pt x="252" y="0"/>
                  </a:moveTo>
                  <a:cubicBezTo>
                    <a:pt x="116" y="0"/>
                    <a:pt x="1" y="107"/>
                    <a:pt x="1" y="243"/>
                  </a:cubicBezTo>
                  <a:cubicBezTo>
                    <a:pt x="1" y="388"/>
                    <a:pt x="116" y="494"/>
                    <a:pt x="252" y="494"/>
                  </a:cubicBezTo>
                  <a:cubicBezTo>
                    <a:pt x="388" y="494"/>
                    <a:pt x="503" y="388"/>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8"/>
            <p:cNvSpPr/>
            <p:nvPr/>
          </p:nvSpPr>
          <p:spPr>
            <a:xfrm>
              <a:off x="2237800" y="1197875"/>
              <a:ext cx="12350" cy="12375"/>
            </a:xfrm>
            <a:custGeom>
              <a:avLst/>
              <a:gdLst/>
              <a:ahLst/>
              <a:cxnLst/>
              <a:rect l="l" t="t" r="r" b="b"/>
              <a:pathLst>
                <a:path w="494" h="495" extrusionOk="0">
                  <a:moveTo>
                    <a:pt x="244" y="0"/>
                  </a:moveTo>
                  <a:cubicBezTo>
                    <a:pt x="107" y="0"/>
                    <a:pt x="0" y="107"/>
                    <a:pt x="0" y="243"/>
                  </a:cubicBezTo>
                  <a:cubicBezTo>
                    <a:pt x="0" y="388"/>
                    <a:pt x="107" y="494"/>
                    <a:pt x="244" y="494"/>
                  </a:cubicBezTo>
                  <a:cubicBezTo>
                    <a:pt x="387" y="494"/>
                    <a:pt x="494" y="388"/>
                    <a:pt x="494" y="243"/>
                  </a:cubicBezTo>
                  <a:cubicBezTo>
                    <a:pt x="494" y="107"/>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8"/>
            <p:cNvSpPr/>
            <p:nvPr/>
          </p:nvSpPr>
          <p:spPr>
            <a:xfrm>
              <a:off x="2329550" y="1197875"/>
              <a:ext cx="12575" cy="12375"/>
            </a:xfrm>
            <a:custGeom>
              <a:avLst/>
              <a:gdLst/>
              <a:ahLst/>
              <a:cxnLst/>
              <a:rect l="l" t="t" r="r" b="b"/>
              <a:pathLst>
                <a:path w="503" h="495" extrusionOk="0">
                  <a:moveTo>
                    <a:pt x="251" y="0"/>
                  </a:moveTo>
                  <a:cubicBezTo>
                    <a:pt x="115" y="0"/>
                    <a:pt x="0" y="107"/>
                    <a:pt x="0" y="243"/>
                  </a:cubicBezTo>
                  <a:cubicBezTo>
                    <a:pt x="0" y="388"/>
                    <a:pt x="115" y="494"/>
                    <a:pt x="251" y="494"/>
                  </a:cubicBezTo>
                  <a:cubicBezTo>
                    <a:pt x="387" y="494"/>
                    <a:pt x="502" y="388"/>
                    <a:pt x="502" y="243"/>
                  </a:cubicBezTo>
                  <a:cubicBezTo>
                    <a:pt x="502"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8"/>
            <p:cNvSpPr/>
            <p:nvPr/>
          </p:nvSpPr>
          <p:spPr>
            <a:xfrm>
              <a:off x="2421325" y="1197875"/>
              <a:ext cx="12550" cy="12375"/>
            </a:xfrm>
            <a:custGeom>
              <a:avLst/>
              <a:gdLst/>
              <a:ahLst/>
              <a:cxnLst/>
              <a:rect l="l" t="t" r="r" b="b"/>
              <a:pathLst>
                <a:path w="502" h="495" extrusionOk="0">
                  <a:moveTo>
                    <a:pt x="250" y="0"/>
                  </a:moveTo>
                  <a:cubicBezTo>
                    <a:pt x="114" y="0"/>
                    <a:pt x="1" y="107"/>
                    <a:pt x="1" y="243"/>
                  </a:cubicBezTo>
                  <a:cubicBezTo>
                    <a:pt x="1" y="388"/>
                    <a:pt x="114" y="494"/>
                    <a:pt x="250" y="494"/>
                  </a:cubicBezTo>
                  <a:cubicBezTo>
                    <a:pt x="395" y="494"/>
                    <a:pt x="501" y="388"/>
                    <a:pt x="501" y="243"/>
                  </a:cubicBezTo>
                  <a:cubicBezTo>
                    <a:pt x="501" y="107"/>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8"/>
            <p:cNvSpPr/>
            <p:nvPr/>
          </p:nvSpPr>
          <p:spPr>
            <a:xfrm>
              <a:off x="2513250" y="1197875"/>
              <a:ext cx="12575" cy="12375"/>
            </a:xfrm>
            <a:custGeom>
              <a:avLst/>
              <a:gdLst/>
              <a:ahLst/>
              <a:cxnLst/>
              <a:rect l="l" t="t" r="r" b="b"/>
              <a:pathLst>
                <a:path w="503" h="495" extrusionOk="0">
                  <a:moveTo>
                    <a:pt x="252" y="0"/>
                  </a:moveTo>
                  <a:cubicBezTo>
                    <a:pt x="109" y="0"/>
                    <a:pt x="0" y="107"/>
                    <a:pt x="0" y="243"/>
                  </a:cubicBezTo>
                  <a:cubicBezTo>
                    <a:pt x="0" y="388"/>
                    <a:pt x="109" y="494"/>
                    <a:pt x="252" y="494"/>
                  </a:cubicBezTo>
                  <a:cubicBezTo>
                    <a:pt x="388" y="494"/>
                    <a:pt x="503" y="388"/>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8"/>
            <p:cNvSpPr/>
            <p:nvPr/>
          </p:nvSpPr>
          <p:spPr>
            <a:xfrm>
              <a:off x="2605000" y="1197875"/>
              <a:ext cx="12575" cy="12375"/>
            </a:xfrm>
            <a:custGeom>
              <a:avLst/>
              <a:gdLst/>
              <a:ahLst/>
              <a:cxnLst/>
              <a:rect l="l" t="t" r="r" b="b"/>
              <a:pathLst>
                <a:path w="503" h="495" extrusionOk="0">
                  <a:moveTo>
                    <a:pt x="252" y="0"/>
                  </a:moveTo>
                  <a:cubicBezTo>
                    <a:pt x="116" y="0"/>
                    <a:pt x="0" y="107"/>
                    <a:pt x="0" y="243"/>
                  </a:cubicBezTo>
                  <a:cubicBezTo>
                    <a:pt x="0" y="388"/>
                    <a:pt x="116" y="494"/>
                    <a:pt x="252" y="494"/>
                  </a:cubicBezTo>
                  <a:cubicBezTo>
                    <a:pt x="387" y="494"/>
                    <a:pt x="503" y="388"/>
                    <a:pt x="503" y="243"/>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8"/>
            <p:cNvSpPr/>
            <p:nvPr/>
          </p:nvSpPr>
          <p:spPr>
            <a:xfrm>
              <a:off x="2696950" y="1197875"/>
              <a:ext cx="12375" cy="12375"/>
            </a:xfrm>
            <a:custGeom>
              <a:avLst/>
              <a:gdLst/>
              <a:ahLst/>
              <a:cxnLst/>
              <a:rect l="l" t="t" r="r" b="b"/>
              <a:pathLst>
                <a:path w="495" h="495" extrusionOk="0">
                  <a:moveTo>
                    <a:pt x="252" y="0"/>
                  </a:moveTo>
                  <a:cubicBezTo>
                    <a:pt x="108" y="0"/>
                    <a:pt x="1" y="107"/>
                    <a:pt x="1" y="243"/>
                  </a:cubicBezTo>
                  <a:cubicBezTo>
                    <a:pt x="1" y="388"/>
                    <a:pt x="108" y="494"/>
                    <a:pt x="252" y="494"/>
                  </a:cubicBezTo>
                  <a:cubicBezTo>
                    <a:pt x="388" y="494"/>
                    <a:pt x="495" y="388"/>
                    <a:pt x="495" y="243"/>
                  </a:cubicBezTo>
                  <a:cubicBezTo>
                    <a:pt x="495"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8"/>
            <p:cNvSpPr/>
            <p:nvPr/>
          </p:nvSpPr>
          <p:spPr>
            <a:xfrm>
              <a:off x="2788700" y="1197875"/>
              <a:ext cx="12600" cy="12375"/>
            </a:xfrm>
            <a:custGeom>
              <a:avLst/>
              <a:gdLst/>
              <a:ahLst/>
              <a:cxnLst/>
              <a:rect l="l" t="t" r="r" b="b"/>
              <a:pathLst>
                <a:path w="504" h="495" extrusionOk="0">
                  <a:moveTo>
                    <a:pt x="252" y="0"/>
                  </a:moveTo>
                  <a:cubicBezTo>
                    <a:pt x="116" y="0"/>
                    <a:pt x="1" y="107"/>
                    <a:pt x="1" y="243"/>
                  </a:cubicBezTo>
                  <a:cubicBezTo>
                    <a:pt x="1" y="388"/>
                    <a:pt x="116" y="494"/>
                    <a:pt x="252" y="494"/>
                  </a:cubicBezTo>
                  <a:cubicBezTo>
                    <a:pt x="388" y="494"/>
                    <a:pt x="503" y="388"/>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8"/>
            <p:cNvSpPr/>
            <p:nvPr/>
          </p:nvSpPr>
          <p:spPr>
            <a:xfrm>
              <a:off x="2880675" y="1197875"/>
              <a:ext cx="12375" cy="12375"/>
            </a:xfrm>
            <a:custGeom>
              <a:avLst/>
              <a:gdLst/>
              <a:ahLst/>
              <a:cxnLst/>
              <a:rect l="l" t="t" r="r" b="b"/>
              <a:pathLst>
                <a:path w="495" h="495" extrusionOk="0">
                  <a:moveTo>
                    <a:pt x="243" y="0"/>
                  </a:moveTo>
                  <a:cubicBezTo>
                    <a:pt x="107" y="0"/>
                    <a:pt x="0" y="107"/>
                    <a:pt x="0" y="243"/>
                  </a:cubicBezTo>
                  <a:cubicBezTo>
                    <a:pt x="0" y="388"/>
                    <a:pt x="107" y="494"/>
                    <a:pt x="243" y="494"/>
                  </a:cubicBezTo>
                  <a:cubicBezTo>
                    <a:pt x="387" y="494"/>
                    <a:pt x="494" y="388"/>
                    <a:pt x="494" y="243"/>
                  </a:cubicBezTo>
                  <a:cubicBezTo>
                    <a:pt x="494" y="107"/>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8"/>
            <p:cNvSpPr/>
            <p:nvPr/>
          </p:nvSpPr>
          <p:spPr>
            <a:xfrm>
              <a:off x="2972425" y="1197875"/>
              <a:ext cx="12575" cy="12375"/>
            </a:xfrm>
            <a:custGeom>
              <a:avLst/>
              <a:gdLst/>
              <a:ahLst/>
              <a:cxnLst/>
              <a:rect l="l" t="t" r="r" b="b"/>
              <a:pathLst>
                <a:path w="503" h="495" extrusionOk="0">
                  <a:moveTo>
                    <a:pt x="251" y="0"/>
                  </a:moveTo>
                  <a:cubicBezTo>
                    <a:pt x="115" y="0"/>
                    <a:pt x="0" y="107"/>
                    <a:pt x="0" y="243"/>
                  </a:cubicBezTo>
                  <a:cubicBezTo>
                    <a:pt x="0" y="388"/>
                    <a:pt x="115" y="494"/>
                    <a:pt x="251" y="494"/>
                  </a:cubicBezTo>
                  <a:cubicBezTo>
                    <a:pt x="387" y="494"/>
                    <a:pt x="503" y="388"/>
                    <a:pt x="503" y="243"/>
                  </a:cubicBezTo>
                  <a:cubicBezTo>
                    <a:pt x="503"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8"/>
            <p:cNvSpPr/>
            <p:nvPr/>
          </p:nvSpPr>
          <p:spPr>
            <a:xfrm>
              <a:off x="3064375" y="1197875"/>
              <a:ext cx="12375" cy="12375"/>
            </a:xfrm>
            <a:custGeom>
              <a:avLst/>
              <a:gdLst/>
              <a:ahLst/>
              <a:cxnLst/>
              <a:rect l="l" t="t" r="r" b="b"/>
              <a:pathLst>
                <a:path w="495" h="495" extrusionOk="0">
                  <a:moveTo>
                    <a:pt x="243" y="0"/>
                  </a:moveTo>
                  <a:cubicBezTo>
                    <a:pt x="107" y="0"/>
                    <a:pt x="1" y="107"/>
                    <a:pt x="1" y="243"/>
                  </a:cubicBezTo>
                  <a:cubicBezTo>
                    <a:pt x="1" y="388"/>
                    <a:pt x="107" y="494"/>
                    <a:pt x="243" y="494"/>
                  </a:cubicBezTo>
                  <a:cubicBezTo>
                    <a:pt x="388" y="494"/>
                    <a:pt x="495" y="388"/>
                    <a:pt x="495" y="243"/>
                  </a:cubicBezTo>
                  <a:cubicBezTo>
                    <a:pt x="495" y="107"/>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8"/>
            <p:cNvSpPr/>
            <p:nvPr/>
          </p:nvSpPr>
          <p:spPr>
            <a:xfrm>
              <a:off x="3156125" y="1197875"/>
              <a:ext cx="12600" cy="12375"/>
            </a:xfrm>
            <a:custGeom>
              <a:avLst/>
              <a:gdLst/>
              <a:ahLst/>
              <a:cxnLst/>
              <a:rect l="l" t="t" r="r" b="b"/>
              <a:pathLst>
                <a:path w="504" h="495" extrusionOk="0">
                  <a:moveTo>
                    <a:pt x="252" y="0"/>
                  </a:moveTo>
                  <a:cubicBezTo>
                    <a:pt x="116" y="0"/>
                    <a:pt x="1" y="107"/>
                    <a:pt x="1" y="243"/>
                  </a:cubicBezTo>
                  <a:cubicBezTo>
                    <a:pt x="1" y="388"/>
                    <a:pt x="116" y="494"/>
                    <a:pt x="252" y="494"/>
                  </a:cubicBezTo>
                  <a:cubicBezTo>
                    <a:pt x="388" y="494"/>
                    <a:pt x="503" y="388"/>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8"/>
            <p:cNvSpPr/>
            <p:nvPr/>
          </p:nvSpPr>
          <p:spPr>
            <a:xfrm>
              <a:off x="3247875" y="1197875"/>
              <a:ext cx="12575" cy="12375"/>
            </a:xfrm>
            <a:custGeom>
              <a:avLst/>
              <a:gdLst/>
              <a:ahLst/>
              <a:cxnLst/>
              <a:rect l="l" t="t" r="r" b="b"/>
              <a:pathLst>
                <a:path w="503" h="495" extrusionOk="0">
                  <a:moveTo>
                    <a:pt x="252" y="0"/>
                  </a:moveTo>
                  <a:cubicBezTo>
                    <a:pt x="116" y="0"/>
                    <a:pt x="1" y="107"/>
                    <a:pt x="1" y="243"/>
                  </a:cubicBezTo>
                  <a:cubicBezTo>
                    <a:pt x="1" y="388"/>
                    <a:pt x="116" y="494"/>
                    <a:pt x="252" y="494"/>
                  </a:cubicBezTo>
                  <a:cubicBezTo>
                    <a:pt x="388" y="494"/>
                    <a:pt x="503" y="388"/>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8"/>
            <p:cNvSpPr/>
            <p:nvPr/>
          </p:nvSpPr>
          <p:spPr>
            <a:xfrm>
              <a:off x="3339850" y="1197875"/>
              <a:ext cx="12525" cy="12375"/>
            </a:xfrm>
            <a:custGeom>
              <a:avLst/>
              <a:gdLst/>
              <a:ahLst/>
              <a:cxnLst/>
              <a:rect l="l" t="t" r="r" b="b"/>
              <a:pathLst>
                <a:path w="501" h="495" extrusionOk="0">
                  <a:moveTo>
                    <a:pt x="251" y="0"/>
                  </a:moveTo>
                  <a:cubicBezTo>
                    <a:pt x="107" y="0"/>
                    <a:pt x="0" y="107"/>
                    <a:pt x="0" y="243"/>
                  </a:cubicBezTo>
                  <a:cubicBezTo>
                    <a:pt x="0" y="388"/>
                    <a:pt x="107" y="494"/>
                    <a:pt x="251" y="494"/>
                  </a:cubicBezTo>
                  <a:cubicBezTo>
                    <a:pt x="387" y="494"/>
                    <a:pt x="501" y="388"/>
                    <a:pt x="501" y="243"/>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8"/>
            <p:cNvSpPr/>
            <p:nvPr/>
          </p:nvSpPr>
          <p:spPr>
            <a:xfrm>
              <a:off x="3431575" y="1197875"/>
              <a:ext cx="12600" cy="12375"/>
            </a:xfrm>
            <a:custGeom>
              <a:avLst/>
              <a:gdLst/>
              <a:ahLst/>
              <a:cxnLst/>
              <a:rect l="l" t="t" r="r" b="b"/>
              <a:pathLst>
                <a:path w="504" h="495" extrusionOk="0">
                  <a:moveTo>
                    <a:pt x="252" y="0"/>
                  </a:moveTo>
                  <a:cubicBezTo>
                    <a:pt x="116" y="0"/>
                    <a:pt x="1" y="107"/>
                    <a:pt x="1" y="243"/>
                  </a:cubicBezTo>
                  <a:cubicBezTo>
                    <a:pt x="1" y="388"/>
                    <a:pt x="116" y="494"/>
                    <a:pt x="252" y="494"/>
                  </a:cubicBezTo>
                  <a:cubicBezTo>
                    <a:pt x="388" y="494"/>
                    <a:pt x="503" y="388"/>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8"/>
            <p:cNvSpPr/>
            <p:nvPr/>
          </p:nvSpPr>
          <p:spPr>
            <a:xfrm>
              <a:off x="3523550" y="1197875"/>
              <a:ext cx="12375" cy="12375"/>
            </a:xfrm>
            <a:custGeom>
              <a:avLst/>
              <a:gdLst/>
              <a:ahLst/>
              <a:cxnLst/>
              <a:rect l="l" t="t" r="r" b="b"/>
              <a:pathLst>
                <a:path w="495" h="495" extrusionOk="0">
                  <a:moveTo>
                    <a:pt x="250" y="0"/>
                  </a:moveTo>
                  <a:cubicBezTo>
                    <a:pt x="107" y="0"/>
                    <a:pt x="0" y="107"/>
                    <a:pt x="0" y="243"/>
                  </a:cubicBezTo>
                  <a:cubicBezTo>
                    <a:pt x="0" y="388"/>
                    <a:pt x="107" y="494"/>
                    <a:pt x="250" y="494"/>
                  </a:cubicBezTo>
                  <a:cubicBezTo>
                    <a:pt x="388" y="494"/>
                    <a:pt x="494" y="388"/>
                    <a:pt x="494" y="243"/>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8"/>
            <p:cNvSpPr/>
            <p:nvPr/>
          </p:nvSpPr>
          <p:spPr>
            <a:xfrm>
              <a:off x="676400" y="12896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8"/>
            <p:cNvSpPr/>
            <p:nvPr/>
          </p:nvSpPr>
          <p:spPr>
            <a:xfrm>
              <a:off x="768325" y="1289625"/>
              <a:ext cx="12400" cy="12575"/>
            </a:xfrm>
            <a:custGeom>
              <a:avLst/>
              <a:gdLst/>
              <a:ahLst/>
              <a:cxnLst/>
              <a:rect l="l" t="t" r="r" b="b"/>
              <a:pathLst>
                <a:path w="496" h="503" extrusionOk="0">
                  <a:moveTo>
                    <a:pt x="245" y="0"/>
                  </a:moveTo>
                  <a:cubicBezTo>
                    <a:pt x="109" y="0"/>
                    <a:pt x="0" y="116"/>
                    <a:pt x="0" y="252"/>
                  </a:cubicBezTo>
                  <a:cubicBezTo>
                    <a:pt x="0" y="387"/>
                    <a:pt x="109" y="503"/>
                    <a:pt x="245" y="503"/>
                  </a:cubicBezTo>
                  <a:cubicBezTo>
                    <a:pt x="388" y="503"/>
                    <a:pt x="496" y="387"/>
                    <a:pt x="496" y="252"/>
                  </a:cubicBezTo>
                  <a:cubicBezTo>
                    <a:pt x="496" y="116"/>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8"/>
            <p:cNvSpPr/>
            <p:nvPr/>
          </p:nvSpPr>
          <p:spPr>
            <a:xfrm>
              <a:off x="860125" y="1289625"/>
              <a:ext cx="12525" cy="12575"/>
            </a:xfrm>
            <a:custGeom>
              <a:avLst/>
              <a:gdLst/>
              <a:ahLst/>
              <a:cxnLst/>
              <a:rect l="l" t="t" r="r" b="b"/>
              <a:pathLst>
                <a:path w="501" h="503" extrusionOk="0">
                  <a:moveTo>
                    <a:pt x="251" y="0"/>
                  </a:moveTo>
                  <a:cubicBezTo>
                    <a:pt x="114" y="0"/>
                    <a:pt x="0" y="116"/>
                    <a:pt x="0" y="252"/>
                  </a:cubicBezTo>
                  <a:cubicBezTo>
                    <a:pt x="0" y="387"/>
                    <a:pt x="114" y="503"/>
                    <a:pt x="251" y="503"/>
                  </a:cubicBezTo>
                  <a:cubicBezTo>
                    <a:pt x="387" y="503"/>
                    <a:pt x="501" y="387"/>
                    <a:pt x="501" y="252"/>
                  </a:cubicBezTo>
                  <a:cubicBezTo>
                    <a:pt x="501"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8"/>
            <p:cNvSpPr/>
            <p:nvPr/>
          </p:nvSpPr>
          <p:spPr>
            <a:xfrm>
              <a:off x="951850" y="12896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8"/>
            <p:cNvSpPr/>
            <p:nvPr/>
          </p:nvSpPr>
          <p:spPr>
            <a:xfrm>
              <a:off x="1043825" y="1289625"/>
              <a:ext cx="12375" cy="12575"/>
            </a:xfrm>
            <a:custGeom>
              <a:avLst/>
              <a:gdLst/>
              <a:ahLst/>
              <a:cxnLst/>
              <a:rect l="l" t="t" r="r" b="b"/>
              <a:pathLst>
                <a:path w="495" h="503" extrusionOk="0">
                  <a:moveTo>
                    <a:pt x="250" y="0"/>
                  </a:moveTo>
                  <a:cubicBezTo>
                    <a:pt x="107" y="0"/>
                    <a:pt x="0" y="116"/>
                    <a:pt x="0" y="252"/>
                  </a:cubicBezTo>
                  <a:cubicBezTo>
                    <a:pt x="0" y="387"/>
                    <a:pt x="107" y="503"/>
                    <a:pt x="250" y="503"/>
                  </a:cubicBezTo>
                  <a:cubicBezTo>
                    <a:pt x="388" y="503"/>
                    <a:pt x="494" y="387"/>
                    <a:pt x="494" y="252"/>
                  </a:cubicBezTo>
                  <a:cubicBezTo>
                    <a:pt x="494"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8"/>
            <p:cNvSpPr/>
            <p:nvPr/>
          </p:nvSpPr>
          <p:spPr>
            <a:xfrm>
              <a:off x="1135575" y="1289625"/>
              <a:ext cx="12575" cy="12575"/>
            </a:xfrm>
            <a:custGeom>
              <a:avLst/>
              <a:gdLst/>
              <a:ahLst/>
              <a:cxnLst/>
              <a:rect l="l" t="t" r="r" b="b"/>
              <a:pathLst>
                <a:path w="503" h="503" extrusionOk="0">
                  <a:moveTo>
                    <a:pt x="252" y="0"/>
                  </a:moveTo>
                  <a:cubicBezTo>
                    <a:pt x="116" y="0"/>
                    <a:pt x="0" y="116"/>
                    <a:pt x="0" y="252"/>
                  </a:cubicBezTo>
                  <a:cubicBezTo>
                    <a:pt x="0" y="387"/>
                    <a:pt x="116" y="503"/>
                    <a:pt x="252" y="503"/>
                  </a:cubicBezTo>
                  <a:cubicBezTo>
                    <a:pt x="387" y="503"/>
                    <a:pt x="503" y="387"/>
                    <a:pt x="503" y="252"/>
                  </a:cubicBezTo>
                  <a:cubicBezTo>
                    <a:pt x="503"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8"/>
            <p:cNvSpPr/>
            <p:nvPr/>
          </p:nvSpPr>
          <p:spPr>
            <a:xfrm>
              <a:off x="1227500" y="1289625"/>
              <a:ext cx="12400" cy="12575"/>
            </a:xfrm>
            <a:custGeom>
              <a:avLst/>
              <a:gdLst/>
              <a:ahLst/>
              <a:cxnLst/>
              <a:rect l="l" t="t" r="r" b="b"/>
              <a:pathLst>
                <a:path w="496" h="503" extrusionOk="0">
                  <a:moveTo>
                    <a:pt x="251" y="0"/>
                  </a:moveTo>
                  <a:cubicBezTo>
                    <a:pt x="109" y="0"/>
                    <a:pt x="0" y="116"/>
                    <a:pt x="0" y="252"/>
                  </a:cubicBezTo>
                  <a:cubicBezTo>
                    <a:pt x="0" y="387"/>
                    <a:pt x="109" y="503"/>
                    <a:pt x="251" y="503"/>
                  </a:cubicBezTo>
                  <a:cubicBezTo>
                    <a:pt x="387" y="503"/>
                    <a:pt x="496" y="387"/>
                    <a:pt x="496" y="252"/>
                  </a:cubicBezTo>
                  <a:cubicBezTo>
                    <a:pt x="496"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8"/>
            <p:cNvSpPr/>
            <p:nvPr/>
          </p:nvSpPr>
          <p:spPr>
            <a:xfrm>
              <a:off x="1319275" y="1289625"/>
              <a:ext cx="12550" cy="12575"/>
            </a:xfrm>
            <a:custGeom>
              <a:avLst/>
              <a:gdLst/>
              <a:ahLst/>
              <a:cxnLst/>
              <a:rect l="l" t="t" r="r" b="b"/>
              <a:pathLst>
                <a:path w="502" h="503" extrusionOk="0">
                  <a:moveTo>
                    <a:pt x="252" y="0"/>
                  </a:moveTo>
                  <a:cubicBezTo>
                    <a:pt x="114" y="0"/>
                    <a:pt x="1" y="116"/>
                    <a:pt x="1" y="252"/>
                  </a:cubicBezTo>
                  <a:cubicBezTo>
                    <a:pt x="1" y="387"/>
                    <a:pt x="114" y="503"/>
                    <a:pt x="252" y="503"/>
                  </a:cubicBezTo>
                  <a:cubicBezTo>
                    <a:pt x="388" y="503"/>
                    <a:pt x="501" y="387"/>
                    <a:pt x="501" y="252"/>
                  </a:cubicBezTo>
                  <a:cubicBezTo>
                    <a:pt x="501"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8"/>
            <p:cNvSpPr/>
            <p:nvPr/>
          </p:nvSpPr>
          <p:spPr>
            <a:xfrm>
              <a:off x="1411200" y="1289625"/>
              <a:ext cx="12425" cy="12575"/>
            </a:xfrm>
            <a:custGeom>
              <a:avLst/>
              <a:gdLst/>
              <a:ahLst/>
              <a:cxnLst/>
              <a:rect l="l" t="t" r="r" b="b"/>
              <a:pathLst>
                <a:path w="497" h="503" extrusionOk="0">
                  <a:moveTo>
                    <a:pt x="245" y="0"/>
                  </a:moveTo>
                  <a:cubicBezTo>
                    <a:pt x="109" y="0"/>
                    <a:pt x="1" y="116"/>
                    <a:pt x="1" y="252"/>
                  </a:cubicBezTo>
                  <a:cubicBezTo>
                    <a:pt x="1" y="387"/>
                    <a:pt x="109" y="503"/>
                    <a:pt x="245" y="503"/>
                  </a:cubicBezTo>
                  <a:cubicBezTo>
                    <a:pt x="388" y="503"/>
                    <a:pt x="496" y="387"/>
                    <a:pt x="496" y="252"/>
                  </a:cubicBezTo>
                  <a:cubicBezTo>
                    <a:pt x="496" y="116"/>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8"/>
            <p:cNvSpPr/>
            <p:nvPr/>
          </p:nvSpPr>
          <p:spPr>
            <a:xfrm>
              <a:off x="1503000" y="1289625"/>
              <a:ext cx="12525" cy="12575"/>
            </a:xfrm>
            <a:custGeom>
              <a:avLst/>
              <a:gdLst/>
              <a:ahLst/>
              <a:cxnLst/>
              <a:rect l="l" t="t" r="r" b="b"/>
              <a:pathLst>
                <a:path w="501" h="503" extrusionOk="0">
                  <a:moveTo>
                    <a:pt x="250" y="0"/>
                  </a:moveTo>
                  <a:cubicBezTo>
                    <a:pt x="114" y="0"/>
                    <a:pt x="0" y="116"/>
                    <a:pt x="0" y="252"/>
                  </a:cubicBezTo>
                  <a:cubicBezTo>
                    <a:pt x="0" y="387"/>
                    <a:pt x="114" y="503"/>
                    <a:pt x="250" y="503"/>
                  </a:cubicBezTo>
                  <a:cubicBezTo>
                    <a:pt x="387" y="503"/>
                    <a:pt x="501" y="387"/>
                    <a:pt x="501" y="252"/>
                  </a:cubicBezTo>
                  <a:cubicBezTo>
                    <a:pt x="501" y="116"/>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8"/>
            <p:cNvSpPr/>
            <p:nvPr/>
          </p:nvSpPr>
          <p:spPr>
            <a:xfrm>
              <a:off x="1594750" y="1289625"/>
              <a:ext cx="12575" cy="12575"/>
            </a:xfrm>
            <a:custGeom>
              <a:avLst/>
              <a:gdLst/>
              <a:ahLst/>
              <a:cxnLst/>
              <a:rect l="l" t="t" r="r" b="b"/>
              <a:pathLst>
                <a:path w="503" h="503" extrusionOk="0">
                  <a:moveTo>
                    <a:pt x="251" y="0"/>
                  </a:moveTo>
                  <a:cubicBezTo>
                    <a:pt x="115" y="0"/>
                    <a:pt x="0" y="116"/>
                    <a:pt x="0" y="252"/>
                  </a:cubicBezTo>
                  <a:cubicBezTo>
                    <a:pt x="0" y="387"/>
                    <a:pt x="115" y="503"/>
                    <a:pt x="251" y="503"/>
                  </a:cubicBezTo>
                  <a:cubicBezTo>
                    <a:pt x="394" y="503"/>
                    <a:pt x="503" y="387"/>
                    <a:pt x="503" y="252"/>
                  </a:cubicBezTo>
                  <a:cubicBezTo>
                    <a:pt x="503" y="116"/>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8"/>
            <p:cNvSpPr/>
            <p:nvPr/>
          </p:nvSpPr>
          <p:spPr>
            <a:xfrm>
              <a:off x="1686650" y="12896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8"/>
            <p:cNvSpPr/>
            <p:nvPr/>
          </p:nvSpPr>
          <p:spPr>
            <a:xfrm>
              <a:off x="1778450" y="1289625"/>
              <a:ext cx="12550" cy="12575"/>
            </a:xfrm>
            <a:custGeom>
              <a:avLst/>
              <a:gdLst/>
              <a:ahLst/>
              <a:cxnLst/>
              <a:rect l="l" t="t" r="r" b="b"/>
              <a:pathLst>
                <a:path w="502" h="503" extrusionOk="0">
                  <a:moveTo>
                    <a:pt x="252" y="0"/>
                  </a:moveTo>
                  <a:cubicBezTo>
                    <a:pt x="114" y="0"/>
                    <a:pt x="1" y="116"/>
                    <a:pt x="1" y="252"/>
                  </a:cubicBezTo>
                  <a:cubicBezTo>
                    <a:pt x="1" y="387"/>
                    <a:pt x="114" y="503"/>
                    <a:pt x="252" y="503"/>
                  </a:cubicBezTo>
                  <a:cubicBezTo>
                    <a:pt x="388" y="503"/>
                    <a:pt x="501" y="387"/>
                    <a:pt x="501" y="252"/>
                  </a:cubicBezTo>
                  <a:cubicBezTo>
                    <a:pt x="501"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8"/>
            <p:cNvSpPr/>
            <p:nvPr/>
          </p:nvSpPr>
          <p:spPr>
            <a:xfrm>
              <a:off x="1870375" y="1289625"/>
              <a:ext cx="12400" cy="12575"/>
            </a:xfrm>
            <a:custGeom>
              <a:avLst/>
              <a:gdLst/>
              <a:ahLst/>
              <a:cxnLst/>
              <a:rect l="l" t="t" r="r" b="b"/>
              <a:pathLst>
                <a:path w="496" h="503" extrusionOk="0">
                  <a:moveTo>
                    <a:pt x="252" y="0"/>
                  </a:moveTo>
                  <a:cubicBezTo>
                    <a:pt x="109" y="0"/>
                    <a:pt x="0" y="116"/>
                    <a:pt x="0" y="252"/>
                  </a:cubicBezTo>
                  <a:cubicBezTo>
                    <a:pt x="0" y="387"/>
                    <a:pt x="109" y="503"/>
                    <a:pt x="252" y="503"/>
                  </a:cubicBezTo>
                  <a:cubicBezTo>
                    <a:pt x="387" y="503"/>
                    <a:pt x="496" y="387"/>
                    <a:pt x="496" y="252"/>
                  </a:cubicBezTo>
                  <a:cubicBezTo>
                    <a:pt x="496"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8"/>
            <p:cNvSpPr/>
            <p:nvPr/>
          </p:nvSpPr>
          <p:spPr>
            <a:xfrm>
              <a:off x="1962150" y="1289625"/>
              <a:ext cx="12550" cy="12575"/>
            </a:xfrm>
            <a:custGeom>
              <a:avLst/>
              <a:gdLst/>
              <a:ahLst/>
              <a:cxnLst/>
              <a:rect l="l" t="t" r="r" b="b"/>
              <a:pathLst>
                <a:path w="502" h="503" extrusionOk="0">
                  <a:moveTo>
                    <a:pt x="250" y="0"/>
                  </a:moveTo>
                  <a:cubicBezTo>
                    <a:pt x="114" y="0"/>
                    <a:pt x="1" y="116"/>
                    <a:pt x="1" y="252"/>
                  </a:cubicBezTo>
                  <a:cubicBezTo>
                    <a:pt x="1" y="387"/>
                    <a:pt x="114" y="503"/>
                    <a:pt x="250" y="503"/>
                  </a:cubicBezTo>
                  <a:cubicBezTo>
                    <a:pt x="388" y="503"/>
                    <a:pt x="502" y="387"/>
                    <a:pt x="502" y="252"/>
                  </a:cubicBezTo>
                  <a:cubicBezTo>
                    <a:pt x="502"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8"/>
            <p:cNvSpPr/>
            <p:nvPr/>
          </p:nvSpPr>
          <p:spPr>
            <a:xfrm>
              <a:off x="2054075" y="1289625"/>
              <a:ext cx="12425" cy="12575"/>
            </a:xfrm>
            <a:custGeom>
              <a:avLst/>
              <a:gdLst/>
              <a:ahLst/>
              <a:cxnLst/>
              <a:rect l="l" t="t" r="r" b="b"/>
              <a:pathLst>
                <a:path w="497" h="503" extrusionOk="0">
                  <a:moveTo>
                    <a:pt x="252" y="0"/>
                  </a:moveTo>
                  <a:cubicBezTo>
                    <a:pt x="109" y="0"/>
                    <a:pt x="1" y="116"/>
                    <a:pt x="1" y="252"/>
                  </a:cubicBezTo>
                  <a:cubicBezTo>
                    <a:pt x="1" y="387"/>
                    <a:pt x="109" y="503"/>
                    <a:pt x="252" y="503"/>
                  </a:cubicBezTo>
                  <a:cubicBezTo>
                    <a:pt x="388" y="503"/>
                    <a:pt x="496" y="387"/>
                    <a:pt x="496" y="252"/>
                  </a:cubicBezTo>
                  <a:cubicBezTo>
                    <a:pt x="496"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8"/>
            <p:cNvSpPr/>
            <p:nvPr/>
          </p:nvSpPr>
          <p:spPr>
            <a:xfrm>
              <a:off x="2145825" y="12896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8"/>
            <p:cNvSpPr/>
            <p:nvPr/>
          </p:nvSpPr>
          <p:spPr>
            <a:xfrm>
              <a:off x="2237800" y="1289625"/>
              <a:ext cx="12350" cy="12575"/>
            </a:xfrm>
            <a:custGeom>
              <a:avLst/>
              <a:gdLst/>
              <a:ahLst/>
              <a:cxnLst/>
              <a:rect l="l" t="t" r="r" b="b"/>
              <a:pathLst>
                <a:path w="494" h="503" extrusionOk="0">
                  <a:moveTo>
                    <a:pt x="244" y="0"/>
                  </a:moveTo>
                  <a:cubicBezTo>
                    <a:pt x="107" y="0"/>
                    <a:pt x="0" y="116"/>
                    <a:pt x="0" y="252"/>
                  </a:cubicBezTo>
                  <a:cubicBezTo>
                    <a:pt x="0" y="387"/>
                    <a:pt x="107" y="503"/>
                    <a:pt x="244" y="503"/>
                  </a:cubicBezTo>
                  <a:cubicBezTo>
                    <a:pt x="387" y="503"/>
                    <a:pt x="494" y="387"/>
                    <a:pt x="494" y="252"/>
                  </a:cubicBezTo>
                  <a:cubicBezTo>
                    <a:pt x="494" y="116"/>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8"/>
            <p:cNvSpPr/>
            <p:nvPr/>
          </p:nvSpPr>
          <p:spPr>
            <a:xfrm>
              <a:off x="2329550" y="1289625"/>
              <a:ext cx="12575" cy="12575"/>
            </a:xfrm>
            <a:custGeom>
              <a:avLst/>
              <a:gdLst/>
              <a:ahLst/>
              <a:cxnLst/>
              <a:rect l="l" t="t" r="r" b="b"/>
              <a:pathLst>
                <a:path w="503" h="503" extrusionOk="0">
                  <a:moveTo>
                    <a:pt x="251" y="0"/>
                  </a:moveTo>
                  <a:cubicBezTo>
                    <a:pt x="115" y="0"/>
                    <a:pt x="0" y="116"/>
                    <a:pt x="0" y="252"/>
                  </a:cubicBezTo>
                  <a:cubicBezTo>
                    <a:pt x="0" y="387"/>
                    <a:pt x="115" y="503"/>
                    <a:pt x="251" y="503"/>
                  </a:cubicBezTo>
                  <a:cubicBezTo>
                    <a:pt x="387" y="503"/>
                    <a:pt x="502" y="387"/>
                    <a:pt x="502" y="252"/>
                  </a:cubicBezTo>
                  <a:cubicBezTo>
                    <a:pt x="502"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8"/>
            <p:cNvSpPr/>
            <p:nvPr/>
          </p:nvSpPr>
          <p:spPr>
            <a:xfrm>
              <a:off x="2421325" y="1289625"/>
              <a:ext cx="12550" cy="12575"/>
            </a:xfrm>
            <a:custGeom>
              <a:avLst/>
              <a:gdLst/>
              <a:ahLst/>
              <a:cxnLst/>
              <a:rect l="l" t="t" r="r" b="b"/>
              <a:pathLst>
                <a:path w="502" h="503" extrusionOk="0">
                  <a:moveTo>
                    <a:pt x="250" y="0"/>
                  </a:moveTo>
                  <a:cubicBezTo>
                    <a:pt x="114" y="0"/>
                    <a:pt x="1" y="116"/>
                    <a:pt x="1" y="252"/>
                  </a:cubicBezTo>
                  <a:cubicBezTo>
                    <a:pt x="1" y="387"/>
                    <a:pt x="114" y="503"/>
                    <a:pt x="250" y="503"/>
                  </a:cubicBezTo>
                  <a:cubicBezTo>
                    <a:pt x="395" y="503"/>
                    <a:pt x="501" y="387"/>
                    <a:pt x="501" y="252"/>
                  </a:cubicBezTo>
                  <a:cubicBezTo>
                    <a:pt x="501" y="116"/>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8"/>
            <p:cNvSpPr/>
            <p:nvPr/>
          </p:nvSpPr>
          <p:spPr>
            <a:xfrm>
              <a:off x="2513250" y="1289625"/>
              <a:ext cx="12575" cy="12575"/>
            </a:xfrm>
            <a:custGeom>
              <a:avLst/>
              <a:gdLst/>
              <a:ahLst/>
              <a:cxnLst/>
              <a:rect l="l" t="t" r="r" b="b"/>
              <a:pathLst>
                <a:path w="503" h="503" extrusionOk="0">
                  <a:moveTo>
                    <a:pt x="252" y="0"/>
                  </a:moveTo>
                  <a:cubicBezTo>
                    <a:pt x="109" y="0"/>
                    <a:pt x="0" y="116"/>
                    <a:pt x="0" y="252"/>
                  </a:cubicBezTo>
                  <a:cubicBezTo>
                    <a:pt x="0" y="387"/>
                    <a:pt x="109"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8"/>
            <p:cNvSpPr/>
            <p:nvPr/>
          </p:nvSpPr>
          <p:spPr>
            <a:xfrm>
              <a:off x="2605000" y="1289625"/>
              <a:ext cx="12575" cy="12575"/>
            </a:xfrm>
            <a:custGeom>
              <a:avLst/>
              <a:gdLst/>
              <a:ahLst/>
              <a:cxnLst/>
              <a:rect l="l" t="t" r="r" b="b"/>
              <a:pathLst>
                <a:path w="503" h="503" extrusionOk="0">
                  <a:moveTo>
                    <a:pt x="252" y="0"/>
                  </a:moveTo>
                  <a:cubicBezTo>
                    <a:pt x="116" y="0"/>
                    <a:pt x="0" y="116"/>
                    <a:pt x="0" y="252"/>
                  </a:cubicBezTo>
                  <a:cubicBezTo>
                    <a:pt x="0" y="387"/>
                    <a:pt x="116" y="503"/>
                    <a:pt x="252" y="503"/>
                  </a:cubicBezTo>
                  <a:cubicBezTo>
                    <a:pt x="387" y="503"/>
                    <a:pt x="503" y="387"/>
                    <a:pt x="503" y="252"/>
                  </a:cubicBezTo>
                  <a:cubicBezTo>
                    <a:pt x="503"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8"/>
            <p:cNvSpPr/>
            <p:nvPr/>
          </p:nvSpPr>
          <p:spPr>
            <a:xfrm>
              <a:off x="2696950" y="1289625"/>
              <a:ext cx="12375" cy="12575"/>
            </a:xfrm>
            <a:custGeom>
              <a:avLst/>
              <a:gdLst/>
              <a:ahLst/>
              <a:cxnLst/>
              <a:rect l="l" t="t" r="r" b="b"/>
              <a:pathLst>
                <a:path w="495" h="503" extrusionOk="0">
                  <a:moveTo>
                    <a:pt x="252" y="0"/>
                  </a:moveTo>
                  <a:cubicBezTo>
                    <a:pt x="108" y="0"/>
                    <a:pt x="1" y="116"/>
                    <a:pt x="1" y="252"/>
                  </a:cubicBezTo>
                  <a:cubicBezTo>
                    <a:pt x="1" y="387"/>
                    <a:pt x="108" y="503"/>
                    <a:pt x="252" y="503"/>
                  </a:cubicBezTo>
                  <a:cubicBezTo>
                    <a:pt x="388" y="503"/>
                    <a:pt x="495" y="387"/>
                    <a:pt x="495" y="252"/>
                  </a:cubicBezTo>
                  <a:cubicBezTo>
                    <a:pt x="495"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8"/>
            <p:cNvSpPr/>
            <p:nvPr/>
          </p:nvSpPr>
          <p:spPr>
            <a:xfrm>
              <a:off x="2788700" y="12896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8"/>
            <p:cNvSpPr/>
            <p:nvPr/>
          </p:nvSpPr>
          <p:spPr>
            <a:xfrm>
              <a:off x="2880675" y="1289625"/>
              <a:ext cx="12375" cy="12575"/>
            </a:xfrm>
            <a:custGeom>
              <a:avLst/>
              <a:gdLst/>
              <a:ahLst/>
              <a:cxnLst/>
              <a:rect l="l" t="t" r="r" b="b"/>
              <a:pathLst>
                <a:path w="495" h="503" extrusionOk="0">
                  <a:moveTo>
                    <a:pt x="243" y="0"/>
                  </a:moveTo>
                  <a:cubicBezTo>
                    <a:pt x="107" y="0"/>
                    <a:pt x="0" y="116"/>
                    <a:pt x="0" y="252"/>
                  </a:cubicBezTo>
                  <a:cubicBezTo>
                    <a:pt x="0" y="387"/>
                    <a:pt x="107" y="503"/>
                    <a:pt x="243" y="503"/>
                  </a:cubicBezTo>
                  <a:cubicBezTo>
                    <a:pt x="387" y="503"/>
                    <a:pt x="494" y="387"/>
                    <a:pt x="494" y="252"/>
                  </a:cubicBezTo>
                  <a:cubicBezTo>
                    <a:pt x="494" y="116"/>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8"/>
            <p:cNvSpPr/>
            <p:nvPr/>
          </p:nvSpPr>
          <p:spPr>
            <a:xfrm>
              <a:off x="2972425" y="1289625"/>
              <a:ext cx="12575" cy="12575"/>
            </a:xfrm>
            <a:custGeom>
              <a:avLst/>
              <a:gdLst/>
              <a:ahLst/>
              <a:cxnLst/>
              <a:rect l="l" t="t" r="r" b="b"/>
              <a:pathLst>
                <a:path w="503" h="503" extrusionOk="0">
                  <a:moveTo>
                    <a:pt x="251" y="0"/>
                  </a:moveTo>
                  <a:cubicBezTo>
                    <a:pt x="115" y="0"/>
                    <a:pt x="0" y="116"/>
                    <a:pt x="0" y="252"/>
                  </a:cubicBezTo>
                  <a:cubicBezTo>
                    <a:pt x="0" y="387"/>
                    <a:pt x="115" y="503"/>
                    <a:pt x="251" y="503"/>
                  </a:cubicBezTo>
                  <a:cubicBezTo>
                    <a:pt x="387" y="503"/>
                    <a:pt x="503" y="387"/>
                    <a:pt x="503" y="252"/>
                  </a:cubicBezTo>
                  <a:cubicBezTo>
                    <a:pt x="503"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8"/>
            <p:cNvSpPr/>
            <p:nvPr/>
          </p:nvSpPr>
          <p:spPr>
            <a:xfrm>
              <a:off x="3064375" y="1289625"/>
              <a:ext cx="12375" cy="12575"/>
            </a:xfrm>
            <a:custGeom>
              <a:avLst/>
              <a:gdLst/>
              <a:ahLst/>
              <a:cxnLst/>
              <a:rect l="l" t="t" r="r" b="b"/>
              <a:pathLst>
                <a:path w="495" h="503" extrusionOk="0">
                  <a:moveTo>
                    <a:pt x="243" y="0"/>
                  </a:moveTo>
                  <a:cubicBezTo>
                    <a:pt x="107" y="0"/>
                    <a:pt x="1" y="116"/>
                    <a:pt x="1" y="252"/>
                  </a:cubicBezTo>
                  <a:cubicBezTo>
                    <a:pt x="1" y="387"/>
                    <a:pt x="107" y="503"/>
                    <a:pt x="243" y="503"/>
                  </a:cubicBezTo>
                  <a:cubicBezTo>
                    <a:pt x="388" y="503"/>
                    <a:pt x="495" y="387"/>
                    <a:pt x="495" y="252"/>
                  </a:cubicBezTo>
                  <a:cubicBezTo>
                    <a:pt x="495" y="116"/>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8"/>
            <p:cNvSpPr/>
            <p:nvPr/>
          </p:nvSpPr>
          <p:spPr>
            <a:xfrm>
              <a:off x="3156125" y="12896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8"/>
            <p:cNvSpPr/>
            <p:nvPr/>
          </p:nvSpPr>
          <p:spPr>
            <a:xfrm>
              <a:off x="3247875" y="1289625"/>
              <a:ext cx="12575" cy="12575"/>
            </a:xfrm>
            <a:custGeom>
              <a:avLst/>
              <a:gdLst/>
              <a:ahLst/>
              <a:cxnLst/>
              <a:rect l="l" t="t" r="r" b="b"/>
              <a:pathLst>
                <a:path w="503"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8"/>
            <p:cNvSpPr/>
            <p:nvPr/>
          </p:nvSpPr>
          <p:spPr>
            <a:xfrm>
              <a:off x="3339850" y="1289625"/>
              <a:ext cx="12525" cy="12575"/>
            </a:xfrm>
            <a:custGeom>
              <a:avLst/>
              <a:gdLst/>
              <a:ahLst/>
              <a:cxnLst/>
              <a:rect l="l" t="t" r="r" b="b"/>
              <a:pathLst>
                <a:path w="501" h="503" extrusionOk="0">
                  <a:moveTo>
                    <a:pt x="251" y="0"/>
                  </a:moveTo>
                  <a:cubicBezTo>
                    <a:pt x="107" y="0"/>
                    <a:pt x="0" y="116"/>
                    <a:pt x="0" y="252"/>
                  </a:cubicBezTo>
                  <a:cubicBezTo>
                    <a:pt x="0" y="387"/>
                    <a:pt x="107" y="503"/>
                    <a:pt x="251" y="503"/>
                  </a:cubicBezTo>
                  <a:cubicBezTo>
                    <a:pt x="387" y="503"/>
                    <a:pt x="501" y="387"/>
                    <a:pt x="501" y="252"/>
                  </a:cubicBezTo>
                  <a:cubicBezTo>
                    <a:pt x="501"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8"/>
            <p:cNvSpPr/>
            <p:nvPr/>
          </p:nvSpPr>
          <p:spPr>
            <a:xfrm>
              <a:off x="3431575" y="12896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8"/>
            <p:cNvSpPr/>
            <p:nvPr/>
          </p:nvSpPr>
          <p:spPr>
            <a:xfrm>
              <a:off x="3523550" y="1289625"/>
              <a:ext cx="12375" cy="12575"/>
            </a:xfrm>
            <a:custGeom>
              <a:avLst/>
              <a:gdLst/>
              <a:ahLst/>
              <a:cxnLst/>
              <a:rect l="l" t="t" r="r" b="b"/>
              <a:pathLst>
                <a:path w="495" h="503" extrusionOk="0">
                  <a:moveTo>
                    <a:pt x="250" y="0"/>
                  </a:moveTo>
                  <a:cubicBezTo>
                    <a:pt x="107" y="0"/>
                    <a:pt x="0" y="116"/>
                    <a:pt x="0" y="252"/>
                  </a:cubicBezTo>
                  <a:cubicBezTo>
                    <a:pt x="0" y="387"/>
                    <a:pt x="107" y="503"/>
                    <a:pt x="250" y="503"/>
                  </a:cubicBezTo>
                  <a:cubicBezTo>
                    <a:pt x="388" y="503"/>
                    <a:pt x="494" y="387"/>
                    <a:pt x="494" y="252"/>
                  </a:cubicBezTo>
                  <a:cubicBezTo>
                    <a:pt x="494"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8"/>
            <p:cNvSpPr/>
            <p:nvPr/>
          </p:nvSpPr>
          <p:spPr>
            <a:xfrm>
              <a:off x="676400" y="1381375"/>
              <a:ext cx="12600" cy="12575"/>
            </a:xfrm>
            <a:custGeom>
              <a:avLst/>
              <a:gdLst/>
              <a:ahLst/>
              <a:cxnLst/>
              <a:rect l="l" t="t" r="r" b="b"/>
              <a:pathLst>
                <a:path w="504" h="503" extrusionOk="0">
                  <a:moveTo>
                    <a:pt x="252" y="0"/>
                  </a:moveTo>
                  <a:cubicBezTo>
                    <a:pt x="116" y="0"/>
                    <a:pt x="1" y="116"/>
                    <a:pt x="1" y="251"/>
                  </a:cubicBezTo>
                  <a:cubicBezTo>
                    <a:pt x="1" y="394"/>
                    <a:pt x="116" y="503"/>
                    <a:pt x="252" y="503"/>
                  </a:cubicBezTo>
                  <a:cubicBezTo>
                    <a:pt x="388" y="503"/>
                    <a:pt x="503" y="394"/>
                    <a:pt x="503" y="251"/>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8"/>
            <p:cNvSpPr/>
            <p:nvPr/>
          </p:nvSpPr>
          <p:spPr>
            <a:xfrm>
              <a:off x="768325" y="1381375"/>
              <a:ext cx="12400" cy="12575"/>
            </a:xfrm>
            <a:custGeom>
              <a:avLst/>
              <a:gdLst/>
              <a:ahLst/>
              <a:cxnLst/>
              <a:rect l="l" t="t" r="r" b="b"/>
              <a:pathLst>
                <a:path w="496" h="503" extrusionOk="0">
                  <a:moveTo>
                    <a:pt x="245" y="0"/>
                  </a:moveTo>
                  <a:cubicBezTo>
                    <a:pt x="109" y="0"/>
                    <a:pt x="0" y="116"/>
                    <a:pt x="0" y="251"/>
                  </a:cubicBezTo>
                  <a:cubicBezTo>
                    <a:pt x="0" y="394"/>
                    <a:pt x="109" y="503"/>
                    <a:pt x="245" y="503"/>
                  </a:cubicBezTo>
                  <a:cubicBezTo>
                    <a:pt x="388" y="503"/>
                    <a:pt x="496" y="394"/>
                    <a:pt x="496" y="251"/>
                  </a:cubicBezTo>
                  <a:cubicBezTo>
                    <a:pt x="496" y="116"/>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8"/>
            <p:cNvSpPr/>
            <p:nvPr/>
          </p:nvSpPr>
          <p:spPr>
            <a:xfrm>
              <a:off x="860125" y="1381375"/>
              <a:ext cx="12525" cy="12575"/>
            </a:xfrm>
            <a:custGeom>
              <a:avLst/>
              <a:gdLst/>
              <a:ahLst/>
              <a:cxnLst/>
              <a:rect l="l" t="t" r="r" b="b"/>
              <a:pathLst>
                <a:path w="501" h="503" extrusionOk="0">
                  <a:moveTo>
                    <a:pt x="251" y="0"/>
                  </a:moveTo>
                  <a:cubicBezTo>
                    <a:pt x="114" y="0"/>
                    <a:pt x="0" y="116"/>
                    <a:pt x="0" y="251"/>
                  </a:cubicBezTo>
                  <a:cubicBezTo>
                    <a:pt x="0" y="394"/>
                    <a:pt x="114" y="503"/>
                    <a:pt x="251" y="503"/>
                  </a:cubicBezTo>
                  <a:cubicBezTo>
                    <a:pt x="387" y="503"/>
                    <a:pt x="501" y="394"/>
                    <a:pt x="501" y="251"/>
                  </a:cubicBezTo>
                  <a:cubicBezTo>
                    <a:pt x="501"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8"/>
            <p:cNvSpPr/>
            <p:nvPr/>
          </p:nvSpPr>
          <p:spPr>
            <a:xfrm>
              <a:off x="951850" y="1381375"/>
              <a:ext cx="12600" cy="12575"/>
            </a:xfrm>
            <a:custGeom>
              <a:avLst/>
              <a:gdLst/>
              <a:ahLst/>
              <a:cxnLst/>
              <a:rect l="l" t="t" r="r" b="b"/>
              <a:pathLst>
                <a:path w="504" h="503" extrusionOk="0">
                  <a:moveTo>
                    <a:pt x="252" y="0"/>
                  </a:moveTo>
                  <a:cubicBezTo>
                    <a:pt x="116" y="0"/>
                    <a:pt x="1" y="116"/>
                    <a:pt x="1" y="251"/>
                  </a:cubicBezTo>
                  <a:cubicBezTo>
                    <a:pt x="1" y="394"/>
                    <a:pt x="116" y="503"/>
                    <a:pt x="252" y="503"/>
                  </a:cubicBezTo>
                  <a:cubicBezTo>
                    <a:pt x="388" y="503"/>
                    <a:pt x="503" y="394"/>
                    <a:pt x="503" y="251"/>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8"/>
            <p:cNvSpPr/>
            <p:nvPr/>
          </p:nvSpPr>
          <p:spPr>
            <a:xfrm>
              <a:off x="1043825" y="1381375"/>
              <a:ext cx="12375" cy="12575"/>
            </a:xfrm>
            <a:custGeom>
              <a:avLst/>
              <a:gdLst/>
              <a:ahLst/>
              <a:cxnLst/>
              <a:rect l="l" t="t" r="r" b="b"/>
              <a:pathLst>
                <a:path w="495" h="503" extrusionOk="0">
                  <a:moveTo>
                    <a:pt x="250" y="0"/>
                  </a:moveTo>
                  <a:cubicBezTo>
                    <a:pt x="107" y="0"/>
                    <a:pt x="0" y="116"/>
                    <a:pt x="0" y="251"/>
                  </a:cubicBezTo>
                  <a:cubicBezTo>
                    <a:pt x="0" y="394"/>
                    <a:pt x="107" y="503"/>
                    <a:pt x="250" y="503"/>
                  </a:cubicBezTo>
                  <a:cubicBezTo>
                    <a:pt x="388" y="503"/>
                    <a:pt x="494" y="394"/>
                    <a:pt x="494" y="251"/>
                  </a:cubicBezTo>
                  <a:cubicBezTo>
                    <a:pt x="494"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8"/>
            <p:cNvSpPr/>
            <p:nvPr/>
          </p:nvSpPr>
          <p:spPr>
            <a:xfrm>
              <a:off x="1135575" y="1381375"/>
              <a:ext cx="12575" cy="12575"/>
            </a:xfrm>
            <a:custGeom>
              <a:avLst/>
              <a:gdLst/>
              <a:ahLst/>
              <a:cxnLst/>
              <a:rect l="l" t="t" r="r" b="b"/>
              <a:pathLst>
                <a:path w="503" h="503" extrusionOk="0">
                  <a:moveTo>
                    <a:pt x="252" y="0"/>
                  </a:moveTo>
                  <a:cubicBezTo>
                    <a:pt x="116" y="0"/>
                    <a:pt x="0" y="116"/>
                    <a:pt x="0" y="251"/>
                  </a:cubicBezTo>
                  <a:cubicBezTo>
                    <a:pt x="0" y="394"/>
                    <a:pt x="116" y="503"/>
                    <a:pt x="252" y="503"/>
                  </a:cubicBezTo>
                  <a:cubicBezTo>
                    <a:pt x="387" y="503"/>
                    <a:pt x="503" y="394"/>
                    <a:pt x="503" y="251"/>
                  </a:cubicBezTo>
                  <a:cubicBezTo>
                    <a:pt x="503"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8"/>
            <p:cNvSpPr/>
            <p:nvPr/>
          </p:nvSpPr>
          <p:spPr>
            <a:xfrm>
              <a:off x="1227500" y="1381375"/>
              <a:ext cx="12400" cy="12575"/>
            </a:xfrm>
            <a:custGeom>
              <a:avLst/>
              <a:gdLst/>
              <a:ahLst/>
              <a:cxnLst/>
              <a:rect l="l" t="t" r="r" b="b"/>
              <a:pathLst>
                <a:path w="496" h="503" extrusionOk="0">
                  <a:moveTo>
                    <a:pt x="251" y="0"/>
                  </a:moveTo>
                  <a:cubicBezTo>
                    <a:pt x="109" y="0"/>
                    <a:pt x="0" y="116"/>
                    <a:pt x="0" y="251"/>
                  </a:cubicBezTo>
                  <a:cubicBezTo>
                    <a:pt x="0" y="394"/>
                    <a:pt x="109" y="503"/>
                    <a:pt x="251" y="503"/>
                  </a:cubicBezTo>
                  <a:cubicBezTo>
                    <a:pt x="387" y="503"/>
                    <a:pt x="496" y="394"/>
                    <a:pt x="496" y="251"/>
                  </a:cubicBezTo>
                  <a:cubicBezTo>
                    <a:pt x="496"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8"/>
            <p:cNvSpPr/>
            <p:nvPr/>
          </p:nvSpPr>
          <p:spPr>
            <a:xfrm>
              <a:off x="1319275" y="1381375"/>
              <a:ext cx="12550" cy="12575"/>
            </a:xfrm>
            <a:custGeom>
              <a:avLst/>
              <a:gdLst/>
              <a:ahLst/>
              <a:cxnLst/>
              <a:rect l="l" t="t" r="r" b="b"/>
              <a:pathLst>
                <a:path w="502" h="503" extrusionOk="0">
                  <a:moveTo>
                    <a:pt x="252" y="0"/>
                  </a:moveTo>
                  <a:cubicBezTo>
                    <a:pt x="114" y="0"/>
                    <a:pt x="1" y="116"/>
                    <a:pt x="1" y="251"/>
                  </a:cubicBezTo>
                  <a:cubicBezTo>
                    <a:pt x="1" y="394"/>
                    <a:pt x="114" y="503"/>
                    <a:pt x="252" y="503"/>
                  </a:cubicBezTo>
                  <a:cubicBezTo>
                    <a:pt x="388" y="503"/>
                    <a:pt x="501" y="394"/>
                    <a:pt x="501" y="251"/>
                  </a:cubicBezTo>
                  <a:cubicBezTo>
                    <a:pt x="501"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8"/>
            <p:cNvSpPr/>
            <p:nvPr/>
          </p:nvSpPr>
          <p:spPr>
            <a:xfrm>
              <a:off x="1411200" y="1381375"/>
              <a:ext cx="12425" cy="12575"/>
            </a:xfrm>
            <a:custGeom>
              <a:avLst/>
              <a:gdLst/>
              <a:ahLst/>
              <a:cxnLst/>
              <a:rect l="l" t="t" r="r" b="b"/>
              <a:pathLst>
                <a:path w="497" h="503" extrusionOk="0">
                  <a:moveTo>
                    <a:pt x="245" y="0"/>
                  </a:moveTo>
                  <a:cubicBezTo>
                    <a:pt x="109" y="0"/>
                    <a:pt x="1" y="116"/>
                    <a:pt x="1" y="251"/>
                  </a:cubicBezTo>
                  <a:cubicBezTo>
                    <a:pt x="1" y="394"/>
                    <a:pt x="109" y="503"/>
                    <a:pt x="245" y="503"/>
                  </a:cubicBezTo>
                  <a:cubicBezTo>
                    <a:pt x="388" y="503"/>
                    <a:pt x="496" y="394"/>
                    <a:pt x="496" y="251"/>
                  </a:cubicBezTo>
                  <a:cubicBezTo>
                    <a:pt x="496" y="116"/>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8"/>
            <p:cNvSpPr/>
            <p:nvPr/>
          </p:nvSpPr>
          <p:spPr>
            <a:xfrm>
              <a:off x="1503000" y="1381375"/>
              <a:ext cx="12525" cy="12575"/>
            </a:xfrm>
            <a:custGeom>
              <a:avLst/>
              <a:gdLst/>
              <a:ahLst/>
              <a:cxnLst/>
              <a:rect l="l" t="t" r="r" b="b"/>
              <a:pathLst>
                <a:path w="501" h="503" extrusionOk="0">
                  <a:moveTo>
                    <a:pt x="250" y="0"/>
                  </a:moveTo>
                  <a:cubicBezTo>
                    <a:pt x="114" y="0"/>
                    <a:pt x="0" y="116"/>
                    <a:pt x="0" y="251"/>
                  </a:cubicBezTo>
                  <a:cubicBezTo>
                    <a:pt x="0" y="394"/>
                    <a:pt x="114" y="503"/>
                    <a:pt x="250" y="503"/>
                  </a:cubicBezTo>
                  <a:cubicBezTo>
                    <a:pt x="387" y="503"/>
                    <a:pt x="501" y="394"/>
                    <a:pt x="501" y="251"/>
                  </a:cubicBezTo>
                  <a:cubicBezTo>
                    <a:pt x="501" y="116"/>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8"/>
            <p:cNvSpPr/>
            <p:nvPr/>
          </p:nvSpPr>
          <p:spPr>
            <a:xfrm>
              <a:off x="1594750" y="1381375"/>
              <a:ext cx="12575" cy="12575"/>
            </a:xfrm>
            <a:custGeom>
              <a:avLst/>
              <a:gdLst/>
              <a:ahLst/>
              <a:cxnLst/>
              <a:rect l="l" t="t" r="r" b="b"/>
              <a:pathLst>
                <a:path w="503" h="503" extrusionOk="0">
                  <a:moveTo>
                    <a:pt x="251" y="0"/>
                  </a:moveTo>
                  <a:cubicBezTo>
                    <a:pt x="115" y="0"/>
                    <a:pt x="0" y="116"/>
                    <a:pt x="0" y="251"/>
                  </a:cubicBezTo>
                  <a:cubicBezTo>
                    <a:pt x="0" y="394"/>
                    <a:pt x="115" y="503"/>
                    <a:pt x="251" y="503"/>
                  </a:cubicBezTo>
                  <a:cubicBezTo>
                    <a:pt x="394" y="503"/>
                    <a:pt x="503" y="394"/>
                    <a:pt x="503" y="251"/>
                  </a:cubicBezTo>
                  <a:cubicBezTo>
                    <a:pt x="503" y="116"/>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8"/>
            <p:cNvSpPr/>
            <p:nvPr/>
          </p:nvSpPr>
          <p:spPr>
            <a:xfrm>
              <a:off x="1686650" y="1381375"/>
              <a:ext cx="12600" cy="12575"/>
            </a:xfrm>
            <a:custGeom>
              <a:avLst/>
              <a:gdLst/>
              <a:ahLst/>
              <a:cxnLst/>
              <a:rect l="l" t="t" r="r" b="b"/>
              <a:pathLst>
                <a:path w="504" h="503" extrusionOk="0">
                  <a:moveTo>
                    <a:pt x="252" y="0"/>
                  </a:moveTo>
                  <a:cubicBezTo>
                    <a:pt x="116" y="0"/>
                    <a:pt x="1" y="116"/>
                    <a:pt x="1" y="251"/>
                  </a:cubicBezTo>
                  <a:cubicBezTo>
                    <a:pt x="1" y="394"/>
                    <a:pt x="116" y="503"/>
                    <a:pt x="252" y="503"/>
                  </a:cubicBezTo>
                  <a:cubicBezTo>
                    <a:pt x="388" y="503"/>
                    <a:pt x="503" y="394"/>
                    <a:pt x="503" y="251"/>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8"/>
            <p:cNvSpPr/>
            <p:nvPr/>
          </p:nvSpPr>
          <p:spPr>
            <a:xfrm>
              <a:off x="1778450" y="1381375"/>
              <a:ext cx="12550" cy="12575"/>
            </a:xfrm>
            <a:custGeom>
              <a:avLst/>
              <a:gdLst/>
              <a:ahLst/>
              <a:cxnLst/>
              <a:rect l="l" t="t" r="r" b="b"/>
              <a:pathLst>
                <a:path w="502" h="503" extrusionOk="0">
                  <a:moveTo>
                    <a:pt x="252" y="0"/>
                  </a:moveTo>
                  <a:cubicBezTo>
                    <a:pt x="114" y="0"/>
                    <a:pt x="1" y="116"/>
                    <a:pt x="1" y="251"/>
                  </a:cubicBezTo>
                  <a:cubicBezTo>
                    <a:pt x="1" y="394"/>
                    <a:pt x="114" y="503"/>
                    <a:pt x="252" y="503"/>
                  </a:cubicBezTo>
                  <a:cubicBezTo>
                    <a:pt x="388" y="503"/>
                    <a:pt x="501" y="394"/>
                    <a:pt x="501" y="251"/>
                  </a:cubicBezTo>
                  <a:cubicBezTo>
                    <a:pt x="501"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8"/>
            <p:cNvSpPr/>
            <p:nvPr/>
          </p:nvSpPr>
          <p:spPr>
            <a:xfrm>
              <a:off x="1870375" y="1381375"/>
              <a:ext cx="12400" cy="12575"/>
            </a:xfrm>
            <a:custGeom>
              <a:avLst/>
              <a:gdLst/>
              <a:ahLst/>
              <a:cxnLst/>
              <a:rect l="l" t="t" r="r" b="b"/>
              <a:pathLst>
                <a:path w="496" h="503" extrusionOk="0">
                  <a:moveTo>
                    <a:pt x="252" y="0"/>
                  </a:moveTo>
                  <a:cubicBezTo>
                    <a:pt x="109" y="0"/>
                    <a:pt x="0" y="116"/>
                    <a:pt x="0" y="251"/>
                  </a:cubicBezTo>
                  <a:cubicBezTo>
                    <a:pt x="0" y="394"/>
                    <a:pt x="109" y="503"/>
                    <a:pt x="252" y="503"/>
                  </a:cubicBezTo>
                  <a:cubicBezTo>
                    <a:pt x="387" y="503"/>
                    <a:pt x="496" y="394"/>
                    <a:pt x="496" y="251"/>
                  </a:cubicBezTo>
                  <a:cubicBezTo>
                    <a:pt x="496"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8"/>
            <p:cNvSpPr/>
            <p:nvPr/>
          </p:nvSpPr>
          <p:spPr>
            <a:xfrm>
              <a:off x="1962150" y="1381375"/>
              <a:ext cx="12550" cy="12575"/>
            </a:xfrm>
            <a:custGeom>
              <a:avLst/>
              <a:gdLst/>
              <a:ahLst/>
              <a:cxnLst/>
              <a:rect l="l" t="t" r="r" b="b"/>
              <a:pathLst>
                <a:path w="502" h="503" extrusionOk="0">
                  <a:moveTo>
                    <a:pt x="250" y="0"/>
                  </a:moveTo>
                  <a:cubicBezTo>
                    <a:pt x="114" y="0"/>
                    <a:pt x="1" y="116"/>
                    <a:pt x="1" y="251"/>
                  </a:cubicBezTo>
                  <a:cubicBezTo>
                    <a:pt x="1" y="394"/>
                    <a:pt x="114" y="503"/>
                    <a:pt x="250" y="503"/>
                  </a:cubicBezTo>
                  <a:cubicBezTo>
                    <a:pt x="388" y="503"/>
                    <a:pt x="502" y="394"/>
                    <a:pt x="502" y="251"/>
                  </a:cubicBezTo>
                  <a:cubicBezTo>
                    <a:pt x="502"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8"/>
            <p:cNvSpPr/>
            <p:nvPr/>
          </p:nvSpPr>
          <p:spPr>
            <a:xfrm>
              <a:off x="2054075" y="1381375"/>
              <a:ext cx="12425" cy="12575"/>
            </a:xfrm>
            <a:custGeom>
              <a:avLst/>
              <a:gdLst/>
              <a:ahLst/>
              <a:cxnLst/>
              <a:rect l="l" t="t" r="r" b="b"/>
              <a:pathLst>
                <a:path w="497" h="503" extrusionOk="0">
                  <a:moveTo>
                    <a:pt x="252" y="0"/>
                  </a:moveTo>
                  <a:cubicBezTo>
                    <a:pt x="109" y="0"/>
                    <a:pt x="1" y="116"/>
                    <a:pt x="1" y="251"/>
                  </a:cubicBezTo>
                  <a:cubicBezTo>
                    <a:pt x="1" y="394"/>
                    <a:pt x="109" y="503"/>
                    <a:pt x="252" y="503"/>
                  </a:cubicBezTo>
                  <a:cubicBezTo>
                    <a:pt x="388" y="503"/>
                    <a:pt x="496" y="394"/>
                    <a:pt x="496" y="251"/>
                  </a:cubicBezTo>
                  <a:cubicBezTo>
                    <a:pt x="496"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8"/>
            <p:cNvSpPr/>
            <p:nvPr/>
          </p:nvSpPr>
          <p:spPr>
            <a:xfrm>
              <a:off x="2145825" y="1381375"/>
              <a:ext cx="12600" cy="12575"/>
            </a:xfrm>
            <a:custGeom>
              <a:avLst/>
              <a:gdLst/>
              <a:ahLst/>
              <a:cxnLst/>
              <a:rect l="l" t="t" r="r" b="b"/>
              <a:pathLst>
                <a:path w="504" h="503" extrusionOk="0">
                  <a:moveTo>
                    <a:pt x="252" y="0"/>
                  </a:moveTo>
                  <a:cubicBezTo>
                    <a:pt x="116" y="0"/>
                    <a:pt x="1" y="116"/>
                    <a:pt x="1" y="251"/>
                  </a:cubicBezTo>
                  <a:cubicBezTo>
                    <a:pt x="1" y="394"/>
                    <a:pt x="116" y="503"/>
                    <a:pt x="252" y="503"/>
                  </a:cubicBezTo>
                  <a:cubicBezTo>
                    <a:pt x="388" y="503"/>
                    <a:pt x="503" y="394"/>
                    <a:pt x="503" y="251"/>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8"/>
            <p:cNvSpPr/>
            <p:nvPr/>
          </p:nvSpPr>
          <p:spPr>
            <a:xfrm>
              <a:off x="2237800" y="1381375"/>
              <a:ext cx="12350" cy="12575"/>
            </a:xfrm>
            <a:custGeom>
              <a:avLst/>
              <a:gdLst/>
              <a:ahLst/>
              <a:cxnLst/>
              <a:rect l="l" t="t" r="r" b="b"/>
              <a:pathLst>
                <a:path w="494" h="503" extrusionOk="0">
                  <a:moveTo>
                    <a:pt x="244" y="0"/>
                  </a:moveTo>
                  <a:cubicBezTo>
                    <a:pt x="107" y="0"/>
                    <a:pt x="0" y="116"/>
                    <a:pt x="0" y="251"/>
                  </a:cubicBezTo>
                  <a:cubicBezTo>
                    <a:pt x="0" y="394"/>
                    <a:pt x="107" y="503"/>
                    <a:pt x="244" y="503"/>
                  </a:cubicBezTo>
                  <a:cubicBezTo>
                    <a:pt x="387" y="503"/>
                    <a:pt x="494" y="394"/>
                    <a:pt x="494" y="251"/>
                  </a:cubicBezTo>
                  <a:cubicBezTo>
                    <a:pt x="494" y="116"/>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8"/>
            <p:cNvSpPr/>
            <p:nvPr/>
          </p:nvSpPr>
          <p:spPr>
            <a:xfrm>
              <a:off x="2329550" y="1381375"/>
              <a:ext cx="12575" cy="12575"/>
            </a:xfrm>
            <a:custGeom>
              <a:avLst/>
              <a:gdLst/>
              <a:ahLst/>
              <a:cxnLst/>
              <a:rect l="l" t="t" r="r" b="b"/>
              <a:pathLst>
                <a:path w="503" h="503" extrusionOk="0">
                  <a:moveTo>
                    <a:pt x="251" y="0"/>
                  </a:moveTo>
                  <a:cubicBezTo>
                    <a:pt x="115" y="0"/>
                    <a:pt x="0" y="116"/>
                    <a:pt x="0" y="251"/>
                  </a:cubicBezTo>
                  <a:cubicBezTo>
                    <a:pt x="0" y="394"/>
                    <a:pt x="115" y="503"/>
                    <a:pt x="251" y="503"/>
                  </a:cubicBezTo>
                  <a:cubicBezTo>
                    <a:pt x="387" y="503"/>
                    <a:pt x="502" y="394"/>
                    <a:pt x="502" y="251"/>
                  </a:cubicBezTo>
                  <a:cubicBezTo>
                    <a:pt x="502"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8"/>
            <p:cNvSpPr/>
            <p:nvPr/>
          </p:nvSpPr>
          <p:spPr>
            <a:xfrm>
              <a:off x="2421325" y="1381375"/>
              <a:ext cx="12550" cy="12575"/>
            </a:xfrm>
            <a:custGeom>
              <a:avLst/>
              <a:gdLst/>
              <a:ahLst/>
              <a:cxnLst/>
              <a:rect l="l" t="t" r="r" b="b"/>
              <a:pathLst>
                <a:path w="502" h="503" extrusionOk="0">
                  <a:moveTo>
                    <a:pt x="250" y="0"/>
                  </a:moveTo>
                  <a:cubicBezTo>
                    <a:pt x="114" y="0"/>
                    <a:pt x="1" y="116"/>
                    <a:pt x="1" y="251"/>
                  </a:cubicBezTo>
                  <a:cubicBezTo>
                    <a:pt x="1" y="394"/>
                    <a:pt x="114" y="503"/>
                    <a:pt x="250" y="503"/>
                  </a:cubicBezTo>
                  <a:cubicBezTo>
                    <a:pt x="395" y="503"/>
                    <a:pt x="501" y="394"/>
                    <a:pt x="501" y="251"/>
                  </a:cubicBezTo>
                  <a:cubicBezTo>
                    <a:pt x="501" y="116"/>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8"/>
            <p:cNvSpPr/>
            <p:nvPr/>
          </p:nvSpPr>
          <p:spPr>
            <a:xfrm>
              <a:off x="2513250" y="1381375"/>
              <a:ext cx="12575" cy="12575"/>
            </a:xfrm>
            <a:custGeom>
              <a:avLst/>
              <a:gdLst/>
              <a:ahLst/>
              <a:cxnLst/>
              <a:rect l="l" t="t" r="r" b="b"/>
              <a:pathLst>
                <a:path w="503" h="503" extrusionOk="0">
                  <a:moveTo>
                    <a:pt x="252" y="0"/>
                  </a:moveTo>
                  <a:cubicBezTo>
                    <a:pt x="109" y="0"/>
                    <a:pt x="0" y="116"/>
                    <a:pt x="0" y="251"/>
                  </a:cubicBezTo>
                  <a:cubicBezTo>
                    <a:pt x="0" y="394"/>
                    <a:pt x="109" y="503"/>
                    <a:pt x="252" y="503"/>
                  </a:cubicBezTo>
                  <a:cubicBezTo>
                    <a:pt x="388" y="503"/>
                    <a:pt x="503" y="394"/>
                    <a:pt x="503" y="251"/>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8"/>
            <p:cNvSpPr/>
            <p:nvPr/>
          </p:nvSpPr>
          <p:spPr>
            <a:xfrm>
              <a:off x="2605000" y="1381375"/>
              <a:ext cx="12575" cy="12575"/>
            </a:xfrm>
            <a:custGeom>
              <a:avLst/>
              <a:gdLst/>
              <a:ahLst/>
              <a:cxnLst/>
              <a:rect l="l" t="t" r="r" b="b"/>
              <a:pathLst>
                <a:path w="503" h="503" extrusionOk="0">
                  <a:moveTo>
                    <a:pt x="252" y="0"/>
                  </a:moveTo>
                  <a:cubicBezTo>
                    <a:pt x="116" y="0"/>
                    <a:pt x="0" y="116"/>
                    <a:pt x="0" y="251"/>
                  </a:cubicBezTo>
                  <a:cubicBezTo>
                    <a:pt x="0" y="394"/>
                    <a:pt x="116" y="503"/>
                    <a:pt x="252" y="503"/>
                  </a:cubicBezTo>
                  <a:cubicBezTo>
                    <a:pt x="387" y="503"/>
                    <a:pt x="503" y="394"/>
                    <a:pt x="503" y="251"/>
                  </a:cubicBezTo>
                  <a:cubicBezTo>
                    <a:pt x="503"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8"/>
            <p:cNvSpPr/>
            <p:nvPr/>
          </p:nvSpPr>
          <p:spPr>
            <a:xfrm>
              <a:off x="2696950" y="1381375"/>
              <a:ext cx="12375" cy="12575"/>
            </a:xfrm>
            <a:custGeom>
              <a:avLst/>
              <a:gdLst/>
              <a:ahLst/>
              <a:cxnLst/>
              <a:rect l="l" t="t" r="r" b="b"/>
              <a:pathLst>
                <a:path w="495" h="503" extrusionOk="0">
                  <a:moveTo>
                    <a:pt x="252" y="0"/>
                  </a:moveTo>
                  <a:cubicBezTo>
                    <a:pt x="108" y="0"/>
                    <a:pt x="1" y="116"/>
                    <a:pt x="1" y="251"/>
                  </a:cubicBezTo>
                  <a:cubicBezTo>
                    <a:pt x="1" y="394"/>
                    <a:pt x="108" y="503"/>
                    <a:pt x="252" y="503"/>
                  </a:cubicBezTo>
                  <a:cubicBezTo>
                    <a:pt x="388" y="503"/>
                    <a:pt x="495" y="394"/>
                    <a:pt x="495" y="251"/>
                  </a:cubicBezTo>
                  <a:cubicBezTo>
                    <a:pt x="495"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8"/>
            <p:cNvSpPr/>
            <p:nvPr/>
          </p:nvSpPr>
          <p:spPr>
            <a:xfrm>
              <a:off x="2788700" y="1381375"/>
              <a:ext cx="12600" cy="12575"/>
            </a:xfrm>
            <a:custGeom>
              <a:avLst/>
              <a:gdLst/>
              <a:ahLst/>
              <a:cxnLst/>
              <a:rect l="l" t="t" r="r" b="b"/>
              <a:pathLst>
                <a:path w="504" h="503" extrusionOk="0">
                  <a:moveTo>
                    <a:pt x="252" y="0"/>
                  </a:moveTo>
                  <a:cubicBezTo>
                    <a:pt x="116" y="0"/>
                    <a:pt x="1" y="116"/>
                    <a:pt x="1" y="251"/>
                  </a:cubicBezTo>
                  <a:cubicBezTo>
                    <a:pt x="1" y="394"/>
                    <a:pt x="116" y="503"/>
                    <a:pt x="252" y="503"/>
                  </a:cubicBezTo>
                  <a:cubicBezTo>
                    <a:pt x="388" y="503"/>
                    <a:pt x="503" y="394"/>
                    <a:pt x="503" y="251"/>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8"/>
            <p:cNvSpPr/>
            <p:nvPr/>
          </p:nvSpPr>
          <p:spPr>
            <a:xfrm>
              <a:off x="2880675" y="1381375"/>
              <a:ext cx="12375" cy="12575"/>
            </a:xfrm>
            <a:custGeom>
              <a:avLst/>
              <a:gdLst/>
              <a:ahLst/>
              <a:cxnLst/>
              <a:rect l="l" t="t" r="r" b="b"/>
              <a:pathLst>
                <a:path w="495" h="503" extrusionOk="0">
                  <a:moveTo>
                    <a:pt x="243" y="0"/>
                  </a:moveTo>
                  <a:cubicBezTo>
                    <a:pt x="107" y="0"/>
                    <a:pt x="0" y="116"/>
                    <a:pt x="0" y="251"/>
                  </a:cubicBezTo>
                  <a:cubicBezTo>
                    <a:pt x="0" y="394"/>
                    <a:pt x="107" y="503"/>
                    <a:pt x="243" y="503"/>
                  </a:cubicBezTo>
                  <a:cubicBezTo>
                    <a:pt x="387" y="503"/>
                    <a:pt x="494" y="394"/>
                    <a:pt x="494" y="251"/>
                  </a:cubicBezTo>
                  <a:cubicBezTo>
                    <a:pt x="494" y="116"/>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8"/>
            <p:cNvSpPr/>
            <p:nvPr/>
          </p:nvSpPr>
          <p:spPr>
            <a:xfrm>
              <a:off x="2972425" y="1381375"/>
              <a:ext cx="12575" cy="12575"/>
            </a:xfrm>
            <a:custGeom>
              <a:avLst/>
              <a:gdLst/>
              <a:ahLst/>
              <a:cxnLst/>
              <a:rect l="l" t="t" r="r" b="b"/>
              <a:pathLst>
                <a:path w="503" h="503" extrusionOk="0">
                  <a:moveTo>
                    <a:pt x="251" y="0"/>
                  </a:moveTo>
                  <a:cubicBezTo>
                    <a:pt x="115" y="0"/>
                    <a:pt x="0" y="116"/>
                    <a:pt x="0" y="251"/>
                  </a:cubicBezTo>
                  <a:cubicBezTo>
                    <a:pt x="0" y="394"/>
                    <a:pt x="115" y="503"/>
                    <a:pt x="251" y="503"/>
                  </a:cubicBezTo>
                  <a:cubicBezTo>
                    <a:pt x="387" y="503"/>
                    <a:pt x="503" y="394"/>
                    <a:pt x="503" y="251"/>
                  </a:cubicBezTo>
                  <a:cubicBezTo>
                    <a:pt x="503"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8"/>
            <p:cNvSpPr/>
            <p:nvPr/>
          </p:nvSpPr>
          <p:spPr>
            <a:xfrm>
              <a:off x="3064375" y="1381375"/>
              <a:ext cx="12375" cy="12575"/>
            </a:xfrm>
            <a:custGeom>
              <a:avLst/>
              <a:gdLst/>
              <a:ahLst/>
              <a:cxnLst/>
              <a:rect l="l" t="t" r="r" b="b"/>
              <a:pathLst>
                <a:path w="495" h="503" extrusionOk="0">
                  <a:moveTo>
                    <a:pt x="243" y="0"/>
                  </a:moveTo>
                  <a:cubicBezTo>
                    <a:pt x="107" y="0"/>
                    <a:pt x="1" y="116"/>
                    <a:pt x="1" y="251"/>
                  </a:cubicBezTo>
                  <a:cubicBezTo>
                    <a:pt x="1" y="394"/>
                    <a:pt x="107" y="503"/>
                    <a:pt x="243" y="503"/>
                  </a:cubicBezTo>
                  <a:cubicBezTo>
                    <a:pt x="388" y="503"/>
                    <a:pt x="495" y="394"/>
                    <a:pt x="495" y="251"/>
                  </a:cubicBezTo>
                  <a:cubicBezTo>
                    <a:pt x="495" y="116"/>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8"/>
            <p:cNvSpPr/>
            <p:nvPr/>
          </p:nvSpPr>
          <p:spPr>
            <a:xfrm>
              <a:off x="3156125" y="1381375"/>
              <a:ext cx="12600" cy="12575"/>
            </a:xfrm>
            <a:custGeom>
              <a:avLst/>
              <a:gdLst/>
              <a:ahLst/>
              <a:cxnLst/>
              <a:rect l="l" t="t" r="r" b="b"/>
              <a:pathLst>
                <a:path w="504" h="503" extrusionOk="0">
                  <a:moveTo>
                    <a:pt x="252" y="0"/>
                  </a:moveTo>
                  <a:cubicBezTo>
                    <a:pt x="116" y="0"/>
                    <a:pt x="1" y="116"/>
                    <a:pt x="1" y="251"/>
                  </a:cubicBezTo>
                  <a:cubicBezTo>
                    <a:pt x="1" y="394"/>
                    <a:pt x="116" y="503"/>
                    <a:pt x="252" y="503"/>
                  </a:cubicBezTo>
                  <a:cubicBezTo>
                    <a:pt x="388" y="503"/>
                    <a:pt x="503" y="394"/>
                    <a:pt x="503" y="251"/>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8"/>
            <p:cNvSpPr/>
            <p:nvPr/>
          </p:nvSpPr>
          <p:spPr>
            <a:xfrm>
              <a:off x="3247875" y="1381375"/>
              <a:ext cx="12575" cy="12575"/>
            </a:xfrm>
            <a:custGeom>
              <a:avLst/>
              <a:gdLst/>
              <a:ahLst/>
              <a:cxnLst/>
              <a:rect l="l" t="t" r="r" b="b"/>
              <a:pathLst>
                <a:path w="503" h="503" extrusionOk="0">
                  <a:moveTo>
                    <a:pt x="252" y="0"/>
                  </a:moveTo>
                  <a:cubicBezTo>
                    <a:pt x="116" y="0"/>
                    <a:pt x="1" y="116"/>
                    <a:pt x="1" y="251"/>
                  </a:cubicBezTo>
                  <a:cubicBezTo>
                    <a:pt x="1" y="394"/>
                    <a:pt x="116" y="503"/>
                    <a:pt x="252" y="503"/>
                  </a:cubicBezTo>
                  <a:cubicBezTo>
                    <a:pt x="388" y="503"/>
                    <a:pt x="503" y="394"/>
                    <a:pt x="503" y="251"/>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8"/>
            <p:cNvSpPr/>
            <p:nvPr/>
          </p:nvSpPr>
          <p:spPr>
            <a:xfrm>
              <a:off x="3339850" y="1381375"/>
              <a:ext cx="12525" cy="12575"/>
            </a:xfrm>
            <a:custGeom>
              <a:avLst/>
              <a:gdLst/>
              <a:ahLst/>
              <a:cxnLst/>
              <a:rect l="l" t="t" r="r" b="b"/>
              <a:pathLst>
                <a:path w="501" h="503" extrusionOk="0">
                  <a:moveTo>
                    <a:pt x="251" y="0"/>
                  </a:moveTo>
                  <a:cubicBezTo>
                    <a:pt x="107" y="0"/>
                    <a:pt x="0" y="116"/>
                    <a:pt x="0" y="251"/>
                  </a:cubicBezTo>
                  <a:cubicBezTo>
                    <a:pt x="0" y="394"/>
                    <a:pt x="107" y="503"/>
                    <a:pt x="251" y="503"/>
                  </a:cubicBezTo>
                  <a:cubicBezTo>
                    <a:pt x="387" y="503"/>
                    <a:pt x="501" y="394"/>
                    <a:pt x="501" y="251"/>
                  </a:cubicBezTo>
                  <a:cubicBezTo>
                    <a:pt x="501"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8"/>
            <p:cNvSpPr/>
            <p:nvPr/>
          </p:nvSpPr>
          <p:spPr>
            <a:xfrm>
              <a:off x="3431575" y="1381375"/>
              <a:ext cx="12600" cy="12575"/>
            </a:xfrm>
            <a:custGeom>
              <a:avLst/>
              <a:gdLst/>
              <a:ahLst/>
              <a:cxnLst/>
              <a:rect l="l" t="t" r="r" b="b"/>
              <a:pathLst>
                <a:path w="504" h="503" extrusionOk="0">
                  <a:moveTo>
                    <a:pt x="252" y="0"/>
                  </a:moveTo>
                  <a:cubicBezTo>
                    <a:pt x="116" y="0"/>
                    <a:pt x="1" y="116"/>
                    <a:pt x="1" y="251"/>
                  </a:cubicBezTo>
                  <a:cubicBezTo>
                    <a:pt x="1" y="394"/>
                    <a:pt x="116" y="503"/>
                    <a:pt x="252" y="503"/>
                  </a:cubicBezTo>
                  <a:cubicBezTo>
                    <a:pt x="388" y="503"/>
                    <a:pt x="503" y="394"/>
                    <a:pt x="503" y="251"/>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8"/>
            <p:cNvSpPr/>
            <p:nvPr/>
          </p:nvSpPr>
          <p:spPr>
            <a:xfrm>
              <a:off x="3523550" y="1381375"/>
              <a:ext cx="12375" cy="12575"/>
            </a:xfrm>
            <a:custGeom>
              <a:avLst/>
              <a:gdLst/>
              <a:ahLst/>
              <a:cxnLst/>
              <a:rect l="l" t="t" r="r" b="b"/>
              <a:pathLst>
                <a:path w="495" h="503" extrusionOk="0">
                  <a:moveTo>
                    <a:pt x="250" y="0"/>
                  </a:moveTo>
                  <a:cubicBezTo>
                    <a:pt x="107" y="0"/>
                    <a:pt x="0" y="116"/>
                    <a:pt x="0" y="251"/>
                  </a:cubicBezTo>
                  <a:cubicBezTo>
                    <a:pt x="0" y="394"/>
                    <a:pt x="107" y="503"/>
                    <a:pt x="250" y="503"/>
                  </a:cubicBezTo>
                  <a:cubicBezTo>
                    <a:pt x="388" y="503"/>
                    <a:pt x="494" y="394"/>
                    <a:pt x="494" y="251"/>
                  </a:cubicBezTo>
                  <a:cubicBezTo>
                    <a:pt x="494"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8"/>
            <p:cNvSpPr/>
            <p:nvPr/>
          </p:nvSpPr>
          <p:spPr>
            <a:xfrm>
              <a:off x="676400" y="1473325"/>
              <a:ext cx="12600" cy="12550"/>
            </a:xfrm>
            <a:custGeom>
              <a:avLst/>
              <a:gdLst/>
              <a:ahLst/>
              <a:cxnLst/>
              <a:rect l="l" t="t" r="r" b="b"/>
              <a:pathLst>
                <a:path w="504" h="502" extrusionOk="0">
                  <a:moveTo>
                    <a:pt x="252" y="1"/>
                  </a:moveTo>
                  <a:cubicBezTo>
                    <a:pt x="116" y="1"/>
                    <a:pt x="1" y="107"/>
                    <a:pt x="1" y="252"/>
                  </a:cubicBezTo>
                  <a:cubicBezTo>
                    <a:pt x="1" y="388"/>
                    <a:pt x="116" y="501"/>
                    <a:pt x="252" y="501"/>
                  </a:cubicBezTo>
                  <a:cubicBezTo>
                    <a:pt x="388" y="501"/>
                    <a:pt x="503" y="388"/>
                    <a:pt x="503" y="252"/>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8"/>
            <p:cNvSpPr/>
            <p:nvPr/>
          </p:nvSpPr>
          <p:spPr>
            <a:xfrm>
              <a:off x="768325" y="1473325"/>
              <a:ext cx="12400" cy="12550"/>
            </a:xfrm>
            <a:custGeom>
              <a:avLst/>
              <a:gdLst/>
              <a:ahLst/>
              <a:cxnLst/>
              <a:rect l="l" t="t" r="r" b="b"/>
              <a:pathLst>
                <a:path w="496" h="502" extrusionOk="0">
                  <a:moveTo>
                    <a:pt x="245" y="1"/>
                  </a:moveTo>
                  <a:cubicBezTo>
                    <a:pt x="109" y="1"/>
                    <a:pt x="0" y="107"/>
                    <a:pt x="0" y="252"/>
                  </a:cubicBezTo>
                  <a:cubicBezTo>
                    <a:pt x="0" y="388"/>
                    <a:pt x="109" y="501"/>
                    <a:pt x="245" y="501"/>
                  </a:cubicBezTo>
                  <a:cubicBezTo>
                    <a:pt x="388" y="501"/>
                    <a:pt x="496" y="388"/>
                    <a:pt x="496" y="252"/>
                  </a:cubicBezTo>
                  <a:cubicBezTo>
                    <a:pt x="496" y="107"/>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8"/>
            <p:cNvSpPr/>
            <p:nvPr/>
          </p:nvSpPr>
          <p:spPr>
            <a:xfrm>
              <a:off x="860125" y="1473325"/>
              <a:ext cx="12525" cy="12550"/>
            </a:xfrm>
            <a:custGeom>
              <a:avLst/>
              <a:gdLst/>
              <a:ahLst/>
              <a:cxnLst/>
              <a:rect l="l" t="t" r="r" b="b"/>
              <a:pathLst>
                <a:path w="501" h="502" extrusionOk="0">
                  <a:moveTo>
                    <a:pt x="251" y="1"/>
                  </a:moveTo>
                  <a:cubicBezTo>
                    <a:pt x="114" y="1"/>
                    <a:pt x="0" y="107"/>
                    <a:pt x="0" y="252"/>
                  </a:cubicBezTo>
                  <a:cubicBezTo>
                    <a:pt x="0" y="388"/>
                    <a:pt x="114" y="501"/>
                    <a:pt x="251" y="501"/>
                  </a:cubicBezTo>
                  <a:cubicBezTo>
                    <a:pt x="387" y="501"/>
                    <a:pt x="501" y="388"/>
                    <a:pt x="501" y="252"/>
                  </a:cubicBezTo>
                  <a:cubicBezTo>
                    <a:pt x="501"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8"/>
            <p:cNvSpPr/>
            <p:nvPr/>
          </p:nvSpPr>
          <p:spPr>
            <a:xfrm>
              <a:off x="951850" y="1473325"/>
              <a:ext cx="12600" cy="12550"/>
            </a:xfrm>
            <a:custGeom>
              <a:avLst/>
              <a:gdLst/>
              <a:ahLst/>
              <a:cxnLst/>
              <a:rect l="l" t="t" r="r" b="b"/>
              <a:pathLst>
                <a:path w="504" h="502" extrusionOk="0">
                  <a:moveTo>
                    <a:pt x="252" y="1"/>
                  </a:moveTo>
                  <a:cubicBezTo>
                    <a:pt x="116" y="1"/>
                    <a:pt x="1" y="107"/>
                    <a:pt x="1" y="252"/>
                  </a:cubicBezTo>
                  <a:cubicBezTo>
                    <a:pt x="1" y="388"/>
                    <a:pt x="116" y="501"/>
                    <a:pt x="252" y="501"/>
                  </a:cubicBezTo>
                  <a:cubicBezTo>
                    <a:pt x="388" y="501"/>
                    <a:pt x="503" y="388"/>
                    <a:pt x="503" y="252"/>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8"/>
            <p:cNvSpPr/>
            <p:nvPr/>
          </p:nvSpPr>
          <p:spPr>
            <a:xfrm>
              <a:off x="1043825" y="1473325"/>
              <a:ext cx="12375" cy="12550"/>
            </a:xfrm>
            <a:custGeom>
              <a:avLst/>
              <a:gdLst/>
              <a:ahLst/>
              <a:cxnLst/>
              <a:rect l="l" t="t" r="r" b="b"/>
              <a:pathLst>
                <a:path w="495" h="502" extrusionOk="0">
                  <a:moveTo>
                    <a:pt x="250" y="1"/>
                  </a:moveTo>
                  <a:cubicBezTo>
                    <a:pt x="107" y="1"/>
                    <a:pt x="0" y="107"/>
                    <a:pt x="0" y="252"/>
                  </a:cubicBezTo>
                  <a:cubicBezTo>
                    <a:pt x="0" y="388"/>
                    <a:pt x="107" y="501"/>
                    <a:pt x="250" y="501"/>
                  </a:cubicBezTo>
                  <a:cubicBezTo>
                    <a:pt x="388" y="501"/>
                    <a:pt x="494" y="388"/>
                    <a:pt x="494" y="252"/>
                  </a:cubicBezTo>
                  <a:cubicBezTo>
                    <a:pt x="494" y="107"/>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8"/>
            <p:cNvSpPr/>
            <p:nvPr/>
          </p:nvSpPr>
          <p:spPr>
            <a:xfrm>
              <a:off x="1135575" y="1473325"/>
              <a:ext cx="12575" cy="12550"/>
            </a:xfrm>
            <a:custGeom>
              <a:avLst/>
              <a:gdLst/>
              <a:ahLst/>
              <a:cxnLst/>
              <a:rect l="l" t="t" r="r" b="b"/>
              <a:pathLst>
                <a:path w="503" h="502" extrusionOk="0">
                  <a:moveTo>
                    <a:pt x="252" y="1"/>
                  </a:moveTo>
                  <a:cubicBezTo>
                    <a:pt x="116" y="1"/>
                    <a:pt x="0" y="107"/>
                    <a:pt x="0" y="252"/>
                  </a:cubicBezTo>
                  <a:cubicBezTo>
                    <a:pt x="0" y="388"/>
                    <a:pt x="116" y="501"/>
                    <a:pt x="252" y="501"/>
                  </a:cubicBezTo>
                  <a:cubicBezTo>
                    <a:pt x="387" y="501"/>
                    <a:pt x="503" y="388"/>
                    <a:pt x="503" y="252"/>
                  </a:cubicBezTo>
                  <a:cubicBezTo>
                    <a:pt x="503" y="107"/>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8"/>
            <p:cNvSpPr/>
            <p:nvPr/>
          </p:nvSpPr>
          <p:spPr>
            <a:xfrm>
              <a:off x="1227500" y="1473325"/>
              <a:ext cx="12400" cy="12550"/>
            </a:xfrm>
            <a:custGeom>
              <a:avLst/>
              <a:gdLst/>
              <a:ahLst/>
              <a:cxnLst/>
              <a:rect l="l" t="t" r="r" b="b"/>
              <a:pathLst>
                <a:path w="496" h="502" extrusionOk="0">
                  <a:moveTo>
                    <a:pt x="251" y="1"/>
                  </a:moveTo>
                  <a:cubicBezTo>
                    <a:pt x="109" y="1"/>
                    <a:pt x="0" y="107"/>
                    <a:pt x="0" y="252"/>
                  </a:cubicBezTo>
                  <a:cubicBezTo>
                    <a:pt x="0" y="388"/>
                    <a:pt x="109" y="501"/>
                    <a:pt x="251" y="501"/>
                  </a:cubicBezTo>
                  <a:cubicBezTo>
                    <a:pt x="387" y="501"/>
                    <a:pt x="496" y="388"/>
                    <a:pt x="496" y="252"/>
                  </a:cubicBezTo>
                  <a:cubicBezTo>
                    <a:pt x="496"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8"/>
            <p:cNvSpPr/>
            <p:nvPr/>
          </p:nvSpPr>
          <p:spPr>
            <a:xfrm>
              <a:off x="1319275" y="1473325"/>
              <a:ext cx="12550" cy="12550"/>
            </a:xfrm>
            <a:custGeom>
              <a:avLst/>
              <a:gdLst/>
              <a:ahLst/>
              <a:cxnLst/>
              <a:rect l="l" t="t" r="r" b="b"/>
              <a:pathLst>
                <a:path w="502" h="502" extrusionOk="0">
                  <a:moveTo>
                    <a:pt x="252" y="1"/>
                  </a:moveTo>
                  <a:cubicBezTo>
                    <a:pt x="114" y="1"/>
                    <a:pt x="1" y="107"/>
                    <a:pt x="1" y="252"/>
                  </a:cubicBezTo>
                  <a:cubicBezTo>
                    <a:pt x="1" y="388"/>
                    <a:pt x="114" y="501"/>
                    <a:pt x="252" y="501"/>
                  </a:cubicBezTo>
                  <a:cubicBezTo>
                    <a:pt x="388" y="501"/>
                    <a:pt x="501" y="388"/>
                    <a:pt x="501" y="252"/>
                  </a:cubicBezTo>
                  <a:cubicBezTo>
                    <a:pt x="501"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8"/>
            <p:cNvSpPr/>
            <p:nvPr/>
          </p:nvSpPr>
          <p:spPr>
            <a:xfrm>
              <a:off x="1411200" y="1473325"/>
              <a:ext cx="12425" cy="12550"/>
            </a:xfrm>
            <a:custGeom>
              <a:avLst/>
              <a:gdLst/>
              <a:ahLst/>
              <a:cxnLst/>
              <a:rect l="l" t="t" r="r" b="b"/>
              <a:pathLst>
                <a:path w="497" h="502" extrusionOk="0">
                  <a:moveTo>
                    <a:pt x="245" y="1"/>
                  </a:moveTo>
                  <a:cubicBezTo>
                    <a:pt x="109" y="1"/>
                    <a:pt x="1" y="107"/>
                    <a:pt x="1" y="252"/>
                  </a:cubicBezTo>
                  <a:cubicBezTo>
                    <a:pt x="1" y="388"/>
                    <a:pt x="109" y="501"/>
                    <a:pt x="245" y="501"/>
                  </a:cubicBezTo>
                  <a:cubicBezTo>
                    <a:pt x="388" y="501"/>
                    <a:pt x="496" y="388"/>
                    <a:pt x="496" y="252"/>
                  </a:cubicBezTo>
                  <a:cubicBezTo>
                    <a:pt x="496" y="107"/>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8"/>
            <p:cNvSpPr/>
            <p:nvPr/>
          </p:nvSpPr>
          <p:spPr>
            <a:xfrm>
              <a:off x="1503000" y="1473325"/>
              <a:ext cx="12525" cy="12550"/>
            </a:xfrm>
            <a:custGeom>
              <a:avLst/>
              <a:gdLst/>
              <a:ahLst/>
              <a:cxnLst/>
              <a:rect l="l" t="t" r="r" b="b"/>
              <a:pathLst>
                <a:path w="501" h="502" extrusionOk="0">
                  <a:moveTo>
                    <a:pt x="250" y="1"/>
                  </a:moveTo>
                  <a:cubicBezTo>
                    <a:pt x="114" y="1"/>
                    <a:pt x="0" y="107"/>
                    <a:pt x="0" y="252"/>
                  </a:cubicBezTo>
                  <a:cubicBezTo>
                    <a:pt x="0" y="388"/>
                    <a:pt x="114" y="501"/>
                    <a:pt x="250" y="501"/>
                  </a:cubicBezTo>
                  <a:cubicBezTo>
                    <a:pt x="387" y="501"/>
                    <a:pt x="501" y="388"/>
                    <a:pt x="501" y="252"/>
                  </a:cubicBezTo>
                  <a:cubicBezTo>
                    <a:pt x="501" y="107"/>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8"/>
            <p:cNvSpPr/>
            <p:nvPr/>
          </p:nvSpPr>
          <p:spPr>
            <a:xfrm>
              <a:off x="1594750" y="1473325"/>
              <a:ext cx="12575" cy="12550"/>
            </a:xfrm>
            <a:custGeom>
              <a:avLst/>
              <a:gdLst/>
              <a:ahLst/>
              <a:cxnLst/>
              <a:rect l="l" t="t" r="r" b="b"/>
              <a:pathLst>
                <a:path w="503" h="502" extrusionOk="0">
                  <a:moveTo>
                    <a:pt x="251" y="1"/>
                  </a:moveTo>
                  <a:cubicBezTo>
                    <a:pt x="115" y="1"/>
                    <a:pt x="0" y="107"/>
                    <a:pt x="0" y="252"/>
                  </a:cubicBezTo>
                  <a:cubicBezTo>
                    <a:pt x="0" y="388"/>
                    <a:pt x="115" y="501"/>
                    <a:pt x="251" y="501"/>
                  </a:cubicBezTo>
                  <a:cubicBezTo>
                    <a:pt x="394" y="501"/>
                    <a:pt x="503" y="388"/>
                    <a:pt x="503" y="252"/>
                  </a:cubicBezTo>
                  <a:cubicBezTo>
                    <a:pt x="503" y="107"/>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8"/>
            <p:cNvSpPr/>
            <p:nvPr/>
          </p:nvSpPr>
          <p:spPr>
            <a:xfrm>
              <a:off x="1686650" y="1473325"/>
              <a:ext cx="12600" cy="12550"/>
            </a:xfrm>
            <a:custGeom>
              <a:avLst/>
              <a:gdLst/>
              <a:ahLst/>
              <a:cxnLst/>
              <a:rect l="l" t="t" r="r" b="b"/>
              <a:pathLst>
                <a:path w="504" h="502" extrusionOk="0">
                  <a:moveTo>
                    <a:pt x="252" y="1"/>
                  </a:moveTo>
                  <a:cubicBezTo>
                    <a:pt x="116" y="1"/>
                    <a:pt x="1" y="107"/>
                    <a:pt x="1" y="252"/>
                  </a:cubicBezTo>
                  <a:cubicBezTo>
                    <a:pt x="1" y="388"/>
                    <a:pt x="116" y="501"/>
                    <a:pt x="252" y="501"/>
                  </a:cubicBezTo>
                  <a:cubicBezTo>
                    <a:pt x="388" y="501"/>
                    <a:pt x="503" y="388"/>
                    <a:pt x="503" y="252"/>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8"/>
            <p:cNvSpPr/>
            <p:nvPr/>
          </p:nvSpPr>
          <p:spPr>
            <a:xfrm>
              <a:off x="1778450" y="1473325"/>
              <a:ext cx="12550" cy="12550"/>
            </a:xfrm>
            <a:custGeom>
              <a:avLst/>
              <a:gdLst/>
              <a:ahLst/>
              <a:cxnLst/>
              <a:rect l="l" t="t" r="r" b="b"/>
              <a:pathLst>
                <a:path w="502" h="502" extrusionOk="0">
                  <a:moveTo>
                    <a:pt x="252" y="1"/>
                  </a:moveTo>
                  <a:cubicBezTo>
                    <a:pt x="114" y="1"/>
                    <a:pt x="1" y="107"/>
                    <a:pt x="1" y="252"/>
                  </a:cubicBezTo>
                  <a:cubicBezTo>
                    <a:pt x="1" y="388"/>
                    <a:pt x="114" y="501"/>
                    <a:pt x="252" y="501"/>
                  </a:cubicBezTo>
                  <a:cubicBezTo>
                    <a:pt x="388" y="501"/>
                    <a:pt x="501" y="388"/>
                    <a:pt x="501" y="252"/>
                  </a:cubicBezTo>
                  <a:cubicBezTo>
                    <a:pt x="501"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8"/>
            <p:cNvSpPr/>
            <p:nvPr/>
          </p:nvSpPr>
          <p:spPr>
            <a:xfrm>
              <a:off x="1870375" y="1473325"/>
              <a:ext cx="12400" cy="12550"/>
            </a:xfrm>
            <a:custGeom>
              <a:avLst/>
              <a:gdLst/>
              <a:ahLst/>
              <a:cxnLst/>
              <a:rect l="l" t="t" r="r" b="b"/>
              <a:pathLst>
                <a:path w="496" h="502" extrusionOk="0">
                  <a:moveTo>
                    <a:pt x="252" y="1"/>
                  </a:moveTo>
                  <a:cubicBezTo>
                    <a:pt x="109" y="1"/>
                    <a:pt x="0" y="107"/>
                    <a:pt x="0" y="252"/>
                  </a:cubicBezTo>
                  <a:cubicBezTo>
                    <a:pt x="0" y="388"/>
                    <a:pt x="109" y="501"/>
                    <a:pt x="252" y="501"/>
                  </a:cubicBezTo>
                  <a:cubicBezTo>
                    <a:pt x="387" y="501"/>
                    <a:pt x="496" y="388"/>
                    <a:pt x="496" y="252"/>
                  </a:cubicBezTo>
                  <a:cubicBezTo>
                    <a:pt x="496" y="107"/>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8"/>
            <p:cNvSpPr/>
            <p:nvPr/>
          </p:nvSpPr>
          <p:spPr>
            <a:xfrm>
              <a:off x="1962150" y="1473325"/>
              <a:ext cx="12550" cy="12550"/>
            </a:xfrm>
            <a:custGeom>
              <a:avLst/>
              <a:gdLst/>
              <a:ahLst/>
              <a:cxnLst/>
              <a:rect l="l" t="t" r="r" b="b"/>
              <a:pathLst>
                <a:path w="502" h="502" extrusionOk="0">
                  <a:moveTo>
                    <a:pt x="250" y="1"/>
                  </a:moveTo>
                  <a:cubicBezTo>
                    <a:pt x="114" y="1"/>
                    <a:pt x="1" y="107"/>
                    <a:pt x="1" y="252"/>
                  </a:cubicBezTo>
                  <a:cubicBezTo>
                    <a:pt x="1" y="388"/>
                    <a:pt x="114" y="501"/>
                    <a:pt x="250" y="501"/>
                  </a:cubicBezTo>
                  <a:cubicBezTo>
                    <a:pt x="388" y="501"/>
                    <a:pt x="502" y="388"/>
                    <a:pt x="502" y="252"/>
                  </a:cubicBezTo>
                  <a:cubicBezTo>
                    <a:pt x="502" y="107"/>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8"/>
            <p:cNvSpPr/>
            <p:nvPr/>
          </p:nvSpPr>
          <p:spPr>
            <a:xfrm>
              <a:off x="2054075" y="1473325"/>
              <a:ext cx="12425" cy="12550"/>
            </a:xfrm>
            <a:custGeom>
              <a:avLst/>
              <a:gdLst/>
              <a:ahLst/>
              <a:cxnLst/>
              <a:rect l="l" t="t" r="r" b="b"/>
              <a:pathLst>
                <a:path w="497" h="502" extrusionOk="0">
                  <a:moveTo>
                    <a:pt x="252" y="1"/>
                  </a:moveTo>
                  <a:cubicBezTo>
                    <a:pt x="109" y="1"/>
                    <a:pt x="1" y="107"/>
                    <a:pt x="1" y="252"/>
                  </a:cubicBezTo>
                  <a:cubicBezTo>
                    <a:pt x="1" y="388"/>
                    <a:pt x="109" y="501"/>
                    <a:pt x="252" y="501"/>
                  </a:cubicBezTo>
                  <a:cubicBezTo>
                    <a:pt x="388" y="501"/>
                    <a:pt x="496" y="388"/>
                    <a:pt x="496" y="252"/>
                  </a:cubicBezTo>
                  <a:cubicBezTo>
                    <a:pt x="496"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8"/>
            <p:cNvSpPr/>
            <p:nvPr/>
          </p:nvSpPr>
          <p:spPr>
            <a:xfrm>
              <a:off x="2145825" y="1473325"/>
              <a:ext cx="12600" cy="12550"/>
            </a:xfrm>
            <a:custGeom>
              <a:avLst/>
              <a:gdLst/>
              <a:ahLst/>
              <a:cxnLst/>
              <a:rect l="l" t="t" r="r" b="b"/>
              <a:pathLst>
                <a:path w="504" h="502" extrusionOk="0">
                  <a:moveTo>
                    <a:pt x="252" y="1"/>
                  </a:moveTo>
                  <a:cubicBezTo>
                    <a:pt x="116" y="1"/>
                    <a:pt x="1" y="107"/>
                    <a:pt x="1" y="252"/>
                  </a:cubicBezTo>
                  <a:cubicBezTo>
                    <a:pt x="1" y="388"/>
                    <a:pt x="116" y="501"/>
                    <a:pt x="252" y="501"/>
                  </a:cubicBezTo>
                  <a:cubicBezTo>
                    <a:pt x="388" y="501"/>
                    <a:pt x="503" y="388"/>
                    <a:pt x="503" y="252"/>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8"/>
            <p:cNvSpPr/>
            <p:nvPr/>
          </p:nvSpPr>
          <p:spPr>
            <a:xfrm>
              <a:off x="2237800" y="1473325"/>
              <a:ext cx="12350" cy="12550"/>
            </a:xfrm>
            <a:custGeom>
              <a:avLst/>
              <a:gdLst/>
              <a:ahLst/>
              <a:cxnLst/>
              <a:rect l="l" t="t" r="r" b="b"/>
              <a:pathLst>
                <a:path w="494" h="502" extrusionOk="0">
                  <a:moveTo>
                    <a:pt x="244" y="1"/>
                  </a:moveTo>
                  <a:cubicBezTo>
                    <a:pt x="107" y="1"/>
                    <a:pt x="0" y="107"/>
                    <a:pt x="0" y="252"/>
                  </a:cubicBezTo>
                  <a:cubicBezTo>
                    <a:pt x="0" y="388"/>
                    <a:pt x="107" y="501"/>
                    <a:pt x="244" y="501"/>
                  </a:cubicBezTo>
                  <a:cubicBezTo>
                    <a:pt x="387" y="501"/>
                    <a:pt x="494" y="388"/>
                    <a:pt x="494" y="252"/>
                  </a:cubicBezTo>
                  <a:cubicBezTo>
                    <a:pt x="494" y="107"/>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8"/>
            <p:cNvSpPr/>
            <p:nvPr/>
          </p:nvSpPr>
          <p:spPr>
            <a:xfrm>
              <a:off x="2329550" y="1473325"/>
              <a:ext cx="12575" cy="12550"/>
            </a:xfrm>
            <a:custGeom>
              <a:avLst/>
              <a:gdLst/>
              <a:ahLst/>
              <a:cxnLst/>
              <a:rect l="l" t="t" r="r" b="b"/>
              <a:pathLst>
                <a:path w="503" h="502" extrusionOk="0">
                  <a:moveTo>
                    <a:pt x="251" y="1"/>
                  </a:moveTo>
                  <a:cubicBezTo>
                    <a:pt x="115" y="1"/>
                    <a:pt x="0" y="107"/>
                    <a:pt x="0" y="252"/>
                  </a:cubicBezTo>
                  <a:cubicBezTo>
                    <a:pt x="0" y="388"/>
                    <a:pt x="115" y="501"/>
                    <a:pt x="251" y="501"/>
                  </a:cubicBezTo>
                  <a:cubicBezTo>
                    <a:pt x="387" y="501"/>
                    <a:pt x="502" y="388"/>
                    <a:pt x="502" y="252"/>
                  </a:cubicBezTo>
                  <a:cubicBezTo>
                    <a:pt x="502"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8"/>
            <p:cNvSpPr/>
            <p:nvPr/>
          </p:nvSpPr>
          <p:spPr>
            <a:xfrm>
              <a:off x="2421325" y="1473325"/>
              <a:ext cx="12550" cy="12550"/>
            </a:xfrm>
            <a:custGeom>
              <a:avLst/>
              <a:gdLst/>
              <a:ahLst/>
              <a:cxnLst/>
              <a:rect l="l" t="t" r="r" b="b"/>
              <a:pathLst>
                <a:path w="502" h="502" extrusionOk="0">
                  <a:moveTo>
                    <a:pt x="250" y="1"/>
                  </a:moveTo>
                  <a:cubicBezTo>
                    <a:pt x="114" y="1"/>
                    <a:pt x="1" y="107"/>
                    <a:pt x="1" y="252"/>
                  </a:cubicBezTo>
                  <a:cubicBezTo>
                    <a:pt x="1" y="388"/>
                    <a:pt x="114" y="501"/>
                    <a:pt x="250" y="501"/>
                  </a:cubicBezTo>
                  <a:cubicBezTo>
                    <a:pt x="395" y="501"/>
                    <a:pt x="501" y="388"/>
                    <a:pt x="501" y="252"/>
                  </a:cubicBezTo>
                  <a:cubicBezTo>
                    <a:pt x="501" y="107"/>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8"/>
            <p:cNvSpPr/>
            <p:nvPr/>
          </p:nvSpPr>
          <p:spPr>
            <a:xfrm>
              <a:off x="2513250" y="1473325"/>
              <a:ext cx="12575" cy="12550"/>
            </a:xfrm>
            <a:custGeom>
              <a:avLst/>
              <a:gdLst/>
              <a:ahLst/>
              <a:cxnLst/>
              <a:rect l="l" t="t" r="r" b="b"/>
              <a:pathLst>
                <a:path w="503" h="502" extrusionOk="0">
                  <a:moveTo>
                    <a:pt x="252" y="1"/>
                  </a:moveTo>
                  <a:cubicBezTo>
                    <a:pt x="109" y="1"/>
                    <a:pt x="0" y="107"/>
                    <a:pt x="0" y="252"/>
                  </a:cubicBezTo>
                  <a:cubicBezTo>
                    <a:pt x="0" y="388"/>
                    <a:pt x="109" y="501"/>
                    <a:pt x="252" y="501"/>
                  </a:cubicBezTo>
                  <a:cubicBezTo>
                    <a:pt x="388" y="501"/>
                    <a:pt x="503" y="388"/>
                    <a:pt x="503" y="252"/>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8"/>
            <p:cNvSpPr/>
            <p:nvPr/>
          </p:nvSpPr>
          <p:spPr>
            <a:xfrm>
              <a:off x="2605000" y="1473325"/>
              <a:ext cx="12575" cy="12550"/>
            </a:xfrm>
            <a:custGeom>
              <a:avLst/>
              <a:gdLst/>
              <a:ahLst/>
              <a:cxnLst/>
              <a:rect l="l" t="t" r="r" b="b"/>
              <a:pathLst>
                <a:path w="503" h="502" extrusionOk="0">
                  <a:moveTo>
                    <a:pt x="252" y="1"/>
                  </a:moveTo>
                  <a:cubicBezTo>
                    <a:pt x="116" y="1"/>
                    <a:pt x="0" y="107"/>
                    <a:pt x="0" y="252"/>
                  </a:cubicBezTo>
                  <a:cubicBezTo>
                    <a:pt x="0" y="388"/>
                    <a:pt x="116" y="501"/>
                    <a:pt x="252" y="501"/>
                  </a:cubicBezTo>
                  <a:cubicBezTo>
                    <a:pt x="387" y="501"/>
                    <a:pt x="503" y="388"/>
                    <a:pt x="503" y="252"/>
                  </a:cubicBezTo>
                  <a:cubicBezTo>
                    <a:pt x="503" y="107"/>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8"/>
            <p:cNvSpPr/>
            <p:nvPr/>
          </p:nvSpPr>
          <p:spPr>
            <a:xfrm>
              <a:off x="2696950" y="1473325"/>
              <a:ext cx="12375" cy="12550"/>
            </a:xfrm>
            <a:custGeom>
              <a:avLst/>
              <a:gdLst/>
              <a:ahLst/>
              <a:cxnLst/>
              <a:rect l="l" t="t" r="r" b="b"/>
              <a:pathLst>
                <a:path w="495" h="502" extrusionOk="0">
                  <a:moveTo>
                    <a:pt x="252" y="1"/>
                  </a:moveTo>
                  <a:cubicBezTo>
                    <a:pt x="108" y="1"/>
                    <a:pt x="1" y="107"/>
                    <a:pt x="1" y="252"/>
                  </a:cubicBezTo>
                  <a:cubicBezTo>
                    <a:pt x="1" y="388"/>
                    <a:pt x="108" y="501"/>
                    <a:pt x="252" y="501"/>
                  </a:cubicBezTo>
                  <a:cubicBezTo>
                    <a:pt x="388" y="501"/>
                    <a:pt x="495" y="388"/>
                    <a:pt x="495" y="252"/>
                  </a:cubicBezTo>
                  <a:cubicBezTo>
                    <a:pt x="495"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8"/>
            <p:cNvSpPr/>
            <p:nvPr/>
          </p:nvSpPr>
          <p:spPr>
            <a:xfrm>
              <a:off x="2788700" y="1473325"/>
              <a:ext cx="12600" cy="12550"/>
            </a:xfrm>
            <a:custGeom>
              <a:avLst/>
              <a:gdLst/>
              <a:ahLst/>
              <a:cxnLst/>
              <a:rect l="l" t="t" r="r" b="b"/>
              <a:pathLst>
                <a:path w="504" h="502" extrusionOk="0">
                  <a:moveTo>
                    <a:pt x="252" y="1"/>
                  </a:moveTo>
                  <a:cubicBezTo>
                    <a:pt x="116" y="1"/>
                    <a:pt x="1" y="107"/>
                    <a:pt x="1" y="252"/>
                  </a:cubicBezTo>
                  <a:cubicBezTo>
                    <a:pt x="1" y="388"/>
                    <a:pt x="116" y="501"/>
                    <a:pt x="252" y="501"/>
                  </a:cubicBezTo>
                  <a:cubicBezTo>
                    <a:pt x="388" y="501"/>
                    <a:pt x="503" y="388"/>
                    <a:pt x="503" y="252"/>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8"/>
            <p:cNvSpPr/>
            <p:nvPr/>
          </p:nvSpPr>
          <p:spPr>
            <a:xfrm>
              <a:off x="2880675" y="1473325"/>
              <a:ext cx="12375" cy="12550"/>
            </a:xfrm>
            <a:custGeom>
              <a:avLst/>
              <a:gdLst/>
              <a:ahLst/>
              <a:cxnLst/>
              <a:rect l="l" t="t" r="r" b="b"/>
              <a:pathLst>
                <a:path w="495" h="502" extrusionOk="0">
                  <a:moveTo>
                    <a:pt x="243" y="1"/>
                  </a:moveTo>
                  <a:cubicBezTo>
                    <a:pt x="107" y="1"/>
                    <a:pt x="0" y="107"/>
                    <a:pt x="0" y="252"/>
                  </a:cubicBezTo>
                  <a:cubicBezTo>
                    <a:pt x="0" y="388"/>
                    <a:pt x="107" y="501"/>
                    <a:pt x="243" y="501"/>
                  </a:cubicBezTo>
                  <a:cubicBezTo>
                    <a:pt x="387" y="501"/>
                    <a:pt x="494" y="388"/>
                    <a:pt x="494" y="252"/>
                  </a:cubicBezTo>
                  <a:cubicBezTo>
                    <a:pt x="494" y="107"/>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8"/>
            <p:cNvSpPr/>
            <p:nvPr/>
          </p:nvSpPr>
          <p:spPr>
            <a:xfrm>
              <a:off x="2972425" y="1473325"/>
              <a:ext cx="12575" cy="12550"/>
            </a:xfrm>
            <a:custGeom>
              <a:avLst/>
              <a:gdLst/>
              <a:ahLst/>
              <a:cxnLst/>
              <a:rect l="l" t="t" r="r" b="b"/>
              <a:pathLst>
                <a:path w="503" h="502" extrusionOk="0">
                  <a:moveTo>
                    <a:pt x="251" y="1"/>
                  </a:moveTo>
                  <a:cubicBezTo>
                    <a:pt x="115" y="1"/>
                    <a:pt x="0" y="107"/>
                    <a:pt x="0" y="252"/>
                  </a:cubicBezTo>
                  <a:cubicBezTo>
                    <a:pt x="0" y="388"/>
                    <a:pt x="115" y="501"/>
                    <a:pt x="251" y="501"/>
                  </a:cubicBezTo>
                  <a:cubicBezTo>
                    <a:pt x="387" y="501"/>
                    <a:pt x="503" y="388"/>
                    <a:pt x="503" y="252"/>
                  </a:cubicBezTo>
                  <a:cubicBezTo>
                    <a:pt x="503"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8"/>
            <p:cNvSpPr/>
            <p:nvPr/>
          </p:nvSpPr>
          <p:spPr>
            <a:xfrm>
              <a:off x="3064375" y="1473325"/>
              <a:ext cx="12375" cy="12550"/>
            </a:xfrm>
            <a:custGeom>
              <a:avLst/>
              <a:gdLst/>
              <a:ahLst/>
              <a:cxnLst/>
              <a:rect l="l" t="t" r="r" b="b"/>
              <a:pathLst>
                <a:path w="495" h="502" extrusionOk="0">
                  <a:moveTo>
                    <a:pt x="243" y="1"/>
                  </a:moveTo>
                  <a:cubicBezTo>
                    <a:pt x="107" y="1"/>
                    <a:pt x="1" y="107"/>
                    <a:pt x="1" y="252"/>
                  </a:cubicBezTo>
                  <a:cubicBezTo>
                    <a:pt x="1" y="388"/>
                    <a:pt x="107" y="501"/>
                    <a:pt x="243" y="501"/>
                  </a:cubicBezTo>
                  <a:cubicBezTo>
                    <a:pt x="388" y="501"/>
                    <a:pt x="495" y="388"/>
                    <a:pt x="495" y="252"/>
                  </a:cubicBezTo>
                  <a:cubicBezTo>
                    <a:pt x="495" y="107"/>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8"/>
            <p:cNvSpPr/>
            <p:nvPr/>
          </p:nvSpPr>
          <p:spPr>
            <a:xfrm>
              <a:off x="3156125" y="1473325"/>
              <a:ext cx="12600" cy="12550"/>
            </a:xfrm>
            <a:custGeom>
              <a:avLst/>
              <a:gdLst/>
              <a:ahLst/>
              <a:cxnLst/>
              <a:rect l="l" t="t" r="r" b="b"/>
              <a:pathLst>
                <a:path w="504" h="502" extrusionOk="0">
                  <a:moveTo>
                    <a:pt x="252" y="1"/>
                  </a:moveTo>
                  <a:cubicBezTo>
                    <a:pt x="116" y="1"/>
                    <a:pt x="1" y="107"/>
                    <a:pt x="1" y="252"/>
                  </a:cubicBezTo>
                  <a:cubicBezTo>
                    <a:pt x="1" y="388"/>
                    <a:pt x="116" y="501"/>
                    <a:pt x="252" y="501"/>
                  </a:cubicBezTo>
                  <a:cubicBezTo>
                    <a:pt x="388" y="501"/>
                    <a:pt x="503" y="388"/>
                    <a:pt x="503" y="252"/>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8"/>
            <p:cNvSpPr/>
            <p:nvPr/>
          </p:nvSpPr>
          <p:spPr>
            <a:xfrm>
              <a:off x="3247875" y="1473325"/>
              <a:ext cx="12575" cy="12550"/>
            </a:xfrm>
            <a:custGeom>
              <a:avLst/>
              <a:gdLst/>
              <a:ahLst/>
              <a:cxnLst/>
              <a:rect l="l" t="t" r="r" b="b"/>
              <a:pathLst>
                <a:path w="503" h="502" extrusionOk="0">
                  <a:moveTo>
                    <a:pt x="252" y="1"/>
                  </a:moveTo>
                  <a:cubicBezTo>
                    <a:pt x="116" y="1"/>
                    <a:pt x="1" y="107"/>
                    <a:pt x="1" y="252"/>
                  </a:cubicBezTo>
                  <a:cubicBezTo>
                    <a:pt x="1" y="388"/>
                    <a:pt x="116" y="501"/>
                    <a:pt x="252" y="501"/>
                  </a:cubicBezTo>
                  <a:cubicBezTo>
                    <a:pt x="388" y="501"/>
                    <a:pt x="503" y="388"/>
                    <a:pt x="503" y="252"/>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8"/>
            <p:cNvSpPr/>
            <p:nvPr/>
          </p:nvSpPr>
          <p:spPr>
            <a:xfrm>
              <a:off x="3339850" y="1473325"/>
              <a:ext cx="12525" cy="12550"/>
            </a:xfrm>
            <a:custGeom>
              <a:avLst/>
              <a:gdLst/>
              <a:ahLst/>
              <a:cxnLst/>
              <a:rect l="l" t="t" r="r" b="b"/>
              <a:pathLst>
                <a:path w="501" h="502" extrusionOk="0">
                  <a:moveTo>
                    <a:pt x="251" y="1"/>
                  </a:moveTo>
                  <a:cubicBezTo>
                    <a:pt x="107" y="1"/>
                    <a:pt x="0" y="107"/>
                    <a:pt x="0" y="252"/>
                  </a:cubicBezTo>
                  <a:cubicBezTo>
                    <a:pt x="0" y="388"/>
                    <a:pt x="107" y="501"/>
                    <a:pt x="251" y="501"/>
                  </a:cubicBezTo>
                  <a:cubicBezTo>
                    <a:pt x="387" y="501"/>
                    <a:pt x="501" y="388"/>
                    <a:pt x="501" y="252"/>
                  </a:cubicBezTo>
                  <a:cubicBezTo>
                    <a:pt x="501"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8"/>
            <p:cNvSpPr/>
            <p:nvPr/>
          </p:nvSpPr>
          <p:spPr>
            <a:xfrm>
              <a:off x="3431575" y="1473325"/>
              <a:ext cx="12600" cy="12550"/>
            </a:xfrm>
            <a:custGeom>
              <a:avLst/>
              <a:gdLst/>
              <a:ahLst/>
              <a:cxnLst/>
              <a:rect l="l" t="t" r="r" b="b"/>
              <a:pathLst>
                <a:path w="504" h="502" extrusionOk="0">
                  <a:moveTo>
                    <a:pt x="252" y="1"/>
                  </a:moveTo>
                  <a:cubicBezTo>
                    <a:pt x="116" y="1"/>
                    <a:pt x="1" y="107"/>
                    <a:pt x="1" y="252"/>
                  </a:cubicBezTo>
                  <a:cubicBezTo>
                    <a:pt x="1" y="388"/>
                    <a:pt x="116" y="501"/>
                    <a:pt x="252" y="501"/>
                  </a:cubicBezTo>
                  <a:cubicBezTo>
                    <a:pt x="388" y="501"/>
                    <a:pt x="503" y="388"/>
                    <a:pt x="503" y="252"/>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8"/>
            <p:cNvSpPr/>
            <p:nvPr/>
          </p:nvSpPr>
          <p:spPr>
            <a:xfrm>
              <a:off x="3523550" y="1473325"/>
              <a:ext cx="12375" cy="12550"/>
            </a:xfrm>
            <a:custGeom>
              <a:avLst/>
              <a:gdLst/>
              <a:ahLst/>
              <a:cxnLst/>
              <a:rect l="l" t="t" r="r" b="b"/>
              <a:pathLst>
                <a:path w="495" h="502" extrusionOk="0">
                  <a:moveTo>
                    <a:pt x="250" y="1"/>
                  </a:moveTo>
                  <a:cubicBezTo>
                    <a:pt x="107" y="1"/>
                    <a:pt x="0" y="107"/>
                    <a:pt x="0" y="252"/>
                  </a:cubicBezTo>
                  <a:cubicBezTo>
                    <a:pt x="0" y="388"/>
                    <a:pt x="107" y="501"/>
                    <a:pt x="250" y="501"/>
                  </a:cubicBezTo>
                  <a:cubicBezTo>
                    <a:pt x="388" y="501"/>
                    <a:pt x="494" y="388"/>
                    <a:pt x="494" y="252"/>
                  </a:cubicBezTo>
                  <a:cubicBezTo>
                    <a:pt x="494" y="107"/>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8"/>
            <p:cNvSpPr/>
            <p:nvPr/>
          </p:nvSpPr>
          <p:spPr>
            <a:xfrm>
              <a:off x="676400" y="15650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8"/>
            <p:cNvSpPr/>
            <p:nvPr/>
          </p:nvSpPr>
          <p:spPr>
            <a:xfrm>
              <a:off x="768325" y="1565075"/>
              <a:ext cx="12400" cy="12600"/>
            </a:xfrm>
            <a:custGeom>
              <a:avLst/>
              <a:gdLst/>
              <a:ahLst/>
              <a:cxnLst/>
              <a:rect l="l" t="t" r="r" b="b"/>
              <a:pathLst>
                <a:path w="496" h="504"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8"/>
            <p:cNvSpPr/>
            <p:nvPr/>
          </p:nvSpPr>
          <p:spPr>
            <a:xfrm>
              <a:off x="860125" y="1565075"/>
              <a:ext cx="12525" cy="12600"/>
            </a:xfrm>
            <a:custGeom>
              <a:avLst/>
              <a:gdLst/>
              <a:ahLst/>
              <a:cxnLst/>
              <a:rect l="l" t="t" r="r" b="b"/>
              <a:pathLst>
                <a:path w="501" h="504"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8"/>
            <p:cNvSpPr/>
            <p:nvPr/>
          </p:nvSpPr>
          <p:spPr>
            <a:xfrm>
              <a:off x="951850" y="15650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8"/>
            <p:cNvSpPr/>
            <p:nvPr/>
          </p:nvSpPr>
          <p:spPr>
            <a:xfrm>
              <a:off x="1043825" y="1565075"/>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8"/>
            <p:cNvSpPr/>
            <p:nvPr/>
          </p:nvSpPr>
          <p:spPr>
            <a:xfrm>
              <a:off x="1135575" y="1565075"/>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8"/>
            <p:cNvSpPr/>
            <p:nvPr/>
          </p:nvSpPr>
          <p:spPr>
            <a:xfrm>
              <a:off x="1227500" y="1565075"/>
              <a:ext cx="12400" cy="12600"/>
            </a:xfrm>
            <a:custGeom>
              <a:avLst/>
              <a:gdLst/>
              <a:ahLst/>
              <a:cxnLst/>
              <a:rect l="l" t="t" r="r" b="b"/>
              <a:pathLst>
                <a:path w="496" h="504"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8"/>
            <p:cNvSpPr/>
            <p:nvPr/>
          </p:nvSpPr>
          <p:spPr>
            <a:xfrm>
              <a:off x="1319275" y="1565075"/>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8"/>
            <p:cNvSpPr/>
            <p:nvPr/>
          </p:nvSpPr>
          <p:spPr>
            <a:xfrm>
              <a:off x="1411200" y="1565075"/>
              <a:ext cx="12425" cy="12600"/>
            </a:xfrm>
            <a:custGeom>
              <a:avLst/>
              <a:gdLst/>
              <a:ahLst/>
              <a:cxnLst/>
              <a:rect l="l" t="t" r="r" b="b"/>
              <a:pathLst>
                <a:path w="497" h="504"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8"/>
            <p:cNvSpPr/>
            <p:nvPr/>
          </p:nvSpPr>
          <p:spPr>
            <a:xfrm>
              <a:off x="1503000" y="1565075"/>
              <a:ext cx="12525" cy="12600"/>
            </a:xfrm>
            <a:custGeom>
              <a:avLst/>
              <a:gdLst/>
              <a:ahLst/>
              <a:cxnLst/>
              <a:rect l="l" t="t" r="r" b="b"/>
              <a:pathLst>
                <a:path w="501" h="504"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8"/>
            <p:cNvSpPr/>
            <p:nvPr/>
          </p:nvSpPr>
          <p:spPr>
            <a:xfrm>
              <a:off x="1594750" y="1565075"/>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8"/>
            <p:cNvSpPr/>
            <p:nvPr/>
          </p:nvSpPr>
          <p:spPr>
            <a:xfrm>
              <a:off x="1686650" y="15650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8"/>
            <p:cNvSpPr/>
            <p:nvPr/>
          </p:nvSpPr>
          <p:spPr>
            <a:xfrm>
              <a:off x="1778450" y="1565075"/>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8"/>
            <p:cNvSpPr/>
            <p:nvPr/>
          </p:nvSpPr>
          <p:spPr>
            <a:xfrm>
              <a:off x="1870375" y="1565075"/>
              <a:ext cx="12400" cy="12600"/>
            </a:xfrm>
            <a:custGeom>
              <a:avLst/>
              <a:gdLst/>
              <a:ahLst/>
              <a:cxnLst/>
              <a:rect l="l" t="t" r="r" b="b"/>
              <a:pathLst>
                <a:path w="496" h="504"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8"/>
            <p:cNvSpPr/>
            <p:nvPr/>
          </p:nvSpPr>
          <p:spPr>
            <a:xfrm>
              <a:off x="1962150" y="1565075"/>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8"/>
            <p:cNvSpPr/>
            <p:nvPr/>
          </p:nvSpPr>
          <p:spPr>
            <a:xfrm>
              <a:off x="2054075" y="1565075"/>
              <a:ext cx="12425" cy="12600"/>
            </a:xfrm>
            <a:custGeom>
              <a:avLst/>
              <a:gdLst/>
              <a:ahLst/>
              <a:cxnLst/>
              <a:rect l="l" t="t" r="r" b="b"/>
              <a:pathLst>
                <a:path w="497" h="504"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8"/>
            <p:cNvSpPr/>
            <p:nvPr/>
          </p:nvSpPr>
          <p:spPr>
            <a:xfrm>
              <a:off x="2145825" y="15650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8"/>
            <p:cNvSpPr/>
            <p:nvPr/>
          </p:nvSpPr>
          <p:spPr>
            <a:xfrm>
              <a:off x="2237800" y="1565075"/>
              <a:ext cx="12350" cy="12600"/>
            </a:xfrm>
            <a:custGeom>
              <a:avLst/>
              <a:gdLst/>
              <a:ahLst/>
              <a:cxnLst/>
              <a:rect l="l" t="t" r="r" b="b"/>
              <a:pathLst>
                <a:path w="494" h="504"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8"/>
            <p:cNvSpPr/>
            <p:nvPr/>
          </p:nvSpPr>
          <p:spPr>
            <a:xfrm>
              <a:off x="2329550" y="1565075"/>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8"/>
            <p:cNvSpPr/>
            <p:nvPr/>
          </p:nvSpPr>
          <p:spPr>
            <a:xfrm>
              <a:off x="2421325" y="1565075"/>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8"/>
            <p:cNvSpPr/>
            <p:nvPr/>
          </p:nvSpPr>
          <p:spPr>
            <a:xfrm>
              <a:off x="2513250" y="1565075"/>
              <a:ext cx="12575" cy="12600"/>
            </a:xfrm>
            <a:custGeom>
              <a:avLst/>
              <a:gdLst/>
              <a:ahLst/>
              <a:cxnLst/>
              <a:rect l="l" t="t" r="r" b="b"/>
              <a:pathLst>
                <a:path w="503" h="504"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8"/>
            <p:cNvSpPr/>
            <p:nvPr/>
          </p:nvSpPr>
          <p:spPr>
            <a:xfrm>
              <a:off x="2605000" y="1565075"/>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8"/>
            <p:cNvSpPr/>
            <p:nvPr/>
          </p:nvSpPr>
          <p:spPr>
            <a:xfrm>
              <a:off x="2696950" y="1565075"/>
              <a:ext cx="12375" cy="12600"/>
            </a:xfrm>
            <a:custGeom>
              <a:avLst/>
              <a:gdLst/>
              <a:ahLst/>
              <a:cxnLst/>
              <a:rect l="l" t="t" r="r" b="b"/>
              <a:pathLst>
                <a:path w="495" h="504"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8"/>
            <p:cNvSpPr/>
            <p:nvPr/>
          </p:nvSpPr>
          <p:spPr>
            <a:xfrm>
              <a:off x="2788700" y="15650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8"/>
            <p:cNvSpPr/>
            <p:nvPr/>
          </p:nvSpPr>
          <p:spPr>
            <a:xfrm>
              <a:off x="2880675" y="1565075"/>
              <a:ext cx="12375" cy="12600"/>
            </a:xfrm>
            <a:custGeom>
              <a:avLst/>
              <a:gdLst/>
              <a:ahLst/>
              <a:cxnLst/>
              <a:rect l="l" t="t" r="r" b="b"/>
              <a:pathLst>
                <a:path w="495" h="504"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8"/>
            <p:cNvSpPr/>
            <p:nvPr/>
          </p:nvSpPr>
          <p:spPr>
            <a:xfrm>
              <a:off x="2972425" y="1565075"/>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8"/>
            <p:cNvSpPr/>
            <p:nvPr/>
          </p:nvSpPr>
          <p:spPr>
            <a:xfrm>
              <a:off x="3064375" y="1565075"/>
              <a:ext cx="12375" cy="12600"/>
            </a:xfrm>
            <a:custGeom>
              <a:avLst/>
              <a:gdLst/>
              <a:ahLst/>
              <a:cxnLst/>
              <a:rect l="l" t="t" r="r" b="b"/>
              <a:pathLst>
                <a:path w="495" h="504"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8"/>
            <p:cNvSpPr/>
            <p:nvPr/>
          </p:nvSpPr>
          <p:spPr>
            <a:xfrm>
              <a:off x="3156125" y="15650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8"/>
            <p:cNvSpPr/>
            <p:nvPr/>
          </p:nvSpPr>
          <p:spPr>
            <a:xfrm>
              <a:off x="3247875" y="1565075"/>
              <a:ext cx="12575" cy="12600"/>
            </a:xfrm>
            <a:custGeom>
              <a:avLst/>
              <a:gdLst/>
              <a:ahLst/>
              <a:cxnLst/>
              <a:rect l="l" t="t" r="r" b="b"/>
              <a:pathLst>
                <a:path w="503"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8"/>
            <p:cNvSpPr/>
            <p:nvPr/>
          </p:nvSpPr>
          <p:spPr>
            <a:xfrm>
              <a:off x="3339850" y="1565075"/>
              <a:ext cx="12525" cy="12600"/>
            </a:xfrm>
            <a:custGeom>
              <a:avLst/>
              <a:gdLst/>
              <a:ahLst/>
              <a:cxnLst/>
              <a:rect l="l" t="t" r="r" b="b"/>
              <a:pathLst>
                <a:path w="501" h="504"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8"/>
            <p:cNvSpPr/>
            <p:nvPr/>
          </p:nvSpPr>
          <p:spPr>
            <a:xfrm>
              <a:off x="3431575" y="15650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8"/>
            <p:cNvSpPr/>
            <p:nvPr/>
          </p:nvSpPr>
          <p:spPr>
            <a:xfrm>
              <a:off x="3523550" y="1565075"/>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8"/>
            <p:cNvSpPr/>
            <p:nvPr/>
          </p:nvSpPr>
          <p:spPr>
            <a:xfrm>
              <a:off x="676400" y="1657050"/>
              <a:ext cx="12600" cy="12375"/>
            </a:xfrm>
            <a:custGeom>
              <a:avLst/>
              <a:gdLst/>
              <a:ahLst/>
              <a:cxnLst/>
              <a:rect l="l" t="t" r="r" b="b"/>
              <a:pathLst>
                <a:path w="504" h="495" extrusionOk="0">
                  <a:moveTo>
                    <a:pt x="252" y="0"/>
                  </a:moveTo>
                  <a:cubicBezTo>
                    <a:pt x="116" y="0"/>
                    <a:pt x="1" y="107"/>
                    <a:pt x="1" y="250"/>
                  </a:cubicBezTo>
                  <a:cubicBezTo>
                    <a:pt x="1" y="387"/>
                    <a:pt x="116" y="494"/>
                    <a:pt x="252" y="494"/>
                  </a:cubicBezTo>
                  <a:cubicBezTo>
                    <a:pt x="388" y="494"/>
                    <a:pt x="503" y="387"/>
                    <a:pt x="503" y="250"/>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8"/>
            <p:cNvSpPr/>
            <p:nvPr/>
          </p:nvSpPr>
          <p:spPr>
            <a:xfrm>
              <a:off x="768325" y="1657050"/>
              <a:ext cx="12400" cy="12375"/>
            </a:xfrm>
            <a:custGeom>
              <a:avLst/>
              <a:gdLst/>
              <a:ahLst/>
              <a:cxnLst/>
              <a:rect l="l" t="t" r="r" b="b"/>
              <a:pathLst>
                <a:path w="496" h="495" extrusionOk="0">
                  <a:moveTo>
                    <a:pt x="245" y="0"/>
                  </a:moveTo>
                  <a:cubicBezTo>
                    <a:pt x="109" y="0"/>
                    <a:pt x="0" y="107"/>
                    <a:pt x="0" y="250"/>
                  </a:cubicBezTo>
                  <a:cubicBezTo>
                    <a:pt x="0" y="387"/>
                    <a:pt x="109" y="494"/>
                    <a:pt x="245" y="494"/>
                  </a:cubicBezTo>
                  <a:cubicBezTo>
                    <a:pt x="388" y="494"/>
                    <a:pt x="496" y="387"/>
                    <a:pt x="496" y="250"/>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8"/>
            <p:cNvSpPr/>
            <p:nvPr/>
          </p:nvSpPr>
          <p:spPr>
            <a:xfrm>
              <a:off x="860125" y="1657050"/>
              <a:ext cx="12525" cy="12375"/>
            </a:xfrm>
            <a:custGeom>
              <a:avLst/>
              <a:gdLst/>
              <a:ahLst/>
              <a:cxnLst/>
              <a:rect l="l" t="t" r="r" b="b"/>
              <a:pathLst>
                <a:path w="501" h="495" extrusionOk="0">
                  <a:moveTo>
                    <a:pt x="251" y="0"/>
                  </a:moveTo>
                  <a:cubicBezTo>
                    <a:pt x="114" y="0"/>
                    <a:pt x="0" y="107"/>
                    <a:pt x="0" y="250"/>
                  </a:cubicBezTo>
                  <a:cubicBezTo>
                    <a:pt x="0" y="387"/>
                    <a:pt x="114" y="494"/>
                    <a:pt x="251" y="494"/>
                  </a:cubicBezTo>
                  <a:cubicBezTo>
                    <a:pt x="387" y="494"/>
                    <a:pt x="501" y="387"/>
                    <a:pt x="501" y="250"/>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8"/>
            <p:cNvSpPr/>
            <p:nvPr/>
          </p:nvSpPr>
          <p:spPr>
            <a:xfrm>
              <a:off x="951850" y="1657050"/>
              <a:ext cx="12600" cy="12375"/>
            </a:xfrm>
            <a:custGeom>
              <a:avLst/>
              <a:gdLst/>
              <a:ahLst/>
              <a:cxnLst/>
              <a:rect l="l" t="t" r="r" b="b"/>
              <a:pathLst>
                <a:path w="504" h="495" extrusionOk="0">
                  <a:moveTo>
                    <a:pt x="252" y="0"/>
                  </a:moveTo>
                  <a:cubicBezTo>
                    <a:pt x="116" y="0"/>
                    <a:pt x="1" y="107"/>
                    <a:pt x="1" y="250"/>
                  </a:cubicBezTo>
                  <a:cubicBezTo>
                    <a:pt x="1" y="387"/>
                    <a:pt x="116" y="494"/>
                    <a:pt x="252" y="494"/>
                  </a:cubicBezTo>
                  <a:cubicBezTo>
                    <a:pt x="388" y="494"/>
                    <a:pt x="503" y="387"/>
                    <a:pt x="503" y="250"/>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8"/>
            <p:cNvSpPr/>
            <p:nvPr/>
          </p:nvSpPr>
          <p:spPr>
            <a:xfrm>
              <a:off x="1043825" y="1657050"/>
              <a:ext cx="12375" cy="12375"/>
            </a:xfrm>
            <a:custGeom>
              <a:avLst/>
              <a:gdLst/>
              <a:ahLst/>
              <a:cxnLst/>
              <a:rect l="l" t="t" r="r" b="b"/>
              <a:pathLst>
                <a:path w="495" h="495" extrusionOk="0">
                  <a:moveTo>
                    <a:pt x="250" y="0"/>
                  </a:moveTo>
                  <a:cubicBezTo>
                    <a:pt x="107" y="0"/>
                    <a:pt x="0" y="107"/>
                    <a:pt x="0" y="250"/>
                  </a:cubicBezTo>
                  <a:cubicBezTo>
                    <a:pt x="0" y="387"/>
                    <a:pt x="107" y="494"/>
                    <a:pt x="250" y="494"/>
                  </a:cubicBezTo>
                  <a:cubicBezTo>
                    <a:pt x="388" y="494"/>
                    <a:pt x="494" y="387"/>
                    <a:pt x="494" y="250"/>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8"/>
            <p:cNvSpPr/>
            <p:nvPr/>
          </p:nvSpPr>
          <p:spPr>
            <a:xfrm>
              <a:off x="1135575" y="1657050"/>
              <a:ext cx="12575" cy="12375"/>
            </a:xfrm>
            <a:custGeom>
              <a:avLst/>
              <a:gdLst/>
              <a:ahLst/>
              <a:cxnLst/>
              <a:rect l="l" t="t" r="r" b="b"/>
              <a:pathLst>
                <a:path w="503" h="495" extrusionOk="0">
                  <a:moveTo>
                    <a:pt x="252" y="0"/>
                  </a:moveTo>
                  <a:cubicBezTo>
                    <a:pt x="116" y="0"/>
                    <a:pt x="0" y="107"/>
                    <a:pt x="0" y="250"/>
                  </a:cubicBezTo>
                  <a:cubicBezTo>
                    <a:pt x="0" y="387"/>
                    <a:pt x="116" y="494"/>
                    <a:pt x="252" y="494"/>
                  </a:cubicBezTo>
                  <a:cubicBezTo>
                    <a:pt x="387" y="494"/>
                    <a:pt x="503" y="387"/>
                    <a:pt x="503" y="250"/>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8"/>
            <p:cNvSpPr/>
            <p:nvPr/>
          </p:nvSpPr>
          <p:spPr>
            <a:xfrm>
              <a:off x="1227500" y="1657050"/>
              <a:ext cx="12400" cy="12375"/>
            </a:xfrm>
            <a:custGeom>
              <a:avLst/>
              <a:gdLst/>
              <a:ahLst/>
              <a:cxnLst/>
              <a:rect l="l" t="t" r="r" b="b"/>
              <a:pathLst>
                <a:path w="496" h="495" extrusionOk="0">
                  <a:moveTo>
                    <a:pt x="251" y="0"/>
                  </a:moveTo>
                  <a:cubicBezTo>
                    <a:pt x="109" y="0"/>
                    <a:pt x="0" y="107"/>
                    <a:pt x="0" y="250"/>
                  </a:cubicBezTo>
                  <a:cubicBezTo>
                    <a:pt x="0" y="387"/>
                    <a:pt x="109" y="494"/>
                    <a:pt x="251" y="494"/>
                  </a:cubicBezTo>
                  <a:cubicBezTo>
                    <a:pt x="387" y="494"/>
                    <a:pt x="496" y="387"/>
                    <a:pt x="496" y="250"/>
                  </a:cubicBezTo>
                  <a:cubicBezTo>
                    <a:pt x="496"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8"/>
            <p:cNvSpPr/>
            <p:nvPr/>
          </p:nvSpPr>
          <p:spPr>
            <a:xfrm>
              <a:off x="1319275" y="1657050"/>
              <a:ext cx="12550" cy="12375"/>
            </a:xfrm>
            <a:custGeom>
              <a:avLst/>
              <a:gdLst/>
              <a:ahLst/>
              <a:cxnLst/>
              <a:rect l="l" t="t" r="r" b="b"/>
              <a:pathLst>
                <a:path w="502" h="495" extrusionOk="0">
                  <a:moveTo>
                    <a:pt x="252" y="0"/>
                  </a:moveTo>
                  <a:cubicBezTo>
                    <a:pt x="114" y="0"/>
                    <a:pt x="1" y="107"/>
                    <a:pt x="1" y="250"/>
                  </a:cubicBezTo>
                  <a:cubicBezTo>
                    <a:pt x="1" y="387"/>
                    <a:pt x="114" y="494"/>
                    <a:pt x="252" y="494"/>
                  </a:cubicBezTo>
                  <a:cubicBezTo>
                    <a:pt x="388" y="494"/>
                    <a:pt x="501" y="387"/>
                    <a:pt x="501" y="250"/>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8"/>
            <p:cNvSpPr/>
            <p:nvPr/>
          </p:nvSpPr>
          <p:spPr>
            <a:xfrm>
              <a:off x="1411200" y="1657050"/>
              <a:ext cx="12425" cy="12375"/>
            </a:xfrm>
            <a:custGeom>
              <a:avLst/>
              <a:gdLst/>
              <a:ahLst/>
              <a:cxnLst/>
              <a:rect l="l" t="t" r="r" b="b"/>
              <a:pathLst>
                <a:path w="497" h="495" extrusionOk="0">
                  <a:moveTo>
                    <a:pt x="245" y="0"/>
                  </a:moveTo>
                  <a:cubicBezTo>
                    <a:pt x="109" y="0"/>
                    <a:pt x="1" y="107"/>
                    <a:pt x="1" y="250"/>
                  </a:cubicBezTo>
                  <a:cubicBezTo>
                    <a:pt x="1" y="387"/>
                    <a:pt x="109" y="494"/>
                    <a:pt x="245" y="494"/>
                  </a:cubicBezTo>
                  <a:cubicBezTo>
                    <a:pt x="388" y="494"/>
                    <a:pt x="496" y="387"/>
                    <a:pt x="496" y="250"/>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8"/>
            <p:cNvSpPr/>
            <p:nvPr/>
          </p:nvSpPr>
          <p:spPr>
            <a:xfrm>
              <a:off x="1503000" y="1657050"/>
              <a:ext cx="12525" cy="12375"/>
            </a:xfrm>
            <a:custGeom>
              <a:avLst/>
              <a:gdLst/>
              <a:ahLst/>
              <a:cxnLst/>
              <a:rect l="l" t="t" r="r" b="b"/>
              <a:pathLst>
                <a:path w="501" h="495" extrusionOk="0">
                  <a:moveTo>
                    <a:pt x="250" y="0"/>
                  </a:moveTo>
                  <a:cubicBezTo>
                    <a:pt x="114" y="0"/>
                    <a:pt x="0" y="107"/>
                    <a:pt x="0" y="250"/>
                  </a:cubicBezTo>
                  <a:cubicBezTo>
                    <a:pt x="0" y="387"/>
                    <a:pt x="114" y="494"/>
                    <a:pt x="250" y="494"/>
                  </a:cubicBezTo>
                  <a:cubicBezTo>
                    <a:pt x="387" y="494"/>
                    <a:pt x="501" y="387"/>
                    <a:pt x="501" y="250"/>
                  </a:cubicBezTo>
                  <a:cubicBezTo>
                    <a:pt x="501" y="107"/>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8"/>
            <p:cNvSpPr/>
            <p:nvPr/>
          </p:nvSpPr>
          <p:spPr>
            <a:xfrm>
              <a:off x="1594750" y="1657050"/>
              <a:ext cx="12575" cy="12375"/>
            </a:xfrm>
            <a:custGeom>
              <a:avLst/>
              <a:gdLst/>
              <a:ahLst/>
              <a:cxnLst/>
              <a:rect l="l" t="t" r="r" b="b"/>
              <a:pathLst>
                <a:path w="503" h="495" extrusionOk="0">
                  <a:moveTo>
                    <a:pt x="251" y="0"/>
                  </a:moveTo>
                  <a:cubicBezTo>
                    <a:pt x="115" y="0"/>
                    <a:pt x="0" y="107"/>
                    <a:pt x="0" y="250"/>
                  </a:cubicBezTo>
                  <a:cubicBezTo>
                    <a:pt x="0" y="387"/>
                    <a:pt x="115" y="494"/>
                    <a:pt x="251" y="494"/>
                  </a:cubicBezTo>
                  <a:cubicBezTo>
                    <a:pt x="394" y="494"/>
                    <a:pt x="503" y="387"/>
                    <a:pt x="503" y="250"/>
                  </a:cubicBezTo>
                  <a:cubicBezTo>
                    <a:pt x="503" y="107"/>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8"/>
            <p:cNvSpPr/>
            <p:nvPr/>
          </p:nvSpPr>
          <p:spPr>
            <a:xfrm>
              <a:off x="1686650" y="1657050"/>
              <a:ext cx="12600" cy="12375"/>
            </a:xfrm>
            <a:custGeom>
              <a:avLst/>
              <a:gdLst/>
              <a:ahLst/>
              <a:cxnLst/>
              <a:rect l="l" t="t" r="r" b="b"/>
              <a:pathLst>
                <a:path w="504" h="495" extrusionOk="0">
                  <a:moveTo>
                    <a:pt x="252" y="0"/>
                  </a:moveTo>
                  <a:cubicBezTo>
                    <a:pt x="116" y="0"/>
                    <a:pt x="1" y="107"/>
                    <a:pt x="1" y="250"/>
                  </a:cubicBezTo>
                  <a:cubicBezTo>
                    <a:pt x="1" y="387"/>
                    <a:pt x="116" y="494"/>
                    <a:pt x="252" y="494"/>
                  </a:cubicBezTo>
                  <a:cubicBezTo>
                    <a:pt x="388" y="494"/>
                    <a:pt x="503" y="387"/>
                    <a:pt x="503" y="250"/>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8"/>
            <p:cNvSpPr/>
            <p:nvPr/>
          </p:nvSpPr>
          <p:spPr>
            <a:xfrm>
              <a:off x="1778450" y="1657050"/>
              <a:ext cx="12550" cy="12375"/>
            </a:xfrm>
            <a:custGeom>
              <a:avLst/>
              <a:gdLst/>
              <a:ahLst/>
              <a:cxnLst/>
              <a:rect l="l" t="t" r="r" b="b"/>
              <a:pathLst>
                <a:path w="502" h="495" extrusionOk="0">
                  <a:moveTo>
                    <a:pt x="252" y="0"/>
                  </a:moveTo>
                  <a:cubicBezTo>
                    <a:pt x="114" y="0"/>
                    <a:pt x="1" y="107"/>
                    <a:pt x="1" y="250"/>
                  </a:cubicBezTo>
                  <a:cubicBezTo>
                    <a:pt x="1" y="387"/>
                    <a:pt x="114" y="494"/>
                    <a:pt x="252" y="494"/>
                  </a:cubicBezTo>
                  <a:cubicBezTo>
                    <a:pt x="388" y="494"/>
                    <a:pt x="501" y="387"/>
                    <a:pt x="501" y="250"/>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8"/>
            <p:cNvSpPr/>
            <p:nvPr/>
          </p:nvSpPr>
          <p:spPr>
            <a:xfrm>
              <a:off x="1870375" y="1657050"/>
              <a:ext cx="12400" cy="12375"/>
            </a:xfrm>
            <a:custGeom>
              <a:avLst/>
              <a:gdLst/>
              <a:ahLst/>
              <a:cxnLst/>
              <a:rect l="l" t="t" r="r" b="b"/>
              <a:pathLst>
                <a:path w="496" h="495" extrusionOk="0">
                  <a:moveTo>
                    <a:pt x="252" y="0"/>
                  </a:moveTo>
                  <a:cubicBezTo>
                    <a:pt x="109" y="0"/>
                    <a:pt x="0" y="107"/>
                    <a:pt x="0" y="250"/>
                  </a:cubicBezTo>
                  <a:cubicBezTo>
                    <a:pt x="0" y="387"/>
                    <a:pt x="109" y="494"/>
                    <a:pt x="252" y="494"/>
                  </a:cubicBezTo>
                  <a:cubicBezTo>
                    <a:pt x="387" y="494"/>
                    <a:pt x="496" y="387"/>
                    <a:pt x="496" y="250"/>
                  </a:cubicBezTo>
                  <a:cubicBezTo>
                    <a:pt x="496"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8"/>
            <p:cNvSpPr/>
            <p:nvPr/>
          </p:nvSpPr>
          <p:spPr>
            <a:xfrm>
              <a:off x="1962150" y="1657050"/>
              <a:ext cx="12550" cy="12375"/>
            </a:xfrm>
            <a:custGeom>
              <a:avLst/>
              <a:gdLst/>
              <a:ahLst/>
              <a:cxnLst/>
              <a:rect l="l" t="t" r="r" b="b"/>
              <a:pathLst>
                <a:path w="502" h="495" extrusionOk="0">
                  <a:moveTo>
                    <a:pt x="250" y="0"/>
                  </a:moveTo>
                  <a:cubicBezTo>
                    <a:pt x="114" y="0"/>
                    <a:pt x="1" y="107"/>
                    <a:pt x="1" y="250"/>
                  </a:cubicBezTo>
                  <a:cubicBezTo>
                    <a:pt x="1" y="387"/>
                    <a:pt x="114" y="494"/>
                    <a:pt x="250" y="494"/>
                  </a:cubicBezTo>
                  <a:cubicBezTo>
                    <a:pt x="388" y="494"/>
                    <a:pt x="502" y="387"/>
                    <a:pt x="502" y="250"/>
                  </a:cubicBezTo>
                  <a:cubicBezTo>
                    <a:pt x="502"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8"/>
            <p:cNvSpPr/>
            <p:nvPr/>
          </p:nvSpPr>
          <p:spPr>
            <a:xfrm>
              <a:off x="2054075" y="1657050"/>
              <a:ext cx="12425" cy="12375"/>
            </a:xfrm>
            <a:custGeom>
              <a:avLst/>
              <a:gdLst/>
              <a:ahLst/>
              <a:cxnLst/>
              <a:rect l="l" t="t" r="r" b="b"/>
              <a:pathLst>
                <a:path w="497" h="495" extrusionOk="0">
                  <a:moveTo>
                    <a:pt x="252" y="0"/>
                  </a:moveTo>
                  <a:cubicBezTo>
                    <a:pt x="109" y="0"/>
                    <a:pt x="1" y="107"/>
                    <a:pt x="1" y="250"/>
                  </a:cubicBezTo>
                  <a:cubicBezTo>
                    <a:pt x="1" y="387"/>
                    <a:pt x="109" y="494"/>
                    <a:pt x="252" y="494"/>
                  </a:cubicBezTo>
                  <a:cubicBezTo>
                    <a:pt x="388" y="494"/>
                    <a:pt x="496" y="387"/>
                    <a:pt x="496" y="250"/>
                  </a:cubicBezTo>
                  <a:cubicBezTo>
                    <a:pt x="496"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8"/>
            <p:cNvSpPr/>
            <p:nvPr/>
          </p:nvSpPr>
          <p:spPr>
            <a:xfrm>
              <a:off x="2145825" y="1657050"/>
              <a:ext cx="12600" cy="12375"/>
            </a:xfrm>
            <a:custGeom>
              <a:avLst/>
              <a:gdLst/>
              <a:ahLst/>
              <a:cxnLst/>
              <a:rect l="l" t="t" r="r" b="b"/>
              <a:pathLst>
                <a:path w="504" h="495" extrusionOk="0">
                  <a:moveTo>
                    <a:pt x="252" y="0"/>
                  </a:moveTo>
                  <a:cubicBezTo>
                    <a:pt x="116" y="0"/>
                    <a:pt x="1" y="107"/>
                    <a:pt x="1" y="250"/>
                  </a:cubicBezTo>
                  <a:cubicBezTo>
                    <a:pt x="1" y="387"/>
                    <a:pt x="116" y="494"/>
                    <a:pt x="252" y="494"/>
                  </a:cubicBezTo>
                  <a:cubicBezTo>
                    <a:pt x="388" y="494"/>
                    <a:pt x="503" y="387"/>
                    <a:pt x="503" y="250"/>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8"/>
            <p:cNvSpPr/>
            <p:nvPr/>
          </p:nvSpPr>
          <p:spPr>
            <a:xfrm>
              <a:off x="2237800" y="1657050"/>
              <a:ext cx="12350" cy="12375"/>
            </a:xfrm>
            <a:custGeom>
              <a:avLst/>
              <a:gdLst/>
              <a:ahLst/>
              <a:cxnLst/>
              <a:rect l="l" t="t" r="r" b="b"/>
              <a:pathLst>
                <a:path w="494" h="495" extrusionOk="0">
                  <a:moveTo>
                    <a:pt x="244" y="0"/>
                  </a:moveTo>
                  <a:cubicBezTo>
                    <a:pt x="107" y="0"/>
                    <a:pt x="0" y="107"/>
                    <a:pt x="0" y="250"/>
                  </a:cubicBezTo>
                  <a:cubicBezTo>
                    <a:pt x="0" y="387"/>
                    <a:pt x="107" y="494"/>
                    <a:pt x="244" y="494"/>
                  </a:cubicBezTo>
                  <a:cubicBezTo>
                    <a:pt x="387" y="494"/>
                    <a:pt x="494" y="387"/>
                    <a:pt x="494" y="250"/>
                  </a:cubicBezTo>
                  <a:cubicBezTo>
                    <a:pt x="494" y="107"/>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8"/>
            <p:cNvSpPr/>
            <p:nvPr/>
          </p:nvSpPr>
          <p:spPr>
            <a:xfrm>
              <a:off x="2329550" y="1657050"/>
              <a:ext cx="12575" cy="12375"/>
            </a:xfrm>
            <a:custGeom>
              <a:avLst/>
              <a:gdLst/>
              <a:ahLst/>
              <a:cxnLst/>
              <a:rect l="l" t="t" r="r" b="b"/>
              <a:pathLst>
                <a:path w="503" h="495" extrusionOk="0">
                  <a:moveTo>
                    <a:pt x="251" y="0"/>
                  </a:moveTo>
                  <a:cubicBezTo>
                    <a:pt x="115" y="0"/>
                    <a:pt x="0" y="107"/>
                    <a:pt x="0" y="250"/>
                  </a:cubicBezTo>
                  <a:cubicBezTo>
                    <a:pt x="0" y="387"/>
                    <a:pt x="115" y="494"/>
                    <a:pt x="251" y="494"/>
                  </a:cubicBezTo>
                  <a:cubicBezTo>
                    <a:pt x="387" y="494"/>
                    <a:pt x="502" y="387"/>
                    <a:pt x="502" y="250"/>
                  </a:cubicBezTo>
                  <a:cubicBezTo>
                    <a:pt x="502"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8"/>
            <p:cNvSpPr/>
            <p:nvPr/>
          </p:nvSpPr>
          <p:spPr>
            <a:xfrm>
              <a:off x="2421325" y="1657050"/>
              <a:ext cx="12550" cy="12375"/>
            </a:xfrm>
            <a:custGeom>
              <a:avLst/>
              <a:gdLst/>
              <a:ahLst/>
              <a:cxnLst/>
              <a:rect l="l" t="t" r="r" b="b"/>
              <a:pathLst>
                <a:path w="502" h="495" extrusionOk="0">
                  <a:moveTo>
                    <a:pt x="250" y="0"/>
                  </a:moveTo>
                  <a:cubicBezTo>
                    <a:pt x="114" y="0"/>
                    <a:pt x="1" y="107"/>
                    <a:pt x="1" y="250"/>
                  </a:cubicBezTo>
                  <a:cubicBezTo>
                    <a:pt x="1" y="387"/>
                    <a:pt x="114" y="494"/>
                    <a:pt x="250" y="494"/>
                  </a:cubicBezTo>
                  <a:cubicBezTo>
                    <a:pt x="395" y="494"/>
                    <a:pt x="501" y="387"/>
                    <a:pt x="501" y="250"/>
                  </a:cubicBezTo>
                  <a:cubicBezTo>
                    <a:pt x="501" y="107"/>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8"/>
            <p:cNvSpPr/>
            <p:nvPr/>
          </p:nvSpPr>
          <p:spPr>
            <a:xfrm>
              <a:off x="2513250" y="1657050"/>
              <a:ext cx="12575" cy="12375"/>
            </a:xfrm>
            <a:custGeom>
              <a:avLst/>
              <a:gdLst/>
              <a:ahLst/>
              <a:cxnLst/>
              <a:rect l="l" t="t" r="r" b="b"/>
              <a:pathLst>
                <a:path w="503" h="495" extrusionOk="0">
                  <a:moveTo>
                    <a:pt x="252" y="0"/>
                  </a:moveTo>
                  <a:cubicBezTo>
                    <a:pt x="109" y="0"/>
                    <a:pt x="0" y="107"/>
                    <a:pt x="0" y="250"/>
                  </a:cubicBezTo>
                  <a:cubicBezTo>
                    <a:pt x="0" y="387"/>
                    <a:pt x="109" y="494"/>
                    <a:pt x="252" y="494"/>
                  </a:cubicBezTo>
                  <a:cubicBezTo>
                    <a:pt x="388" y="494"/>
                    <a:pt x="503" y="387"/>
                    <a:pt x="503" y="250"/>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8"/>
            <p:cNvSpPr/>
            <p:nvPr/>
          </p:nvSpPr>
          <p:spPr>
            <a:xfrm>
              <a:off x="2605000" y="1657050"/>
              <a:ext cx="12575" cy="12375"/>
            </a:xfrm>
            <a:custGeom>
              <a:avLst/>
              <a:gdLst/>
              <a:ahLst/>
              <a:cxnLst/>
              <a:rect l="l" t="t" r="r" b="b"/>
              <a:pathLst>
                <a:path w="503" h="495" extrusionOk="0">
                  <a:moveTo>
                    <a:pt x="252" y="0"/>
                  </a:moveTo>
                  <a:cubicBezTo>
                    <a:pt x="116" y="0"/>
                    <a:pt x="0" y="107"/>
                    <a:pt x="0" y="250"/>
                  </a:cubicBezTo>
                  <a:cubicBezTo>
                    <a:pt x="0" y="387"/>
                    <a:pt x="116" y="494"/>
                    <a:pt x="252" y="494"/>
                  </a:cubicBezTo>
                  <a:cubicBezTo>
                    <a:pt x="387" y="494"/>
                    <a:pt x="503" y="387"/>
                    <a:pt x="503" y="250"/>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8"/>
            <p:cNvSpPr/>
            <p:nvPr/>
          </p:nvSpPr>
          <p:spPr>
            <a:xfrm>
              <a:off x="2696950" y="1657050"/>
              <a:ext cx="12375" cy="12375"/>
            </a:xfrm>
            <a:custGeom>
              <a:avLst/>
              <a:gdLst/>
              <a:ahLst/>
              <a:cxnLst/>
              <a:rect l="l" t="t" r="r" b="b"/>
              <a:pathLst>
                <a:path w="495" h="495" extrusionOk="0">
                  <a:moveTo>
                    <a:pt x="252" y="0"/>
                  </a:moveTo>
                  <a:cubicBezTo>
                    <a:pt x="108" y="0"/>
                    <a:pt x="1" y="107"/>
                    <a:pt x="1" y="250"/>
                  </a:cubicBezTo>
                  <a:cubicBezTo>
                    <a:pt x="1" y="387"/>
                    <a:pt x="108" y="494"/>
                    <a:pt x="252" y="494"/>
                  </a:cubicBezTo>
                  <a:cubicBezTo>
                    <a:pt x="388" y="494"/>
                    <a:pt x="495" y="387"/>
                    <a:pt x="495" y="250"/>
                  </a:cubicBezTo>
                  <a:cubicBezTo>
                    <a:pt x="495"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8"/>
            <p:cNvSpPr/>
            <p:nvPr/>
          </p:nvSpPr>
          <p:spPr>
            <a:xfrm>
              <a:off x="2788700" y="1657050"/>
              <a:ext cx="12600" cy="12375"/>
            </a:xfrm>
            <a:custGeom>
              <a:avLst/>
              <a:gdLst/>
              <a:ahLst/>
              <a:cxnLst/>
              <a:rect l="l" t="t" r="r" b="b"/>
              <a:pathLst>
                <a:path w="504" h="495" extrusionOk="0">
                  <a:moveTo>
                    <a:pt x="252" y="0"/>
                  </a:moveTo>
                  <a:cubicBezTo>
                    <a:pt x="116" y="0"/>
                    <a:pt x="1" y="107"/>
                    <a:pt x="1" y="250"/>
                  </a:cubicBezTo>
                  <a:cubicBezTo>
                    <a:pt x="1" y="387"/>
                    <a:pt x="116" y="494"/>
                    <a:pt x="252" y="494"/>
                  </a:cubicBezTo>
                  <a:cubicBezTo>
                    <a:pt x="388" y="494"/>
                    <a:pt x="503" y="387"/>
                    <a:pt x="503" y="250"/>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8"/>
            <p:cNvSpPr/>
            <p:nvPr/>
          </p:nvSpPr>
          <p:spPr>
            <a:xfrm>
              <a:off x="2880675" y="1657050"/>
              <a:ext cx="12375" cy="12375"/>
            </a:xfrm>
            <a:custGeom>
              <a:avLst/>
              <a:gdLst/>
              <a:ahLst/>
              <a:cxnLst/>
              <a:rect l="l" t="t" r="r" b="b"/>
              <a:pathLst>
                <a:path w="495" h="495" extrusionOk="0">
                  <a:moveTo>
                    <a:pt x="243" y="0"/>
                  </a:moveTo>
                  <a:cubicBezTo>
                    <a:pt x="107" y="0"/>
                    <a:pt x="0" y="107"/>
                    <a:pt x="0" y="250"/>
                  </a:cubicBezTo>
                  <a:cubicBezTo>
                    <a:pt x="0" y="387"/>
                    <a:pt x="107" y="494"/>
                    <a:pt x="243" y="494"/>
                  </a:cubicBezTo>
                  <a:cubicBezTo>
                    <a:pt x="387" y="494"/>
                    <a:pt x="494" y="387"/>
                    <a:pt x="494" y="250"/>
                  </a:cubicBezTo>
                  <a:cubicBezTo>
                    <a:pt x="494" y="107"/>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8"/>
            <p:cNvSpPr/>
            <p:nvPr/>
          </p:nvSpPr>
          <p:spPr>
            <a:xfrm>
              <a:off x="2972425" y="1657050"/>
              <a:ext cx="12575" cy="12375"/>
            </a:xfrm>
            <a:custGeom>
              <a:avLst/>
              <a:gdLst/>
              <a:ahLst/>
              <a:cxnLst/>
              <a:rect l="l" t="t" r="r" b="b"/>
              <a:pathLst>
                <a:path w="503" h="495" extrusionOk="0">
                  <a:moveTo>
                    <a:pt x="251" y="0"/>
                  </a:moveTo>
                  <a:cubicBezTo>
                    <a:pt x="115" y="0"/>
                    <a:pt x="0" y="107"/>
                    <a:pt x="0" y="250"/>
                  </a:cubicBezTo>
                  <a:cubicBezTo>
                    <a:pt x="0" y="387"/>
                    <a:pt x="115" y="494"/>
                    <a:pt x="251" y="494"/>
                  </a:cubicBezTo>
                  <a:cubicBezTo>
                    <a:pt x="387" y="494"/>
                    <a:pt x="503" y="387"/>
                    <a:pt x="503" y="250"/>
                  </a:cubicBezTo>
                  <a:cubicBezTo>
                    <a:pt x="503"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8"/>
            <p:cNvSpPr/>
            <p:nvPr/>
          </p:nvSpPr>
          <p:spPr>
            <a:xfrm>
              <a:off x="3064375" y="1657050"/>
              <a:ext cx="12375" cy="12375"/>
            </a:xfrm>
            <a:custGeom>
              <a:avLst/>
              <a:gdLst/>
              <a:ahLst/>
              <a:cxnLst/>
              <a:rect l="l" t="t" r="r" b="b"/>
              <a:pathLst>
                <a:path w="495" h="495" extrusionOk="0">
                  <a:moveTo>
                    <a:pt x="243" y="0"/>
                  </a:moveTo>
                  <a:cubicBezTo>
                    <a:pt x="107" y="0"/>
                    <a:pt x="1" y="107"/>
                    <a:pt x="1" y="250"/>
                  </a:cubicBezTo>
                  <a:cubicBezTo>
                    <a:pt x="1" y="387"/>
                    <a:pt x="107" y="494"/>
                    <a:pt x="243" y="494"/>
                  </a:cubicBezTo>
                  <a:cubicBezTo>
                    <a:pt x="388" y="494"/>
                    <a:pt x="495" y="387"/>
                    <a:pt x="495" y="250"/>
                  </a:cubicBezTo>
                  <a:cubicBezTo>
                    <a:pt x="495" y="107"/>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8"/>
            <p:cNvSpPr/>
            <p:nvPr/>
          </p:nvSpPr>
          <p:spPr>
            <a:xfrm>
              <a:off x="3156125" y="1657050"/>
              <a:ext cx="12600" cy="12375"/>
            </a:xfrm>
            <a:custGeom>
              <a:avLst/>
              <a:gdLst/>
              <a:ahLst/>
              <a:cxnLst/>
              <a:rect l="l" t="t" r="r" b="b"/>
              <a:pathLst>
                <a:path w="504" h="495" extrusionOk="0">
                  <a:moveTo>
                    <a:pt x="252" y="0"/>
                  </a:moveTo>
                  <a:cubicBezTo>
                    <a:pt x="116" y="0"/>
                    <a:pt x="1" y="107"/>
                    <a:pt x="1" y="250"/>
                  </a:cubicBezTo>
                  <a:cubicBezTo>
                    <a:pt x="1" y="387"/>
                    <a:pt x="116" y="494"/>
                    <a:pt x="252" y="494"/>
                  </a:cubicBezTo>
                  <a:cubicBezTo>
                    <a:pt x="388" y="494"/>
                    <a:pt x="503" y="387"/>
                    <a:pt x="503" y="250"/>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8"/>
            <p:cNvSpPr/>
            <p:nvPr/>
          </p:nvSpPr>
          <p:spPr>
            <a:xfrm>
              <a:off x="3247875" y="1657050"/>
              <a:ext cx="12575" cy="12375"/>
            </a:xfrm>
            <a:custGeom>
              <a:avLst/>
              <a:gdLst/>
              <a:ahLst/>
              <a:cxnLst/>
              <a:rect l="l" t="t" r="r" b="b"/>
              <a:pathLst>
                <a:path w="503" h="495" extrusionOk="0">
                  <a:moveTo>
                    <a:pt x="252" y="0"/>
                  </a:moveTo>
                  <a:cubicBezTo>
                    <a:pt x="116" y="0"/>
                    <a:pt x="1" y="107"/>
                    <a:pt x="1" y="250"/>
                  </a:cubicBezTo>
                  <a:cubicBezTo>
                    <a:pt x="1" y="387"/>
                    <a:pt x="116" y="494"/>
                    <a:pt x="252" y="494"/>
                  </a:cubicBezTo>
                  <a:cubicBezTo>
                    <a:pt x="388" y="494"/>
                    <a:pt x="503" y="387"/>
                    <a:pt x="503" y="250"/>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8"/>
            <p:cNvSpPr/>
            <p:nvPr/>
          </p:nvSpPr>
          <p:spPr>
            <a:xfrm>
              <a:off x="3339850" y="1657050"/>
              <a:ext cx="12525" cy="12375"/>
            </a:xfrm>
            <a:custGeom>
              <a:avLst/>
              <a:gdLst/>
              <a:ahLst/>
              <a:cxnLst/>
              <a:rect l="l" t="t" r="r" b="b"/>
              <a:pathLst>
                <a:path w="501" h="495" extrusionOk="0">
                  <a:moveTo>
                    <a:pt x="251" y="0"/>
                  </a:moveTo>
                  <a:cubicBezTo>
                    <a:pt x="107" y="0"/>
                    <a:pt x="0" y="107"/>
                    <a:pt x="0" y="250"/>
                  </a:cubicBezTo>
                  <a:cubicBezTo>
                    <a:pt x="0" y="387"/>
                    <a:pt x="107" y="494"/>
                    <a:pt x="251" y="494"/>
                  </a:cubicBezTo>
                  <a:cubicBezTo>
                    <a:pt x="387" y="494"/>
                    <a:pt x="501" y="387"/>
                    <a:pt x="501" y="250"/>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8"/>
            <p:cNvSpPr/>
            <p:nvPr/>
          </p:nvSpPr>
          <p:spPr>
            <a:xfrm>
              <a:off x="3431575" y="1657050"/>
              <a:ext cx="12600" cy="12375"/>
            </a:xfrm>
            <a:custGeom>
              <a:avLst/>
              <a:gdLst/>
              <a:ahLst/>
              <a:cxnLst/>
              <a:rect l="l" t="t" r="r" b="b"/>
              <a:pathLst>
                <a:path w="504" h="495" extrusionOk="0">
                  <a:moveTo>
                    <a:pt x="252" y="0"/>
                  </a:moveTo>
                  <a:cubicBezTo>
                    <a:pt x="116" y="0"/>
                    <a:pt x="1" y="107"/>
                    <a:pt x="1" y="250"/>
                  </a:cubicBezTo>
                  <a:cubicBezTo>
                    <a:pt x="1" y="387"/>
                    <a:pt x="116" y="494"/>
                    <a:pt x="252" y="494"/>
                  </a:cubicBezTo>
                  <a:cubicBezTo>
                    <a:pt x="388" y="494"/>
                    <a:pt x="503" y="387"/>
                    <a:pt x="503" y="250"/>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8"/>
            <p:cNvSpPr/>
            <p:nvPr/>
          </p:nvSpPr>
          <p:spPr>
            <a:xfrm>
              <a:off x="3523550" y="1657050"/>
              <a:ext cx="12375" cy="12375"/>
            </a:xfrm>
            <a:custGeom>
              <a:avLst/>
              <a:gdLst/>
              <a:ahLst/>
              <a:cxnLst/>
              <a:rect l="l" t="t" r="r" b="b"/>
              <a:pathLst>
                <a:path w="495" h="495" extrusionOk="0">
                  <a:moveTo>
                    <a:pt x="250" y="0"/>
                  </a:moveTo>
                  <a:cubicBezTo>
                    <a:pt x="107" y="0"/>
                    <a:pt x="0" y="107"/>
                    <a:pt x="0" y="250"/>
                  </a:cubicBezTo>
                  <a:cubicBezTo>
                    <a:pt x="0" y="387"/>
                    <a:pt x="107" y="494"/>
                    <a:pt x="250" y="494"/>
                  </a:cubicBezTo>
                  <a:cubicBezTo>
                    <a:pt x="388" y="494"/>
                    <a:pt x="494" y="387"/>
                    <a:pt x="494" y="250"/>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8"/>
            <p:cNvSpPr/>
            <p:nvPr/>
          </p:nvSpPr>
          <p:spPr>
            <a:xfrm>
              <a:off x="676400" y="17488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8"/>
            <p:cNvSpPr/>
            <p:nvPr/>
          </p:nvSpPr>
          <p:spPr>
            <a:xfrm>
              <a:off x="768325" y="1748800"/>
              <a:ext cx="12400" cy="12575"/>
            </a:xfrm>
            <a:custGeom>
              <a:avLst/>
              <a:gdLst/>
              <a:ahLst/>
              <a:cxnLst/>
              <a:rect l="l" t="t" r="r" b="b"/>
              <a:pathLst>
                <a:path w="496" h="503" extrusionOk="0">
                  <a:moveTo>
                    <a:pt x="245" y="0"/>
                  </a:moveTo>
                  <a:cubicBezTo>
                    <a:pt x="109" y="0"/>
                    <a:pt x="0" y="115"/>
                    <a:pt x="0" y="251"/>
                  </a:cubicBezTo>
                  <a:cubicBezTo>
                    <a:pt x="0" y="387"/>
                    <a:pt x="109" y="503"/>
                    <a:pt x="245" y="503"/>
                  </a:cubicBezTo>
                  <a:cubicBezTo>
                    <a:pt x="388" y="503"/>
                    <a:pt x="496" y="387"/>
                    <a:pt x="496" y="251"/>
                  </a:cubicBezTo>
                  <a:cubicBezTo>
                    <a:pt x="496" y="115"/>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8"/>
            <p:cNvSpPr/>
            <p:nvPr/>
          </p:nvSpPr>
          <p:spPr>
            <a:xfrm>
              <a:off x="860125" y="1748800"/>
              <a:ext cx="12525" cy="12575"/>
            </a:xfrm>
            <a:custGeom>
              <a:avLst/>
              <a:gdLst/>
              <a:ahLst/>
              <a:cxnLst/>
              <a:rect l="l" t="t" r="r" b="b"/>
              <a:pathLst>
                <a:path w="501" h="503" extrusionOk="0">
                  <a:moveTo>
                    <a:pt x="251" y="0"/>
                  </a:moveTo>
                  <a:cubicBezTo>
                    <a:pt x="114" y="0"/>
                    <a:pt x="0" y="115"/>
                    <a:pt x="0" y="251"/>
                  </a:cubicBezTo>
                  <a:cubicBezTo>
                    <a:pt x="0" y="387"/>
                    <a:pt x="114" y="503"/>
                    <a:pt x="251" y="503"/>
                  </a:cubicBezTo>
                  <a:cubicBezTo>
                    <a:pt x="387" y="503"/>
                    <a:pt x="501" y="387"/>
                    <a:pt x="501" y="251"/>
                  </a:cubicBezTo>
                  <a:cubicBezTo>
                    <a:pt x="501"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8"/>
            <p:cNvSpPr/>
            <p:nvPr/>
          </p:nvSpPr>
          <p:spPr>
            <a:xfrm>
              <a:off x="951850" y="17488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8"/>
            <p:cNvSpPr/>
            <p:nvPr/>
          </p:nvSpPr>
          <p:spPr>
            <a:xfrm>
              <a:off x="1043825" y="1748800"/>
              <a:ext cx="12375" cy="12575"/>
            </a:xfrm>
            <a:custGeom>
              <a:avLst/>
              <a:gdLst/>
              <a:ahLst/>
              <a:cxnLst/>
              <a:rect l="l" t="t" r="r" b="b"/>
              <a:pathLst>
                <a:path w="495" h="503" extrusionOk="0">
                  <a:moveTo>
                    <a:pt x="250" y="0"/>
                  </a:moveTo>
                  <a:cubicBezTo>
                    <a:pt x="107" y="0"/>
                    <a:pt x="0" y="115"/>
                    <a:pt x="0" y="251"/>
                  </a:cubicBezTo>
                  <a:cubicBezTo>
                    <a:pt x="0" y="387"/>
                    <a:pt x="107" y="503"/>
                    <a:pt x="250" y="503"/>
                  </a:cubicBezTo>
                  <a:cubicBezTo>
                    <a:pt x="388" y="503"/>
                    <a:pt x="494" y="387"/>
                    <a:pt x="494" y="251"/>
                  </a:cubicBezTo>
                  <a:cubicBezTo>
                    <a:pt x="494" y="115"/>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8"/>
            <p:cNvSpPr/>
            <p:nvPr/>
          </p:nvSpPr>
          <p:spPr>
            <a:xfrm>
              <a:off x="1135575" y="1748800"/>
              <a:ext cx="12575" cy="12575"/>
            </a:xfrm>
            <a:custGeom>
              <a:avLst/>
              <a:gdLst/>
              <a:ahLst/>
              <a:cxnLst/>
              <a:rect l="l" t="t" r="r" b="b"/>
              <a:pathLst>
                <a:path w="503" h="503" extrusionOk="0">
                  <a:moveTo>
                    <a:pt x="252" y="0"/>
                  </a:moveTo>
                  <a:cubicBezTo>
                    <a:pt x="116" y="0"/>
                    <a:pt x="0" y="115"/>
                    <a:pt x="0" y="251"/>
                  </a:cubicBezTo>
                  <a:cubicBezTo>
                    <a:pt x="0" y="387"/>
                    <a:pt x="116" y="503"/>
                    <a:pt x="252" y="503"/>
                  </a:cubicBezTo>
                  <a:cubicBezTo>
                    <a:pt x="387" y="503"/>
                    <a:pt x="503" y="387"/>
                    <a:pt x="503" y="251"/>
                  </a:cubicBezTo>
                  <a:cubicBezTo>
                    <a:pt x="503" y="115"/>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8"/>
            <p:cNvSpPr/>
            <p:nvPr/>
          </p:nvSpPr>
          <p:spPr>
            <a:xfrm>
              <a:off x="1227500" y="1748800"/>
              <a:ext cx="12400" cy="12575"/>
            </a:xfrm>
            <a:custGeom>
              <a:avLst/>
              <a:gdLst/>
              <a:ahLst/>
              <a:cxnLst/>
              <a:rect l="l" t="t" r="r" b="b"/>
              <a:pathLst>
                <a:path w="496" h="503" extrusionOk="0">
                  <a:moveTo>
                    <a:pt x="251" y="0"/>
                  </a:moveTo>
                  <a:cubicBezTo>
                    <a:pt x="109" y="0"/>
                    <a:pt x="0" y="115"/>
                    <a:pt x="0" y="251"/>
                  </a:cubicBezTo>
                  <a:cubicBezTo>
                    <a:pt x="0" y="387"/>
                    <a:pt x="109" y="503"/>
                    <a:pt x="251" y="503"/>
                  </a:cubicBezTo>
                  <a:cubicBezTo>
                    <a:pt x="387" y="503"/>
                    <a:pt x="496" y="387"/>
                    <a:pt x="496" y="251"/>
                  </a:cubicBezTo>
                  <a:cubicBezTo>
                    <a:pt x="496"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8"/>
            <p:cNvSpPr/>
            <p:nvPr/>
          </p:nvSpPr>
          <p:spPr>
            <a:xfrm>
              <a:off x="1319275" y="1748800"/>
              <a:ext cx="12550" cy="12575"/>
            </a:xfrm>
            <a:custGeom>
              <a:avLst/>
              <a:gdLst/>
              <a:ahLst/>
              <a:cxnLst/>
              <a:rect l="l" t="t" r="r" b="b"/>
              <a:pathLst>
                <a:path w="502" h="503" extrusionOk="0">
                  <a:moveTo>
                    <a:pt x="252" y="0"/>
                  </a:moveTo>
                  <a:cubicBezTo>
                    <a:pt x="114" y="0"/>
                    <a:pt x="1" y="115"/>
                    <a:pt x="1" y="251"/>
                  </a:cubicBezTo>
                  <a:cubicBezTo>
                    <a:pt x="1" y="387"/>
                    <a:pt x="114" y="503"/>
                    <a:pt x="252" y="503"/>
                  </a:cubicBezTo>
                  <a:cubicBezTo>
                    <a:pt x="388" y="503"/>
                    <a:pt x="501" y="387"/>
                    <a:pt x="501" y="251"/>
                  </a:cubicBezTo>
                  <a:cubicBezTo>
                    <a:pt x="501"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8"/>
            <p:cNvSpPr/>
            <p:nvPr/>
          </p:nvSpPr>
          <p:spPr>
            <a:xfrm>
              <a:off x="1411200" y="1748800"/>
              <a:ext cx="12425" cy="12575"/>
            </a:xfrm>
            <a:custGeom>
              <a:avLst/>
              <a:gdLst/>
              <a:ahLst/>
              <a:cxnLst/>
              <a:rect l="l" t="t" r="r" b="b"/>
              <a:pathLst>
                <a:path w="497" h="503" extrusionOk="0">
                  <a:moveTo>
                    <a:pt x="245" y="0"/>
                  </a:moveTo>
                  <a:cubicBezTo>
                    <a:pt x="109" y="0"/>
                    <a:pt x="1" y="115"/>
                    <a:pt x="1" y="251"/>
                  </a:cubicBezTo>
                  <a:cubicBezTo>
                    <a:pt x="1" y="387"/>
                    <a:pt x="109" y="503"/>
                    <a:pt x="245" y="503"/>
                  </a:cubicBezTo>
                  <a:cubicBezTo>
                    <a:pt x="388" y="503"/>
                    <a:pt x="496" y="387"/>
                    <a:pt x="496" y="251"/>
                  </a:cubicBezTo>
                  <a:cubicBezTo>
                    <a:pt x="496" y="115"/>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8"/>
            <p:cNvSpPr/>
            <p:nvPr/>
          </p:nvSpPr>
          <p:spPr>
            <a:xfrm>
              <a:off x="1503000" y="1748800"/>
              <a:ext cx="12525" cy="12575"/>
            </a:xfrm>
            <a:custGeom>
              <a:avLst/>
              <a:gdLst/>
              <a:ahLst/>
              <a:cxnLst/>
              <a:rect l="l" t="t" r="r" b="b"/>
              <a:pathLst>
                <a:path w="501" h="503" extrusionOk="0">
                  <a:moveTo>
                    <a:pt x="250" y="0"/>
                  </a:moveTo>
                  <a:cubicBezTo>
                    <a:pt x="114" y="0"/>
                    <a:pt x="0" y="115"/>
                    <a:pt x="0" y="251"/>
                  </a:cubicBezTo>
                  <a:cubicBezTo>
                    <a:pt x="0" y="387"/>
                    <a:pt x="114" y="503"/>
                    <a:pt x="250" y="503"/>
                  </a:cubicBezTo>
                  <a:cubicBezTo>
                    <a:pt x="387" y="503"/>
                    <a:pt x="501" y="387"/>
                    <a:pt x="501" y="251"/>
                  </a:cubicBezTo>
                  <a:cubicBezTo>
                    <a:pt x="501" y="115"/>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8"/>
            <p:cNvSpPr/>
            <p:nvPr/>
          </p:nvSpPr>
          <p:spPr>
            <a:xfrm>
              <a:off x="1594750" y="1748800"/>
              <a:ext cx="12575" cy="12575"/>
            </a:xfrm>
            <a:custGeom>
              <a:avLst/>
              <a:gdLst/>
              <a:ahLst/>
              <a:cxnLst/>
              <a:rect l="l" t="t" r="r" b="b"/>
              <a:pathLst>
                <a:path w="503" h="503" extrusionOk="0">
                  <a:moveTo>
                    <a:pt x="251" y="0"/>
                  </a:moveTo>
                  <a:cubicBezTo>
                    <a:pt x="115" y="0"/>
                    <a:pt x="0" y="115"/>
                    <a:pt x="0" y="251"/>
                  </a:cubicBezTo>
                  <a:cubicBezTo>
                    <a:pt x="0" y="387"/>
                    <a:pt x="115" y="503"/>
                    <a:pt x="251" y="503"/>
                  </a:cubicBezTo>
                  <a:cubicBezTo>
                    <a:pt x="394" y="503"/>
                    <a:pt x="503" y="387"/>
                    <a:pt x="503" y="251"/>
                  </a:cubicBezTo>
                  <a:cubicBezTo>
                    <a:pt x="503" y="115"/>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8"/>
            <p:cNvSpPr/>
            <p:nvPr/>
          </p:nvSpPr>
          <p:spPr>
            <a:xfrm>
              <a:off x="1686650" y="17488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8"/>
            <p:cNvSpPr/>
            <p:nvPr/>
          </p:nvSpPr>
          <p:spPr>
            <a:xfrm>
              <a:off x="1778450" y="1748800"/>
              <a:ext cx="12550" cy="12575"/>
            </a:xfrm>
            <a:custGeom>
              <a:avLst/>
              <a:gdLst/>
              <a:ahLst/>
              <a:cxnLst/>
              <a:rect l="l" t="t" r="r" b="b"/>
              <a:pathLst>
                <a:path w="502" h="503" extrusionOk="0">
                  <a:moveTo>
                    <a:pt x="252" y="0"/>
                  </a:moveTo>
                  <a:cubicBezTo>
                    <a:pt x="114" y="0"/>
                    <a:pt x="1" y="115"/>
                    <a:pt x="1" y="251"/>
                  </a:cubicBezTo>
                  <a:cubicBezTo>
                    <a:pt x="1" y="387"/>
                    <a:pt x="114" y="503"/>
                    <a:pt x="252" y="503"/>
                  </a:cubicBezTo>
                  <a:cubicBezTo>
                    <a:pt x="388" y="503"/>
                    <a:pt x="501" y="387"/>
                    <a:pt x="501" y="251"/>
                  </a:cubicBezTo>
                  <a:cubicBezTo>
                    <a:pt x="501"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8"/>
            <p:cNvSpPr/>
            <p:nvPr/>
          </p:nvSpPr>
          <p:spPr>
            <a:xfrm>
              <a:off x="1870375" y="1748800"/>
              <a:ext cx="12400" cy="12575"/>
            </a:xfrm>
            <a:custGeom>
              <a:avLst/>
              <a:gdLst/>
              <a:ahLst/>
              <a:cxnLst/>
              <a:rect l="l" t="t" r="r" b="b"/>
              <a:pathLst>
                <a:path w="496" h="503" extrusionOk="0">
                  <a:moveTo>
                    <a:pt x="252" y="0"/>
                  </a:moveTo>
                  <a:cubicBezTo>
                    <a:pt x="109" y="0"/>
                    <a:pt x="0" y="115"/>
                    <a:pt x="0" y="251"/>
                  </a:cubicBezTo>
                  <a:cubicBezTo>
                    <a:pt x="0" y="387"/>
                    <a:pt x="109" y="503"/>
                    <a:pt x="252" y="503"/>
                  </a:cubicBezTo>
                  <a:cubicBezTo>
                    <a:pt x="387" y="503"/>
                    <a:pt x="496" y="387"/>
                    <a:pt x="496" y="251"/>
                  </a:cubicBezTo>
                  <a:cubicBezTo>
                    <a:pt x="496" y="115"/>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8"/>
            <p:cNvSpPr/>
            <p:nvPr/>
          </p:nvSpPr>
          <p:spPr>
            <a:xfrm>
              <a:off x="1962150" y="1748800"/>
              <a:ext cx="12550" cy="12575"/>
            </a:xfrm>
            <a:custGeom>
              <a:avLst/>
              <a:gdLst/>
              <a:ahLst/>
              <a:cxnLst/>
              <a:rect l="l" t="t" r="r" b="b"/>
              <a:pathLst>
                <a:path w="502" h="503" extrusionOk="0">
                  <a:moveTo>
                    <a:pt x="250" y="0"/>
                  </a:moveTo>
                  <a:cubicBezTo>
                    <a:pt x="114" y="0"/>
                    <a:pt x="1" y="115"/>
                    <a:pt x="1" y="251"/>
                  </a:cubicBezTo>
                  <a:cubicBezTo>
                    <a:pt x="1" y="387"/>
                    <a:pt x="114" y="503"/>
                    <a:pt x="250" y="503"/>
                  </a:cubicBezTo>
                  <a:cubicBezTo>
                    <a:pt x="388" y="503"/>
                    <a:pt x="502" y="387"/>
                    <a:pt x="502" y="251"/>
                  </a:cubicBezTo>
                  <a:cubicBezTo>
                    <a:pt x="502" y="115"/>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8"/>
            <p:cNvSpPr/>
            <p:nvPr/>
          </p:nvSpPr>
          <p:spPr>
            <a:xfrm>
              <a:off x="2054075" y="1748800"/>
              <a:ext cx="12425" cy="12575"/>
            </a:xfrm>
            <a:custGeom>
              <a:avLst/>
              <a:gdLst/>
              <a:ahLst/>
              <a:cxnLst/>
              <a:rect l="l" t="t" r="r" b="b"/>
              <a:pathLst>
                <a:path w="497" h="503" extrusionOk="0">
                  <a:moveTo>
                    <a:pt x="252" y="0"/>
                  </a:moveTo>
                  <a:cubicBezTo>
                    <a:pt x="109" y="0"/>
                    <a:pt x="1" y="115"/>
                    <a:pt x="1" y="251"/>
                  </a:cubicBezTo>
                  <a:cubicBezTo>
                    <a:pt x="1" y="387"/>
                    <a:pt x="109" y="503"/>
                    <a:pt x="252" y="503"/>
                  </a:cubicBezTo>
                  <a:cubicBezTo>
                    <a:pt x="388" y="503"/>
                    <a:pt x="496" y="387"/>
                    <a:pt x="496" y="251"/>
                  </a:cubicBezTo>
                  <a:cubicBezTo>
                    <a:pt x="496"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8"/>
            <p:cNvSpPr/>
            <p:nvPr/>
          </p:nvSpPr>
          <p:spPr>
            <a:xfrm>
              <a:off x="2145825" y="17488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8"/>
            <p:cNvSpPr/>
            <p:nvPr/>
          </p:nvSpPr>
          <p:spPr>
            <a:xfrm>
              <a:off x="2237800" y="1748800"/>
              <a:ext cx="12350" cy="12575"/>
            </a:xfrm>
            <a:custGeom>
              <a:avLst/>
              <a:gdLst/>
              <a:ahLst/>
              <a:cxnLst/>
              <a:rect l="l" t="t" r="r" b="b"/>
              <a:pathLst>
                <a:path w="494" h="503" extrusionOk="0">
                  <a:moveTo>
                    <a:pt x="244" y="0"/>
                  </a:moveTo>
                  <a:cubicBezTo>
                    <a:pt x="107" y="0"/>
                    <a:pt x="0" y="115"/>
                    <a:pt x="0" y="251"/>
                  </a:cubicBezTo>
                  <a:cubicBezTo>
                    <a:pt x="0" y="387"/>
                    <a:pt x="107" y="503"/>
                    <a:pt x="244" y="503"/>
                  </a:cubicBezTo>
                  <a:cubicBezTo>
                    <a:pt x="387" y="503"/>
                    <a:pt x="494" y="387"/>
                    <a:pt x="494" y="251"/>
                  </a:cubicBezTo>
                  <a:cubicBezTo>
                    <a:pt x="494" y="115"/>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8"/>
            <p:cNvSpPr/>
            <p:nvPr/>
          </p:nvSpPr>
          <p:spPr>
            <a:xfrm>
              <a:off x="2329550" y="1748800"/>
              <a:ext cx="12575" cy="12575"/>
            </a:xfrm>
            <a:custGeom>
              <a:avLst/>
              <a:gdLst/>
              <a:ahLst/>
              <a:cxnLst/>
              <a:rect l="l" t="t" r="r" b="b"/>
              <a:pathLst>
                <a:path w="503" h="503" extrusionOk="0">
                  <a:moveTo>
                    <a:pt x="251" y="0"/>
                  </a:moveTo>
                  <a:cubicBezTo>
                    <a:pt x="115" y="0"/>
                    <a:pt x="0" y="115"/>
                    <a:pt x="0" y="251"/>
                  </a:cubicBezTo>
                  <a:cubicBezTo>
                    <a:pt x="0" y="387"/>
                    <a:pt x="115" y="503"/>
                    <a:pt x="251" y="503"/>
                  </a:cubicBezTo>
                  <a:cubicBezTo>
                    <a:pt x="387" y="503"/>
                    <a:pt x="502" y="387"/>
                    <a:pt x="502" y="251"/>
                  </a:cubicBezTo>
                  <a:cubicBezTo>
                    <a:pt x="502"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8"/>
            <p:cNvSpPr/>
            <p:nvPr/>
          </p:nvSpPr>
          <p:spPr>
            <a:xfrm>
              <a:off x="2421325" y="1748800"/>
              <a:ext cx="12550" cy="12575"/>
            </a:xfrm>
            <a:custGeom>
              <a:avLst/>
              <a:gdLst/>
              <a:ahLst/>
              <a:cxnLst/>
              <a:rect l="l" t="t" r="r" b="b"/>
              <a:pathLst>
                <a:path w="502" h="503" extrusionOk="0">
                  <a:moveTo>
                    <a:pt x="250" y="0"/>
                  </a:moveTo>
                  <a:cubicBezTo>
                    <a:pt x="114" y="0"/>
                    <a:pt x="1" y="115"/>
                    <a:pt x="1" y="251"/>
                  </a:cubicBezTo>
                  <a:cubicBezTo>
                    <a:pt x="1" y="387"/>
                    <a:pt x="114" y="503"/>
                    <a:pt x="250" y="503"/>
                  </a:cubicBezTo>
                  <a:cubicBezTo>
                    <a:pt x="395" y="503"/>
                    <a:pt x="501" y="387"/>
                    <a:pt x="501" y="251"/>
                  </a:cubicBezTo>
                  <a:cubicBezTo>
                    <a:pt x="501" y="115"/>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8"/>
            <p:cNvSpPr/>
            <p:nvPr/>
          </p:nvSpPr>
          <p:spPr>
            <a:xfrm>
              <a:off x="2513250" y="1748800"/>
              <a:ext cx="12575" cy="12575"/>
            </a:xfrm>
            <a:custGeom>
              <a:avLst/>
              <a:gdLst/>
              <a:ahLst/>
              <a:cxnLst/>
              <a:rect l="l" t="t" r="r" b="b"/>
              <a:pathLst>
                <a:path w="503" h="503" extrusionOk="0">
                  <a:moveTo>
                    <a:pt x="252" y="0"/>
                  </a:moveTo>
                  <a:cubicBezTo>
                    <a:pt x="109" y="0"/>
                    <a:pt x="0" y="115"/>
                    <a:pt x="0" y="251"/>
                  </a:cubicBezTo>
                  <a:cubicBezTo>
                    <a:pt x="0" y="387"/>
                    <a:pt x="109"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8"/>
            <p:cNvSpPr/>
            <p:nvPr/>
          </p:nvSpPr>
          <p:spPr>
            <a:xfrm>
              <a:off x="2605000" y="1748800"/>
              <a:ext cx="12575" cy="12575"/>
            </a:xfrm>
            <a:custGeom>
              <a:avLst/>
              <a:gdLst/>
              <a:ahLst/>
              <a:cxnLst/>
              <a:rect l="l" t="t" r="r" b="b"/>
              <a:pathLst>
                <a:path w="503" h="503" extrusionOk="0">
                  <a:moveTo>
                    <a:pt x="252" y="0"/>
                  </a:moveTo>
                  <a:cubicBezTo>
                    <a:pt x="116" y="0"/>
                    <a:pt x="0" y="115"/>
                    <a:pt x="0" y="251"/>
                  </a:cubicBezTo>
                  <a:cubicBezTo>
                    <a:pt x="0" y="387"/>
                    <a:pt x="116" y="503"/>
                    <a:pt x="252" y="503"/>
                  </a:cubicBezTo>
                  <a:cubicBezTo>
                    <a:pt x="387" y="503"/>
                    <a:pt x="503" y="387"/>
                    <a:pt x="503" y="251"/>
                  </a:cubicBezTo>
                  <a:cubicBezTo>
                    <a:pt x="503" y="115"/>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8"/>
            <p:cNvSpPr/>
            <p:nvPr/>
          </p:nvSpPr>
          <p:spPr>
            <a:xfrm>
              <a:off x="2696950" y="1748800"/>
              <a:ext cx="12375" cy="12575"/>
            </a:xfrm>
            <a:custGeom>
              <a:avLst/>
              <a:gdLst/>
              <a:ahLst/>
              <a:cxnLst/>
              <a:rect l="l" t="t" r="r" b="b"/>
              <a:pathLst>
                <a:path w="495" h="503" extrusionOk="0">
                  <a:moveTo>
                    <a:pt x="252" y="0"/>
                  </a:moveTo>
                  <a:cubicBezTo>
                    <a:pt x="108" y="0"/>
                    <a:pt x="1" y="115"/>
                    <a:pt x="1" y="251"/>
                  </a:cubicBezTo>
                  <a:cubicBezTo>
                    <a:pt x="1" y="387"/>
                    <a:pt x="108" y="503"/>
                    <a:pt x="252" y="503"/>
                  </a:cubicBezTo>
                  <a:cubicBezTo>
                    <a:pt x="388" y="503"/>
                    <a:pt x="495" y="387"/>
                    <a:pt x="495" y="251"/>
                  </a:cubicBezTo>
                  <a:cubicBezTo>
                    <a:pt x="495"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8"/>
            <p:cNvSpPr/>
            <p:nvPr/>
          </p:nvSpPr>
          <p:spPr>
            <a:xfrm>
              <a:off x="2788700" y="17488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8"/>
            <p:cNvSpPr/>
            <p:nvPr/>
          </p:nvSpPr>
          <p:spPr>
            <a:xfrm>
              <a:off x="2880675" y="1748800"/>
              <a:ext cx="12375" cy="12575"/>
            </a:xfrm>
            <a:custGeom>
              <a:avLst/>
              <a:gdLst/>
              <a:ahLst/>
              <a:cxnLst/>
              <a:rect l="l" t="t" r="r" b="b"/>
              <a:pathLst>
                <a:path w="495" h="503" extrusionOk="0">
                  <a:moveTo>
                    <a:pt x="243" y="0"/>
                  </a:moveTo>
                  <a:cubicBezTo>
                    <a:pt x="107" y="0"/>
                    <a:pt x="0" y="115"/>
                    <a:pt x="0" y="251"/>
                  </a:cubicBezTo>
                  <a:cubicBezTo>
                    <a:pt x="0" y="387"/>
                    <a:pt x="107" y="503"/>
                    <a:pt x="243" y="503"/>
                  </a:cubicBezTo>
                  <a:cubicBezTo>
                    <a:pt x="387" y="503"/>
                    <a:pt x="494" y="387"/>
                    <a:pt x="494" y="251"/>
                  </a:cubicBezTo>
                  <a:cubicBezTo>
                    <a:pt x="494" y="115"/>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8"/>
            <p:cNvSpPr/>
            <p:nvPr/>
          </p:nvSpPr>
          <p:spPr>
            <a:xfrm>
              <a:off x="2972425" y="1748800"/>
              <a:ext cx="12575" cy="12575"/>
            </a:xfrm>
            <a:custGeom>
              <a:avLst/>
              <a:gdLst/>
              <a:ahLst/>
              <a:cxnLst/>
              <a:rect l="l" t="t" r="r" b="b"/>
              <a:pathLst>
                <a:path w="503" h="503" extrusionOk="0">
                  <a:moveTo>
                    <a:pt x="251" y="0"/>
                  </a:moveTo>
                  <a:cubicBezTo>
                    <a:pt x="115" y="0"/>
                    <a:pt x="0" y="115"/>
                    <a:pt x="0" y="251"/>
                  </a:cubicBezTo>
                  <a:cubicBezTo>
                    <a:pt x="0" y="387"/>
                    <a:pt x="115" y="503"/>
                    <a:pt x="251" y="503"/>
                  </a:cubicBezTo>
                  <a:cubicBezTo>
                    <a:pt x="387" y="503"/>
                    <a:pt x="503" y="387"/>
                    <a:pt x="503" y="251"/>
                  </a:cubicBezTo>
                  <a:cubicBezTo>
                    <a:pt x="503"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8"/>
            <p:cNvSpPr/>
            <p:nvPr/>
          </p:nvSpPr>
          <p:spPr>
            <a:xfrm>
              <a:off x="3064375" y="1748800"/>
              <a:ext cx="12375" cy="12575"/>
            </a:xfrm>
            <a:custGeom>
              <a:avLst/>
              <a:gdLst/>
              <a:ahLst/>
              <a:cxnLst/>
              <a:rect l="l" t="t" r="r" b="b"/>
              <a:pathLst>
                <a:path w="495" h="503" extrusionOk="0">
                  <a:moveTo>
                    <a:pt x="243" y="0"/>
                  </a:moveTo>
                  <a:cubicBezTo>
                    <a:pt x="107" y="0"/>
                    <a:pt x="1" y="115"/>
                    <a:pt x="1" y="251"/>
                  </a:cubicBezTo>
                  <a:cubicBezTo>
                    <a:pt x="1" y="387"/>
                    <a:pt x="107" y="503"/>
                    <a:pt x="243" y="503"/>
                  </a:cubicBezTo>
                  <a:cubicBezTo>
                    <a:pt x="388" y="503"/>
                    <a:pt x="495" y="387"/>
                    <a:pt x="495" y="251"/>
                  </a:cubicBezTo>
                  <a:cubicBezTo>
                    <a:pt x="495" y="115"/>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8"/>
            <p:cNvSpPr/>
            <p:nvPr/>
          </p:nvSpPr>
          <p:spPr>
            <a:xfrm>
              <a:off x="3156125" y="17488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8"/>
            <p:cNvSpPr/>
            <p:nvPr/>
          </p:nvSpPr>
          <p:spPr>
            <a:xfrm>
              <a:off x="3247875" y="1748800"/>
              <a:ext cx="12575" cy="12575"/>
            </a:xfrm>
            <a:custGeom>
              <a:avLst/>
              <a:gdLst/>
              <a:ahLst/>
              <a:cxnLst/>
              <a:rect l="l" t="t" r="r" b="b"/>
              <a:pathLst>
                <a:path w="503"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8"/>
            <p:cNvSpPr/>
            <p:nvPr/>
          </p:nvSpPr>
          <p:spPr>
            <a:xfrm>
              <a:off x="3339850" y="1748800"/>
              <a:ext cx="12525" cy="12575"/>
            </a:xfrm>
            <a:custGeom>
              <a:avLst/>
              <a:gdLst/>
              <a:ahLst/>
              <a:cxnLst/>
              <a:rect l="l" t="t" r="r" b="b"/>
              <a:pathLst>
                <a:path w="501" h="503" extrusionOk="0">
                  <a:moveTo>
                    <a:pt x="251" y="0"/>
                  </a:moveTo>
                  <a:cubicBezTo>
                    <a:pt x="107" y="0"/>
                    <a:pt x="0" y="115"/>
                    <a:pt x="0" y="251"/>
                  </a:cubicBezTo>
                  <a:cubicBezTo>
                    <a:pt x="0" y="387"/>
                    <a:pt x="107" y="503"/>
                    <a:pt x="251" y="503"/>
                  </a:cubicBezTo>
                  <a:cubicBezTo>
                    <a:pt x="387" y="503"/>
                    <a:pt x="501" y="387"/>
                    <a:pt x="501" y="251"/>
                  </a:cubicBezTo>
                  <a:cubicBezTo>
                    <a:pt x="501"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8"/>
            <p:cNvSpPr/>
            <p:nvPr/>
          </p:nvSpPr>
          <p:spPr>
            <a:xfrm>
              <a:off x="3431575" y="17488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8"/>
            <p:cNvSpPr/>
            <p:nvPr/>
          </p:nvSpPr>
          <p:spPr>
            <a:xfrm>
              <a:off x="3523550" y="1748800"/>
              <a:ext cx="12375" cy="12575"/>
            </a:xfrm>
            <a:custGeom>
              <a:avLst/>
              <a:gdLst/>
              <a:ahLst/>
              <a:cxnLst/>
              <a:rect l="l" t="t" r="r" b="b"/>
              <a:pathLst>
                <a:path w="495" h="503" extrusionOk="0">
                  <a:moveTo>
                    <a:pt x="250" y="0"/>
                  </a:moveTo>
                  <a:cubicBezTo>
                    <a:pt x="107" y="0"/>
                    <a:pt x="0" y="115"/>
                    <a:pt x="0" y="251"/>
                  </a:cubicBezTo>
                  <a:cubicBezTo>
                    <a:pt x="0" y="387"/>
                    <a:pt x="107" y="503"/>
                    <a:pt x="250" y="503"/>
                  </a:cubicBezTo>
                  <a:cubicBezTo>
                    <a:pt x="388" y="503"/>
                    <a:pt x="494" y="387"/>
                    <a:pt x="494" y="251"/>
                  </a:cubicBezTo>
                  <a:cubicBezTo>
                    <a:pt x="494" y="115"/>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8"/>
            <p:cNvSpPr/>
            <p:nvPr/>
          </p:nvSpPr>
          <p:spPr>
            <a:xfrm>
              <a:off x="676400" y="18407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8"/>
            <p:cNvSpPr/>
            <p:nvPr/>
          </p:nvSpPr>
          <p:spPr>
            <a:xfrm>
              <a:off x="768325" y="1840700"/>
              <a:ext cx="12400" cy="12425"/>
            </a:xfrm>
            <a:custGeom>
              <a:avLst/>
              <a:gdLst/>
              <a:ahLst/>
              <a:cxnLst/>
              <a:rect l="l" t="t" r="r" b="b"/>
              <a:pathLst>
                <a:path w="496" h="497" extrusionOk="0">
                  <a:moveTo>
                    <a:pt x="245" y="1"/>
                  </a:moveTo>
                  <a:cubicBezTo>
                    <a:pt x="109" y="1"/>
                    <a:pt x="0" y="109"/>
                    <a:pt x="0" y="245"/>
                  </a:cubicBezTo>
                  <a:cubicBezTo>
                    <a:pt x="0" y="388"/>
                    <a:pt x="109" y="496"/>
                    <a:pt x="245" y="496"/>
                  </a:cubicBezTo>
                  <a:cubicBezTo>
                    <a:pt x="388" y="496"/>
                    <a:pt x="496" y="388"/>
                    <a:pt x="496" y="245"/>
                  </a:cubicBezTo>
                  <a:cubicBezTo>
                    <a:pt x="496" y="109"/>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8"/>
            <p:cNvSpPr/>
            <p:nvPr/>
          </p:nvSpPr>
          <p:spPr>
            <a:xfrm>
              <a:off x="860125" y="1840700"/>
              <a:ext cx="12525" cy="12425"/>
            </a:xfrm>
            <a:custGeom>
              <a:avLst/>
              <a:gdLst/>
              <a:ahLst/>
              <a:cxnLst/>
              <a:rect l="l" t="t" r="r" b="b"/>
              <a:pathLst>
                <a:path w="501" h="497" extrusionOk="0">
                  <a:moveTo>
                    <a:pt x="251" y="1"/>
                  </a:moveTo>
                  <a:cubicBezTo>
                    <a:pt x="114" y="1"/>
                    <a:pt x="0" y="109"/>
                    <a:pt x="0" y="245"/>
                  </a:cubicBezTo>
                  <a:cubicBezTo>
                    <a:pt x="0" y="388"/>
                    <a:pt x="114" y="496"/>
                    <a:pt x="251" y="496"/>
                  </a:cubicBezTo>
                  <a:cubicBezTo>
                    <a:pt x="387" y="496"/>
                    <a:pt x="501" y="388"/>
                    <a:pt x="501" y="245"/>
                  </a:cubicBezTo>
                  <a:cubicBezTo>
                    <a:pt x="501"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8"/>
            <p:cNvSpPr/>
            <p:nvPr/>
          </p:nvSpPr>
          <p:spPr>
            <a:xfrm>
              <a:off x="951850" y="18407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8"/>
            <p:cNvSpPr/>
            <p:nvPr/>
          </p:nvSpPr>
          <p:spPr>
            <a:xfrm>
              <a:off x="1043825" y="1840700"/>
              <a:ext cx="12375" cy="12425"/>
            </a:xfrm>
            <a:custGeom>
              <a:avLst/>
              <a:gdLst/>
              <a:ahLst/>
              <a:cxnLst/>
              <a:rect l="l" t="t" r="r" b="b"/>
              <a:pathLst>
                <a:path w="495" h="497" extrusionOk="0">
                  <a:moveTo>
                    <a:pt x="250" y="1"/>
                  </a:moveTo>
                  <a:cubicBezTo>
                    <a:pt x="107" y="1"/>
                    <a:pt x="0" y="109"/>
                    <a:pt x="0" y="245"/>
                  </a:cubicBezTo>
                  <a:cubicBezTo>
                    <a:pt x="0" y="388"/>
                    <a:pt x="107" y="496"/>
                    <a:pt x="250" y="496"/>
                  </a:cubicBezTo>
                  <a:cubicBezTo>
                    <a:pt x="388" y="496"/>
                    <a:pt x="494" y="388"/>
                    <a:pt x="494" y="245"/>
                  </a:cubicBezTo>
                  <a:cubicBezTo>
                    <a:pt x="494"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8"/>
            <p:cNvSpPr/>
            <p:nvPr/>
          </p:nvSpPr>
          <p:spPr>
            <a:xfrm>
              <a:off x="1135575" y="1840700"/>
              <a:ext cx="12575" cy="12425"/>
            </a:xfrm>
            <a:custGeom>
              <a:avLst/>
              <a:gdLst/>
              <a:ahLst/>
              <a:cxnLst/>
              <a:rect l="l" t="t" r="r" b="b"/>
              <a:pathLst>
                <a:path w="503" h="497" extrusionOk="0">
                  <a:moveTo>
                    <a:pt x="252" y="1"/>
                  </a:moveTo>
                  <a:cubicBezTo>
                    <a:pt x="116" y="1"/>
                    <a:pt x="0" y="109"/>
                    <a:pt x="0" y="245"/>
                  </a:cubicBezTo>
                  <a:cubicBezTo>
                    <a:pt x="0" y="388"/>
                    <a:pt x="116" y="496"/>
                    <a:pt x="252" y="496"/>
                  </a:cubicBezTo>
                  <a:cubicBezTo>
                    <a:pt x="387" y="496"/>
                    <a:pt x="503" y="388"/>
                    <a:pt x="503" y="245"/>
                  </a:cubicBezTo>
                  <a:cubicBezTo>
                    <a:pt x="503"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8"/>
            <p:cNvSpPr/>
            <p:nvPr/>
          </p:nvSpPr>
          <p:spPr>
            <a:xfrm>
              <a:off x="1227500" y="1840700"/>
              <a:ext cx="12400" cy="12425"/>
            </a:xfrm>
            <a:custGeom>
              <a:avLst/>
              <a:gdLst/>
              <a:ahLst/>
              <a:cxnLst/>
              <a:rect l="l" t="t" r="r" b="b"/>
              <a:pathLst>
                <a:path w="496" h="497" extrusionOk="0">
                  <a:moveTo>
                    <a:pt x="251" y="1"/>
                  </a:moveTo>
                  <a:cubicBezTo>
                    <a:pt x="109" y="1"/>
                    <a:pt x="0" y="109"/>
                    <a:pt x="0" y="245"/>
                  </a:cubicBezTo>
                  <a:cubicBezTo>
                    <a:pt x="0" y="388"/>
                    <a:pt x="109" y="496"/>
                    <a:pt x="251" y="496"/>
                  </a:cubicBezTo>
                  <a:cubicBezTo>
                    <a:pt x="387" y="496"/>
                    <a:pt x="496" y="388"/>
                    <a:pt x="496" y="245"/>
                  </a:cubicBezTo>
                  <a:cubicBezTo>
                    <a:pt x="496"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8"/>
            <p:cNvSpPr/>
            <p:nvPr/>
          </p:nvSpPr>
          <p:spPr>
            <a:xfrm>
              <a:off x="1319275" y="1840700"/>
              <a:ext cx="12550" cy="12425"/>
            </a:xfrm>
            <a:custGeom>
              <a:avLst/>
              <a:gdLst/>
              <a:ahLst/>
              <a:cxnLst/>
              <a:rect l="l" t="t" r="r" b="b"/>
              <a:pathLst>
                <a:path w="502" h="497" extrusionOk="0">
                  <a:moveTo>
                    <a:pt x="252" y="1"/>
                  </a:moveTo>
                  <a:cubicBezTo>
                    <a:pt x="114" y="1"/>
                    <a:pt x="1" y="109"/>
                    <a:pt x="1" y="245"/>
                  </a:cubicBezTo>
                  <a:cubicBezTo>
                    <a:pt x="1" y="388"/>
                    <a:pt x="114" y="496"/>
                    <a:pt x="252" y="496"/>
                  </a:cubicBezTo>
                  <a:cubicBezTo>
                    <a:pt x="388" y="496"/>
                    <a:pt x="501" y="388"/>
                    <a:pt x="501" y="245"/>
                  </a:cubicBezTo>
                  <a:cubicBezTo>
                    <a:pt x="501"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8"/>
            <p:cNvSpPr/>
            <p:nvPr/>
          </p:nvSpPr>
          <p:spPr>
            <a:xfrm>
              <a:off x="1411200" y="1840700"/>
              <a:ext cx="12425" cy="12425"/>
            </a:xfrm>
            <a:custGeom>
              <a:avLst/>
              <a:gdLst/>
              <a:ahLst/>
              <a:cxnLst/>
              <a:rect l="l" t="t" r="r" b="b"/>
              <a:pathLst>
                <a:path w="497" h="497" extrusionOk="0">
                  <a:moveTo>
                    <a:pt x="245" y="1"/>
                  </a:moveTo>
                  <a:cubicBezTo>
                    <a:pt x="109" y="1"/>
                    <a:pt x="1" y="109"/>
                    <a:pt x="1" y="245"/>
                  </a:cubicBezTo>
                  <a:cubicBezTo>
                    <a:pt x="1" y="388"/>
                    <a:pt x="109" y="496"/>
                    <a:pt x="245" y="496"/>
                  </a:cubicBezTo>
                  <a:cubicBezTo>
                    <a:pt x="388" y="496"/>
                    <a:pt x="496" y="388"/>
                    <a:pt x="496" y="245"/>
                  </a:cubicBezTo>
                  <a:cubicBezTo>
                    <a:pt x="496" y="109"/>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8"/>
            <p:cNvSpPr/>
            <p:nvPr/>
          </p:nvSpPr>
          <p:spPr>
            <a:xfrm>
              <a:off x="1503000" y="1840700"/>
              <a:ext cx="12525" cy="12425"/>
            </a:xfrm>
            <a:custGeom>
              <a:avLst/>
              <a:gdLst/>
              <a:ahLst/>
              <a:cxnLst/>
              <a:rect l="l" t="t" r="r" b="b"/>
              <a:pathLst>
                <a:path w="501" h="497" extrusionOk="0">
                  <a:moveTo>
                    <a:pt x="250" y="1"/>
                  </a:moveTo>
                  <a:cubicBezTo>
                    <a:pt x="114" y="1"/>
                    <a:pt x="0" y="109"/>
                    <a:pt x="0" y="245"/>
                  </a:cubicBezTo>
                  <a:cubicBezTo>
                    <a:pt x="0" y="388"/>
                    <a:pt x="114" y="496"/>
                    <a:pt x="250" y="496"/>
                  </a:cubicBezTo>
                  <a:cubicBezTo>
                    <a:pt x="387" y="496"/>
                    <a:pt x="501" y="388"/>
                    <a:pt x="501" y="245"/>
                  </a:cubicBezTo>
                  <a:cubicBezTo>
                    <a:pt x="501" y="109"/>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8"/>
            <p:cNvSpPr/>
            <p:nvPr/>
          </p:nvSpPr>
          <p:spPr>
            <a:xfrm>
              <a:off x="1594750" y="1840700"/>
              <a:ext cx="12575" cy="12425"/>
            </a:xfrm>
            <a:custGeom>
              <a:avLst/>
              <a:gdLst/>
              <a:ahLst/>
              <a:cxnLst/>
              <a:rect l="l" t="t" r="r" b="b"/>
              <a:pathLst>
                <a:path w="503" h="497" extrusionOk="0">
                  <a:moveTo>
                    <a:pt x="251" y="1"/>
                  </a:moveTo>
                  <a:cubicBezTo>
                    <a:pt x="115" y="1"/>
                    <a:pt x="0" y="109"/>
                    <a:pt x="0" y="245"/>
                  </a:cubicBezTo>
                  <a:cubicBezTo>
                    <a:pt x="0" y="388"/>
                    <a:pt x="115" y="496"/>
                    <a:pt x="251" y="496"/>
                  </a:cubicBezTo>
                  <a:cubicBezTo>
                    <a:pt x="394" y="496"/>
                    <a:pt x="503" y="388"/>
                    <a:pt x="503" y="245"/>
                  </a:cubicBezTo>
                  <a:cubicBezTo>
                    <a:pt x="503" y="109"/>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8"/>
            <p:cNvSpPr/>
            <p:nvPr/>
          </p:nvSpPr>
          <p:spPr>
            <a:xfrm>
              <a:off x="1686650" y="18407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8"/>
            <p:cNvSpPr/>
            <p:nvPr/>
          </p:nvSpPr>
          <p:spPr>
            <a:xfrm>
              <a:off x="1778450" y="1840700"/>
              <a:ext cx="12550" cy="12425"/>
            </a:xfrm>
            <a:custGeom>
              <a:avLst/>
              <a:gdLst/>
              <a:ahLst/>
              <a:cxnLst/>
              <a:rect l="l" t="t" r="r" b="b"/>
              <a:pathLst>
                <a:path w="502" h="497" extrusionOk="0">
                  <a:moveTo>
                    <a:pt x="252" y="1"/>
                  </a:moveTo>
                  <a:cubicBezTo>
                    <a:pt x="114" y="1"/>
                    <a:pt x="1" y="109"/>
                    <a:pt x="1" y="245"/>
                  </a:cubicBezTo>
                  <a:cubicBezTo>
                    <a:pt x="1" y="388"/>
                    <a:pt x="114" y="496"/>
                    <a:pt x="252" y="496"/>
                  </a:cubicBezTo>
                  <a:cubicBezTo>
                    <a:pt x="388" y="496"/>
                    <a:pt x="501" y="388"/>
                    <a:pt x="501" y="245"/>
                  </a:cubicBezTo>
                  <a:cubicBezTo>
                    <a:pt x="501"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8"/>
            <p:cNvSpPr/>
            <p:nvPr/>
          </p:nvSpPr>
          <p:spPr>
            <a:xfrm>
              <a:off x="1870375" y="1840700"/>
              <a:ext cx="12400" cy="12425"/>
            </a:xfrm>
            <a:custGeom>
              <a:avLst/>
              <a:gdLst/>
              <a:ahLst/>
              <a:cxnLst/>
              <a:rect l="l" t="t" r="r" b="b"/>
              <a:pathLst>
                <a:path w="496" h="497" extrusionOk="0">
                  <a:moveTo>
                    <a:pt x="252" y="1"/>
                  </a:moveTo>
                  <a:cubicBezTo>
                    <a:pt x="109" y="1"/>
                    <a:pt x="0" y="109"/>
                    <a:pt x="0" y="245"/>
                  </a:cubicBezTo>
                  <a:cubicBezTo>
                    <a:pt x="0" y="388"/>
                    <a:pt x="109" y="496"/>
                    <a:pt x="252" y="496"/>
                  </a:cubicBezTo>
                  <a:cubicBezTo>
                    <a:pt x="387" y="496"/>
                    <a:pt x="496" y="388"/>
                    <a:pt x="496" y="245"/>
                  </a:cubicBezTo>
                  <a:cubicBezTo>
                    <a:pt x="496"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8"/>
            <p:cNvSpPr/>
            <p:nvPr/>
          </p:nvSpPr>
          <p:spPr>
            <a:xfrm>
              <a:off x="1962150" y="1840700"/>
              <a:ext cx="12550" cy="12425"/>
            </a:xfrm>
            <a:custGeom>
              <a:avLst/>
              <a:gdLst/>
              <a:ahLst/>
              <a:cxnLst/>
              <a:rect l="l" t="t" r="r" b="b"/>
              <a:pathLst>
                <a:path w="502" h="497" extrusionOk="0">
                  <a:moveTo>
                    <a:pt x="250" y="1"/>
                  </a:moveTo>
                  <a:cubicBezTo>
                    <a:pt x="114" y="1"/>
                    <a:pt x="1" y="109"/>
                    <a:pt x="1" y="245"/>
                  </a:cubicBezTo>
                  <a:cubicBezTo>
                    <a:pt x="1" y="388"/>
                    <a:pt x="114" y="496"/>
                    <a:pt x="250" y="496"/>
                  </a:cubicBezTo>
                  <a:cubicBezTo>
                    <a:pt x="388" y="496"/>
                    <a:pt x="502" y="388"/>
                    <a:pt x="502" y="245"/>
                  </a:cubicBezTo>
                  <a:cubicBezTo>
                    <a:pt x="502"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8"/>
            <p:cNvSpPr/>
            <p:nvPr/>
          </p:nvSpPr>
          <p:spPr>
            <a:xfrm>
              <a:off x="2054075" y="1840700"/>
              <a:ext cx="12425" cy="12425"/>
            </a:xfrm>
            <a:custGeom>
              <a:avLst/>
              <a:gdLst/>
              <a:ahLst/>
              <a:cxnLst/>
              <a:rect l="l" t="t" r="r" b="b"/>
              <a:pathLst>
                <a:path w="497" h="497" extrusionOk="0">
                  <a:moveTo>
                    <a:pt x="252" y="1"/>
                  </a:moveTo>
                  <a:cubicBezTo>
                    <a:pt x="109" y="1"/>
                    <a:pt x="1" y="109"/>
                    <a:pt x="1" y="245"/>
                  </a:cubicBezTo>
                  <a:cubicBezTo>
                    <a:pt x="1" y="388"/>
                    <a:pt x="109" y="496"/>
                    <a:pt x="252" y="496"/>
                  </a:cubicBezTo>
                  <a:cubicBezTo>
                    <a:pt x="388" y="496"/>
                    <a:pt x="496" y="388"/>
                    <a:pt x="496" y="245"/>
                  </a:cubicBezTo>
                  <a:cubicBezTo>
                    <a:pt x="496"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8"/>
            <p:cNvSpPr/>
            <p:nvPr/>
          </p:nvSpPr>
          <p:spPr>
            <a:xfrm>
              <a:off x="2145825" y="18407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8"/>
            <p:cNvSpPr/>
            <p:nvPr/>
          </p:nvSpPr>
          <p:spPr>
            <a:xfrm>
              <a:off x="2237800" y="1840700"/>
              <a:ext cx="12350" cy="12425"/>
            </a:xfrm>
            <a:custGeom>
              <a:avLst/>
              <a:gdLst/>
              <a:ahLst/>
              <a:cxnLst/>
              <a:rect l="l" t="t" r="r" b="b"/>
              <a:pathLst>
                <a:path w="494" h="497" extrusionOk="0">
                  <a:moveTo>
                    <a:pt x="244" y="1"/>
                  </a:moveTo>
                  <a:cubicBezTo>
                    <a:pt x="107" y="1"/>
                    <a:pt x="0" y="109"/>
                    <a:pt x="0" y="245"/>
                  </a:cubicBezTo>
                  <a:cubicBezTo>
                    <a:pt x="0" y="388"/>
                    <a:pt x="107" y="496"/>
                    <a:pt x="244" y="496"/>
                  </a:cubicBezTo>
                  <a:cubicBezTo>
                    <a:pt x="387" y="496"/>
                    <a:pt x="494" y="388"/>
                    <a:pt x="494" y="245"/>
                  </a:cubicBezTo>
                  <a:cubicBezTo>
                    <a:pt x="494" y="109"/>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8"/>
            <p:cNvSpPr/>
            <p:nvPr/>
          </p:nvSpPr>
          <p:spPr>
            <a:xfrm>
              <a:off x="2329550" y="1840700"/>
              <a:ext cx="12575" cy="12425"/>
            </a:xfrm>
            <a:custGeom>
              <a:avLst/>
              <a:gdLst/>
              <a:ahLst/>
              <a:cxnLst/>
              <a:rect l="l" t="t" r="r" b="b"/>
              <a:pathLst>
                <a:path w="503" h="497" extrusionOk="0">
                  <a:moveTo>
                    <a:pt x="251" y="1"/>
                  </a:moveTo>
                  <a:cubicBezTo>
                    <a:pt x="115" y="1"/>
                    <a:pt x="0" y="109"/>
                    <a:pt x="0" y="245"/>
                  </a:cubicBezTo>
                  <a:cubicBezTo>
                    <a:pt x="0" y="388"/>
                    <a:pt x="115" y="496"/>
                    <a:pt x="251" y="496"/>
                  </a:cubicBezTo>
                  <a:cubicBezTo>
                    <a:pt x="387" y="496"/>
                    <a:pt x="502" y="388"/>
                    <a:pt x="502" y="245"/>
                  </a:cubicBezTo>
                  <a:cubicBezTo>
                    <a:pt x="502"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8"/>
            <p:cNvSpPr/>
            <p:nvPr/>
          </p:nvSpPr>
          <p:spPr>
            <a:xfrm>
              <a:off x="2421325" y="1840700"/>
              <a:ext cx="12550" cy="12425"/>
            </a:xfrm>
            <a:custGeom>
              <a:avLst/>
              <a:gdLst/>
              <a:ahLst/>
              <a:cxnLst/>
              <a:rect l="l" t="t" r="r" b="b"/>
              <a:pathLst>
                <a:path w="502" h="497" extrusionOk="0">
                  <a:moveTo>
                    <a:pt x="250" y="1"/>
                  </a:moveTo>
                  <a:cubicBezTo>
                    <a:pt x="114" y="1"/>
                    <a:pt x="1" y="109"/>
                    <a:pt x="1" y="245"/>
                  </a:cubicBezTo>
                  <a:cubicBezTo>
                    <a:pt x="1" y="388"/>
                    <a:pt x="114" y="496"/>
                    <a:pt x="250" y="496"/>
                  </a:cubicBezTo>
                  <a:cubicBezTo>
                    <a:pt x="395" y="496"/>
                    <a:pt x="501" y="388"/>
                    <a:pt x="501" y="245"/>
                  </a:cubicBezTo>
                  <a:cubicBezTo>
                    <a:pt x="501" y="109"/>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8"/>
            <p:cNvSpPr/>
            <p:nvPr/>
          </p:nvSpPr>
          <p:spPr>
            <a:xfrm>
              <a:off x="2513250" y="1840700"/>
              <a:ext cx="12575" cy="12425"/>
            </a:xfrm>
            <a:custGeom>
              <a:avLst/>
              <a:gdLst/>
              <a:ahLst/>
              <a:cxnLst/>
              <a:rect l="l" t="t" r="r" b="b"/>
              <a:pathLst>
                <a:path w="503" h="497" extrusionOk="0">
                  <a:moveTo>
                    <a:pt x="252" y="1"/>
                  </a:moveTo>
                  <a:cubicBezTo>
                    <a:pt x="109" y="1"/>
                    <a:pt x="0" y="109"/>
                    <a:pt x="0" y="245"/>
                  </a:cubicBezTo>
                  <a:cubicBezTo>
                    <a:pt x="0" y="388"/>
                    <a:pt x="109"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8"/>
            <p:cNvSpPr/>
            <p:nvPr/>
          </p:nvSpPr>
          <p:spPr>
            <a:xfrm>
              <a:off x="2605000" y="1840700"/>
              <a:ext cx="12575" cy="12425"/>
            </a:xfrm>
            <a:custGeom>
              <a:avLst/>
              <a:gdLst/>
              <a:ahLst/>
              <a:cxnLst/>
              <a:rect l="l" t="t" r="r" b="b"/>
              <a:pathLst>
                <a:path w="503" h="497" extrusionOk="0">
                  <a:moveTo>
                    <a:pt x="252" y="1"/>
                  </a:moveTo>
                  <a:cubicBezTo>
                    <a:pt x="116" y="1"/>
                    <a:pt x="0" y="109"/>
                    <a:pt x="0" y="245"/>
                  </a:cubicBezTo>
                  <a:cubicBezTo>
                    <a:pt x="0" y="388"/>
                    <a:pt x="116" y="496"/>
                    <a:pt x="252" y="496"/>
                  </a:cubicBezTo>
                  <a:cubicBezTo>
                    <a:pt x="387" y="496"/>
                    <a:pt x="503" y="388"/>
                    <a:pt x="503" y="245"/>
                  </a:cubicBezTo>
                  <a:cubicBezTo>
                    <a:pt x="503"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8"/>
            <p:cNvSpPr/>
            <p:nvPr/>
          </p:nvSpPr>
          <p:spPr>
            <a:xfrm>
              <a:off x="2696950" y="1840700"/>
              <a:ext cx="12375" cy="12425"/>
            </a:xfrm>
            <a:custGeom>
              <a:avLst/>
              <a:gdLst/>
              <a:ahLst/>
              <a:cxnLst/>
              <a:rect l="l" t="t" r="r" b="b"/>
              <a:pathLst>
                <a:path w="495" h="497" extrusionOk="0">
                  <a:moveTo>
                    <a:pt x="252" y="1"/>
                  </a:moveTo>
                  <a:cubicBezTo>
                    <a:pt x="108" y="1"/>
                    <a:pt x="1" y="109"/>
                    <a:pt x="1" y="245"/>
                  </a:cubicBezTo>
                  <a:cubicBezTo>
                    <a:pt x="1" y="388"/>
                    <a:pt x="108" y="496"/>
                    <a:pt x="252" y="496"/>
                  </a:cubicBezTo>
                  <a:cubicBezTo>
                    <a:pt x="388" y="496"/>
                    <a:pt x="495" y="388"/>
                    <a:pt x="495" y="245"/>
                  </a:cubicBezTo>
                  <a:cubicBezTo>
                    <a:pt x="495"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8"/>
            <p:cNvSpPr/>
            <p:nvPr/>
          </p:nvSpPr>
          <p:spPr>
            <a:xfrm>
              <a:off x="2788700" y="18407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8"/>
            <p:cNvSpPr/>
            <p:nvPr/>
          </p:nvSpPr>
          <p:spPr>
            <a:xfrm>
              <a:off x="2880675" y="1840700"/>
              <a:ext cx="12375" cy="12425"/>
            </a:xfrm>
            <a:custGeom>
              <a:avLst/>
              <a:gdLst/>
              <a:ahLst/>
              <a:cxnLst/>
              <a:rect l="l" t="t" r="r" b="b"/>
              <a:pathLst>
                <a:path w="495" h="497" extrusionOk="0">
                  <a:moveTo>
                    <a:pt x="243" y="1"/>
                  </a:moveTo>
                  <a:cubicBezTo>
                    <a:pt x="107" y="1"/>
                    <a:pt x="0" y="109"/>
                    <a:pt x="0" y="245"/>
                  </a:cubicBezTo>
                  <a:cubicBezTo>
                    <a:pt x="0" y="388"/>
                    <a:pt x="107" y="496"/>
                    <a:pt x="243" y="496"/>
                  </a:cubicBezTo>
                  <a:cubicBezTo>
                    <a:pt x="387" y="496"/>
                    <a:pt x="494" y="388"/>
                    <a:pt x="494" y="245"/>
                  </a:cubicBezTo>
                  <a:cubicBezTo>
                    <a:pt x="494" y="109"/>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8"/>
            <p:cNvSpPr/>
            <p:nvPr/>
          </p:nvSpPr>
          <p:spPr>
            <a:xfrm>
              <a:off x="2972425" y="1840700"/>
              <a:ext cx="12575" cy="12425"/>
            </a:xfrm>
            <a:custGeom>
              <a:avLst/>
              <a:gdLst/>
              <a:ahLst/>
              <a:cxnLst/>
              <a:rect l="l" t="t" r="r" b="b"/>
              <a:pathLst>
                <a:path w="503" h="497" extrusionOk="0">
                  <a:moveTo>
                    <a:pt x="251" y="1"/>
                  </a:moveTo>
                  <a:cubicBezTo>
                    <a:pt x="115" y="1"/>
                    <a:pt x="0" y="109"/>
                    <a:pt x="0" y="245"/>
                  </a:cubicBezTo>
                  <a:cubicBezTo>
                    <a:pt x="0" y="388"/>
                    <a:pt x="115" y="496"/>
                    <a:pt x="251" y="496"/>
                  </a:cubicBezTo>
                  <a:cubicBezTo>
                    <a:pt x="387" y="496"/>
                    <a:pt x="503" y="388"/>
                    <a:pt x="503" y="245"/>
                  </a:cubicBezTo>
                  <a:cubicBezTo>
                    <a:pt x="503"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8"/>
            <p:cNvSpPr/>
            <p:nvPr/>
          </p:nvSpPr>
          <p:spPr>
            <a:xfrm>
              <a:off x="3064375" y="1840700"/>
              <a:ext cx="12375" cy="12425"/>
            </a:xfrm>
            <a:custGeom>
              <a:avLst/>
              <a:gdLst/>
              <a:ahLst/>
              <a:cxnLst/>
              <a:rect l="l" t="t" r="r" b="b"/>
              <a:pathLst>
                <a:path w="495" h="497" extrusionOk="0">
                  <a:moveTo>
                    <a:pt x="243" y="1"/>
                  </a:moveTo>
                  <a:cubicBezTo>
                    <a:pt x="107" y="1"/>
                    <a:pt x="1" y="109"/>
                    <a:pt x="1" y="245"/>
                  </a:cubicBezTo>
                  <a:cubicBezTo>
                    <a:pt x="1" y="388"/>
                    <a:pt x="107" y="496"/>
                    <a:pt x="243" y="496"/>
                  </a:cubicBezTo>
                  <a:cubicBezTo>
                    <a:pt x="388" y="496"/>
                    <a:pt x="495" y="388"/>
                    <a:pt x="495" y="245"/>
                  </a:cubicBezTo>
                  <a:cubicBezTo>
                    <a:pt x="495" y="109"/>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8"/>
            <p:cNvSpPr/>
            <p:nvPr/>
          </p:nvSpPr>
          <p:spPr>
            <a:xfrm>
              <a:off x="3156125" y="18407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8"/>
            <p:cNvSpPr/>
            <p:nvPr/>
          </p:nvSpPr>
          <p:spPr>
            <a:xfrm>
              <a:off x="3247875" y="1840700"/>
              <a:ext cx="12575" cy="12425"/>
            </a:xfrm>
            <a:custGeom>
              <a:avLst/>
              <a:gdLst/>
              <a:ahLst/>
              <a:cxnLst/>
              <a:rect l="l" t="t" r="r" b="b"/>
              <a:pathLst>
                <a:path w="503"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8"/>
            <p:cNvSpPr/>
            <p:nvPr/>
          </p:nvSpPr>
          <p:spPr>
            <a:xfrm>
              <a:off x="3339850" y="1840700"/>
              <a:ext cx="12525" cy="12425"/>
            </a:xfrm>
            <a:custGeom>
              <a:avLst/>
              <a:gdLst/>
              <a:ahLst/>
              <a:cxnLst/>
              <a:rect l="l" t="t" r="r" b="b"/>
              <a:pathLst>
                <a:path w="501" h="497" extrusionOk="0">
                  <a:moveTo>
                    <a:pt x="251" y="1"/>
                  </a:moveTo>
                  <a:cubicBezTo>
                    <a:pt x="107" y="1"/>
                    <a:pt x="0" y="109"/>
                    <a:pt x="0" y="245"/>
                  </a:cubicBezTo>
                  <a:cubicBezTo>
                    <a:pt x="0" y="388"/>
                    <a:pt x="107" y="496"/>
                    <a:pt x="251" y="496"/>
                  </a:cubicBezTo>
                  <a:cubicBezTo>
                    <a:pt x="387" y="496"/>
                    <a:pt x="501" y="388"/>
                    <a:pt x="501" y="245"/>
                  </a:cubicBezTo>
                  <a:cubicBezTo>
                    <a:pt x="501"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8"/>
            <p:cNvSpPr/>
            <p:nvPr/>
          </p:nvSpPr>
          <p:spPr>
            <a:xfrm>
              <a:off x="3431575" y="18407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8"/>
            <p:cNvSpPr/>
            <p:nvPr/>
          </p:nvSpPr>
          <p:spPr>
            <a:xfrm>
              <a:off x="3523550" y="1840700"/>
              <a:ext cx="12375" cy="12425"/>
            </a:xfrm>
            <a:custGeom>
              <a:avLst/>
              <a:gdLst/>
              <a:ahLst/>
              <a:cxnLst/>
              <a:rect l="l" t="t" r="r" b="b"/>
              <a:pathLst>
                <a:path w="495" h="497" extrusionOk="0">
                  <a:moveTo>
                    <a:pt x="250" y="1"/>
                  </a:moveTo>
                  <a:cubicBezTo>
                    <a:pt x="107" y="1"/>
                    <a:pt x="0" y="109"/>
                    <a:pt x="0" y="245"/>
                  </a:cubicBezTo>
                  <a:cubicBezTo>
                    <a:pt x="0" y="388"/>
                    <a:pt x="107" y="496"/>
                    <a:pt x="250" y="496"/>
                  </a:cubicBezTo>
                  <a:cubicBezTo>
                    <a:pt x="388" y="496"/>
                    <a:pt x="494" y="388"/>
                    <a:pt x="494" y="245"/>
                  </a:cubicBezTo>
                  <a:cubicBezTo>
                    <a:pt x="494"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8"/>
            <p:cNvSpPr/>
            <p:nvPr/>
          </p:nvSpPr>
          <p:spPr>
            <a:xfrm>
              <a:off x="676400" y="19325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8"/>
            <p:cNvSpPr/>
            <p:nvPr/>
          </p:nvSpPr>
          <p:spPr>
            <a:xfrm>
              <a:off x="768325" y="1932500"/>
              <a:ext cx="12400" cy="12550"/>
            </a:xfrm>
            <a:custGeom>
              <a:avLst/>
              <a:gdLst/>
              <a:ahLst/>
              <a:cxnLst/>
              <a:rect l="l" t="t" r="r" b="b"/>
              <a:pathLst>
                <a:path w="496" h="502" extrusionOk="0">
                  <a:moveTo>
                    <a:pt x="245" y="1"/>
                  </a:moveTo>
                  <a:cubicBezTo>
                    <a:pt x="109" y="1"/>
                    <a:pt x="0" y="114"/>
                    <a:pt x="0" y="252"/>
                  </a:cubicBezTo>
                  <a:cubicBezTo>
                    <a:pt x="0" y="388"/>
                    <a:pt x="109" y="501"/>
                    <a:pt x="245" y="501"/>
                  </a:cubicBezTo>
                  <a:cubicBezTo>
                    <a:pt x="388" y="501"/>
                    <a:pt x="496" y="388"/>
                    <a:pt x="496" y="252"/>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8"/>
            <p:cNvSpPr/>
            <p:nvPr/>
          </p:nvSpPr>
          <p:spPr>
            <a:xfrm>
              <a:off x="860125" y="1932500"/>
              <a:ext cx="12525" cy="12550"/>
            </a:xfrm>
            <a:custGeom>
              <a:avLst/>
              <a:gdLst/>
              <a:ahLst/>
              <a:cxnLst/>
              <a:rect l="l" t="t" r="r" b="b"/>
              <a:pathLst>
                <a:path w="501" h="502" extrusionOk="0">
                  <a:moveTo>
                    <a:pt x="251" y="1"/>
                  </a:moveTo>
                  <a:cubicBezTo>
                    <a:pt x="114" y="1"/>
                    <a:pt x="0" y="114"/>
                    <a:pt x="0" y="252"/>
                  </a:cubicBezTo>
                  <a:cubicBezTo>
                    <a:pt x="0" y="388"/>
                    <a:pt x="114" y="501"/>
                    <a:pt x="251" y="501"/>
                  </a:cubicBezTo>
                  <a:cubicBezTo>
                    <a:pt x="387" y="501"/>
                    <a:pt x="501" y="388"/>
                    <a:pt x="501" y="252"/>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8"/>
            <p:cNvSpPr/>
            <p:nvPr/>
          </p:nvSpPr>
          <p:spPr>
            <a:xfrm>
              <a:off x="951850" y="19325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8"/>
            <p:cNvSpPr/>
            <p:nvPr/>
          </p:nvSpPr>
          <p:spPr>
            <a:xfrm>
              <a:off x="1043825" y="1932500"/>
              <a:ext cx="12375" cy="12550"/>
            </a:xfrm>
            <a:custGeom>
              <a:avLst/>
              <a:gdLst/>
              <a:ahLst/>
              <a:cxnLst/>
              <a:rect l="l" t="t" r="r" b="b"/>
              <a:pathLst>
                <a:path w="495" h="502" extrusionOk="0">
                  <a:moveTo>
                    <a:pt x="250" y="1"/>
                  </a:moveTo>
                  <a:cubicBezTo>
                    <a:pt x="107" y="1"/>
                    <a:pt x="0" y="114"/>
                    <a:pt x="0" y="252"/>
                  </a:cubicBezTo>
                  <a:cubicBezTo>
                    <a:pt x="0" y="388"/>
                    <a:pt x="107" y="501"/>
                    <a:pt x="250" y="501"/>
                  </a:cubicBezTo>
                  <a:cubicBezTo>
                    <a:pt x="388" y="501"/>
                    <a:pt x="494" y="388"/>
                    <a:pt x="494" y="252"/>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8"/>
            <p:cNvSpPr/>
            <p:nvPr/>
          </p:nvSpPr>
          <p:spPr>
            <a:xfrm>
              <a:off x="1135575" y="1932500"/>
              <a:ext cx="12575" cy="12550"/>
            </a:xfrm>
            <a:custGeom>
              <a:avLst/>
              <a:gdLst/>
              <a:ahLst/>
              <a:cxnLst/>
              <a:rect l="l" t="t" r="r" b="b"/>
              <a:pathLst>
                <a:path w="503" h="502" extrusionOk="0">
                  <a:moveTo>
                    <a:pt x="252" y="1"/>
                  </a:moveTo>
                  <a:cubicBezTo>
                    <a:pt x="116" y="1"/>
                    <a:pt x="0" y="114"/>
                    <a:pt x="0" y="252"/>
                  </a:cubicBezTo>
                  <a:cubicBezTo>
                    <a:pt x="0" y="388"/>
                    <a:pt x="116" y="501"/>
                    <a:pt x="252" y="501"/>
                  </a:cubicBezTo>
                  <a:cubicBezTo>
                    <a:pt x="387" y="501"/>
                    <a:pt x="503" y="388"/>
                    <a:pt x="503" y="252"/>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8"/>
            <p:cNvSpPr/>
            <p:nvPr/>
          </p:nvSpPr>
          <p:spPr>
            <a:xfrm>
              <a:off x="1227500" y="1932500"/>
              <a:ext cx="12400" cy="12550"/>
            </a:xfrm>
            <a:custGeom>
              <a:avLst/>
              <a:gdLst/>
              <a:ahLst/>
              <a:cxnLst/>
              <a:rect l="l" t="t" r="r" b="b"/>
              <a:pathLst>
                <a:path w="496" h="502" extrusionOk="0">
                  <a:moveTo>
                    <a:pt x="251" y="1"/>
                  </a:moveTo>
                  <a:cubicBezTo>
                    <a:pt x="109" y="1"/>
                    <a:pt x="0" y="114"/>
                    <a:pt x="0" y="252"/>
                  </a:cubicBezTo>
                  <a:cubicBezTo>
                    <a:pt x="0" y="388"/>
                    <a:pt x="109" y="501"/>
                    <a:pt x="251" y="501"/>
                  </a:cubicBezTo>
                  <a:cubicBezTo>
                    <a:pt x="387" y="501"/>
                    <a:pt x="496" y="388"/>
                    <a:pt x="496" y="252"/>
                  </a:cubicBezTo>
                  <a:cubicBezTo>
                    <a:pt x="496"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8"/>
            <p:cNvSpPr/>
            <p:nvPr/>
          </p:nvSpPr>
          <p:spPr>
            <a:xfrm>
              <a:off x="1319275" y="1932500"/>
              <a:ext cx="12550" cy="12550"/>
            </a:xfrm>
            <a:custGeom>
              <a:avLst/>
              <a:gdLst/>
              <a:ahLst/>
              <a:cxnLst/>
              <a:rect l="l" t="t" r="r" b="b"/>
              <a:pathLst>
                <a:path w="502" h="502" extrusionOk="0">
                  <a:moveTo>
                    <a:pt x="252" y="1"/>
                  </a:moveTo>
                  <a:cubicBezTo>
                    <a:pt x="114" y="1"/>
                    <a:pt x="1" y="114"/>
                    <a:pt x="1" y="252"/>
                  </a:cubicBezTo>
                  <a:cubicBezTo>
                    <a:pt x="1" y="388"/>
                    <a:pt x="114" y="501"/>
                    <a:pt x="252" y="501"/>
                  </a:cubicBezTo>
                  <a:cubicBezTo>
                    <a:pt x="388" y="501"/>
                    <a:pt x="501" y="388"/>
                    <a:pt x="501" y="252"/>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8"/>
            <p:cNvSpPr/>
            <p:nvPr/>
          </p:nvSpPr>
          <p:spPr>
            <a:xfrm>
              <a:off x="1411200" y="1932500"/>
              <a:ext cx="12425" cy="12550"/>
            </a:xfrm>
            <a:custGeom>
              <a:avLst/>
              <a:gdLst/>
              <a:ahLst/>
              <a:cxnLst/>
              <a:rect l="l" t="t" r="r" b="b"/>
              <a:pathLst>
                <a:path w="497" h="502" extrusionOk="0">
                  <a:moveTo>
                    <a:pt x="245" y="1"/>
                  </a:moveTo>
                  <a:cubicBezTo>
                    <a:pt x="109" y="1"/>
                    <a:pt x="1" y="114"/>
                    <a:pt x="1" y="252"/>
                  </a:cubicBezTo>
                  <a:cubicBezTo>
                    <a:pt x="1" y="388"/>
                    <a:pt x="109" y="501"/>
                    <a:pt x="245" y="501"/>
                  </a:cubicBezTo>
                  <a:cubicBezTo>
                    <a:pt x="388" y="501"/>
                    <a:pt x="496" y="388"/>
                    <a:pt x="496" y="252"/>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8"/>
            <p:cNvSpPr/>
            <p:nvPr/>
          </p:nvSpPr>
          <p:spPr>
            <a:xfrm>
              <a:off x="1503000" y="1932500"/>
              <a:ext cx="12525" cy="12550"/>
            </a:xfrm>
            <a:custGeom>
              <a:avLst/>
              <a:gdLst/>
              <a:ahLst/>
              <a:cxnLst/>
              <a:rect l="l" t="t" r="r" b="b"/>
              <a:pathLst>
                <a:path w="501" h="502" extrusionOk="0">
                  <a:moveTo>
                    <a:pt x="250" y="1"/>
                  </a:moveTo>
                  <a:cubicBezTo>
                    <a:pt x="114" y="1"/>
                    <a:pt x="0" y="114"/>
                    <a:pt x="0" y="252"/>
                  </a:cubicBezTo>
                  <a:cubicBezTo>
                    <a:pt x="0" y="388"/>
                    <a:pt x="114" y="501"/>
                    <a:pt x="250" y="501"/>
                  </a:cubicBezTo>
                  <a:cubicBezTo>
                    <a:pt x="387" y="501"/>
                    <a:pt x="501" y="388"/>
                    <a:pt x="501" y="252"/>
                  </a:cubicBezTo>
                  <a:cubicBezTo>
                    <a:pt x="501" y="114"/>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8"/>
            <p:cNvSpPr/>
            <p:nvPr/>
          </p:nvSpPr>
          <p:spPr>
            <a:xfrm>
              <a:off x="1594750" y="1932500"/>
              <a:ext cx="12575" cy="12550"/>
            </a:xfrm>
            <a:custGeom>
              <a:avLst/>
              <a:gdLst/>
              <a:ahLst/>
              <a:cxnLst/>
              <a:rect l="l" t="t" r="r" b="b"/>
              <a:pathLst>
                <a:path w="503" h="502" extrusionOk="0">
                  <a:moveTo>
                    <a:pt x="251" y="1"/>
                  </a:moveTo>
                  <a:cubicBezTo>
                    <a:pt x="115" y="1"/>
                    <a:pt x="0" y="114"/>
                    <a:pt x="0" y="252"/>
                  </a:cubicBezTo>
                  <a:cubicBezTo>
                    <a:pt x="0" y="388"/>
                    <a:pt x="115" y="501"/>
                    <a:pt x="251" y="501"/>
                  </a:cubicBezTo>
                  <a:cubicBezTo>
                    <a:pt x="394" y="501"/>
                    <a:pt x="503" y="388"/>
                    <a:pt x="503" y="252"/>
                  </a:cubicBezTo>
                  <a:cubicBezTo>
                    <a:pt x="503" y="114"/>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8"/>
            <p:cNvSpPr/>
            <p:nvPr/>
          </p:nvSpPr>
          <p:spPr>
            <a:xfrm>
              <a:off x="1686650" y="19325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8"/>
            <p:cNvSpPr/>
            <p:nvPr/>
          </p:nvSpPr>
          <p:spPr>
            <a:xfrm>
              <a:off x="1778450" y="1932500"/>
              <a:ext cx="12550" cy="12550"/>
            </a:xfrm>
            <a:custGeom>
              <a:avLst/>
              <a:gdLst/>
              <a:ahLst/>
              <a:cxnLst/>
              <a:rect l="l" t="t" r="r" b="b"/>
              <a:pathLst>
                <a:path w="502" h="502" extrusionOk="0">
                  <a:moveTo>
                    <a:pt x="252" y="1"/>
                  </a:moveTo>
                  <a:cubicBezTo>
                    <a:pt x="114" y="1"/>
                    <a:pt x="1" y="114"/>
                    <a:pt x="1" y="252"/>
                  </a:cubicBezTo>
                  <a:cubicBezTo>
                    <a:pt x="1" y="388"/>
                    <a:pt x="114" y="501"/>
                    <a:pt x="252" y="501"/>
                  </a:cubicBezTo>
                  <a:cubicBezTo>
                    <a:pt x="388" y="501"/>
                    <a:pt x="501" y="388"/>
                    <a:pt x="501" y="252"/>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8"/>
            <p:cNvSpPr/>
            <p:nvPr/>
          </p:nvSpPr>
          <p:spPr>
            <a:xfrm>
              <a:off x="1870375" y="1932500"/>
              <a:ext cx="12400" cy="12550"/>
            </a:xfrm>
            <a:custGeom>
              <a:avLst/>
              <a:gdLst/>
              <a:ahLst/>
              <a:cxnLst/>
              <a:rect l="l" t="t" r="r" b="b"/>
              <a:pathLst>
                <a:path w="496" h="502" extrusionOk="0">
                  <a:moveTo>
                    <a:pt x="252" y="1"/>
                  </a:moveTo>
                  <a:cubicBezTo>
                    <a:pt x="109" y="1"/>
                    <a:pt x="0" y="114"/>
                    <a:pt x="0" y="252"/>
                  </a:cubicBezTo>
                  <a:cubicBezTo>
                    <a:pt x="0" y="388"/>
                    <a:pt x="109" y="501"/>
                    <a:pt x="252" y="501"/>
                  </a:cubicBezTo>
                  <a:cubicBezTo>
                    <a:pt x="387" y="501"/>
                    <a:pt x="496" y="388"/>
                    <a:pt x="496" y="252"/>
                  </a:cubicBezTo>
                  <a:cubicBezTo>
                    <a:pt x="496"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8"/>
            <p:cNvSpPr/>
            <p:nvPr/>
          </p:nvSpPr>
          <p:spPr>
            <a:xfrm>
              <a:off x="1962150" y="1932500"/>
              <a:ext cx="12550" cy="12550"/>
            </a:xfrm>
            <a:custGeom>
              <a:avLst/>
              <a:gdLst/>
              <a:ahLst/>
              <a:cxnLst/>
              <a:rect l="l" t="t" r="r" b="b"/>
              <a:pathLst>
                <a:path w="502" h="502" extrusionOk="0">
                  <a:moveTo>
                    <a:pt x="250" y="1"/>
                  </a:moveTo>
                  <a:cubicBezTo>
                    <a:pt x="114" y="1"/>
                    <a:pt x="1" y="114"/>
                    <a:pt x="1" y="252"/>
                  </a:cubicBezTo>
                  <a:cubicBezTo>
                    <a:pt x="1" y="388"/>
                    <a:pt x="114" y="501"/>
                    <a:pt x="250" y="501"/>
                  </a:cubicBezTo>
                  <a:cubicBezTo>
                    <a:pt x="388" y="501"/>
                    <a:pt x="502" y="388"/>
                    <a:pt x="502" y="252"/>
                  </a:cubicBezTo>
                  <a:cubicBezTo>
                    <a:pt x="502"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8"/>
            <p:cNvSpPr/>
            <p:nvPr/>
          </p:nvSpPr>
          <p:spPr>
            <a:xfrm>
              <a:off x="2054075" y="1932500"/>
              <a:ext cx="12425" cy="12550"/>
            </a:xfrm>
            <a:custGeom>
              <a:avLst/>
              <a:gdLst/>
              <a:ahLst/>
              <a:cxnLst/>
              <a:rect l="l" t="t" r="r" b="b"/>
              <a:pathLst>
                <a:path w="497" h="502" extrusionOk="0">
                  <a:moveTo>
                    <a:pt x="252" y="1"/>
                  </a:moveTo>
                  <a:cubicBezTo>
                    <a:pt x="109" y="1"/>
                    <a:pt x="1" y="114"/>
                    <a:pt x="1" y="252"/>
                  </a:cubicBezTo>
                  <a:cubicBezTo>
                    <a:pt x="1" y="388"/>
                    <a:pt x="109" y="501"/>
                    <a:pt x="252" y="501"/>
                  </a:cubicBezTo>
                  <a:cubicBezTo>
                    <a:pt x="388" y="501"/>
                    <a:pt x="496" y="388"/>
                    <a:pt x="496" y="252"/>
                  </a:cubicBezTo>
                  <a:cubicBezTo>
                    <a:pt x="496"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8"/>
            <p:cNvSpPr/>
            <p:nvPr/>
          </p:nvSpPr>
          <p:spPr>
            <a:xfrm>
              <a:off x="2145825" y="19325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8"/>
            <p:cNvSpPr/>
            <p:nvPr/>
          </p:nvSpPr>
          <p:spPr>
            <a:xfrm>
              <a:off x="2237800" y="1932500"/>
              <a:ext cx="12350" cy="12550"/>
            </a:xfrm>
            <a:custGeom>
              <a:avLst/>
              <a:gdLst/>
              <a:ahLst/>
              <a:cxnLst/>
              <a:rect l="l" t="t" r="r" b="b"/>
              <a:pathLst>
                <a:path w="494" h="502" extrusionOk="0">
                  <a:moveTo>
                    <a:pt x="244" y="1"/>
                  </a:moveTo>
                  <a:cubicBezTo>
                    <a:pt x="107" y="1"/>
                    <a:pt x="0" y="114"/>
                    <a:pt x="0" y="252"/>
                  </a:cubicBezTo>
                  <a:cubicBezTo>
                    <a:pt x="0" y="388"/>
                    <a:pt x="107" y="501"/>
                    <a:pt x="244" y="501"/>
                  </a:cubicBezTo>
                  <a:cubicBezTo>
                    <a:pt x="387" y="501"/>
                    <a:pt x="494" y="388"/>
                    <a:pt x="494" y="252"/>
                  </a:cubicBezTo>
                  <a:cubicBezTo>
                    <a:pt x="494" y="114"/>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8"/>
            <p:cNvSpPr/>
            <p:nvPr/>
          </p:nvSpPr>
          <p:spPr>
            <a:xfrm>
              <a:off x="2329550" y="1932500"/>
              <a:ext cx="12575" cy="12550"/>
            </a:xfrm>
            <a:custGeom>
              <a:avLst/>
              <a:gdLst/>
              <a:ahLst/>
              <a:cxnLst/>
              <a:rect l="l" t="t" r="r" b="b"/>
              <a:pathLst>
                <a:path w="503" h="502" extrusionOk="0">
                  <a:moveTo>
                    <a:pt x="251" y="1"/>
                  </a:moveTo>
                  <a:cubicBezTo>
                    <a:pt x="115" y="1"/>
                    <a:pt x="0" y="114"/>
                    <a:pt x="0" y="252"/>
                  </a:cubicBezTo>
                  <a:cubicBezTo>
                    <a:pt x="0" y="388"/>
                    <a:pt x="115" y="501"/>
                    <a:pt x="251" y="501"/>
                  </a:cubicBezTo>
                  <a:cubicBezTo>
                    <a:pt x="387" y="501"/>
                    <a:pt x="502" y="388"/>
                    <a:pt x="502" y="252"/>
                  </a:cubicBezTo>
                  <a:cubicBezTo>
                    <a:pt x="502"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8"/>
            <p:cNvSpPr/>
            <p:nvPr/>
          </p:nvSpPr>
          <p:spPr>
            <a:xfrm>
              <a:off x="2421325" y="1932500"/>
              <a:ext cx="12550" cy="12550"/>
            </a:xfrm>
            <a:custGeom>
              <a:avLst/>
              <a:gdLst/>
              <a:ahLst/>
              <a:cxnLst/>
              <a:rect l="l" t="t" r="r" b="b"/>
              <a:pathLst>
                <a:path w="502" h="502" extrusionOk="0">
                  <a:moveTo>
                    <a:pt x="250" y="1"/>
                  </a:moveTo>
                  <a:cubicBezTo>
                    <a:pt x="114" y="1"/>
                    <a:pt x="1" y="114"/>
                    <a:pt x="1" y="252"/>
                  </a:cubicBezTo>
                  <a:cubicBezTo>
                    <a:pt x="1" y="388"/>
                    <a:pt x="114" y="501"/>
                    <a:pt x="250" y="501"/>
                  </a:cubicBezTo>
                  <a:cubicBezTo>
                    <a:pt x="395" y="501"/>
                    <a:pt x="501" y="388"/>
                    <a:pt x="501" y="252"/>
                  </a:cubicBezTo>
                  <a:cubicBezTo>
                    <a:pt x="501" y="114"/>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8"/>
            <p:cNvSpPr/>
            <p:nvPr/>
          </p:nvSpPr>
          <p:spPr>
            <a:xfrm>
              <a:off x="2513250" y="1932500"/>
              <a:ext cx="12575" cy="12550"/>
            </a:xfrm>
            <a:custGeom>
              <a:avLst/>
              <a:gdLst/>
              <a:ahLst/>
              <a:cxnLst/>
              <a:rect l="l" t="t" r="r" b="b"/>
              <a:pathLst>
                <a:path w="503" h="502" extrusionOk="0">
                  <a:moveTo>
                    <a:pt x="252" y="1"/>
                  </a:moveTo>
                  <a:cubicBezTo>
                    <a:pt x="109" y="1"/>
                    <a:pt x="0" y="114"/>
                    <a:pt x="0" y="252"/>
                  </a:cubicBezTo>
                  <a:cubicBezTo>
                    <a:pt x="0" y="388"/>
                    <a:pt x="109"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8"/>
            <p:cNvSpPr/>
            <p:nvPr/>
          </p:nvSpPr>
          <p:spPr>
            <a:xfrm>
              <a:off x="2605000" y="1932500"/>
              <a:ext cx="12575" cy="12550"/>
            </a:xfrm>
            <a:custGeom>
              <a:avLst/>
              <a:gdLst/>
              <a:ahLst/>
              <a:cxnLst/>
              <a:rect l="l" t="t" r="r" b="b"/>
              <a:pathLst>
                <a:path w="503" h="502" extrusionOk="0">
                  <a:moveTo>
                    <a:pt x="252" y="1"/>
                  </a:moveTo>
                  <a:cubicBezTo>
                    <a:pt x="116" y="1"/>
                    <a:pt x="0" y="114"/>
                    <a:pt x="0" y="252"/>
                  </a:cubicBezTo>
                  <a:cubicBezTo>
                    <a:pt x="0" y="388"/>
                    <a:pt x="116" y="501"/>
                    <a:pt x="252" y="501"/>
                  </a:cubicBezTo>
                  <a:cubicBezTo>
                    <a:pt x="387" y="501"/>
                    <a:pt x="503" y="388"/>
                    <a:pt x="503" y="252"/>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8"/>
            <p:cNvSpPr/>
            <p:nvPr/>
          </p:nvSpPr>
          <p:spPr>
            <a:xfrm>
              <a:off x="2696950" y="1932500"/>
              <a:ext cx="12375" cy="12550"/>
            </a:xfrm>
            <a:custGeom>
              <a:avLst/>
              <a:gdLst/>
              <a:ahLst/>
              <a:cxnLst/>
              <a:rect l="l" t="t" r="r" b="b"/>
              <a:pathLst>
                <a:path w="495" h="502" extrusionOk="0">
                  <a:moveTo>
                    <a:pt x="252" y="1"/>
                  </a:moveTo>
                  <a:cubicBezTo>
                    <a:pt x="108" y="1"/>
                    <a:pt x="1" y="114"/>
                    <a:pt x="1" y="252"/>
                  </a:cubicBezTo>
                  <a:cubicBezTo>
                    <a:pt x="1" y="388"/>
                    <a:pt x="108" y="501"/>
                    <a:pt x="252" y="501"/>
                  </a:cubicBezTo>
                  <a:cubicBezTo>
                    <a:pt x="388" y="501"/>
                    <a:pt x="495" y="388"/>
                    <a:pt x="495" y="252"/>
                  </a:cubicBezTo>
                  <a:cubicBezTo>
                    <a:pt x="495"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8"/>
            <p:cNvSpPr/>
            <p:nvPr/>
          </p:nvSpPr>
          <p:spPr>
            <a:xfrm>
              <a:off x="2788700" y="19325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8"/>
            <p:cNvSpPr/>
            <p:nvPr/>
          </p:nvSpPr>
          <p:spPr>
            <a:xfrm>
              <a:off x="2880675" y="1932500"/>
              <a:ext cx="12375" cy="12550"/>
            </a:xfrm>
            <a:custGeom>
              <a:avLst/>
              <a:gdLst/>
              <a:ahLst/>
              <a:cxnLst/>
              <a:rect l="l" t="t" r="r" b="b"/>
              <a:pathLst>
                <a:path w="495" h="502" extrusionOk="0">
                  <a:moveTo>
                    <a:pt x="243" y="1"/>
                  </a:moveTo>
                  <a:cubicBezTo>
                    <a:pt x="107" y="1"/>
                    <a:pt x="0" y="114"/>
                    <a:pt x="0" y="252"/>
                  </a:cubicBezTo>
                  <a:cubicBezTo>
                    <a:pt x="0" y="388"/>
                    <a:pt x="107" y="501"/>
                    <a:pt x="243" y="501"/>
                  </a:cubicBezTo>
                  <a:cubicBezTo>
                    <a:pt x="387" y="501"/>
                    <a:pt x="494" y="388"/>
                    <a:pt x="494" y="252"/>
                  </a:cubicBezTo>
                  <a:cubicBezTo>
                    <a:pt x="494" y="114"/>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8"/>
            <p:cNvSpPr/>
            <p:nvPr/>
          </p:nvSpPr>
          <p:spPr>
            <a:xfrm>
              <a:off x="2972425" y="1932500"/>
              <a:ext cx="12575" cy="12550"/>
            </a:xfrm>
            <a:custGeom>
              <a:avLst/>
              <a:gdLst/>
              <a:ahLst/>
              <a:cxnLst/>
              <a:rect l="l" t="t" r="r" b="b"/>
              <a:pathLst>
                <a:path w="503" h="502" extrusionOk="0">
                  <a:moveTo>
                    <a:pt x="251" y="1"/>
                  </a:moveTo>
                  <a:cubicBezTo>
                    <a:pt x="115" y="1"/>
                    <a:pt x="0" y="114"/>
                    <a:pt x="0" y="252"/>
                  </a:cubicBezTo>
                  <a:cubicBezTo>
                    <a:pt x="0" y="388"/>
                    <a:pt x="115" y="501"/>
                    <a:pt x="251" y="501"/>
                  </a:cubicBezTo>
                  <a:cubicBezTo>
                    <a:pt x="387" y="501"/>
                    <a:pt x="503" y="388"/>
                    <a:pt x="503" y="252"/>
                  </a:cubicBezTo>
                  <a:cubicBezTo>
                    <a:pt x="503"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8"/>
            <p:cNvSpPr/>
            <p:nvPr/>
          </p:nvSpPr>
          <p:spPr>
            <a:xfrm>
              <a:off x="3064375" y="1932500"/>
              <a:ext cx="12375" cy="12550"/>
            </a:xfrm>
            <a:custGeom>
              <a:avLst/>
              <a:gdLst/>
              <a:ahLst/>
              <a:cxnLst/>
              <a:rect l="l" t="t" r="r" b="b"/>
              <a:pathLst>
                <a:path w="495" h="502" extrusionOk="0">
                  <a:moveTo>
                    <a:pt x="243" y="1"/>
                  </a:moveTo>
                  <a:cubicBezTo>
                    <a:pt x="107" y="1"/>
                    <a:pt x="1" y="114"/>
                    <a:pt x="1" y="252"/>
                  </a:cubicBezTo>
                  <a:cubicBezTo>
                    <a:pt x="1" y="388"/>
                    <a:pt x="107" y="501"/>
                    <a:pt x="243" y="501"/>
                  </a:cubicBezTo>
                  <a:cubicBezTo>
                    <a:pt x="388" y="501"/>
                    <a:pt x="495" y="388"/>
                    <a:pt x="495" y="252"/>
                  </a:cubicBezTo>
                  <a:cubicBezTo>
                    <a:pt x="495" y="114"/>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8"/>
            <p:cNvSpPr/>
            <p:nvPr/>
          </p:nvSpPr>
          <p:spPr>
            <a:xfrm>
              <a:off x="3156125" y="19325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8"/>
            <p:cNvSpPr/>
            <p:nvPr/>
          </p:nvSpPr>
          <p:spPr>
            <a:xfrm>
              <a:off x="3247875" y="1932500"/>
              <a:ext cx="12575" cy="12550"/>
            </a:xfrm>
            <a:custGeom>
              <a:avLst/>
              <a:gdLst/>
              <a:ahLst/>
              <a:cxnLst/>
              <a:rect l="l" t="t" r="r" b="b"/>
              <a:pathLst>
                <a:path w="503"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8"/>
            <p:cNvSpPr/>
            <p:nvPr/>
          </p:nvSpPr>
          <p:spPr>
            <a:xfrm>
              <a:off x="3339850" y="1932500"/>
              <a:ext cx="12525" cy="12550"/>
            </a:xfrm>
            <a:custGeom>
              <a:avLst/>
              <a:gdLst/>
              <a:ahLst/>
              <a:cxnLst/>
              <a:rect l="l" t="t" r="r" b="b"/>
              <a:pathLst>
                <a:path w="501" h="502" extrusionOk="0">
                  <a:moveTo>
                    <a:pt x="251" y="1"/>
                  </a:moveTo>
                  <a:cubicBezTo>
                    <a:pt x="107" y="1"/>
                    <a:pt x="0" y="114"/>
                    <a:pt x="0" y="252"/>
                  </a:cubicBezTo>
                  <a:cubicBezTo>
                    <a:pt x="0" y="388"/>
                    <a:pt x="107" y="501"/>
                    <a:pt x="251" y="501"/>
                  </a:cubicBezTo>
                  <a:cubicBezTo>
                    <a:pt x="387" y="501"/>
                    <a:pt x="501" y="388"/>
                    <a:pt x="501" y="252"/>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8"/>
            <p:cNvSpPr/>
            <p:nvPr/>
          </p:nvSpPr>
          <p:spPr>
            <a:xfrm>
              <a:off x="3431575" y="19325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8"/>
            <p:cNvSpPr/>
            <p:nvPr/>
          </p:nvSpPr>
          <p:spPr>
            <a:xfrm>
              <a:off x="3523550" y="1932500"/>
              <a:ext cx="12375" cy="12550"/>
            </a:xfrm>
            <a:custGeom>
              <a:avLst/>
              <a:gdLst/>
              <a:ahLst/>
              <a:cxnLst/>
              <a:rect l="l" t="t" r="r" b="b"/>
              <a:pathLst>
                <a:path w="495" h="502" extrusionOk="0">
                  <a:moveTo>
                    <a:pt x="250" y="1"/>
                  </a:moveTo>
                  <a:cubicBezTo>
                    <a:pt x="107" y="1"/>
                    <a:pt x="0" y="114"/>
                    <a:pt x="0" y="252"/>
                  </a:cubicBezTo>
                  <a:cubicBezTo>
                    <a:pt x="0" y="388"/>
                    <a:pt x="107" y="501"/>
                    <a:pt x="250" y="501"/>
                  </a:cubicBezTo>
                  <a:cubicBezTo>
                    <a:pt x="388" y="501"/>
                    <a:pt x="494" y="388"/>
                    <a:pt x="494" y="252"/>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8"/>
            <p:cNvSpPr/>
            <p:nvPr/>
          </p:nvSpPr>
          <p:spPr>
            <a:xfrm>
              <a:off x="676400" y="20244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8"/>
            <p:cNvSpPr/>
            <p:nvPr/>
          </p:nvSpPr>
          <p:spPr>
            <a:xfrm>
              <a:off x="768325" y="2024425"/>
              <a:ext cx="12400" cy="12400"/>
            </a:xfrm>
            <a:custGeom>
              <a:avLst/>
              <a:gdLst/>
              <a:ahLst/>
              <a:cxnLst/>
              <a:rect l="l" t="t" r="r" b="b"/>
              <a:pathLst>
                <a:path w="496" h="496" extrusionOk="0">
                  <a:moveTo>
                    <a:pt x="245" y="0"/>
                  </a:moveTo>
                  <a:cubicBezTo>
                    <a:pt x="109" y="0"/>
                    <a:pt x="0" y="109"/>
                    <a:pt x="0" y="245"/>
                  </a:cubicBezTo>
                  <a:cubicBezTo>
                    <a:pt x="0" y="388"/>
                    <a:pt x="109" y="496"/>
                    <a:pt x="245" y="496"/>
                  </a:cubicBezTo>
                  <a:cubicBezTo>
                    <a:pt x="388" y="496"/>
                    <a:pt x="496" y="388"/>
                    <a:pt x="496" y="245"/>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8"/>
            <p:cNvSpPr/>
            <p:nvPr/>
          </p:nvSpPr>
          <p:spPr>
            <a:xfrm>
              <a:off x="860125" y="2024425"/>
              <a:ext cx="12525" cy="12400"/>
            </a:xfrm>
            <a:custGeom>
              <a:avLst/>
              <a:gdLst/>
              <a:ahLst/>
              <a:cxnLst/>
              <a:rect l="l" t="t" r="r" b="b"/>
              <a:pathLst>
                <a:path w="501" h="496" extrusionOk="0">
                  <a:moveTo>
                    <a:pt x="251" y="0"/>
                  </a:moveTo>
                  <a:cubicBezTo>
                    <a:pt x="114" y="0"/>
                    <a:pt x="0" y="109"/>
                    <a:pt x="0" y="245"/>
                  </a:cubicBezTo>
                  <a:cubicBezTo>
                    <a:pt x="0" y="388"/>
                    <a:pt x="114" y="496"/>
                    <a:pt x="251" y="496"/>
                  </a:cubicBezTo>
                  <a:cubicBezTo>
                    <a:pt x="387" y="496"/>
                    <a:pt x="501" y="388"/>
                    <a:pt x="501" y="245"/>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8"/>
            <p:cNvSpPr/>
            <p:nvPr/>
          </p:nvSpPr>
          <p:spPr>
            <a:xfrm>
              <a:off x="951850" y="20244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8"/>
            <p:cNvSpPr/>
            <p:nvPr/>
          </p:nvSpPr>
          <p:spPr>
            <a:xfrm>
              <a:off x="1043825" y="2024425"/>
              <a:ext cx="12375" cy="12400"/>
            </a:xfrm>
            <a:custGeom>
              <a:avLst/>
              <a:gdLst/>
              <a:ahLst/>
              <a:cxnLst/>
              <a:rect l="l" t="t" r="r" b="b"/>
              <a:pathLst>
                <a:path w="495" h="496" extrusionOk="0">
                  <a:moveTo>
                    <a:pt x="250" y="0"/>
                  </a:moveTo>
                  <a:cubicBezTo>
                    <a:pt x="107" y="0"/>
                    <a:pt x="0" y="109"/>
                    <a:pt x="0" y="245"/>
                  </a:cubicBezTo>
                  <a:cubicBezTo>
                    <a:pt x="0" y="388"/>
                    <a:pt x="107" y="496"/>
                    <a:pt x="250" y="496"/>
                  </a:cubicBezTo>
                  <a:cubicBezTo>
                    <a:pt x="388" y="496"/>
                    <a:pt x="494" y="388"/>
                    <a:pt x="494" y="245"/>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8"/>
            <p:cNvSpPr/>
            <p:nvPr/>
          </p:nvSpPr>
          <p:spPr>
            <a:xfrm>
              <a:off x="1135575" y="2024425"/>
              <a:ext cx="12575" cy="12400"/>
            </a:xfrm>
            <a:custGeom>
              <a:avLst/>
              <a:gdLst/>
              <a:ahLst/>
              <a:cxnLst/>
              <a:rect l="l" t="t" r="r" b="b"/>
              <a:pathLst>
                <a:path w="503" h="496" extrusionOk="0">
                  <a:moveTo>
                    <a:pt x="252" y="0"/>
                  </a:moveTo>
                  <a:cubicBezTo>
                    <a:pt x="116" y="0"/>
                    <a:pt x="0" y="109"/>
                    <a:pt x="0" y="245"/>
                  </a:cubicBezTo>
                  <a:cubicBezTo>
                    <a:pt x="0" y="388"/>
                    <a:pt x="116" y="496"/>
                    <a:pt x="252" y="496"/>
                  </a:cubicBezTo>
                  <a:cubicBezTo>
                    <a:pt x="387" y="496"/>
                    <a:pt x="503" y="388"/>
                    <a:pt x="503" y="245"/>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8"/>
            <p:cNvSpPr/>
            <p:nvPr/>
          </p:nvSpPr>
          <p:spPr>
            <a:xfrm>
              <a:off x="1227500" y="2024425"/>
              <a:ext cx="12400" cy="12400"/>
            </a:xfrm>
            <a:custGeom>
              <a:avLst/>
              <a:gdLst/>
              <a:ahLst/>
              <a:cxnLst/>
              <a:rect l="l" t="t" r="r" b="b"/>
              <a:pathLst>
                <a:path w="496" h="496" extrusionOk="0">
                  <a:moveTo>
                    <a:pt x="251" y="0"/>
                  </a:moveTo>
                  <a:cubicBezTo>
                    <a:pt x="109" y="0"/>
                    <a:pt x="0" y="109"/>
                    <a:pt x="0" y="245"/>
                  </a:cubicBezTo>
                  <a:cubicBezTo>
                    <a:pt x="0" y="388"/>
                    <a:pt x="109" y="496"/>
                    <a:pt x="251" y="496"/>
                  </a:cubicBezTo>
                  <a:cubicBezTo>
                    <a:pt x="387" y="496"/>
                    <a:pt x="496" y="388"/>
                    <a:pt x="496" y="245"/>
                  </a:cubicBezTo>
                  <a:cubicBezTo>
                    <a:pt x="496"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8"/>
            <p:cNvSpPr/>
            <p:nvPr/>
          </p:nvSpPr>
          <p:spPr>
            <a:xfrm>
              <a:off x="1319275" y="2024425"/>
              <a:ext cx="12550" cy="12400"/>
            </a:xfrm>
            <a:custGeom>
              <a:avLst/>
              <a:gdLst/>
              <a:ahLst/>
              <a:cxnLst/>
              <a:rect l="l" t="t" r="r" b="b"/>
              <a:pathLst>
                <a:path w="502" h="496" extrusionOk="0">
                  <a:moveTo>
                    <a:pt x="252" y="0"/>
                  </a:moveTo>
                  <a:cubicBezTo>
                    <a:pt x="114" y="0"/>
                    <a:pt x="1" y="109"/>
                    <a:pt x="1" y="245"/>
                  </a:cubicBezTo>
                  <a:cubicBezTo>
                    <a:pt x="1" y="388"/>
                    <a:pt x="114" y="496"/>
                    <a:pt x="252" y="496"/>
                  </a:cubicBezTo>
                  <a:cubicBezTo>
                    <a:pt x="388" y="496"/>
                    <a:pt x="501" y="388"/>
                    <a:pt x="501" y="245"/>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8"/>
            <p:cNvSpPr/>
            <p:nvPr/>
          </p:nvSpPr>
          <p:spPr>
            <a:xfrm>
              <a:off x="1411200" y="2024425"/>
              <a:ext cx="12425" cy="12400"/>
            </a:xfrm>
            <a:custGeom>
              <a:avLst/>
              <a:gdLst/>
              <a:ahLst/>
              <a:cxnLst/>
              <a:rect l="l" t="t" r="r" b="b"/>
              <a:pathLst>
                <a:path w="497" h="496" extrusionOk="0">
                  <a:moveTo>
                    <a:pt x="245" y="0"/>
                  </a:moveTo>
                  <a:cubicBezTo>
                    <a:pt x="109" y="0"/>
                    <a:pt x="1" y="109"/>
                    <a:pt x="1" y="245"/>
                  </a:cubicBezTo>
                  <a:cubicBezTo>
                    <a:pt x="1" y="388"/>
                    <a:pt x="109" y="496"/>
                    <a:pt x="245" y="496"/>
                  </a:cubicBezTo>
                  <a:cubicBezTo>
                    <a:pt x="388" y="496"/>
                    <a:pt x="496" y="388"/>
                    <a:pt x="496" y="245"/>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8"/>
            <p:cNvSpPr/>
            <p:nvPr/>
          </p:nvSpPr>
          <p:spPr>
            <a:xfrm>
              <a:off x="1503000" y="2024425"/>
              <a:ext cx="12525" cy="12400"/>
            </a:xfrm>
            <a:custGeom>
              <a:avLst/>
              <a:gdLst/>
              <a:ahLst/>
              <a:cxnLst/>
              <a:rect l="l" t="t" r="r" b="b"/>
              <a:pathLst>
                <a:path w="501" h="496" extrusionOk="0">
                  <a:moveTo>
                    <a:pt x="250" y="0"/>
                  </a:moveTo>
                  <a:cubicBezTo>
                    <a:pt x="114" y="0"/>
                    <a:pt x="0" y="109"/>
                    <a:pt x="0" y="245"/>
                  </a:cubicBezTo>
                  <a:cubicBezTo>
                    <a:pt x="0" y="388"/>
                    <a:pt x="114" y="496"/>
                    <a:pt x="250" y="496"/>
                  </a:cubicBezTo>
                  <a:cubicBezTo>
                    <a:pt x="387" y="496"/>
                    <a:pt x="501" y="388"/>
                    <a:pt x="501" y="245"/>
                  </a:cubicBezTo>
                  <a:cubicBezTo>
                    <a:pt x="501" y="109"/>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8"/>
            <p:cNvSpPr/>
            <p:nvPr/>
          </p:nvSpPr>
          <p:spPr>
            <a:xfrm>
              <a:off x="1594750" y="2024425"/>
              <a:ext cx="12575" cy="12400"/>
            </a:xfrm>
            <a:custGeom>
              <a:avLst/>
              <a:gdLst/>
              <a:ahLst/>
              <a:cxnLst/>
              <a:rect l="l" t="t" r="r" b="b"/>
              <a:pathLst>
                <a:path w="503" h="496" extrusionOk="0">
                  <a:moveTo>
                    <a:pt x="251" y="0"/>
                  </a:moveTo>
                  <a:cubicBezTo>
                    <a:pt x="115" y="0"/>
                    <a:pt x="0" y="109"/>
                    <a:pt x="0" y="245"/>
                  </a:cubicBezTo>
                  <a:cubicBezTo>
                    <a:pt x="0" y="388"/>
                    <a:pt x="115" y="496"/>
                    <a:pt x="251" y="496"/>
                  </a:cubicBezTo>
                  <a:cubicBezTo>
                    <a:pt x="394" y="496"/>
                    <a:pt x="503" y="388"/>
                    <a:pt x="503" y="245"/>
                  </a:cubicBezTo>
                  <a:cubicBezTo>
                    <a:pt x="503" y="109"/>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8"/>
            <p:cNvSpPr/>
            <p:nvPr/>
          </p:nvSpPr>
          <p:spPr>
            <a:xfrm>
              <a:off x="1686650" y="20244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8"/>
            <p:cNvSpPr/>
            <p:nvPr/>
          </p:nvSpPr>
          <p:spPr>
            <a:xfrm>
              <a:off x="1778450" y="2024425"/>
              <a:ext cx="12550" cy="12400"/>
            </a:xfrm>
            <a:custGeom>
              <a:avLst/>
              <a:gdLst/>
              <a:ahLst/>
              <a:cxnLst/>
              <a:rect l="l" t="t" r="r" b="b"/>
              <a:pathLst>
                <a:path w="502" h="496" extrusionOk="0">
                  <a:moveTo>
                    <a:pt x="252" y="0"/>
                  </a:moveTo>
                  <a:cubicBezTo>
                    <a:pt x="114" y="0"/>
                    <a:pt x="1" y="109"/>
                    <a:pt x="1" y="245"/>
                  </a:cubicBezTo>
                  <a:cubicBezTo>
                    <a:pt x="1" y="388"/>
                    <a:pt x="114" y="496"/>
                    <a:pt x="252" y="496"/>
                  </a:cubicBezTo>
                  <a:cubicBezTo>
                    <a:pt x="388" y="496"/>
                    <a:pt x="501" y="388"/>
                    <a:pt x="501" y="245"/>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8"/>
            <p:cNvSpPr/>
            <p:nvPr/>
          </p:nvSpPr>
          <p:spPr>
            <a:xfrm>
              <a:off x="1870375" y="2024425"/>
              <a:ext cx="12400" cy="12400"/>
            </a:xfrm>
            <a:custGeom>
              <a:avLst/>
              <a:gdLst/>
              <a:ahLst/>
              <a:cxnLst/>
              <a:rect l="l" t="t" r="r" b="b"/>
              <a:pathLst>
                <a:path w="496" h="496" extrusionOk="0">
                  <a:moveTo>
                    <a:pt x="252" y="0"/>
                  </a:moveTo>
                  <a:cubicBezTo>
                    <a:pt x="109" y="0"/>
                    <a:pt x="0" y="109"/>
                    <a:pt x="0" y="245"/>
                  </a:cubicBezTo>
                  <a:cubicBezTo>
                    <a:pt x="0" y="388"/>
                    <a:pt x="109" y="496"/>
                    <a:pt x="252" y="496"/>
                  </a:cubicBezTo>
                  <a:cubicBezTo>
                    <a:pt x="387" y="496"/>
                    <a:pt x="496" y="388"/>
                    <a:pt x="496" y="245"/>
                  </a:cubicBezTo>
                  <a:cubicBezTo>
                    <a:pt x="496"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8"/>
            <p:cNvSpPr/>
            <p:nvPr/>
          </p:nvSpPr>
          <p:spPr>
            <a:xfrm>
              <a:off x="1962150" y="2024425"/>
              <a:ext cx="12550" cy="12400"/>
            </a:xfrm>
            <a:custGeom>
              <a:avLst/>
              <a:gdLst/>
              <a:ahLst/>
              <a:cxnLst/>
              <a:rect l="l" t="t" r="r" b="b"/>
              <a:pathLst>
                <a:path w="502" h="496" extrusionOk="0">
                  <a:moveTo>
                    <a:pt x="250" y="0"/>
                  </a:moveTo>
                  <a:cubicBezTo>
                    <a:pt x="114" y="0"/>
                    <a:pt x="1" y="109"/>
                    <a:pt x="1" y="245"/>
                  </a:cubicBezTo>
                  <a:cubicBezTo>
                    <a:pt x="1" y="388"/>
                    <a:pt x="114" y="496"/>
                    <a:pt x="250" y="496"/>
                  </a:cubicBezTo>
                  <a:cubicBezTo>
                    <a:pt x="388" y="496"/>
                    <a:pt x="502" y="388"/>
                    <a:pt x="502" y="245"/>
                  </a:cubicBezTo>
                  <a:cubicBezTo>
                    <a:pt x="502"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8"/>
            <p:cNvSpPr/>
            <p:nvPr/>
          </p:nvSpPr>
          <p:spPr>
            <a:xfrm>
              <a:off x="2054075" y="2024425"/>
              <a:ext cx="12425" cy="12400"/>
            </a:xfrm>
            <a:custGeom>
              <a:avLst/>
              <a:gdLst/>
              <a:ahLst/>
              <a:cxnLst/>
              <a:rect l="l" t="t" r="r" b="b"/>
              <a:pathLst>
                <a:path w="497" h="496" extrusionOk="0">
                  <a:moveTo>
                    <a:pt x="252" y="0"/>
                  </a:moveTo>
                  <a:cubicBezTo>
                    <a:pt x="109" y="0"/>
                    <a:pt x="1" y="109"/>
                    <a:pt x="1" y="245"/>
                  </a:cubicBezTo>
                  <a:cubicBezTo>
                    <a:pt x="1" y="388"/>
                    <a:pt x="109" y="496"/>
                    <a:pt x="252" y="496"/>
                  </a:cubicBezTo>
                  <a:cubicBezTo>
                    <a:pt x="388" y="496"/>
                    <a:pt x="496" y="388"/>
                    <a:pt x="496" y="245"/>
                  </a:cubicBezTo>
                  <a:cubicBezTo>
                    <a:pt x="496"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8"/>
            <p:cNvSpPr/>
            <p:nvPr/>
          </p:nvSpPr>
          <p:spPr>
            <a:xfrm>
              <a:off x="2145825" y="20244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8"/>
            <p:cNvSpPr/>
            <p:nvPr/>
          </p:nvSpPr>
          <p:spPr>
            <a:xfrm>
              <a:off x="2237800" y="2024425"/>
              <a:ext cx="12350" cy="12400"/>
            </a:xfrm>
            <a:custGeom>
              <a:avLst/>
              <a:gdLst/>
              <a:ahLst/>
              <a:cxnLst/>
              <a:rect l="l" t="t" r="r" b="b"/>
              <a:pathLst>
                <a:path w="494" h="496" extrusionOk="0">
                  <a:moveTo>
                    <a:pt x="244" y="0"/>
                  </a:moveTo>
                  <a:cubicBezTo>
                    <a:pt x="107" y="0"/>
                    <a:pt x="0" y="109"/>
                    <a:pt x="0" y="245"/>
                  </a:cubicBezTo>
                  <a:cubicBezTo>
                    <a:pt x="0" y="388"/>
                    <a:pt x="107" y="496"/>
                    <a:pt x="244" y="496"/>
                  </a:cubicBezTo>
                  <a:cubicBezTo>
                    <a:pt x="387" y="496"/>
                    <a:pt x="494" y="388"/>
                    <a:pt x="494" y="245"/>
                  </a:cubicBezTo>
                  <a:cubicBezTo>
                    <a:pt x="494" y="109"/>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8"/>
            <p:cNvSpPr/>
            <p:nvPr/>
          </p:nvSpPr>
          <p:spPr>
            <a:xfrm>
              <a:off x="2329550" y="2024425"/>
              <a:ext cx="12575" cy="12400"/>
            </a:xfrm>
            <a:custGeom>
              <a:avLst/>
              <a:gdLst/>
              <a:ahLst/>
              <a:cxnLst/>
              <a:rect l="l" t="t" r="r" b="b"/>
              <a:pathLst>
                <a:path w="503" h="496" extrusionOk="0">
                  <a:moveTo>
                    <a:pt x="251" y="0"/>
                  </a:moveTo>
                  <a:cubicBezTo>
                    <a:pt x="115" y="0"/>
                    <a:pt x="0" y="109"/>
                    <a:pt x="0" y="245"/>
                  </a:cubicBezTo>
                  <a:cubicBezTo>
                    <a:pt x="0" y="388"/>
                    <a:pt x="115" y="496"/>
                    <a:pt x="251" y="496"/>
                  </a:cubicBezTo>
                  <a:cubicBezTo>
                    <a:pt x="387" y="496"/>
                    <a:pt x="502" y="388"/>
                    <a:pt x="502" y="245"/>
                  </a:cubicBezTo>
                  <a:cubicBezTo>
                    <a:pt x="502"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8"/>
            <p:cNvSpPr/>
            <p:nvPr/>
          </p:nvSpPr>
          <p:spPr>
            <a:xfrm>
              <a:off x="2421325" y="2024425"/>
              <a:ext cx="12550" cy="12400"/>
            </a:xfrm>
            <a:custGeom>
              <a:avLst/>
              <a:gdLst/>
              <a:ahLst/>
              <a:cxnLst/>
              <a:rect l="l" t="t" r="r" b="b"/>
              <a:pathLst>
                <a:path w="502" h="496" extrusionOk="0">
                  <a:moveTo>
                    <a:pt x="250" y="0"/>
                  </a:moveTo>
                  <a:cubicBezTo>
                    <a:pt x="114" y="0"/>
                    <a:pt x="1" y="109"/>
                    <a:pt x="1" y="245"/>
                  </a:cubicBezTo>
                  <a:cubicBezTo>
                    <a:pt x="1" y="388"/>
                    <a:pt x="114" y="496"/>
                    <a:pt x="250" y="496"/>
                  </a:cubicBezTo>
                  <a:cubicBezTo>
                    <a:pt x="395" y="496"/>
                    <a:pt x="501" y="388"/>
                    <a:pt x="501" y="245"/>
                  </a:cubicBezTo>
                  <a:cubicBezTo>
                    <a:pt x="501" y="109"/>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8"/>
            <p:cNvSpPr/>
            <p:nvPr/>
          </p:nvSpPr>
          <p:spPr>
            <a:xfrm>
              <a:off x="2513250" y="2024425"/>
              <a:ext cx="12575" cy="12400"/>
            </a:xfrm>
            <a:custGeom>
              <a:avLst/>
              <a:gdLst/>
              <a:ahLst/>
              <a:cxnLst/>
              <a:rect l="l" t="t" r="r" b="b"/>
              <a:pathLst>
                <a:path w="503" h="496" extrusionOk="0">
                  <a:moveTo>
                    <a:pt x="252" y="0"/>
                  </a:moveTo>
                  <a:cubicBezTo>
                    <a:pt x="109" y="0"/>
                    <a:pt x="0" y="109"/>
                    <a:pt x="0" y="245"/>
                  </a:cubicBezTo>
                  <a:cubicBezTo>
                    <a:pt x="0" y="388"/>
                    <a:pt x="109"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8"/>
            <p:cNvSpPr/>
            <p:nvPr/>
          </p:nvSpPr>
          <p:spPr>
            <a:xfrm>
              <a:off x="2605000" y="2024425"/>
              <a:ext cx="12575" cy="12400"/>
            </a:xfrm>
            <a:custGeom>
              <a:avLst/>
              <a:gdLst/>
              <a:ahLst/>
              <a:cxnLst/>
              <a:rect l="l" t="t" r="r" b="b"/>
              <a:pathLst>
                <a:path w="503" h="496" extrusionOk="0">
                  <a:moveTo>
                    <a:pt x="252" y="0"/>
                  </a:moveTo>
                  <a:cubicBezTo>
                    <a:pt x="116" y="0"/>
                    <a:pt x="0" y="109"/>
                    <a:pt x="0" y="245"/>
                  </a:cubicBezTo>
                  <a:cubicBezTo>
                    <a:pt x="0" y="388"/>
                    <a:pt x="116" y="496"/>
                    <a:pt x="252" y="496"/>
                  </a:cubicBezTo>
                  <a:cubicBezTo>
                    <a:pt x="387" y="496"/>
                    <a:pt x="503" y="388"/>
                    <a:pt x="503" y="245"/>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8"/>
            <p:cNvSpPr/>
            <p:nvPr/>
          </p:nvSpPr>
          <p:spPr>
            <a:xfrm>
              <a:off x="2696950" y="2024425"/>
              <a:ext cx="12375" cy="12400"/>
            </a:xfrm>
            <a:custGeom>
              <a:avLst/>
              <a:gdLst/>
              <a:ahLst/>
              <a:cxnLst/>
              <a:rect l="l" t="t" r="r" b="b"/>
              <a:pathLst>
                <a:path w="495" h="496" extrusionOk="0">
                  <a:moveTo>
                    <a:pt x="252" y="0"/>
                  </a:moveTo>
                  <a:cubicBezTo>
                    <a:pt x="108" y="0"/>
                    <a:pt x="1" y="109"/>
                    <a:pt x="1" y="245"/>
                  </a:cubicBezTo>
                  <a:cubicBezTo>
                    <a:pt x="1" y="388"/>
                    <a:pt x="108" y="496"/>
                    <a:pt x="252" y="496"/>
                  </a:cubicBezTo>
                  <a:cubicBezTo>
                    <a:pt x="388" y="496"/>
                    <a:pt x="495" y="388"/>
                    <a:pt x="495" y="245"/>
                  </a:cubicBezTo>
                  <a:cubicBezTo>
                    <a:pt x="495"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8"/>
            <p:cNvSpPr/>
            <p:nvPr/>
          </p:nvSpPr>
          <p:spPr>
            <a:xfrm>
              <a:off x="2788700" y="20244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8"/>
            <p:cNvSpPr/>
            <p:nvPr/>
          </p:nvSpPr>
          <p:spPr>
            <a:xfrm>
              <a:off x="2880675" y="2024425"/>
              <a:ext cx="12375" cy="12400"/>
            </a:xfrm>
            <a:custGeom>
              <a:avLst/>
              <a:gdLst/>
              <a:ahLst/>
              <a:cxnLst/>
              <a:rect l="l" t="t" r="r" b="b"/>
              <a:pathLst>
                <a:path w="495" h="496" extrusionOk="0">
                  <a:moveTo>
                    <a:pt x="243" y="0"/>
                  </a:moveTo>
                  <a:cubicBezTo>
                    <a:pt x="107" y="0"/>
                    <a:pt x="0" y="109"/>
                    <a:pt x="0" y="245"/>
                  </a:cubicBezTo>
                  <a:cubicBezTo>
                    <a:pt x="0" y="388"/>
                    <a:pt x="107" y="496"/>
                    <a:pt x="243" y="496"/>
                  </a:cubicBezTo>
                  <a:cubicBezTo>
                    <a:pt x="387" y="496"/>
                    <a:pt x="494" y="388"/>
                    <a:pt x="494" y="245"/>
                  </a:cubicBezTo>
                  <a:cubicBezTo>
                    <a:pt x="494" y="109"/>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8"/>
            <p:cNvSpPr/>
            <p:nvPr/>
          </p:nvSpPr>
          <p:spPr>
            <a:xfrm>
              <a:off x="2972425" y="2024425"/>
              <a:ext cx="12575" cy="12400"/>
            </a:xfrm>
            <a:custGeom>
              <a:avLst/>
              <a:gdLst/>
              <a:ahLst/>
              <a:cxnLst/>
              <a:rect l="l" t="t" r="r" b="b"/>
              <a:pathLst>
                <a:path w="503" h="496" extrusionOk="0">
                  <a:moveTo>
                    <a:pt x="251" y="0"/>
                  </a:moveTo>
                  <a:cubicBezTo>
                    <a:pt x="115" y="0"/>
                    <a:pt x="0" y="109"/>
                    <a:pt x="0" y="245"/>
                  </a:cubicBezTo>
                  <a:cubicBezTo>
                    <a:pt x="0" y="388"/>
                    <a:pt x="115" y="496"/>
                    <a:pt x="251" y="496"/>
                  </a:cubicBezTo>
                  <a:cubicBezTo>
                    <a:pt x="387" y="496"/>
                    <a:pt x="503" y="388"/>
                    <a:pt x="503" y="245"/>
                  </a:cubicBezTo>
                  <a:cubicBezTo>
                    <a:pt x="503"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8"/>
            <p:cNvSpPr/>
            <p:nvPr/>
          </p:nvSpPr>
          <p:spPr>
            <a:xfrm>
              <a:off x="3064375" y="2024425"/>
              <a:ext cx="12375" cy="12400"/>
            </a:xfrm>
            <a:custGeom>
              <a:avLst/>
              <a:gdLst/>
              <a:ahLst/>
              <a:cxnLst/>
              <a:rect l="l" t="t" r="r" b="b"/>
              <a:pathLst>
                <a:path w="495" h="496" extrusionOk="0">
                  <a:moveTo>
                    <a:pt x="243" y="0"/>
                  </a:moveTo>
                  <a:cubicBezTo>
                    <a:pt x="107" y="0"/>
                    <a:pt x="1" y="109"/>
                    <a:pt x="1" y="245"/>
                  </a:cubicBezTo>
                  <a:cubicBezTo>
                    <a:pt x="1" y="388"/>
                    <a:pt x="107" y="496"/>
                    <a:pt x="243" y="496"/>
                  </a:cubicBezTo>
                  <a:cubicBezTo>
                    <a:pt x="388" y="496"/>
                    <a:pt x="495" y="388"/>
                    <a:pt x="495" y="245"/>
                  </a:cubicBezTo>
                  <a:cubicBezTo>
                    <a:pt x="495" y="109"/>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8"/>
            <p:cNvSpPr/>
            <p:nvPr/>
          </p:nvSpPr>
          <p:spPr>
            <a:xfrm>
              <a:off x="3156125" y="20244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8"/>
            <p:cNvSpPr/>
            <p:nvPr/>
          </p:nvSpPr>
          <p:spPr>
            <a:xfrm>
              <a:off x="3247875" y="2024425"/>
              <a:ext cx="12575" cy="12400"/>
            </a:xfrm>
            <a:custGeom>
              <a:avLst/>
              <a:gdLst/>
              <a:ahLst/>
              <a:cxnLst/>
              <a:rect l="l" t="t" r="r" b="b"/>
              <a:pathLst>
                <a:path w="503"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8"/>
            <p:cNvSpPr/>
            <p:nvPr/>
          </p:nvSpPr>
          <p:spPr>
            <a:xfrm>
              <a:off x="3339850" y="2024425"/>
              <a:ext cx="12525" cy="12400"/>
            </a:xfrm>
            <a:custGeom>
              <a:avLst/>
              <a:gdLst/>
              <a:ahLst/>
              <a:cxnLst/>
              <a:rect l="l" t="t" r="r" b="b"/>
              <a:pathLst>
                <a:path w="501" h="496" extrusionOk="0">
                  <a:moveTo>
                    <a:pt x="251" y="0"/>
                  </a:moveTo>
                  <a:cubicBezTo>
                    <a:pt x="107" y="0"/>
                    <a:pt x="0" y="109"/>
                    <a:pt x="0" y="245"/>
                  </a:cubicBezTo>
                  <a:cubicBezTo>
                    <a:pt x="0" y="388"/>
                    <a:pt x="107" y="496"/>
                    <a:pt x="251" y="496"/>
                  </a:cubicBezTo>
                  <a:cubicBezTo>
                    <a:pt x="387" y="496"/>
                    <a:pt x="501" y="388"/>
                    <a:pt x="501" y="245"/>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8"/>
            <p:cNvSpPr/>
            <p:nvPr/>
          </p:nvSpPr>
          <p:spPr>
            <a:xfrm>
              <a:off x="3431575" y="20244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8"/>
            <p:cNvSpPr/>
            <p:nvPr/>
          </p:nvSpPr>
          <p:spPr>
            <a:xfrm>
              <a:off x="3523550" y="2024425"/>
              <a:ext cx="12375" cy="12400"/>
            </a:xfrm>
            <a:custGeom>
              <a:avLst/>
              <a:gdLst/>
              <a:ahLst/>
              <a:cxnLst/>
              <a:rect l="l" t="t" r="r" b="b"/>
              <a:pathLst>
                <a:path w="495" h="496" extrusionOk="0">
                  <a:moveTo>
                    <a:pt x="250" y="0"/>
                  </a:moveTo>
                  <a:cubicBezTo>
                    <a:pt x="107" y="0"/>
                    <a:pt x="0" y="109"/>
                    <a:pt x="0" y="245"/>
                  </a:cubicBezTo>
                  <a:cubicBezTo>
                    <a:pt x="0" y="388"/>
                    <a:pt x="107" y="496"/>
                    <a:pt x="250" y="496"/>
                  </a:cubicBezTo>
                  <a:cubicBezTo>
                    <a:pt x="388" y="496"/>
                    <a:pt x="494" y="388"/>
                    <a:pt x="494" y="245"/>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8"/>
            <p:cNvSpPr/>
            <p:nvPr/>
          </p:nvSpPr>
          <p:spPr>
            <a:xfrm>
              <a:off x="676400" y="21162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8"/>
            <p:cNvSpPr/>
            <p:nvPr/>
          </p:nvSpPr>
          <p:spPr>
            <a:xfrm>
              <a:off x="768325" y="2116225"/>
              <a:ext cx="12400" cy="12525"/>
            </a:xfrm>
            <a:custGeom>
              <a:avLst/>
              <a:gdLst/>
              <a:ahLst/>
              <a:cxnLst/>
              <a:rect l="l" t="t" r="r" b="b"/>
              <a:pathLst>
                <a:path w="496" h="501" extrusionOk="0">
                  <a:moveTo>
                    <a:pt x="245" y="0"/>
                  </a:moveTo>
                  <a:cubicBezTo>
                    <a:pt x="109" y="0"/>
                    <a:pt x="0" y="114"/>
                    <a:pt x="0" y="250"/>
                  </a:cubicBezTo>
                  <a:cubicBezTo>
                    <a:pt x="0" y="387"/>
                    <a:pt x="109" y="501"/>
                    <a:pt x="245" y="501"/>
                  </a:cubicBezTo>
                  <a:cubicBezTo>
                    <a:pt x="388" y="501"/>
                    <a:pt x="496" y="387"/>
                    <a:pt x="496" y="250"/>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8"/>
            <p:cNvSpPr/>
            <p:nvPr/>
          </p:nvSpPr>
          <p:spPr>
            <a:xfrm>
              <a:off x="860125" y="2116225"/>
              <a:ext cx="12525" cy="12525"/>
            </a:xfrm>
            <a:custGeom>
              <a:avLst/>
              <a:gdLst/>
              <a:ahLst/>
              <a:cxnLst/>
              <a:rect l="l" t="t" r="r" b="b"/>
              <a:pathLst>
                <a:path w="501" h="501" extrusionOk="0">
                  <a:moveTo>
                    <a:pt x="251" y="0"/>
                  </a:moveTo>
                  <a:cubicBezTo>
                    <a:pt x="114" y="0"/>
                    <a:pt x="0" y="114"/>
                    <a:pt x="0" y="250"/>
                  </a:cubicBezTo>
                  <a:cubicBezTo>
                    <a:pt x="0" y="387"/>
                    <a:pt x="114" y="501"/>
                    <a:pt x="251" y="501"/>
                  </a:cubicBezTo>
                  <a:cubicBezTo>
                    <a:pt x="387" y="501"/>
                    <a:pt x="501" y="387"/>
                    <a:pt x="501" y="250"/>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8"/>
            <p:cNvSpPr/>
            <p:nvPr/>
          </p:nvSpPr>
          <p:spPr>
            <a:xfrm>
              <a:off x="951850" y="21162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8"/>
            <p:cNvSpPr/>
            <p:nvPr/>
          </p:nvSpPr>
          <p:spPr>
            <a:xfrm>
              <a:off x="1043825" y="2116225"/>
              <a:ext cx="12375" cy="12525"/>
            </a:xfrm>
            <a:custGeom>
              <a:avLst/>
              <a:gdLst/>
              <a:ahLst/>
              <a:cxnLst/>
              <a:rect l="l" t="t" r="r" b="b"/>
              <a:pathLst>
                <a:path w="495" h="501" extrusionOk="0">
                  <a:moveTo>
                    <a:pt x="250" y="0"/>
                  </a:moveTo>
                  <a:cubicBezTo>
                    <a:pt x="107" y="0"/>
                    <a:pt x="0" y="114"/>
                    <a:pt x="0" y="250"/>
                  </a:cubicBezTo>
                  <a:cubicBezTo>
                    <a:pt x="0" y="387"/>
                    <a:pt x="107" y="501"/>
                    <a:pt x="250" y="501"/>
                  </a:cubicBezTo>
                  <a:cubicBezTo>
                    <a:pt x="388" y="501"/>
                    <a:pt x="494" y="387"/>
                    <a:pt x="494" y="250"/>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8"/>
            <p:cNvSpPr/>
            <p:nvPr/>
          </p:nvSpPr>
          <p:spPr>
            <a:xfrm>
              <a:off x="1135575" y="2116225"/>
              <a:ext cx="12575" cy="12525"/>
            </a:xfrm>
            <a:custGeom>
              <a:avLst/>
              <a:gdLst/>
              <a:ahLst/>
              <a:cxnLst/>
              <a:rect l="l" t="t" r="r" b="b"/>
              <a:pathLst>
                <a:path w="503" h="501" extrusionOk="0">
                  <a:moveTo>
                    <a:pt x="252" y="0"/>
                  </a:moveTo>
                  <a:cubicBezTo>
                    <a:pt x="116" y="0"/>
                    <a:pt x="0" y="114"/>
                    <a:pt x="0" y="250"/>
                  </a:cubicBezTo>
                  <a:cubicBezTo>
                    <a:pt x="0" y="387"/>
                    <a:pt x="116" y="501"/>
                    <a:pt x="252" y="501"/>
                  </a:cubicBezTo>
                  <a:cubicBezTo>
                    <a:pt x="387" y="501"/>
                    <a:pt x="503" y="387"/>
                    <a:pt x="503" y="250"/>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8"/>
            <p:cNvSpPr/>
            <p:nvPr/>
          </p:nvSpPr>
          <p:spPr>
            <a:xfrm>
              <a:off x="1227500" y="2116225"/>
              <a:ext cx="12400" cy="12525"/>
            </a:xfrm>
            <a:custGeom>
              <a:avLst/>
              <a:gdLst/>
              <a:ahLst/>
              <a:cxnLst/>
              <a:rect l="l" t="t" r="r" b="b"/>
              <a:pathLst>
                <a:path w="496" h="501" extrusionOk="0">
                  <a:moveTo>
                    <a:pt x="251" y="0"/>
                  </a:moveTo>
                  <a:cubicBezTo>
                    <a:pt x="109" y="0"/>
                    <a:pt x="0" y="114"/>
                    <a:pt x="0" y="250"/>
                  </a:cubicBezTo>
                  <a:cubicBezTo>
                    <a:pt x="0" y="387"/>
                    <a:pt x="109" y="501"/>
                    <a:pt x="251" y="501"/>
                  </a:cubicBezTo>
                  <a:cubicBezTo>
                    <a:pt x="387" y="501"/>
                    <a:pt x="496" y="387"/>
                    <a:pt x="496" y="250"/>
                  </a:cubicBezTo>
                  <a:cubicBezTo>
                    <a:pt x="496"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8"/>
            <p:cNvSpPr/>
            <p:nvPr/>
          </p:nvSpPr>
          <p:spPr>
            <a:xfrm>
              <a:off x="1319275" y="2116225"/>
              <a:ext cx="12550" cy="12525"/>
            </a:xfrm>
            <a:custGeom>
              <a:avLst/>
              <a:gdLst/>
              <a:ahLst/>
              <a:cxnLst/>
              <a:rect l="l" t="t" r="r" b="b"/>
              <a:pathLst>
                <a:path w="502" h="501" extrusionOk="0">
                  <a:moveTo>
                    <a:pt x="252" y="0"/>
                  </a:moveTo>
                  <a:cubicBezTo>
                    <a:pt x="114" y="0"/>
                    <a:pt x="1" y="114"/>
                    <a:pt x="1" y="250"/>
                  </a:cubicBezTo>
                  <a:cubicBezTo>
                    <a:pt x="1" y="387"/>
                    <a:pt x="114" y="501"/>
                    <a:pt x="252" y="501"/>
                  </a:cubicBezTo>
                  <a:cubicBezTo>
                    <a:pt x="388" y="501"/>
                    <a:pt x="501" y="387"/>
                    <a:pt x="501" y="250"/>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8"/>
            <p:cNvSpPr/>
            <p:nvPr/>
          </p:nvSpPr>
          <p:spPr>
            <a:xfrm>
              <a:off x="1411200" y="2116225"/>
              <a:ext cx="12425" cy="12525"/>
            </a:xfrm>
            <a:custGeom>
              <a:avLst/>
              <a:gdLst/>
              <a:ahLst/>
              <a:cxnLst/>
              <a:rect l="l" t="t" r="r" b="b"/>
              <a:pathLst>
                <a:path w="497" h="501" extrusionOk="0">
                  <a:moveTo>
                    <a:pt x="245" y="0"/>
                  </a:moveTo>
                  <a:cubicBezTo>
                    <a:pt x="109" y="0"/>
                    <a:pt x="1" y="114"/>
                    <a:pt x="1" y="250"/>
                  </a:cubicBezTo>
                  <a:cubicBezTo>
                    <a:pt x="1" y="387"/>
                    <a:pt x="109" y="501"/>
                    <a:pt x="245" y="501"/>
                  </a:cubicBezTo>
                  <a:cubicBezTo>
                    <a:pt x="388" y="501"/>
                    <a:pt x="496" y="387"/>
                    <a:pt x="496" y="250"/>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8"/>
            <p:cNvSpPr/>
            <p:nvPr/>
          </p:nvSpPr>
          <p:spPr>
            <a:xfrm>
              <a:off x="1503000" y="2116225"/>
              <a:ext cx="12525" cy="12525"/>
            </a:xfrm>
            <a:custGeom>
              <a:avLst/>
              <a:gdLst/>
              <a:ahLst/>
              <a:cxnLst/>
              <a:rect l="l" t="t" r="r" b="b"/>
              <a:pathLst>
                <a:path w="501" h="501" extrusionOk="0">
                  <a:moveTo>
                    <a:pt x="250" y="0"/>
                  </a:moveTo>
                  <a:cubicBezTo>
                    <a:pt x="114" y="0"/>
                    <a:pt x="0" y="114"/>
                    <a:pt x="0" y="250"/>
                  </a:cubicBezTo>
                  <a:cubicBezTo>
                    <a:pt x="0" y="387"/>
                    <a:pt x="114" y="501"/>
                    <a:pt x="250" y="501"/>
                  </a:cubicBezTo>
                  <a:cubicBezTo>
                    <a:pt x="387" y="501"/>
                    <a:pt x="501" y="387"/>
                    <a:pt x="501" y="250"/>
                  </a:cubicBezTo>
                  <a:cubicBezTo>
                    <a:pt x="501" y="114"/>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8"/>
            <p:cNvSpPr/>
            <p:nvPr/>
          </p:nvSpPr>
          <p:spPr>
            <a:xfrm>
              <a:off x="1594750" y="2116225"/>
              <a:ext cx="12575" cy="12525"/>
            </a:xfrm>
            <a:custGeom>
              <a:avLst/>
              <a:gdLst/>
              <a:ahLst/>
              <a:cxnLst/>
              <a:rect l="l" t="t" r="r" b="b"/>
              <a:pathLst>
                <a:path w="503" h="501" extrusionOk="0">
                  <a:moveTo>
                    <a:pt x="251" y="0"/>
                  </a:moveTo>
                  <a:cubicBezTo>
                    <a:pt x="115" y="0"/>
                    <a:pt x="0" y="114"/>
                    <a:pt x="0" y="250"/>
                  </a:cubicBezTo>
                  <a:cubicBezTo>
                    <a:pt x="0" y="387"/>
                    <a:pt x="115" y="501"/>
                    <a:pt x="251" y="501"/>
                  </a:cubicBezTo>
                  <a:cubicBezTo>
                    <a:pt x="394" y="501"/>
                    <a:pt x="503" y="387"/>
                    <a:pt x="503" y="250"/>
                  </a:cubicBezTo>
                  <a:cubicBezTo>
                    <a:pt x="503" y="114"/>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8"/>
            <p:cNvSpPr/>
            <p:nvPr/>
          </p:nvSpPr>
          <p:spPr>
            <a:xfrm>
              <a:off x="1686650" y="21162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8"/>
            <p:cNvSpPr/>
            <p:nvPr/>
          </p:nvSpPr>
          <p:spPr>
            <a:xfrm>
              <a:off x="1778450" y="2116225"/>
              <a:ext cx="12550" cy="12525"/>
            </a:xfrm>
            <a:custGeom>
              <a:avLst/>
              <a:gdLst/>
              <a:ahLst/>
              <a:cxnLst/>
              <a:rect l="l" t="t" r="r" b="b"/>
              <a:pathLst>
                <a:path w="502" h="501" extrusionOk="0">
                  <a:moveTo>
                    <a:pt x="252" y="0"/>
                  </a:moveTo>
                  <a:cubicBezTo>
                    <a:pt x="114" y="0"/>
                    <a:pt x="1" y="114"/>
                    <a:pt x="1" y="250"/>
                  </a:cubicBezTo>
                  <a:cubicBezTo>
                    <a:pt x="1" y="387"/>
                    <a:pt x="114" y="501"/>
                    <a:pt x="252" y="501"/>
                  </a:cubicBezTo>
                  <a:cubicBezTo>
                    <a:pt x="388" y="501"/>
                    <a:pt x="501" y="387"/>
                    <a:pt x="501" y="250"/>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8"/>
            <p:cNvSpPr/>
            <p:nvPr/>
          </p:nvSpPr>
          <p:spPr>
            <a:xfrm>
              <a:off x="1870375" y="2116225"/>
              <a:ext cx="12400" cy="12525"/>
            </a:xfrm>
            <a:custGeom>
              <a:avLst/>
              <a:gdLst/>
              <a:ahLst/>
              <a:cxnLst/>
              <a:rect l="l" t="t" r="r" b="b"/>
              <a:pathLst>
                <a:path w="496" h="501" extrusionOk="0">
                  <a:moveTo>
                    <a:pt x="252" y="0"/>
                  </a:moveTo>
                  <a:cubicBezTo>
                    <a:pt x="109" y="0"/>
                    <a:pt x="0" y="114"/>
                    <a:pt x="0" y="250"/>
                  </a:cubicBezTo>
                  <a:cubicBezTo>
                    <a:pt x="0" y="387"/>
                    <a:pt x="109" y="501"/>
                    <a:pt x="252" y="501"/>
                  </a:cubicBezTo>
                  <a:cubicBezTo>
                    <a:pt x="387" y="501"/>
                    <a:pt x="496" y="387"/>
                    <a:pt x="496" y="250"/>
                  </a:cubicBezTo>
                  <a:cubicBezTo>
                    <a:pt x="496"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8"/>
            <p:cNvSpPr/>
            <p:nvPr/>
          </p:nvSpPr>
          <p:spPr>
            <a:xfrm>
              <a:off x="1962150" y="2116225"/>
              <a:ext cx="12550" cy="12525"/>
            </a:xfrm>
            <a:custGeom>
              <a:avLst/>
              <a:gdLst/>
              <a:ahLst/>
              <a:cxnLst/>
              <a:rect l="l" t="t" r="r" b="b"/>
              <a:pathLst>
                <a:path w="502" h="501" extrusionOk="0">
                  <a:moveTo>
                    <a:pt x="250" y="0"/>
                  </a:moveTo>
                  <a:cubicBezTo>
                    <a:pt x="114" y="0"/>
                    <a:pt x="1" y="114"/>
                    <a:pt x="1" y="250"/>
                  </a:cubicBezTo>
                  <a:cubicBezTo>
                    <a:pt x="1" y="387"/>
                    <a:pt x="114" y="501"/>
                    <a:pt x="250" y="501"/>
                  </a:cubicBezTo>
                  <a:cubicBezTo>
                    <a:pt x="388" y="501"/>
                    <a:pt x="502" y="387"/>
                    <a:pt x="502" y="250"/>
                  </a:cubicBezTo>
                  <a:cubicBezTo>
                    <a:pt x="502"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8"/>
            <p:cNvSpPr/>
            <p:nvPr/>
          </p:nvSpPr>
          <p:spPr>
            <a:xfrm>
              <a:off x="2054075" y="2116225"/>
              <a:ext cx="12425" cy="12525"/>
            </a:xfrm>
            <a:custGeom>
              <a:avLst/>
              <a:gdLst/>
              <a:ahLst/>
              <a:cxnLst/>
              <a:rect l="l" t="t" r="r" b="b"/>
              <a:pathLst>
                <a:path w="497" h="501" extrusionOk="0">
                  <a:moveTo>
                    <a:pt x="252" y="0"/>
                  </a:moveTo>
                  <a:cubicBezTo>
                    <a:pt x="109" y="0"/>
                    <a:pt x="1" y="114"/>
                    <a:pt x="1" y="250"/>
                  </a:cubicBezTo>
                  <a:cubicBezTo>
                    <a:pt x="1" y="387"/>
                    <a:pt x="109" y="501"/>
                    <a:pt x="252" y="501"/>
                  </a:cubicBezTo>
                  <a:cubicBezTo>
                    <a:pt x="388" y="501"/>
                    <a:pt x="496" y="387"/>
                    <a:pt x="496" y="250"/>
                  </a:cubicBezTo>
                  <a:cubicBezTo>
                    <a:pt x="496"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8"/>
            <p:cNvSpPr/>
            <p:nvPr/>
          </p:nvSpPr>
          <p:spPr>
            <a:xfrm>
              <a:off x="2145825" y="21162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8"/>
            <p:cNvSpPr/>
            <p:nvPr/>
          </p:nvSpPr>
          <p:spPr>
            <a:xfrm>
              <a:off x="2237800" y="2116225"/>
              <a:ext cx="12350" cy="12525"/>
            </a:xfrm>
            <a:custGeom>
              <a:avLst/>
              <a:gdLst/>
              <a:ahLst/>
              <a:cxnLst/>
              <a:rect l="l" t="t" r="r" b="b"/>
              <a:pathLst>
                <a:path w="494" h="501" extrusionOk="0">
                  <a:moveTo>
                    <a:pt x="244" y="0"/>
                  </a:moveTo>
                  <a:cubicBezTo>
                    <a:pt x="107" y="0"/>
                    <a:pt x="0" y="114"/>
                    <a:pt x="0" y="250"/>
                  </a:cubicBezTo>
                  <a:cubicBezTo>
                    <a:pt x="0" y="387"/>
                    <a:pt x="107" y="501"/>
                    <a:pt x="244" y="501"/>
                  </a:cubicBezTo>
                  <a:cubicBezTo>
                    <a:pt x="387" y="501"/>
                    <a:pt x="494" y="387"/>
                    <a:pt x="494" y="250"/>
                  </a:cubicBezTo>
                  <a:cubicBezTo>
                    <a:pt x="494" y="114"/>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8"/>
            <p:cNvSpPr/>
            <p:nvPr/>
          </p:nvSpPr>
          <p:spPr>
            <a:xfrm>
              <a:off x="2329550" y="2116225"/>
              <a:ext cx="12575" cy="12525"/>
            </a:xfrm>
            <a:custGeom>
              <a:avLst/>
              <a:gdLst/>
              <a:ahLst/>
              <a:cxnLst/>
              <a:rect l="l" t="t" r="r" b="b"/>
              <a:pathLst>
                <a:path w="503" h="501" extrusionOk="0">
                  <a:moveTo>
                    <a:pt x="251" y="0"/>
                  </a:moveTo>
                  <a:cubicBezTo>
                    <a:pt x="115" y="0"/>
                    <a:pt x="0" y="114"/>
                    <a:pt x="0" y="250"/>
                  </a:cubicBezTo>
                  <a:cubicBezTo>
                    <a:pt x="0" y="387"/>
                    <a:pt x="115" y="501"/>
                    <a:pt x="251" y="501"/>
                  </a:cubicBezTo>
                  <a:cubicBezTo>
                    <a:pt x="387" y="501"/>
                    <a:pt x="502" y="387"/>
                    <a:pt x="502" y="250"/>
                  </a:cubicBezTo>
                  <a:cubicBezTo>
                    <a:pt x="502"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8"/>
            <p:cNvSpPr/>
            <p:nvPr/>
          </p:nvSpPr>
          <p:spPr>
            <a:xfrm>
              <a:off x="2421325" y="2116225"/>
              <a:ext cx="12550" cy="12525"/>
            </a:xfrm>
            <a:custGeom>
              <a:avLst/>
              <a:gdLst/>
              <a:ahLst/>
              <a:cxnLst/>
              <a:rect l="l" t="t" r="r" b="b"/>
              <a:pathLst>
                <a:path w="502" h="501" extrusionOk="0">
                  <a:moveTo>
                    <a:pt x="250" y="0"/>
                  </a:moveTo>
                  <a:cubicBezTo>
                    <a:pt x="114" y="0"/>
                    <a:pt x="1" y="114"/>
                    <a:pt x="1" y="250"/>
                  </a:cubicBezTo>
                  <a:cubicBezTo>
                    <a:pt x="1" y="387"/>
                    <a:pt x="114" y="501"/>
                    <a:pt x="250" y="501"/>
                  </a:cubicBezTo>
                  <a:cubicBezTo>
                    <a:pt x="395" y="501"/>
                    <a:pt x="501" y="387"/>
                    <a:pt x="501" y="250"/>
                  </a:cubicBezTo>
                  <a:cubicBezTo>
                    <a:pt x="501" y="114"/>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8"/>
            <p:cNvSpPr/>
            <p:nvPr/>
          </p:nvSpPr>
          <p:spPr>
            <a:xfrm>
              <a:off x="2513250" y="2116225"/>
              <a:ext cx="12575" cy="12525"/>
            </a:xfrm>
            <a:custGeom>
              <a:avLst/>
              <a:gdLst/>
              <a:ahLst/>
              <a:cxnLst/>
              <a:rect l="l" t="t" r="r" b="b"/>
              <a:pathLst>
                <a:path w="503" h="501" extrusionOk="0">
                  <a:moveTo>
                    <a:pt x="252" y="0"/>
                  </a:moveTo>
                  <a:cubicBezTo>
                    <a:pt x="109" y="0"/>
                    <a:pt x="0" y="114"/>
                    <a:pt x="0" y="250"/>
                  </a:cubicBezTo>
                  <a:cubicBezTo>
                    <a:pt x="0" y="387"/>
                    <a:pt x="109"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8"/>
            <p:cNvSpPr/>
            <p:nvPr/>
          </p:nvSpPr>
          <p:spPr>
            <a:xfrm>
              <a:off x="2605000" y="2116225"/>
              <a:ext cx="12575" cy="12525"/>
            </a:xfrm>
            <a:custGeom>
              <a:avLst/>
              <a:gdLst/>
              <a:ahLst/>
              <a:cxnLst/>
              <a:rect l="l" t="t" r="r" b="b"/>
              <a:pathLst>
                <a:path w="503" h="501" extrusionOk="0">
                  <a:moveTo>
                    <a:pt x="252" y="0"/>
                  </a:moveTo>
                  <a:cubicBezTo>
                    <a:pt x="116" y="0"/>
                    <a:pt x="0" y="114"/>
                    <a:pt x="0" y="250"/>
                  </a:cubicBezTo>
                  <a:cubicBezTo>
                    <a:pt x="0" y="387"/>
                    <a:pt x="116" y="501"/>
                    <a:pt x="252" y="501"/>
                  </a:cubicBezTo>
                  <a:cubicBezTo>
                    <a:pt x="387" y="501"/>
                    <a:pt x="503" y="387"/>
                    <a:pt x="503" y="250"/>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8"/>
            <p:cNvSpPr/>
            <p:nvPr/>
          </p:nvSpPr>
          <p:spPr>
            <a:xfrm>
              <a:off x="2696950" y="2116225"/>
              <a:ext cx="12375" cy="12525"/>
            </a:xfrm>
            <a:custGeom>
              <a:avLst/>
              <a:gdLst/>
              <a:ahLst/>
              <a:cxnLst/>
              <a:rect l="l" t="t" r="r" b="b"/>
              <a:pathLst>
                <a:path w="495" h="501" extrusionOk="0">
                  <a:moveTo>
                    <a:pt x="252" y="0"/>
                  </a:moveTo>
                  <a:cubicBezTo>
                    <a:pt x="108" y="0"/>
                    <a:pt x="1" y="114"/>
                    <a:pt x="1" y="250"/>
                  </a:cubicBezTo>
                  <a:cubicBezTo>
                    <a:pt x="1" y="387"/>
                    <a:pt x="108" y="501"/>
                    <a:pt x="252" y="501"/>
                  </a:cubicBezTo>
                  <a:cubicBezTo>
                    <a:pt x="388" y="501"/>
                    <a:pt x="495" y="387"/>
                    <a:pt x="495" y="250"/>
                  </a:cubicBezTo>
                  <a:cubicBezTo>
                    <a:pt x="495"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8"/>
            <p:cNvSpPr/>
            <p:nvPr/>
          </p:nvSpPr>
          <p:spPr>
            <a:xfrm>
              <a:off x="2788700" y="21162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8"/>
            <p:cNvSpPr/>
            <p:nvPr/>
          </p:nvSpPr>
          <p:spPr>
            <a:xfrm>
              <a:off x="2880675" y="2116225"/>
              <a:ext cx="12375" cy="12525"/>
            </a:xfrm>
            <a:custGeom>
              <a:avLst/>
              <a:gdLst/>
              <a:ahLst/>
              <a:cxnLst/>
              <a:rect l="l" t="t" r="r" b="b"/>
              <a:pathLst>
                <a:path w="495" h="501" extrusionOk="0">
                  <a:moveTo>
                    <a:pt x="243" y="0"/>
                  </a:moveTo>
                  <a:cubicBezTo>
                    <a:pt x="107" y="0"/>
                    <a:pt x="0" y="114"/>
                    <a:pt x="0" y="250"/>
                  </a:cubicBezTo>
                  <a:cubicBezTo>
                    <a:pt x="0" y="387"/>
                    <a:pt x="107" y="501"/>
                    <a:pt x="243" y="501"/>
                  </a:cubicBezTo>
                  <a:cubicBezTo>
                    <a:pt x="387" y="501"/>
                    <a:pt x="494" y="387"/>
                    <a:pt x="494" y="250"/>
                  </a:cubicBezTo>
                  <a:cubicBezTo>
                    <a:pt x="494" y="114"/>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8"/>
            <p:cNvSpPr/>
            <p:nvPr/>
          </p:nvSpPr>
          <p:spPr>
            <a:xfrm>
              <a:off x="2972425" y="2116225"/>
              <a:ext cx="12575" cy="12525"/>
            </a:xfrm>
            <a:custGeom>
              <a:avLst/>
              <a:gdLst/>
              <a:ahLst/>
              <a:cxnLst/>
              <a:rect l="l" t="t" r="r" b="b"/>
              <a:pathLst>
                <a:path w="503" h="501" extrusionOk="0">
                  <a:moveTo>
                    <a:pt x="251" y="0"/>
                  </a:moveTo>
                  <a:cubicBezTo>
                    <a:pt x="115" y="0"/>
                    <a:pt x="0" y="114"/>
                    <a:pt x="0" y="250"/>
                  </a:cubicBezTo>
                  <a:cubicBezTo>
                    <a:pt x="0" y="387"/>
                    <a:pt x="115" y="501"/>
                    <a:pt x="251" y="501"/>
                  </a:cubicBezTo>
                  <a:cubicBezTo>
                    <a:pt x="387" y="501"/>
                    <a:pt x="503" y="387"/>
                    <a:pt x="503" y="250"/>
                  </a:cubicBezTo>
                  <a:cubicBezTo>
                    <a:pt x="503"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8"/>
            <p:cNvSpPr/>
            <p:nvPr/>
          </p:nvSpPr>
          <p:spPr>
            <a:xfrm>
              <a:off x="3064375" y="2116225"/>
              <a:ext cx="12375" cy="12525"/>
            </a:xfrm>
            <a:custGeom>
              <a:avLst/>
              <a:gdLst/>
              <a:ahLst/>
              <a:cxnLst/>
              <a:rect l="l" t="t" r="r" b="b"/>
              <a:pathLst>
                <a:path w="495" h="501" extrusionOk="0">
                  <a:moveTo>
                    <a:pt x="243" y="0"/>
                  </a:moveTo>
                  <a:cubicBezTo>
                    <a:pt x="107" y="0"/>
                    <a:pt x="1" y="114"/>
                    <a:pt x="1" y="250"/>
                  </a:cubicBezTo>
                  <a:cubicBezTo>
                    <a:pt x="1" y="387"/>
                    <a:pt x="107" y="501"/>
                    <a:pt x="243" y="501"/>
                  </a:cubicBezTo>
                  <a:cubicBezTo>
                    <a:pt x="388" y="501"/>
                    <a:pt x="495" y="387"/>
                    <a:pt x="495" y="250"/>
                  </a:cubicBezTo>
                  <a:cubicBezTo>
                    <a:pt x="495" y="114"/>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8"/>
            <p:cNvSpPr/>
            <p:nvPr/>
          </p:nvSpPr>
          <p:spPr>
            <a:xfrm>
              <a:off x="3156125" y="21162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8"/>
            <p:cNvSpPr/>
            <p:nvPr/>
          </p:nvSpPr>
          <p:spPr>
            <a:xfrm>
              <a:off x="3247875" y="2116225"/>
              <a:ext cx="12575" cy="12525"/>
            </a:xfrm>
            <a:custGeom>
              <a:avLst/>
              <a:gdLst/>
              <a:ahLst/>
              <a:cxnLst/>
              <a:rect l="l" t="t" r="r" b="b"/>
              <a:pathLst>
                <a:path w="503"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8"/>
            <p:cNvSpPr/>
            <p:nvPr/>
          </p:nvSpPr>
          <p:spPr>
            <a:xfrm>
              <a:off x="3339850" y="2116225"/>
              <a:ext cx="12525" cy="12525"/>
            </a:xfrm>
            <a:custGeom>
              <a:avLst/>
              <a:gdLst/>
              <a:ahLst/>
              <a:cxnLst/>
              <a:rect l="l" t="t" r="r" b="b"/>
              <a:pathLst>
                <a:path w="501" h="501" extrusionOk="0">
                  <a:moveTo>
                    <a:pt x="251" y="0"/>
                  </a:moveTo>
                  <a:cubicBezTo>
                    <a:pt x="107" y="0"/>
                    <a:pt x="0" y="114"/>
                    <a:pt x="0" y="250"/>
                  </a:cubicBezTo>
                  <a:cubicBezTo>
                    <a:pt x="0" y="387"/>
                    <a:pt x="107" y="501"/>
                    <a:pt x="251" y="501"/>
                  </a:cubicBezTo>
                  <a:cubicBezTo>
                    <a:pt x="387" y="501"/>
                    <a:pt x="501" y="387"/>
                    <a:pt x="501" y="250"/>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8"/>
            <p:cNvSpPr/>
            <p:nvPr/>
          </p:nvSpPr>
          <p:spPr>
            <a:xfrm>
              <a:off x="3431575" y="21162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8"/>
            <p:cNvSpPr/>
            <p:nvPr/>
          </p:nvSpPr>
          <p:spPr>
            <a:xfrm>
              <a:off x="3523550" y="2116225"/>
              <a:ext cx="12375" cy="12525"/>
            </a:xfrm>
            <a:custGeom>
              <a:avLst/>
              <a:gdLst/>
              <a:ahLst/>
              <a:cxnLst/>
              <a:rect l="l" t="t" r="r" b="b"/>
              <a:pathLst>
                <a:path w="495" h="501" extrusionOk="0">
                  <a:moveTo>
                    <a:pt x="250" y="0"/>
                  </a:moveTo>
                  <a:cubicBezTo>
                    <a:pt x="107" y="0"/>
                    <a:pt x="0" y="114"/>
                    <a:pt x="0" y="250"/>
                  </a:cubicBezTo>
                  <a:cubicBezTo>
                    <a:pt x="0" y="387"/>
                    <a:pt x="107" y="501"/>
                    <a:pt x="250" y="501"/>
                  </a:cubicBezTo>
                  <a:cubicBezTo>
                    <a:pt x="388" y="501"/>
                    <a:pt x="494" y="387"/>
                    <a:pt x="494" y="250"/>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8"/>
            <p:cNvSpPr/>
            <p:nvPr/>
          </p:nvSpPr>
          <p:spPr>
            <a:xfrm>
              <a:off x="676400" y="22079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8"/>
            <p:cNvSpPr/>
            <p:nvPr/>
          </p:nvSpPr>
          <p:spPr>
            <a:xfrm>
              <a:off x="768325" y="2207950"/>
              <a:ext cx="12400" cy="12600"/>
            </a:xfrm>
            <a:custGeom>
              <a:avLst/>
              <a:gdLst/>
              <a:ahLst/>
              <a:cxnLst/>
              <a:rect l="l" t="t" r="r" b="b"/>
              <a:pathLst>
                <a:path w="496" h="504"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8"/>
            <p:cNvSpPr/>
            <p:nvPr/>
          </p:nvSpPr>
          <p:spPr>
            <a:xfrm>
              <a:off x="860125" y="2207950"/>
              <a:ext cx="12525" cy="12600"/>
            </a:xfrm>
            <a:custGeom>
              <a:avLst/>
              <a:gdLst/>
              <a:ahLst/>
              <a:cxnLst/>
              <a:rect l="l" t="t" r="r" b="b"/>
              <a:pathLst>
                <a:path w="501" h="504"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8"/>
            <p:cNvSpPr/>
            <p:nvPr/>
          </p:nvSpPr>
          <p:spPr>
            <a:xfrm>
              <a:off x="951850" y="22079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8"/>
            <p:cNvSpPr/>
            <p:nvPr/>
          </p:nvSpPr>
          <p:spPr>
            <a:xfrm>
              <a:off x="1043825" y="220795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8"/>
            <p:cNvSpPr/>
            <p:nvPr/>
          </p:nvSpPr>
          <p:spPr>
            <a:xfrm>
              <a:off x="1135575" y="220795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8"/>
            <p:cNvSpPr/>
            <p:nvPr/>
          </p:nvSpPr>
          <p:spPr>
            <a:xfrm>
              <a:off x="1227500" y="2207950"/>
              <a:ext cx="12400" cy="12600"/>
            </a:xfrm>
            <a:custGeom>
              <a:avLst/>
              <a:gdLst/>
              <a:ahLst/>
              <a:cxnLst/>
              <a:rect l="l" t="t" r="r" b="b"/>
              <a:pathLst>
                <a:path w="496" h="504"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8"/>
            <p:cNvSpPr/>
            <p:nvPr/>
          </p:nvSpPr>
          <p:spPr>
            <a:xfrm>
              <a:off x="1319275" y="220795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8"/>
            <p:cNvSpPr/>
            <p:nvPr/>
          </p:nvSpPr>
          <p:spPr>
            <a:xfrm>
              <a:off x="1411200" y="2207950"/>
              <a:ext cx="12425" cy="12600"/>
            </a:xfrm>
            <a:custGeom>
              <a:avLst/>
              <a:gdLst/>
              <a:ahLst/>
              <a:cxnLst/>
              <a:rect l="l" t="t" r="r" b="b"/>
              <a:pathLst>
                <a:path w="497" h="504"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8"/>
            <p:cNvSpPr/>
            <p:nvPr/>
          </p:nvSpPr>
          <p:spPr>
            <a:xfrm>
              <a:off x="1503000" y="2207950"/>
              <a:ext cx="12525" cy="12600"/>
            </a:xfrm>
            <a:custGeom>
              <a:avLst/>
              <a:gdLst/>
              <a:ahLst/>
              <a:cxnLst/>
              <a:rect l="l" t="t" r="r" b="b"/>
              <a:pathLst>
                <a:path w="501" h="504"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8"/>
            <p:cNvSpPr/>
            <p:nvPr/>
          </p:nvSpPr>
          <p:spPr>
            <a:xfrm>
              <a:off x="1594750" y="220795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8"/>
            <p:cNvSpPr/>
            <p:nvPr/>
          </p:nvSpPr>
          <p:spPr>
            <a:xfrm>
              <a:off x="1686650" y="22079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8"/>
            <p:cNvSpPr/>
            <p:nvPr/>
          </p:nvSpPr>
          <p:spPr>
            <a:xfrm>
              <a:off x="1778450" y="220795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8"/>
            <p:cNvSpPr/>
            <p:nvPr/>
          </p:nvSpPr>
          <p:spPr>
            <a:xfrm>
              <a:off x="1870375" y="2207950"/>
              <a:ext cx="12400" cy="12600"/>
            </a:xfrm>
            <a:custGeom>
              <a:avLst/>
              <a:gdLst/>
              <a:ahLst/>
              <a:cxnLst/>
              <a:rect l="l" t="t" r="r" b="b"/>
              <a:pathLst>
                <a:path w="496" h="504"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8"/>
            <p:cNvSpPr/>
            <p:nvPr/>
          </p:nvSpPr>
          <p:spPr>
            <a:xfrm>
              <a:off x="1962150" y="220795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8"/>
            <p:cNvSpPr/>
            <p:nvPr/>
          </p:nvSpPr>
          <p:spPr>
            <a:xfrm>
              <a:off x="2054075" y="2207950"/>
              <a:ext cx="12425" cy="12600"/>
            </a:xfrm>
            <a:custGeom>
              <a:avLst/>
              <a:gdLst/>
              <a:ahLst/>
              <a:cxnLst/>
              <a:rect l="l" t="t" r="r" b="b"/>
              <a:pathLst>
                <a:path w="497" h="504"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8"/>
            <p:cNvSpPr/>
            <p:nvPr/>
          </p:nvSpPr>
          <p:spPr>
            <a:xfrm>
              <a:off x="2145825" y="22079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8"/>
            <p:cNvSpPr/>
            <p:nvPr/>
          </p:nvSpPr>
          <p:spPr>
            <a:xfrm>
              <a:off x="2237800" y="2207950"/>
              <a:ext cx="12350" cy="12600"/>
            </a:xfrm>
            <a:custGeom>
              <a:avLst/>
              <a:gdLst/>
              <a:ahLst/>
              <a:cxnLst/>
              <a:rect l="l" t="t" r="r" b="b"/>
              <a:pathLst>
                <a:path w="494" h="504"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8"/>
            <p:cNvSpPr/>
            <p:nvPr/>
          </p:nvSpPr>
          <p:spPr>
            <a:xfrm>
              <a:off x="2329550" y="220795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8"/>
            <p:cNvSpPr/>
            <p:nvPr/>
          </p:nvSpPr>
          <p:spPr>
            <a:xfrm>
              <a:off x="2421325" y="220795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8"/>
            <p:cNvSpPr/>
            <p:nvPr/>
          </p:nvSpPr>
          <p:spPr>
            <a:xfrm>
              <a:off x="2513250" y="2207950"/>
              <a:ext cx="12575" cy="12600"/>
            </a:xfrm>
            <a:custGeom>
              <a:avLst/>
              <a:gdLst/>
              <a:ahLst/>
              <a:cxnLst/>
              <a:rect l="l" t="t" r="r" b="b"/>
              <a:pathLst>
                <a:path w="503" h="504"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8"/>
            <p:cNvSpPr/>
            <p:nvPr/>
          </p:nvSpPr>
          <p:spPr>
            <a:xfrm>
              <a:off x="2605000" y="220795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8"/>
            <p:cNvSpPr/>
            <p:nvPr/>
          </p:nvSpPr>
          <p:spPr>
            <a:xfrm>
              <a:off x="2696950" y="2207950"/>
              <a:ext cx="12375" cy="12600"/>
            </a:xfrm>
            <a:custGeom>
              <a:avLst/>
              <a:gdLst/>
              <a:ahLst/>
              <a:cxnLst/>
              <a:rect l="l" t="t" r="r" b="b"/>
              <a:pathLst>
                <a:path w="495" h="504"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8"/>
            <p:cNvSpPr/>
            <p:nvPr/>
          </p:nvSpPr>
          <p:spPr>
            <a:xfrm>
              <a:off x="2788700" y="22079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8"/>
            <p:cNvSpPr/>
            <p:nvPr/>
          </p:nvSpPr>
          <p:spPr>
            <a:xfrm>
              <a:off x="2880675" y="2207950"/>
              <a:ext cx="12375" cy="12600"/>
            </a:xfrm>
            <a:custGeom>
              <a:avLst/>
              <a:gdLst/>
              <a:ahLst/>
              <a:cxnLst/>
              <a:rect l="l" t="t" r="r" b="b"/>
              <a:pathLst>
                <a:path w="495" h="504"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8"/>
            <p:cNvSpPr/>
            <p:nvPr/>
          </p:nvSpPr>
          <p:spPr>
            <a:xfrm>
              <a:off x="2972425" y="220795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8"/>
            <p:cNvSpPr/>
            <p:nvPr/>
          </p:nvSpPr>
          <p:spPr>
            <a:xfrm>
              <a:off x="3064375" y="2207950"/>
              <a:ext cx="12375" cy="12600"/>
            </a:xfrm>
            <a:custGeom>
              <a:avLst/>
              <a:gdLst/>
              <a:ahLst/>
              <a:cxnLst/>
              <a:rect l="l" t="t" r="r" b="b"/>
              <a:pathLst>
                <a:path w="495" h="504"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8"/>
            <p:cNvSpPr/>
            <p:nvPr/>
          </p:nvSpPr>
          <p:spPr>
            <a:xfrm>
              <a:off x="3156125" y="22079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8"/>
            <p:cNvSpPr/>
            <p:nvPr/>
          </p:nvSpPr>
          <p:spPr>
            <a:xfrm>
              <a:off x="3247875" y="2207950"/>
              <a:ext cx="12575" cy="12600"/>
            </a:xfrm>
            <a:custGeom>
              <a:avLst/>
              <a:gdLst/>
              <a:ahLst/>
              <a:cxnLst/>
              <a:rect l="l" t="t" r="r" b="b"/>
              <a:pathLst>
                <a:path w="503"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8"/>
            <p:cNvSpPr/>
            <p:nvPr/>
          </p:nvSpPr>
          <p:spPr>
            <a:xfrm>
              <a:off x="3339850" y="2207950"/>
              <a:ext cx="12525" cy="12600"/>
            </a:xfrm>
            <a:custGeom>
              <a:avLst/>
              <a:gdLst/>
              <a:ahLst/>
              <a:cxnLst/>
              <a:rect l="l" t="t" r="r" b="b"/>
              <a:pathLst>
                <a:path w="501" h="504"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8"/>
            <p:cNvSpPr/>
            <p:nvPr/>
          </p:nvSpPr>
          <p:spPr>
            <a:xfrm>
              <a:off x="3431575" y="22079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8"/>
            <p:cNvSpPr/>
            <p:nvPr/>
          </p:nvSpPr>
          <p:spPr>
            <a:xfrm>
              <a:off x="3523550" y="220795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8"/>
            <p:cNvSpPr/>
            <p:nvPr/>
          </p:nvSpPr>
          <p:spPr>
            <a:xfrm>
              <a:off x="676400" y="2299875"/>
              <a:ext cx="12600" cy="12600"/>
            </a:xfrm>
            <a:custGeom>
              <a:avLst/>
              <a:gdLst/>
              <a:ahLst/>
              <a:cxnLst/>
              <a:rect l="l" t="t" r="r" b="b"/>
              <a:pathLst>
                <a:path w="504" h="504" extrusionOk="0">
                  <a:moveTo>
                    <a:pt x="252" y="1"/>
                  </a:moveTo>
                  <a:cubicBezTo>
                    <a:pt x="116" y="1"/>
                    <a:pt x="1" y="109"/>
                    <a:pt x="1" y="252"/>
                  </a:cubicBezTo>
                  <a:cubicBezTo>
                    <a:pt x="1" y="388"/>
                    <a:pt x="116" y="503"/>
                    <a:pt x="252" y="503"/>
                  </a:cubicBezTo>
                  <a:cubicBezTo>
                    <a:pt x="388" y="503"/>
                    <a:pt x="503" y="388"/>
                    <a:pt x="503" y="252"/>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8"/>
            <p:cNvSpPr/>
            <p:nvPr/>
          </p:nvSpPr>
          <p:spPr>
            <a:xfrm>
              <a:off x="768325" y="2299875"/>
              <a:ext cx="12400" cy="12600"/>
            </a:xfrm>
            <a:custGeom>
              <a:avLst/>
              <a:gdLst/>
              <a:ahLst/>
              <a:cxnLst/>
              <a:rect l="l" t="t" r="r" b="b"/>
              <a:pathLst>
                <a:path w="496" h="504" extrusionOk="0">
                  <a:moveTo>
                    <a:pt x="245" y="1"/>
                  </a:moveTo>
                  <a:cubicBezTo>
                    <a:pt x="109" y="1"/>
                    <a:pt x="0" y="109"/>
                    <a:pt x="0" y="252"/>
                  </a:cubicBezTo>
                  <a:cubicBezTo>
                    <a:pt x="0" y="388"/>
                    <a:pt x="109" y="503"/>
                    <a:pt x="245" y="503"/>
                  </a:cubicBezTo>
                  <a:cubicBezTo>
                    <a:pt x="388" y="503"/>
                    <a:pt x="496" y="388"/>
                    <a:pt x="496" y="252"/>
                  </a:cubicBezTo>
                  <a:cubicBezTo>
                    <a:pt x="496" y="109"/>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8"/>
            <p:cNvSpPr/>
            <p:nvPr/>
          </p:nvSpPr>
          <p:spPr>
            <a:xfrm>
              <a:off x="860125" y="2299875"/>
              <a:ext cx="12525" cy="12600"/>
            </a:xfrm>
            <a:custGeom>
              <a:avLst/>
              <a:gdLst/>
              <a:ahLst/>
              <a:cxnLst/>
              <a:rect l="l" t="t" r="r" b="b"/>
              <a:pathLst>
                <a:path w="501" h="504" extrusionOk="0">
                  <a:moveTo>
                    <a:pt x="251" y="1"/>
                  </a:moveTo>
                  <a:cubicBezTo>
                    <a:pt x="114" y="1"/>
                    <a:pt x="0" y="109"/>
                    <a:pt x="0" y="252"/>
                  </a:cubicBezTo>
                  <a:cubicBezTo>
                    <a:pt x="0" y="388"/>
                    <a:pt x="114" y="503"/>
                    <a:pt x="251" y="503"/>
                  </a:cubicBezTo>
                  <a:cubicBezTo>
                    <a:pt x="387" y="503"/>
                    <a:pt x="501" y="388"/>
                    <a:pt x="501" y="252"/>
                  </a:cubicBezTo>
                  <a:cubicBezTo>
                    <a:pt x="501"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8"/>
            <p:cNvSpPr/>
            <p:nvPr/>
          </p:nvSpPr>
          <p:spPr>
            <a:xfrm>
              <a:off x="951850" y="2299875"/>
              <a:ext cx="12600" cy="12600"/>
            </a:xfrm>
            <a:custGeom>
              <a:avLst/>
              <a:gdLst/>
              <a:ahLst/>
              <a:cxnLst/>
              <a:rect l="l" t="t" r="r" b="b"/>
              <a:pathLst>
                <a:path w="504" h="504" extrusionOk="0">
                  <a:moveTo>
                    <a:pt x="252" y="1"/>
                  </a:moveTo>
                  <a:cubicBezTo>
                    <a:pt x="116" y="1"/>
                    <a:pt x="1" y="109"/>
                    <a:pt x="1" y="252"/>
                  </a:cubicBezTo>
                  <a:cubicBezTo>
                    <a:pt x="1" y="388"/>
                    <a:pt x="116" y="503"/>
                    <a:pt x="252" y="503"/>
                  </a:cubicBezTo>
                  <a:cubicBezTo>
                    <a:pt x="388" y="503"/>
                    <a:pt x="503" y="388"/>
                    <a:pt x="503" y="252"/>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8"/>
            <p:cNvSpPr/>
            <p:nvPr/>
          </p:nvSpPr>
          <p:spPr>
            <a:xfrm>
              <a:off x="1043825" y="2299875"/>
              <a:ext cx="12375" cy="12600"/>
            </a:xfrm>
            <a:custGeom>
              <a:avLst/>
              <a:gdLst/>
              <a:ahLst/>
              <a:cxnLst/>
              <a:rect l="l" t="t" r="r" b="b"/>
              <a:pathLst>
                <a:path w="495" h="504" extrusionOk="0">
                  <a:moveTo>
                    <a:pt x="250" y="1"/>
                  </a:moveTo>
                  <a:cubicBezTo>
                    <a:pt x="107" y="1"/>
                    <a:pt x="0" y="109"/>
                    <a:pt x="0" y="252"/>
                  </a:cubicBezTo>
                  <a:cubicBezTo>
                    <a:pt x="0" y="388"/>
                    <a:pt x="107" y="503"/>
                    <a:pt x="250" y="503"/>
                  </a:cubicBezTo>
                  <a:cubicBezTo>
                    <a:pt x="388" y="503"/>
                    <a:pt x="494" y="388"/>
                    <a:pt x="494" y="252"/>
                  </a:cubicBezTo>
                  <a:cubicBezTo>
                    <a:pt x="494"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8"/>
            <p:cNvSpPr/>
            <p:nvPr/>
          </p:nvSpPr>
          <p:spPr>
            <a:xfrm>
              <a:off x="1135575" y="2299875"/>
              <a:ext cx="12575" cy="12600"/>
            </a:xfrm>
            <a:custGeom>
              <a:avLst/>
              <a:gdLst/>
              <a:ahLst/>
              <a:cxnLst/>
              <a:rect l="l" t="t" r="r" b="b"/>
              <a:pathLst>
                <a:path w="503" h="504" extrusionOk="0">
                  <a:moveTo>
                    <a:pt x="252" y="1"/>
                  </a:moveTo>
                  <a:cubicBezTo>
                    <a:pt x="116" y="1"/>
                    <a:pt x="0" y="109"/>
                    <a:pt x="0" y="252"/>
                  </a:cubicBezTo>
                  <a:cubicBezTo>
                    <a:pt x="0" y="388"/>
                    <a:pt x="116" y="503"/>
                    <a:pt x="252" y="503"/>
                  </a:cubicBezTo>
                  <a:cubicBezTo>
                    <a:pt x="387" y="503"/>
                    <a:pt x="503" y="388"/>
                    <a:pt x="503" y="252"/>
                  </a:cubicBezTo>
                  <a:cubicBezTo>
                    <a:pt x="503"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8"/>
            <p:cNvSpPr/>
            <p:nvPr/>
          </p:nvSpPr>
          <p:spPr>
            <a:xfrm>
              <a:off x="1227500" y="2299875"/>
              <a:ext cx="12400" cy="12600"/>
            </a:xfrm>
            <a:custGeom>
              <a:avLst/>
              <a:gdLst/>
              <a:ahLst/>
              <a:cxnLst/>
              <a:rect l="l" t="t" r="r" b="b"/>
              <a:pathLst>
                <a:path w="496" h="504" extrusionOk="0">
                  <a:moveTo>
                    <a:pt x="251" y="1"/>
                  </a:moveTo>
                  <a:cubicBezTo>
                    <a:pt x="109" y="1"/>
                    <a:pt x="0" y="109"/>
                    <a:pt x="0" y="252"/>
                  </a:cubicBezTo>
                  <a:cubicBezTo>
                    <a:pt x="0" y="388"/>
                    <a:pt x="109" y="503"/>
                    <a:pt x="251" y="503"/>
                  </a:cubicBezTo>
                  <a:cubicBezTo>
                    <a:pt x="387" y="503"/>
                    <a:pt x="496" y="388"/>
                    <a:pt x="496" y="252"/>
                  </a:cubicBezTo>
                  <a:cubicBezTo>
                    <a:pt x="496"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8"/>
            <p:cNvSpPr/>
            <p:nvPr/>
          </p:nvSpPr>
          <p:spPr>
            <a:xfrm>
              <a:off x="1319275" y="2299875"/>
              <a:ext cx="12550" cy="12600"/>
            </a:xfrm>
            <a:custGeom>
              <a:avLst/>
              <a:gdLst/>
              <a:ahLst/>
              <a:cxnLst/>
              <a:rect l="l" t="t" r="r" b="b"/>
              <a:pathLst>
                <a:path w="502" h="504" extrusionOk="0">
                  <a:moveTo>
                    <a:pt x="252" y="1"/>
                  </a:moveTo>
                  <a:cubicBezTo>
                    <a:pt x="114" y="1"/>
                    <a:pt x="1" y="109"/>
                    <a:pt x="1" y="252"/>
                  </a:cubicBezTo>
                  <a:cubicBezTo>
                    <a:pt x="1" y="388"/>
                    <a:pt x="114" y="503"/>
                    <a:pt x="252" y="503"/>
                  </a:cubicBezTo>
                  <a:cubicBezTo>
                    <a:pt x="388" y="503"/>
                    <a:pt x="501" y="388"/>
                    <a:pt x="501" y="252"/>
                  </a:cubicBezTo>
                  <a:cubicBezTo>
                    <a:pt x="501"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8"/>
            <p:cNvSpPr/>
            <p:nvPr/>
          </p:nvSpPr>
          <p:spPr>
            <a:xfrm>
              <a:off x="1411200" y="2299875"/>
              <a:ext cx="12425" cy="12600"/>
            </a:xfrm>
            <a:custGeom>
              <a:avLst/>
              <a:gdLst/>
              <a:ahLst/>
              <a:cxnLst/>
              <a:rect l="l" t="t" r="r" b="b"/>
              <a:pathLst>
                <a:path w="497" h="504" extrusionOk="0">
                  <a:moveTo>
                    <a:pt x="245" y="1"/>
                  </a:moveTo>
                  <a:cubicBezTo>
                    <a:pt x="109" y="1"/>
                    <a:pt x="1" y="109"/>
                    <a:pt x="1" y="252"/>
                  </a:cubicBezTo>
                  <a:cubicBezTo>
                    <a:pt x="1" y="388"/>
                    <a:pt x="109" y="503"/>
                    <a:pt x="245" y="503"/>
                  </a:cubicBezTo>
                  <a:cubicBezTo>
                    <a:pt x="388" y="503"/>
                    <a:pt x="496" y="388"/>
                    <a:pt x="496" y="252"/>
                  </a:cubicBezTo>
                  <a:cubicBezTo>
                    <a:pt x="496" y="109"/>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8"/>
            <p:cNvSpPr/>
            <p:nvPr/>
          </p:nvSpPr>
          <p:spPr>
            <a:xfrm>
              <a:off x="1503000" y="2299875"/>
              <a:ext cx="12525" cy="12600"/>
            </a:xfrm>
            <a:custGeom>
              <a:avLst/>
              <a:gdLst/>
              <a:ahLst/>
              <a:cxnLst/>
              <a:rect l="l" t="t" r="r" b="b"/>
              <a:pathLst>
                <a:path w="501" h="504" extrusionOk="0">
                  <a:moveTo>
                    <a:pt x="250" y="1"/>
                  </a:moveTo>
                  <a:cubicBezTo>
                    <a:pt x="114" y="1"/>
                    <a:pt x="0" y="109"/>
                    <a:pt x="0" y="252"/>
                  </a:cubicBezTo>
                  <a:cubicBezTo>
                    <a:pt x="0" y="388"/>
                    <a:pt x="114" y="503"/>
                    <a:pt x="250" y="503"/>
                  </a:cubicBezTo>
                  <a:cubicBezTo>
                    <a:pt x="387" y="503"/>
                    <a:pt x="501" y="388"/>
                    <a:pt x="501" y="252"/>
                  </a:cubicBezTo>
                  <a:cubicBezTo>
                    <a:pt x="501" y="109"/>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8"/>
            <p:cNvSpPr/>
            <p:nvPr/>
          </p:nvSpPr>
          <p:spPr>
            <a:xfrm>
              <a:off x="1594750" y="2299875"/>
              <a:ext cx="12575" cy="12600"/>
            </a:xfrm>
            <a:custGeom>
              <a:avLst/>
              <a:gdLst/>
              <a:ahLst/>
              <a:cxnLst/>
              <a:rect l="l" t="t" r="r" b="b"/>
              <a:pathLst>
                <a:path w="503" h="504" extrusionOk="0">
                  <a:moveTo>
                    <a:pt x="251" y="1"/>
                  </a:moveTo>
                  <a:cubicBezTo>
                    <a:pt x="115" y="1"/>
                    <a:pt x="0" y="109"/>
                    <a:pt x="0" y="252"/>
                  </a:cubicBezTo>
                  <a:cubicBezTo>
                    <a:pt x="0" y="388"/>
                    <a:pt x="115" y="503"/>
                    <a:pt x="251" y="503"/>
                  </a:cubicBezTo>
                  <a:cubicBezTo>
                    <a:pt x="394" y="503"/>
                    <a:pt x="503" y="388"/>
                    <a:pt x="503" y="252"/>
                  </a:cubicBezTo>
                  <a:cubicBezTo>
                    <a:pt x="503" y="109"/>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8"/>
            <p:cNvSpPr/>
            <p:nvPr/>
          </p:nvSpPr>
          <p:spPr>
            <a:xfrm>
              <a:off x="1686650" y="2299875"/>
              <a:ext cx="12600" cy="12600"/>
            </a:xfrm>
            <a:custGeom>
              <a:avLst/>
              <a:gdLst/>
              <a:ahLst/>
              <a:cxnLst/>
              <a:rect l="l" t="t" r="r" b="b"/>
              <a:pathLst>
                <a:path w="504" h="504" extrusionOk="0">
                  <a:moveTo>
                    <a:pt x="252" y="1"/>
                  </a:moveTo>
                  <a:cubicBezTo>
                    <a:pt x="116" y="1"/>
                    <a:pt x="1" y="109"/>
                    <a:pt x="1" y="252"/>
                  </a:cubicBezTo>
                  <a:cubicBezTo>
                    <a:pt x="1" y="388"/>
                    <a:pt x="116" y="503"/>
                    <a:pt x="252" y="503"/>
                  </a:cubicBezTo>
                  <a:cubicBezTo>
                    <a:pt x="388" y="503"/>
                    <a:pt x="503" y="388"/>
                    <a:pt x="503" y="252"/>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8"/>
            <p:cNvSpPr/>
            <p:nvPr/>
          </p:nvSpPr>
          <p:spPr>
            <a:xfrm>
              <a:off x="1778450" y="2299875"/>
              <a:ext cx="12550" cy="12600"/>
            </a:xfrm>
            <a:custGeom>
              <a:avLst/>
              <a:gdLst/>
              <a:ahLst/>
              <a:cxnLst/>
              <a:rect l="l" t="t" r="r" b="b"/>
              <a:pathLst>
                <a:path w="502" h="504" extrusionOk="0">
                  <a:moveTo>
                    <a:pt x="252" y="1"/>
                  </a:moveTo>
                  <a:cubicBezTo>
                    <a:pt x="114" y="1"/>
                    <a:pt x="1" y="109"/>
                    <a:pt x="1" y="252"/>
                  </a:cubicBezTo>
                  <a:cubicBezTo>
                    <a:pt x="1" y="388"/>
                    <a:pt x="114" y="503"/>
                    <a:pt x="252" y="503"/>
                  </a:cubicBezTo>
                  <a:cubicBezTo>
                    <a:pt x="388" y="503"/>
                    <a:pt x="501" y="388"/>
                    <a:pt x="501" y="252"/>
                  </a:cubicBezTo>
                  <a:cubicBezTo>
                    <a:pt x="501"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8"/>
            <p:cNvSpPr/>
            <p:nvPr/>
          </p:nvSpPr>
          <p:spPr>
            <a:xfrm>
              <a:off x="1870375" y="2299875"/>
              <a:ext cx="12400" cy="12600"/>
            </a:xfrm>
            <a:custGeom>
              <a:avLst/>
              <a:gdLst/>
              <a:ahLst/>
              <a:cxnLst/>
              <a:rect l="l" t="t" r="r" b="b"/>
              <a:pathLst>
                <a:path w="496" h="504" extrusionOk="0">
                  <a:moveTo>
                    <a:pt x="252" y="1"/>
                  </a:moveTo>
                  <a:cubicBezTo>
                    <a:pt x="109" y="1"/>
                    <a:pt x="0" y="109"/>
                    <a:pt x="0" y="252"/>
                  </a:cubicBezTo>
                  <a:cubicBezTo>
                    <a:pt x="0" y="388"/>
                    <a:pt x="109" y="503"/>
                    <a:pt x="252" y="503"/>
                  </a:cubicBezTo>
                  <a:cubicBezTo>
                    <a:pt x="387" y="503"/>
                    <a:pt x="496" y="388"/>
                    <a:pt x="496" y="252"/>
                  </a:cubicBezTo>
                  <a:cubicBezTo>
                    <a:pt x="496"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8"/>
            <p:cNvSpPr/>
            <p:nvPr/>
          </p:nvSpPr>
          <p:spPr>
            <a:xfrm>
              <a:off x="1962150" y="2299875"/>
              <a:ext cx="12550" cy="12600"/>
            </a:xfrm>
            <a:custGeom>
              <a:avLst/>
              <a:gdLst/>
              <a:ahLst/>
              <a:cxnLst/>
              <a:rect l="l" t="t" r="r" b="b"/>
              <a:pathLst>
                <a:path w="502" h="504" extrusionOk="0">
                  <a:moveTo>
                    <a:pt x="250" y="1"/>
                  </a:moveTo>
                  <a:cubicBezTo>
                    <a:pt x="114" y="1"/>
                    <a:pt x="1" y="109"/>
                    <a:pt x="1" y="252"/>
                  </a:cubicBezTo>
                  <a:cubicBezTo>
                    <a:pt x="1" y="388"/>
                    <a:pt x="114" y="503"/>
                    <a:pt x="250" y="503"/>
                  </a:cubicBezTo>
                  <a:cubicBezTo>
                    <a:pt x="388" y="503"/>
                    <a:pt x="502" y="388"/>
                    <a:pt x="502" y="252"/>
                  </a:cubicBezTo>
                  <a:cubicBezTo>
                    <a:pt x="502"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8"/>
            <p:cNvSpPr/>
            <p:nvPr/>
          </p:nvSpPr>
          <p:spPr>
            <a:xfrm>
              <a:off x="2054075" y="2299875"/>
              <a:ext cx="12425" cy="12600"/>
            </a:xfrm>
            <a:custGeom>
              <a:avLst/>
              <a:gdLst/>
              <a:ahLst/>
              <a:cxnLst/>
              <a:rect l="l" t="t" r="r" b="b"/>
              <a:pathLst>
                <a:path w="497" h="504" extrusionOk="0">
                  <a:moveTo>
                    <a:pt x="252" y="1"/>
                  </a:moveTo>
                  <a:cubicBezTo>
                    <a:pt x="109" y="1"/>
                    <a:pt x="1" y="109"/>
                    <a:pt x="1" y="252"/>
                  </a:cubicBezTo>
                  <a:cubicBezTo>
                    <a:pt x="1" y="388"/>
                    <a:pt x="109" y="503"/>
                    <a:pt x="252" y="503"/>
                  </a:cubicBezTo>
                  <a:cubicBezTo>
                    <a:pt x="388" y="503"/>
                    <a:pt x="496" y="388"/>
                    <a:pt x="496" y="252"/>
                  </a:cubicBezTo>
                  <a:cubicBezTo>
                    <a:pt x="496"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8"/>
            <p:cNvSpPr/>
            <p:nvPr/>
          </p:nvSpPr>
          <p:spPr>
            <a:xfrm>
              <a:off x="2145825" y="2299875"/>
              <a:ext cx="12600" cy="12600"/>
            </a:xfrm>
            <a:custGeom>
              <a:avLst/>
              <a:gdLst/>
              <a:ahLst/>
              <a:cxnLst/>
              <a:rect l="l" t="t" r="r" b="b"/>
              <a:pathLst>
                <a:path w="504" h="504" extrusionOk="0">
                  <a:moveTo>
                    <a:pt x="252" y="1"/>
                  </a:moveTo>
                  <a:cubicBezTo>
                    <a:pt x="116" y="1"/>
                    <a:pt x="1" y="109"/>
                    <a:pt x="1" y="252"/>
                  </a:cubicBezTo>
                  <a:cubicBezTo>
                    <a:pt x="1" y="388"/>
                    <a:pt x="116" y="503"/>
                    <a:pt x="252" y="503"/>
                  </a:cubicBezTo>
                  <a:cubicBezTo>
                    <a:pt x="388" y="503"/>
                    <a:pt x="503" y="388"/>
                    <a:pt x="503" y="252"/>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8"/>
            <p:cNvSpPr/>
            <p:nvPr/>
          </p:nvSpPr>
          <p:spPr>
            <a:xfrm>
              <a:off x="2237800" y="2299875"/>
              <a:ext cx="12350" cy="12600"/>
            </a:xfrm>
            <a:custGeom>
              <a:avLst/>
              <a:gdLst/>
              <a:ahLst/>
              <a:cxnLst/>
              <a:rect l="l" t="t" r="r" b="b"/>
              <a:pathLst>
                <a:path w="494" h="504" extrusionOk="0">
                  <a:moveTo>
                    <a:pt x="244" y="1"/>
                  </a:moveTo>
                  <a:cubicBezTo>
                    <a:pt x="107" y="1"/>
                    <a:pt x="0" y="109"/>
                    <a:pt x="0" y="252"/>
                  </a:cubicBezTo>
                  <a:cubicBezTo>
                    <a:pt x="0" y="388"/>
                    <a:pt x="107" y="503"/>
                    <a:pt x="244" y="503"/>
                  </a:cubicBezTo>
                  <a:cubicBezTo>
                    <a:pt x="387" y="503"/>
                    <a:pt x="494" y="388"/>
                    <a:pt x="494" y="252"/>
                  </a:cubicBezTo>
                  <a:cubicBezTo>
                    <a:pt x="494" y="109"/>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8"/>
            <p:cNvSpPr/>
            <p:nvPr/>
          </p:nvSpPr>
          <p:spPr>
            <a:xfrm>
              <a:off x="2329550" y="2299875"/>
              <a:ext cx="12575" cy="12600"/>
            </a:xfrm>
            <a:custGeom>
              <a:avLst/>
              <a:gdLst/>
              <a:ahLst/>
              <a:cxnLst/>
              <a:rect l="l" t="t" r="r" b="b"/>
              <a:pathLst>
                <a:path w="503" h="504" extrusionOk="0">
                  <a:moveTo>
                    <a:pt x="251" y="1"/>
                  </a:moveTo>
                  <a:cubicBezTo>
                    <a:pt x="115" y="1"/>
                    <a:pt x="0" y="109"/>
                    <a:pt x="0" y="252"/>
                  </a:cubicBezTo>
                  <a:cubicBezTo>
                    <a:pt x="0" y="388"/>
                    <a:pt x="115" y="503"/>
                    <a:pt x="251" y="503"/>
                  </a:cubicBezTo>
                  <a:cubicBezTo>
                    <a:pt x="387" y="503"/>
                    <a:pt x="502" y="388"/>
                    <a:pt x="502" y="252"/>
                  </a:cubicBezTo>
                  <a:cubicBezTo>
                    <a:pt x="502"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8"/>
            <p:cNvSpPr/>
            <p:nvPr/>
          </p:nvSpPr>
          <p:spPr>
            <a:xfrm>
              <a:off x="2421325" y="2299875"/>
              <a:ext cx="12550" cy="12600"/>
            </a:xfrm>
            <a:custGeom>
              <a:avLst/>
              <a:gdLst/>
              <a:ahLst/>
              <a:cxnLst/>
              <a:rect l="l" t="t" r="r" b="b"/>
              <a:pathLst>
                <a:path w="502" h="504" extrusionOk="0">
                  <a:moveTo>
                    <a:pt x="250" y="1"/>
                  </a:moveTo>
                  <a:cubicBezTo>
                    <a:pt x="114" y="1"/>
                    <a:pt x="1" y="109"/>
                    <a:pt x="1" y="252"/>
                  </a:cubicBezTo>
                  <a:cubicBezTo>
                    <a:pt x="1" y="388"/>
                    <a:pt x="114" y="503"/>
                    <a:pt x="250" y="503"/>
                  </a:cubicBezTo>
                  <a:cubicBezTo>
                    <a:pt x="395" y="503"/>
                    <a:pt x="501" y="388"/>
                    <a:pt x="501" y="252"/>
                  </a:cubicBezTo>
                  <a:cubicBezTo>
                    <a:pt x="501" y="109"/>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8"/>
            <p:cNvSpPr/>
            <p:nvPr/>
          </p:nvSpPr>
          <p:spPr>
            <a:xfrm>
              <a:off x="2513250" y="2299875"/>
              <a:ext cx="12575" cy="12600"/>
            </a:xfrm>
            <a:custGeom>
              <a:avLst/>
              <a:gdLst/>
              <a:ahLst/>
              <a:cxnLst/>
              <a:rect l="l" t="t" r="r" b="b"/>
              <a:pathLst>
                <a:path w="503" h="504" extrusionOk="0">
                  <a:moveTo>
                    <a:pt x="252" y="1"/>
                  </a:moveTo>
                  <a:cubicBezTo>
                    <a:pt x="109" y="1"/>
                    <a:pt x="0" y="109"/>
                    <a:pt x="0" y="252"/>
                  </a:cubicBezTo>
                  <a:cubicBezTo>
                    <a:pt x="0" y="388"/>
                    <a:pt x="109" y="503"/>
                    <a:pt x="252" y="503"/>
                  </a:cubicBezTo>
                  <a:cubicBezTo>
                    <a:pt x="388" y="503"/>
                    <a:pt x="503" y="388"/>
                    <a:pt x="503" y="252"/>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8"/>
            <p:cNvSpPr/>
            <p:nvPr/>
          </p:nvSpPr>
          <p:spPr>
            <a:xfrm>
              <a:off x="2605000" y="2299875"/>
              <a:ext cx="12575" cy="12600"/>
            </a:xfrm>
            <a:custGeom>
              <a:avLst/>
              <a:gdLst/>
              <a:ahLst/>
              <a:cxnLst/>
              <a:rect l="l" t="t" r="r" b="b"/>
              <a:pathLst>
                <a:path w="503" h="504" extrusionOk="0">
                  <a:moveTo>
                    <a:pt x="252" y="1"/>
                  </a:moveTo>
                  <a:cubicBezTo>
                    <a:pt x="116" y="1"/>
                    <a:pt x="0" y="109"/>
                    <a:pt x="0" y="252"/>
                  </a:cubicBezTo>
                  <a:cubicBezTo>
                    <a:pt x="0" y="388"/>
                    <a:pt x="116" y="503"/>
                    <a:pt x="252" y="503"/>
                  </a:cubicBezTo>
                  <a:cubicBezTo>
                    <a:pt x="387" y="503"/>
                    <a:pt x="503" y="388"/>
                    <a:pt x="503" y="252"/>
                  </a:cubicBezTo>
                  <a:cubicBezTo>
                    <a:pt x="503"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8"/>
            <p:cNvSpPr/>
            <p:nvPr/>
          </p:nvSpPr>
          <p:spPr>
            <a:xfrm>
              <a:off x="2696950" y="2299875"/>
              <a:ext cx="12375" cy="12600"/>
            </a:xfrm>
            <a:custGeom>
              <a:avLst/>
              <a:gdLst/>
              <a:ahLst/>
              <a:cxnLst/>
              <a:rect l="l" t="t" r="r" b="b"/>
              <a:pathLst>
                <a:path w="495" h="504" extrusionOk="0">
                  <a:moveTo>
                    <a:pt x="252" y="1"/>
                  </a:moveTo>
                  <a:cubicBezTo>
                    <a:pt x="108" y="1"/>
                    <a:pt x="1" y="109"/>
                    <a:pt x="1" y="252"/>
                  </a:cubicBezTo>
                  <a:cubicBezTo>
                    <a:pt x="1" y="388"/>
                    <a:pt x="108" y="503"/>
                    <a:pt x="252" y="503"/>
                  </a:cubicBezTo>
                  <a:cubicBezTo>
                    <a:pt x="388" y="503"/>
                    <a:pt x="495" y="388"/>
                    <a:pt x="495" y="252"/>
                  </a:cubicBezTo>
                  <a:cubicBezTo>
                    <a:pt x="495"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8"/>
            <p:cNvSpPr/>
            <p:nvPr/>
          </p:nvSpPr>
          <p:spPr>
            <a:xfrm>
              <a:off x="2788700" y="2299875"/>
              <a:ext cx="12600" cy="12600"/>
            </a:xfrm>
            <a:custGeom>
              <a:avLst/>
              <a:gdLst/>
              <a:ahLst/>
              <a:cxnLst/>
              <a:rect l="l" t="t" r="r" b="b"/>
              <a:pathLst>
                <a:path w="504" h="504" extrusionOk="0">
                  <a:moveTo>
                    <a:pt x="252" y="1"/>
                  </a:moveTo>
                  <a:cubicBezTo>
                    <a:pt x="116" y="1"/>
                    <a:pt x="1" y="109"/>
                    <a:pt x="1" y="252"/>
                  </a:cubicBezTo>
                  <a:cubicBezTo>
                    <a:pt x="1" y="388"/>
                    <a:pt x="116" y="503"/>
                    <a:pt x="252" y="503"/>
                  </a:cubicBezTo>
                  <a:cubicBezTo>
                    <a:pt x="388" y="503"/>
                    <a:pt x="503" y="388"/>
                    <a:pt x="503" y="252"/>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8"/>
            <p:cNvSpPr/>
            <p:nvPr/>
          </p:nvSpPr>
          <p:spPr>
            <a:xfrm>
              <a:off x="2880675" y="2299875"/>
              <a:ext cx="12375" cy="12600"/>
            </a:xfrm>
            <a:custGeom>
              <a:avLst/>
              <a:gdLst/>
              <a:ahLst/>
              <a:cxnLst/>
              <a:rect l="l" t="t" r="r" b="b"/>
              <a:pathLst>
                <a:path w="495" h="504" extrusionOk="0">
                  <a:moveTo>
                    <a:pt x="243" y="1"/>
                  </a:moveTo>
                  <a:cubicBezTo>
                    <a:pt x="107" y="1"/>
                    <a:pt x="0" y="109"/>
                    <a:pt x="0" y="252"/>
                  </a:cubicBezTo>
                  <a:cubicBezTo>
                    <a:pt x="0" y="388"/>
                    <a:pt x="107" y="503"/>
                    <a:pt x="243" y="503"/>
                  </a:cubicBezTo>
                  <a:cubicBezTo>
                    <a:pt x="387" y="503"/>
                    <a:pt x="494" y="388"/>
                    <a:pt x="494" y="252"/>
                  </a:cubicBezTo>
                  <a:cubicBezTo>
                    <a:pt x="494" y="109"/>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8"/>
            <p:cNvSpPr/>
            <p:nvPr/>
          </p:nvSpPr>
          <p:spPr>
            <a:xfrm>
              <a:off x="2972425" y="2299875"/>
              <a:ext cx="12575" cy="12600"/>
            </a:xfrm>
            <a:custGeom>
              <a:avLst/>
              <a:gdLst/>
              <a:ahLst/>
              <a:cxnLst/>
              <a:rect l="l" t="t" r="r" b="b"/>
              <a:pathLst>
                <a:path w="503" h="504" extrusionOk="0">
                  <a:moveTo>
                    <a:pt x="251" y="1"/>
                  </a:moveTo>
                  <a:cubicBezTo>
                    <a:pt x="115" y="1"/>
                    <a:pt x="0" y="109"/>
                    <a:pt x="0" y="252"/>
                  </a:cubicBezTo>
                  <a:cubicBezTo>
                    <a:pt x="0" y="388"/>
                    <a:pt x="115" y="503"/>
                    <a:pt x="251" y="503"/>
                  </a:cubicBezTo>
                  <a:cubicBezTo>
                    <a:pt x="387" y="503"/>
                    <a:pt x="503" y="388"/>
                    <a:pt x="503" y="252"/>
                  </a:cubicBezTo>
                  <a:cubicBezTo>
                    <a:pt x="503"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8"/>
            <p:cNvSpPr/>
            <p:nvPr/>
          </p:nvSpPr>
          <p:spPr>
            <a:xfrm>
              <a:off x="3064375" y="2299875"/>
              <a:ext cx="12375" cy="12600"/>
            </a:xfrm>
            <a:custGeom>
              <a:avLst/>
              <a:gdLst/>
              <a:ahLst/>
              <a:cxnLst/>
              <a:rect l="l" t="t" r="r" b="b"/>
              <a:pathLst>
                <a:path w="495" h="504" extrusionOk="0">
                  <a:moveTo>
                    <a:pt x="243" y="1"/>
                  </a:moveTo>
                  <a:cubicBezTo>
                    <a:pt x="107" y="1"/>
                    <a:pt x="1" y="109"/>
                    <a:pt x="1" y="252"/>
                  </a:cubicBezTo>
                  <a:cubicBezTo>
                    <a:pt x="1" y="388"/>
                    <a:pt x="107" y="503"/>
                    <a:pt x="243" y="503"/>
                  </a:cubicBezTo>
                  <a:cubicBezTo>
                    <a:pt x="388" y="503"/>
                    <a:pt x="495" y="388"/>
                    <a:pt x="495" y="252"/>
                  </a:cubicBezTo>
                  <a:cubicBezTo>
                    <a:pt x="495" y="109"/>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8"/>
            <p:cNvSpPr/>
            <p:nvPr/>
          </p:nvSpPr>
          <p:spPr>
            <a:xfrm>
              <a:off x="3156125" y="2299875"/>
              <a:ext cx="12600" cy="12600"/>
            </a:xfrm>
            <a:custGeom>
              <a:avLst/>
              <a:gdLst/>
              <a:ahLst/>
              <a:cxnLst/>
              <a:rect l="l" t="t" r="r" b="b"/>
              <a:pathLst>
                <a:path w="504" h="504" extrusionOk="0">
                  <a:moveTo>
                    <a:pt x="252" y="1"/>
                  </a:moveTo>
                  <a:cubicBezTo>
                    <a:pt x="116" y="1"/>
                    <a:pt x="1" y="109"/>
                    <a:pt x="1" y="252"/>
                  </a:cubicBezTo>
                  <a:cubicBezTo>
                    <a:pt x="1" y="388"/>
                    <a:pt x="116" y="503"/>
                    <a:pt x="252" y="503"/>
                  </a:cubicBezTo>
                  <a:cubicBezTo>
                    <a:pt x="388" y="503"/>
                    <a:pt x="503" y="388"/>
                    <a:pt x="503" y="252"/>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8"/>
            <p:cNvSpPr/>
            <p:nvPr/>
          </p:nvSpPr>
          <p:spPr>
            <a:xfrm>
              <a:off x="3247875" y="2299875"/>
              <a:ext cx="12575" cy="12600"/>
            </a:xfrm>
            <a:custGeom>
              <a:avLst/>
              <a:gdLst/>
              <a:ahLst/>
              <a:cxnLst/>
              <a:rect l="l" t="t" r="r" b="b"/>
              <a:pathLst>
                <a:path w="503" h="504" extrusionOk="0">
                  <a:moveTo>
                    <a:pt x="252" y="1"/>
                  </a:moveTo>
                  <a:cubicBezTo>
                    <a:pt x="116" y="1"/>
                    <a:pt x="1" y="109"/>
                    <a:pt x="1" y="252"/>
                  </a:cubicBezTo>
                  <a:cubicBezTo>
                    <a:pt x="1" y="388"/>
                    <a:pt x="116" y="503"/>
                    <a:pt x="252" y="503"/>
                  </a:cubicBezTo>
                  <a:cubicBezTo>
                    <a:pt x="388" y="503"/>
                    <a:pt x="503" y="388"/>
                    <a:pt x="503" y="252"/>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8"/>
            <p:cNvSpPr/>
            <p:nvPr/>
          </p:nvSpPr>
          <p:spPr>
            <a:xfrm>
              <a:off x="3339850" y="2299875"/>
              <a:ext cx="12525" cy="12600"/>
            </a:xfrm>
            <a:custGeom>
              <a:avLst/>
              <a:gdLst/>
              <a:ahLst/>
              <a:cxnLst/>
              <a:rect l="l" t="t" r="r" b="b"/>
              <a:pathLst>
                <a:path w="501" h="504" extrusionOk="0">
                  <a:moveTo>
                    <a:pt x="251" y="1"/>
                  </a:moveTo>
                  <a:cubicBezTo>
                    <a:pt x="107" y="1"/>
                    <a:pt x="0" y="109"/>
                    <a:pt x="0" y="252"/>
                  </a:cubicBezTo>
                  <a:cubicBezTo>
                    <a:pt x="0" y="388"/>
                    <a:pt x="107" y="503"/>
                    <a:pt x="251" y="503"/>
                  </a:cubicBezTo>
                  <a:cubicBezTo>
                    <a:pt x="387" y="503"/>
                    <a:pt x="501" y="388"/>
                    <a:pt x="501" y="252"/>
                  </a:cubicBezTo>
                  <a:cubicBezTo>
                    <a:pt x="501"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8"/>
            <p:cNvSpPr/>
            <p:nvPr/>
          </p:nvSpPr>
          <p:spPr>
            <a:xfrm>
              <a:off x="3431575" y="2299875"/>
              <a:ext cx="12600" cy="12600"/>
            </a:xfrm>
            <a:custGeom>
              <a:avLst/>
              <a:gdLst/>
              <a:ahLst/>
              <a:cxnLst/>
              <a:rect l="l" t="t" r="r" b="b"/>
              <a:pathLst>
                <a:path w="504" h="504" extrusionOk="0">
                  <a:moveTo>
                    <a:pt x="252" y="1"/>
                  </a:moveTo>
                  <a:cubicBezTo>
                    <a:pt x="116" y="1"/>
                    <a:pt x="1" y="109"/>
                    <a:pt x="1" y="252"/>
                  </a:cubicBezTo>
                  <a:cubicBezTo>
                    <a:pt x="1" y="388"/>
                    <a:pt x="116" y="503"/>
                    <a:pt x="252" y="503"/>
                  </a:cubicBezTo>
                  <a:cubicBezTo>
                    <a:pt x="388" y="503"/>
                    <a:pt x="503" y="388"/>
                    <a:pt x="503" y="252"/>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8"/>
            <p:cNvSpPr/>
            <p:nvPr/>
          </p:nvSpPr>
          <p:spPr>
            <a:xfrm>
              <a:off x="3523550" y="2299875"/>
              <a:ext cx="12375" cy="12600"/>
            </a:xfrm>
            <a:custGeom>
              <a:avLst/>
              <a:gdLst/>
              <a:ahLst/>
              <a:cxnLst/>
              <a:rect l="l" t="t" r="r" b="b"/>
              <a:pathLst>
                <a:path w="495" h="504" extrusionOk="0">
                  <a:moveTo>
                    <a:pt x="250" y="1"/>
                  </a:moveTo>
                  <a:cubicBezTo>
                    <a:pt x="107" y="1"/>
                    <a:pt x="0" y="109"/>
                    <a:pt x="0" y="252"/>
                  </a:cubicBezTo>
                  <a:cubicBezTo>
                    <a:pt x="0" y="388"/>
                    <a:pt x="107" y="503"/>
                    <a:pt x="250" y="503"/>
                  </a:cubicBezTo>
                  <a:cubicBezTo>
                    <a:pt x="388" y="503"/>
                    <a:pt x="494" y="388"/>
                    <a:pt x="494" y="252"/>
                  </a:cubicBezTo>
                  <a:cubicBezTo>
                    <a:pt x="494"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8"/>
            <p:cNvSpPr/>
            <p:nvPr/>
          </p:nvSpPr>
          <p:spPr>
            <a:xfrm>
              <a:off x="676400" y="23916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8"/>
            <p:cNvSpPr/>
            <p:nvPr/>
          </p:nvSpPr>
          <p:spPr>
            <a:xfrm>
              <a:off x="768325" y="2391675"/>
              <a:ext cx="12400" cy="12550"/>
            </a:xfrm>
            <a:custGeom>
              <a:avLst/>
              <a:gdLst/>
              <a:ahLst/>
              <a:cxnLst/>
              <a:rect l="l" t="t" r="r" b="b"/>
              <a:pathLst>
                <a:path w="496" h="502" extrusionOk="0">
                  <a:moveTo>
                    <a:pt x="245" y="0"/>
                  </a:moveTo>
                  <a:cubicBezTo>
                    <a:pt x="109" y="0"/>
                    <a:pt x="0" y="114"/>
                    <a:pt x="0" y="252"/>
                  </a:cubicBezTo>
                  <a:cubicBezTo>
                    <a:pt x="0" y="388"/>
                    <a:pt x="109" y="501"/>
                    <a:pt x="245" y="501"/>
                  </a:cubicBezTo>
                  <a:cubicBezTo>
                    <a:pt x="388" y="501"/>
                    <a:pt x="496" y="388"/>
                    <a:pt x="496" y="252"/>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8"/>
            <p:cNvSpPr/>
            <p:nvPr/>
          </p:nvSpPr>
          <p:spPr>
            <a:xfrm>
              <a:off x="860125" y="2391675"/>
              <a:ext cx="12525" cy="12550"/>
            </a:xfrm>
            <a:custGeom>
              <a:avLst/>
              <a:gdLst/>
              <a:ahLst/>
              <a:cxnLst/>
              <a:rect l="l" t="t" r="r" b="b"/>
              <a:pathLst>
                <a:path w="501" h="502" extrusionOk="0">
                  <a:moveTo>
                    <a:pt x="251" y="0"/>
                  </a:moveTo>
                  <a:cubicBezTo>
                    <a:pt x="114" y="0"/>
                    <a:pt x="0" y="114"/>
                    <a:pt x="0" y="252"/>
                  </a:cubicBezTo>
                  <a:cubicBezTo>
                    <a:pt x="0" y="388"/>
                    <a:pt x="114" y="501"/>
                    <a:pt x="251" y="501"/>
                  </a:cubicBezTo>
                  <a:cubicBezTo>
                    <a:pt x="387" y="501"/>
                    <a:pt x="501" y="388"/>
                    <a:pt x="501" y="252"/>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8"/>
            <p:cNvSpPr/>
            <p:nvPr/>
          </p:nvSpPr>
          <p:spPr>
            <a:xfrm>
              <a:off x="951850" y="23916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8"/>
            <p:cNvSpPr/>
            <p:nvPr/>
          </p:nvSpPr>
          <p:spPr>
            <a:xfrm>
              <a:off x="1043825" y="2391675"/>
              <a:ext cx="12375" cy="12550"/>
            </a:xfrm>
            <a:custGeom>
              <a:avLst/>
              <a:gdLst/>
              <a:ahLst/>
              <a:cxnLst/>
              <a:rect l="l" t="t" r="r" b="b"/>
              <a:pathLst>
                <a:path w="495" h="502" extrusionOk="0">
                  <a:moveTo>
                    <a:pt x="250" y="0"/>
                  </a:moveTo>
                  <a:cubicBezTo>
                    <a:pt x="107" y="0"/>
                    <a:pt x="0" y="114"/>
                    <a:pt x="0" y="252"/>
                  </a:cubicBezTo>
                  <a:cubicBezTo>
                    <a:pt x="0" y="388"/>
                    <a:pt x="107" y="501"/>
                    <a:pt x="250" y="501"/>
                  </a:cubicBezTo>
                  <a:cubicBezTo>
                    <a:pt x="388" y="501"/>
                    <a:pt x="494" y="388"/>
                    <a:pt x="494" y="252"/>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8"/>
            <p:cNvSpPr/>
            <p:nvPr/>
          </p:nvSpPr>
          <p:spPr>
            <a:xfrm>
              <a:off x="1135575" y="2391675"/>
              <a:ext cx="12575" cy="12550"/>
            </a:xfrm>
            <a:custGeom>
              <a:avLst/>
              <a:gdLst/>
              <a:ahLst/>
              <a:cxnLst/>
              <a:rect l="l" t="t" r="r" b="b"/>
              <a:pathLst>
                <a:path w="503" h="502" extrusionOk="0">
                  <a:moveTo>
                    <a:pt x="252" y="0"/>
                  </a:moveTo>
                  <a:cubicBezTo>
                    <a:pt x="116" y="0"/>
                    <a:pt x="0" y="114"/>
                    <a:pt x="0" y="252"/>
                  </a:cubicBezTo>
                  <a:cubicBezTo>
                    <a:pt x="0" y="388"/>
                    <a:pt x="116" y="501"/>
                    <a:pt x="252" y="501"/>
                  </a:cubicBezTo>
                  <a:cubicBezTo>
                    <a:pt x="387" y="501"/>
                    <a:pt x="503" y="388"/>
                    <a:pt x="503" y="252"/>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8"/>
            <p:cNvSpPr/>
            <p:nvPr/>
          </p:nvSpPr>
          <p:spPr>
            <a:xfrm>
              <a:off x="1227500" y="2391675"/>
              <a:ext cx="12400" cy="12550"/>
            </a:xfrm>
            <a:custGeom>
              <a:avLst/>
              <a:gdLst/>
              <a:ahLst/>
              <a:cxnLst/>
              <a:rect l="l" t="t" r="r" b="b"/>
              <a:pathLst>
                <a:path w="496" h="502" extrusionOk="0">
                  <a:moveTo>
                    <a:pt x="251" y="0"/>
                  </a:moveTo>
                  <a:cubicBezTo>
                    <a:pt x="109" y="0"/>
                    <a:pt x="0" y="114"/>
                    <a:pt x="0" y="252"/>
                  </a:cubicBezTo>
                  <a:cubicBezTo>
                    <a:pt x="0" y="388"/>
                    <a:pt x="109" y="501"/>
                    <a:pt x="251" y="501"/>
                  </a:cubicBezTo>
                  <a:cubicBezTo>
                    <a:pt x="387" y="501"/>
                    <a:pt x="496" y="388"/>
                    <a:pt x="496" y="252"/>
                  </a:cubicBezTo>
                  <a:cubicBezTo>
                    <a:pt x="496"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8"/>
            <p:cNvSpPr/>
            <p:nvPr/>
          </p:nvSpPr>
          <p:spPr>
            <a:xfrm>
              <a:off x="1319275" y="2391675"/>
              <a:ext cx="12550" cy="12550"/>
            </a:xfrm>
            <a:custGeom>
              <a:avLst/>
              <a:gdLst/>
              <a:ahLst/>
              <a:cxnLst/>
              <a:rect l="l" t="t" r="r" b="b"/>
              <a:pathLst>
                <a:path w="502" h="502" extrusionOk="0">
                  <a:moveTo>
                    <a:pt x="252" y="0"/>
                  </a:moveTo>
                  <a:cubicBezTo>
                    <a:pt x="114" y="0"/>
                    <a:pt x="1" y="114"/>
                    <a:pt x="1" y="252"/>
                  </a:cubicBezTo>
                  <a:cubicBezTo>
                    <a:pt x="1" y="388"/>
                    <a:pt x="114" y="501"/>
                    <a:pt x="252" y="501"/>
                  </a:cubicBezTo>
                  <a:cubicBezTo>
                    <a:pt x="388" y="501"/>
                    <a:pt x="501" y="388"/>
                    <a:pt x="501" y="252"/>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8"/>
            <p:cNvSpPr/>
            <p:nvPr/>
          </p:nvSpPr>
          <p:spPr>
            <a:xfrm>
              <a:off x="1411200" y="2391675"/>
              <a:ext cx="12425" cy="12550"/>
            </a:xfrm>
            <a:custGeom>
              <a:avLst/>
              <a:gdLst/>
              <a:ahLst/>
              <a:cxnLst/>
              <a:rect l="l" t="t" r="r" b="b"/>
              <a:pathLst>
                <a:path w="497" h="502" extrusionOk="0">
                  <a:moveTo>
                    <a:pt x="245" y="0"/>
                  </a:moveTo>
                  <a:cubicBezTo>
                    <a:pt x="109" y="0"/>
                    <a:pt x="1" y="114"/>
                    <a:pt x="1" y="252"/>
                  </a:cubicBezTo>
                  <a:cubicBezTo>
                    <a:pt x="1" y="388"/>
                    <a:pt x="109" y="501"/>
                    <a:pt x="245" y="501"/>
                  </a:cubicBezTo>
                  <a:cubicBezTo>
                    <a:pt x="388" y="501"/>
                    <a:pt x="496" y="388"/>
                    <a:pt x="496" y="252"/>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8"/>
            <p:cNvSpPr/>
            <p:nvPr/>
          </p:nvSpPr>
          <p:spPr>
            <a:xfrm>
              <a:off x="1503000" y="2391675"/>
              <a:ext cx="12525" cy="12550"/>
            </a:xfrm>
            <a:custGeom>
              <a:avLst/>
              <a:gdLst/>
              <a:ahLst/>
              <a:cxnLst/>
              <a:rect l="l" t="t" r="r" b="b"/>
              <a:pathLst>
                <a:path w="501" h="502" extrusionOk="0">
                  <a:moveTo>
                    <a:pt x="250" y="0"/>
                  </a:moveTo>
                  <a:cubicBezTo>
                    <a:pt x="114" y="0"/>
                    <a:pt x="0" y="114"/>
                    <a:pt x="0" y="252"/>
                  </a:cubicBezTo>
                  <a:cubicBezTo>
                    <a:pt x="0" y="388"/>
                    <a:pt x="114" y="501"/>
                    <a:pt x="250" y="501"/>
                  </a:cubicBezTo>
                  <a:cubicBezTo>
                    <a:pt x="387" y="501"/>
                    <a:pt x="501" y="388"/>
                    <a:pt x="501" y="252"/>
                  </a:cubicBezTo>
                  <a:cubicBezTo>
                    <a:pt x="501" y="114"/>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8"/>
            <p:cNvSpPr/>
            <p:nvPr/>
          </p:nvSpPr>
          <p:spPr>
            <a:xfrm>
              <a:off x="1594750" y="2391675"/>
              <a:ext cx="12575" cy="12550"/>
            </a:xfrm>
            <a:custGeom>
              <a:avLst/>
              <a:gdLst/>
              <a:ahLst/>
              <a:cxnLst/>
              <a:rect l="l" t="t" r="r" b="b"/>
              <a:pathLst>
                <a:path w="503" h="502" extrusionOk="0">
                  <a:moveTo>
                    <a:pt x="251" y="0"/>
                  </a:moveTo>
                  <a:cubicBezTo>
                    <a:pt x="115" y="0"/>
                    <a:pt x="0" y="114"/>
                    <a:pt x="0" y="252"/>
                  </a:cubicBezTo>
                  <a:cubicBezTo>
                    <a:pt x="0" y="388"/>
                    <a:pt x="115" y="501"/>
                    <a:pt x="251" y="501"/>
                  </a:cubicBezTo>
                  <a:cubicBezTo>
                    <a:pt x="394" y="501"/>
                    <a:pt x="503" y="388"/>
                    <a:pt x="503" y="252"/>
                  </a:cubicBezTo>
                  <a:cubicBezTo>
                    <a:pt x="503" y="114"/>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8"/>
            <p:cNvSpPr/>
            <p:nvPr/>
          </p:nvSpPr>
          <p:spPr>
            <a:xfrm>
              <a:off x="1686650" y="23916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8"/>
            <p:cNvSpPr/>
            <p:nvPr/>
          </p:nvSpPr>
          <p:spPr>
            <a:xfrm>
              <a:off x="1778450" y="2391675"/>
              <a:ext cx="12550" cy="12550"/>
            </a:xfrm>
            <a:custGeom>
              <a:avLst/>
              <a:gdLst/>
              <a:ahLst/>
              <a:cxnLst/>
              <a:rect l="l" t="t" r="r" b="b"/>
              <a:pathLst>
                <a:path w="502" h="502" extrusionOk="0">
                  <a:moveTo>
                    <a:pt x="252" y="0"/>
                  </a:moveTo>
                  <a:cubicBezTo>
                    <a:pt x="114" y="0"/>
                    <a:pt x="1" y="114"/>
                    <a:pt x="1" y="252"/>
                  </a:cubicBezTo>
                  <a:cubicBezTo>
                    <a:pt x="1" y="388"/>
                    <a:pt x="114" y="501"/>
                    <a:pt x="252" y="501"/>
                  </a:cubicBezTo>
                  <a:cubicBezTo>
                    <a:pt x="388" y="501"/>
                    <a:pt x="501" y="388"/>
                    <a:pt x="501" y="252"/>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8"/>
            <p:cNvSpPr/>
            <p:nvPr/>
          </p:nvSpPr>
          <p:spPr>
            <a:xfrm>
              <a:off x="1870375" y="2391675"/>
              <a:ext cx="12400" cy="12550"/>
            </a:xfrm>
            <a:custGeom>
              <a:avLst/>
              <a:gdLst/>
              <a:ahLst/>
              <a:cxnLst/>
              <a:rect l="l" t="t" r="r" b="b"/>
              <a:pathLst>
                <a:path w="496" h="502" extrusionOk="0">
                  <a:moveTo>
                    <a:pt x="252" y="0"/>
                  </a:moveTo>
                  <a:cubicBezTo>
                    <a:pt x="109" y="0"/>
                    <a:pt x="0" y="114"/>
                    <a:pt x="0" y="252"/>
                  </a:cubicBezTo>
                  <a:cubicBezTo>
                    <a:pt x="0" y="388"/>
                    <a:pt x="109" y="501"/>
                    <a:pt x="252" y="501"/>
                  </a:cubicBezTo>
                  <a:cubicBezTo>
                    <a:pt x="387" y="501"/>
                    <a:pt x="496" y="388"/>
                    <a:pt x="496" y="252"/>
                  </a:cubicBezTo>
                  <a:cubicBezTo>
                    <a:pt x="496"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8"/>
            <p:cNvSpPr/>
            <p:nvPr/>
          </p:nvSpPr>
          <p:spPr>
            <a:xfrm>
              <a:off x="1962150" y="2391675"/>
              <a:ext cx="12550" cy="12550"/>
            </a:xfrm>
            <a:custGeom>
              <a:avLst/>
              <a:gdLst/>
              <a:ahLst/>
              <a:cxnLst/>
              <a:rect l="l" t="t" r="r" b="b"/>
              <a:pathLst>
                <a:path w="502" h="502" extrusionOk="0">
                  <a:moveTo>
                    <a:pt x="250" y="0"/>
                  </a:moveTo>
                  <a:cubicBezTo>
                    <a:pt x="114" y="0"/>
                    <a:pt x="1" y="114"/>
                    <a:pt x="1" y="252"/>
                  </a:cubicBezTo>
                  <a:cubicBezTo>
                    <a:pt x="1" y="388"/>
                    <a:pt x="114" y="501"/>
                    <a:pt x="250" y="501"/>
                  </a:cubicBezTo>
                  <a:cubicBezTo>
                    <a:pt x="388" y="501"/>
                    <a:pt x="502" y="388"/>
                    <a:pt x="502" y="252"/>
                  </a:cubicBezTo>
                  <a:cubicBezTo>
                    <a:pt x="502"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8"/>
            <p:cNvSpPr/>
            <p:nvPr/>
          </p:nvSpPr>
          <p:spPr>
            <a:xfrm>
              <a:off x="2054075" y="2391675"/>
              <a:ext cx="12425" cy="12550"/>
            </a:xfrm>
            <a:custGeom>
              <a:avLst/>
              <a:gdLst/>
              <a:ahLst/>
              <a:cxnLst/>
              <a:rect l="l" t="t" r="r" b="b"/>
              <a:pathLst>
                <a:path w="497" h="502" extrusionOk="0">
                  <a:moveTo>
                    <a:pt x="252" y="0"/>
                  </a:moveTo>
                  <a:cubicBezTo>
                    <a:pt x="109" y="0"/>
                    <a:pt x="1" y="114"/>
                    <a:pt x="1" y="252"/>
                  </a:cubicBezTo>
                  <a:cubicBezTo>
                    <a:pt x="1" y="388"/>
                    <a:pt x="109" y="501"/>
                    <a:pt x="252" y="501"/>
                  </a:cubicBezTo>
                  <a:cubicBezTo>
                    <a:pt x="388" y="501"/>
                    <a:pt x="496" y="388"/>
                    <a:pt x="496" y="252"/>
                  </a:cubicBezTo>
                  <a:cubicBezTo>
                    <a:pt x="496"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8"/>
            <p:cNvSpPr/>
            <p:nvPr/>
          </p:nvSpPr>
          <p:spPr>
            <a:xfrm>
              <a:off x="2145825" y="23916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8"/>
            <p:cNvSpPr/>
            <p:nvPr/>
          </p:nvSpPr>
          <p:spPr>
            <a:xfrm>
              <a:off x="2237800" y="2391675"/>
              <a:ext cx="12350" cy="12550"/>
            </a:xfrm>
            <a:custGeom>
              <a:avLst/>
              <a:gdLst/>
              <a:ahLst/>
              <a:cxnLst/>
              <a:rect l="l" t="t" r="r" b="b"/>
              <a:pathLst>
                <a:path w="494" h="502" extrusionOk="0">
                  <a:moveTo>
                    <a:pt x="244" y="0"/>
                  </a:moveTo>
                  <a:cubicBezTo>
                    <a:pt x="107" y="0"/>
                    <a:pt x="0" y="114"/>
                    <a:pt x="0" y="252"/>
                  </a:cubicBezTo>
                  <a:cubicBezTo>
                    <a:pt x="0" y="388"/>
                    <a:pt x="107" y="501"/>
                    <a:pt x="244" y="501"/>
                  </a:cubicBezTo>
                  <a:cubicBezTo>
                    <a:pt x="387" y="501"/>
                    <a:pt x="494" y="388"/>
                    <a:pt x="494" y="252"/>
                  </a:cubicBezTo>
                  <a:cubicBezTo>
                    <a:pt x="494" y="114"/>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8"/>
            <p:cNvSpPr/>
            <p:nvPr/>
          </p:nvSpPr>
          <p:spPr>
            <a:xfrm>
              <a:off x="2329550" y="2391675"/>
              <a:ext cx="12575" cy="12550"/>
            </a:xfrm>
            <a:custGeom>
              <a:avLst/>
              <a:gdLst/>
              <a:ahLst/>
              <a:cxnLst/>
              <a:rect l="l" t="t" r="r" b="b"/>
              <a:pathLst>
                <a:path w="503" h="502" extrusionOk="0">
                  <a:moveTo>
                    <a:pt x="251" y="0"/>
                  </a:moveTo>
                  <a:cubicBezTo>
                    <a:pt x="115" y="0"/>
                    <a:pt x="0" y="114"/>
                    <a:pt x="0" y="252"/>
                  </a:cubicBezTo>
                  <a:cubicBezTo>
                    <a:pt x="0" y="388"/>
                    <a:pt x="115" y="501"/>
                    <a:pt x="251" y="501"/>
                  </a:cubicBezTo>
                  <a:cubicBezTo>
                    <a:pt x="387" y="501"/>
                    <a:pt x="502" y="388"/>
                    <a:pt x="502" y="252"/>
                  </a:cubicBezTo>
                  <a:cubicBezTo>
                    <a:pt x="502"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8"/>
            <p:cNvSpPr/>
            <p:nvPr/>
          </p:nvSpPr>
          <p:spPr>
            <a:xfrm>
              <a:off x="2421325" y="2391675"/>
              <a:ext cx="12550" cy="12550"/>
            </a:xfrm>
            <a:custGeom>
              <a:avLst/>
              <a:gdLst/>
              <a:ahLst/>
              <a:cxnLst/>
              <a:rect l="l" t="t" r="r" b="b"/>
              <a:pathLst>
                <a:path w="502" h="502" extrusionOk="0">
                  <a:moveTo>
                    <a:pt x="250" y="0"/>
                  </a:moveTo>
                  <a:cubicBezTo>
                    <a:pt x="114" y="0"/>
                    <a:pt x="1" y="114"/>
                    <a:pt x="1" y="252"/>
                  </a:cubicBezTo>
                  <a:cubicBezTo>
                    <a:pt x="1" y="388"/>
                    <a:pt x="114" y="501"/>
                    <a:pt x="250" y="501"/>
                  </a:cubicBezTo>
                  <a:cubicBezTo>
                    <a:pt x="395" y="501"/>
                    <a:pt x="501" y="388"/>
                    <a:pt x="501" y="252"/>
                  </a:cubicBezTo>
                  <a:cubicBezTo>
                    <a:pt x="501" y="114"/>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8"/>
            <p:cNvSpPr/>
            <p:nvPr/>
          </p:nvSpPr>
          <p:spPr>
            <a:xfrm>
              <a:off x="2513250" y="2391675"/>
              <a:ext cx="12575" cy="12550"/>
            </a:xfrm>
            <a:custGeom>
              <a:avLst/>
              <a:gdLst/>
              <a:ahLst/>
              <a:cxnLst/>
              <a:rect l="l" t="t" r="r" b="b"/>
              <a:pathLst>
                <a:path w="503" h="502" extrusionOk="0">
                  <a:moveTo>
                    <a:pt x="252" y="0"/>
                  </a:moveTo>
                  <a:cubicBezTo>
                    <a:pt x="109" y="0"/>
                    <a:pt x="0" y="114"/>
                    <a:pt x="0" y="252"/>
                  </a:cubicBezTo>
                  <a:cubicBezTo>
                    <a:pt x="0" y="388"/>
                    <a:pt x="109"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8"/>
            <p:cNvSpPr/>
            <p:nvPr/>
          </p:nvSpPr>
          <p:spPr>
            <a:xfrm>
              <a:off x="2605000" y="2391675"/>
              <a:ext cx="12575" cy="12550"/>
            </a:xfrm>
            <a:custGeom>
              <a:avLst/>
              <a:gdLst/>
              <a:ahLst/>
              <a:cxnLst/>
              <a:rect l="l" t="t" r="r" b="b"/>
              <a:pathLst>
                <a:path w="503" h="502" extrusionOk="0">
                  <a:moveTo>
                    <a:pt x="252" y="0"/>
                  </a:moveTo>
                  <a:cubicBezTo>
                    <a:pt x="116" y="0"/>
                    <a:pt x="0" y="114"/>
                    <a:pt x="0" y="252"/>
                  </a:cubicBezTo>
                  <a:cubicBezTo>
                    <a:pt x="0" y="388"/>
                    <a:pt x="116" y="501"/>
                    <a:pt x="252" y="501"/>
                  </a:cubicBezTo>
                  <a:cubicBezTo>
                    <a:pt x="387" y="501"/>
                    <a:pt x="503" y="388"/>
                    <a:pt x="503" y="252"/>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8"/>
            <p:cNvSpPr/>
            <p:nvPr/>
          </p:nvSpPr>
          <p:spPr>
            <a:xfrm>
              <a:off x="2696950" y="2391675"/>
              <a:ext cx="12375" cy="12550"/>
            </a:xfrm>
            <a:custGeom>
              <a:avLst/>
              <a:gdLst/>
              <a:ahLst/>
              <a:cxnLst/>
              <a:rect l="l" t="t" r="r" b="b"/>
              <a:pathLst>
                <a:path w="495" h="502" extrusionOk="0">
                  <a:moveTo>
                    <a:pt x="252" y="0"/>
                  </a:moveTo>
                  <a:cubicBezTo>
                    <a:pt x="108" y="0"/>
                    <a:pt x="1" y="114"/>
                    <a:pt x="1" y="252"/>
                  </a:cubicBezTo>
                  <a:cubicBezTo>
                    <a:pt x="1" y="388"/>
                    <a:pt x="108" y="501"/>
                    <a:pt x="252" y="501"/>
                  </a:cubicBezTo>
                  <a:cubicBezTo>
                    <a:pt x="388" y="501"/>
                    <a:pt x="495" y="388"/>
                    <a:pt x="495" y="252"/>
                  </a:cubicBezTo>
                  <a:cubicBezTo>
                    <a:pt x="495"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8"/>
            <p:cNvSpPr/>
            <p:nvPr/>
          </p:nvSpPr>
          <p:spPr>
            <a:xfrm>
              <a:off x="2788700" y="23916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8"/>
            <p:cNvSpPr/>
            <p:nvPr/>
          </p:nvSpPr>
          <p:spPr>
            <a:xfrm>
              <a:off x="2880675" y="2391675"/>
              <a:ext cx="12375" cy="12550"/>
            </a:xfrm>
            <a:custGeom>
              <a:avLst/>
              <a:gdLst/>
              <a:ahLst/>
              <a:cxnLst/>
              <a:rect l="l" t="t" r="r" b="b"/>
              <a:pathLst>
                <a:path w="495" h="502" extrusionOk="0">
                  <a:moveTo>
                    <a:pt x="243" y="0"/>
                  </a:moveTo>
                  <a:cubicBezTo>
                    <a:pt x="107" y="0"/>
                    <a:pt x="0" y="114"/>
                    <a:pt x="0" y="252"/>
                  </a:cubicBezTo>
                  <a:cubicBezTo>
                    <a:pt x="0" y="388"/>
                    <a:pt x="107" y="501"/>
                    <a:pt x="243" y="501"/>
                  </a:cubicBezTo>
                  <a:cubicBezTo>
                    <a:pt x="387" y="501"/>
                    <a:pt x="494" y="388"/>
                    <a:pt x="494" y="252"/>
                  </a:cubicBezTo>
                  <a:cubicBezTo>
                    <a:pt x="494" y="114"/>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8"/>
            <p:cNvSpPr/>
            <p:nvPr/>
          </p:nvSpPr>
          <p:spPr>
            <a:xfrm>
              <a:off x="2972425" y="2391675"/>
              <a:ext cx="12575" cy="12550"/>
            </a:xfrm>
            <a:custGeom>
              <a:avLst/>
              <a:gdLst/>
              <a:ahLst/>
              <a:cxnLst/>
              <a:rect l="l" t="t" r="r" b="b"/>
              <a:pathLst>
                <a:path w="503" h="502" extrusionOk="0">
                  <a:moveTo>
                    <a:pt x="251" y="0"/>
                  </a:moveTo>
                  <a:cubicBezTo>
                    <a:pt x="115" y="0"/>
                    <a:pt x="0" y="114"/>
                    <a:pt x="0" y="252"/>
                  </a:cubicBezTo>
                  <a:cubicBezTo>
                    <a:pt x="0" y="388"/>
                    <a:pt x="115" y="501"/>
                    <a:pt x="251" y="501"/>
                  </a:cubicBezTo>
                  <a:cubicBezTo>
                    <a:pt x="387" y="501"/>
                    <a:pt x="503" y="388"/>
                    <a:pt x="503" y="252"/>
                  </a:cubicBezTo>
                  <a:cubicBezTo>
                    <a:pt x="503"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8"/>
            <p:cNvSpPr/>
            <p:nvPr/>
          </p:nvSpPr>
          <p:spPr>
            <a:xfrm>
              <a:off x="3064375" y="2391675"/>
              <a:ext cx="12375" cy="12550"/>
            </a:xfrm>
            <a:custGeom>
              <a:avLst/>
              <a:gdLst/>
              <a:ahLst/>
              <a:cxnLst/>
              <a:rect l="l" t="t" r="r" b="b"/>
              <a:pathLst>
                <a:path w="495" h="502" extrusionOk="0">
                  <a:moveTo>
                    <a:pt x="243" y="0"/>
                  </a:moveTo>
                  <a:cubicBezTo>
                    <a:pt x="107" y="0"/>
                    <a:pt x="1" y="114"/>
                    <a:pt x="1" y="252"/>
                  </a:cubicBezTo>
                  <a:cubicBezTo>
                    <a:pt x="1" y="388"/>
                    <a:pt x="107" y="501"/>
                    <a:pt x="243" y="501"/>
                  </a:cubicBezTo>
                  <a:cubicBezTo>
                    <a:pt x="388" y="501"/>
                    <a:pt x="495" y="388"/>
                    <a:pt x="495" y="252"/>
                  </a:cubicBezTo>
                  <a:cubicBezTo>
                    <a:pt x="495" y="114"/>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8"/>
            <p:cNvSpPr/>
            <p:nvPr/>
          </p:nvSpPr>
          <p:spPr>
            <a:xfrm>
              <a:off x="3156125" y="23916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8"/>
            <p:cNvSpPr/>
            <p:nvPr/>
          </p:nvSpPr>
          <p:spPr>
            <a:xfrm>
              <a:off x="3247875" y="2391675"/>
              <a:ext cx="12575" cy="12550"/>
            </a:xfrm>
            <a:custGeom>
              <a:avLst/>
              <a:gdLst/>
              <a:ahLst/>
              <a:cxnLst/>
              <a:rect l="l" t="t" r="r" b="b"/>
              <a:pathLst>
                <a:path w="503"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8"/>
            <p:cNvSpPr/>
            <p:nvPr/>
          </p:nvSpPr>
          <p:spPr>
            <a:xfrm>
              <a:off x="3339850" y="2391675"/>
              <a:ext cx="12525" cy="12550"/>
            </a:xfrm>
            <a:custGeom>
              <a:avLst/>
              <a:gdLst/>
              <a:ahLst/>
              <a:cxnLst/>
              <a:rect l="l" t="t" r="r" b="b"/>
              <a:pathLst>
                <a:path w="501" h="502" extrusionOk="0">
                  <a:moveTo>
                    <a:pt x="251" y="0"/>
                  </a:moveTo>
                  <a:cubicBezTo>
                    <a:pt x="107" y="0"/>
                    <a:pt x="0" y="114"/>
                    <a:pt x="0" y="252"/>
                  </a:cubicBezTo>
                  <a:cubicBezTo>
                    <a:pt x="0" y="388"/>
                    <a:pt x="107" y="501"/>
                    <a:pt x="251" y="501"/>
                  </a:cubicBezTo>
                  <a:cubicBezTo>
                    <a:pt x="387" y="501"/>
                    <a:pt x="501" y="388"/>
                    <a:pt x="501" y="252"/>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8"/>
            <p:cNvSpPr/>
            <p:nvPr/>
          </p:nvSpPr>
          <p:spPr>
            <a:xfrm>
              <a:off x="3431575" y="23916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8"/>
            <p:cNvSpPr/>
            <p:nvPr/>
          </p:nvSpPr>
          <p:spPr>
            <a:xfrm>
              <a:off x="3523550" y="2391675"/>
              <a:ext cx="12375" cy="12550"/>
            </a:xfrm>
            <a:custGeom>
              <a:avLst/>
              <a:gdLst/>
              <a:ahLst/>
              <a:cxnLst/>
              <a:rect l="l" t="t" r="r" b="b"/>
              <a:pathLst>
                <a:path w="495" h="502" extrusionOk="0">
                  <a:moveTo>
                    <a:pt x="250" y="0"/>
                  </a:moveTo>
                  <a:cubicBezTo>
                    <a:pt x="107" y="0"/>
                    <a:pt x="0" y="114"/>
                    <a:pt x="0" y="252"/>
                  </a:cubicBezTo>
                  <a:cubicBezTo>
                    <a:pt x="0" y="388"/>
                    <a:pt x="107" y="501"/>
                    <a:pt x="250" y="501"/>
                  </a:cubicBezTo>
                  <a:cubicBezTo>
                    <a:pt x="388" y="501"/>
                    <a:pt x="494" y="388"/>
                    <a:pt x="494" y="252"/>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8"/>
            <p:cNvSpPr/>
            <p:nvPr/>
          </p:nvSpPr>
          <p:spPr>
            <a:xfrm>
              <a:off x="676400" y="2483600"/>
              <a:ext cx="12600" cy="12400"/>
            </a:xfrm>
            <a:custGeom>
              <a:avLst/>
              <a:gdLst/>
              <a:ahLst/>
              <a:cxnLst/>
              <a:rect l="l" t="t" r="r" b="b"/>
              <a:pathLst>
                <a:path w="504" h="496" extrusionOk="0">
                  <a:moveTo>
                    <a:pt x="252" y="0"/>
                  </a:moveTo>
                  <a:cubicBezTo>
                    <a:pt x="116" y="0"/>
                    <a:pt x="1" y="109"/>
                    <a:pt x="1" y="251"/>
                  </a:cubicBezTo>
                  <a:cubicBezTo>
                    <a:pt x="1" y="387"/>
                    <a:pt x="116" y="496"/>
                    <a:pt x="252" y="496"/>
                  </a:cubicBezTo>
                  <a:cubicBezTo>
                    <a:pt x="388" y="496"/>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8"/>
            <p:cNvSpPr/>
            <p:nvPr/>
          </p:nvSpPr>
          <p:spPr>
            <a:xfrm>
              <a:off x="768325" y="2483600"/>
              <a:ext cx="12400" cy="12400"/>
            </a:xfrm>
            <a:custGeom>
              <a:avLst/>
              <a:gdLst/>
              <a:ahLst/>
              <a:cxnLst/>
              <a:rect l="l" t="t" r="r" b="b"/>
              <a:pathLst>
                <a:path w="496" h="496" extrusionOk="0">
                  <a:moveTo>
                    <a:pt x="245" y="0"/>
                  </a:moveTo>
                  <a:cubicBezTo>
                    <a:pt x="109" y="0"/>
                    <a:pt x="0" y="109"/>
                    <a:pt x="0" y="251"/>
                  </a:cubicBezTo>
                  <a:cubicBezTo>
                    <a:pt x="0" y="387"/>
                    <a:pt x="109" y="496"/>
                    <a:pt x="245" y="496"/>
                  </a:cubicBezTo>
                  <a:cubicBezTo>
                    <a:pt x="388" y="496"/>
                    <a:pt x="496" y="387"/>
                    <a:pt x="496" y="251"/>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8"/>
            <p:cNvSpPr/>
            <p:nvPr/>
          </p:nvSpPr>
          <p:spPr>
            <a:xfrm>
              <a:off x="860125" y="2483600"/>
              <a:ext cx="12525" cy="12400"/>
            </a:xfrm>
            <a:custGeom>
              <a:avLst/>
              <a:gdLst/>
              <a:ahLst/>
              <a:cxnLst/>
              <a:rect l="l" t="t" r="r" b="b"/>
              <a:pathLst>
                <a:path w="501" h="496" extrusionOk="0">
                  <a:moveTo>
                    <a:pt x="251" y="0"/>
                  </a:moveTo>
                  <a:cubicBezTo>
                    <a:pt x="114" y="0"/>
                    <a:pt x="0" y="109"/>
                    <a:pt x="0" y="251"/>
                  </a:cubicBezTo>
                  <a:cubicBezTo>
                    <a:pt x="0" y="387"/>
                    <a:pt x="114" y="496"/>
                    <a:pt x="251" y="496"/>
                  </a:cubicBezTo>
                  <a:cubicBezTo>
                    <a:pt x="387" y="496"/>
                    <a:pt x="501" y="387"/>
                    <a:pt x="501" y="251"/>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8"/>
            <p:cNvSpPr/>
            <p:nvPr/>
          </p:nvSpPr>
          <p:spPr>
            <a:xfrm>
              <a:off x="951850" y="2483600"/>
              <a:ext cx="12600" cy="12400"/>
            </a:xfrm>
            <a:custGeom>
              <a:avLst/>
              <a:gdLst/>
              <a:ahLst/>
              <a:cxnLst/>
              <a:rect l="l" t="t" r="r" b="b"/>
              <a:pathLst>
                <a:path w="504" h="496" extrusionOk="0">
                  <a:moveTo>
                    <a:pt x="252" y="0"/>
                  </a:moveTo>
                  <a:cubicBezTo>
                    <a:pt x="116" y="0"/>
                    <a:pt x="1" y="109"/>
                    <a:pt x="1" y="251"/>
                  </a:cubicBezTo>
                  <a:cubicBezTo>
                    <a:pt x="1" y="387"/>
                    <a:pt x="116" y="496"/>
                    <a:pt x="252" y="496"/>
                  </a:cubicBezTo>
                  <a:cubicBezTo>
                    <a:pt x="388" y="496"/>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8"/>
            <p:cNvSpPr/>
            <p:nvPr/>
          </p:nvSpPr>
          <p:spPr>
            <a:xfrm>
              <a:off x="1043825" y="2483600"/>
              <a:ext cx="12375" cy="12400"/>
            </a:xfrm>
            <a:custGeom>
              <a:avLst/>
              <a:gdLst/>
              <a:ahLst/>
              <a:cxnLst/>
              <a:rect l="l" t="t" r="r" b="b"/>
              <a:pathLst>
                <a:path w="495" h="496" extrusionOk="0">
                  <a:moveTo>
                    <a:pt x="250" y="0"/>
                  </a:moveTo>
                  <a:cubicBezTo>
                    <a:pt x="107" y="0"/>
                    <a:pt x="0" y="109"/>
                    <a:pt x="0" y="251"/>
                  </a:cubicBezTo>
                  <a:cubicBezTo>
                    <a:pt x="0" y="387"/>
                    <a:pt x="107" y="496"/>
                    <a:pt x="250" y="496"/>
                  </a:cubicBezTo>
                  <a:cubicBezTo>
                    <a:pt x="388" y="496"/>
                    <a:pt x="494" y="387"/>
                    <a:pt x="494" y="251"/>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8"/>
            <p:cNvSpPr/>
            <p:nvPr/>
          </p:nvSpPr>
          <p:spPr>
            <a:xfrm>
              <a:off x="1135575" y="2483600"/>
              <a:ext cx="12575" cy="12400"/>
            </a:xfrm>
            <a:custGeom>
              <a:avLst/>
              <a:gdLst/>
              <a:ahLst/>
              <a:cxnLst/>
              <a:rect l="l" t="t" r="r" b="b"/>
              <a:pathLst>
                <a:path w="503" h="496" extrusionOk="0">
                  <a:moveTo>
                    <a:pt x="252" y="0"/>
                  </a:moveTo>
                  <a:cubicBezTo>
                    <a:pt x="116" y="0"/>
                    <a:pt x="0" y="109"/>
                    <a:pt x="0" y="251"/>
                  </a:cubicBezTo>
                  <a:cubicBezTo>
                    <a:pt x="0" y="387"/>
                    <a:pt x="116" y="496"/>
                    <a:pt x="252" y="496"/>
                  </a:cubicBezTo>
                  <a:cubicBezTo>
                    <a:pt x="387" y="496"/>
                    <a:pt x="503" y="387"/>
                    <a:pt x="503" y="251"/>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8"/>
            <p:cNvSpPr/>
            <p:nvPr/>
          </p:nvSpPr>
          <p:spPr>
            <a:xfrm>
              <a:off x="1227500" y="2483600"/>
              <a:ext cx="12400" cy="12400"/>
            </a:xfrm>
            <a:custGeom>
              <a:avLst/>
              <a:gdLst/>
              <a:ahLst/>
              <a:cxnLst/>
              <a:rect l="l" t="t" r="r" b="b"/>
              <a:pathLst>
                <a:path w="496" h="496" extrusionOk="0">
                  <a:moveTo>
                    <a:pt x="251" y="0"/>
                  </a:moveTo>
                  <a:cubicBezTo>
                    <a:pt x="109" y="0"/>
                    <a:pt x="0" y="109"/>
                    <a:pt x="0" y="251"/>
                  </a:cubicBezTo>
                  <a:cubicBezTo>
                    <a:pt x="0" y="387"/>
                    <a:pt x="109" y="496"/>
                    <a:pt x="251" y="496"/>
                  </a:cubicBezTo>
                  <a:cubicBezTo>
                    <a:pt x="387" y="496"/>
                    <a:pt x="496" y="387"/>
                    <a:pt x="496" y="251"/>
                  </a:cubicBezTo>
                  <a:cubicBezTo>
                    <a:pt x="496"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8"/>
            <p:cNvSpPr/>
            <p:nvPr/>
          </p:nvSpPr>
          <p:spPr>
            <a:xfrm>
              <a:off x="1319275" y="2483600"/>
              <a:ext cx="12550" cy="12400"/>
            </a:xfrm>
            <a:custGeom>
              <a:avLst/>
              <a:gdLst/>
              <a:ahLst/>
              <a:cxnLst/>
              <a:rect l="l" t="t" r="r" b="b"/>
              <a:pathLst>
                <a:path w="502" h="496" extrusionOk="0">
                  <a:moveTo>
                    <a:pt x="252" y="0"/>
                  </a:moveTo>
                  <a:cubicBezTo>
                    <a:pt x="114" y="0"/>
                    <a:pt x="1" y="109"/>
                    <a:pt x="1" y="251"/>
                  </a:cubicBezTo>
                  <a:cubicBezTo>
                    <a:pt x="1" y="387"/>
                    <a:pt x="114" y="496"/>
                    <a:pt x="252" y="496"/>
                  </a:cubicBezTo>
                  <a:cubicBezTo>
                    <a:pt x="388" y="496"/>
                    <a:pt x="501" y="387"/>
                    <a:pt x="501" y="251"/>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8"/>
            <p:cNvSpPr/>
            <p:nvPr/>
          </p:nvSpPr>
          <p:spPr>
            <a:xfrm>
              <a:off x="1411200" y="2483600"/>
              <a:ext cx="12425" cy="12400"/>
            </a:xfrm>
            <a:custGeom>
              <a:avLst/>
              <a:gdLst/>
              <a:ahLst/>
              <a:cxnLst/>
              <a:rect l="l" t="t" r="r" b="b"/>
              <a:pathLst>
                <a:path w="497" h="496" extrusionOk="0">
                  <a:moveTo>
                    <a:pt x="245" y="0"/>
                  </a:moveTo>
                  <a:cubicBezTo>
                    <a:pt x="109" y="0"/>
                    <a:pt x="1" y="109"/>
                    <a:pt x="1" y="251"/>
                  </a:cubicBezTo>
                  <a:cubicBezTo>
                    <a:pt x="1" y="387"/>
                    <a:pt x="109" y="496"/>
                    <a:pt x="245" y="496"/>
                  </a:cubicBezTo>
                  <a:cubicBezTo>
                    <a:pt x="388" y="496"/>
                    <a:pt x="496" y="387"/>
                    <a:pt x="496" y="251"/>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8"/>
            <p:cNvSpPr/>
            <p:nvPr/>
          </p:nvSpPr>
          <p:spPr>
            <a:xfrm>
              <a:off x="1503000" y="2483600"/>
              <a:ext cx="12525" cy="12400"/>
            </a:xfrm>
            <a:custGeom>
              <a:avLst/>
              <a:gdLst/>
              <a:ahLst/>
              <a:cxnLst/>
              <a:rect l="l" t="t" r="r" b="b"/>
              <a:pathLst>
                <a:path w="501" h="496" extrusionOk="0">
                  <a:moveTo>
                    <a:pt x="250" y="0"/>
                  </a:moveTo>
                  <a:cubicBezTo>
                    <a:pt x="114" y="0"/>
                    <a:pt x="0" y="109"/>
                    <a:pt x="0" y="251"/>
                  </a:cubicBezTo>
                  <a:cubicBezTo>
                    <a:pt x="0" y="387"/>
                    <a:pt x="114" y="496"/>
                    <a:pt x="250" y="496"/>
                  </a:cubicBezTo>
                  <a:cubicBezTo>
                    <a:pt x="387" y="496"/>
                    <a:pt x="501" y="387"/>
                    <a:pt x="501" y="251"/>
                  </a:cubicBezTo>
                  <a:cubicBezTo>
                    <a:pt x="501" y="109"/>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8"/>
            <p:cNvSpPr/>
            <p:nvPr/>
          </p:nvSpPr>
          <p:spPr>
            <a:xfrm>
              <a:off x="1594750" y="2483600"/>
              <a:ext cx="12575" cy="12400"/>
            </a:xfrm>
            <a:custGeom>
              <a:avLst/>
              <a:gdLst/>
              <a:ahLst/>
              <a:cxnLst/>
              <a:rect l="l" t="t" r="r" b="b"/>
              <a:pathLst>
                <a:path w="503" h="496" extrusionOk="0">
                  <a:moveTo>
                    <a:pt x="251" y="0"/>
                  </a:moveTo>
                  <a:cubicBezTo>
                    <a:pt x="115" y="0"/>
                    <a:pt x="0" y="109"/>
                    <a:pt x="0" y="251"/>
                  </a:cubicBezTo>
                  <a:cubicBezTo>
                    <a:pt x="0" y="387"/>
                    <a:pt x="115" y="496"/>
                    <a:pt x="251" y="496"/>
                  </a:cubicBezTo>
                  <a:cubicBezTo>
                    <a:pt x="394" y="496"/>
                    <a:pt x="503" y="387"/>
                    <a:pt x="503" y="251"/>
                  </a:cubicBezTo>
                  <a:cubicBezTo>
                    <a:pt x="503" y="109"/>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8"/>
            <p:cNvSpPr/>
            <p:nvPr/>
          </p:nvSpPr>
          <p:spPr>
            <a:xfrm>
              <a:off x="1686650" y="2483600"/>
              <a:ext cx="12600" cy="12400"/>
            </a:xfrm>
            <a:custGeom>
              <a:avLst/>
              <a:gdLst/>
              <a:ahLst/>
              <a:cxnLst/>
              <a:rect l="l" t="t" r="r" b="b"/>
              <a:pathLst>
                <a:path w="504" h="496" extrusionOk="0">
                  <a:moveTo>
                    <a:pt x="252" y="0"/>
                  </a:moveTo>
                  <a:cubicBezTo>
                    <a:pt x="116" y="0"/>
                    <a:pt x="1" y="109"/>
                    <a:pt x="1" y="251"/>
                  </a:cubicBezTo>
                  <a:cubicBezTo>
                    <a:pt x="1" y="387"/>
                    <a:pt x="116" y="496"/>
                    <a:pt x="252" y="496"/>
                  </a:cubicBezTo>
                  <a:cubicBezTo>
                    <a:pt x="388" y="496"/>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8"/>
            <p:cNvSpPr/>
            <p:nvPr/>
          </p:nvSpPr>
          <p:spPr>
            <a:xfrm>
              <a:off x="1778450" y="2483600"/>
              <a:ext cx="12550" cy="12400"/>
            </a:xfrm>
            <a:custGeom>
              <a:avLst/>
              <a:gdLst/>
              <a:ahLst/>
              <a:cxnLst/>
              <a:rect l="l" t="t" r="r" b="b"/>
              <a:pathLst>
                <a:path w="502" h="496" extrusionOk="0">
                  <a:moveTo>
                    <a:pt x="252" y="0"/>
                  </a:moveTo>
                  <a:cubicBezTo>
                    <a:pt x="114" y="0"/>
                    <a:pt x="1" y="109"/>
                    <a:pt x="1" y="251"/>
                  </a:cubicBezTo>
                  <a:cubicBezTo>
                    <a:pt x="1" y="387"/>
                    <a:pt x="114" y="496"/>
                    <a:pt x="252" y="496"/>
                  </a:cubicBezTo>
                  <a:cubicBezTo>
                    <a:pt x="388" y="496"/>
                    <a:pt x="501" y="387"/>
                    <a:pt x="501" y="251"/>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8"/>
            <p:cNvSpPr/>
            <p:nvPr/>
          </p:nvSpPr>
          <p:spPr>
            <a:xfrm>
              <a:off x="1870375" y="2483600"/>
              <a:ext cx="12400" cy="12400"/>
            </a:xfrm>
            <a:custGeom>
              <a:avLst/>
              <a:gdLst/>
              <a:ahLst/>
              <a:cxnLst/>
              <a:rect l="l" t="t" r="r" b="b"/>
              <a:pathLst>
                <a:path w="496" h="496" extrusionOk="0">
                  <a:moveTo>
                    <a:pt x="252" y="0"/>
                  </a:moveTo>
                  <a:cubicBezTo>
                    <a:pt x="109" y="0"/>
                    <a:pt x="0" y="109"/>
                    <a:pt x="0" y="251"/>
                  </a:cubicBezTo>
                  <a:cubicBezTo>
                    <a:pt x="0" y="387"/>
                    <a:pt x="109" y="496"/>
                    <a:pt x="252" y="496"/>
                  </a:cubicBezTo>
                  <a:cubicBezTo>
                    <a:pt x="387" y="496"/>
                    <a:pt x="496" y="387"/>
                    <a:pt x="496" y="251"/>
                  </a:cubicBezTo>
                  <a:cubicBezTo>
                    <a:pt x="496"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8"/>
            <p:cNvSpPr/>
            <p:nvPr/>
          </p:nvSpPr>
          <p:spPr>
            <a:xfrm>
              <a:off x="1962150" y="2483600"/>
              <a:ext cx="12550" cy="12400"/>
            </a:xfrm>
            <a:custGeom>
              <a:avLst/>
              <a:gdLst/>
              <a:ahLst/>
              <a:cxnLst/>
              <a:rect l="l" t="t" r="r" b="b"/>
              <a:pathLst>
                <a:path w="502" h="496" extrusionOk="0">
                  <a:moveTo>
                    <a:pt x="250" y="0"/>
                  </a:moveTo>
                  <a:cubicBezTo>
                    <a:pt x="114" y="0"/>
                    <a:pt x="1" y="109"/>
                    <a:pt x="1" y="251"/>
                  </a:cubicBezTo>
                  <a:cubicBezTo>
                    <a:pt x="1" y="387"/>
                    <a:pt x="114" y="496"/>
                    <a:pt x="250" y="496"/>
                  </a:cubicBezTo>
                  <a:cubicBezTo>
                    <a:pt x="388" y="496"/>
                    <a:pt x="502" y="387"/>
                    <a:pt x="502" y="251"/>
                  </a:cubicBezTo>
                  <a:cubicBezTo>
                    <a:pt x="502"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8"/>
            <p:cNvSpPr/>
            <p:nvPr/>
          </p:nvSpPr>
          <p:spPr>
            <a:xfrm>
              <a:off x="2054075" y="2483600"/>
              <a:ext cx="12425" cy="12400"/>
            </a:xfrm>
            <a:custGeom>
              <a:avLst/>
              <a:gdLst/>
              <a:ahLst/>
              <a:cxnLst/>
              <a:rect l="l" t="t" r="r" b="b"/>
              <a:pathLst>
                <a:path w="497" h="496" extrusionOk="0">
                  <a:moveTo>
                    <a:pt x="252" y="0"/>
                  </a:moveTo>
                  <a:cubicBezTo>
                    <a:pt x="109" y="0"/>
                    <a:pt x="1" y="109"/>
                    <a:pt x="1" y="251"/>
                  </a:cubicBezTo>
                  <a:cubicBezTo>
                    <a:pt x="1" y="387"/>
                    <a:pt x="109" y="496"/>
                    <a:pt x="252" y="496"/>
                  </a:cubicBezTo>
                  <a:cubicBezTo>
                    <a:pt x="388" y="496"/>
                    <a:pt x="496" y="387"/>
                    <a:pt x="496" y="251"/>
                  </a:cubicBezTo>
                  <a:cubicBezTo>
                    <a:pt x="496"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8"/>
            <p:cNvSpPr/>
            <p:nvPr/>
          </p:nvSpPr>
          <p:spPr>
            <a:xfrm>
              <a:off x="2145825" y="2483600"/>
              <a:ext cx="12600" cy="12400"/>
            </a:xfrm>
            <a:custGeom>
              <a:avLst/>
              <a:gdLst/>
              <a:ahLst/>
              <a:cxnLst/>
              <a:rect l="l" t="t" r="r" b="b"/>
              <a:pathLst>
                <a:path w="504" h="496" extrusionOk="0">
                  <a:moveTo>
                    <a:pt x="252" y="0"/>
                  </a:moveTo>
                  <a:cubicBezTo>
                    <a:pt x="116" y="0"/>
                    <a:pt x="1" y="109"/>
                    <a:pt x="1" y="251"/>
                  </a:cubicBezTo>
                  <a:cubicBezTo>
                    <a:pt x="1" y="387"/>
                    <a:pt x="116" y="496"/>
                    <a:pt x="252" y="496"/>
                  </a:cubicBezTo>
                  <a:cubicBezTo>
                    <a:pt x="388" y="496"/>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8"/>
            <p:cNvSpPr/>
            <p:nvPr/>
          </p:nvSpPr>
          <p:spPr>
            <a:xfrm>
              <a:off x="2237800" y="2483600"/>
              <a:ext cx="12350" cy="12400"/>
            </a:xfrm>
            <a:custGeom>
              <a:avLst/>
              <a:gdLst/>
              <a:ahLst/>
              <a:cxnLst/>
              <a:rect l="l" t="t" r="r" b="b"/>
              <a:pathLst>
                <a:path w="494" h="496" extrusionOk="0">
                  <a:moveTo>
                    <a:pt x="244" y="0"/>
                  </a:moveTo>
                  <a:cubicBezTo>
                    <a:pt x="107" y="0"/>
                    <a:pt x="0" y="109"/>
                    <a:pt x="0" y="251"/>
                  </a:cubicBezTo>
                  <a:cubicBezTo>
                    <a:pt x="0" y="387"/>
                    <a:pt x="107" y="496"/>
                    <a:pt x="244" y="496"/>
                  </a:cubicBezTo>
                  <a:cubicBezTo>
                    <a:pt x="387" y="496"/>
                    <a:pt x="494" y="387"/>
                    <a:pt x="494" y="251"/>
                  </a:cubicBezTo>
                  <a:cubicBezTo>
                    <a:pt x="494" y="109"/>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8"/>
            <p:cNvSpPr/>
            <p:nvPr/>
          </p:nvSpPr>
          <p:spPr>
            <a:xfrm>
              <a:off x="2329550" y="2483600"/>
              <a:ext cx="12575" cy="12400"/>
            </a:xfrm>
            <a:custGeom>
              <a:avLst/>
              <a:gdLst/>
              <a:ahLst/>
              <a:cxnLst/>
              <a:rect l="l" t="t" r="r" b="b"/>
              <a:pathLst>
                <a:path w="503" h="496" extrusionOk="0">
                  <a:moveTo>
                    <a:pt x="251" y="0"/>
                  </a:moveTo>
                  <a:cubicBezTo>
                    <a:pt x="115" y="0"/>
                    <a:pt x="0" y="109"/>
                    <a:pt x="0" y="251"/>
                  </a:cubicBezTo>
                  <a:cubicBezTo>
                    <a:pt x="0" y="387"/>
                    <a:pt x="115" y="496"/>
                    <a:pt x="251" y="496"/>
                  </a:cubicBezTo>
                  <a:cubicBezTo>
                    <a:pt x="387" y="496"/>
                    <a:pt x="502" y="387"/>
                    <a:pt x="502" y="251"/>
                  </a:cubicBezTo>
                  <a:cubicBezTo>
                    <a:pt x="502"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8"/>
            <p:cNvSpPr/>
            <p:nvPr/>
          </p:nvSpPr>
          <p:spPr>
            <a:xfrm>
              <a:off x="2421325" y="2483600"/>
              <a:ext cx="12550" cy="12400"/>
            </a:xfrm>
            <a:custGeom>
              <a:avLst/>
              <a:gdLst/>
              <a:ahLst/>
              <a:cxnLst/>
              <a:rect l="l" t="t" r="r" b="b"/>
              <a:pathLst>
                <a:path w="502" h="496" extrusionOk="0">
                  <a:moveTo>
                    <a:pt x="250" y="0"/>
                  </a:moveTo>
                  <a:cubicBezTo>
                    <a:pt x="114" y="0"/>
                    <a:pt x="1" y="109"/>
                    <a:pt x="1" y="251"/>
                  </a:cubicBezTo>
                  <a:cubicBezTo>
                    <a:pt x="1" y="387"/>
                    <a:pt x="114" y="496"/>
                    <a:pt x="250" y="496"/>
                  </a:cubicBezTo>
                  <a:cubicBezTo>
                    <a:pt x="395" y="496"/>
                    <a:pt x="501" y="387"/>
                    <a:pt x="501" y="251"/>
                  </a:cubicBezTo>
                  <a:cubicBezTo>
                    <a:pt x="501" y="109"/>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8"/>
            <p:cNvSpPr/>
            <p:nvPr/>
          </p:nvSpPr>
          <p:spPr>
            <a:xfrm>
              <a:off x="2513250" y="2483600"/>
              <a:ext cx="12575" cy="12400"/>
            </a:xfrm>
            <a:custGeom>
              <a:avLst/>
              <a:gdLst/>
              <a:ahLst/>
              <a:cxnLst/>
              <a:rect l="l" t="t" r="r" b="b"/>
              <a:pathLst>
                <a:path w="503" h="496" extrusionOk="0">
                  <a:moveTo>
                    <a:pt x="252" y="0"/>
                  </a:moveTo>
                  <a:cubicBezTo>
                    <a:pt x="109" y="0"/>
                    <a:pt x="0" y="109"/>
                    <a:pt x="0" y="251"/>
                  </a:cubicBezTo>
                  <a:cubicBezTo>
                    <a:pt x="0" y="387"/>
                    <a:pt x="109" y="496"/>
                    <a:pt x="252" y="496"/>
                  </a:cubicBezTo>
                  <a:cubicBezTo>
                    <a:pt x="388" y="496"/>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8"/>
            <p:cNvSpPr/>
            <p:nvPr/>
          </p:nvSpPr>
          <p:spPr>
            <a:xfrm>
              <a:off x="2605000" y="2483600"/>
              <a:ext cx="12575" cy="12400"/>
            </a:xfrm>
            <a:custGeom>
              <a:avLst/>
              <a:gdLst/>
              <a:ahLst/>
              <a:cxnLst/>
              <a:rect l="l" t="t" r="r" b="b"/>
              <a:pathLst>
                <a:path w="503" h="496" extrusionOk="0">
                  <a:moveTo>
                    <a:pt x="252" y="0"/>
                  </a:moveTo>
                  <a:cubicBezTo>
                    <a:pt x="116" y="0"/>
                    <a:pt x="0" y="109"/>
                    <a:pt x="0" y="251"/>
                  </a:cubicBezTo>
                  <a:cubicBezTo>
                    <a:pt x="0" y="387"/>
                    <a:pt x="116" y="496"/>
                    <a:pt x="252" y="496"/>
                  </a:cubicBezTo>
                  <a:cubicBezTo>
                    <a:pt x="387" y="496"/>
                    <a:pt x="503" y="387"/>
                    <a:pt x="503" y="251"/>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8"/>
            <p:cNvSpPr/>
            <p:nvPr/>
          </p:nvSpPr>
          <p:spPr>
            <a:xfrm>
              <a:off x="2696950" y="2483600"/>
              <a:ext cx="12375" cy="12400"/>
            </a:xfrm>
            <a:custGeom>
              <a:avLst/>
              <a:gdLst/>
              <a:ahLst/>
              <a:cxnLst/>
              <a:rect l="l" t="t" r="r" b="b"/>
              <a:pathLst>
                <a:path w="495" h="496" extrusionOk="0">
                  <a:moveTo>
                    <a:pt x="252" y="0"/>
                  </a:moveTo>
                  <a:cubicBezTo>
                    <a:pt x="108" y="0"/>
                    <a:pt x="1" y="109"/>
                    <a:pt x="1" y="251"/>
                  </a:cubicBezTo>
                  <a:cubicBezTo>
                    <a:pt x="1" y="387"/>
                    <a:pt x="108" y="496"/>
                    <a:pt x="252" y="496"/>
                  </a:cubicBezTo>
                  <a:cubicBezTo>
                    <a:pt x="388" y="496"/>
                    <a:pt x="495" y="387"/>
                    <a:pt x="495" y="251"/>
                  </a:cubicBezTo>
                  <a:cubicBezTo>
                    <a:pt x="495"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8"/>
            <p:cNvSpPr/>
            <p:nvPr/>
          </p:nvSpPr>
          <p:spPr>
            <a:xfrm>
              <a:off x="2788700" y="2483600"/>
              <a:ext cx="12600" cy="12400"/>
            </a:xfrm>
            <a:custGeom>
              <a:avLst/>
              <a:gdLst/>
              <a:ahLst/>
              <a:cxnLst/>
              <a:rect l="l" t="t" r="r" b="b"/>
              <a:pathLst>
                <a:path w="504" h="496" extrusionOk="0">
                  <a:moveTo>
                    <a:pt x="252" y="0"/>
                  </a:moveTo>
                  <a:cubicBezTo>
                    <a:pt x="116" y="0"/>
                    <a:pt x="1" y="109"/>
                    <a:pt x="1" y="251"/>
                  </a:cubicBezTo>
                  <a:cubicBezTo>
                    <a:pt x="1" y="387"/>
                    <a:pt x="116" y="496"/>
                    <a:pt x="252" y="496"/>
                  </a:cubicBezTo>
                  <a:cubicBezTo>
                    <a:pt x="388" y="496"/>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8"/>
            <p:cNvSpPr/>
            <p:nvPr/>
          </p:nvSpPr>
          <p:spPr>
            <a:xfrm>
              <a:off x="2880675" y="2483600"/>
              <a:ext cx="12375" cy="12400"/>
            </a:xfrm>
            <a:custGeom>
              <a:avLst/>
              <a:gdLst/>
              <a:ahLst/>
              <a:cxnLst/>
              <a:rect l="l" t="t" r="r" b="b"/>
              <a:pathLst>
                <a:path w="495" h="496" extrusionOk="0">
                  <a:moveTo>
                    <a:pt x="243" y="0"/>
                  </a:moveTo>
                  <a:cubicBezTo>
                    <a:pt x="107" y="0"/>
                    <a:pt x="0" y="109"/>
                    <a:pt x="0" y="251"/>
                  </a:cubicBezTo>
                  <a:cubicBezTo>
                    <a:pt x="0" y="387"/>
                    <a:pt x="107" y="496"/>
                    <a:pt x="243" y="496"/>
                  </a:cubicBezTo>
                  <a:cubicBezTo>
                    <a:pt x="387" y="496"/>
                    <a:pt x="494" y="387"/>
                    <a:pt x="494" y="251"/>
                  </a:cubicBezTo>
                  <a:cubicBezTo>
                    <a:pt x="494" y="109"/>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8"/>
            <p:cNvSpPr/>
            <p:nvPr/>
          </p:nvSpPr>
          <p:spPr>
            <a:xfrm>
              <a:off x="2972425" y="2483600"/>
              <a:ext cx="12575" cy="12400"/>
            </a:xfrm>
            <a:custGeom>
              <a:avLst/>
              <a:gdLst/>
              <a:ahLst/>
              <a:cxnLst/>
              <a:rect l="l" t="t" r="r" b="b"/>
              <a:pathLst>
                <a:path w="503" h="496" extrusionOk="0">
                  <a:moveTo>
                    <a:pt x="251" y="0"/>
                  </a:moveTo>
                  <a:cubicBezTo>
                    <a:pt x="115" y="0"/>
                    <a:pt x="0" y="109"/>
                    <a:pt x="0" y="251"/>
                  </a:cubicBezTo>
                  <a:cubicBezTo>
                    <a:pt x="0" y="387"/>
                    <a:pt x="115" y="496"/>
                    <a:pt x="251" y="496"/>
                  </a:cubicBezTo>
                  <a:cubicBezTo>
                    <a:pt x="387" y="496"/>
                    <a:pt x="503" y="387"/>
                    <a:pt x="503" y="251"/>
                  </a:cubicBezTo>
                  <a:cubicBezTo>
                    <a:pt x="503"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8"/>
            <p:cNvSpPr/>
            <p:nvPr/>
          </p:nvSpPr>
          <p:spPr>
            <a:xfrm>
              <a:off x="3064375" y="2483600"/>
              <a:ext cx="12375" cy="12400"/>
            </a:xfrm>
            <a:custGeom>
              <a:avLst/>
              <a:gdLst/>
              <a:ahLst/>
              <a:cxnLst/>
              <a:rect l="l" t="t" r="r" b="b"/>
              <a:pathLst>
                <a:path w="495" h="496" extrusionOk="0">
                  <a:moveTo>
                    <a:pt x="243" y="0"/>
                  </a:moveTo>
                  <a:cubicBezTo>
                    <a:pt x="107" y="0"/>
                    <a:pt x="1" y="109"/>
                    <a:pt x="1" y="251"/>
                  </a:cubicBezTo>
                  <a:cubicBezTo>
                    <a:pt x="1" y="387"/>
                    <a:pt x="107" y="496"/>
                    <a:pt x="243" y="496"/>
                  </a:cubicBezTo>
                  <a:cubicBezTo>
                    <a:pt x="388" y="496"/>
                    <a:pt x="495" y="387"/>
                    <a:pt x="495" y="251"/>
                  </a:cubicBezTo>
                  <a:cubicBezTo>
                    <a:pt x="495" y="109"/>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8"/>
            <p:cNvSpPr/>
            <p:nvPr/>
          </p:nvSpPr>
          <p:spPr>
            <a:xfrm>
              <a:off x="3156125" y="2483600"/>
              <a:ext cx="12600" cy="12400"/>
            </a:xfrm>
            <a:custGeom>
              <a:avLst/>
              <a:gdLst/>
              <a:ahLst/>
              <a:cxnLst/>
              <a:rect l="l" t="t" r="r" b="b"/>
              <a:pathLst>
                <a:path w="504" h="496" extrusionOk="0">
                  <a:moveTo>
                    <a:pt x="252" y="0"/>
                  </a:moveTo>
                  <a:cubicBezTo>
                    <a:pt x="116" y="0"/>
                    <a:pt x="1" y="109"/>
                    <a:pt x="1" y="251"/>
                  </a:cubicBezTo>
                  <a:cubicBezTo>
                    <a:pt x="1" y="387"/>
                    <a:pt x="116" y="496"/>
                    <a:pt x="252" y="496"/>
                  </a:cubicBezTo>
                  <a:cubicBezTo>
                    <a:pt x="388" y="496"/>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8"/>
            <p:cNvSpPr/>
            <p:nvPr/>
          </p:nvSpPr>
          <p:spPr>
            <a:xfrm>
              <a:off x="3247875" y="2483600"/>
              <a:ext cx="12575" cy="12400"/>
            </a:xfrm>
            <a:custGeom>
              <a:avLst/>
              <a:gdLst/>
              <a:ahLst/>
              <a:cxnLst/>
              <a:rect l="l" t="t" r="r" b="b"/>
              <a:pathLst>
                <a:path w="503" h="496" extrusionOk="0">
                  <a:moveTo>
                    <a:pt x="252" y="0"/>
                  </a:moveTo>
                  <a:cubicBezTo>
                    <a:pt x="116" y="0"/>
                    <a:pt x="1" y="109"/>
                    <a:pt x="1" y="251"/>
                  </a:cubicBezTo>
                  <a:cubicBezTo>
                    <a:pt x="1" y="387"/>
                    <a:pt x="116" y="496"/>
                    <a:pt x="252" y="496"/>
                  </a:cubicBezTo>
                  <a:cubicBezTo>
                    <a:pt x="388" y="496"/>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8"/>
            <p:cNvSpPr/>
            <p:nvPr/>
          </p:nvSpPr>
          <p:spPr>
            <a:xfrm>
              <a:off x="3339850" y="2483600"/>
              <a:ext cx="12525" cy="12400"/>
            </a:xfrm>
            <a:custGeom>
              <a:avLst/>
              <a:gdLst/>
              <a:ahLst/>
              <a:cxnLst/>
              <a:rect l="l" t="t" r="r" b="b"/>
              <a:pathLst>
                <a:path w="501" h="496" extrusionOk="0">
                  <a:moveTo>
                    <a:pt x="251" y="0"/>
                  </a:moveTo>
                  <a:cubicBezTo>
                    <a:pt x="107" y="0"/>
                    <a:pt x="0" y="109"/>
                    <a:pt x="0" y="251"/>
                  </a:cubicBezTo>
                  <a:cubicBezTo>
                    <a:pt x="0" y="387"/>
                    <a:pt x="107" y="496"/>
                    <a:pt x="251" y="496"/>
                  </a:cubicBezTo>
                  <a:cubicBezTo>
                    <a:pt x="387" y="496"/>
                    <a:pt x="501" y="387"/>
                    <a:pt x="501" y="251"/>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8"/>
            <p:cNvSpPr/>
            <p:nvPr/>
          </p:nvSpPr>
          <p:spPr>
            <a:xfrm>
              <a:off x="3431575" y="2483600"/>
              <a:ext cx="12600" cy="12400"/>
            </a:xfrm>
            <a:custGeom>
              <a:avLst/>
              <a:gdLst/>
              <a:ahLst/>
              <a:cxnLst/>
              <a:rect l="l" t="t" r="r" b="b"/>
              <a:pathLst>
                <a:path w="504" h="496" extrusionOk="0">
                  <a:moveTo>
                    <a:pt x="252" y="0"/>
                  </a:moveTo>
                  <a:cubicBezTo>
                    <a:pt x="116" y="0"/>
                    <a:pt x="1" y="109"/>
                    <a:pt x="1" y="251"/>
                  </a:cubicBezTo>
                  <a:cubicBezTo>
                    <a:pt x="1" y="387"/>
                    <a:pt x="116" y="496"/>
                    <a:pt x="252" y="496"/>
                  </a:cubicBezTo>
                  <a:cubicBezTo>
                    <a:pt x="388" y="496"/>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8"/>
            <p:cNvSpPr/>
            <p:nvPr/>
          </p:nvSpPr>
          <p:spPr>
            <a:xfrm>
              <a:off x="3523550" y="2483600"/>
              <a:ext cx="12375" cy="12400"/>
            </a:xfrm>
            <a:custGeom>
              <a:avLst/>
              <a:gdLst/>
              <a:ahLst/>
              <a:cxnLst/>
              <a:rect l="l" t="t" r="r" b="b"/>
              <a:pathLst>
                <a:path w="495" h="496" extrusionOk="0">
                  <a:moveTo>
                    <a:pt x="250" y="0"/>
                  </a:moveTo>
                  <a:cubicBezTo>
                    <a:pt x="107" y="0"/>
                    <a:pt x="0" y="109"/>
                    <a:pt x="0" y="251"/>
                  </a:cubicBezTo>
                  <a:cubicBezTo>
                    <a:pt x="0" y="387"/>
                    <a:pt x="107" y="496"/>
                    <a:pt x="250" y="496"/>
                  </a:cubicBezTo>
                  <a:cubicBezTo>
                    <a:pt x="388" y="496"/>
                    <a:pt x="494" y="387"/>
                    <a:pt x="494" y="251"/>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8"/>
            <p:cNvSpPr/>
            <p:nvPr/>
          </p:nvSpPr>
          <p:spPr>
            <a:xfrm>
              <a:off x="676400" y="2575375"/>
              <a:ext cx="12600" cy="12550"/>
            </a:xfrm>
            <a:custGeom>
              <a:avLst/>
              <a:gdLst/>
              <a:ahLst/>
              <a:cxnLst/>
              <a:rect l="l" t="t" r="r" b="b"/>
              <a:pathLst>
                <a:path w="504" h="502" extrusionOk="0">
                  <a:moveTo>
                    <a:pt x="252" y="1"/>
                  </a:moveTo>
                  <a:cubicBezTo>
                    <a:pt x="116" y="1"/>
                    <a:pt x="1" y="114"/>
                    <a:pt x="1" y="250"/>
                  </a:cubicBezTo>
                  <a:cubicBezTo>
                    <a:pt x="1" y="388"/>
                    <a:pt x="116" y="502"/>
                    <a:pt x="252" y="502"/>
                  </a:cubicBezTo>
                  <a:cubicBezTo>
                    <a:pt x="388" y="502"/>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8"/>
            <p:cNvSpPr/>
            <p:nvPr/>
          </p:nvSpPr>
          <p:spPr>
            <a:xfrm>
              <a:off x="768325" y="2575375"/>
              <a:ext cx="12400" cy="12550"/>
            </a:xfrm>
            <a:custGeom>
              <a:avLst/>
              <a:gdLst/>
              <a:ahLst/>
              <a:cxnLst/>
              <a:rect l="l" t="t" r="r" b="b"/>
              <a:pathLst>
                <a:path w="496" h="502" extrusionOk="0">
                  <a:moveTo>
                    <a:pt x="245" y="1"/>
                  </a:moveTo>
                  <a:cubicBezTo>
                    <a:pt x="109" y="1"/>
                    <a:pt x="0" y="114"/>
                    <a:pt x="0" y="250"/>
                  </a:cubicBezTo>
                  <a:cubicBezTo>
                    <a:pt x="0" y="388"/>
                    <a:pt x="109" y="502"/>
                    <a:pt x="245" y="502"/>
                  </a:cubicBezTo>
                  <a:cubicBezTo>
                    <a:pt x="388" y="502"/>
                    <a:pt x="496" y="388"/>
                    <a:pt x="496" y="250"/>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8"/>
            <p:cNvSpPr/>
            <p:nvPr/>
          </p:nvSpPr>
          <p:spPr>
            <a:xfrm>
              <a:off x="860125" y="2575375"/>
              <a:ext cx="12525" cy="12550"/>
            </a:xfrm>
            <a:custGeom>
              <a:avLst/>
              <a:gdLst/>
              <a:ahLst/>
              <a:cxnLst/>
              <a:rect l="l" t="t" r="r" b="b"/>
              <a:pathLst>
                <a:path w="501" h="502" extrusionOk="0">
                  <a:moveTo>
                    <a:pt x="251" y="1"/>
                  </a:moveTo>
                  <a:cubicBezTo>
                    <a:pt x="114" y="1"/>
                    <a:pt x="0" y="114"/>
                    <a:pt x="0" y="250"/>
                  </a:cubicBezTo>
                  <a:cubicBezTo>
                    <a:pt x="0" y="388"/>
                    <a:pt x="114" y="502"/>
                    <a:pt x="251" y="502"/>
                  </a:cubicBezTo>
                  <a:cubicBezTo>
                    <a:pt x="387" y="502"/>
                    <a:pt x="501" y="388"/>
                    <a:pt x="501" y="250"/>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8"/>
            <p:cNvSpPr/>
            <p:nvPr/>
          </p:nvSpPr>
          <p:spPr>
            <a:xfrm>
              <a:off x="951850" y="2575375"/>
              <a:ext cx="12600" cy="12550"/>
            </a:xfrm>
            <a:custGeom>
              <a:avLst/>
              <a:gdLst/>
              <a:ahLst/>
              <a:cxnLst/>
              <a:rect l="l" t="t" r="r" b="b"/>
              <a:pathLst>
                <a:path w="504" h="502" extrusionOk="0">
                  <a:moveTo>
                    <a:pt x="252" y="1"/>
                  </a:moveTo>
                  <a:cubicBezTo>
                    <a:pt x="116" y="1"/>
                    <a:pt x="1" y="114"/>
                    <a:pt x="1" y="250"/>
                  </a:cubicBezTo>
                  <a:cubicBezTo>
                    <a:pt x="1" y="388"/>
                    <a:pt x="116" y="502"/>
                    <a:pt x="252" y="502"/>
                  </a:cubicBezTo>
                  <a:cubicBezTo>
                    <a:pt x="388" y="502"/>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8"/>
            <p:cNvSpPr/>
            <p:nvPr/>
          </p:nvSpPr>
          <p:spPr>
            <a:xfrm>
              <a:off x="1043825" y="2575375"/>
              <a:ext cx="12375" cy="12550"/>
            </a:xfrm>
            <a:custGeom>
              <a:avLst/>
              <a:gdLst/>
              <a:ahLst/>
              <a:cxnLst/>
              <a:rect l="l" t="t" r="r" b="b"/>
              <a:pathLst>
                <a:path w="495" h="502" extrusionOk="0">
                  <a:moveTo>
                    <a:pt x="250" y="1"/>
                  </a:moveTo>
                  <a:cubicBezTo>
                    <a:pt x="107" y="1"/>
                    <a:pt x="0" y="114"/>
                    <a:pt x="0" y="250"/>
                  </a:cubicBezTo>
                  <a:cubicBezTo>
                    <a:pt x="0" y="388"/>
                    <a:pt x="107" y="502"/>
                    <a:pt x="250" y="502"/>
                  </a:cubicBezTo>
                  <a:cubicBezTo>
                    <a:pt x="388" y="502"/>
                    <a:pt x="494" y="388"/>
                    <a:pt x="494" y="250"/>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8"/>
            <p:cNvSpPr/>
            <p:nvPr/>
          </p:nvSpPr>
          <p:spPr>
            <a:xfrm>
              <a:off x="1135575" y="2575375"/>
              <a:ext cx="12575" cy="12550"/>
            </a:xfrm>
            <a:custGeom>
              <a:avLst/>
              <a:gdLst/>
              <a:ahLst/>
              <a:cxnLst/>
              <a:rect l="l" t="t" r="r" b="b"/>
              <a:pathLst>
                <a:path w="503" h="502" extrusionOk="0">
                  <a:moveTo>
                    <a:pt x="252" y="1"/>
                  </a:moveTo>
                  <a:cubicBezTo>
                    <a:pt x="116" y="1"/>
                    <a:pt x="0" y="114"/>
                    <a:pt x="0" y="250"/>
                  </a:cubicBezTo>
                  <a:cubicBezTo>
                    <a:pt x="0" y="388"/>
                    <a:pt x="116" y="502"/>
                    <a:pt x="252" y="502"/>
                  </a:cubicBezTo>
                  <a:cubicBezTo>
                    <a:pt x="387" y="502"/>
                    <a:pt x="503" y="388"/>
                    <a:pt x="503" y="250"/>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8"/>
            <p:cNvSpPr/>
            <p:nvPr/>
          </p:nvSpPr>
          <p:spPr>
            <a:xfrm>
              <a:off x="1227500" y="2575375"/>
              <a:ext cx="12400" cy="12550"/>
            </a:xfrm>
            <a:custGeom>
              <a:avLst/>
              <a:gdLst/>
              <a:ahLst/>
              <a:cxnLst/>
              <a:rect l="l" t="t" r="r" b="b"/>
              <a:pathLst>
                <a:path w="496" h="502" extrusionOk="0">
                  <a:moveTo>
                    <a:pt x="251" y="1"/>
                  </a:moveTo>
                  <a:cubicBezTo>
                    <a:pt x="109" y="1"/>
                    <a:pt x="0" y="114"/>
                    <a:pt x="0" y="250"/>
                  </a:cubicBezTo>
                  <a:cubicBezTo>
                    <a:pt x="0" y="388"/>
                    <a:pt x="109" y="502"/>
                    <a:pt x="251" y="502"/>
                  </a:cubicBezTo>
                  <a:cubicBezTo>
                    <a:pt x="387" y="502"/>
                    <a:pt x="496" y="388"/>
                    <a:pt x="496" y="250"/>
                  </a:cubicBezTo>
                  <a:cubicBezTo>
                    <a:pt x="496"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8"/>
            <p:cNvSpPr/>
            <p:nvPr/>
          </p:nvSpPr>
          <p:spPr>
            <a:xfrm>
              <a:off x="1319275" y="2575375"/>
              <a:ext cx="12550" cy="12550"/>
            </a:xfrm>
            <a:custGeom>
              <a:avLst/>
              <a:gdLst/>
              <a:ahLst/>
              <a:cxnLst/>
              <a:rect l="l" t="t" r="r" b="b"/>
              <a:pathLst>
                <a:path w="502" h="502" extrusionOk="0">
                  <a:moveTo>
                    <a:pt x="252" y="1"/>
                  </a:moveTo>
                  <a:cubicBezTo>
                    <a:pt x="114" y="1"/>
                    <a:pt x="1" y="114"/>
                    <a:pt x="1" y="250"/>
                  </a:cubicBezTo>
                  <a:cubicBezTo>
                    <a:pt x="1" y="388"/>
                    <a:pt x="114" y="502"/>
                    <a:pt x="252" y="502"/>
                  </a:cubicBezTo>
                  <a:cubicBezTo>
                    <a:pt x="388" y="502"/>
                    <a:pt x="501" y="388"/>
                    <a:pt x="501" y="250"/>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8"/>
            <p:cNvSpPr/>
            <p:nvPr/>
          </p:nvSpPr>
          <p:spPr>
            <a:xfrm>
              <a:off x="1411200" y="2575375"/>
              <a:ext cx="12425" cy="12550"/>
            </a:xfrm>
            <a:custGeom>
              <a:avLst/>
              <a:gdLst/>
              <a:ahLst/>
              <a:cxnLst/>
              <a:rect l="l" t="t" r="r" b="b"/>
              <a:pathLst>
                <a:path w="497" h="502" extrusionOk="0">
                  <a:moveTo>
                    <a:pt x="245" y="1"/>
                  </a:moveTo>
                  <a:cubicBezTo>
                    <a:pt x="109" y="1"/>
                    <a:pt x="1" y="114"/>
                    <a:pt x="1" y="250"/>
                  </a:cubicBezTo>
                  <a:cubicBezTo>
                    <a:pt x="1" y="388"/>
                    <a:pt x="109" y="502"/>
                    <a:pt x="245" y="502"/>
                  </a:cubicBezTo>
                  <a:cubicBezTo>
                    <a:pt x="388" y="502"/>
                    <a:pt x="496" y="388"/>
                    <a:pt x="496" y="250"/>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8"/>
            <p:cNvSpPr/>
            <p:nvPr/>
          </p:nvSpPr>
          <p:spPr>
            <a:xfrm>
              <a:off x="1503000" y="2575375"/>
              <a:ext cx="12525" cy="12550"/>
            </a:xfrm>
            <a:custGeom>
              <a:avLst/>
              <a:gdLst/>
              <a:ahLst/>
              <a:cxnLst/>
              <a:rect l="l" t="t" r="r" b="b"/>
              <a:pathLst>
                <a:path w="501" h="502" extrusionOk="0">
                  <a:moveTo>
                    <a:pt x="250" y="1"/>
                  </a:moveTo>
                  <a:cubicBezTo>
                    <a:pt x="114" y="1"/>
                    <a:pt x="0" y="114"/>
                    <a:pt x="0" y="250"/>
                  </a:cubicBezTo>
                  <a:cubicBezTo>
                    <a:pt x="0" y="388"/>
                    <a:pt x="114" y="502"/>
                    <a:pt x="250" y="502"/>
                  </a:cubicBezTo>
                  <a:cubicBezTo>
                    <a:pt x="387" y="502"/>
                    <a:pt x="501" y="388"/>
                    <a:pt x="501" y="250"/>
                  </a:cubicBezTo>
                  <a:cubicBezTo>
                    <a:pt x="501" y="114"/>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8"/>
            <p:cNvSpPr/>
            <p:nvPr/>
          </p:nvSpPr>
          <p:spPr>
            <a:xfrm>
              <a:off x="1594750" y="2575375"/>
              <a:ext cx="12575" cy="12550"/>
            </a:xfrm>
            <a:custGeom>
              <a:avLst/>
              <a:gdLst/>
              <a:ahLst/>
              <a:cxnLst/>
              <a:rect l="l" t="t" r="r" b="b"/>
              <a:pathLst>
                <a:path w="503" h="502" extrusionOk="0">
                  <a:moveTo>
                    <a:pt x="251" y="1"/>
                  </a:moveTo>
                  <a:cubicBezTo>
                    <a:pt x="115" y="1"/>
                    <a:pt x="0" y="114"/>
                    <a:pt x="0" y="250"/>
                  </a:cubicBezTo>
                  <a:cubicBezTo>
                    <a:pt x="0" y="388"/>
                    <a:pt x="115" y="502"/>
                    <a:pt x="251" y="502"/>
                  </a:cubicBezTo>
                  <a:cubicBezTo>
                    <a:pt x="394" y="502"/>
                    <a:pt x="503" y="388"/>
                    <a:pt x="503" y="250"/>
                  </a:cubicBezTo>
                  <a:cubicBezTo>
                    <a:pt x="503" y="114"/>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8"/>
            <p:cNvSpPr/>
            <p:nvPr/>
          </p:nvSpPr>
          <p:spPr>
            <a:xfrm>
              <a:off x="1686650" y="2575375"/>
              <a:ext cx="12600" cy="12550"/>
            </a:xfrm>
            <a:custGeom>
              <a:avLst/>
              <a:gdLst/>
              <a:ahLst/>
              <a:cxnLst/>
              <a:rect l="l" t="t" r="r" b="b"/>
              <a:pathLst>
                <a:path w="504" h="502" extrusionOk="0">
                  <a:moveTo>
                    <a:pt x="252" y="1"/>
                  </a:moveTo>
                  <a:cubicBezTo>
                    <a:pt x="116" y="1"/>
                    <a:pt x="1" y="114"/>
                    <a:pt x="1" y="250"/>
                  </a:cubicBezTo>
                  <a:cubicBezTo>
                    <a:pt x="1" y="388"/>
                    <a:pt x="116" y="502"/>
                    <a:pt x="252" y="502"/>
                  </a:cubicBezTo>
                  <a:cubicBezTo>
                    <a:pt x="388" y="502"/>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8"/>
            <p:cNvSpPr/>
            <p:nvPr/>
          </p:nvSpPr>
          <p:spPr>
            <a:xfrm>
              <a:off x="1778450" y="2575375"/>
              <a:ext cx="12550" cy="12550"/>
            </a:xfrm>
            <a:custGeom>
              <a:avLst/>
              <a:gdLst/>
              <a:ahLst/>
              <a:cxnLst/>
              <a:rect l="l" t="t" r="r" b="b"/>
              <a:pathLst>
                <a:path w="502" h="502" extrusionOk="0">
                  <a:moveTo>
                    <a:pt x="252" y="1"/>
                  </a:moveTo>
                  <a:cubicBezTo>
                    <a:pt x="114" y="1"/>
                    <a:pt x="1" y="114"/>
                    <a:pt x="1" y="250"/>
                  </a:cubicBezTo>
                  <a:cubicBezTo>
                    <a:pt x="1" y="388"/>
                    <a:pt x="114" y="502"/>
                    <a:pt x="252" y="502"/>
                  </a:cubicBezTo>
                  <a:cubicBezTo>
                    <a:pt x="388" y="502"/>
                    <a:pt x="501" y="388"/>
                    <a:pt x="501" y="250"/>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8"/>
            <p:cNvSpPr/>
            <p:nvPr/>
          </p:nvSpPr>
          <p:spPr>
            <a:xfrm>
              <a:off x="1870375" y="2575375"/>
              <a:ext cx="12400" cy="12550"/>
            </a:xfrm>
            <a:custGeom>
              <a:avLst/>
              <a:gdLst/>
              <a:ahLst/>
              <a:cxnLst/>
              <a:rect l="l" t="t" r="r" b="b"/>
              <a:pathLst>
                <a:path w="496" h="502" extrusionOk="0">
                  <a:moveTo>
                    <a:pt x="252" y="1"/>
                  </a:moveTo>
                  <a:cubicBezTo>
                    <a:pt x="109" y="1"/>
                    <a:pt x="0" y="114"/>
                    <a:pt x="0" y="250"/>
                  </a:cubicBezTo>
                  <a:cubicBezTo>
                    <a:pt x="0" y="388"/>
                    <a:pt x="109" y="502"/>
                    <a:pt x="252" y="502"/>
                  </a:cubicBezTo>
                  <a:cubicBezTo>
                    <a:pt x="387" y="502"/>
                    <a:pt x="496" y="388"/>
                    <a:pt x="496" y="250"/>
                  </a:cubicBezTo>
                  <a:cubicBezTo>
                    <a:pt x="496"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8"/>
            <p:cNvSpPr/>
            <p:nvPr/>
          </p:nvSpPr>
          <p:spPr>
            <a:xfrm>
              <a:off x="1962150" y="2575375"/>
              <a:ext cx="12550" cy="12550"/>
            </a:xfrm>
            <a:custGeom>
              <a:avLst/>
              <a:gdLst/>
              <a:ahLst/>
              <a:cxnLst/>
              <a:rect l="l" t="t" r="r" b="b"/>
              <a:pathLst>
                <a:path w="502" h="502" extrusionOk="0">
                  <a:moveTo>
                    <a:pt x="250" y="1"/>
                  </a:moveTo>
                  <a:cubicBezTo>
                    <a:pt x="114" y="1"/>
                    <a:pt x="1" y="114"/>
                    <a:pt x="1" y="250"/>
                  </a:cubicBezTo>
                  <a:cubicBezTo>
                    <a:pt x="1" y="388"/>
                    <a:pt x="114" y="502"/>
                    <a:pt x="250" y="502"/>
                  </a:cubicBezTo>
                  <a:cubicBezTo>
                    <a:pt x="388" y="502"/>
                    <a:pt x="502" y="388"/>
                    <a:pt x="502" y="250"/>
                  </a:cubicBezTo>
                  <a:cubicBezTo>
                    <a:pt x="502"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8"/>
            <p:cNvSpPr/>
            <p:nvPr/>
          </p:nvSpPr>
          <p:spPr>
            <a:xfrm>
              <a:off x="2054075" y="2575375"/>
              <a:ext cx="12425" cy="12550"/>
            </a:xfrm>
            <a:custGeom>
              <a:avLst/>
              <a:gdLst/>
              <a:ahLst/>
              <a:cxnLst/>
              <a:rect l="l" t="t" r="r" b="b"/>
              <a:pathLst>
                <a:path w="497" h="502" extrusionOk="0">
                  <a:moveTo>
                    <a:pt x="252" y="1"/>
                  </a:moveTo>
                  <a:cubicBezTo>
                    <a:pt x="109" y="1"/>
                    <a:pt x="1" y="114"/>
                    <a:pt x="1" y="250"/>
                  </a:cubicBezTo>
                  <a:cubicBezTo>
                    <a:pt x="1" y="388"/>
                    <a:pt x="109" y="502"/>
                    <a:pt x="252" y="502"/>
                  </a:cubicBezTo>
                  <a:cubicBezTo>
                    <a:pt x="388" y="502"/>
                    <a:pt x="496" y="388"/>
                    <a:pt x="496" y="250"/>
                  </a:cubicBezTo>
                  <a:cubicBezTo>
                    <a:pt x="496"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8"/>
            <p:cNvSpPr/>
            <p:nvPr/>
          </p:nvSpPr>
          <p:spPr>
            <a:xfrm>
              <a:off x="2145825" y="2575375"/>
              <a:ext cx="12600" cy="12550"/>
            </a:xfrm>
            <a:custGeom>
              <a:avLst/>
              <a:gdLst/>
              <a:ahLst/>
              <a:cxnLst/>
              <a:rect l="l" t="t" r="r" b="b"/>
              <a:pathLst>
                <a:path w="504" h="502" extrusionOk="0">
                  <a:moveTo>
                    <a:pt x="252" y="1"/>
                  </a:moveTo>
                  <a:cubicBezTo>
                    <a:pt x="116" y="1"/>
                    <a:pt x="1" y="114"/>
                    <a:pt x="1" y="250"/>
                  </a:cubicBezTo>
                  <a:cubicBezTo>
                    <a:pt x="1" y="388"/>
                    <a:pt x="116" y="502"/>
                    <a:pt x="252" y="502"/>
                  </a:cubicBezTo>
                  <a:cubicBezTo>
                    <a:pt x="388" y="502"/>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8"/>
            <p:cNvSpPr/>
            <p:nvPr/>
          </p:nvSpPr>
          <p:spPr>
            <a:xfrm>
              <a:off x="2237800" y="2575375"/>
              <a:ext cx="12350" cy="12550"/>
            </a:xfrm>
            <a:custGeom>
              <a:avLst/>
              <a:gdLst/>
              <a:ahLst/>
              <a:cxnLst/>
              <a:rect l="l" t="t" r="r" b="b"/>
              <a:pathLst>
                <a:path w="494" h="502" extrusionOk="0">
                  <a:moveTo>
                    <a:pt x="244" y="1"/>
                  </a:moveTo>
                  <a:cubicBezTo>
                    <a:pt x="107" y="1"/>
                    <a:pt x="0" y="114"/>
                    <a:pt x="0" y="250"/>
                  </a:cubicBezTo>
                  <a:cubicBezTo>
                    <a:pt x="0" y="388"/>
                    <a:pt x="107" y="502"/>
                    <a:pt x="244" y="502"/>
                  </a:cubicBezTo>
                  <a:cubicBezTo>
                    <a:pt x="387" y="502"/>
                    <a:pt x="494" y="388"/>
                    <a:pt x="494" y="250"/>
                  </a:cubicBezTo>
                  <a:cubicBezTo>
                    <a:pt x="494" y="114"/>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8"/>
            <p:cNvSpPr/>
            <p:nvPr/>
          </p:nvSpPr>
          <p:spPr>
            <a:xfrm>
              <a:off x="2329550" y="2575375"/>
              <a:ext cx="12575" cy="12550"/>
            </a:xfrm>
            <a:custGeom>
              <a:avLst/>
              <a:gdLst/>
              <a:ahLst/>
              <a:cxnLst/>
              <a:rect l="l" t="t" r="r" b="b"/>
              <a:pathLst>
                <a:path w="503" h="502" extrusionOk="0">
                  <a:moveTo>
                    <a:pt x="251" y="1"/>
                  </a:moveTo>
                  <a:cubicBezTo>
                    <a:pt x="115" y="1"/>
                    <a:pt x="0" y="114"/>
                    <a:pt x="0" y="250"/>
                  </a:cubicBezTo>
                  <a:cubicBezTo>
                    <a:pt x="0" y="388"/>
                    <a:pt x="115" y="502"/>
                    <a:pt x="251" y="502"/>
                  </a:cubicBezTo>
                  <a:cubicBezTo>
                    <a:pt x="387" y="502"/>
                    <a:pt x="502" y="388"/>
                    <a:pt x="502" y="250"/>
                  </a:cubicBezTo>
                  <a:cubicBezTo>
                    <a:pt x="502"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8"/>
            <p:cNvSpPr/>
            <p:nvPr/>
          </p:nvSpPr>
          <p:spPr>
            <a:xfrm>
              <a:off x="2421325" y="2575375"/>
              <a:ext cx="12550" cy="12550"/>
            </a:xfrm>
            <a:custGeom>
              <a:avLst/>
              <a:gdLst/>
              <a:ahLst/>
              <a:cxnLst/>
              <a:rect l="l" t="t" r="r" b="b"/>
              <a:pathLst>
                <a:path w="502" h="502" extrusionOk="0">
                  <a:moveTo>
                    <a:pt x="250" y="1"/>
                  </a:moveTo>
                  <a:cubicBezTo>
                    <a:pt x="114" y="1"/>
                    <a:pt x="1" y="114"/>
                    <a:pt x="1" y="250"/>
                  </a:cubicBezTo>
                  <a:cubicBezTo>
                    <a:pt x="1" y="388"/>
                    <a:pt x="114" y="502"/>
                    <a:pt x="250" y="502"/>
                  </a:cubicBezTo>
                  <a:cubicBezTo>
                    <a:pt x="395" y="502"/>
                    <a:pt x="501" y="388"/>
                    <a:pt x="501" y="250"/>
                  </a:cubicBezTo>
                  <a:cubicBezTo>
                    <a:pt x="501" y="114"/>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8"/>
            <p:cNvSpPr/>
            <p:nvPr/>
          </p:nvSpPr>
          <p:spPr>
            <a:xfrm>
              <a:off x="2513250" y="2575375"/>
              <a:ext cx="12575" cy="12550"/>
            </a:xfrm>
            <a:custGeom>
              <a:avLst/>
              <a:gdLst/>
              <a:ahLst/>
              <a:cxnLst/>
              <a:rect l="l" t="t" r="r" b="b"/>
              <a:pathLst>
                <a:path w="503" h="502" extrusionOk="0">
                  <a:moveTo>
                    <a:pt x="252" y="1"/>
                  </a:moveTo>
                  <a:cubicBezTo>
                    <a:pt x="109" y="1"/>
                    <a:pt x="0" y="114"/>
                    <a:pt x="0" y="250"/>
                  </a:cubicBezTo>
                  <a:cubicBezTo>
                    <a:pt x="0" y="388"/>
                    <a:pt x="109" y="502"/>
                    <a:pt x="252" y="502"/>
                  </a:cubicBezTo>
                  <a:cubicBezTo>
                    <a:pt x="388" y="502"/>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8"/>
            <p:cNvSpPr/>
            <p:nvPr/>
          </p:nvSpPr>
          <p:spPr>
            <a:xfrm>
              <a:off x="2605000" y="2575375"/>
              <a:ext cx="12575" cy="12550"/>
            </a:xfrm>
            <a:custGeom>
              <a:avLst/>
              <a:gdLst/>
              <a:ahLst/>
              <a:cxnLst/>
              <a:rect l="l" t="t" r="r" b="b"/>
              <a:pathLst>
                <a:path w="503" h="502" extrusionOk="0">
                  <a:moveTo>
                    <a:pt x="252" y="1"/>
                  </a:moveTo>
                  <a:cubicBezTo>
                    <a:pt x="116" y="1"/>
                    <a:pt x="0" y="114"/>
                    <a:pt x="0" y="250"/>
                  </a:cubicBezTo>
                  <a:cubicBezTo>
                    <a:pt x="0" y="388"/>
                    <a:pt x="116" y="502"/>
                    <a:pt x="252" y="502"/>
                  </a:cubicBezTo>
                  <a:cubicBezTo>
                    <a:pt x="387" y="502"/>
                    <a:pt x="503" y="388"/>
                    <a:pt x="503" y="250"/>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8"/>
            <p:cNvSpPr/>
            <p:nvPr/>
          </p:nvSpPr>
          <p:spPr>
            <a:xfrm>
              <a:off x="2696950" y="2575375"/>
              <a:ext cx="12375" cy="12550"/>
            </a:xfrm>
            <a:custGeom>
              <a:avLst/>
              <a:gdLst/>
              <a:ahLst/>
              <a:cxnLst/>
              <a:rect l="l" t="t" r="r" b="b"/>
              <a:pathLst>
                <a:path w="495" h="502" extrusionOk="0">
                  <a:moveTo>
                    <a:pt x="252" y="1"/>
                  </a:moveTo>
                  <a:cubicBezTo>
                    <a:pt x="108" y="1"/>
                    <a:pt x="1" y="114"/>
                    <a:pt x="1" y="250"/>
                  </a:cubicBezTo>
                  <a:cubicBezTo>
                    <a:pt x="1" y="388"/>
                    <a:pt x="108" y="502"/>
                    <a:pt x="252" y="502"/>
                  </a:cubicBezTo>
                  <a:cubicBezTo>
                    <a:pt x="388" y="502"/>
                    <a:pt x="495" y="388"/>
                    <a:pt x="495" y="250"/>
                  </a:cubicBezTo>
                  <a:cubicBezTo>
                    <a:pt x="495"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8"/>
            <p:cNvSpPr/>
            <p:nvPr/>
          </p:nvSpPr>
          <p:spPr>
            <a:xfrm>
              <a:off x="2788700" y="2575375"/>
              <a:ext cx="12600" cy="12550"/>
            </a:xfrm>
            <a:custGeom>
              <a:avLst/>
              <a:gdLst/>
              <a:ahLst/>
              <a:cxnLst/>
              <a:rect l="l" t="t" r="r" b="b"/>
              <a:pathLst>
                <a:path w="504" h="502" extrusionOk="0">
                  <a:moveTo>
                    <a:pt x="252" y="1"/>
                  </a:moveTo>
                  <a:cubicBezTo>
                    <a:pt x="116" y="1"/>
                    <a:pt x="1" y="114"/>
                    <a:pt x="1" y="250"/>
                  </a:cubicBezTo>
                  <a:cubicBezTo>
                    <a:pt x="1" y="388"/>
                    <a:pt x="116" y="502"/>
                    <a:pt x="252" y="502"/>
                  </a:cubicBezTo>
                  <a:cubicBezTo>
                    <a:pt x="388" y="502"/>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8"/>
            <p:cNvSpPr/>
            <p:nvPr/>
          </p:nvSpPr>
          <p:spPr>
            <a:xfrm>
              <a:off x="2880675" y="2575375"/>
              <a:ext cx="12375" cy="12550"/>
            </a:xfrm>
            <a:custGeom>
              <a:avLst/>
              <a:gdLst/>
              <a:ahLst/>
              <a:cxnLst/>
              <a:rect l="l" t="t" r="r" b="b"/>
              <a:pathLst>
                <a:path w="495" h="502" extrusionOk="0">
                  <a:moveTo>
                    <a:pt x="243" y="1"/>
                  </a:moveTo>
                  <a:cubicBezTo>
                    <a:pt x="107" y="1"/>
                    <a:pt x="0" y="114"/>
                    <a:pt x="0" y="250"/>
                  </a:cubicBezTo>
                  <a:cubicBezTo>
                    <a:pt x="0" y="388"/>
                    <a:pt x="107" y="502"/>
                    <a:pt x="243" y="502"/>
                  </a:cubicBezTo>
                  <a:cubicBezTo>
                    <a:pt x="387" y="502"/>
                    <a:pt x="494" y="388"/>
                    <a:pt x="494" y="250"/>
                  </a:cubicBezTo>
                  <a:cubicBezTo>
                    <a:pt x="494" y="114"/>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8"/>
            <p:cNvSpPr/>
            <p:nvPr/>
          </p:nvSpPr>
          <p:spPr>
            <a:xfrm>
              <a:off x="2972425" y="2575375"/>
              <a:ext cx="12575" cy="12550"/>
            </a:xfrm>
            <a:custGeom>
              <a:avLst/>
              <a:gdLst/>
              <a:ahLst/>
              <a:cxnLst/>
              <a:rect l="l" t="t" r="r" b="b"/>
              <a:pathLst>
                <a:path w="503" h="502" extrusionOk="0">
                  <a:moveTo>
                    <a:pt x="251" y="1"/>
                  </a:moveTo>
                  <a:cubicBezTo>
                    <a:pt x="115" y="1"/>
                    <a:pt x="0" y="114"/>
                    <a:pt x="0" y="250"/>
                  </a:cubicBezTo>
                  <a:cubicBezTo>
                    <a:pt x="0" y="388"/>
                    <a:pt x="115" y="502"/>
                    <a:pt x="251" y="502"/>
                  </a:cubicBezTo>
                  <a:cubicBezTo>
                    <a:pt x="387" y="502"/>
                    <a:pt x="503" y="388"/>
                    <a:pt x="503" y="250"/>
                  </a:cubicBezTo>
                  <a:cubicBezTo>
                    <a:pt x="503"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8"/>
            <p:cNvSpPr/>
            <p:nvPr/>
          </p:nvSpPr>
          <p:spPr>
            <a:xfrm>
              <a:off x="3064375" y="2575375"/>
              <a:ext cx="12375" cy="12550"/>
            </a:xfrm>
            <a:custGeom>
              <a:avLst/>
              <a:gdLst/>
              <a:ahLst/>
              <a:cxnLst/>
              <a:rect l="l" t="t" r="r" b="b"/>
              <a:pathLst>
                <a:path w="495" h="502" extrusionOk="0">
                  <a:moveTo>
                    <a:pt x="243" y="1"/>
                  </a:moveTo>
                  <a:cubicBezTo>
                    <a:pt x="107" y="1"/>
                    <a:pt x="1" y="114"/>
                    <a:pt x="1" y="250"/>
                  </a:cubicBezTo>
                  <a:cubicBezTo>
                    <a:pt x="1" y="388"/>
                    <a:pt x="107" y="502"/>
                    <a:pt x="243" y="502"/>
                  </a:cubicBezTo>
                  <a:cubicBezTo>
                    <a:pt x="388" y="502"/>
                    <a:pt x="495" y="388"/>
                    <a:pt x="495" y="250"/>
                  </a:cubicBezTo>
                  <a:cubicBezTo>
                    <a:pt x="495" y="114"/>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8"/>
            <p:cNvSpPr/>
            <p:nvPr/>
          </p:nvSpPr>
          <p:spPr>
            <a:xfrm>
              <a:off x="3156125" y="2575375"/>
              <a:ext cx="12600" cy="12550"/>
            </a:xfrm>
            <a:custGeom>
              <a:avLst/>
              <a:gdLst/>
              <a:ahLst/>
              <a:cxnLst/>
              <a:rect l="l" t="t" r="r" b="b"/>
              <a:pathLst>
                <a:path w="504" h="502" extrusionOk="0">
                  <a:moveTo>
                    <a:pt x="252" y="1"/>
                  </a:moveTo>
                  <a:cubicBezTo>
                    <a:pt x="116" y="1"/>
                    <a:pt x="1" y="114"/>
                    <a:pt x="1" y="250"/>
                  </a:cubicBezTo>
                  <a:cubicBezTo>
                    <a:pt x="1" y="388"/>
                    <a:pt x="116" y="502"/>
                    <a:pt x="252" y="502"/>
                  </a:cubicBezTo>
                  <a:cubicBezTo>
                    <a:pt x="388" y="502"/>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8"/>
            <p:cNvSpPr/>
            <p:nvPr/>
          </p:nvSpPr>
          <p:spPr>
            <a:xfrm>
              <a:off x="3247875" y="2575375"/>
              <a:ext cx="12575" cy="12550"/>
            </a:xfrm>
            <a:custGeom>
              <a:avLst/>
              <a:gdLst/>
              <a:ahLst/>
              <a:cxnLst/>
              <a:rect l="l" t="t" r="r" b="b"/>
              <a:pathLst>
                <a:path w="503" h="502" extrusionOk="0">
                  <a:moveTo>
                    <a:pt x="252" y="1"/>
                  </a:moveTo>
                  <a:cubicBezTo>
                    <a:pt x="116" y="1"/>
                    <a:pt x="1" y="114"/>
                    <a:pt x="1" y="250"/>
                  </a:cubicBezTo>
                  <a:cubicBezTo>
                    <a:pt x="1" y="388"/>
                    <a:pt x="116" y="502"/>
                    <a:pt x="252" y="502"/>
                  </a:cubicBezTo>
                  <a:cubicBezTo>
                    <a:pt x="388" y="502"/>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8"/>
            <p:cNvSpPr/>
            <p:nvPr/>
          </p:nvSpPr>
          <p:spPr>
            <a:xfrm>
              <a:off x="3339850" y="2575375"/>
              <a:ext cx="12525" cy="12550"/>
            </a:xfrm>
            <a:custGeom>
              <a:avLst/>
              <a:gdLst/>
              <a:ahLst/>
              <a:cxnLst/>
              <a:rect l="l" t="t" r="r" b="b"/>
              <a:pathLst>
                <a:path w="501" h="502" extrusionOk="0">
                  <a:moveTo>
                    <a:pt x="251" y="1"/>
                  </a:moveTo>
                  <a:cubicBezTo>
                    <a:pt x="107" y="1"/>
                    <a:pt x="0" y="114"/>
                    <a:pt x="0" y="250"/>
                  </a:cubicBezTo>
                  <a:cubicBezTo>
                    <a:pt x="0" y="388"/>
                    <a:pt x="107" y="502"/>
                    <a:pt x="251" y="502"/>
                  </a:cubicBezTo>
                  <a:cubicBezTo>
                    <a:pt x="387" y="502"/>
                    <a:pt x="501" y="388"/>
                    <a:pt x="501" y="250"/>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8"/>
            <p:cNvSpPr/>
            <p:nvPr/>
          </p:nvSpPr>
          <p:spPr>
            <a:xfrm>
              <a:off x="3431575" y="2575375"/>
              <a:ext cx="12600" cy="12550"/>
            </a:xfrm>
            <a:custGeom>
              <a:avLst/>
              <a:gdLst/>
              <a:ahLst/>
              <a:cxnLst/>
              <a:rect l="l" t="t" r="r" b="b"/>
              <a:pathLst>
                <a:path w="504" h="502" extrusionOk="0">
                  <a:moveTo>
                    <a:pt x="252" y="1"/>
                  </a:moveTo>
                  <a:cubicBezTo>
                    <a:pt x="116" y="1"/>
                    <a:pt x="1" y="114"/>
                    <a:pt x="1" y="250"/>
                  </a:cubicBezTo>
                  <a:cubicBezTo>
                    <a:pt x="1" y="388"/>
                    <a:pt x="116" y="502"/>
                    <a:pt x="252" y="502"/>
                  </a:cubicBezTo>
                  <a:cubicBezTo>
                    <a:pt x="388" y="502"/>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8"/>
            <p:cNvSpPr/>
            <p:nvPr/>
          </p:nvSpPr>
          <p:spPr>
            <a:xfrm>
              <a:off x="3523550" y="2575375"/>
              <a:ext cx="12375" cy="12550"/>
            </a:xfrm>
            <a:custGeom>
              <a:avLst/>
              <a:gdLst/>
              <a:ahLst/>
              <a:cxnLst/>
              <a:rect l="l" t="t" r="r" b="b"/>
              <a:pathLst>
                <a:path w="495" h="502" extrusionOk="0">
                  <a:moveTo>
                    <a:pt x="250" y="1"/>
                  </a:moveTo>
                  <a:cubicBezTo>
                    <a:pt x="107" y="1"/>
                    <a:pt x="0" y="114"/>
                    <a:pt x="0" y="250"/>
                  </a:cubicBezTo>
                  <a:cubicBezTo>
                    <a:pt x="0" y="388"/>
                    <a:pt x="107" y="502"/>
                    <a:pt x="250" y="502"/>
                  </a:cubicBezTo>
                  <a:cubicBezTo>
                    <a:pt x="388" y="502"/>
                    <a:pt x="494" y="388"/>
                    <a:pt x="494" y="250"/>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8"/>
            <p:cNvSpPr/>
            <p:nvPr/>
          </p:nvSpPr>
          <p:spPr>
            <a:xfrm>
              <a:off x="676400" y="26673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8"/>
            <p:cNvSpPr/>
            <p:nvPr/>
          </p:nvSpPr>
          <p:spPr>
            <a:xfrm>
              <a:off x="768325" y="2667300"/>
              <a:ext cx="12400" cy="12425"/>
            </a:xfrm>
            <a:custGeom>
              <a:avLst/>
              <a:gdLst/>
              <a:ahLst/>
              <a:cxnLst/>
              <a:rect l="l" t="t" r="r" b="b"/>
              <a:pathLst>
                <a:path w="496" h="497" extrusionOk="0">
                  <a:moveTo>
                    <a:pt x="245" y="1"/>
                  </a:moveTo>
                  <a:cubicBezTo>
                    <a:pt x="109" y="1"/>
                    <a:pt x="0" y="109"/>
                    <a:pt x="0" y="245"/>
                  </a:cubicBezTo>
                  <a:cubicBezTo>
                    <a:pt x="0" y="388"/>
                    <a:pt x="109" y="496"/>
                    <a:pt x="245" y="496"/>
                  </a:cubicBezTo>
                  <a:cubicBezTo>
                    <a:pt x="388" y="496"/>
                    <a:pt x="496" y="388"/>
                    <a:pt x="496" y="245"/>
                  </a:cubicBezTo>
                  <a:cubicBezTo>
                    <a:pt x="496" y="109"/>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8"/>
            <p:cNvSpPr/>
            <p:nvPr/>
          </p:nvSpPr>
          <p:spPr>
            <a:xfrm>
              <a:off x="860125" y="2667300"/>
              <a:ext cx="12525" cy="12425"/>
            </a:xfrm>
            <a:custGeom>
              <a:avLst/>
              <a:gdLst/>
              <a:ahLst/>
              <a:cxnLst/>
              <a:rect l="l" t="t" r="r" b="b"/>
              <a:pathLst>
                <a:path w="501" h="497" extrusionOk="0">
                  <a:moveTo>
                    <a:pt x="251" y="1"/>
                  </a:moveTo>
                  <a:cubicBezTo>
                    <a:pt x="114" y="1"/>
                    <a:pt x="0" y="109"/>
                    <a:pt x="0" y="245"/>
                  </a:cubicBezTo>
                  <a:cubicBezTo>
                    <a:pt x="0" y="388"/>
                    <a:pt x="114" y="496"/>
                    <a:pt x="251" y="496"/>
                  </a:cubicBezTo>
                  <a:cubicBezTo>
                    <a:pt x="387" y="496"/>
                    <a:pt x="501" y="388"/>
                    <a:pt x="501" y="245"/>
                  </a:cubicBezTo>
                  <a:cubicBezTo>
                    <a:pt x="501"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8"/>
            <p:cNvSpPr/>
            <p:nvPr/>
          </p:nvSpPr>
          <p:spPr>
            <a:xfrm>
              <a:off x="951850" y="26673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8"/>
            <p:cNvSpPr/>
            <p:nvPr/>
          </p:nvSpPr>
          <p:spPr>
            <a:xfrm>
              <a:off x="1043825" y="2667300"/>
              <a:ext cx="12375" cy="12425"/>
            </a:xfrm>
            <a:custGeom>
              <a:avLst/>
              <a:gdLst/>
              <a:ahLst/>
              <a:cxnLst/>
              <a:rect l="l" t="t" r="r" b="b"/>
              <a:pathLst>
                <a:path w="495" h="497" extrusionOk="0">
                  <a:moveTo>
                    <a:pt x="250" y="1"/>
                  </a:moveTo>
                  <a:cubicBezTo>
                    <a:pt x="107" y="1"/>
                    <a:pt x="0" y="109"/>
                    <a:pt x="0" y="245"/>
                  </a:cubicBezTo>
                  <a:cubicBezTo>
                    <a:pt x="0" y="388"/>
                    <a:pt x="107" y="496"/>
                    <a:pt x="250" y="496"/>
                  </a:cubicBezTo>
                  <a:cubicBezTo>
                    <a:pt x="388" y="496"/>
                    <a:pt x="494" y="388"/>
                    <a:pt x="494" y="245"/>
                  </a:cubicBezTo>
                  <a:cubicBezTo>
                    <a:pt x="494"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8"/>
            <p:cNvSpPr/>
            <p:nvPr/>
          </p:nvSpPr>
          <p:spPr>
            <a:xfrm>
              <a:off x="1135575" y="2667300"/>
              <a:ext cx="12575" cy="12425"/>
            </a:xfrm>
            <a:custGeom>
              <a:avLst/>
              <a:gdLst/>
              <a:ahLst/>
              <a:cxnLst/>
              <a:rect l="l" t="t" r="r" b="b"/>
              <a:pathLst>
                <a:path w="503" h="497" extrusionOk="0">
                  <a:moveTo>
                    <a:pt x="252" y="1"/>
                  </a:moveTo>
                  <a:cubicBezTo>
                    <a:pt x="116" y="1"/>
                    <a:pt x="0" y="109"/>
                    <a:pt x="0" y="245"/>
                  </a:cubicBezTo>
                  <a:cubicBezTo>
                    <a:pt x="0" y="388"/>
                    <a:pt x="116" y="496"/>
                    <a:pt x="252" y="496"/>
                  </a:cubicBezTo>
                  <a:cubicBezTo>
                    <a:pt x="387" y="496"/>
                    <a:pt x="503" y="388"/>
                    <a:pt x="503" y="245"/>
                  </a:cubicBezTo>
                  <a:cubicBezTo>
                    <a:pt x="503"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8"/>
            <p:cNvSpPr/>
            <p:nvPr/>
          </p:nvSpPr>
          <p:spPr>
            <a:xfrm>
              <a:off x="1227500" y="2667300"/>
              <a:ext cx="12400" cy="12425"/>
            </a:xfrm>
            <a:custGeom>
              <a:avLst/>
              <a:gdLst/>
              <a:ahLst/>
              <a:cxnLst/>
              <a:rect l="l" t="t" r="r" b="b"/>
              <a:pathLst>
                <a:path w="496" h="497" extrusionOk="0">
                  <a:moveTo>
                    <a:pt x="251" y="1"/>
                  </a:moveTo>
                  <a:cubicBezTo>
                    <a:pt x="109" y="1"/>
                    <a:pt x="0" y="109"/>
                    <a:pt x="0" y="245"/>
                  </a:cubicBezTo>
                  <a:cubicBezTo>
                    <a:pt x="0" y="388"/>
                    <a:pt x="109" y="496"/>
                    <a:pt x="251" y="496"/>
                  </a:cubicBezTo>
                  <a:cubicBezTo>
                    <a:pt x="387" y="496"/>
                    <a:pt x="496" y="388"/>
                    <a:pt x="496" y="245"/>
                  </a:cubicBezTo>
                  <a:cubicBezTo>
                    <a:pt x="496"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8"/>
            <p:cNvSpPr/>
            <p:nvPr/>
          </p:nvSpPr>
          <p:spPr>
            <a:xfrm>
              <a:off x="1319275" y="2667300"/>
              <a:ext cx="12550" cy="12425"/>
            </a:xfrm>
            <a:custGeom>
              <a:avLst/>
              <a:gdLst/>
              <a:ahLst/>
              <a:cxnLst/>
              <a:rect l="l" t="t" r="r" b="b"/>
              <a:pathLst>
                <a:path w="502" h="497" extrusionOk="0">
                  <a:moveTo>
                    <a:pt x="252" y="1"/>
                  </a:moveTo>
                  <a:cubicBezTo>
                    <a:pt x="114" y="1"/>
                    <a:pt x="1" y="109"/>
                    <a:pt x="1" y="245"/>
                  </a:cubicBezTo>
                  <a:cubicBezTo>
                    <a:pt x="1" y="388"/>
                    <a:pt x="114" y="496"/>
                    <a:pt x="252" y="496"/>
                  </a:cubicBezTo>
                  <a:cubicBezTo>
                    <a:pt x="388" y="496"/>
                    <a:pt x="501" y="388"/>
                    <a:pt x="501" y="245"/>
                  </a:cubicBezTo>
                  <a:cubicBezTo>
                    <a:pt x="501"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8"/>
            <p:cNvSpPr/>
            <p:nvPr/>
          </p:nvSpPr>
          <p:spPr>
            <a:xfrm>
              <a:off x="1411200" y="2667300"/>
              <a:ext cx="12425" cy="12425"/>
            </a:xfrm>
            <a:custGeom>
              <a:avLst/>
              <a:gdLst/>
              <a:ahLst/>
              <a:cxnLst/>
              <a:rect l="l" t="t" r="r" b="b"/>
              <a:pathLst>
                <a:path w="497" h="497" extrusionOk="0">
                  <a:moveTo>
                    <a:pt x="245" y="1"/>
                  </a:moveTo>
                  <a:cubicBezTo>
                    <a:pt x="109" y="1"/>
                    <a:pt x="1" y="109"/>
                    <a:pt x="1" y="245"/>
                  </a:cubicBezTo>
                  <a:cubicBezTo>
                    <a:pt x="1" y="388"/>
                    <a:pt x="109" y="496"/>
                    <a:pt x="245" y="496"/>
                  </a:cubicBezTo>
                  <a:cubicBezTo>
                    <a:pt x="388" y="496"/>
                    <a:pt x="496" y="388"/>
                    <a:pt x="496" y="245"/>
                  </a:cubicBezTo>
                  <a:cubicBezTo>
                    <a:pt x="496" y="109"/>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8"/>
            <p:cNvSpPr/>
            <p:nvPr/>
          </p:nvSpPr>
          <p:spPr>
            <a:xfrm>
              <a:off x="1503000" y="2667300"/>
              <a:ext cx="12525" cy="12425"/>
            </a:xfrm>
            <a:custGeom>
              <a:avLst/>
              <a:gdLst/>
              <a:ahLst/>
              <a:cxnLst/>
              <a:rect l="l" t="t" r="r" b="b"/>
              <a:pathLst>
                <a:path w="501" h="497" extrusionOk="0">
                  <a:moveTo>
                    <a:pt x="250" y="1"/>
                  </a:moveTo>
                  <a:cubicBezTo>
                    <a:pt x="114" y="1"/>
                    <a:pt x="0" y="109"/>
                    <a:pt x="0" y="245"/>
                  </a:cubicBezTo>
                  <a:cubicBezTo>
                    <a:pt x="0" y="388"/>
                    <a:pt x="114" y="496"/>
                    <a:pt x="250" y="496"/>
                  </a:cubicBezTo>
                  <a:cubicBezTo>
                    <a:pt x="387" y="496"/>
                    <a:pt x="501" y="388"/>
                    <a:pt x="501" y="245"/>
                  </a:cubicBezTo>
                  <a:cubicBezTo>
                    <a:pt x="501" y="109"/>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8"/>
            <p:cNvSpPr/>
            <p:nvPr/>
          </p:nvSpPr>
          <p:spPr>
            <a:xfrm>
              <a:off x="1594750" y="2667300"/>
              <a:ext cx="12575" cy="12425"/>
            </a:xfrm>
            <a:custGeom>
              <a:avLst/>
              <a:gdLst/>
              <a:ahLst/>
              <a:cxnLst/>
              <a:rect l="l" t="t" r="r" b="b"/>
              <a:pathLst>
                <a:path w="503" h="497" extrusionOk="0">
                  <a:moveTo>
                    <a:pt x="251" y="1"/>
                  </a:moveTo>
                  <a:cubicBezTo>
                    <a:pt x="115" y="1"/>
                    <a:pt x="0" y="109"/>
                    <a:pt x="0" y="245"/>
                  </a:cubicBezTo>
                  <a:cubicBezTo>
                    <a:pt x="0" y="388"/>
                    <a:pt x="115" y="496"/>
                    <a:pt x="251" y="496"/>
                  </a:cubicBezTo>
                  <a:cubicBezTo>
                    <a:pt x="394" y="496"/>
                    <a:pt x="503" y="388"/>
                    <a:pt x="503" y="245"/>
                  </a:cubicBezTo>
                  <a:cubicBezTo>
                    <a:pt x="503" y="109"/>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8"/>
            <p:cNvSpPr/>
            <p:nvPr/>
          </p:nvSpPr>
          <p:spPr>
            <a:xfrm>
              <a:off x="1686650" y="26673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8"/>
            <p:cNvSpPr/>
            <p:nvPr/>
          </p:nvSpPr>
          <p:spPr>
            <a:xfrm>
              <a:off x="1778450" y="2667300"/>
              <a:ext cx="12550" cy="12425"/>
            </a:xfrm>
            <a:custGeom>
              <a:avLst/>
              <a:gdLst/>
              <a:ahLst/>
              <a:cxnLst/>
              <a:rect l="l" t="t" r="r" b="b"/>
              <a:pathLst>
                <a:path w="502" h="497" extrusionOk="0">
                  <a:moveTo>
                    <a:pt x="252" y="1"/>
                  </a:moveTo>
                  <a:cubicBezTo>
                    <a:pt x="114" y="1"/>
                    <a:pt x="1" y="109"/>
                    <a:pt x="1" y="245"/>
                  </a:cubicBezTo>
                  <a:cubicBezTo>
                    <a:pt x="1" y="388"/>
                    <a:pt x="114" y="496"/>
                    <a:pt x="252" y="496"/>
                  </a:cubicBezTo>
                  <a:cubicBezTo>
                    <a:pt x="388" y="496"/>
                    <a:pt x="501" y="388"/>
                    <a:pt x="501" y="245"/>
                  </a:cubicBezTo>
                  <a:cubicBezTo>
                    <a:pt x="501"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8"/>
            <p:cNvSpPr/>
            <p:nvPr/>
          </p:nvSpPr>
          <p:spPr>
            <a:xfrm>
              <a:off x="1870375" y="2667300"/>
              <a:ext cx="12400" cy="12425"/>
            </a:xfrm>
            <a:custGeom>
              <a:avLst/>
              <a:gdLst/>
              <a:ahLst/>
              <a:cxnLst/>
              <a:rect l="l" t="t" r="r" b="b"/>
              <a:pathLst>
                <a:path w="496" h="497" extrusionOk="0">
                  <a:moveTo>
                    <a:pt x="252" y="1"/>
                  </a:moveTo>
                  <a:cubicBezTo>
                    <a:pt x="109" y="1"/>
                    <a:pt x="0" y="109"/>
                    <a:pt x="0" y="245"/>
                  </a:cubicBezTo>
                  <a:cubicBezTo>
                    <a:pt x="0" y="388"/>
                    <a:pt x="109" y="496"/>
                    <a:pt x="252" y="496"/>
                  </a:cubicBezTo>
                  <a:cubicBezTo>
                    <a:pt x="387" y="496"/>
                    <a:pt x="496" y="388"/>
                    <a:pt x="496" y="245"/>
                  </a:cubicBezTo>
                  <a:cubicBezTo>
                    <a:pt x="496"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8"/>
            <p:cNvSpPr/>
            <p:nvPr/>
          </p:nvSpPr>
          <p:spPr>
            <a:xfrm>
              <a:off x="1962150" y="2667300"/>
              <a:ext cx="12550" cy="12425"/>
            </a:xfrm>
            <a:custGeom>
              <a:avLst/>
              <a:gdLst/>
              <a:ahLst/>
              <a:cxnLst/>
              <a:rect l="l" t="t" r="r" b="b"/>
              <a:pathLst>
                <a:path w="502" h="497" extrusionOk="0">
                  <a:moveTo>
                    <a:pt x="250" y="1"/>
                  </a:moveTo>
                  <a:cubicBezTo>
                    <a:pt x="114" y="1"/>
                    <a:pt x="1" y="109"/>
                    <a:pt x="1" y="245"/>
                  </a:cubicBezTo>
                  <a:cubicBezTo>
                    <a:pt x="1" y="388"/>
                    <a:pt x="114" y="496"/>
                    <a:pt x="250" y="496"/>
                  </a:cubicBezTo>
                  <a:cubicBezTo>
                    <a:pt x="388" y="496"/>
                    <a:pt x="502" y="388"/>
                    <a:pt x="502" y="245"/>
                  </a:cubicBezTo>
                  <a:cubicBezTo>
                    <a:pt x="502"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8"/>
            <p:cNvSpPr/>
            <p:nvPr/>
          </p:nvSpPr>
          <p:spPr>
            <a:xfrm>
              <a:off x="2054075" y="2667300"/>
              <a:ext cx="12425" cy="12425"/>
            </a:xfrm>
            <a:custGeom>
              <a:avLst/>
              <a:gdLst/>
              <a:ahLst/>
              <a:cxnLst/>
              <a:rect l="l" t="t" r="r" b="b"/>
              <a:pathLst>
                <a:path w="497" h="497" extrusionOk="0">
                  <a:moveTo>
                    <a:pt x="252" y="1"/>
                  </a:moveTo>
                  <a:cubicBezTo>
                    <a:pt x="109" y="1"/>
                    <a:pt x="1" y="109"/>
                    <a:pt x="1" y="245"/>
                  </a:cubicBezTo>
                  <a:cubicBezTo>
                    <a:pt x="1" y="388"/>
                    <a:pt x="109" y="496"/>
                    <a:pt x="252" y="496"/>
                  </a:cubicBezTo>
                  <a:cubicBezTo>
                    <a:pt x="388" y="496"/>
                    <a:pt x="496" y="388"/>
                    <a:pt x="496" y="245"/>
                  </a:cubicBezTo>
                  <a:cubicBezTo>
                    <a:pt x="496"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8"/>
            <p:cNvSpPr/>
            <p:nvPr/>
          </p:nvSpPr>
          <p:spPr>
            <a:xfrm>
              <a:off x="2145825" y="26673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8"/>
            <p:cNvSpPr/>
            <p:nvPr/>
          </p:nvSpPr>
          <p:spPr>
            <a:xfrm>
              <a:off x="2237800" y="2667300"/>
              <a:ext cx="12350" cy="12425"/>
            </a:xfrm>
            <a:custGeom>
              <a:avLst/>
              <a:gdLst/>
              <a:ahLst/>
              <a:cxnLst/>
              <a:rect l="l" t="t" r="r" b="b"/>
              <a:pathLst>
                <a:path w="494" h="497" extrusionOk="0">
                  <a:moveTo>
                    <a:pt x="244" y="1"/>
                  </a:moveTo>
                  <a:cubicBezTo>
                    <a:pt x="107" y="1"/>
                    <a:pt x="0" y="109"/>
                    <a:pt x="0" y="245"/>
                  </a:cubicBezTo>
                  <a:cubicBezTo>
                    <a:pt x="0" y="388"/>
                    <a:pt x="107" y="496"/>
                    <a:pt x="244" y="496"/>
                  </a:cubicBezTo>
                  <a:cubicBezTo>
                    <a:pt x="387" y="496"/>
                    <a:pt x="494" y="388"/>
                    <a:pt x="494" y="245"/>
                  </a:cubicBezTo>
                  <a:cubicBezTo>
                    <a:pt x="494" y="109"/>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8"/>
            <p:cNvSpPr/>
            <p:nvPr/>
          </p:nvSpPr>
          <p:spPr>
            <a:xfrm>
              <a:off x="2329550" y="2667300"/>
              <a:ext cx="12575" cy="12425"/>
            </a:xfrm>
            <a:custGeom>
              <a:avLst/>
              <a:gdLst/>
              <a:ahLst/>
              <a:cxnLst/>
              <a:rect l="l" t="t" r="r" b="b"/>
              <a:pathLst>
                <a:path w="503" h="497" extrusionOk="0">
                  <a:moveTo>
                    <a:pt x="251" y="1"/>
                  </a:moveTo>
                  <a:cubicBezTo>
                    <a:pt x="115" y="1"/>
                    <a:pt x="0" y="109"/>
                    <a:pt x="0" y="245"/>
                  </a:cubicBezTo>
                  <a:cubicBezTo>
                    <a:pt x="0" y="388"/>
                    <a:pt x="115" y="496"/>
                    <a:pt x="251" y="496"/>
                  </a:cubicBezTo>
                  <a:cubicBezTo>
                    <a:pt x="387" y="496"/>
                    <a:pt x="502" y="388"/>
                    <a:pt x="502" y="245"/>
                  </a:cubicBezTo>
                  <a:cubicBezTo>
                    <a:pt x="502"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8"/>
            <p:cNvSpPr/>
            <p:nvPr/>
          </p:nvSpPr>
          <p:spPr>
            <a:xfrm>
              <a:off x="2421325" y="2667300"/>
              <a:ext cx="12550" cy="12425"/>
            </a:xfrm>
            <a:custGeom>
              <a:avLst/>
              <a:gdLst/>
              <a:ahLst/>
              <a:cxnLst/>
              <a:rect l="l" t="t" r="r" b="b"/>
              <a:pathLst>
                <a:path w="502" h="497" extrusionOk="0">
                  <a:moveTo>
                    <a:pt x="250" y="1"/>
                  </a:moveTo>
                  <a:cubicBezTo>
                    <a:pt x="114" y="1"/>
                    <a:pt x="1" y="109"/>
                    <a:pt x="1" y="245"/>
                  </a:cubicBezTo>
                  <a:cubicBezTo>
                    <a:pt x="1" y="388"/>
                    <a:pt x="114" y="496"/>
                    <a:pt x="250" y="496"/>
                  </a:cubicBezTo>
                  <a:cubicBezTo>
                    <a:pt x="395" y="496"/>
                    <a:pt x="501" y="388"/>
                    <a:pt x="501" y="245"/>
                  </a:cubicBezTo>
                  <a:cubicBezTo>
                    <a:pt x="501" y="109"/>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8"/>
            <p:cNvSpPr/>
            <p:nvPr/>
          </p:nvSpPr>
          <p:spPr>
            <a:xfrm>
              <a:off x="2513250" y="2667300"/>
              <a:ext cx="12575" cy="12425"/>
            </a:xfrm>
            <a:custGeom>
              <a:avLst/>
              <a:gdLst/>
              <a:ahLst/>
              <a:cxnLst/>
              <a:rect l="l" t="t" r="r" b="b"/>
              <a:pathLst>
                <a:path w="503" h="497" extrusionOk="0">
                  <a:moveTo>
                    <a:pt x="252" y="1"/>
                  </a:moveTo>
                  <a:cubicBezTo>
                    <a:pt x="109" y="1"/>
                    <a:pt x="0" y="109"/>
                    <a:pt x="0" y="245"/>
                  </a:cubicBezTo>
                  <a:cubicBezTo>
                    <a:pt x="0" y="388"/>
                    <a:pt x="109"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8"/>
            <p:cNvSpPr/>
            <p:nvPr/>
          </p:nvSpPr>
          <p:spPr>
            <a:xfrm>
              <a:off x="2605000" y="2667300"/>
              <a:ext cx="12575" cy="12425"/>
            </a:xfrm>
            <a:custGeom>
              <a:avLst/>
              <a:gdLst/>
              <a:ahLst/>
              <a:cxnLst/>
              <a:rect l="l" t="t" r="r" b="b"/>
              <a:pathLst>
                <a:path w="503" h="497" extrusionOk="0">
                  <a:moveTo>
                    <a:pt x="252" y="1"/>
                  </a:moveTo>
                  <a:cubicBezTo>
                    <a:pt x="116" y="1"/>
                    <a:pt x="0" y="109"/>
                    <a:pt x="0" y="245"/>
                  </a:cubicBezTo>
                  <a:cubicBezTo>
                    <a:pt x="0" y="388"/>
                    <a:pt x="116" y="496"/>
                    <a:pt x="252" y="496"/>
                  </a:cubicBezTo>
                  <a:cubicBezTo>
                    <a:pt x="387" y="496"/>
                    <a:pt x="503" y="388"/>
                    <a:pt x="503" y="245"/>
                  </a:cubicBezTo>
                  <a:cubicBezTo>
                    <a:pt x="503"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8"/>
            <p:cNvSpPr/>
            <p:nvPr/>
          </p:nvSpPr>
          <p:spPr>
            <a:xfrm>
              <a:off x="2696950" y="2667300"/>
              <a:ext cx="12375" cy="12425"/>
            </a:xfrm>
            <a:custGeom>
              <a:avLst/>
              <a:gdLst/>
              <a:ahLst/>
              <a:cxnLst/>
              <a:rect l="l" t="t" r="r" b="b"/>
              <a:pathLst>
                <a:path w="495" h="497" extrusionOk="0">
                  <a:moveTo>
                    <a:pt x="252" y="1"/>
                  </a:moveTo>
                  <a:cubicBezTo>
                    <a:pt x="108" y="1"/>
                    <a:pt x="1" y="109"/>
                    <a:pt x="1" y="245"/>
                  </a:cubicBezTo>
                  <a:cubicBezTo>
                    <a:pt x="1" y="388"/>
                    <a:pt x="108" y="496"/>
                    <a:pt x="252" y="496"/>
                  </a:cubicBezTo>
                  <a:cubicBezTo>
                    <a:pt x="388" y="496"/>
                    <a:pt x="495" y="388"/>
                    <a:pt x="495" y="245"/>
                  </a:cubicBezTo>
                  <a:cubicBezTo>
                    <a:pt x="495"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8"/>
            <p:cNvSpPr/>
            <p:nvPr/>
          </p:nvSpPr>
          <p:spPr>
            <a:xfrm>
              <a:off x="2788700" y="26673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8"/>
            <p:cNvSpPr/>
            <p:nvPr/>
          </p:nvSpPr>
          <p:spPr>
            <a:xfrm>
              <a:off x="2880675" y="2667300"/>
              <a:ext cx="12375" cy="12425"/>
            </a:xfrm>
            <a:custGeom>
              <a:avLst/>
              <a:gdLst/>
              <a:ahLst/>
              <a:cxnLst/>
              <a:rect l="l" t="t" r="r" b="b"/>
              <a:pathLst>
                <a:path w="495" h="497" extrusionOk="0">
                  <a:moveTo>
                    <a:pt x="243" y="1"/>
                  </a:moveTo>
                  <a:cubicBezTo>
                    <a:pt x="107" y="1"/>
                    <a:pt x="0" y="109"/>
                    <a:pt x="0" y="245"/>
                  </a:cubicBezTo>
                  <a:cubicBezTo>
                    <a:pt x="0" y="388"/>
                    <a:pt x="107" y="496"/>
                    <a:pt x="243" y="496"/>
                  </a:cubicBezTo>
                  <a:cubicBezTo>
                    <a:pt x="387" y="496"/>
                    <a:pt x="494" y="388"/>
                    <a:pt x="494" y="245"/>
                  </a:cubicBezTo>
                  <a:cubicBezTo>
                    <a:pt x="494" y="109"/>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8"/>
            <p:cNvSpPr/>
            <p:nvPr/>
          </p:nvSpPr>
          <p:spPr>
            <a:xfrm>
              <a:off x="2972425" y="2667300"/>
              <a:ext cx="12575" cy="12425"/>
            </a:xfrm>
            <a:custGeom>
              <a:avLst/>
              <a:gdLst/>
              <a:ahLst/>
              <a:cxnLst/>
              <a:rect l="l" t="t" r="r" b="b"/>
              <a:pathLst>
                <a:path w="503" h="497" extrusionOk="0">
                  <a:moveTo>
                    <a:pt x="251" y="1"/>
                  </a:moveTo>
                  <a:cubicBezTo>
                    <a:pt x="115" y="1"/>
                    <a:pt x="0" y="109"/>
                    <a:pt x="0" y="245"/>
                  </a:cubicBezTo>
                  <a:cubicBezTo>
                    <a:pt x="0" y="388"/>
                    <a:pt x="115" y="496"/>
                    <a:pt x="251" y="496"/>
                  </a:cubicBezTo>
                  <a:cubicBezTo>
                    <a:pt x="387" y="496"/>
                    <a:pt x="503" y="388"/>
                    <a:pt x="503" y="245"/>
                  </a:cubicBezTo>
                  <a:cubicBezTo>
                    <a:pt x="503"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8"/>
            <p:cNvSpPr/>
            <p:nvPr/>
          </p:nvSpPr>
          <p:spPr>
            <a:xfrm>
              <a:off x="3064375" y="2667300"/>
              <a:ext cx="12375" cy="12425"/>
            </a:xfrm>
            <a:custGeom>
              <a:avLst/>
              <a:gdLst/>
              <a:ahLst/>
              <a:cxnLst/>
              <a:rect l="l" t="t" r="r" b="b"/>
              <a:pathLst>
                <a:path w="495" h="497" extrusionOk="0">
                  <a:moveTo>
                    <a:pt x="243" y="1"/>
                  </a:moveTo>
                  <a:cubicBezTo>
                    <a:pt x="107" y="1"/>
                    <a:pt x="1" y="109"/>
                    <a:pt x="1" y="245"/>
                  </a:cubicBezTo>
                  <a:cubicBezTo>
                    <a:pt x="1" y="388"/>
                    <a:pt x="107" y="496"/>
                    <a:pt x="243" y="496"/>
                  </a:cubicBezTo>
                  <a:cubicBezTo>
                    <a:pt x="388" y="496"/>
                    <a:pt x="495" y="388"/>
                    <a:pt x="495" y="245"/>
                  </a:cubicBezTo>
                  <a:cubicBezTo>
                    <a:pt x="495" y="109"/>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8"/>
            <p:cNvSpPr/>
            <p:nvPr/>
          </p:nvSpPr>
          <p:spPr>
            <a:xfrm>
              <a:off x="3156125" y="26673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8"/>
            <p:cNvSpPr/>
            <p:nvPr/>
          </p:nvSpPr>
          <p:spPr>
            <a:xfrm>
              <a:off x="3247875" y="2667300"/>
              <a:ext cx="12575" cy="12425"/>
            </a:xfrm>
            <a:custGeom>
              <a:avLst/>
              <a:gdLst/>
              <a:ahLst/>
              <a:cxnLst/>
              <a:rect l="l" t="t" r="r" b="b"/>
              <a:pathLst>
                <a:path w="503"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8"/>
            <p:cNvSpPr/>
            <p:nvPr/>
          </p:nvSpPr>
          <p:spPr>
            <a:xfrm>
              <a:off x="3339850" y="2667300"/>
              <a:ext cx="12525" cy="12425"/>
            </a:xfrm>
            <a:custGeom>
              <a:avLst/>
              <a:gdLst/>
              <a:ahLst/>
              <a:cxnLst/>
              <a:rect l="l" t="t" r="r" b="b"/>
              <a:pathLst>
                <a:path w="501" h="497" extrusionOk="0">
                  <a:moveTo>
                    <a:pt x="251" y="1"/>
                  </a:moveTo>
                  <a:cubicBezTo>
                    <a:pt x="107" y="1"/>
                    <a:pt x="0" y="109"/>
                    <a:pt x="0" y="245"/>
                  </a:cubicBezTo>
                  <a:cubicBezTo>
                    <a:pt x="0" y="388"/>
                    <a:pt x="107" y="496"/>
                    <a:pt x="251" y="496"/>
                  </a:cubicBezTo>
                  <a:cubicBezTo>
                    <a:pt x="387" y="496"/>
                    <a:pt x="501" y="388"/>
                    <a:pt x="501" y="245"/>
                  </a:cubicBezTo>
                  <a:cubicBezTo>
                    <a:pt x="501"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8"/>
            <p:cNvSpPr/>
            <p:nvPr/>
          </p:nvSpPr>
          <p:spPr>
            <a:xfrm>
              <a:off x="3431575" y="26673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8"/>
            <p:cNvSpPr/>
            <p:nvPr/>
          </p:nvSpPr>
          <p:spPr>
            <a:xfrm>
              <a:off x="3523550" y="2667300"/>
              <a:ext cx="12375" cy="12425"/>
            </a:xfrm>
            <a:custGeom>
              <a:avLst/>
              <a:gdLst/>
              <a:ahLst/>
              <a:cxnLst/>
              <a:rect l="l" t="t" r="r" b="b"/>
              <a:pathLst>
                <a:path w="495" h="497" extrusionOk="0">
                  <a:moveTo>
                    <a:pt x="250" y="1"/>
                  </a:moveTo>
                  <a:cubicBezTo>
                    <a:pt x="107" y="1"/>
                    <a:pt x="0" y="109"/>
                    <a:pt x="0" y="245"/>
                  </a:cubicBezTo>
                  <a:cubicBezTo>
                    <a:pt x="0" y="388"/>
                    <a:pt x="107" y="496"/>
                    <a:pt x="250" y="496"/>
                  </a:cubicBezTo>
                  <a:cubicBezTo>
                    <a:pt x="388" y="496"/>
                    <a:pt x="494" y="388"/>
                    <a:pt x="494" y="245"/>
                  </a:cubicBezTo>
                  <a:cubicBezTo>
                    <a:pt x="494"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8"/>
            <p:cNvSpPr/>
            <p:nvPr/>
          </p:nvSpPr>
          <p:spPr>
            <a:xfrm>
              <a:off x="676400" y="275905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8"/>
            <p:cNvSpPr/>
            <p:nvPr/>
          </p:nvSpPr>
          <p:spPr>
            <a:xfrm>
              <a:off x="768325" y="2759050"/>
              <a:ext cx="12400" cy="12575"/>
            </a:xfrm>
            <a:custGeom>
              <a:avLst/>
              <a:gdLst/>
              <a:ahLst/>
              <a:cxnLst/>
              <a:rect l="l" t="t" r="r" b="b"/>
              <a:pathLst>
                <a:path w="496" h="503"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8"/>
            <p:cNvSpPr/>
            <p:nvPr/>
          </p:nvSpPr>
          <p:spPr>
            <a:xfrm>
              <a:off x="860125" y="2759050"/>
              <a:ext cx="12525" cy="12575"/>
            </a:xfrm>
            <a:custGeom>
              <a:avLst/>
              <a:gdLst/>
              <a:ahLst/>
              <a:cxnLst/>
              <a:rect l="l" t="t" r="r" b="b"/>
              <a:pathLst>
                <a:path w="501" h="503"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8"/>
            <p:cNvSpPr/>
            <p:nvPr/>
          </p:nvSpPr>
          <p:spPr>
            <a:xfrm>
              <a:off x="951850" y="275905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8"/>
            <p:cNvSpPr/>
            <p:nvPr/>
          </p:nvSpPr>
          <p:spPr>
            <a:xfrm>
              <a:off x="1043825" y="2759050"/>
              <a:ext cx="12375" cy="12575"/>
            </a:xfrm>
            <a:custGeom>
              <a:avLst/>
              <a:gdLst/>
              <a:ahLst/>
              <a:cxnLst/>
              <a:rect l="l" t="t" r="r" b="b"/>
              <a:pathLst>
                <a:path w="495" h="503"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8"/>
            <p:cNvSpPr/>
            <p:nvPr/>
          </p:nvSpPr>
          <p:spPr>
            <a:xfrm>
              <a:off x="1135575" y="2759050"/>
              <a:ext cx="12575" cy="12575"/>
            </a:xfrm>
            <a:custGeom>
              <a:avLst/>
              <a:gdLst/>
              <a:ahLst/>
              <a:cxnLst/>
              <a:rect l="l" t="t" r="r" b="b"/>
              <a:pathLst>
                <a:path w="503" h="503"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8"/>
            <p:cNvSpPr/>
            <p:nvPr/>
          </p:nvSpPr>
          <p:spPr>
            <a:xfrm>
              <a:off x="1227500" y="2759050"/>
              <a:ext cx="12400" cy="12575"/>
            </a:xfrm>
            <a:custGeom>
              <a:avLst/>
              <a:gdLst/>
              <a:ahLst/>
              <a:cxnLst/>
              <a:rect l="l" t="t" r="r" b="b"/>
              <a:pathLst>
                <a:path w="496" h="503"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8"/>
            <p:cNvSpPr/>
            <p:nvPr/>
          </p:nvSpPr>
          <p:spPr>
            <a:xfrm>
              <a:off x="1319275" y="2759050"/>
              <a:ext cx="12550" cy="12575"/>
            </a:xfrm>
            <a:custGeom>
              <a:avLst/>
              <a:gdLst/>
              <a:ahLst/>
              <a:cxnLst/>
              <a:rect l="l" t="t" r="r" b="b"/>
              <a:pathLst>
                <a:path w="502" h="503"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8"/>
            <p:cNvSpPr/>
            <p:nvPr/>
          </p:nvSpPr>
          <p:spPr>
            <a:xfrm>
              <a:off x="1411200" y="2759050"/>
              <a:ext cx="12425" cy="12575"/>
            </a:xfrm>
            <a:custGeom>
              <a:avLst/>
              <a:gdLst/>
              <a:ahLst/>
              <a:cxnLst/>
              <a:rect l="l" t="t" r="r" b="b"/>
              <a:pathLst>
                <a:path w="497" h="503"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8"/>
            <p:cNvSpPr/>
            <p:nvPr/>
          </p:nvSpPr>
          <p:spPr>
            <a:xfrm>
              <a:off x="1503000" y="2759050"/>
              <a:ext cx="12525" cy="12575"/>
            </a:xfrm>
            <a:custGeom>
              <a:avLst/>
              <a:gdLst/>
              <a:ahLst/>
              <a:cxnLst/>
              <a:rect l="l" t="t" r="r" b="b"/>
              <a:pathLst>
                <a:path w="501" h="503"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8"/>
            <p:cNvSpPr/>
            <p:nvPr/>
          </p:nvSpPr>
          <p:spPr>
            <a:xfrm>
              <a:off x="1594750" y="2759050"/>
              <a:ext cx="12575" cy="12575"/>
            </a:xfrm>
            <a:custGeom>
              <a:avLst/>
              <a:gdLst/>
              <a:ahLst/>
              <a:cxnLst/>
              <a:rect l="l" t="t" r="r" b="b"/>
              <a:pathLst>
                <a:path w="503" h="503"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8"/>
            <p:cNvSpPr/>
            <p:nvPr/>
          </p:nvSpPr>
          <p:spPr>
            <a:xfrm>
              <a:off x="1686650" y="275905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8"/>
            <p:cNvSpPr/>
            <p:nvPr/>
          </p:nvSpPr>
          <p:spPr>
            <a:xfrm>
              <a:off x="1778450" y="2759050"/>
              <a:ext cx="12550" cy="12575"/>
            </a:xfrm>
            <a:custGeom>
              <a:avLst/>
              <a:gdLst/>
              <a:ahLst/>
              <a:cxnLst/>
              <a:rect l="l" t="t" r="r" b="b"/>
              <a:pathLst>
                <a:path w="502" h="503"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8"/>
            <p:cNvSpPr/>
            <p:nvPr/>
          </p:nvSpPr>
          <p:spPr>
            <a:xfrm>
              <a:off x="1870375" y="2759050"/>
              <a:ext cx="12400" cy="12575"/>
            </a:xfrm>
            <a:custGeom>
              <a:avLst/>
              <a:gdLst/>
              <a:ahLst/>
              <a:cxnLst/>
              <a:rect l="l" t="t" r="r" b="b"/>
              <a:pathLst>
                <a:path w="496" h="503"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8"/>
            <p:cNvSpPr/>
            <p:nvPr/>
          </p:nvSpPr>
          <p:spPr>
            <a:xfrm>
              <a:off x="1962150" y="2759050"/>
              <a:ext cx="12550" cy="12575"/>
            </a:xfrm>
            <a:custGeom>
              <a:avLst/>
              <a:gdLst/>
              <a:ahLst/>
              <a:cxnLst/>
              <a:rect l="l" t="t" r="r" b="b"/>
              <a:pathLst>
                <a:path w="502" h="503"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8"/>
            <p:cNvSpPr/>
            <p:nvPr/>
          </p:nvSpPr>
          <p:spPr>
            <a:xfrm>
              <a:off x="2054075" y="2759050"/>
              <a:ext cx="12425" cy="12575"/>
            </a:xfrm>
            <a:custGeom>
              <a:avLst/>
              <a:gdLst/>
              <a:ahLst/>
              <a:cxnLst/>
              <a:rect l="l" t="t" r="r" b="b"/>
              <a:pathLst>
                <a:path w="497" h="503"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8"/>
            <p:cNvSpPr/>
            <p:nvPr/>
          </p:nvSpPr>
          <p:spPr>
            <a:xfrm>
              <a:off x="2145825" y="275905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8"/>
            <p:cNvSpPr/>
            <p:nvPr/>
          </p:nvSpPr>
          <p:spPr>
            <a:xfrm>
              <a:off x="2237800" y="2759050"/>
              <a:ext cx="12350" cy="12575"/>
            </a:xfrm>
            <a:custGeom>
              <a:avLst/>
              <a:gdLst/>
              <a:ahLst/>
              <a:cxnLst/>
              <a:rect l="l" t="t" r="r" b="b"/>
              <a:pathLst>
                <a:path w="494" h="503"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8"/>
            <p:cNvSpPr/>
            <p:nvPr/>
          </p:nvSpPr>
          <p:spPr>
            <a:xfrm>
              <a:off x="2329550" y="2759050"/>
              <a:ext cx="12575" cy="12575"/>
            </a:xfrm>
            <a:custGeom>
              <a:avLst/>
              <a:gdLst/>
              <a:ahLst/>
              <a:cxnLst/>
              <a:rect l="l" t="t" r="r" b="b"/>
              <a:pathLst>
                <a:path w="503" h="503"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8"/>
            <p:cNvSpPr/>
            <p:nvPr/>
          </p:nvSpPr>
          <p:spPr>
            <a:xfrm>
              <a:off x="2421325" y="2759050"/>
              <a:ext cx="12550" cy="12575"/>
            </a:xfrm>
            <a:custGeom>
              <a:avLst/>
              <a:gdLst/>
              <a:ahLst/>
              <a:cxnLst/>
              <a:rect l="l" t="t" r="r" b="b"/>
              <a:pathLst>
                <a:path w="502" h="503"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8"/>
            <p:cNvSpPr/>
            <p:nvPr/>
          </p:nvSpPr>
          <p:spPr>
            <a:xfrm>
              <a:off x="2513250" y="2759050"/>
              <a:ext cx="12575" cy="12575"/>
            </a:xfrm>
            <a:custGeom>
              <a:avLst/>
              <a:gdLst/>
              <a:ahLst/>
              <a:cxnLst/>
              <a:rect l="l" t="t" r="r" b="b"/>
              <a:pathLst>
                <a:path w="503" h="503"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8"/>
            <p:cNvSpPr/>
            <p:nvPr/>
          </p:nvSpPr>
          <p:spPr>
            <a:xfrm>
              <a:off x="2605000" y="2759050"/>
              <a:ext cx="12575" cy="12575"/>
            </a:xfrm>
            <a:custGeom>
              <a:avLst/>
              <a:gdLst/>
              <a:ahLst/>
              <a:cxnLst/>
              <a:rect l="l" t="t" r="r" b="b"/>
              <a:pathLst>
                <a:path w="503" h="503"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8"/>
            <p:cNvSpPr/>
            <p:nvPr/>
          </p:nvSpPr>
          <p:spPr>
            <a:xfrm>
              <a:off x="2696950" y="2759050"/>
              <a:ext cx="12375" cy="12575"/>
            </a:xfrm>
            <a:custGeom>
              <a:avLst/>
              <a:gdLst/>
              <a:ahLst/>
              <a:cxnLst/>
              <a:rect l="l" t="t" r="r" b="b"/>
              <a:pathLst>
                <a:path w="495" h="503"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8"/>
            <p:cNvSpPr/>
            <p:nvPr/>
          </p:nvSpPr>
          <p:spPr>
            <a:xfrm>
              <a:off x="2788700" y="275905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8"/>
            <p:cNvSpPr/>
            <p:nvPr/>
          </p:nvSpPr>
          <p:spPr>
            <a:xfrm>
              <a:off x="2880675" y="2759050"/>
              <a:ext cx="12375" cy="12575"/>
            </a:xfrm>
            <a:custGeom>
              <a:avLst/>
              <a:gdLst/>
              <a:ahLst/>
              <a:cxnLst/>
              <a:rect l="l" t="t" r="r" b="b"/>
              <a:pathLst>
                <a:path w="495" h="503"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8"/>
            <p:cNvSpPr/>
            <p:nvPr/>
          </p:nvSpPr>
          <p:spPr>
            <a:xfrm>
              <a:off x="2972425" y="2759050"/>
              <a:ext cx="12575" cy="12575"/>
            </a:xfrm>
            <a:custGeom>
              <a:avLst/>
              <a:gdLst/>
              <a:ahLst/>
              <a:cxnLst/>
              <a:rect l="l" t="t" r="r" b="b"/>
              <a:pathLst>
                <a:path w="503" h="503"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8"/>
            <p:cNvSpPr/>
            <p:nvPr/>
          </p:nvSpPr>
          <p:spPr>
            <a:xfrm>
              <a:off x="3064375" y="2759050"/>
              <a:ext cx="12375" cy="12575"/>
            </a:xfrm>
            <a:custGeom>
              <a:avLst/>
              <a:gdLst/>
              <a:ahLst/>
              <a:cxnLst/>
              <a:rect l="l" t="t" r="r" b="b"/>
              <a:pathLst>
                <a:path w="495" h="503"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8"/>
            <p:cNvSpPr/>
            <p:nvPr/>
          </p:nvSpPr>
          <p:spPr>
            <a:xfrm>
              <a:off x="3156125" y="275905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8"/>
            <p:cNvSpPr/>
            <p:nvPr/>
          </p:nvSpPr>
          <p:spPr>
            <a:xfrm>
              <a:off x="3247875" y="2759050"/>
              <a:ext cx="12575" cy="12575"/>
            </a:xfrm>
            <a:custGeom>
              <a:avLst/>
              <a:gdLst/>
              <a:ahLst/>
              <a:cxnLst/>
              <a:rect l="l" t="t" r="r" b="b"/>
              <a:pathLst>
                <a:path w="503"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8"/>
            <p:cNvSpPr/>
            <p:nvPr/>
          </p:nvSpPr>
          <p:spPr>
            <a:xfrm>
              <a:off x="3339850" y="2759050"/>
              <a:ext cx="12525" cy="12575"/>
            </a:xfrm>
            <a:custGeom>
              <a:avLst/>
              <a:gdLst/>
              <a:ahLst/>
              <a:cxnLst/>
              <a:rect l="l" t="t" r="r" b="b"/>
              <a:pathLst>
                <a:path w="501" h="503"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8"/>
            <p:cNvSpPr/>
            <p:nvPr/>
          </p:nvSpPr>
          <p:spPr>
            <a:xfrm>
              <a:off x="3431575" y="275905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8"/>
            <p:cNvSpPr/>
            <p:nvPr/>
          </p:nvSpPr>
          <p:spPr>
            <a:xfrm>
              <a:off x="3523550" y="2759050"/>
              <a:ext cx="12375" cy="12575"/>
            </a:xfrm>
            <a:custGeom>
              <a:avLst/>
              <a:gdLst/>
              <a:ahLst/>
              <a:cxnLst/>
              <a:rect l="l" t="t" r="r" b="b"/>
              <a:pathLst>
                <a:path w="495" h="503"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8"/>
            <p:cNvSpPr/>
            <p:nvPr/>
          </p:nvSpPr>
          <p:spPr>
            <a:xfrm>
              <a:off x="676400" y="2851025"/>
              <a:ext cx="12600" cy="12350"/>
            </a:xfrm>
            <a:custGeom>
              <a:avLst/>
              <a:gdLst/>
              <a:ahLst/>
              <a:cxnLst/>
              <a:rect l="l" t="t" r="r" b="b"/>
              <a:pathLst>
                <a:path w="504" h="494" extrusionOk="0">
                  <a:moveTo>
                    <a:pt x="252" y="0"/>
                  </a:moveTo>
                  <a:cubicBezTo>
                    <a:pt x="116" y="0"/>
                    <a:pt x="1" y="107"/>
                    <a:pt x="1" y="244"/>
                  </a:cubicBezTo>
                  <a:cubicBezTo>
                    <a:pt x="1" y="387"/>
                    <a:pt x="116" y="494"/>
                    <a:pt x="252" y="494"/>
                  </a:cubicBezTo>
                  <a:cubicBezTo>
                    <a:pt x="388" y="494"/>
                    <a:pt x="503" y="387"/>
                    <a:pt x="503" y="244"/>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8"/>
            <p:cNvSpPr/>
            <p:nvPr/>
          </p:nvSpPr>
          <p:spPr>
            <a:xfrm>
              <a:off x="768325" y="2851025"/>
              <a:ext cx="12400" cy="12350"/>
            </a:xfrm>
            <a:custGeom>
              <a:avLst/>
              <a:gdLst/>
              <a:ahLst/>
              <a:cxnLst/>
              <a:rect l="l" t="t" r="r" b="b"/>
              <a:pathLst>
                <a:path w="496" h="494" extrusionOk="0">
                  <a:moveTo>
                    <a:pt x="245" y="0"/>
                  </a:moveTo>
                  <a:cubicBezTo>
                    <a:pt x="109" y="0"/>
                    <a:pt x="0" y="107"/>
                    <a:pt x="0" y="244"/>
                  </a:cubicBezTo>
                  <a:cubicBezTo>
                    <a:pt x="0" y="387"/>
                    <a:pt x="109" y="494"/>
                    <a:pt x="245" y="494"/>
                  </a:cubicBezTo>
                  <a:cubicBezTo>
                    <a:pt x="388" y="494"/>
                    <a:pt x="496" y="387"/>
                    <a:pt x="496" y="244"/>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8"/>
            <p:cNvSpPr/>
            <p:nvPr/>
          </p:nvSpPr>
          <p:spPr>
            <a:xfrm>
              <a:off x="860125" y="2851025"/>
              <a:ext cx="12525" cy="12350"/>
            </a:xfrm>
            <a:custGeom>
              <a:avLst/>
              <a:gdLst/>
              <a:ahLst/>
              <a:cxnLst/>
              <a:rect l="l" t="t" r="r" b="b"/>
              <a:pathLst>
                <a:path w="501" h="494" extrusionOk="0">
                  <a:moveTo>
                    <a:pt x="251" y="0"/>
                  </a:moveTo>
                  <a:cubicBezTo>
                    <a:pt x="114" y="0"/>
                    <a:pt x="0" y="107"/>
                    <a:pt x="0" y="244"/>
                  </a:cubicBezTo>
                  <a:cubicBezTo>
                    <a:pt x="0" y="387"/>
                    <a:pt x="114" y="494"/>
                    <a:pt x="251" y="494"/>
                  </a:cubicBezTo>
                  <a:cubicBezTo>
                    <a:pt x="387" y="494"/>
                    <a:pt x="501" y="387"/>
                    <a:pt x="501" y="244"/>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8"/>
            <p:cNvSpPr/>
            <p:nvPr/>
          </p:nvSpPr>
          <p:spPr>
            <a:xfrm>
              <a:off x="951850" y="2851025"/>
              <a:ext cx="12600" cy="12350"/>
            </a:xfrm>
            <a:custGeom>
              <a:avLst/>
              <a:gdLst/>
              <a:ahLst/>
              <a:cxnLst/>
              <a:rect l="l" t="t" r="r" b="b"/>
              <a:pathLst>
                <a:path w="504" h="494" extrusionOk="0">
                  <a:moveTo>
                    <a:pt x="252" y="0"/>
                  </a:moveTo>
                  <a:cubicBezTo>
                    <a:pt x="116" y="0"/>
                    <a:pt x="1" y="107"/>
                    <a:pt x="1" y="244"/>
                  </a:cubicBezTo>
                  <a:cubicBezTo>
                    <a:pt x="1" y="387"/>
                    <a:pt x="116" y="494"/>
                    <a:pt x="252" y="494"/>
                  </a:cubicBezTo>
                  <a:cubicBezTo>
                    <a:pt x="388" y="494"/>
                    <a:pt x="503" y="387"/>
                    <a:pt x="503" y="244"/>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8"/>
            <p:cNvSpPr/>
            <p:nvPr/>
          </p:nvSpPr>
          <p:spPr>
            <a:xfrm>
              <a:off x="1043825" y="2851025"/>
              <a:ext cx="12375" cy="12350"/>
            </a:xfrm>
            <a:custGeom>
              <a:avLst/>
              <a:gdLst/>
              <a:ahLst/>
              <a:cxnLst/>
              <a:rect l="l" t="t" r="r" b="b"/>
              <a:pathLst>
                <a:path w="495" h="494" extrusionOk="0">
                  <a:moveTo>
                    <a:pt x="250" y="0"/>
                  </a:moveTo>
                  <a:cubicBezTo>
                    <a:pt x="107" y="0"/>
                    <a:pt x="0" y="107"/>
                    <a:pt x="0" y="244"/>
                  </a:cubicBezTo>
                  <a:cubicBezTo>
                    <a:pt x="0" y="387"/>
                    <a:pt x="107" y="494"/>
                    <a:pt x="250" y="494"/>
                  </a:cubicBezTo>
                  <a:cubicBezTo>
                    <a:pt x="388" y="494"/>
                    <a:pt x="494" y="387"/>
                    <a:pt x="494" y="244"/>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8"/>
            <p:cNvSpPr/>
            <p:nvPr/>
          </p:nvSpPr>
          <p:spPr>
            <a:xfrm>
              <a:off x="1135575" y="2851025"/>
              <a:ext cx="12575" cy="12350"/>
            </a:xfrm>
            <a:custGeom>
              <a:avLst/>
              <a:gdLst/>
              <a:ahLst/>
              <a:cxnLst/>
              <a:rect l="l" t="t" r="r" b="b"/>
              <a:pathLst>
                <a:path w="503" h="494" extrusionOk="0">
                  <a:moveTo>
                    <a:pt x="252" y="0"/>
                  </a:moveTo>
                  <a:cubicBezTo>
                    <a:pt x="116" y="0"/>
                    <a:pt x="0" y="107"/>
                    <a:pt x="0" y="244"/>
                  </a:cubicBezTo>
                  <a:cubicBezTo>
                    <a:pt x="0" y="387"/>
                    <a:pt x="116" y="494"/>
                    <a:pt x="252" y="494"/>
                  </a:cubicBezTo>
                  <a:cubicBezTo>
                    <a:pt x="387" y="494"/>
                    <a:pt x="503" y="387"/>
                    <a:pt x="503" y="244"/>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8"/>
            <p:cNvSpPr/>
            <p:nvPr/>
          </p:nvSpPr>
          <p:spPr>
            <a:xfrm>
              <a:off x="1227500" y="2851025"/>
              <a:ext cx="12400" cy="12350"/>
            </a:xfrm>
            <a:custGeom>
              <a:avLst/>
              <a:gdLst/>
              <a:ahLst/>
              <a:cxnLst/>
              <a:rect l="l" t="t" r="r" b="b"/>
              <a:pathLst>
                <a:path w="496" h="494" extrusionOk="0">
                  <a:moveTo>
                    <a:pt x="251" y="0"/>
                  </a:moveTo>
                  <a:cubicBezTo>
                    <a:pt x="109" y="0"/>
                    <a:pt x="0" y="107"/>
                    <a:pt x="0" y="244"/>
                  </a:cubicBezTo>
                  <a:cubicBezTo>
                    <a:pt x="0" y="387"/>
                    <a:pt x="109" y="494"/>
                    <a:pt x="251" y="494"/>
                  </a:cubicBezTo>
                  <a:cubicBezTo>
                    <a:pt x="387" y="494"/>
                    <a:pt x="496" y="387"/>
                    <a:pt x="496" y="244"/>
                  </a:cubicBezTo>
                  <a:cubicBezTo>
                    <a:pt x="496"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8"/>
            <p:cNvSpPr/>
            <p:nvPr/>
          </p:nvSpPr>
          <p:spPr>
            <a:xfrm>
              <a:off x="1319275" y="2851025"/>
              <a:ext cx="12550" cy="12350"/>
            </a:xfrm>
            <a:custGeom>
              <a:avLst/>
              <a:gdLst/>
              <a:ahLst/>
              <a:cxnLst/>
              <a:rect l="l" t="t" r="r" b="b"/>
              <a:pathLst>
                <a:path w="502" h="494" extrusionOk="0">
                  <a:moveTo>
                    <a:pt x="252" y="0"/>
                  </a:moveTo>
                  <a:cubicBezTo>
                    <a:pt x="114" y="0"/>
                    <a:pt x="1" y="107"/>
                    <a:pt x="1" y="244"/>
                  </a:cubicBezTo>
                  <a:cubicBezTo>
                    <a:pt x="1" y="387"/>
                    <a:pt x="114" y="494"/>
                    <a:pt x="252" y="494"/>
                  </a:cubicBezTo>
                  <a:cubicBezTo>
                    <a:pt x="388" y="494"/>
                    <a:pt x="501" y="387"/>
                    <a:pt x="501" y="244"/>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8"/>
            <p:cNvSpPr/>
            <p:nvPr/>
          </p:nvSpPr>
          <p:spPr>
            <a:xfrm>
              <a:off x="1411200" y="2851025"/>
              <a:ext cx="12425" cy="12350"/>
            </a:xfrm>
            <a:custGeom>
              <a:avLst/>
              <a:gdLst/>
              <a:ahLst/>
              <a:cxnLst/>
              <a:rect l="l" t="t" r="r" b="b"/>
              <a:pathLst>
                <a:path w="497" h="494" extrusionOk="0">
                  <a:moveTo>
                    <a:pt x="245" y="0"/>
                  </a:moveTo>
                  <a:cubicBezTo>
                    <a:pt x="109" y="0"/>
                    <a:pt x="1" y="107"/>
                    <a:pt x="1" y="244"/>
                  </a:cubicBezTo>
                  <a:cubicBezTo>
                    <a:pt x="1" y="387"/>
                    <a:pt x="109" y="494"/>
                    <a:pt x="245" y="494"/>
                  </a:cubicBezTo>
                  <a:cubicBezTo>
                    <a:pt x="388" y="494"/>
                    <a:pt x="496" y="387"/>
                    <a:pt x="496" y="244"/>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8"/>
            <p:cNvSpPr/>
            <p:nvPr/>
          </p:nvSpPr>
          <p:spPr>
            <a:xfrm>
              <a:off x="1503000" y="2851025"/>
              <a:ext cx="12525" cy="12350"/>
            </a:xfrm>
            <a:custGeom>
              <a:avLst/>
              <a:gdLst/>
              <a:ahLst/>
              <a:cxnLst/>
              <a:rect l="l" t="t" r="r" b="b"/>
              <a:pathLst>
                <a:path w="501" h="494" extrusionOk="0">
                  <a:moveTo>
                    <a:pt x="250" y="0"/>
                  </a:moveTo>
                  <a:cubicBezTo>
                    <a:pt x="114" y="0"/>
                    <a:pt x="0" y="107"/>
                    <a:pt x="0" y="244"/>
                  </a:cubicBezTo>
                  <a:cubicBezTo>
                    <a:pt x="0" y="387"/>
                    <a:pt x="114" y="494"/>
                    <a:pt x="250" y="494"/>
                  </a:cubicBezTo>
                  <a:cubicBezTo>
                    <a:pt x="387" y="494"/>
                    <a:pt x="501" y="387"/>
                    <a:pt x="501" y="244"/>
                  </a:cubicBezTo>
                  <a:cubicBezTo>
                    <a:pt x="501" y="107"/>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8"/>
            <p:cNvSpPr/>
            <p:nvPr/>
          </p:nvSpPr>
          <p:spPr>
            <a:xfrm>
              <a:off x="1594750" y="2851025"/>
              <a:ext cx="12575" cy="12350"/>
            </a:xfrm>
            <a:custGeom>
              <a:avLst/>
              <a:gdLst/>
              <a:ahLst/>
              <a:cxnLst/>
              <a:rect l="l" t="t" r="r" b="b"/>
              <a:pathLst>
                <a:path w="503" h="494" extrusionOk="0">
                  <a:moveTo>
                    <a:pt x="251" y="0"/>
                  </a:moveTo>
                  <a:cubicBezTo>
                    <a:pt x="115" y="0"/>
                    <a:pt x="0" y="107"/>
                    <a:pt x="0" y="244"/>
                  </a:cubicBezTo>
                  <a:cubicBezTo>
                    <a:pt x="0" y="387"/>
                    <a:pt x="115" y="494"/>
                    <a:pt x="251" y="494"/>
                  </a:cubicBezTo>
                  <a:cubicBezTo>
                    <a:pt x="394" y="494"/>
                    <a:pt x="503" y="387"/>
                    <a:pt x="503" y="244"/>
                  </a:cubicBezTo>
                  <a:cubicBezTo>
                    <a:pt x="503" y="107"/>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8"/>
            <p:cNvSpPr/>
            <p:nvPr/>
          </p:nvSpPr>
          <p:spPr>
            <a:xfrm>
              <a:off x="1686650" y="2851025"/>
              <a:ext cx="12600" cy="12350"/>
            </a:xfrm>
            <a:custGeom>
              <a:avLst/>
              <a:gdLst/>
              <a:ahLst/>
              <a:cxnLst/>
              <a:rect l="l" t="t" r="r" b="b"/>
              <a:pathLst>
                <a:path w="504" h="494" extrusionOk="0">
                  <a:moveTo>
                    <a:pt x="252" y="0"/>
                  </a:moveTo>
                  <a:cubicBezTo>
                    <a:pt x="116" y="0"/>
                    <a:pt x="1" y="107"/>
                    <a:pt x="1" y="244"/>
                  </a:cubicBezTo>
                  <a:cubicBezTo>
                    <a:pt x="1" y="387"/>
                    <a:pt x="116" y="494"/>
                    <a:pt x="252" y="494"/>
                  </a:cubicBezTo>
                  <a:cubicBezTo>
                    <a:pt x="388" y="494"/>
                    <a:pt x="503" y="387"/>
                    <a:pt x="503" y="244"/>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8"/>
            <p:cNvSpPr/>
            <p:nvPr/>
          </p:nvSpPr>
          <p:spPr>
            <a:xfrm>
              <a:off x="1778450" y="2851025"/>
              <a:ext cx="12550" cy="12350"/>
            </a:xfrm>
            <a:custGeom>
              <a:avLst/>
              <a:gdLst/>
              <a:ahLst/>
              <a:cxnLst/>
              <a:rect l="l" t="t" r="r" b="b"/>
              <a:pathLst>
                <a:path w="502" h="494" extrusionOk="0">
                  <a:moveTo>
                    <a:pt x="252" y="0"/>
                  </a:moveTo>
                  <a:cubicBezTo>
                    <a:pt x="114" y="0"/>
                    <a:pt x="1" y="107"/>
                    <a:pt x="1" y="244"/>
                  </a:cubicBezTo>
                  <a:cubicBezTo>
                    <a:pt x="1" y="387"/>
                    <a:pt x="114" y="494"/>
                    <a:pt x="252" y="494"/>
                  </a:cubicBezTo>
                  <a:cubicBezTo>
                    <a:pt x="388" y="494"/>
                    <a:pt x="501" y="387"/>
                    <a:pt x="501" y="244"/>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8"/>
            <p:cNvSpPr/>
            <p:nvPr/>
          </p:nvSpPr>
          <p:spPr>
            <a:xfrm>
              <a:off x="1870375" y="2851025"/>
              <a:ext cx="12400" cy="12350"/>
            </a:xfrm>
            <a:custGeom>
              <a:avLst/>
              <a:gdLst/>
              <a:ahLst/>
              <a:cxnLst/>
              <a:rect l="l" t="t" r="r" b="b"/>
              <a:pathLst>
                <a:path w="496" h="494" extrusionOk="0">
                  <a:moveTo>
                    <a:pt x="252" y="0"/>
                  </a:moveTo>
                  <a:cubicBezTo>
                    <a:pt x="109" y="0"/>
                    <a:pt x="0" y="107"/>
                    <a:pt x="0" y="244"/>
                  </a:cubicBezTo>
                  <a:cubicBezTo>
                    <a:pt x="0" y="387"/>
                    <a:pt x="109" y="494"/>
                    <a:pt x="252" y="494"/>
                  </a:cubicBezTo>
                  <a:cubicBezTo>
                    <a:pt x="387" y="494"/>
                    <a:pt x="496" y="387"/>
                    <a:pt x="496" y="244"/>
                  </a:cubicBezTo>
                  <a:cubicBezTo>
                    <a:pt x="496"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8"/>
            <p:cNvSpPr/>
            <p:nvPr/>
          </p:nvSpPr>
          <p:spPr>
            <a:xfrm>
              <a:off x="1962150" y="2851025"/>
              <a:ext cx="12550" cy="12350"/>
            </a:xfrm>
            <a:custGeom>
              <a:avLst/>
              <a:gdLst/>
              <a:ahLst/>
              <a:cxnLst/>
              <a:rect l="l" t="t" r="r" b="b"/>
              <a:pathLst>
                <a:path w="502" h="494" extrusionOk="0">
                  <a:moveTo>
                    <a:pt x="250" y="0"/>
                  </a:moveTo>
                  <a:cubicBezTo>
                    <a:pt x="114" y="0"/>
                    <a:pt x="1" y="107"/>
                    <a:pt x="1" y="244"/>
                  </a:cubicBezTo>
                  <a:cubicBezTo>
                    <a:pt x="1" y="387"/>
                    <a:pt x="114" y="494"/>
                    <a:pt x="250" y="494"/>
                  </a:cubicBezTo>
                  <a:cubicBezTo>
                    <a:pt x="388" y="494"/>
                    <a:pt x="502" y="387"/>
                    <a:pt x="502" y="244"/>
                  </a:cubicBezTo>
                  <a:cubicBezTo>
                    <a:pt x="502"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8"/>
            <p:cNvSpPr/>
            <p:nvPr/>
          </p:nvSpPr>
          <p:spPr>
            <a:xfrm>
              <a:off x="2054075" y="2851025"/>
              <a:ext cx="12425" cy="12350"/>
            </a:xfrm>
            <a:custGeom>
              <a:avLst/>
              <a:gdLst/>
              <a:ahLst/>
              <a:cxnLst/>
              <a:rect l="l" t="t" r="r" b="b"/>
              <a:pathLst>
                <a:path w="497" h="494" extrusionOk="0">
                  <a:moveTo>
                    <a:pt x="252" y="0"/>
                  </a:moveTo>
                  <a:cubicBezTo>
                    <a:pt x="109" y="0"/>
                    <a:pt x="1" y="107"/>
                    <a:pt x="1" y="244"/>
                  </a:cubicBezTo>
                  <a:cubicBezTo>
                    <a:pt x="1" y="387"/>
                    <a:pt x="109" y="494"/>
                    <a:pt x="252" y="494"/>
                  </a:cubicBezTo>
                  <a:cubicBezTo>
                    <a:pt x="388" y="494"/>
                    <a:pt x="496" y="387"/>
                    <a:pt x="496" y="244"/>
                  </a:cubicBezTo>
                  <a:cubicBezTo>
                    <a:pt x="496"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8"/>
            <p:cNvSpPr/>
            <p:nvPr/>
          </p:nvSpPr>
          <p:spPr>
            <a:xfrm>
              <a:off x="2145825" y="2851025"/>
              <a:ext cx="12600" cy="12350"/>
            </a:xfrm>
            <a:custGeom>
              <a:avLst/>
              <a:gdLst/>
              <a:ahLst/>
              <a:cxnLst/>
              <a:rect l="l" t="t" r="r" b="b"/>
              <a:pathLst>
                <a:path w="504" h="494" extrusionOk="0">
                  <a:moveTo>
                    <a:pt x="252" y="0"/>
                  </a:moveTo>
                  <a:cubicBezTo>
                    <a:pt x="116" y="0"/>
                    <a:pt x="1" y="107"/>
                    <a:pt x="1" y="244"/>
                  </a:cubicBezTo>
                  <a:cubicBezTo>
                    <a:pt x="1" y="387"/>
                    <a:pt x="116" y="494"/>
                    <a:pt x="252" y="494"/>
                  </a:cubicBezTo>
                  <a:cubicBezTo>
                    <a:pt x="388" y="494"/>
                    <a:pt x="503" y="387"/>
                    <a:pt x="503" y="244"/>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8"/>
            <p:cNvSpPr/>
            <p:nvPr/>
          </p:nvSpPr>
          <p:spPr>
            <a:xfrm>
              <a:off x="2237800" y="2851025"/>
              <a:ext cx="12350" cy="12350"/>
            </a:xfrm>
            <a:custGeom>
              <a:avLst/>
              <a:gdLst/>
              <a:ahLst/>
              <a:cxnLst/>
              <a:rect l="l" t="t" r="r" b="b"/>
              <a:pathLst>
                <a:path w="494" h="494" extrusionOk="0">
                  <a:moveTo>
                    <a:pt x="244" y="0"/>
                  </a:moveTo>
                  <a:cubicBezTo>
                    <a:pt x="107" y="0"/>
                    <a:pt x="0" y="107"/>
                    <a:pt x="0" y="244"/>
                  </a:cubicBezTo>
                  <a:cubicBezTo>
                    <a:pt x="0" y="387"/>
                    <a:pt x="107" y="494"/>
                    <a:pt x="244" y="494"/>
                  </a:cubicBezTo>
                  <a:cubicBezTo>
                    <a:pt x="387" y="494"/>
                    <a:pt x="494" y="387"/>
                    <a:pt x="494" y="244"/>
                  </a:cubicBezTo>
                  <a:cubicBezTo>
                    <a:pt x="494" y="107"/>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8"/>
            <p:cNvSpPr/>
            <p:nvPr/>
          </p:nvSpPr>
          <p:spPr>
            <a:xfrm>
              <a:off x="2329550" y="2851025"/>
              <a:ext cx="12575" cy="12350"/>
            </a:xfrm>
            <a:custGeom>
              <a:avLst/>
              <a:gdLst/>
              <a:ahLst/>
              <a:cxnLst/>
              <a:rect l="l" t="t" r="r" b="b"/>
              <a:pathLst>
                <a:path w="503" h="494" extrusionOk="0">
                  <a:moveTo>
                    <a:pt x="251" y="0"/>
                  </a:moveTo>
                  <a:cubicBezTo>
                    <a:pt x="115" y="0"/>
                    <a:pt x="0" y="107"/>
                    <a:pt x="0" y="244"/>
                  </a:cubicBezTo>
                  <a:cubicBezTo>
                    <a:pt x="0" y="387"/>
                    <a:pt x="115" y="494"/>
                    <a:pt x="251" y="494"/>
                  </a:cubicBezTo>
                  <a:cubicBezTo>
                    <a:pt x="387" y="494"/>
                    <a:pt x="502" y="387"/>
                    <a:pt x="502" y="244"/>
                  </a:cubicBezTo>
                  <a:cubicBezTo>
                    <a:pt x="502"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8"/>
            <p:cNvSpPr/>
            <p:nvPr/>
          </p:nvSpPr>
          <p:spPr>
            <a:xfrm>
              <a:off x="2421325" y="2851025"/>
              <a:ext cx="12550" cy="12350"/>
            </a:xfrm>
            <a:custGeom>
              <a:avLst/>
              <a:gdLst/>
              <a:ahLst/>
              <a:cxnLst/>
              <a:rect l="l" t="t" r="r" b="b"/>
              <a:pathLst>
                <a:path w="502" h="494" extrusionOk="0">
                  <a:moveTo>
                    <a:pt x="250" y="0"/>
                  </a:moveTo>
                  <a:cubicBezTo>
                    <a:pt x="114" y="0"/>
                    <a:pt x="1" y="107"/>
                    <a:pt x="1" y="244"/>
                  </a:cubicBezTo>
                  <a:cubicBezTo>
                    <a:pt x="1" y="387"/>
                    <a:pt x="114" y="494"/>
                    <a:pt x="250" y="494"/>
                  </a:cubicBezTo>
                  <a:cubicBezTo>
                    <a:pt x="395" y="494"/>
                    <a:pt x="501" y="387"/>
                    <a:pt x="501" y="244"/>
                  </a:cubicBezTo>
                  <a:cubicBezTo>
                    <a:pt x="501" y="107"/>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8"/>
            <p:cNvSpPr/>
            <p:nvPr/>
          </p:nvSpPr>
          <p:spPr>
            <a:xfrm>
              <a:off x="2513250" y="2851025"/>
              <a:ext cx="12575" cy="12350"/>
            </a:xfrm>
            <a:custGeom>
              <a:avLst/>
              <a:gdLst/>
              <a:ahLst/>
              <a:cxnLst/>
              <a:rect l="l" t="t" r="r" b="b"/>
              <a:pathLst>
                <a:path w="503" h="494" extrusionOk="0">
                  <a:moveTo>
                    <a:pt x="252" y="0"/>
                  </a:moveTo>
                  <a:cubicBezTo>
                    <a:pt x="109" y="0"/>
                    <a:pt x="0" y="107"/>
                    <a:pt x="0" y="244"/>
                  </a:cubicBezTo>
                  <a:cubicBezTo>
                    <a:pt x="0" y="387"/>
                    <a:pt x="109" y="494"/>
                    <a:pt x="252" y="494"/>
                  </a:cubicBezTo>
                  <a:cubicBezTo>
                    <a:pt x="388" y="494"/>
                    <a:pt x="503" y="387"/>
                    <a:pt x="503" y="244"/>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8"/>
            <p:cNvSpPr/>
            <p:nvPr/>
          </p:nvSpPr>
          <p:spPr>
            <a:xfrm>
              <a:off x="2605000" y="2851025"/>
              <a:ext cx="12575" cy="12350"/>
            </a:xfrm>
            <a:custGeom>
              <a:avLst/>
              <a:gdLst/>
              <a:ahLst/>
              <a:cxnLst/>
              <a:rect l="l" t="t" r="r" b="b"/>
              <a:pathLst>
                <a:path w="503" h="494" extrusionOk="0">
                  <a:moveTo>
                    <a:pt x="252" y="0"/>
                  </a:moveTo>
                  <a:cubicBezTo>
                    <a:pt x="116" y="0"/>
                    <a:pt x="0" y="107"/>
                    <a:pt x="0" y="244"/>
                  </a:cubicBezTo>
                  <a:cubicBezTo>
                    <a:pt x="0" y="387"/>
                    <a:pt x="116" y="494"/>
                    <a:pt x="252" y="494"/>
                  </a:cubicBezTo>
                  <a:cubicBezTo>
                    <a:pt x="387" y="494"/>
                    <a:pt x="503" y="387"/>
                    <a:pt x="503" y="244"/>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8"/>
            <p:cNvSpPr/>
            <p:nvPr/>
          </p:nvSpPr>
          <p:spPr>
            <a:xfrm>
              <a:off x="2696950" y="2851025"/>
              <a:ext cx="12375" cy="12350"/>
            </a:xfrm>
            <a:custGeom>
              <a:avLst/>
              <a:gdLst/>
              <a:ahLst/>
              <a:cxnLst/>
              <a:rect l="l" t="t" r="r" b="b"/>
              <a:pathLst>
                <a:path w="495" h="494" extrusionOk="0">
                  <a:moveTo>
                    <a:pt x="252" y="0"/>
                  </a:moveTo>
                  <a:cubicBezTo>
                    <a:pt x="108" y="0"/>
                    <a:pt x="1" y="107"/>
                    <a:pt x="1" y="244"/>
                  </a:cubicBezTo>
                  <a:cubicBezTo>
                    <a:pt x="1" y="387"/>
                    <a:pt x="108" y="494"/>
                    <a:pt x="252" y="494"/>
                  </a:cubicBezTo>
                  <a:cubicBezTo>
                    <a:pt x="388" y="494"/>
                    <a:pt x="495" y="387"/>
                    <a:pt x="495" y="244"/>
                  </a:cubicBezTo>
                  <a:cubicBezTo>
                    <a:pt x="495"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8"/>
            <p:cNvSpPr/>
            <p:nvPr/>
          </p:nvSpPr>
          <p:spPr>
            <a:xfrm>
              <a:off x="2788700" y="2851025"/>
              <a:ext cx="12600" cy="12350"/>
            </a:xfrm>
            <a:custGeom>
              <a:avLst/>
              <a:gdLst/>
              <a:ahLst/>
              <a:cxnLst/>
              <a:rect l="l" t="t" r="r" b="b"/>
              <a:pathLst>
                <a:path w="504" h="494" extrusionOk="0">
                  <a:moveTo>
                    <a:pt x="252" y="0"/>
                  </a:moveTo>
                  <a:cubicBezTo>
                    <a:pt x="116" y="0"/>
                    <a:pt x="1" y="107"/>
                    <a:pt x="1" y="244"/>
                  </a:cubicBezTo>
                  <a:cubicBezTo>
                    <a:pt x="1" y="387"/>
                    <a:pt x="116" y="494"/>
                    <a:pt x="252" y="494"/>
                  </a:cubicBezTo>
                  <a:cubicBezTo>
                    <a:pt x="388" y="494"/>
                    <a:pt x="503" y="387"/>
                    <a:pt x="503" y="244"/>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8"/>
            <p:cNvSpPr/>
            <p:nvPr/>
          </p:nvSpPr>
          <p:spPr>
            <a:xfrm>
              <a:off x="2880675" y="2851025"/>
              <a:ext cx="12375" cy="12350"/>
            </a:xfrm>
            <a:custGeom>
              <a:avLst/>
              <a:gdLst/>
              <a:ahLst/>
              <a:cxnLst/>
              <a:rect l="l" t="t" r="r" b="b"/>
              <a:pathLst>
                <a:path w="495" h="494" extrusionOk="0">
                  <a:moveTo>
                    <a:pt x="243" y="0"/>
                  </a:moveTo>
                  <a:cubicBezTo>
                    <a:pt x="107" y="0"/>
                    <a:pt x="0" y="107"/>
                    <a:pt x="0" y="244"/>
                  </a:cubicBezTo>
                  <a:cubicBezTo>
                    <a:pt x="0" y="387"/>
                    <a:pt x="107" y="494"/>
                    <a:pt x="243" y="494"/>
                  </a:cubicBezTo>
                  <a:cubicBezTo>
                    <a:pt x="387" y="494"/>
                    <a:pt x="494" y="387"/>
                    <a:pt x="494" y="244"/>
                  </a:cubicBezTo>
                  <a:cubicBezTo>
                    <a:pt x="494" y="107"/>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8"/>
            <p:cNvSpPr/>
            <p:nvPr/>
          </p:nvSpPr>
          <p:spPr>
            <a:xfrm>
              <a:off x="2972425" y="2851025"/>
              <a:ext cx="12575" cy="12350"/>
            </a:xfrm>
            <a:custGeom>
              <a:avLst/>
              <a:gdLst/>
              <a:ahLst/>
              <a:cxnLst/>
              <a:rect l="l" t="t" r="r" b="b"/>
              <a:pathLst>
                <a:path w="503" h="494" extrusionOk="0">
                  <a:moveTo>
                    <a:pt x="251" y="0"/>
                  </a:moveTo>
                  <a:cubicBezTo>
                    <a:pt x="115" y="0"/>
                    <a:pt x="0" y="107"/>
                    <a:pt x="0" y="244"/>
                  </a:cubicBezTo>
                  <a:cubicBezTo>
                    <a:pt x="0" y="387"/>
                    <a:pt x="115" y="494"/>
                    <a:pt x="251" y="494"/>
                  </a:cubicBezTo>
                  <a:cubicBezTo>
                    <a:pt x="387" y="494"/>
                    <a:pt x="503" y="387"/>
                    <a:pt x="503" y="244"/>
                  </a:cubicBezTo>
                  <a:cubicBezTo>
                    <a:pt x="503"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8"/>
            <p:cNvSpPr/>
            <p:nvPr/>
          </p:nvSpPr>
          <p:spPr>
            <a:xfrm>
              <a:off x="3064375" y="2851025"/>
              <a:ext cx="12375" cy="12350"/>
            </a:xfrm>
            <a:custGeom>
              <a:avLst/>
              <a:gdLst/>
              <a:ahLst/>
              <a:cxnLst/>
              <a:rect l="l" t="t" r="r" b="b"/>
              <a:pathLst>
                <a:path w="495" h="494" extrusionOk="0">
                  <a:moveTo>
                    <a:pt x="243" y="0"/>
                  </a:moveTo>
                  <a:cubicBezTo>
                    <a:pt x="107" y="0"/>
                    <a:pt x="1" y="107"/>
                    <a:pt x="1" y="244"/>
                  </a:cubicBezTo>
                  <a:cubicBezTo>
                    <a:pt x="1" y="387"/>
                    <a:pt x="107" y="494"/>
                    <a:pt x="243" y="494"/>
                  </a:cubicBezTo>
                  <a:cubicBezTo>
                    <a:pt x="388" y="494"/>
                    <a:pt x="495" y="387"/>
                    <a:pt x="495" y="244"/>
                  </a:cubicBezTo>
                  <a:cubicBezTo>
                    <a:pt x="495" y="107"/>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8"/>
            <p:cNvSpPr/>
            <p:nvPr/>
          </p:nvSpPr>
          <p:spPr>
            <a:xfrm>
              <a:off x="3156125" y="2851025"/>
              <a:ext cx="12600" cy="12350"/>
            </a:xfrm>
            <a:custGeom>
              <a:avLst/>
              <a:gdLst/>
              <a:ahLst/>
              <a:cxnLst/>
              <a:rect l="l" t="t" r="r" b="b"/>
              <a:pathLst>
                <a:path w="504" h="494" extrusionOk="0">
                  <a:moveTo>
                    <a:pt x="252" y="0"/>
                  </a:moveTo>
                  <a:cubicBezTo>
                    <a:pt x="116" y="0"/>
                    <a:pt x="1" y="107"/>
                    <a:pt x="1" y="244"/>
                  </a:cubicBezTo>
                  <a:cubicBezTo>
                    <a:pt x="1" y="387"/>
                    <a:pt x="116" y="494"/>
                    <a:pt x="252" y="494"/>
                  </a:cubicBezTo>
                  <a:cubicBezTo>
                    <a:pt x="388" y="494"/>
                    <a:pt x="503" y="387"/>
                    <a:pt x="503" y="244"/>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8"/>
            <p:cNvSpPr/>
            <p:nvPr/>
          </p:nvSpPr>
          <p:spPr>
            <a:xfrm>
              <a:off x="3247875" y="2851025"/>
              <a:ext cx="12575" cy="12350"/>
            </a:xfrm>
            <a:custGeom>
              <a:avLst/>
              <a:gdLst/>
              <a:ahLst/>
              <a:cxnLst/>
              <a:rect l="l" t="t" r="r" b="b"/>
              <a:pathLst>
                <a:path w="503" h="494" extrusionOk="0">
                  <a:moveTo>
                    <a:pt x="252" y="0"/>
                  </a:moveTo>
                  <a:cubicBezTo>
                    <a:pt x="116" y="0"/>
                    <a:pt x="1" y="107"/>
                    <a:pt x="1" y="244"/>
                  </a:cubicBezTo>
                  <a:cubicBezTo>
                    <a:pt x="1" y="387"/>
                    <a:pt x="116" y="494"/>
                    <a:pt x="252" y="494"/>
                  </a:cubicBezTo>
                  <a:cubicBezTo>
                    <a:pt x="388" y="494"/>
                    <a:pt x="503" y="387"/>
                    <a:pt x="503" y="244"/>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8"/>
            <p:cNvSpPr/>
            <p:nvPr/>
          </p:nvSpPr>
          <p:spPr>
            <a:xfrm>
              <a:off x="3339850" y="2851025"/>
              <a:ext cx="12525" cy="12350"/>
            </a:xfrm>
            <a:custGeom>
              <a:avLst/>
              <a:gdLst/>
              <a:ahLst/>
              <a:cxnLst/>
              <a:rect l="l" t="t" r="r" b="b"/>
              <a:pathLst>
                <a:path w="501" h="494" extrusionOk="0">
                  <a:moveTo>
                    <a:pt x="251" y="0"/>
                  </a:moveTo>
                  <a:cubicBezTo>
                    <a:pt x="107" y="0"/>
                    <a:pt x="0" y="107"/>
                    <a:pt x="0" y="244"/>
                  </a:cubicBezTo>
                  <a:cubicBezTo>
                    <a:pt x="0" y="387"/>
                    <a:pt x="107" y="494"/>
                    <a:pt x="251" y="494"/>
                  </a:cubicBezTo>
                  <a:cubicBezTo>
                    <a:pt x="387" y="494"/>
                    <a:pt x="501" y="387"/>
                    <a:pt x="501" y="244"/>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8"/>
            <p:cNvSpPr/>
            <p:nvPr/>
          </p:nvSpPr>
          <p:spPr>
            <a:xfrm>
              <a:off x="3431575" y="2851025"/>
              <a:ext cx="12600" cy="12350"/>
            </a:xfrm>
            <a:custGeom>
              <a:avLst/>
              <a:gdLst/>
              <a:ahLst/>
              <a:cxnLst/>
              <a:rect l="l" t="t" r="r" b="b"/>
              <a:pathLst>
                <a:path w="504" h="494" extrusionOk="0">
                  <a:moveTo>
                    <a:pt x="252" y="0"/>
                  </a:moveTo>
                  <a:cubicBezTo>
                    <a:pt x="116" y="0"/>
                    <a:pt x="1" y="107"/>
                    <a:pt x="1" y="244"/>
                  </a:cubicBezTo>
                  <a:cubicBezTo>
                    <a:pt x="1" y="387"/>
                    <a:pt x="116" y="494"/>
                    <a:pt x="252" y="494"/>
                  </a:cubicBezTo>
                  <a:cubicBezTo>
                    <a:pt x="388" y="494"/>
                    <a:pt x="503" y="387"/>
                    <a:pt x="503" y="244"/>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8"/>
            <p:cNvSpPr/>
            <p:nvPr/>
          </p:nvSpPr>
          <p:spPr>
            <a:xfrm>
              <a:off x="3523550" y="2851025"/>
              <a:ext cx="12375" cy="12350"/>
            </a:xfrm>
            <a:custGeom>
              <a:avLst/>
              <a:gdLst/>
              <a:ahLst/>
              <a:cxnLst/>
              <a:rect l="l" t="t" r="r" b="b"/>
              <a:pathLst>
                <a:path w="495" h="494" extrusionOk="0">
                  <a:moveTo>
                    <a:pt x="250" y="0"/>
                  </a:moveTo>
                  <a:cubicBezTo>
                    <a:pt x="107" y="0"/>
                    <a:pt x="0" y="107"/>
                    <a:pt x="0" y="244"/>
                  </a:cubicBezTo>
                  <a:cubicBezTo>
                    <a:pt x="0" y="387"/>
                    <a:pt x="107" y="494"/>
                    <a:pt x="250" y="494"/>
                  </a:cubicBezTo>
                  <a:cubicBezTo>
                    <a:pt x="388" y="494"/>
                    <a:pt x="494" y="387"/>
                    <a:pt x="494" y="244"/>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8"/>
            <p:cNvSpPr/>
            <p:nvPr/>
          </p:nvSpPr>
          <p:spPr>
            <a:xfrm>
              <a:off x="676400" y="29427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8"/>
            <p:cNvSpPr/>
            <p:nvPr/>
          </p:nvSpPr>
          <p:spPr>
            <a:xfrm>
              <a:off x="768325" y="2942750"/>
              <a:ext cx="12400" cy="12600"/>
            </a:xfrm>
            <a:custGeom>
              <a:avLst/>
              <a:gdLst/>
              <a:ahLst/>
              <a:cxnLst/>
              <a:rect l="l" t="t" r="r" b="b"/>
              <a:pathLst>
                <a:path w="496" h="504"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8"/>
            <p:cNvSpPr/>
            <p:nvPr/>
          </p:nvSpPr>
          <p:spPr>
            <a:xfrm>
              <a:off x="860125" y="2942750"/>
              <a:ext cx="12525" cy="12600"/>
            </a:xfrm>
            <a:custGeom>
              <a:avLst/>
              <a:gdLst/>
              <a:ahLst/>
              <a:cxnLst/>
              <a:rect l="l" t="t" r="r" b="b"/>
              <a:pathLst>
                <a:path w="501" h="504"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8"/>
            <p:cNvSpPr/>
            <p:nvPr/>
          </p:nvSpPr>
          <p:spPr>
            <a:xfrm>
              <a:off x="951850" y="29427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8"/>
            <p:cNvSpPr/>
            <p:nvPr/>
          </p:nvSpPr>
          <p:spPr>
            <a:xfrm>
              <a:off x="1043825" y="294275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8"/>
            <p:cNvSpPr/>
            <p:nvPr/>
          </p:nvSpPr>
          <p:spPr>
            <a:xfrm>
              <a:off x="1135575" y="294275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8"/>
            <p:cNvSpPr/>
            <p:nvPr/>
          </p:nvSpPr>
          <p:spPr>
            <a:xfrm>
              <a:off x="1227500" y="2942750"/>
              <a:ext cx="12400" cy="12600"/>
            </a:xfrm>
            <a:custGeom>
              <a:avLst/>
              <a:gdLst/>
              <a:ahLst/>
              <a:cxnLst/>
              <a:rect l="l" t="t" r="r" b="b"/>
              <a:pathLst>
                <a:path w="496" h="504"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8"/>
            <p:cNvSpPr/>
            <p:nvPr/>
          </p:nvSpPr>
          <p:spPr>
            <a:xfrm>
              <a:off x="1319275" y="294275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8"/>
            <p:cNvSpPr/>
            <p:nvPr/>
          </p:nvSpPr>
          <p:spPr>
            <a:xfrm>
              <a:off x="1411200" y="2942750"/>
              <a:ext cx="12425" cy="12600"/>
            </a:xfrm>
            <a:custGeom>
              <a:avLst/>
              <a:gdLst/>
              <a:ahLst/>
              <a:cxnLst/>
              <a:rect l="l" t="t" r="r" b="b"/>
              <a:pathLst>
                <a:path w="497" h="504"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8"/>
            <p:cNvSpPr/>
            <p:nvPr/>
          </p:nvSpPr>
          <p:spPr>
            <a:xfrm>
              <a:off x="1503000" y="2942750"/>
              <a:ext cx="12525" cy="12600"/>
            </a:xfrm>
            <a:custGeom>
              <a:avLst/>
              <a:gdLst/>
              <a:ahLst/>
              <a:cxnLst/>
              <a:rect l="l" t="t" r="r" b="b"/>
              <a:pathLst>
                <a:path w="501" h="504"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8"/>
            <p:cNvSpPr/>
            <p:nvPr/>
          </p:nvSpPr>
          <p:spPr>
            <a:xfrm>
              <a:off x="1594750" y="294275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8"/>
            <p:cNvSpPr/>
            <p:nvPr/>
          </p:nvSpPr>
          <p:spPr>
            <a:xfrm>
              <a:off x="1686650" y="29427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8"/>
            <p:cNvSpPr/>
            <p:nvPr/>
          </p:nvSpPr>
          <p:spPr>
            <a:xfrm>
              <a:off x="1778450" y="294275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8"/>
            <p:cNvSpPr/>
            <p:nvPr/>
          </p:nvSpPr>
          <p:spPr>
            <a:xfrm>
              <a:off x="1870375" y="2942750"/>
              <a:ext cx="12400" cy="12600"/>
            </a:xfrm>
            <a:custGeom>
              <a:avLst/>
              <a:gdLst/>
              <a:ahLst/>
              <a:cxnLst/>
              <a:rect l="l" t="t" r="r" b="b"/>
              <a:pathLst>
                <a:path w="496" h="504"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8"/>
            <p:cNvSpPr/>
            <p:nvPr/>
          </p:nvSpPr>
          <p:spPr>
            <a:xfrm>
              <a:off x="1962150" y="294275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8"/>
            <p:cNvSpPr/>
            <p:nvPr/>
          </p:nvSpPr>
          <p:spPr>
            <a:xfrm>
              <a:off x="2054075" y="2942750"/>
              <a:ext cx="12425" cy="12600"/>
            </a:xfrm>
            <a:custGeom>
              <a:avLst/>
              <a:gdLst/>
              <a:ahLst/>
              <a:cxnLst/>
              <a:rect l="l" t="t" r="r" b="b"/>
              <a:pathLst>
                <a:path w="497" h="504"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8"/>
            <p:cNvSpPr/>
            <p:nvPr/>
          </p:nvSpPr>
          <p:spPr>
            <a:xfrm>
              <a:off x="2145825" y="29427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8"/>
            <p:cNvSpPr/>
            <p:nvPr/>
          </p:nvSpPr>
          <p:spPr>
            <a:xfrm>
              <a:off x="2237800" y="2942750"/>
              <a:ext cx="12350" cy="12600"/>
            </a:xfrm>
            <a:custGeom>
              <a:avLst/>
              <a:gdLst/>
              <a:ahLst/>
              <a:cxnLst/>
              <a:rect l="l" t="t" r="r" b="b"/>
              <a:pathLst>
                <a:path w="494" h="504"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8"/>
            <p:cNvSpPr/>
            <p:nvPr/>
          </p:nvSpPr>
          <p:spPr>
            <a:xfrm>
              <a:off x="2329550" y="294275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8"/>
            <p:cNvSpPr/>
            <p:nvPr/>
          </p:nvSpPr>
          <p:spPr>
            <a:xfrm>
              <a:off x="2421325" y="294275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8"/>
            <p:cNvSpPr/>
            <p:nvPr/>
          </p:nvSpPr>
          <p:spPr>
            <a:xfrm>
              <a:off x="2513250" y="2942750"/>
              <a:ext cx="12575" cy="12600"/>
            </a:xfrm>
            <a:custGeom>
              <a:avLst/>
              <a:gdLst/>
              <a:ahLst/>
              <a:cxnLst/>
              <a:rect l="l" t="t" r="r" b="b"/>
              <a:pathLst>
                <a:path w="503" h="504"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8"/>
            <p:cNvSpPr/>
            <p:nvPr/>
          </p:nvSpPr>
          <p:spPr>
            <a:xfrm>
              <a:off x="2605000" y="294275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8"/>
            <p:cNvSpPr/>
            <p:nvPr/>
          </p:nvSpPr>
          <p:spPr>
            <a:xfrm>
              <a:off x="2696950" y="2942750"/>
              <a:ext cx="12375" cy="12600"/>
            </a:xfrm>
            <a:custGeom>
              <a:avLst/>
              <a:gdLst/>
              <a:ahLst/>
              <a:cxnLst/>
              <a:rect l="l" t="t" r="r" b="b"/>
              <a:pathLst>
                <a:path w="495" h="504"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8"/>
            <p:cNvSpPr/>
            <p:nvPr/>
          </p:nvSpPr>
          <p:spPr>
            <a:xfrm>
              <a:off x="2788700" y="29427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8"/>
            <p:cNvSpPr/>
            <p:nvPr/>
          </p:nvSpPr>
          <p:spPr>
            <a:xfrm>
              <a:off x="2880675" y="2942750"/>
              <a:ext cx="12375" cy="12600"/>
            </a:xfrm>
            <a:custGeom>
              <a:avLst/>
              <a:gdLst/>
              <a:ahLst/>
              <a:cxnLst/>
              <a:rect l="l" t="t" r="r" b="b"/>
              <a:pathLst>
                <a:path w="495" h="504"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8"/>
            <p:cNvSpPr/>
            <p:nvPr/>
          </p:nvSpPr>
          <p:spPr>
            <a:xfrm>
              <a:off x="2972425" y="294275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8"/>
            <p:cNvSpPr/>
            <p:nvPr/>
          </p:nvSpPr>
          <p:spPr>
            <a:xfrm>
              <a:off x="3064375" y="2942750"/>
              <a:ext cx="12375" cy="12600"/>
            </a:xfrm>
            <a:custGeom>
              <a:avLst/>
              <a:gdLst/>
              <a:ahLst/>
              <a:cxnLst/>
              <a:rect l="l" t="t" r="r" b="b"/>
              <a:pathLst>
                <a:path w="495" h="504"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8"/>
            <p:cNvSpPr/>
            <p:nvPr/>
          </p:nvSpPr>
          <p:spPr>
            <a:xfrm>
              <a:off x="3156125" y="29427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8"/>
            <p:cNvSpPr/>
            <p:nvPr/>
          </p:nvSpPr>
          <p:spPr>
            <a:xfrm>
              <a:off x="3247875" y="2942750"/>
              <a:ext cx="12575" cy="12600"/>
            </a:xfrm>
            <a:custGeom>
              <a:avLst/>
              <a:gdLst/>
              <a:ahLst/>
              <a:cxnLst/>
              <a:rect l="l" t="t" r="r" b="b"/>
              <a:pathLst>
                <a:path w="503"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8"/>
            <p:cNvSpPr/>
            <p:nvPr/>
          </p:nvSpPr>
          <p:spPr>
            <a:xfrm>
              <a:off x="3339850" y="2942750"/>
              <a:ext cx="12525" cy="12600"/>
            </a:xfrm>
            <a:custGeom>
              <a:avLst/>
              <a:gdLst/>
              <a:ahLst/>
              <a:cxnLst/>
              <a:rect l="l" t="t" r="r" b="b"/>
              <a:pathLst>
                <a:path w="501" h="504"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8"/>
            <p:cNvSpPr/>
            <p:nvPr/>
          </p:nvSpPr>
          <p:spPr>
            <a:xfrm>
              <a:off x="3431575" y="29427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8"/>
            <p:cNvSpPr/>
            <p:nvPr/>
          </p:nvSpPr>
          <p:spPr>
            <a:xfrm>
              <a:off x="3523550" y="294275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8"/>
            <p:cNvSpPr/>
            <p:nvPr/>
          </p:nvSpPr>
          <p:spPr>
            <a:xfrm>
              <a:off x="676400" y="3034550"/>
              <a:ext cx="12600" cy="12550"/>
            </a:xfrm>
            <a:custGeom>
              <a:avLst/>
              <a:gdLst/>
              <a:ahLst/>
              <a:cxnLst/>
              <a:rect l="l" t="t" r="r" b="b"/>
              <a:pathLst>
                <a:path w="504" h="502" extrusionOk="0">
                  <a:moveTo>
                    <a:pt x="252" y="1"/>
                  </a:moveTo>
                  <a:cubicBezTo>
                    <a:pt x="116" y="1"/>
                    <a:pt x="1" y="114"/>
                    <a:pt x="1" y="250"/>
                  </a:cubicBezTo>
                  <a:cubicBezTo>
                    <a:pt x="1" y="388"/>
                    <a:pt x="116" y="501"/>
                    <a:pt x="252" y="501"/>
                  </a:cubicBezTo>
                  <a:cubicBezTo>
                    <a:pt x="388" y="501"/>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8"/>
            <p:cNvSpPr/>
            <p:nvPr/>
          </p:nvSpPr>
          <p:spPr>
            <a:xfrm>
              <a:off x="768325" y="3034550"/>
              <a:ext cx="12400" cy="12550"/>
            </a:xfrm>
            <a:custGeom>
              <a:avLst/>
              <a:gdLst/>
              <a:ahLst/>
              <a:cxnLst/>
              <a:rect l="l" t="t" r="r" b="b"/>
              <a:pathLst>
                <a:path w="496" h="502" extrusionOk="0">
                  <a:moveTo>
                    <a:pt x="245" y="1"/>
                  </a:moveTo>
                  <a:cubicBezTo>
                    <a:pt x="109" y="1"/>
                    <a:pt x="0" y="114"/>
                    <a:pt x="0" y="250"/>
                  </a:cubicBezTo>
                  <a:cubicBezTo>
                    <a:pt x="0" y="388"/>
                    <a:pt x="109" y="501"/>
                    <a:pt x="245" y="501"/>
                  </a:cubicBezTo>
                  <a:cubicBezTo>
                    <a:pt x="388" y="501"/>
                    <a:pt x="496" y="388"/>
                    <a:pt x="496" y="250"/>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8"/>
            <p:cNvSpPr/>
            <p:nvPr/>
          </p:nvSpPr>
          <p:spPr>
            <a:xfrm>
              <a:off x="860125" y="3034550"/>
              <a:ext cx="12525" cy="12550"/>
            </a:xfrm>
            <a:custGeom>
              <a:avLst/>
              <a:gdLst/>
              <a:ahLst/>
              <a:cxnLst/>
              <a:rect l="l" t="t" r="r" b="b"/>
              <a:pathLst>
                <a:path w="501" h="502" extrusionOk="0">
                  <a:moveTo>
                    <a:pt x="251" y="1"/>
                  </a:moveTo>
                  <a:cubicBezTo>
                    <a:pt x="114" y="1"/>
                    <a:pt x="0" y="114"/>
                    <a:pt x="0" y="250"/>
                  </a:cubicBezTo>
                  <a:cubicBezTo>
                    <a:pt x="0" y="388"/>
                    <a:pt x="114" y="501"/>
                    <a:pt x="251" y="501"/>
                  </a:cubicBezTo>
                  <a:cubicBezTo>
                    <a:pt x="387" y="501"/>
                    <a:pt x="501" y="388"/>
                    <a:pt x="501" y="250"/>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8"/>
            <p:cNvSpPr/>
            <p:nvPr/>
          </p:nvSpPr>
          <p:spPr>
            <a:xfrm>
              <a:off x="951850" y="3034550"/>
              <a:ext cx="12600" cy="12550"/>
            </a:xfrm>
            <a:custGeom>
              <a:avLst/>
              <a:gdLst/>
              <a:ahLst/>
              <a:cxnLst/>
              <a:rect l="l" t="t" r="r" b="b"/>
              <a:pathLst>
                <a:path w="504" h="502" extrusionOk="0">
                  <a:moveTo>
                    <a:pt x="252" y="1"/>
                  </a:moveTo>
                  <a:cubicBezTo>
                    <a:pt x="116" y="1"/>
                    <a:pt x="1" y="114"/>
                    <a:pt x="1" y="250"/>
                  </a:cubicBezTo>
                  <a:cubicBezTo>
                    <a:pt x="1" y="388"/>
                    <a:pt x="116" y="501"/>
                    <a:pt x="252" y="501"/>
                  </a:cubicBezTo>
                  <a:cubicBezTo>
                    <a:pt x="388" y="501"/>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8"/>
            <p:cNvSpPr/>
            <p:nvPr/>
          </p:nvSpPr>
          <p:spPr>
            <a:xfrm>
              <a:off x="1043825" y="3034550"/>
              <a:ext cx="12375" cy="12550"/>
            </a:xfrm>
            <a:custGeom>
              <a:avLst/>
              <a:gdLst/>
              <a:ahLst/>
              <a:cxnLst/>
              <a:rect l="l" t="t" r="r" b="b"/>
              <a:pathLst>
                <a:path w="495" h="502" extrusionOk="0">
                  <a:moveTo>
                    <a:pt x="250" y="1"/>
                  </a:moveTo>
                  <a:cubicBezTo>
                    <a:pt x="107" y="1"/>
                    <a:pt x="0" y="114"/>
                    <a:pt x="0" y="250"/>
                  </a:cubicBezTo>
                  <a:cubicBezTo>
                    <a:pt x="0" y="388"/>
                    <a:pt x="107" y="501"/>
                    <a:pt x="250" y="501"/>
                  </a:cubicBezTo>
                  <a:cubicBezTo>
                    <a:pt x="388" y="501"/>
                    <a:pt x="494" y="388"/>
                    <a:pt x="494" y="250"/>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8"/>
            <p:cNvSpPr/>
            <p:nvPr/>
          </p:nvSpPr>
          <p:spPr>
            <a:xfrm>
              <a:off x="1135575" y="3034550"/>
              <a:ext cx="12575" cy="12550"/>
            </a:xfrm>
            <a:custGeom>
              <a:avLst/>
              <a:gdLst/>
              <a:ahLst/>
              <a:cxnLst/>
              <a:rect l="l" t="t" r="r" b="b"/>
              <a:pathLst>
                <a:path w="503" h="502" extrusionOk="0">
                  <a:moveTo>
                    <a:pt x="252" y="1"/>
                  </a:moveTo>
                  <a:cubicBezTo>
                    <a:pt x="116" y="1"/>
                    <a:pt x="0" y="114"/>
                    <a:pt x="0" y="250"/>
                  </a:cubicBezTo>
                  <a:cubicBezTo>
                    <a:pt x="0" y="388"/>
                    <a:pt x="116" y="501"/>
                    <a:pt x="252" y="501"/>
                  </a:cubicBezTo>
                  <a:cubicBezTo>
                    <a:pt x="387" y="501"/>
                    <a:pt x="503" y="388"/>
                    <a:pt x="503" y="250"/>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8"/>
            <p:cNvSpPr/>
            <p:nvPr/>
          </p:nvSpPr>
          <p:spPr>
            <a:xfrm>
              <a:off x="1227500" y="3034550"/>
              <a:ext cx="12400" cy="12550"/>
            </a:xfrm>
            <a:custGeom>
              <a:avLst/>
              <a:gdLst/>
              <a:ahLst/>
              <a:cxnLst/>
              <a:rect l="l" t="t" r="r" b="b"/>
              <a:pathLst>
                <a:path w="496" h="502" extrusionOk="0">
                  <a:moveTo>
                    <a:pt x="251" y="1"/>
                  </a:moveTo>
                  <a:cubicBezTo>
                    <a:pt x="109" y="1"/>
                    <a:pt x="0" y="114"/>
                    <a:pt x="0" y="250"/>
                  </a:cubicBezTo>
                  <a:cubicBezTo>
                    <a:pt x="0" y="388"/>
                    <a:pt x="109" y="501"/>
                    <a:pt x="251" y="501"/>
                  </a:cubicBezTo>
                  <a:cubicBezTo>
                    <a:pt x="387" y="501"/>
                    <a:pt x="496" y="388"/>
                    <a:pt x="496" y="250"/>
                  </a:cubicBezTo>
                  <a:cubicBezTo>
                    <a:pt x="496"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8"/>
            <p:cNvSpPr/>
            <p:nvPr/>
          </p:nvSpPr>
          <p:spPr>
            <a:xfrm>
              <a:off x="1319275" y="3034550"/>
              <a:ext cx="12550" cy="12550"/>
            </a:xfrm>
            <a:custGeom>
              <a:avLst/>
              <a:gdLst/>
              <a:ahLst/>
              <a:cxnLst/>
              <a:rect l="l" t="t" r="r" b="b"/>
              <a:pathLst>
                <a:path w="502" h="502" extrusionOk="0">
                  <a:moveTo>
                    <a:pt x="252" y="1"/>
                  </a:moveTo>
                  <a:cubicBezTo>
                    <a:pt x="114" y="1"/>
                    <a:pt x="1" y="114"/>
                    <a:pt x="1" y="250"/>
                  </a:cubicBezTo>
                  <a:cubicBezTo>
                    <a:pt x="1" y="388"/>
                    <a:pt x="114" y="501"/>
                    <a:pt x="252" y="501"/>
                  </a:cubicBezTo>
                  <a:cubicBezTo>
                    <a:pt x="388" y="501"/>
                    <a:pt x="501" y="388"/>
                    <a:pt x="501" y="250"/>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8"/>
            <p:cNvSpPr/>
            <p:nvPr/>
          </p:nvSpPr>
          <p:spPr>
            <a:xfrm>
              <a:off x="1411200" y="3034550"/>
              <a:ext cx="12425" cy="12550"/>
            </a:xfrm>
            <a:custGeom>
              <a:avLst/>
              <a:gdLst/>
              <a:ahLst/>
              <a:cxnLst/>
              <a:rect l="l" t="t" r="r" b="b"/>
              <a:pathLst>
                <a:path w="497" h="502" extrusionOk="0">
                  <a:moveTo>
                    <a:pt x="245" y="1"/>
                  </a:moveTo>
                  <a:cubicBezTo>
                    <a:pt x="109" y="1"/>
                    <a:pt x="1" y="114"/>
                    <a:pt x="1" y="250"/>
                  </a:cubicBezTo>
                  <a:cubicBezTo>
                    <a:pt x="1" y="388"/>
                    <a:pt x="109" y="501"/>
                    <a:pt x="245" y="501"/>
                  </a:cubicBezTo>
                  <a:cubicBezTo>
                    <a:pt x="388" y="501"/>
                    <a:pt x="496" y="388"/>
                    <a:pt x="496" y="250"/>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8"/>
            <p:cNvSpPr/>
            <p:nvPr/>
          </p:nvSpPr>
          <p:spPr>
            <a:xfrm>
              <a:off x="1503000" y="3034550"/>
              <a:ext cx="12525" cy="12550"/>
            </a:xfrm>
            <a:custGeom>
              <a:avLst/>
              <a:gdLst/>
              <a:ahLst/>
              <a:cxnLst/>
              <a:rect l="l" t="t" r="r" b="b"/>
              <a:pathLst>
                <a:path w="501" h="502" extrusionOk="0">
                  <a:moveTo>
                    <a:pt x="250" y="1"/>
                  </a:moveTo>
                  <a:cubicBezTo>
                    <a:pt x="114" y="1"/>
                    <a:pt x="0" y="114"/>
                    <a:pt x="0" y="250"/>
                  </a:cubicBezTo>
                  <a:cubicBezTo>
                    <a:pt x="0" y="388"/>
                    <a:pt x="114" y="501"/>
                    <a:pt x="250" y="501"/>
                  </a:cubicBezTo>
                  <a:cubicBezTo>
                    <a:pt x="387" y="501"/>
                    <a:pt x="501" y="388"/>
                    <a:pt x="501" y="250"/>
                  </a:cubicBezTo>
                  <a:cubicBezTo>
                    <a:pt x="501" y="114"/>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8"/>
            <p:cNvSpPr/>
            <p:nvPr/>
          </p:nvSpPr>
          <p:spPr>
            <a:xfrm>
              <a:off x="1594750" y="3034550"/>
              <a:ext cx="12575" cy="12550"/>
            </a:xfrm>
            <a:custGeom>
              <a:avLst/>
              <a:gdLst/>
              <a:ahLst/>
              <a:cxnLst/>
              <a:rect l="l" t="t" r="r" b="b"/>
              <a:pathLst>
                <a:path w="503" h="502" extrusionOk="0">
                  <a:moveTo>
                    <a:pt x="251" y="1"/>
                  </a:moveTo>
                  <a:cubicBezTo>
                    <a:pt x="115" y="1"/>
                    <a:pt x="0" y="114"/>
                    <a:pt x="0" y="250"/>
                  </a:cubicBezTo>
                  <a:cubicBezTo>
                    <a:pt x="0" y="388"/>
                    <a:pt x="115" y="501"/>
                    <a:pt x="251" y="501"/>
                  </a:cubicBezTo>
                  <a:cubicBezTo>
                    <a:pt x="394" y="501"/>
                    <a:pt x="503" y="388"/>
                    <a:pt x="503" y="250"/>
                  </a:cubicBezTo>
                  <a:cubicBezTo>
                    <a:pt x="503" y="114"/>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8"/>
            <p:cNvSpPr/>
            <p:nvPr/>
          </p:nvSpPr>
          <p:spPr>
            <a:xfrm>
              <a:off x="1686650" y="3034550"/>
              <a:ext cx="12600" cy="12550"/>
            </a:xfrm>
            <a:custGeom>
              <a:avLst/>
              <a:gdLst/>
              <a:ahLst/>
              <a:cxnLst/>
              <a:rect l="l" t="t" r="r" b="b"/>
              <a:pathLst>
                <a:path w="504" h="502" extrusionOk="0">
                  <a:moveTo>
                    <a:pt x="252" y="1"/>
                  </a:moveTo>
                  <a:cubicBezTo>
                    <a:pt x="116" y="1"/>
                    <a:pt x="1" y="114"/>
                    <a:pt x="1" y="250"/>
                  </a:cubicBezTo>
                  <a:cubicBezTo>
                    <a:pt x="1" y="388"/>
                    <a:pt x="116" y="501"/>
                    <a:pt x="252" y="501"/>
                  </a:cubicBezTo>
                  <a:cubicBezTo>
                    <a:pt x="388" y="501"/>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8"/>
            <p:cNvSpPr/>
            <p:nvPr/>
          </p:nvSpPr>
          <p:spPr>
            <a:xfrm>
              <a:off x="1778450" y="3034550"/>
              <a:ext cx="12550" cy="12550"/>
            </a:xfrm>
            <a:custGeom>
              <a:avLst/>
              <a:gdLst/>
              <a:ahLst/>
              <a:cxnLst/>
              <a:rect l="l" t="t" r="r" b="b"/>
              <a:pathLst>
                <a:path w="502" h="502" extrusionOk="0">
                  <a:moveTo>
                    <a:pt x="252" y="1"/>
                  </a:moveTo>
                  <a:cubicBezTo>
                    <a:pt x="114" y="1"/>
                    <a:pt x="1" y="114"/>
                    <a:pt x="1" y="250"/>
                  </a:cubicBezTo>
                  <a:cubicBezTo>
                    <a:pt x="1" y="388"/>
                    <a:pt x="114" y="501"/>
                    <a:pt x="252" y="501"/>
                  </a:cubicBezTo>
                  <a:cubicBezTo>
                    <a:pt x="388" y="501"/>
                    <a:pt x="501" y="388"/>
                    <a:pt x="501" y="250"/>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8"/>
            <p:cNvSpPr/>
            <p:nvPr/>
          </p:nvSpPr>
          <p:spPr>
            <a:xfrm>
              <a:off x="1870375" y="3034550"/>
              <a:ext cx="12400" cy="12550"/>
            </a:xfrm>
            <a:custGeom>
              <a:avLst/>
              <a:gdLst/>
              <a:ahLst/>
              <a:cxnLst/>
              <a:rect l="l" t="t" r="r" b="b"/>
              <a:pathLst>
                <a:path w="496" h="502" extrusionOk="0">
                  <a:moveTo>
                    <a:pt x="252" y="1"/>
                  </a:moveTo>
                  <a:cubicBezTo>
                    <a:pt x="109" y="1"/>
                    <a:pt x="0" y="114"/>
                    <a:pt x="0" y="250"/>
                  </a:cubicBezTo>
                  <a:cubicBezTo>
                    <a:pt x="0" y="388"/>
                    <a:pt x="109" y="501"/>
                    <a:pt x="252" y="501"/>
                  </a:cubicBezTo>
                  <a:cubicBezTo>
                    <a:pt x="387" y="501"/>
                    <a:pt x="496" y="388"/>
                    <a:pt x="496" y="250"/>
                  </a:cubicBezTo>
                  <a:cubicBezTo>
                    <a:pt x="496"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8"/>
            <p:cNvSpPr/>
            <p:nvPr/>
          </p:nvSpPr>
          <p:spPr>
            <a:xfrm>
              <a:off x="1962150" y="3034550"/>
              <a:ext cx="12550" cy="12550"/>
            </a:xfrm>
            <a:custGeom>
              <a:avLst/>
              <a:gdLst/>
              <a:ahLst/>
              <a:cxnLst/>
              <a:rect l="l" t="t" r="r" b="b"/>
              <a:pathLst>
                <a:path w="502" h="502" extrusionOk="0">
                  <a:moveTo>
                    <a:pt x="250" y="1"/>
                  </a:moveTo>
                  <a:cubicBezTo>
                    <a:pt x="114" y="1"/>
                    <a:pt x="1" y="114"/>
                    <a:pt x="1" y="250"/>
                  </a:cubicBezTo>
                  <a:cubicBezTo>
                    <a:pt x="1" y="388"/>
                    <a:pt x="114" y="501"/>
                    <a:pt x="250" y="501"/>
                  </a:cubicBezTo>
                  <a:cubicBezTo>
                    <a:pt x="388" y="501"/>
                    <a:pt x="502" y="388"/>
                    <a:pt x="502" y="250"/>
                  </a:cubicBezTo>
                  <a:cubicBezTo>
                    <a:pt x="502"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8"/>
            <p:cNvSpPr/>
            <p:nvPr/>
          </p:nvSpPr>
          <p:spPr>
            <a:xfrm>
              <a:off x="2054075" y="3034550"/>
              <a:ext cx="12425" cy="12550"/>
            </a:xfrm>
            <a:custGeom>
              <a:avLst/>
              <a:gdLst/>
              <a:ahLst/>
              <a:cxnLst/>
              <a:rect l="l" t="t" r="r" b="b"/>
              <a:pathLst>
                <a:path w="497" h="502" extrusionOk="0">
                  <a:moveTo>
                    <a:pt x="252" y="1"/>
                  </a:moveTo>
                  <a:cubicBezTo>
                    <a:pt x="109" y="1"/>
                    <a:pt x="1" y="114"/>
                    <a:pt x="1" y="250"/>
                  </a:cubicBezTo>
                  <a:cubicBezTo>
                    <a:pt x="1" y="388"/>
                    <a:pt x="109" y="501"/>
                    <a:pt x="252" y="501"/>
                  </a:cubicBezTo>
                  <a:cubicBezTo>
                    <a:pt x="388" y="501"/>
                    <a:pt x="496" y="388"/>
                    <a:pt x="496" y="250"/>
                  </a:cubicBezTo>
                  <a:cubicBezTo>
                    <a:pt x="496"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8"/>
            <p:cNvSpPr/>
            <p:nvPr/>
          </p:nvSpPr>
          <p:spPr>
            <a:xfrm>
              <a:off x="2145825" y="3034550"/>
              <a:ext cx="12600" cy="12550"/>
            </a:xfrm>
            <a:custGeom>
              <a:avLst/>
              <a:gdLst/>
              <a:ahLst/>
              <a:cxnLst/>
              <a:rect l="l" t="t" r="r" b="b"/>
              <a:pathLst>
                <a:path w="504" h="502" extrusionOk="0">
                  <a:moveTo>
                    <a:pt x="252" y="1"/>
                  </a:moveTo>
                  <a:cubicBezTo>
                    <a:pt x="116" y="1"/>
                    <a:pt x="1" y="114"/>
                    <a:pt x="1" y="250"/>
                  </a:cubicBezTo>
                  <a:cubicBezTo>
                    <a:pt x="1" y="388"/>
                    <a:pt x="116" y="501"/>
                    <a:pt x="252" y="501"/>
                  </a:cubicBezTo>
                  <a:cubicBezTo>
                    <a:pt x="388" y="501"/>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8"/>
            <p:cNvSpPr/>
            <p:nvPr/>
          </p:nvSpPr>
          <p:spPr>
            <a:xfrm>
              <a:off x="2237800" y="3034550"/>
              <a:ext cx="12350" cy="12550"/>
            </a:xfrm>
            <a:custGeom>
              <a:avLst/>
              <a:gdLst/>
              <a:ahLst/>
              <a:cxnLst/>
              <a:rect l="l" t="t" r="r" b="b"/>
              <a:pathLst>
                <a:path w="494" h="502" extrusionOk="0">
                  <a:moveTo>
                    <a:pt x="244" y="1"/>
                  </a:moveTo>
                  <a:cubicBezTo>
                    <a:pt x="107" y="1"/>
                    <a:pt x="0" y="114"/>
                    <a:pt x="0" y="250"/>
                  </a:cubicBezTo>
                  <a:cubicBezTo>
                    <a:pt x="0" y="388"/>
                    <a:pt x="107" y="501"/>
                    <a:pt x="244" y="501"/>
                  </a:cubicBezTo>
                  <a:cubicBezTo>
                    <a:pt x="387" y="501"/>
                    <a:pt x="494" y="388"/>
                    <a:pt x="494" y="250"/>
                  </a:cubicBezTo>
                  <a:cubicBezTo>
                    <a:pt x="494" y="114"/>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8"/>
            <p:cNvSpPr/>
            <p:nvPr/>
          </p:nvSpPr>
          <p:spPr>
            <a:xfrm>
              <a:off x="2329550" y="3034550"/>
              <a:ext cx="12575" cy="12550"/>
            </a:xfrm>
            <a:custGeom>
              <a:avLst/>
              <a:gdLst/>
              <a:ahLst/>
              <a:cxnLst/>
              <a:rect l="l" t="t" r="r" b="b"/>
              <a:pathLst>
                <a:path w="503" h="502" extrusionOk="0">
                  <a:moveTo>
                    <a:pt x="251" y="1"/>
                  </a:moveTo>
                  <a:cubicBezTo>
                    <a:pt x="115" y="1"/>
                    <a:pt x="0" y="114"/>
                    <a:pt x="0" y="250"/>
                  </a:cubicBezTo>
                  <a:cubicBezTo>
                    <a:pt x="0" y="388"/>
                    <a:pt x="115" y="501"/>
                    <a:pt x="251" y="501"/>
                  </a:cubicBezTo>
                  <a:cubicBezTo>
                    <a:pt x="387" y="501"/>
                    <a:pt x="502" y="388"/>
                    <a:pt x="502" y="250"/>
                  </a:cubicBezTo>
                  <a:cubicBezTo>
                    <a:pt x="502"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8"/>
            <p:cNvSpPr/>
            <p:nvPr/>
          </p:nvSpPr>
          <p:spPr>
            <a:xfrm>
              <a:off x="2421325" y="3034550"/>
              <a:ext cx="12550" cy="12550"/>
            </a:xfrm>
            <a:custGeom>
              <a:avLst/>
              <a:gdLst/>
              <a:ahLst/>
              <a:cxnLst/>
              <a:rect l="l" t="t" r="r" b="b"/>
              <a:pathLst>
                <a:path w="502" h="502" extrusionOk="0">
                  <a:moveTo>
                    <a:pt x="250" y="1"/>
                  </a:moveTo>
                  <a:cubicBezTo>
                    <a:pt x="114" y="1"/>
                    <a:pt x="1" y="114"/>
                    <a:pt x="1" y="250"/>
                  </a:cubicBezTo>
                  <a:cubicBezTo>
                    <a:pt x="1" y="388"/>
                    <a:pt x="114" y="501"/>
                    <a:pt x="250" y="501"/>
                  </a:cubicBezTo>
                  <a:cubicBezTo>
                    <a:pt x="395" y="501"/>
                    <a:pt x="501" y="388"/>
                    <a:pt x="501" y="250"/>
                  </a:cubicBezTo>
                  <a:cubicBezTo>
                    <a:pt x="501" y="114"/>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8"/>
            <p:cNvSpPr/>
            <p:nvPr/>
          </p:nvSpPr>
          <p:spPr>
            <a:xfrm>
              <a:off x="2513250" y="3034550"/>
              <a:ext cx="12575" cy="12550"/>
            </a:xfrm>
            <a:custGeom>
              <a:avLst/>
              <a:gdLst/>
              <a:ahLst/>
              <a:cxnLst/>
              <a:rect l="l" t="t" r="r" b="b"/>
              <a:pathLst>
                <a:path w="503" h="502" extrusionOk="0">
                  <a:moveTo>
                    <a:pt x="252" y="1"/>
                  </a:moveTo>
                  <a:cubicBezTo>
                    <a:pt x="109" y="1"/>
                    <a:pt x="0" y="114"/>
                    <a:pt x="0" y="250"/>
                  </a:cubicBezTo>
                  <a:cubicBezTo>
                    <a:pt x="0" y="388"/>
                    <a:pt x="109" y="501"/>
                    <a:pt x="252" y="501"/>
                  </a:cubicBezTo>
                  <a:cubicBezTo>
                    <a:pt x="388" y="501"/>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8"/>
            <p:cNvSpPr/>
            <p:nvPr/>
          </p:nvSpPr>
          <p:spPr>
            <a:xfrm>
              <a:off x="2605000" y="3034550"/>
              <a:ext cx="12575" cy="12550"/>
            </a:xfrm>
            <a:custGeom>
              <a:avLst/>
              <a:gdLst/>
              <a:ahLst/>
              <a:cxnLst/>
              <a:rect l="l" t="t" r="r" b="b"/>
              <a:pathLst>
                <a:path w="503" h="502" extrusionOk="0">
                  <a:moveTo>
                    <a:pt x="252" y="1"/>
                  </a:moveTo>
                  <a:cubicBezTo>
                    <a:pt x="116" y="1"/>
                    <a:pt x="0" y="114"/>
                    <a:pt x="0" y="250"/>
                  </a:cubicBezTo>
                  <a:cubicBezTo>
                    <a:pt x="0" y="388"/>
                    <a:pt x="116" y="501"/>
                    <a:pt x="252" y="501"/>
                  </a:cubicBezTo>
                  <a:cubicBezTo>
                    <a:pt x="387" y="501"/>
                    <a:pt x="503" y="388"/>
                    <a:pt x="503" y="250"/>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8"/>
            <p:cNvSpPr/>
            <p:nvPr/>
          </p:nvSpPr>
          <p:spPr>
            <a:xfrm>
              <a:off x="2696950" y="3034550"/>
              <a:ext cx="12375" cy="12550"/>
            </a:xfrm>
            <a:custGeom>
              <a:avLst/>
              <a:gdLst/>
              <a:ahLst/>
              <a:cxnLst/>
              <a:rect l="l" t="t" r="r" b="b"/>
              <a:pathLst>
                <a:path w="495" h="502" extrusionOk="0">
                  <a:moveTo>
                    <a:pt x="252" y="1"/>
                  </a:moveTo>
                  <a:cubicBezTo>
                    <a:pt x="108" y="1"/>
                    <a:pt x="1" y="114"/>
                    <a:pt x="1" y="250"/>
                  </a:cubicBezTo>
                  <a:cubicBezTo>
                    <a:pt x="1" y="388"/>
                    <a:pt x="108" y="501"/>
                    <a:pt x="252" y="501"/>
                  </a:cubicBezTo>
                  <a:cubicBezTo>
                    <a:pt x="388" y="501"/>
                    <a:pt x="495" y="388"/>
                    <a:pt x="495" y="250"/>
                  </a:cubicBezTo>
                  <a:cubicBezTo>
                    <a:pt x="495"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8"/>
            <p:cNvSpPr/>
            <p:nvPr/>
          </p:nvSpPr>
          <p:spPr>
            <a:xfrm>
              <a:off x="2788700" y="3034550"/>
              <a:ext cx="12600" cy="12550"/>
            </a:xfrm>
            <a:custGeom>
              <a:avLst/>
              <a:gdLst/>
              <a:ahLst/>
              <a:cxnLst/>
              <a:rect l="l" t="t" r="r" b="b"/>
              <a:pathLst>
                <a:path w="504" h="502" extrusionOk="0">
                  <a:moveTo>
                    <a:pt x="252" y="1"/>
                  </a:moveTo>
                  <a:cubicBezTo>
                    <a:pt x="116" y="1"/>
                    <a:pt x="1" y="114"/>
                    <a:pt x="1" y="250"/>
                  </a:cubicBezTo>
                  <a:cubicBezTo>
                    <a:pt x="1" y="388"/>
                    <a:pt x="116" y="501"/>
                    <a:pt x="252" y="501"/>
                  </a:cubicBezTo>
                  <a:cubicBezTo>
                    <a:pt x="388" y="501"/>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8"/>
            <p:cNvSpPr/>
            <p:nvPr/>
          </p:nvSpPr>
          <p:spPr>
            <a:xfrm>
              <a:off x="2880675" y="3034550"/>
              <a:ext cx="12375" cy="12550"/>
            </a:xfrm>
            <a:custGeom>
              <a:avLst/>
              <a:gdLst/>
              <a:ahLst/>
              <a:cxnLst/>
              <a:rect l="l" t="t" r="r" b="b"/>
              <a:pathLst>
                <a:path w="495" h="502" extrusionOk="0">
                  <a:moveTo>
                    <a:pt x="243" y="1"/>
                  </a:moveTo>
                  <a:cubicBezTo>
                    <a:pt x="107" y="1"/>
                    <a:pt x="0" y="114"/>
                    <a:pt x="0" y="250"/>
                  </a:cubicBezTo>
                  <a:cubicBezTo>
                    <a:pt x="0" y="388"/>
                    <a:pt x="107" y="501"/>
                    <a:pt x="243" y="501"/>
                  </a:cubicBezTo>
                  <a:cubicBezTo>
                    <a:pt x="387" y="501"/>
                    <a:pt x="494" y="388"/>
                    <a:pt x="494" y="250"/>
                  </a:cubicBezTo>
                  <a:cubicBezTo>
                    <a:pt x="494" y="114"/>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8"/>
            <p:cNvSpPr/>
            <p:nvPr/>
          </p:nvSpPr>
          <p:spPr>
            <a:xfrm>
              <a:off x="2972425" y="3034550"/>
              <a:ext cx="12575" cy="12550"/>
            </a:xfrm>
            <a:custGeom>
              <a:avLst/>
              <a:gdLst/>
              <a:ahLst/>
              <a:cxnLst/>
              <a:rect l="l" t="t" r="r" b="b"/>
              <a:pathLst>
                <a:path w="503" h="502" extrusionOk="0">
                  <a:moveTo>
                    <a:pt x="251" y="1"/>
                  </a:moveTo>
                  <a:cubicBezTo>
                    <a:pt x="115" y="1"/>
                    <a:pt x="0" y="114"/>
                    <a:pt x="0" y="250"/>
                  </a:cubicBezTo>
                  <a:cubicBezTo>
                    <a:pt x="0" y="388"/>
                    <a:pt x="115" y="501"/>
                    <a:pt x="251" y="501"/>
                  </a:cubicBezTo>
                  <a:cubicBezTo>
                    <a:pt x="387" y="501"/>
                    <a:pt x="503" y="388"/>
                    <a:pt x="503" y="250"/>
                  </a:cubicBezTo>
                  <a:cubicBezTo>
                    <a:pt x="503"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8"/>
            <p:cNvSpPr/>
            <p:nvPr/>
          </p:nvSpPr>
          <p:spPr>
            <a:xfrm>
              <a:off x="3064375" y="3034550"/>
              <a:ext cx="12375" cy="12550"/>
            </a:xfrm>
            <a:custGeom>
              <a:avLst/>
              <a:gdLst/>
              <a:ahLst/>
              <a:cxnLst/>
              <a:rect l="l" t="t" r="r" b="b"/>
              <a:pathLst>
                <a:path w="495" h="502" extrusionOk="0">
                  <a:moveTo>
                    <a:pt x="243" y="1"/>
                  </a:moveTo>
                  <a:cubicBezTo>
                    <a:pt x="107" y="1"/>
                    <a:pt x="1" y="114"/>
                    <a:pt x="1" y="250"/>
                  </a:cubicBezTo>
                  <a:cubicBezTo>
                    <a:pt x="1" y="388"/>
                    <a:pt x="107" y="501"/>
                    <a:pt x="243" y="501"/>
                  </a:cubicBezTo>
                  <a:cubicBezTo>
                    <a:pt x="388" y="501"/>
                    <a:pt x="495" y="388"/>
                    <a:pt x="495" y="250"/>
                  </a:cubicBezTo>
                  <a:cubicBezTo>
                    <a:pt x="495" y="114"/>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8"/>
            <p:cNvSpPr/>
            <p:nvPr/>
          </p:nvSpPr>
          <p:spPr>
            <a:xfrm>
              <a:off x="3156125" y="3034550"/>
              <a:ext cx="12600" cy="12550"/>
            </a:xfrm>
            <a:custGeom>
              <a:avLst/>
              <a:gdLst/>
              <a:ahLst/>
              <a:cxnLst/>
              <a:rect l="l" t="t" r="r" b="b"/>
              <a:pathLst>
                <a:path w="504" h="502" extrusionOk="0">
                  <a:moveTo>
                    <a:pt x="252" y="1"/>
                  </a:moveTo>
                  <a:cubicBezTo>
                    <a:pt x="116" y="1"/>
                    <a:pt x="1" y="114"/>
                    <a:pt x="1" y="250"/>
                  </a:cubicBezTo>
                  <a:cubicBezTo>
                    <a:pt x="1" y="388"/>
                    <a:pt x="116" y="501"/>
                    <a:pt x="252" y="501"/>
                  </a:cubicBezTo>
                  <a:cubicBezTo>
                    <a:pt x="388" y="501"/>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8"/>
            <p:cNvSpPr/>
            <p:nvPr/>
          </p:nvSpPr>
          <p:spPr>
            <a:xfrm>
              <a:off x="3247875" y="3034550"/>
              <a:ext cx="12575" cy="12550"/>
            </a:xfrm>
            <a:custGeom>
              <a:avLst/>
              <a:gdLst/>
              <a:ahLst/>
              <a:cxnLst/>
              <a:rect l="l" t="t" r="r" b="b"/>
              <a:pathLst>
                <a:path w="503" h="502" extrusionOk="0">
                  <a:moveTo>
                    <a:pt x="252" y="1"/>
                  </a:moveTo>
                  <a:cubicBezTo>
                    <a:pt x="116" y="1"/>
                    <a:pt x="1" y="114"/>
                    <a:pt x="1" y="250"/>
                  </a:cubicBezTo>
                  <a:cubicBezTo>
                    <a:pt x="1" y="388"/>
                    <a:pt x="116" y="501"/>
                    <a:pt x="252" y="501"/>
                  </a:cubicBezTo>
                  <a:cubicBezTo>
                    <a:pt x="388" y="501"/>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8"/>
            <p:cNvSpPr/>
            <p:nvPr/>
          </p:nvSpPr>
          <p:spPr>
            <a:xfrm>
              <a:off x="3339850" y="3034550"/>
              <a:ext cx="12525" cy="12550"/>
            </a:xfrm>
            <a:custGeom>
              <a:avLst/>
              <a:gdLst/>
              <a:ahLst/>
              <a:cxnLst/>
              <a:rect l="l" t="t" r="r" b="b"/>
              <a:pathLst>
                <a:path w="501" h="502" extrusionOk="0">
                  <a:moveTo>
                    <a:pt x="251" y="1"/>
                  </a:moveTo>
                  <a:cubicBezTo>
                    <a:pt x="107" y="1"/>
                    <a:pt x="0" y="114"/>
                    <a:pt x="0" y="250"/>
                  </a:cubicBezTo>
                  <a:cubicBezTo>
                    <a:pt x="0" y="388"/>
                    <a:pt x="107" y="501"/>
                    <a:pt x="251" y="501"/>
                  </a:cubicBezTo>
                  <a:cubicBezTo>
                    <a:pt x="387" y="501"/>
                    <a:pt x="501" y="388"/>
                    <a:pt x="501" y="250"/>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8"/>
            <p:cNvSpPr/>
            <p:nvPr/>
          </p:nvSpPr>
          <p:spPr>
            <a:xfrm>
              <a:off x="3431575" y="3034550"/>
              <a:ext cx="12600" cy="12550"/>
            </a:xfrm>
            <a:custGeom>
              <a:avLst/>
              <a:gdLst/>
              <a:ahLst/>
              <a:cxnLst/>
              <a:rect l="l" t="t" r="r" b="b"/>
              <a:pathLst>
                <a:path w="504" h="502" extrusionOk="0">
                  <a:moveTo>
                    <a:pt x="252" y="1"/>
                  </a:moveTo>
                  <a:cubicBezTo>
                    <a:pt x="116" y="1"/>
                    <a:pt x="1" y="114"/>
                    <a:pt x="1" y="250"/>
                  </a:cubicBezTo>
                  <a:cubicBezTo>
                    <a:pt x="1" y="388"/>
                    <a:pt x="116" y="501"/>
                    <a:pt x="252" y="501"/>
                  </a:cubicBezTo>
                  <a:cubicBezTo>
                    <a:pt x="388" y="501"/>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8"/>
            <p:cNvSpPr/>
            <p:nvPr/>
          </p:nvSpPr>
          <p:spPr>
            <a:xfrm>
              <a:off x="3523550" y="3034550"/>
              <a:ext cx="12375" cy="12550"/>
            </a:xfrm>
            <a:custGeom>
              <a:avLst/>
              <a:gdLst/>
              <a:ahLst/>
              <a:cxnLst/>
              <a:rect l="l" t="t" r="r" b="b"/>
              <a:pathLst>
                <a:path w="495" h="502" extrusionOk="0">
                  <a:moveTo>
                    <a:pt x="250" y="1"/>
                  </a:moveTo>
                  <a:cubicBezTo>
                    <a:pt x="107" y="1"/>
                    <a:pt x="0" y="114"/>
                    <a:pt x="0" y="250"/>
                  </a:cubicBezTo>
                  <a:cubicBezTo>
                    <a:pt x="0" y="388"/>
                    <a:pt x="107" y="501"/>
                    <a:pt x="250" y="501"/>
                  </a:cubicBezTo>
                  <a:cubicBezTo>
                    <a:pt x="388" y="501"/>
                    <a:pt x="494" y="388"/>
                    <a:pt x="494" y="250"/>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8"/>
            <p:cNvSpPr/>
            <p:nvPr/>
          </p:nvSpPr>
          <p:spPr>
            <a:xfrm>
              <a:off x="676400" y="3126475"/>
              <a:ext cx="12600" cy="12400"/>
            </a:xfrm>
            <a:custGeom>
              <a:avLst/>
              <a:gdLst/>
              <a:ahLst/>
              <a:cxnLst/>
              <a:rect l="l" t="t" r="r" b="b"/>
              <a:pathLst>
                <a:path w="504" h="496" extrusionOk="0">
                  <a:moveTo>
                    <a:pt x="252" y="0"/>
                  </a:moveTo>
                  <a:cubicBezTo>
                    <a:pt x="116" y="0"/>
                    <a:pt x="1" y="109"/>
                    <a:pt x="1" y="252"/>
                  </a:cubicBezTo>
                  <a:cubicBezTo>
                    <a:pt x="1" y="388"/>
                    <a:pt x="116" y="496"/>
                    <a:pt x="252" y="496"/>
                  </a:cubicBezTo>
                  <a:cubicBezTo>
                    <a:pt x="388" y="496"/>
                    <a:pt x="503" y="388"/>
                    <a:pt x="503" y="252"/>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8"/>
            <p:cNvSpPr/>
            <p:nvPr/>
          </p:nvSpPr>
          <p:spPr>
            <a:xfrm>
              <a:off x="768325" y="3126475"/>
              <a:ext cx="12400" cy="12400"/>
            </a:xfrm>
            <a:custGeom>
              <a:avLst/>
              <a:gdLst/>
              <a:ahLst/>
              <a:cxnLst/>
              <a:rect l="l" t="t" r="r" b="b"/>
              <a:pathLst>
                <a:path w="496" h="496" extrusionOk="0">
                  <a:moveTo>
                    <a:pt x="245" y="0"/>
                  </a:moveTo>
                  <a:cubicBezTo>
                    <a:pt x="109" y="0"/>
                    <a:pt x="0" y="109"/>
                    <a:pt x="0" y="252"/>
                  </a:cubicBezTo>
                  <a:cubicBezTo>
                    <a:pt x="0" y="388"/>
                    <a:pt x="109" y="496"/>
                    <a:pt x="245" y="496"/>
                  </a:cubicBezTo>
                  <a:cubicBezTo>
                    <a:pt x="388" y="496"/>
                    <a:pt x="496" y="388"/>
                    <a:pt x="496" y="252"/>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8"/>
            <p:cNvSpPr/>
            <p:nvPr/>
          </p:nvSpPr>
          <p:spPr>
            <a:xfrm>
              <a:off x="860125" y="3126475"/>
              <a:ext cx="12525" cy="12400"/>
            </a:xfrm>
            <a:custGeom>
              <a:avLst/>
              <a:gdLst/>
              <a:ahLst/>
              <a:cxnLst/>
              <a:rect l="l" t="t" r="r" b="b"/>
              <a:pathLst>
                <a:path w="501" h="496" extrusionOk="0">
                  <a:moveTo>
                    <a:pt x="251" y="0"/>
                  </a:moveTo>
                  <a:cubicBezTo>
                    <a:pt x="114" y="0"/>
                    <a:pt x="0" y="109"/>
                    <a:pt x="0" y="252"/>
                  </a:cubicBezTo>
                  <a:cubicBezTo>
                    <a:pt x="0" y="388"/>
                    <a:pt x="114" y="496"/>
                    <a:pt x="251" y="496"/>
                  </a:cubicBezTo>
                  <a:cubicBezTo>
                    <a:pt x="387" y="496"/>
                    <a:pt x="501" y="388"/>
                    <a:pt x="501" y="252"/>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8"/>
            <p:cNvSpPr/>
            <p:nvPr/>
          </p:nvSpPr>
          <p:spPr>
            <a:xfrm>
              <a:off x="951850" y="3126475"/>
              <a:ext cx="12600" cy="12400"/>
            </a:xfrm>
            <a:custGeom>
              <a:avLst/>
              <a:gdLst/>
              <a:ahLst/>
              <a:cxnLst/>
              <a:rect l="l" t="t" r="r" b="b"/>
              <a:pathLst>
                <a:path w="504" h="496" extrusionOk="0">
                  <a:moveTo>
                    <a:pt x="252" y="0"/>
                  </a:moveTo>
                  <a:cubicBezTo>
                    <a:pt x="116" y="0"/>
                    <a:pt x="1" y="109"/>
                    <a:pt x="1" y="252"/>
                  </a:cubicBezTo>
                  <a:cubicBezTo>
                    <a:pt x="1" y="388"/>
                    <a:pt x="116" y="496"/>
                    <a:pt x="252" y="496"/>
                  </a:cubicBezTo>
                  <a:cubicBezTo>
                    <a:pt x="388" y="496"/>
                    <a:pt x="503" y="388"/>
                    <a:pt x="503" y="252"/>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8"/>
            <p:cNvSpPr/>
            <p:nvPr/>
          </p:nvSpPr>
          <p:spPr>
            <a:xfrm>
              <a:off x="1043825" y="3126475"/>
              <a:ext cx="12375" cy="12400"/>
            </a:xfrm>
            <a:custGeom>
              <a:avLst/>
              <a:gdLst/>
              <a:ahLst/>
              <a:cxnLst/>
              <a:rect l="l" t="t" r="r" b="b"/>
              <a:pathLst>
                <a:path w="495" h="496" extrusionOk="0">
                  <a:moveTo>
                    <a:pt x="250" y="0"/>
                  </a:moveTo>
                  <a:cubicBezTo>
                    <a:pt x="107" y="0"/>
                    <a:pt x="0" y="109"/>
                    <a:pt x="0" y="252"/>
                  </a:cubicBezTo>
                  <a:cubicBezTo>
                    <a:pt x="0" y="388"/>
                    <a:pt x="107" y="496"/>
                    <a:pt x="250" y="496"/>
                  </a:cubicBezTo>
                  <a:cubicBezTo>
                    <a:pt x="388" y="496"/>
                    <a:pt x="494" y="388"/>
                    <a:pt x="494" y="252"/>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8"/>
            <p:cNvSpPr/>
            <p:nvPr/>
          </p:nvSpPr>
          <p:spPr>
            <a:xfrm>
              <a:off x="1135575" y="3126475"/>
              <a:ext cx="12575" cy="12400"/>
            </a:xfrm>
            <a:custGeom>
              <a:avLst/>
              <a:gdLst/>
              <a:ahLst/>
              <a:cxnLst/>
              <a:rect l="l" t="t" r="r" b="b"/>
              <a:pathLst>
                <a:path w="503" h="496" extrusionOk="0">
                  <a:moveTo>
                    <a:pt x="252" y="0"/>
                  </a:moveTo>
                  <a:cubicBezTo>
                    <a:pt x="116" y="0"/>
                    <a:pt x="0" y="109"/>
                    <a:pt x="0" y="252"/>
                  </a:cubicBezTo>
                  <a:cubicBezTo>
                    <a:pt x="0" y="388"/>
                    <a:pt x="116" y="496"/>
                    <a:pt x="252" y="496"/>
                  </a:cubicBezTo>
                  <a:cubicBezTo>
                    <a:pt x="387" y="496"/>
                    <a:pt x="503" y="388"/>
                    <a:pt x="503" y="252"/>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8"/>
            <p:cNvSpPr/>
            <p:nvPr/>
          </p:nvSpPr>
          <p:spPr>
            <a:xfrm>
              <a:off x="1227500" y="3126475"/>
              <a:ext cx="12400" cy="12400"/>
            </a:xfrm>
            <a:custGeom>
              <a:avLst/>
              <a:gdLst/>
              <a:ahLst/>
              <a:cxnLst/>
              <a:rect l="l" t="t" r="r" b="b"/>
              <a:pathLst>
                <a:path w="496" h="496" extrusionOk="0">
                  <a:moveTo>
                    <a:pt x="251" y="0"/>
                  </a:moveTo>
                  <a:cubicBezTo>
                    <a:pt x="109" y="0"/>
                    <a:pt x="0" y="109"/>
                    <a:pt x="0" y="252"/>
                  </a:cubicBezTo>
                  <a:cubicBezTo>
                    <a:pt x="0" y="388"/>
                    <a:pt x="109" y="496"/>
                    <a:pt x="251" y="496"/>
                  </a:cubicBezTo>
                  <a:cubicBezTo>
                    <a:pt x="387" y="496"/>
                    <a:pt x="496" y="388"/>
                    <a:pt x="496" y="252"/>
                  </a:cubicBezTo>
                  <a:cubicBezTo>
                    <a:pt x="496"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8"/>
            <p:cNvSpPr/>
            <p:nvPr/>
          </p:nvSpPr>
          <p:spPr>
            <a:xfrm>
              <a:off x="1319275" y="3126475"/>
              <a:ext cx="12550" cy="12400"/>
            </a:xfrm>
            <a:custGeom>
              <a:avLst/>
              <a:gdLst/>
              <a:ahLst/>
              <a:cxnLst/>
              <a:rect l="l" t="t" r="r" b="b"/>
              <a:pathLst>
                <a:path w="502" h="496" extrusionOk="0">
                  <a:moveTo>
                    <a:pt x="252" y="0"/>
                  </a:moveTo>
                  <a:cubicBezTo>
                    <a:pt x="114" y="0"/>
                    <a:pt x="1" y="109"/>
                    <a:pt x="1" y="252"/>
                  </a:cubicBezTo>
                  <a:cubicBezTo>
                    <a:pt x="1" y="388"/>
                    <a:pt x="114" y="496"/>
                    <a:pt x="252" y="496"/>
                  </a:cubicBezTo>
                  <a:cubicBezTo>
                    <a:pt x="388" y="496"/>
                    <a:pt x="501" y="388"/>
                    <a:pt x="501" y="252"/>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8"/>
            <p:cNvSpPr/>
            <p:nvPr/>
          </p:nvSpPr>
          <p:spPr>
            <a:xfrm>
              <a:off x="1411200" y="3126475"/>
              <a:ext cx="12425" cy="12400"/>
            </a:xfrm>
            <a:custGeom>
              <a:avLst/>
              <a:gdLst/>
              <a:ahLst/>
              <a:cxnLst/>
              <a:rect l="l" t="t" r="r" b="b"/>
              <a:pathLst>
                <a:path w="497" h="496" extrusionOk="0">
                  <a:moveTo>
                    <a:pt x="245" y="0"/>
                  </a:moveTo>
                  <a:cubicBezTo>
                    <a:pt x="109" y="0"/>
                    <a:pt x="1" y="109"/>
                    <a:pt x="1" y="252"/>
                  </a:cubicBezTo>
                  <a:cubicBezTo>
                    <a:pt x="1" y="388"/>
                    <a:pt x="109" y="496"/>
                    <a:pt x="245" y="496"/>
                  </a:cubicBezTo>
                  <a:cubicBezTo>
                    <a:pt x="388" y="496"/>
                    <a:pt x="496" y="388"/>
                    <a:pt x="496" y="252"/>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8"/>
            <p:cNvSpPr/>
            <p:nvPr/>
          </p:nvSpPr>
          <p:spPr>
            <a:xfrm>
              <a:off x="1503000" y="3126475"/>
              <a:ext cx="12525" cy="12400"/>
            </a:xfrm>
            <a:custGeom>
              <a:avLst/>
              <a:gdLst/>
              <a:ahLst/>
              <a:cxnLst/>
              <a:rect l="l" t="t" r="r" b="b"/>
              <a:pathLst>
                <a:path w="501" h="496" extrusionOk="0">
                  <a:moveTo>
                    <a:pt x="250" y="0"/>
                  </a:moveTo>
                  <a:cubicBezTo>
                    <a:pt x="114" y="0"/>
                    <a:pt x="0" y="109"/>
                    <a:pt x="0" y="252"/>
                  </a:cubicBezTo>
                  <a:cubicBezTo>
                    <a:pt x="0" y="388"/>
                    <a:pt x="114" y="496"/>
                    <a:pt x="250" y="496"/>
                  </a:cubicBezTo>
                  <a:cubicBezTo>
                    <a:pt x="387" y="496"/>
                    <a:pt x="501" y="388"/>
                    <a:pt x="501" y="252"/>
                  </a:cubicBezTo>
                  <a:cubicBezTo>
                    <a:pt x="501" y="109"/>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8"/>
            <p:cNvSpPr/>
            <p:nvPr/>
          </p:nvSpPr>
          <p:spPr>
            <a:xfrm>
              <a:off x="1594750" y="3126475"/>
              <a:ext cx="12575" cy="12400"/>
            </a:xfrm>
            <a:custGeom>
              <a:avLst/>
              <a:gdLst/>
              <a:ahLst/>
              <a:cxnLst/>
              <a:rect l="l" t="t" r="r" b="b"/>
              <a:pathLst>
                <a:path w="503" h="496" extrusionOk="0">
                  <a:moveTo>
                    <a:pt x="251" y="0"/>
                  </a:moveTo>
                  <a:cubicBezTo>
                    <a:pt x="115" y="0"/>
                    <a:pt x="0" y="109"/>
                    <a:pt x="0" y="252"/>
                  </a:cubicBezTo>
                  <a:cubicBezTo>
                    <a:pt x="0" y="388"/>
                    <a:pt x="115" y="496"/>
                    <a:pt x="251" y="496"/>
                  </a:cubicBezTo>
                  <a:cubicBezTo>
                    <a:pt x="394" y="496"/>
                    <a:pt x="503" y="388"/>
                    <a:pt x="503" y="252"/>
                  </a:cubicBezTo>
                  <a:cubicBezTo>
                    <a:pt x="503" y="109"/>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8"/>
            <p:cNvSpPr/>
            <p:nvPr/>
          </p:nvSpPr>
          <p:spPr>
            <a:xfrm>
              <a:off x="1686650" y="3126475"/>
              <a:ext cx="12600" cy="12400"/>
            </a:xfrm>
            <a:custGeom>
              <a:avLst/>
              <a:gdLst/>
              <a:ahLst/>
              <a:cxnLst/>
              <a:rect l="l" t="t" r="r" b="b"/>
              <a:pathLst>
                <a:path w="504" h="496" extrusionOk="0">
                  <a:moveTo>
                    <a:pt x="252" y="0"/>
                  </a:moveTo>
                  <a:cubicBezTo>
                    <a:pt x="116" y="0"/>
                    <a:pt x="1" y="109"/>
                    <a:pt x="1" y="252"/>
                  </a:cubicBezTo>
                  <a:cubicBezTo>
                    <a:pt x="1" y="388"/>
                    <a:pt x="116" y="496"/>
                    <a:pt x="252" y="496"/>
                  </a:cubicBezTo>
                  <a:cubicBezTo>
                    <a:pt x="388" y="496"/>
                    <a:pt x="503" y="388"/>
                    <a:pt x="503" y="252"/>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8"/>
            <p:cNvSpPr/>
            <p:nvPr/>
          </p:nvSpPr>
          <p:spPr>
            <a:xfrm>
              <a:off x="1778450" y="3126475"/>
              <a:ext cx="12550" cy="12400"/>
            </a:xfrm>
            <a:custGeom>
              <a:avLst/>
              <a:gdLst/>
              <a:ahLst/>
              <a:cxnLst/>
              <a:rect l="l" t="t" r="r" b="b"/>
              <a:pathLst>
                <a:path w="502" h="496" extrusionOk="0">
                  <a:moveTo>
                    <a:pt x="252" y="0"/>
                  </a:moveTo>
                  <a:cubicBezTo>
                    <a:pt x="114" y="0"/>
                    <a:pt x="1" y="109"/>
                    <a:pt x="1" y="252"/>
                  </a:cubicBezTo>
                  <a:cubicBezTo>
                    <a:pt x="1" y="388"/>
                    <a:pt x="114" y="496"/>
                    <a:pt x="252" y="496"/>
                  </a:cubicBezTo>
                  <a:cubicBezTo>
                    <a:pt x="388" y="496"/>
                    <a:pt x="501" y="388"/>
                    <a:pt x="501" y="252"/>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8"/>
            <p:cNvSpPr/>
            <p:nvPr/>
          </p:nvSpPr>
          <p:spPr>
            <a:xfrm>
              <a:off x="1870375" y="3126475"/>
              <a:ext cx="12400" cy="12400"/>
            </a:xfrm>
            <a:custGeom>
              <a:avLst/>
              <a:gdLst/>
              <a:ahLst/>
              <a:cxnLst/>
              <a:rect l="l" t="t" r="r" b="b"/>
              <a:pathLst>
                <a:path w="496" h="496" extrusionOk="0">
                  <a:moveTo>
                    <a:pt x="252" y="0"/>
                  </a:moveTo>
                  <a:cubicBezTo>
                    <a:pt x="109" y="0"/>
                    <a:pt x="0" y="109"/>
                    <a:pt x="0" y="252"/>
                  </a:cubicBezTo>
                  <a:cubicBezTo>
                    <a:pt x="0" y="388"/>
                    <a:pt x="109" y="496"/>
                    <a:pt x="252" y="496"/>
                  </a:cubicBezTo>
                  <a:cubicBezTo>
                    <a:pt x="387" y="496"/>
                    <a:pt x="496" y="388"/>
                    <a:pt x="496" y="252"/>
                  </a:cubicBezTo>
                  <a:cubicBezTo>
                    <a:pt x="496"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8"/>
            <p:cNvSpPr/>
            <p:nvPr/>
          </p:nvSpPr>
          <p:spPr>
            <a:xfrm>
              <a:off x="1962150" y="3126475"/>
              <a:ext cx="12550" cy="12400"/>
            </a:xfrm>
            <a:custGeom>
              <a:avLst/>
              <a:gdLst/>
              <a:ahLst/>
              <a:cxnLst/>
              <a:rect l="l" t="t" r="r" b="b"/>
              <a:pathLst>
                <a:path w="502" h="496" extrusionOk="0">
                  <a:moveTo>
                    <a:pt x="250" y="0"/>
                  </a:moveTo>
                  <a:cubicBezTo>
                    <a:pt x="114" y="0"/>
                    <a:pt x="1" y="109"/>
                    <a:pt x="1" y="252"/>
                  </a:cubicBezTo>
                  <a:cubicBezTo>
                    <a:pt x="1" y="388"/>
                    <a:pt x="114" y="496"/>
                    <a:pt x="250" y="496"/>
                  </a:cubicBezTo>
                  <a:cubicBezTo>
                    <a:pt x="388" y="496"/>
                    <a:pt x="502" y="388"/>
                    <a:pt x="502" y="252"/>
                  </a:cubicBezTo>
                  <a:cubicBezTo>
                    <a:pt x="502"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8"/>
            <p:cNvSpPr/>
            <p:nvPr/>
          </p:nvSpPr>
          <p:spPr>
            <a:xfrm>
              <a:off x="2054075" y="3126475"/>
              <a:ext cx="12425" cy="12400"/>
            </a:xfrm>
            <a:custGeom>
              <a:avLst/>
              <a:gdLst/>
              <a:ahLst/>
              <a:cxnLst/>
              <a:rect l="l" t="t" r="r" b="b"/>
              <a:pathLst>
                <a:path w="497" h="496" extrusionOk="0">
                  <a:moveTo>
                    <a:pt x="252" y="0"/>
                  </a:moveTo>
                  <a:cubicBezTo>
                    <a:pt x="109" y="0"/>
                    <a:pt x="1" y="109"/>
                    <a:pt x="1" y="252"/>
                  </a:cubicBezTo>
                  <a:cubicBezTo>
                    <a:pt x="1" y="388"/>
                    <a:pt x="109" y="496"/>
                    <a:pt x="252" y="496"/>
                  </a:cubicBezTo>
                  <a:cubicBezTo>
                    <a:pt x="388" y="496"/>
                    <a:pt x="496" y="388"/>
                    <a:pt x="496" y="252"/>
                  </a:cubicBezTo>
                  <a:cubicBezTo>
                    <a:pt x="496"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8"/>
            <p:cNvSpPr/>
            <p:nvPr/>
          </p:nvSpPr>
          <p:spPr>
            <a:xfrm>
              <a:off x="2145825" y="3126475"/>
              <a:ext cx="12600" cy="12400"/>
            </a:xfrm>
            <a:custGeom>
              <a:avLst/>
              <a:gdLst/>
              <a:ahLst/>
              <a:cxnLst/>
              <a:rect l="l" t="t" r="r" b="b"/>
              <a:pathLst>
                <a:path w="504" h="496" extrusionOk="0">
                  <a:moveTo>
                    <a:pt x="252" y="0"/>
                  </a:moveTo>
                  <a:cubicBezTo>
                    <a:pt x="116" y="0"/>
                    <a:pt x="1" y="109"/>
                    <a:pt x="1" y="252"/>
                  </a:cubicBezTo>
                  <a:cubicBezTo>
                    <a:pt x="1" y="388"/>
                    <a:pt x="116" y="496"/>
                    <a:pt x="252" y="496"/>
                  </a:cubicBezTo>
                  <a:cubicBezTo>
                    <a:pt x="388" y="496"/>
                    <a:pt x="503" y="388"/>
                    <a:pt x="503" y="252"/>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8"/>
            <p:cNvSpPr/>
            <p:nvPr/>
          </p:nvSpPr>
          <p:spPr>
            <a:xfrm>
              <a:off x="2237800" y="3126475"/>
              <a:ext cx="12350" cy="12400"/>
            </a:xfrm>
            <a:custGeom>
              <a:avLst/>
              <a:gdLst/>
              <a:ahLst/>
              <a:cxnLst/>
              <a:rect l="l" t="t" r="r" b="b"/>
              <a:pathLst>
                <a:path w="494" h="496" extrusionOk="0">
                  <a:moveTo>
                    <a:pt x="244" y="0"/>
                  </a:moveTo>
                  <a:cubicBezTo>
                    <a:pt x="107" y="0"/>
                    <a:pt x="0" y="109"/>
                    <a:pt x="0" y="252"/>
                  </a:cubicBezTo>
                  <a:cubicBezTo>
                    <a:pt x="0" y="388"/>
                    <a:pt x="107" y="496"/>
                    <a:pt x="244" y="496"/>
                  </a:cubicBezTo>
                  <a:cubicBezTo>
                    <a:pt x="387" y="496"/>
                    <a:pt x="494" y="388"/>
                    <a:pt x="494" y="252"/>
                  </a:cubicBezTo>
                  <a:cubicBezTo>
                    <a:pt x="494" y="109"/>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8"/>
            <p:cNvSpPr/>
            <p:nvPr/>
          </p:nvSpPr>
          <p:spPr>
            <a:xfrm>
              <a:off x="2329550" y="3126475"/>
              <a:ext cx="12575" cy="12400"/>
            </a:xfrm>
            <a:custGeom>
              <a:avLst/>
              <a:gdLst/>
              <a:ahLst/>
              <a:cxnLst/>
              <a:rect l="l" t="t" r="r" b="b"/>
              <a:pathLst>
                <a:path w="503" h="496" extrusionOk="0">
                  <a:moveTo>
                    <a:pt x="251" y="0"/>
                  </a:moveTo>
                  <a:cubicBezTo>
                    <a:pt x="115" y="0"/>
                    <a:pt x="0" y="109"/>
                    <a:pt x="0" y="252"/>
                  </a:cubicBezTo>
                  <a:cubicBezTo>
                    <a:pt x="0" y="388"/>
                    <a:pt x="115" y="496"/>
                    <a:pt x="251" y="496"/>
                  </a:cubicBezTo>
                  <a:cubicBezTo>
                    <a:pt x="387" y="496"/>
                    <a:pt x="502" y="388"/>
                    <a:pt x="502" y="252"/>
                  </a:cubicBezTo>
                  <a:cubicBezTo>
                    <a:pt x="502"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8"/>
            <p:cNvSpPr/>
            <p:nvPr/>
          </p:nvSpPr>
          <p:spPr>
            <a:xfrm>
              <a:off x="2421325" y="3126475"/>
              <a:ext cx="12550" cy="12400"/>
            </a:xfrm>
            <a:custGeom>
              <a:avLst/>
              <a:gdLst/>
              <a:ahLst/>
              <a:cxnLst/>
              <a:rect l="l" t="t" r="r" b="b"/>
              <a:pathLst>
                <a:path w="502" h="496" extrusionOk="0">
                  <a:moveTo>
                    <a:pt x="250" y="0"/>
                  </a:moveTo>
                  <a:cubicBezTo>
                    <a:pt x="114" y="0"/>
                    <a:pt x="1" y="109"/>
                    <a:pt x="1" y="252"/>
                  </a:cubicBezTo>
                  <a:cubicBezTo>
                    <a:pt x="1" y="388"/>
                    <a:pt x="114" y="496"/>
                    <a:pt x="250" y="496"/>
                  </a:cubicBezTo>
                  <a:cubicBezTo>
                    <a:pt x="395" y="496"/>
                    <a:pt x="501" y="388"/>
                    <a:pt x="501" y="252"/>
                  </a:cubicBezTo>
                  <a:cubicBezTo>
                    <a:pt x="501" y="109"/>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8"/>
            <p:cNvSpPr/>
            <p:nvPr/>
          </p:nvSpPr>
          <p:spPr>
            <a:xfrm>
              <a:off x="2513250" y="3126475"/>
              <a:ext cx="12575" cy="12400"/>
            </a:xfrm>
            <a:custGeom>
              <a:avLst/>
              <a:gdLst/>
              <a:ahLst/>
              <a:cxnLst/>
              <a:rect l="l" t="t" r="r" b="b"/>
              <a:pathLst>
                <a:path w="503" h="496" extrusionOk="0">
                  <a:moveTo>
                    <a:pt x="252" y="0"/>
                  </a:moveTo>
                  <a:cubicBezTo>
                    <a:pt x="109" y="0"/>
                    <a:pt x="0" y="109"/>
                    <a:pt x="0" y="252"/>
                  </a:cubicBezTo>
                  <a:cubicBezTo>
                    <a:pt x="0" y="388"/>
                    <a:pt x="109" y="496"/>
                    <a:pt x="252" y="496"/>
                  </a:cubicBezTo>
                  <a:cubicBezTo>
                    <a:pt x="388" y="496"/>
                    <a:pt x="503" y="388"/>
                    <a:pt x="503" y="252"/>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8"/>
            <p:cNvSpPr/>
            <p:nvPr/>
          </p:nvSpPr>
          <p:spPr>
            <a:xfrm>
              <a:off x="2605000" y="3126475"/>
              <a:ext cx="12575" cy="12400"/>
            </a:xfrm>
            <a:custGeom>
              <a:avLst/>
              <a:gdLst/>
              <a:ahLst/>
              <a:cxnLst/>
              <a:rect l="l" t="t" r="r" b="b"/>
              <a:pathLst>
                <a:path w="503" h="496" extrusionOk="0">
                  <a:moveTo>
                    <a:pt x="252" y="0"/>
                  </a:moveTo>
                  <a:cubicBezTo>
                    <a:pt x="116" y="0"/>
                    <a:pt x="0" y="109"/>
                    <a:pt x="0" y="252"/>
                  </a:cubicBezTo>
                  <a:cubicBezTo>
                    <a:pt x="0" y="388"/>
                    <a:pt x="116" y="496"/>
                    <a:pt x="252" y="496"/>
                  </a:cubicBezTo>
                  <a:cubicBezTo>
                    <a:pt x="387" y="496"/>
                    <a:pt x="503" y="388"/>
                    <a:pt x="503" y="252"/>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8"/>
            <p:cNvSpPr/>
            <p:nvPr/>
          </p:nvSpPr>
          <p:spPr>
            <a:xfrm>
              <a:off x="2696950" y="3126475"/>
              <a:ext cx="12375" cy="12400"/>
            </a:xfrm>
            <a:custGeom>
              <a:avLst/>
              <a:gdLst/>
              <a:ahLst/>
              <a:cxnLst/>
              <a:rect l="l" t="t" r="r" b="b"/>
              <a:pathLst>
                <a:path w="495" h="496" extrusionOk="0">
                  <a:moveTo>
                    <a:pt x="252" y="0"/>
                  </a:moveTo>
                  <a:cubicBezTo>
                    <a:pt x="108" y="0"/>
                    <a:pt x="1" y="109"/>
                    <a:pt x="1" y="252"/>
                  </a:cubicBezTo>
                  <a:cubicBezTo>
                    <a:pt x="1" y="388"/>
                    <a:pt x="108" y="496"/>
                    <a:pt x="252" y="496"/>
                  </a:cubicBezTo>
                  <a:cubicBezTo>
                    <a:pt x="388" y="496"/>
                    <a:pt x="495" y="388"/>
                    <a:pt x="495" y="252"/>
                  </a:cubicBezTo>
                  <a:cubicBezTo>
                    <a:pt x="495"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8"/>
            <p:cNvSpPr/>
            <p:nvPr/>
          </p:nvSpPr>
          <p:spPr>
            <a:xfrm>
              <a:off x="2788700" y="3126475"/>
              <a:ext cx="12600" cy="12400"/>
            </a:xfrm>
            <a:custGeom>
              <a:avLst/>
              <a:gdLst/>
              <a:ahLst/>
              <a:cxnLst/>
              <a:rect l="l" t="t" r="r" b="b"/>
              <a:pathLst>
                <a:path w="504" h="496" extrusionOk="0">
                  <a:moveTo>
                    <a:pt x="252" y="0"/>
                  </a:moveTo>
                  <a:cubicBezTo>
                    <a:pt x="116" y="0"/>
                    <a:pt x="1" y="109"/>
                    <a:pt x="1" y="252"/>
                  </a:cubicBezTo>
                  <a:cubicBezTo>
                    <a:pt x="1" y="388"/>
                    <a:pt x="116" y="496"/>
                    <a:pt x="252" y="496"/>
                  </a:cubicBezTo>
                  <a:cubicBezTo>
                    <a:pt x="388" y="496"/>
                    <a:pt x="503" y="388"/>
                    <a:pt x="503" y="252"/>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8"/>
            <p:cNvSpPr/>
            <p:nvPr/>
          </p:nvSpPr>
          <p:spPr>
            <a:xfrm>
              <a:off x="2880675" y="3126475"/>
              <a:ext cx="12375" cy="12400"/>
            </a:xfrm>
            <a:custGeom>
              <a:avLst/>
              <a:gdLst/>
              <a:ahLst/>
              <a:cxnLst/>
              <a:rect l="l" t="t" r="r" b="b"/>
              <a:pathLst>
                <a:path w="495" h="496" extrusionOk="0">
                  <a:moveTo>
                    <a:pt x="243" y="0"/>
                  </a:moveTo>
                  <a:cubicBezTo>
                    <a:pt x="107" y="0"/>
                    <a:pt x="0" y="109"/>
                    <a:pt x="0" y="252"/>
                  </a:cubicBezTo>
                  <a:cubicBezTo>
                    <a:pt x="0" y="388"/>
                    <a:pt x="107" y="496"/>
                    <a:pt x="243" y="496"/>
                  </a:cubicBezTo>
                  <a:cubicBezTo>
                    <a:pt x="387" y="496"/>
                    <a:pt x="494" y="388"/>
                    <a:pt x="494" y="252"/>
                  </a:cubicBezTo>
                  <a:cubicBezTo>
                    <a:pt x="494" y="109"/>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8"/>
            <p:cNvSpPr/>
            <p:nvPr/>
          </p:nvSpPr>
          <p:spPr>
            <a:xfrm>
              <a:off x="2972425" y="3126475"/>
              <a:ext cx="12575" cy="12400"/>
            </a:xfrm>
            <a:custGeom>
              <a:avLst/>
              <a:gdLst/>
              <a:ahLst/>
              <a:cxnLst/>
              <a:rect l="l" t="t" r="r" b="b"/>
              <a:pathLst>
                <a:path w="503" h="496" extrusionOk="0">
                  <a:moveTo>
                    <a:pt x="251" y="0"/>
                  </a:moveTo>
                  <a:cubicBezTo>
                    <a:pt x="115" y="0"/>
                    <a:pt x="0" y="109"/>
                    <a:pt x="0" y="252"/>
                  </a:cubicBezTo>
                  <a:cubicBezTo>
                    <a:pt x="0" y="388"/>
                    <a:pt x="115" y="496"/>
                    <a:pt x="251" y="496"/>
                  </a:cubicBezTo>
                  <a:cubicBezTo>
                    <a:pt x="387" y="496"/>
                    <a:pt x="503" y="388"/>
                    <a:pt x="503" y="252"/>
                  </a:cubicBezTo>
                  <a:cubicBezTo>
                    <a:pt x="503"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8"/>
            <p:cNvSpPr/>
            <p:nvPr/>
          </p:nvSpPr>
          <p:spPr>
            <a:xfrm>
              <a:off x="3064375" y="3126475"/>
              <a:ext cx="12375" cy="12400"/>
            </a:xfrm>
            <a:custGeom>
              <a:avLst/>
              <a:gdLst/>
              <a:ahLst/>
              <a:cxnLst/>
              <a:rect l="l" t="t" r="r" b="b"/>
              <a:pathLst>
                <a:path w="495" h="496" extrusionOk="0">
                  <a:moveTo>
                    <a:pt x="243" y="0"/>
                  </a:moveTo>
                  <a:cubicBezTo>
                    <a:pt x="107" y="0"/>
                    <a:pt x="1" y="109"/>
                    <a:pt x="1" y="252"/>
                  </a:cubicBezTo>
                  <a:cubicBezTo>
                    <a:pt x="1" y="388"/>
                    <a:pt x="107" y="496"/>
                    <a:pt x="243" y="496"/>
                  </a:cubicBezTo>
                  <a:cubicBezTo>
                    <a:pt x="388" y="496"/>
                    <a:pt x="495" y="388"/>
                    <a:pt x="495" y="252"/>
                  </a:cubicBezTo>
                  <a:cubicBezTo>
                    <a:pt x="495" y="109"/>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8"/>
            <p:cNvSpPr/>
            <p:nvPr/>
          </p:nvSpPr>
          <p:spPr>
            <a:xfrm>
              <a:off x="3156125" y="3126475"/>
              <a:ext cx="12600" cy="12400"/>
            </a:xfrm>
            <a:custGeom>
              <a:avLst/>
              <a:gdLst/>
              <a:ahLst/>
              <a:cxnLst/>
              <a:rect l="l" t="t" r="r" b="b"/>
              <a:pathLst>
                <a:path w="504" h="496" extrusionOk="0">
                  <a:moveTo>
                    <a:pt x="252" y="0"/>
                  </a:moveTo>
                  <a:cubicBezTo>
                    <a:pt x="116" y="0"/>
                    <a:pt x="1" y="109"/>
                    <a:pt x="1" y="252"/>
                  </a:cubicBezTo>
                  <a:cubicBezTo>
                    <a:pt x="1" y="388"/>
                    <a:pt x="116" y="496"/>
                    <a:pt x="252" y="496"/>
                  </a:cubicBezTo>
                  <a:cubicBezTo>
                    <a:pt x="388" y="496"/>
                    <a:pt x="503" y="388"/>
                    <a:pt x="503" y="252"/>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8"/>
            <p:cNvSpPr/>
            <p:nvPr/>
          </p:nvSpPr>
          <p:spPr>
            <a:xfrm>
              <a:off x="3247875" y="3126475"/>
              <a:ext cx="12575" cy="12400"/>
            </a:xfrm>
            <a:custGeom>
              <a:avLst/>
              <a:gdLst/>
              <a:ahLst/>
              <a:cxnLst/>
              <a:rect l="l" t="t" r="r" b="b"/>
              <a:pathLst>
                <a:path w="503" h="496" extrusionOk="0">
                  <a:moveTo>
                    <a:pt x="252" y="0"/>
                  </a:moveTo>
                  <a:cubicBezTo>
                    <a:pt x="116" y="0"/>
                    <a:pt x="1" y="109"/>
                    <a:pt x="1" y="252"/>
                  </a:cubicBezTo>
                  <a:cubicBezTo>
                    <a:pt x="1" y="388"/>
                    <a:pt x="116" y="496"/>
                    <a:pt x="252" y="496"/>
                  </a:cubicBezTo>
                  <a:cubicBezTo>
                    <a:pt x="388" y="496"/>
                    <a:pt x="503" y="388"/>
                    <a:pt x="503" y="252"/>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8"/>
            <p:cNvSpPr/>
            <p:nvPr/>
          </p:nvSpPr>
          <p:spPr>
            <a:xfrm>
              <a:off x="3339850" y="3126475"/>
              <a:ext cx="12525" cy="12400"/>
            </a:xfrm>
            <a:custGeom>
              <a:avLst/>
              <a:gdLst/>
              <a:ahLst/>
              <a:cxnLst/>
              <a:rect l="l" t="t" r="r" b="b"/>
              <a:pathLst>
                <a:path w="501" h="496" extrusionOk="0">
                  <a:moveTo>
                    <a:pt x="251" y="0"/>
                  </a:moveTo>
                  <a:cubicBezTo>
                    <a:pt x="107" y="0"/>
                    <a:pt x="0" y="109"/>
                    <a:pt x="0" y="252"/>
                  </a:cubicBezTo>
                  <a:cubicBezTo>
                    <a:pt x="0" y="388"/>
                    <a:pt x="107" y="496"/>
                    <a:pt x="251" y="496"/>
                  </a:cubicBezTo>
                  <a:cubicBezTo>
                    <a:pt x="387" y="496"/>
                    <a:pt x="501" y="388"/>
                    <a:pt x="501" y="252"/>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8"/>
            <p:cNvSpPr/>
            <p:nvPr/>
          </p:nvSpPr>
          <p:spPr>
            <a:xfrm>
              <a:off x="3431575" y="3126475"/>
              <a:ext cx="12600" cy="12400"/>
            </a:xfrm>
            <a:custGeom>
              <a:avLst/>
              <a:gdLst/>
              <a:ahLst/>
              <a:cxnLst/>
              <a:rect l="l" t="t" r="r" b="b"/>
              <a:pathLst>
                <a:path w="504" h="496" extrusionOk="0">
                  <a:moveTo>
                    <a:pt x="252" y="0"/>
                  </a:moveTo>
                  <a:cubicBezTo>
                    <a:pt x="116" y="0"/>
                    <a:pt x="1" y="109"/>
                    <a:pt x="1" y="252"/>
                  </a:cubicBezTo>
                  <a:cubicBezTo>
                    <a:pt x="1" y="388"/>
                    <a:pt x="116" y="496"/>
                    <a:pt x="252" y="496"/>
                  </a:cubicBezTo>
                  <a:cubicBezTo>
                    <a:pt x="388" y="496"/>
                    <a:pt x="503" y="388"/>
                    <a:pt x="503" y="252"/>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8"/>
            <p:cNvSpPr/>
            <p:nvPr/>
          </p:nvSpPr>
          <p:spPr>
            <a:xfrm>
              <a:off x="3523550" y="3126475"/>
              <a:ext cx="12375" cy="12400"/>
            </a:xfrm>
            <a:custGeom>
              <a:avLst/>
              <a:gdLst/>
              <a:ahLst/>
              <a:cxnLst/>
              <a:rect l="l" t="t" r="r" b="b"/>
              <a:pathLst>
                <a:path w="495" h="496" extrusionOk="0">
                  <a:moveTo>
                    <a:pt x="250" y="0"/>
                  </a:moveTo>
                  <a:cubicBezTo>
                    <a:pt x="107" y="0"/>
                    <a:pt x="0" y="109"/>
                    <a:pt x="0" y="252"/>
                  </a:cubicBezTo>
                  <a:cubicBezTo>
                    <a:pt x="0" y="388"/>
                    <a:pt x="107" y="496"/>
                    <a:pt x="250" y="496"/>
                  </a:cubicBezTo>
                  <a:cubicBezTo>
                    <a:pt x="388" y="496"/>
                    <a:pt x="494" y="388"/>
                    <a:pt x="494" y="252"/>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8"/>
            <p:cNvSpPr/>
            <p:nvPr/>
          </p:nvSpPr>
          <p:spPr>
            <a:xfrm>
              <a:off x="676400" y="32182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8"/>
            <p:cNvSpPr/>
            <p:nvPr/>
          </p:nvSpPr>
          <p:spPr>
            <a:xfrm>
              <a:off x="768325" y="3218225"/>
              <a:ext cx="12400" cy="12575"/>
            </a:xfrm>
            <a:custGeom>
              <a:avLst/>
              <a:gdLst/>
              <a:ahLst/>
              <a:cxnLst/>
              <a:rect l="l" t="t" r="r" b="b"/>
              <a:pathLst>
                <a:path w="496" h="503" extrusionOk="0">
                  <a:moveTo>
                    <a:pt x="245" y="0"/>
                  </a:moveTo>
                  <a:cubicBezTo>
                    <a:pt x="109" y="0"/>
                    <a:pt x="0" y="116"/>
                    <a:pt x="0" y="252"/>
                  </a:cubicBezTo>
                  <a:cubicBezTo>
                    <a:pt x="0" y="387"/>
                    <a:pt x="109" y="503"/>
                    <a:pt x="245" y="503"/>
                  </a:cubicBezTo>
                  <a:cubicBezTo>
                    <a:pt x="388" y="503"/>
                    <a:pt x="496" y="387"/>
                    <a:pt x="496" y="252"/>
                  </a:cubicBezTo>
                  <a:cubicBezTo>
                    <a:pt x="496" y="116"/>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8"/>
            <p:cNvSpPr/>
            <p:nvPr/>
          </p:nvSpPr>
          <p:spPr>
            <a:xfrm>
              <a:off x="860125" y="3218225"/>
              <a:ext cx="12525" cy="12575"/>
            </a:xfrm>
            <a:custGeom>
              <a:avLst/>
              <a:gdLst/>
              <a:ahLst/>
              <a:cxnLst/>
              <a:rect l="l" t="t" r="r" b="b"/>
              <a:pathLst>
                <a:path w="501" h="503" extrusionOk="0">
                  <a:moveTo>
                    <a:pt x="251" y="0"/>
                  </a:moveTo>
                  <a:cubicBezTo>
                    <a:pt x="114" y="0"/>
                    <a:pt x="0" y="116"/>
                    <a:pt x="0" y="252"/>
                  </a:cubicBezTo>
                  <a:cubicBezTo>
                    <a:pt x="0" y="387"/>
                    <a:pt x="114" y="503"/>
                    <a:pt x="251" y="503"/>
                  </a:cubicBezTo>
                  <a:cubicBezTo>
                    <a:pt x="387" y="503"/>
                    <a:pt x="501" y="387"/>
                    <a:pt x="501" y="252"/>
                  </a:cubicBezTo>
                  <a:cubicBezTo>
                    <a:pt x="501"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8"/>
            <p:cNvSpPr/>
            <p:nvPr/>
          </p:nvSpPr>
          <p:spPr>
            <a:xfrm>
              <a:off x="951850" y="32182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8"/>
            <p:cNvSpPr/>
            <p:nvPr/>
          </p:nvSpPr>
          <p:spPr>
            <a:xfrm>
              <a:off x="1043825" y="3218225"/>
              <a:ext cx="12375" cy="12575"/>
            </a:xfrm>
            <a:custGeom>
              <a:avLst/>
              <a:gdLst/>
              <a:ahLst/>
              <a:cxnLst/>
              <a:rect l="l" t="t" r="r" b="b"/>
              <a:pathLst>
                <a:path w="495" h="503" extrusionOk="0">
                  <a:moveTo>
                    <a:pt x="250" y="0"/>
                  </a:moveTo>
                  <a:cubicBezTo>
                    <a:pt x="107" y="0"/>
                    <a:pt x="0" y="116"/>
                    <a:pt x="0" y="252"/>
                  </a:cubicBezTo>
                  <a:cubicBezTo>
                    <a:pt x="0" y="387"/>
                    <a:pt x="107" y="503"/>
                    <a:pt x="250" y="503"/>
                  </a:cubicBezTo>
                  <a:cubicBezTo>
                    <a:pt x="388" y="503"/>
                    <a:pt x="494" y="387"/>
                    <a:pt x="494" y="252"/>
                  </a:cubicBezTo>
                  <a:cubicBezTo>
                    <a:pt x="494"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8"/>
            <p:cNvSpPr/>
            <p:nvPr/>
          </p:nvSpPr>
          <p:spPr>
            <a:xfrm>
              <a:off x="1135575" y="3218225"/>
              <a:ext cx="12575" cy="12575"/>
            </a:xfrm>
            <a:custGeom>
              <a:avLst/>
              <a:gdLst/>
              <a:ahLst/>
              <a:cxnLst/>
              <a:rect l="l" t="t" r="r" b="b"/>
              <a:pathLst>
                <a:path w="503" h="503" extrusionOk="0">
                  <a:moveTo>
                    <a:pt x="252" y="0"/>
                  </a:moveTo>
                  <a:cubicBezTo>
                    <a:pt x="116" y="0"/>
                    <a:pt x="0" y="116"/>
                    <a:pt x="0" y="252"/>
                  </a:cubicBezTo>
                  <a:cubicBezTo>
                    <a:pt x="0" y="387"/>
                    <a:pt x="116" y="503"/>
                    <a:pt x="252" y="503"/>
                  </a:cubicBezTo>
                  <a:cubicBezTo>
                    <a:pt x="387" y="503"/>
                    <a:pt x="503" y="387"/>
                    <a:pt x="503" y="252"/>
                  </a:cubicBezTo>
                  <a:cubicBezTo>
                    <a:pt x="503"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8"/>
            <p:cNvSpPr/>
            <p:nvPr/>
          </p:nvSpPr>
          <p:spPr>
            <a:xfrm>
              <a:off x="1227500" y="3218225"/>
              <a:ext cx="12400" cy="12575"/>
            </a:xfrm>
            <a:custGeom>
              <a:avLst/>
              <a:gdLst/>
              <a:ahLst/>
              <a:cxnLst/>
              <a:rect l="l" t="t" r="r" b="b"/>
              <a:pathLst>
                <a:path w="496" h="503" extrusionOk="0">
                  <a:moveTo>
                    <a:pt x="251" y="0"/>
                  </a:moveTo>
                  <a:cubicBezTo>
                    <a:pt x="109" y="0"/>
                    <a:pt x="0" y="116"/>
                    <a:pt x="0" y="252"/>
                  </a:cubicBezTo>
                  <a:cubicBezTo>
                    <a:pt x="0" y="387"/>
                    <a:pt x="109" y="503"/>
                    <a:pt x="251" y="503"/>
                  </a:cubicBezTo>
                  <a:cubicBezTo>
                    <a:pt x="387" y="503"/>
                    <a:pt x="496" y="387"/>
                    <a:pt x="496" y="252"/>
                  </a:cubicBezTo>
                  <a:cubicBezTo>
                    <a:pt x="496"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8"/>
            <p:cNvSpPr/>
            <p:nvPr/>
          </p:nvSpPr>
          <p:spPr>
            <a:xfrm>
              <a:off x="1319275" y="3218225"/>
              <a:ext cx="12550" cy="12575"/>
            </a:xfrm>
            <a:custGeom>
              <a:avLst/>
              <a:gdLst/>
              <a:ahLst/>
              <a:cxnLst/>
              <a:rect l="l" t="t" r="r" b="b"/>
              <a:pathLst>
                <a:path w="502" h="503" extrusionOk="0">
                  <a:moveTo>
                    <a:pt x="252" y="0"/>
                  </a:moveTo>
                  <a:cubicBezTo>
                    <a:pt x="114" y="0"/>
                    <a:pt x="1" y="116"/>
                    <a:pt x="1" y="252"/>
                  </a:cubicBezTo>
                  <a:cubicBezTo>
                    <a:pt x="1" y="387"/>
                    <a:pt x="114" y="503"/>
                    <a:pt x="252" y="503"/>
                  </a:cubicBezTo>
                  <a:cubicBezTo>
                    <a:pt x="388" y="503"/>
                    <a:pt x="501" y="387"/>
                    <a:pt x="501" y="252"/>
                  </a:cubicBezTo>
                  <a:cubicBezTo>
                    <a:pt x="501"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8"/>
            <p:cNvSpPr/>
            <p:nvPr/>
          </p:nvSpPr>
          <p:spPr>
            <a:xfrm>
              <a:off x="1411200" y="3218225"/>
              <a:ext cx="12425" cy="12575"/>
            </a:xfrm>
            <a:custGeom>
              <a:avLst/>
              <a:gdLst/>
              <a:ahLst/>
              <a:cxnLst/>
              <a:rect l="l" t="t" r="r" b="b"/>
              <a:pathLst>
                <a:path w="497" h="503" extrusionOk="0">
                  <a:moveTo>
                    <a:pt x="245" y="0"/>
                  </a:moveTo>
                  <a:cubicBezTo>
                    <a:pt x="109" y="0"/>
                    <a:pt x="1" y="116"/>
                    <a:pt x="1" y="252"/>
                  </a:cubicBezTo>
                  <a:cubicBezTo>
                    <a:pt x="1" y="387"/>
                    <a:pt x="109" y="503"/>
                    <a:pt x="245" y="503"/>
                  </a:cubicBezTo>
                  <a:cubicBezTo>
                    <a:pt x="388" y="503"/>
                    <a:pt x="496" y="387"/>
                    <a:pt x="496" y="252"/>
                  </a:cubicBezTo>
                  <a:cubicBezTo>
                    <a:pt x="496" y="116"/>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8"/>
            <p:cNvSpPr/>
            <p:nvPr/>
          </p:nvSpPr>
          <p:spPr>
            <a:xfrm>
              <a:off x="1503000" y="3218225"/>
              <a:ext cx="12525" cy="12575"/>
            </a:xfrm>
            <a:custGeom>
              <a:avLst/>
              <a:gdLst/>
              <a:ahLst/>
              <a:cxnLst/>
              <a:rect l="l" t="t" r="r" b="b"/>
              <a:pathLst>
                <a:path w="501" h="503" extrusionOk="0">
                  <a:moveTo>
                    <a:pt x="250" y="0"/>
                  </a:moveTo>
                  <a:cubicBezTo>
                    <a:pt x="114" y="0"/>
                    <a:pt x="0" y="116"/>
                    <a:pt x="0" y="252"/>
                  </a:cubicBezTo>
                  <a:cubicBezTo>
                    <a:pt x="0" y="387"/>
                    <a:pt x="114" y="503"/>
                    <a:pt x="250" y="503"/>
                  </a:cubicBezTo>
                  <a:cubicBezTo>
                    <a:pt x="387" y="503"/>
                    <a:pt x="501" y="387"/>
                    <a:pt x="501" y="252"/>
                  </a:cubicBezTo>
                  <a:cubicBezTo>
                    <a:pt x="501" y="116"/>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8"/>
            <p:cNvSpPr/>
            <p:nvPr/>
          </p:nvSpPr>
          <p:spPr>
            <a:xfrm>
              <a:off x="1594750" y="3218225"/>
              <a:ext cx="12575" cy="12575"/>
            </a:xfrm>
            <a:custGeom>
              <a:avLst/>
              <a:gdLst/>
              <a:ahLst/>
              <a:cxnLst/>
              <a:rect l="l" t="t" r="r" b="b"/>
              <a:pathLst>
                <a:path w="503" h="503" extrusionOk="0">
                  <a:moveTo>
                    <a:pt x="251" y="0"/>
                  </a:moveTo>
                  <a:cubicBezTo>
                    <a:pt x="115" y="0"/>
                    <a:pt x="0" y="116"/>
                    <a:pt x="0" y="252"/>
                  </a:cubicBezTo>
                  <a:cubicBezTo>
                    <a:pt x="0" y="387"/>
                    <a:pt x="115" y="503"/>
                    <a:pt x="251" y="503"/>
                  </a:cubicBezTo>
                  <a:cubicBezTo>
                    <a:pt x="394" y="503"/>
                    <a:pt x="503" y="387"/>
                    <a:pt x="503" y="252"/>
                  </a:cubicBezTo>
                  <a:cubicBezTo>
                    <a:pt x="503" y="116"/>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8"/>
            <p:cNvSpPr/>
            <p:nvPr/>
          </p:nvSpPr>
          <p:spPr>
            <a:xfrm>
              <a:off x="1686650" y="32182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8"/>
            <p:cNvSpPr/>
            <p:nvPr/>
          </p:nvSpPr>
          <p:spPr>
            <a:xfrm>
              <a:off x="1778450" y="3218225"/>
              <a:ext cx="12550" cy="12575"/>
            </a:xfrm>
            <a:custGeom>
              <a:avLst/>
              <a:gdLst/>
              <a:ahLst/>
              <a:cxnLst/>
              <a:rect l="l" t="t" r="r" b="b"/>
              <a:pathLst>
                <a:path w="502" h="503" extrusionOk="0">
                  <a:moveTo>
                    <a:pt x="252" y="0"/>
                  </a:moveTo>
                  <a:cubicBezTo>
                    <a:pt x="114" y="0"/>
                    <a:pt x="1" y="116"/>
                    <a:pt x="1" y="252"/>
                  </a:cubicBezTo>
                  <a:cubicBezTo>
                    <a:pt x="1" y="387"/>
                    <a:pt x="114" y="503"/>
                    <a:pt x="252" y="503"/>
                  </a:cubicBezTo>
                  <a:cubicBezTo>
                    <a:pt x="388" y="503"/>
                    <a:pt x="501" y="387"/>
                    <a:pt x="501" y="252"/>
                  </a:cubicBezTo>
                  <a:cubicBezTo>
                    <a:pt x="501"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8"/>
            <p:cNvSpPr/>
            <p:nvPr/>
          </p:nvSpPr>
          <p:spPr>
            <a:xfrm>
              <a:off x="1870375" y="3218225"/>
              <a:ext cx="12400" cy="12575"/>
            </a:xfrm>
            <a:custGeom>
              <a:avLst/>
              <a:gdLst/>
              <a:ahLst/>
              <a:cxnLst/>
              <a:rect l="l" t="t" r="r" b="b"/>
              <a:pathLst>
                <a:path w="496" h="503" extrusionOk="0">
                  <a:moveTo>
                    <a:pt x="252" y="0"/>
                  </a:moveTo>
                  <a:cubicBezTo>
                    <a:pt x="109" y="0"/>
                    <a:pt x="0" y="116"/>
                    <a:pt x="0" y="252"/>
                  </a:cubicBezTo>
                  <a:cubicBezTo>
                    <a:pt x="0" y="387"/>
                    <a:pt x="109" y="503"/>
                    <a:pt x="252" y="503"/>
                  </a:cubicBezTo>
                  <a:cubicBezTo>
                    <a:pt x="387" y="503"/>
                    <a:pt x="496" y="387"/>
                    <a:pt x="496" y="252"/>
                  </a:cubicBezTo>
                  <a:cubicBezTo>
                    <a:pt x="496"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8"/>
            <p:cNvSpPr/>
            <p:nvPr/>
          </p:nvSpPr>
          <p:spPr>
            <a:xfrm>
              <a:off x="1962150" y="3218225"/>
              <a:ext cx="12550" cy="12575"/>
            </a:xfrm>
            <a:custGeom>
              <a:avLst/>
              <a:gdLst/>
              <a:ahLst/>
              <a:cxnLst/>
              <a:rect l="l" t="t" r="r" b="b"/>
              <a:pathLst>
                <a:path w="502" h="503" extrusionOk="0">
                  <a:moveTo>
                    <a:pt x="250" y="0"/>
                  </a:moveTo>
                  <a:cubicBezTo>
                    <a:pt x="114" y="0"/>
                    <a:pt x="1" y="116"/>
                    <a:pt x="1" y="252"/>
                  </a:cubicBezTo>
                  <a:cubicBezTo>
                    <a:pt x="1" y="387"/>
                    <a:pt x="114" y="503"/>
                    <a:pt x="250" y="503"/>
                  </a:cubicBezTo>
                  <a:cubicBezTo>
                    <a:pt x="388" y="503"/>
                    <a:pt x="502" y="387"/>
                    <a:pt x="502" y="252"/>
                  </a:cubicBezTo>
                  <a:cubicBezTo>
                    <a:pt x="502"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8"/>
            <p:cNvSpPr/>
            <p:nvPr/>
          </p:nvSpPr>
          <p:spPr>
            <a:xfrm>
              <a:off x="2054075" y="3218225"/>
              <a:ext cx="12425" cy="12575"/>
            </a:xfrm>
            <a:custGeom>
              <a:avLst/>
              <a:gdLst/>
              <a:ahLst/>
              <a:cxnLst/>
              <a:rect l="l" t="t" r="r" b="b"/>
              <a:pathLst>
                <a:path w="497" h="503" extrusionOk="0">
                  <a:moveTo>
                    <a:pt x="252" y="0"/>
                  </a:moveTo>
                  <a:cubicBezTo>
                    <a:pt x="109" y="0"/>
                    <a:pt x="1" y="116"/>
                    <a:pt x="1" y="252"/>
                  </a:cubicBezTo>
                  <a:cubicBezTo>
                    <a:pt x="1" y="387"/>
                    <a:pt x="109" y="503"/>
                    <a:pt x="252" y="503"/>
                  </a:cubicBezTo>
                  <a:cubicBezTo>
                    <a:pt x="388" y="503"/>
                    <a:pt x="496" y="387"/>
                    <a:pt x="496" y="252"/>
                  </a:cubicBezTo>
                  <a:cubicBezTo>
                    <a:pt x="496"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8"/>
            <p:cNvSpPr/>
            <p:nvPr/>
          </p:nvSpPr>
          <p:spPr>
            <a:xfrm>
              <a:off x="2145825" y="32182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8"/>
            <p:cNvSpPr/>
            <p:nvPr/>
          </p:nvSpPr>
          <p:spPr>
            <a:xfrm>
              <a:off x="2237800" y="3218225"/>
              <a:ext cx="12350" cy="12575"/>
            </a:xfrm>
            <a:custGeom>
              <a:avLst/>
              <a:gdLst/>
              <a:ahLst/>
              <a:cxnLst/>
              <a:rect l="l" t="t" r="r" b="b"/>
              <a:pathLst>
                <a:path w="494" h="503" extrusionOk="0">
                  <a:moveTo>
                    <a:pt x="244" y="0"/>
                  </a:moveTo>
                  <a:cubicBezTo>
                    <a:pt x="107" y="0"/>
                    <a:pt x="0" y="116"/>
                    <a:pt x="0" y="252"/>
                  </a:cubicBezTo>
                  <a:cubicBezTo>
                    <a:pt x="0" y="387"/>
                    <a:pt x="107" y="503"/>
                    <a:pt x="244" y="503"/>
                  </a:cubicBezTo>
                  <a:cubicBezTo>
                    <a:pt x="387" y="503"/>
                    <a:pt x="494" y="387"/>
                    <a:pt x="494" y="252"/>
                  </a:cubicBezTo>
                  <a:cubicBezTo>
                    <a:pt x="494" y="116"/>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8"/>
            <p:cNvSpPr/>
            <p:nvPr/>
          </p:nvSpPr>
          <p:spPr>
            <a:xfrm>
              <a:off x="2329550" y="3218225"/>
              <a:ext cx="12575" cy="12575"/>
            </a:xfrm>
            <a:custGeom>
              <a:avLst/>
              <a:gdLst/>
              <a:ahLst/>
              <a:cxnLst/>
              <a:rect l="l" t="t" r="r" b="b"/>
              <a:pathLst>
                <a:path w="503" h="503" extrusionOk="0">
                  <a:moveTo>
                    <a:pt x="251" y="0"/>
                  </a:moveTo>
                  <a:cubicBezTo>
                    <a:pt x="115" y="0"/>
                    <a:pt x="0" y="116"/>
                    <a:pt x="0" y="252"/>
                  </a:cubicBezTo>
                  <a:cubicBezTo>
                    <a:pt x="0" y="387"/>
                    <a:pt x="115" y="503"/>
                    <a:pt x="251" y="503"/>
                  </a:cubicBezTo>
                  <a:cubicBezTo>
                    <a:pt x="387" y="503"/>
                    <a:pt x="502" y="387"/>
                    <a:pt x="502" y="252"/>
                  </a:cubicBezTo>
                  <a:cubicBezTo>
                    <a:pt x="502"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8"/>
            <p:cNvSpPr/>
            <p:nvPr/>
          </p:nvSpPr>
          <p:spPr>
            <a:xfrm>
              <a:off x="2421325" y="3218225"/>
              <a:ext cx="12550" cy="12575"/>
            </a:xfrm>
            <a:custGeom>
              <a:avLst/>
              <a:gdLst/>
              <a:ahLst/>
              <a:cxnLst/>
              <a:rect l="l" t="t" r="r" b="b"/>
              <a:pathLst>
                <a:path w="502" h="503" extrusionOk="0">
                  <a:moveTo>
                    <a:pt x="250" y="0"/>
                  </a:moveTo>
                  <a:cubicBezTo>
                    <a:pt x="114" y="0"/>
                    <a:pt x="1" y="116"/>
                    <a:pt x="1" y="252"/>
                  </a:cubicBezTo>
                  <a:cubicBezTo>
                    <a:pt x="1" y="387"/>
                    <a:pt x="114" y="503"/>
                    <a:pt x="250" y="503"/>
                  </a:cubicBezTo>
                  <a:cubicBezTo>
                    <a:pt x="395" y="503"/>
                    <a:pt x="501" y="387"/>
                    <a:pt x="501" y="252"/>
                  </a:cubicBezTo>
                  <a:cubicBezTo>
                    <a:pt x="501" y="116"/>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8"/>
            <p:cNvSpPr/>
            <p:nvPr/>
          </p:nvSpPr>
          <p:spPr>
            <a:xfrm>
              <a:off x="2513250" y="3218225"/>
              <a:ext cx="12575" cy="12575"/>
            </a:xfrm>
            <a:custGeom>
              <a:avLst/>
              <a:gdLst/>
              <a:ahLst/>
              <a:cxnLst/>
              <a:rect l="l" t="t" r="r" b="b"/>
              <a:pathLst>
                <a:path w="503" h="503" extrusionOk="0">
                  <a:moveTo>
                    <a:pt x="252" y="0"/>
                  </a:moveTo>
                  <a:cubicBezTo>
                    <a:pt x="109" y="0"/>
                    <a:pt x="0" y="116"/>
                    <a:pt x="0" y="252"/>
                  </a:cubicBezTo>
                  <a:cubicBezTo>
                    <a:pt x="0" y="387"/>
                    <a:pt x="109"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8"/>
            <p:cNvSpPr/>
            <p:nvPr/>
          </p:nvSpPr>
          <p:spPr>
            <a:xfrm>
              <a:off x="2605000" y="3218225"/>
              <a:ext cx="12575" cy="12575"/>
            </a:xfrm>
            <a:custGeom>
              <a:avLst/>
              <a:gdLst/>
              <a:ahLst/>
              <a:cxnLst/>
              <a:rect l="l" t="t" r="r" b="b"/>
              <a:pathLst>
                <a:path w="503" h="503" extrusionOk="0">
                  <a:moveTo>
                    <a:pt x="252" y="0"/>
                  </a:moveTo>
                  <a:cubicBezTo>
                    <a:pt x="116" y="0"/>
                    <a:pt x="0" y="116"/>
                    <a:pt x="0" y="252"/>
                  </a:cubicBezTo>
                  <a:cubicBezTo>
                    <a:pt x="0" y="387"/>
                    <a:pt x="116" y="503"/>
                    <a:pt x="252" y="503"/>
                  </a:cubicBezTo>
                  <a:cubicBezTo>
                    <a:pt x="387" y="503"/>
                    <a:pt x="503" y="387"/>
                    <a:pt x="503" y="252"/>
                  </a:cubicBezTo>
                  <a:cubicBezTo>
                    <a:pt x="503"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8"/>
            <p:cNvSpPr/>
            <p:nvPr/>
          </p:nvSpPr>
          <p:spPr>
            <a:xfrm>
              <a:off x="2696950" y="3218225"/>
              <a:ext cx="12375" cy="12575"/>
            </a:xfrm>
            <a:custGeom>
              <a:avLst/>
              <a:gdLst/>
              <a:ahLst/>
              <a:cxnLst/>
              <a:rect l="l" t="t" r="r" b="b"/>
              <a:pathLst>
                <a:path w="495" h="503" extrusionOk="0">
                  <a:moveTo>
                    <a:pt x="252" y="0"/>
                  </a:moveTo>
                  <a:cubicBezTo>
                    <a:pt x="108" y="0"/>
                    <a:pt x="1" y="116"/>
                    <a:pt x="1" y="252"/>
                  </a:cubicBezTo>
                  <a:cubicBezTo>
                    <a:pt x="1" y="387"/>
                    <a:pt x="108" y="503"/>
                    <a:pt x="252" y="503"/>
                  </a:cubicBezTo>
                  <a:cubicBezTo>
                    <a:pt x="388" y="503"/>
                    <a:pt x="495" y="387"/>
                    <a:pt x="495" y="252"/>
                  </a:cubicBezTo>
                  <a:cubicBezTo>
                    <a:pt x="495"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8"/>
            <p:cNvSpPr/>
            <p:nvPr/>
          </p:nvSpPr>
          <p:spPr>
            <a:xfrm>
              <a:off x="2788700" y="32182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8"/>
            <p:cNvSpPr/>
            <p:nvPr/>
          </p:nvSpPr>
          <p:spPr>
            <a:xfrm>
              <a:off x="2880675" y="3218225"/>
              <a:ext cx="12375" cy="12575"/>
            </a:xfrm>
            <a:custGeom>
              <a:avLst/>
              <a:gdLst/>
              <a:ahLst/>
              <a:cxnLst/>
              <a:rect l="l" t="t" r="r" b="b"/>
              <a:pathLst>
                <a:path w="495" h="503" extrusionOk="0">
                  <a:moveTo>
                    <a:pt x="243" y="0"/>
                  </a:moveTo>
                  <a:cubicBezTo>
                    <a:pt x="107" y="0"/>
                    <a:pt x="0" y="116"/>
                    <a:pt x="0" y="252"/>
                  </a:cubicBezTo>
                  <a:cubicBezTo>
                    <a:pt x="0" y="387"/>
                    <a:pt x="107" y="503"/>
                    <a:pt x="243" y="503"/>
                  </a:cubicBezTo>
                  <a:cubicBezTo>
                    <a:pt x="387" y="503"/>
                    <a:pt x="494" y="387"/>
                    <a:pt x="494" y="252"/>
                  </a:cubicBezTo>
                  <a:cubicBezTo>
                    <a:pt x="494" y="116"/>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8"/>
            <p:cNvSpPr/>
            <p:nvPr/>
          </p:nvSpPr>
          <p:spPr>
            <a:xfrm>
              <a:off x="2972425" y="3218225"/>
              <a:ext cx="12575" cy="12575"/>
            </a:xfrm>
            <a:custGeom>
              <a:avLst/>
              <a:gdLst/>
              <a:ahLst/>
              <a:cxnLst/>
              <a:rect l="l" t="t" r="r" b="b"/>
              <a:pathLst>
                <a:path w="503" h="503" extrusionOk="0">
                  <a:moveTo>
                    <a:pt x="251" y="0"/>
                  </a:moveTo>
                  <a:cubicBezTo>
                    <a:pt x="115" y="0"/>
                    <a:pt x="0" y="116"/>
                    <a:pt x="0" y="252"/>
                  </a:cubicBezTo>
                  <a:cubicBezTo>
                    <a:pt x="0" y="387"/>
                    <a:pt x="115" y="503"/>
                    <a:pt x="251" y="503"/>
                  </a:cubicBezTo>
                  <a:cubicBezTo>
                    <a:pt x="387" y="503"/>
                    <a:pt x="503" y="387"/>
                    <a:pt x="503" y="252"/>
                  </a:cubicBezTo>
                  <a:cubicBezTo>
                    <a:pt x="503"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8"/>
            <p:cNvSpPr/>
            <p:nvPr/>
          </p:nvSpPr>
          <p:spPr>
            <a:xfrm>
              <a:off x="3064375" y="3218225"/>
              <a:ext cx="12375" cy="12575"/>
            </a:xfrm>
            <a:custGeom>
              <a:avLst/>
              <a:gdLst/>
              <a:ahLst/>
              <a:cxnLst/>
              <a:rect l="l" t="t" r="r" b="b"/>
              <a:pathLst>
                <a:path w="495" h="503" extrusionOk="0">
                  <a:moveTo>
                    <a:pt x="243" y="0"/>
                  </a:moveTo>
                  <a:cubicBezTo>
                    <a:pt x="107" y="0"/>
                    <a:pt x="1" y="116"/>
                    <a:pt x="1" y="252"/>
                  </a:cubicBezTo>
                  <a:cubicBezTo>
                    <a:pt x="1" y="387"/>
                    <a:pt x="107" y="503"/>
                    <a:pt x="243" y="503"/>
                  </a:cubicBezTo>
                  <a:cubicBezTo>
                    <a:pt x="388" y="503"/>
                    <a:pt x="495" y="387"/>
                    <a:pt x="495" y="252"/>
                  </a:cubicBezTo>
                  <a:cubicBezTo>
                    <a:pt x="495" y="116"/>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8"/>
            <p:cNvSpPr/>
            <p:nvPr/>
          </p:nvSpPr>
          <p:spPr>
            <a:xfrm>
              <a:off x="3156125" y="32182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8"/>
            <p:cNvSpPr/>
            <p:nvPr/>
          </p:nvSpPr>
          <p:spPr>
            <a:xfrm>
              <a:off x="3247875" y="3218225"/>
              <a:ext cx="12575" cy="12575"/>
            </a:xfrm>
            <a:custGeom>
              <a:avLst/>
              <a:gdLst/>
              <a:ahLst/>
              <a:cxnLst/>
              <a:rect l="l" t="t" r="r" b="b"/>
              <a:pathLst>
                <a:path w="503"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8"/>
            <p:cNvSpPr/>
            <p:nvPr/>
          </p:nvSpPr>
          <p:spPr>
            <a:xfrm>
              <a:off x="3339850" y="3218225"/>
              <a:ext cx="12525" cy="12575"/>
            </a:xfrm>
            <a:custGeom>
              <a:avLst/>
              <a:gdLst/>
              <a:ahLst/>
              <a:cxnLst/>
              <a:rect l="l" t="t" r="r" b="b"/>
              <a:pathLst>
                <a:path w="501" h="503" extrusionOk="0">
                  <a:moveTo>
                    <a:pt x="251" y="0"/>
                  </a:moveTo>
                  <a:cubicBezTo>
                    <a:pt x="107" y="0"/>
                    <a:pt x="0" y="116"/>
                    <a:pt x="0" y="252"/>
                  </a:cubicBezTo>
                  <a:cubicBezTo>
                    <a:pt x="0" y="387"/>
                    <a:pt x="107" y="503"/>
                    <a:pt x="251" y="503"/>
                  </a:cubicBezTo>
                  <a:cubicBezTo>
                    <a:pt x="387" y="503"/>
                    <a:pt x="501" y="387"/>
                    <a:pt x="501" y="252"/>
                  </a:cubicBezTo>
                  <a:cubicBezTo>
                    <a:pt x="501"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8"/>
            <p:cNvSpPr/>
            <p:nvPr/>
          </p:nvSpPr>
          <p:spPr>
            <a:xfrm>
              <a:off x="3431575" y="32182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8"/>
            <p:cNvSpPr/>
            <p:nvPr/>
          </p:nvSpPr>
          <p:spPr>
            <a:xfrm>
              <a:off x="3523550" y="3218225"/>
              <a:ext cx="12375" cy="12575"/>
            </a:xfrm>
            <a:custGeom>
              <a:avLst/>
              <a:gdLst/>
              <a:ahLst/>
              <a:cxnLst/>
              <a:rect l="l" t="t" r="r" b="b"/>
              <a:pathLst>
                <a:path w="495" h="503" extrusionOk="0">
                  <a:moveTo>
                    <a:pt x="250" y="0"/>
                  </a:moveTo>
                  <a:cubicBezTo>
                    <a:pt x="107" y="0"/>
                    <a:pt x="0" y="116"/>
                    <a:pt x="0" y="252"/>
                  </a:cubicBezTo>
                  <a:cubicBezTo>
                    <a:pt x="0" y="387"/>
                    <a:pt x="107" y="503"/>
                    <a:pt x="250" y="503"/>
                  </a:cubicBezTo>
                  <a:cubicBezTo>
                    <a:pt x="388" y="503"/>
                    <a:pt x="494" y="387"/>
                    <a:pt x="494" y="252"/>
                  </a:cubicBezTo>
                  <a:cubicBezTo>
                    <a:pt x="494"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8"/>
            <p:cNvSpPr/>
            <p:nvPr/>
          </p:nvSpPr>
          <p:spPr>
            <a:xfrm>
              <a:off x="676400" y="3310175"/>
              <a:ext cx="12600" cy="12375"/>
            </a:xfrm>
            <a:custGeom>
              <a:avLst/>
              <a:gdLst/>
              <a:ahLst/>
              <a:cxnLst/>
              <a:rect l="l" t="t" r="r" b="b"/>
              <a:pathLst>
                <a:path w="504" h="495" extrusionOk="0">
                  <a:moveTo>
                    <a:pt x="252" y="1"/>
                  </a:moveTo>
                  <a:cubicBezTo>
                    <a:pt x="116" y="1"/>
                    <a:pt x="1" y="108"/>
                    <a:pt x="1" y="252"/>
                  </a:cubicBezTo>
                  <a:cubicBezTo>
                    <a:pt x="1" y="388"/>
                    <a:pt x="116" y="495"/>
                    <a:pt x="252" y="495"/>
                  </a:cubicBezTo>
                  <a:cubicBezTo>
                    <a:pt x="388" y="495"/>
                    <a:pt x="503" y="388"/>
                    <a:pt x="503" y="252"/>
                  </a:cubicBezTo>
                  <a:cubicBezTo>
                    <a:pt x="503"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8"/>
            <p:cNvSpPr/>
            <p:nvPr/>
          </p:nvSpPr>
          <p:spPr>
            <a:xfrm>
              <a:off x="768325" y="3310175"/>
              <a:ext cx="12400" cy="12375"/>
            </a:xfrm>
            <a:custGeom>
              <a:avLst/>
              <a:gdLst/>
              <a:ahLst/>
              <a:cxnLst/>
              <a:rect l="l" t="t" r="r" b="b"/>
              <a:pathLst>
                <a:path w="496" h="495" extrusionOk="0">
                  <a:moveTo>
                    <a:pt x="245" y="1"/>
                  </a:moveTo>
                  <a:cubicBezTo>
                    <a:pt x="109" y="1"/>
                    <a:pt x="0" y="108"/>
                    <a:pt x="0" y="252"/>
                  </a:cubicBezTo>
                  <a:cubicBezTo>
                    <a:pt x="0" y="388"/>
                    <a:pt x="109" y="495"/>
                    <a:pt x="245" y="495"/>
                  </a:cubicBezTo>
                  <a:cubicBezTo>
                    <a:pt x="388" y="495"/>
                    <a:pt x="496" y="388"/>
                    <a:pt x="496" y="252"/>
                  </a:cubicBezTo>
                  <a:cubicBezTo>
                    <a:pt x="496" y="108"/>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8"/>
            <p:cNvSpPr/>
            <p:nvPr/>
          </p:nvSpPr>
          <p:spPr>
            <a:xfrm>
              <a:off x="860125" y="3310175"/>
              <a:ext cx="12525" cy="12375"/>
            </a:xfrm>
            <a:custGeom>
              <a:avLst/>
              <a:gdLst/>
              <a:ahLst/>
              <a:cxnLst/>
              <a:rect l="l" t="t" r="r" b="b"/>
              <a:pathLst>
                <a:path w="501" h="495" extrusionOk="0">
                  <a:moveTo>
                    <a:pt x="251" y="1"/>
                  </a:moveTo>
                  <a:cubicBezTo>
                    <a:pt x="114" y="1"/>
                    <a:pt x="0" y="108"/>
                    <a:pt x="0" y="252"/>
                  </a:cubicBezTo>
                  <a:cubicBezTo>
                    <a:pt x="0" y="388"/>
                    <a:pt x="114" y="495"/>
                    <a:pt x="251" y="495"/>
                  </a:cubicBezTo>
                  <a:cubicBezTo>
                    <a:pt x="387" y="495"/>
                    <a:pt x="501" y="388"/>
                    <a:pt x="501" y="252"/>
                  </a:cubicBezTo>
                  <a:cubicBezTo>
                    <a:pt x="501" y="108"/>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8"/>
            <p:cNvSpPr/>
            <p:nvPr/>
          </p:nvSpPr>
          <p:spPr>
            <a:xfrm>
              <a:off x="951850" y="3310175"/>
              <a:ext cx="12600" cy="12375"/>
            </a:xfrm>
            <a:custGeom>
              <a:avLst/>
              <a:gdLst/>
              <a:ahLst/>
              <a:cxnLst/>
              <a:rect l="l" t="t" r="r" b="b"/>
              <a:pathLst>
                <a:path w="504" h="495" extrusionOk="0">
                  <a:moveTo>
                    <a:pt x="252" y="1"/>
                  </a:moveTo>
                  <a:cubicBezTo>
                    <a:pt x="116" y="1"/>
                    <a:pt x="1" y="108"/>
                    <a:pt x="1" y="252"/>
                  </a:cubicBezTo>
                  <a:cubicBezTo>
                    <a:pt x="1" y="388"/>
                    <a:pt x="116" y="495"/>
                    <a:pt x="252" y="495"/>
                  </a:cubicBezTo>
                  <a:cubicBezTo>
                    <a:pt x="388" y="495"/>
                    <a:pt x="503" y="388"/>
                    <a:pt x="503" y="252"/>
                  </a:cubicBezTo>
                  <a:cubicBezTo>
                    <a:pt x="503"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8"/>
            <p:cNvSpPr/>
            <p:nvPr/>
          </p:nvSpPr>
          <p:spPr>
            <a:xfrm>
              <a:off x="1043825" y="3310175"/>
              <a:ext cx="12375" cy="12375"/>
            </a:xfrm>
            <a:custGeom>
              <a:avLst/>
              <a:gdLst/>
              <a:ahLst/>
              <a:cxnLst/>
              <a:rect l="l" t="t" r="r" b="b"/>
              <a:pathLst>
                <a:path w="495" h="495" extrusionOk="0">
                  <a:moveTo>
                    <a:pt x="250" y="1"/>
                  </a:moveTo>
                  <a:cubicBezTo>
                    <a:pt x="107" y="1"/>
                    <a:pt x="0" y="108"/>
                    <a:pt x="0" y="252"/>
                  </a:cubicBezTo>
                  <a:cubicBezTo>
                    <a:pt x="0" y="388"/>
                    <a:pt x="107" y="495"/>
                    <a:pt x="250" y="495"/>
                  </a:cubicBezTo>
                  <a:cubicBezTo>
                    <a:pt x="388" y="495"/>
                    <a:pt x="494" y="388"/>
                    <a:pt x="494" y="252"/>
                  </a:cubicBezTo>
                  <a:cubicBezTo>
                    <a:pt x="494" y="108"/>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8"/>
            <p:cNvSpPr/>
            <p:nvPr/>
          </p:nvSpPr>
          <p:spPr>
            <a:xfrm>
              <a:off x="1135575" y="3310175"/>
              <a:ext cx="12575" cy="12375"/>
            </a:xfrm>
            <a:custGeom>
              <a:avLst/>
              <a:gdLst/>
              <a:ahLst/>
              <a:cxnLst/>
              <a:rect l="l" t="t" r="r" b="b"/>
              <a:pathLst>
                <a:path w="503" h="495" extrusionOk="0">
                  <a:moveTo>
                    <a:pt x="252" y="1"/>
                  </a:moveTo>
                  <a:cubicBezTo>
                    <a:pt x="116" y="1"/>
                    <a:pt x="0" y="108"/>
                    <a:pt x="0" y="252"/>
                  </a:cubicBezTo>
                  <a:cubicBezTo>
                    <a:pt x="0" y="388"/>
                    <a:pt x="116" y="495"/>
                    <a:pt x="252" y="495"/>
                  </a:cubicBezTo>
                  <a:cubicBezTo>
                    <a:pt x="387" y="495"/>
                    <a:pt x="503" y="388"/>
                    <a:pt x="503" y="252"/>
                  </a:cubicBezTo>
                  <a:cubicBezTo>
                    <a:pt x="503" y="108"/>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8"/>
            <p:cNvSpPr/>
            <p:nvPr/>
          </p:nvSpPr>
          <p:spPr>
            <a:xfrm>
              <a:off x="1227500" y="3310175"/>
              <a:ext cx="12400" cy="12375"/>
            </a:xfrm>
            <a:custGeom>
              <a:avLst/>
              <a:gdLst/>
              <a:ahLst/>
              <a:cxnLst/>
              <a:rect l="l" t="t" r="r" b="b"/>
              <a:pathLst>
                <a:path w="496" h="495" extrusionOk="0">
                  <a:moveTo>
                    <a:pt x="251" y="1"/>
                  </a:moveTo>
                  <a:cubicBezTo>
                    <a:pt x="109" y="1"/>
                    <a:pt x="0" y="108"/>
                    <a:pt x="0" y="252"/>
                  </a:cubicBezTo>
                  <a:cubicBezTo>
                    <a:pt x="0" y="388"/>
                    <a:pt x="109" y="495"/>
                    <a:pt x="251" y="495"/>
                  </a:cubicBezTo>
                  <a:cubicBezTo>
                    <a:pt x="387" y="495"/>
                    <a:pt x="496" y="388"/>
                    <a:pt x="496" y="252"/>
                  </a:cubicBezTo>
                  <a:cubicBezTo>
                    <a:pt x="496" y="108"/>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8"/>
            <p:cNvSpPr/>
            <p:nvPr/>
          </p:nvSpPr>
          <p:spPr>
            <a:xfrm>
              <a:off x="1319275" y="3310175"/>
              <a:ext cx="12550" cy="12375"/>
            </a:xfrm>
            <a:custGeom>
              <a:avLst/>
              <a:gdLst/>
              <a:ahLst/>
              <a:cxnLst/>
              <a:rect l="l" t="t" r="r" b="b"/>
              <a:pathLst>
                <a:path w="502" h="495" extrusionOk="0">
                  <a:moveTo>
                    <a:pt x="252" y="1"/>
                  </a:moveTo>
                  <a:cubicBezTo>
                    <a:pt x="114" y="1"/>
                    <a:pt x="1" y="108"/>
                    <a:pt x="1" y="252"/>
                  </a:cubicBezTo>
                  <a:cubicBezTo>
                    <a:pt x="1" y="388"/>
                    <a:pt x="114" y="495"/>
                    <a:pt x="252" y="495"/>
                  </a:cubicBezTo>
                  <a:cubicBezTo>
                    <a:pt x="388" y="495"/>
                    <a:pt x="501" y="388"/>
                    <a:pt x="501" y="252"/>
                  </a:cubicBezTo>
                  <a:cubicBezTo>
                    <a:pt x="501"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8"/>
            <p:cNvSpPr/>
            <p:nvPr/>
          </p:nvSpPr>
          <p:spPr>
            <a:xfrm>
              <a:off x="1411200" y="3310175"/>
              <a:ext cx="12425" cy="12375"/>
            </a:xfrm>
            <a:custGeom>
              <a:avLst/>
              <a:gdLst/>
              <a:ahLst/>
              <a:cxnLst/>
              <a:rect l="l" t="t" r="r" b="b"/>
              <a:pathLst>
                <a:path w="497" h="495" extrusionOk="0">
                  <a:moveTo>
                    <a:pt x="245" y="1"/>
                  </a:moveTo>
                  <a:cubicBezTo>
                    <a:pt x="109" y="1"/>
                    <a:pt x="1" y="108"/>
                    <a:pt x="1" y="252"/>
                  </a:cubicBezTo>
                  <a:cubicBezTo>
                    <a:pt x="1" y="388"/>
                    <a:pt x="109" y="495"/>
                    <a:pt x="245" y="495"/>
                  </a:cubicBezTo>
                  <a:cubicBezTo>
                    <a:pt x="388" y="495"/>
                    <a:pt x="496" y="388"/>
                    <a:pt x="496" y="252"/>
                  </a:cubicBezTo>
                  <a:cubicBezTo>
                    <a:pt x="496" y="108"/>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8"/>
            <p:cNvSpPr/>
            <p:nvPr/>
          </p:nvSpPr>
          <p:spPr>
            <a:xfrm>
              <a:off x="1503000" y="3310175"/>
              <a:ext cx="12525" cy="12375"/>
            </a:xfrm>
            <a:custGeom>
              <a:avLst/>
              <a:gdLst/>
              <a:ahLst/>
              <a:cxnLst/>
              <a:rect l="l" t="t" r="r" b="b"/>
              <a:pathLst>
                <a:path w="501" h="495" extrusionOk="0">
                  <a:moveTo>
                    <a:pt x="250" y="1"/>
                  </a:moveTo>
                  <a:cubicBezTo>
                    <a:pt x="114" y="1"/>
                    <a:pt x="0" y="108"/>
                    <a:pt x="0" y="252"/>
                  </a:cubicBezTo>
                  <a:cubicBezTo>
                    <a:pt x="0" y="388"/>
                    <a:pt x="114" y="495"/>
                    <a:pt x="250" y="495"/>
                  </a:cubicBezTo>
                  <a:cubicBezTo>
                    <a:pt x="387" y="495"/>
                    <a:pt x="501" y="388"/>
                    <a:pt x="501" y="252"/>
                  </a:cubicBezTo>
                  <a:cubicBezTo>
                    <a:pt x="501" y="108"/>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8"/>
            <p:cNvSpPr/>
            <p:nvPr/>
          </p:nvSpPr>
          <p:spPr>
            <a:xfrm>
              <a:off x="1594750" y="3310175"/>
              <a:ext cx="12575" cy="12375"/>
            </a:xfrm>
            <a:custGeom>
              <a:avLst/>
              <a:gdLst/>
              <a:ahLst/>
              <a:cxnLst/>
              <a:rect l="l" t="t" r="r" b="b"/>
              <a:pathLst>
                <a:path w="503" h="495" extrusionOk="0">
                  <a:moveTo>
                    <a:pt x="251" y="1"/>
                  </a:moveTo>
                  <a:cubicBezTo>
                    <a:pt x="115" y="1"/>
                    <a:pt x="0" y="108"/>
                    <a:pt x="0" y="252"/>
                  </a:cubicBezTo>
                  <a:cubicBezTo>
                    <a:pt x="0" y="388"/>
                    <a:pt x="115" y="495"/>
                    <a:pt x="251" y="495"/>
                  </a:cubicBezTo>
                  <a:cubicBezTo>
                    <a:pt x="394" y="495"/>
                    <a:pt x="503" y="388"/>
                    <a:pt x="503" y="252"/>
                  </a:cubicBezTo>
                  <a:cubicBezTo>
                    <a:pt x="503" y="108"/>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8"/>
            <p:cNvSpPr/>
            <p:nvPr/>
          </p:nvSpPr>
          <p:spPr>
            <a:xfrm>
              <a:off x="1686650" y="3310175"/>
              <a:ext cx="12600" cy="12375"/>
            </a:xfrm>
            <a:custGeom>
              <a:avLst/>
              <a:gdLst/>
              <a:ahLst/>
              <a:cxnLst/>
              <a:rect l="l" t="t" r="r" b="b"/>
              <a:pathLst>
                <a:path w="504" h="495" extrusionOk="0">
                  <a:moveTo>
                    <a:pt x="252" y="1"/>
                  </a:moveTo>
                  <a:cubicBezTo>
                    <a:pt x="116" y="1"/>
                    <a:pt x="1" y="108"/>
                    <a:pt x="1" y="252"/>
                  </a:cubicBezTo>
                  <a:cubicBezTo>
                    <a:pt x="1" y="388"/>
                    <a:pt x="116" y="495"/>
                    <a:pt x="252" y="495"/>
                  </a:cubicBezTo>
                  <a:cubicBezTo>
                    <a:pt x="388" y="495"/>
                    <a:pt x="503" y="388"/>
                    <a:pt x="503" y="252"/>
                  </a:cubicBezTo>
                  <a:cubicBezTo>
                    <a:pt x="503"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8"/>
            <p:cNvSpPr/>
            <p:nvPr/>
          </p:nvSpPr>
          <p:spPr>
            <a:xfrm>
              <a:off x="1778450" y="3310175"/>
              <a:ext cx="12550" cy="12375"/>
            </a:xfrm>
            <a:custGeom>
              <a:avLst/>
              <a:gdLst/>
              <a:ahLst/>
              <a:cxnLst/>
              <a:rect l="l" t="t" r="r" b="b"/>
              <a:pathLst>
                <a:path w="502" h="495" extrusionOk="0">
                  <a:moveTo>
                    <a:pt x="252" y="1"/>
                  </a:moveTo>
                  <a:cubicBezTo>
                    <a:pt x="114" y="1"/>
                    <a:pt x="1" y="108"/>
                    <a:pt x="1" y="252"/>
                  </a:cubicBezTo>
                  <a:cubicBezTo>
                    <a:pt x="1" y="388"/>
                    <a:pt x="114" y="495"/>
                    <a:pt x="252" y="495"/>
                  </a:cubicBezTo>
                  <a:cubicBezTo>
                    <a:pt x="388" y="495"/>
                    <a:pt x="501" y="388"/>
                    <a:pt x="501" y="252"/>
                  </a:cubicBezTo>
                  <a:cubicBezTo>
                    <a:pt x="501"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8"/>
            <p:cNvSpPr/>
            <p:nvPr/>
          </p:nvSpPr>
          <p:spPr>
            <a:xfrm>
              <a:off x="1870375" y="3310175"/>
              <a:ext cx="12400" cy="12375"/>
            </a:xfrm>
            <a:custGeom>
              <a:avLst/>
              <a:gdLst/>
              <a:ahLst/>
              <a:cxnLst/>
              <a:rect l="l" t="t" r="r" b="b"/>
              <a:pathLst>
                <a:path w="496" h="495" extrusionOk="0">
                  <a:moveTo>
                    <a:pt x="252" y="1"/>
                  </a:moveTo>
                  <a:cubicBezTo>
                    <a:pt x="109" y="1"/>
                    <a:pt x="0" y="108"/>
                    <a:pt x="0" y="252"/>
                  </a:cubicBezTo>
                  <a:cubicBezTo>
                    <a:pt x="0" y="388"/>
                    <a:pt x="109" y="495"/>
                    <a:pt x="252" y="495"/>
                  </a:cubicBezTo>
                  <a:cubicBezTo>
                    <a:pt x="387" y="495"/>
                    <a:pt x="496" y="388"/>
                    <a:pt x="496" y="252"/>
                  </a:cubicBezTo>
                  <a:cubicBezTo>
                    <a:pt x="496" y="108"/>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8"/>
            <p:cNvSpPr/>
            <p:nvPr/>
          </p:nvSpPr>
          <p:spPr>
            <a:xfrm>
              <a:off x="1962150" y="3310175"/>
              <a:ext cx="12550" cy="12375"/>
            </a:xfrm>
            <a:custGeom>
              <a:avLst/>
              <a:gdLst/>
              <a:ahLst/>
              <a:cxnLst/>
              <a:rect l="l" t="t" r="r" b="b"/>
              <a:pathLst>
                <a:path w="502" h="495" extrusionOk="0">
                  <a:moveTo>
                    <a:pt x="250" y="1"/>
                  </a:moveTo>
                  <a:cubicBezTo>
                    <a:pt x="114" y="1"/>
                    <a:pt x="1" y="108"/>
                    <a:pt x="1" y="252"/>
                  </a:cubicBezTo>
                  <a:cubicBezTo>
                    <a:pt x="1" y="388"/>
                    <a:pt x="114" y="495"/>
                    <a:pt x="250" y="495"/>
                  </a:cubicBezTo>
                  <a:cubicBezTo>
                    <a:pt x="388" y="495"/>
                    <a:pt x="502" y="388"/>
                    <a:pt x="502" y="252"/>
                  </a:cubicBezTo>
                  <a:cubicBezTo>
                    <a:pt x="502" y="108"/>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8"/>
            <p:cNvSpPr/>
            <p:nvPr/>
          </p:nvSpPr>
          <p:spPr>
            <a:xfrm>
              <a:off x="2054075" y="3310175"/>
              <a:ext cx="12425" cy="12375"/>
            </a:xfrm>
            <a:custGeom>
              <a:avLst/>
              <a:gdLst/>
              <a:ahLst/>
              <a:cxnLst/>
              <a:rect l="l" t="t" r="r" b="b"/>
              <a:pathLst>
                <a:path w="497" h="495" extrusionOk="0">
                  <a:moveTo>
                    <a:pt x="252" y="1"/>
                  </a:moveTo>
                  <a:cubicBezTo>
                    <a:pt x="109" y="1"/>
                    <a:pt x="1" y="108"/>
                    <a:pt x="1" y="252"/>
                  </a:cubicBezTo>
                  <a:cubicBezTo>
                    <a:pt x="1" y="388"/>
                    <a:pt x="109" y="495"/>
                    <a:pt x="252" y="495"/>
                  </a:cubicBezTo>
                  <a:cubicBezTo>
                    <a:pt x="388" y="495"/>
                    <a:pt x="496" y="388"/>
                    <a:pt x="496" y="252"/>
                  </a:cubicBezTo>
                  <a:cubicBezTo>
                    <a:pt x="496"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8"/>
            <p:cNvSpPr/>
            <p:nvPr/>
          </p:nvSpPr>
          <p:spPr>
            <a:xfrm>
              <a:off x="2145825" y="3310175"/>
              <a:ext cx="12600" cy="12375"/>
            </a:xfrm>
            <a:custGeom>
              <a:avLst/>
              <a:gdLst/>
              <a:ahLst/>
              <a:cxnLst/>
              <a:rect l="l" t="t" r="r" b="b"/>
              <a:pathLst>
                <a:path w="504" h="495" extrusionOk="0">
                  <a:moveTo>
                    <a:pt x="252" y="1"/>
                  </a:moveTo>
                  <a:cubicBezTo>
                    <a:pt x="116" y="1"/>
                    <a:pt x="1" y="108"/>
                    <a:pt x="1" y="252"/>
                  </a:cubicBezTo>
                  <a:cubicBezTo>
                    <a:pt x="1" y="388"/>
                    <a:pt x="116" y="495"/>
                    <a:pt x="252" y="495"/>
                  </a:cubicBezTo>
                  <a:cubicBezTo>
                    <a:pt x="388" y="495"/>
                    <a:pt x="503" y="388"/>
                    <a:pt x="503" y="252"/>
                  </a:cubicBezTo>
                  <a:cubicBezTo>
                    <a:pt x="503"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8"/>
            <p:cNvSpPr/>
            <p:nvPr/>
          </p:nvSpPr>
          <p:spPr>
            <a:xfrm>
              <a:off x="2237800" y="3310175"/>
              <a:ext cx="12350" cy="12375"/>
            </a:xfrm>
            <a:custGeom>
              <a:avLst/>
              <a:gdLst/>
              <a:ahLst/>
              <a:cxnLst/>
              <a:rect l="l" t="t" r="r" b="b"/>
              <a:pathLst>
                <a:path w="494" h="495" extrusionOk="0">
                  <a:moveTo>
                    <a:pt x="244" y="1"/>
                  </a:moveTo>
                  <a:cubicBezTo>
                    <a:pt x="107" y="1"/>
                    <a:pt x="0" y="108"/>
                    <a:pt x="0" y="252"/>
                  </a:cubicBezTo>
                  <a:cubicBezTo>
                    <a:pt x="0" y="388"/>
                    <a:pt x="107" y="495"/>
                    <a:pt x="244" y="495"/>
                  </a:cubicBezTo>
                  <a:cubicBezTo>
                    <a:pt x="387" y="495"/>
                    <a:pt x="494" y="388"/>
                    <a:pt x="494" y="252"/>
                  </a:cubicBezTo>
                  <a:cubicBezTo>
                    <a:pt x="494" y="108"/>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8"/>
            <p:cNvSpPr/>
            <p:nvPr/>
          </p:nvSpPr>
          <p:spPr>
            <a:xfrm>
              <a:off x="2329550" y="3310175"/>
              <a:ext cx="12575" cy="12375"/>
            </a:xfrm>
            <a:custGeom>
              <a:avLst/>
              <a:gdLst/>
              <a:ahLst/>
              <a:cxnLst/>
              <a:rect l="l" t="t" r="r" b="b"/>
              <a:pathLst>
                <a:path w="503" h="495" extrusionOk="0">
                  <a:moveTo>
                    <a:pt x="251" y="1"/>
                  </a:moveTo>
                  <a:cubicBezTo>
                    <a:pt x="115" y="1"/>
                    <a:pt x="0" y="108"/>
                    <a:pt x="0" y="252"/>
                  </a:cubicBezTo>
                  <a:cubicBezTo>
                    <a:pt x="0" y="388"/>
                    <a:pt x="115" y="495"/>
                    <a:pt x="251" y="495"/>
                  </a:cubicBezTo>
                  <a:cubicBezTo>
                    <a:pt x="387" y="495"/>
                    <a:pt x="502" y="388"/>
                    <a:pt x="502" y="252"/>
                  </a:cubicBezTo>
                  <a:cubicBezTo>
                    <a:pt x="502" y="108"/>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8"/>
            <p:cNvSpPr/>
            <p:nvPr/>
          </p:nvSpPr>
          <p:spPr>
            <a:xfrm>
              <a:off x="2421325" y="3310175"/>
              <a:ext cx="12550" cy="12375"/>
            </a:xfrm>
            <a:custGeom>
              <a:avLst/>
              <a:gdLst/>
              <a:ahLst/>
              <a:cxnLst/>
              <a:rect l="l" t="t" r="r" b="b"/>
              <a:pathLst>
                <a:path w="502" h="495" extrusionOk="0">
                  <a:moveTo>
                    <a:pt x="250" y="1"/>
                  </a:moveTo>
                  <a:cubicBezTo>
                    <a:pt x="114" y="1"/>
                    <a:pt x="1" y="108"/>
                    <a:pt x="1" y="252"/>
                  </a:cubicBezTo>
                  <a:cubicBezTo>
                    <a:pt x="1" y="388"/>
                    <a:pt x="114" y="495"/>
                    <a:pt x="250" y="495"/>
                  </a:cubicBezTo>
                  <a:cubicBezTo>
                    <a:pt x="395" y="495"/>
                    <a:pt x="501" y="388"/>
                    <a:pt x="501" y="252"/>
                  </a:cubicBezTo>
                  <a:cubicBezTo>
                    <a:pt x="501" y="108"/>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8"/>
            <p:cNvSpPr/>
            <p:nvPr/>
          </p:nvSpPr>
          <p:spPr>
            <a:xfrm>
              <a:off x="2513250" y="3310175"/>
              <a:ext cx="12575" cy="12375"/>
            </a:xfrm>
            <a:custGeom>
              <a:avLst/>
              <a:gdLst/>
              <a:ahLst/>
              <a:cxnLst/>
              <a:rect l="l" t="t" r="r" b="b"/>
              <a:pathLst>
                <a:path w="503" h="495" extrusionOk="0">
                  <a:moveTo>
                    <a:pt x="252" y="1"/>
                  </a:moveTo>
                  <a:cubicBezTo>
                    <a:pt x="109" y="1"/>
                    <a:pt x="0" y="108"/>
                    <a:pt x="0" y="252"/>
                  </a:cubicBezTo>
                  <a:cubicBezTo>
                    <a:pt x="0" y="388"/>
                    <a:pt x="109" y="495"/>
                    <a:pt x="252" y="495"/>
                  </a:cubicBezTo>
                  <a:cubicBezTo>
                    <a:pt x="388" y="495"/>
                    <a:pt x="503" y="388"/>
                    <a:pt x="503" y="252"/>
                  </a:cubicBezTo>
                  <a:cubicBezTo>
                    <a:pt x="503"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8"/>
            <p:cNvSpPr/>
            <p:nvPr/>
          </p:nvSpPr>
          <p:spPr>
            <a:xfrm>
              <a:off x="2605000" y="3310175"/>
              <a:ext cx="12575" cy="12375"/>
            </a:xfrm>
            <a:custGeom>
              <a:avLst/>
              <a:gdLst/>
              <a:ahLst/>
              <a:cxnLst/>
              <a:rect l="l" t="t" r="r" b="b"/>
              <a:pathLst>
                <a:path w="503" h="495" extrusionOk="0">
                  <a:moveTo>
                    <a:pt x="252" y="1"/>
                  </a:moveTo>
                  <a:cubicBezTo>
                    <a:pt x="116" y="1"/>
                    <a:pt x="0" y="108"/>
                    <a:pt x="0" y="252"/>
                  </a:cubicBezTo>
                  <a:cubicBezTo>
                    <a:pt x="0" y="388"/>
                    <a:pt x="116" y="495"/>
                    <a:pt x="252" y="495"/>
                  </a:cubicBezTo>
                  <a:cubicBezTo>
                    <a:pt x="387" y="495"/>
                    <a:pt x="503" y="388"/>
                    <a:pt x="503" y="252"/>
                  </a:cubicBezTo>
                  <a:cubicBezTo>
                    <a:pt x="503" y="108"/>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8"/>
            <p:cNvSpPr/>
            <p:nvPr/>
          </p:nvSpPr>
          <p:spPr>
            <a:xfrm>
              <a:off x="2696950" y="3310175"/>
              <a:ext cx="12375" cy="12375"/>
            </a:xfrm>
            <a:custGeom>
              <a:avLst/>
              <a:gdLst/>
              <a:ahLst/>
              <a:cxnLst/>
              <a:rect l="l" t="t" r="r" b="b"/>
              <a:pathLst>
                <a:path w="495" h="495" extrusionOk="0">
                  <a:moveTo>
                    <a:pt x="252" y="1"/>
                  </a:moveTo>
                  <a:cubicBezTo>
                    <a:pt x="108" y="1"/>
                    <a:pt x="1" y="108"/>
                    <a:pt x="1" y="252"/>
                  </a:cubicBezTo>
                  <a:cubicBezTo>
                    <a:pt x="1" y="388"/>
                    <a:pt x="108" y="495"/>
                    <a:pt x="252" y="495"/>
                  </a:cubicBezTo>
                  <a:cubicBezTo>
                    <a:pt x="388" y="495"/>
                    <a:pt x="495" y="388"/>
                    <a:pt x="495" y="252"/>
                  </a:cubicBezTo>
                  <a:cubicBezTo>
                    <a:pt x="495"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8"/>
            <p:cNvSpPr/>
            <p:nvPr/>
          </p:nvSpPr>
          <p:spPr>
            <a:xfrm>
              <a:off x="2788700" y="3310175"/>
              <a:ext cx="12600" cy="12375"/>
            </a:xfrm>
            <a:custGeom>
              <a:avLst/>
              <a:gdLst/>
              <a:ahLst/>
              <a:cxnLst/>
              <a:rect l="l" t="t" r="r" b="b"/>
              <a:pathLst>
                <a:path w="504" h="495" extrusionOk="0">
                  <a:moveTo>
                    <a:pt x="252" y="1"/>
                  </a:moveTo>
                  <a:cubicBezTo>
                    <a:pt x="116" y="1"/>
                    <a:pt x="1" y="108"/>
                    <a:pt x="1" y="252"/>
                  </a:cubicBezTo>
                  <a:cubicBezTo>
                    <a:pt x="1" y="388"/>
                    <a:pt x="116" y="495"/>
                    <a:pt x="252" y="495"/>
                  </a:cubicBezTo>
                  <a:cubicBezTo>
                    <a:pt x="388" y="495"/>
                    <a:pt x="503" y="388"/>
                    <a:pt x="503" y="252"/>
                  </a:cubicBezTo>
                  <a:cubicBezTo>
                    <a:pt x="503"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8"/>
            <p:cNvSpPr/>
            <p:nvPr/>
          </p:nvSpPr>
          <p:spPr>
            <a:xfrm>
              <a:off x="2880675" y="3310175"/>
              <a:ext cx="12375" cy="12375"/>
            </a:xfrm>
            <a:custGeom>
              <a:avLst/>
              <a:gdLst/>
              <a:ahLst/>
              <a:cxnLst/>
              <a:rect l="l" t="t" r="r" b="b"/>
              <a:pathLst>
                <a:path w="495" h="495" extrusionOk="0">
                  <a:moveTo>
                    <a:pt x="243" y="1"/>
                  </a:moveTo>
                  <a:cubicBezTo>
                    <a:pt x="107" y="1"/>
                    <a:pt x="0" y="108"/>
                    <a:pt x="0" y="252"/>
                  </a:cubicBezTo>
                  <a:cubicBezTo>
                    <a:pt x="0" y="388"/>
                    <a:pt x="107" y="495"/>
                    <a:pt x="243" y="495"/>
                  </a:cubicBezTo>
                  <a:cubicBezTo>
                    <a:pt x="387" y="495"/>
                    <a:pt x="494" y="388"/>
                    <a:pt x="494" y="252"/>
                  </a:cubicBezTo>
                  <a:cubicBezTo>
                    <a:pt x="494" y="108"/>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8"/>
            <p:cNvSpPr/>
            <p:nvPr/>
          </p:nvSpPr>
          <p:spPr>
            <a:xfrm>
              <a:off x="2972425" y="3310175"/>
              <a:ext cx="12575" cy="12375"/>
            </a:xfrm>
            <a:custGeom>
              <a:avLst/>
              <a:gdLst/>
              <a:ahLst/>
              <a:cxnLst/>
              <a:rect l="l" t="t" r="r" b="b"/>
              <a:pathLst>
                <a:path w="503" h="495" extrusionOk="0">
                  <a:moveTo>
                    <a:pt x="251" y="1"/>
                  </a:moveTo>
                  <a:cubicBezTo>
                    <a:pt x="115" y="1"/>
                    <a:pt x="0" y="108"/>
                    <a:pt x="0" y="252"/>
                  </a:cubicBezTo>
                  <a:cubicBezTo>
                    <a:pt x="0" y="388"/>
                    <a:pt x="115" y="495"/>
                    <a:pt x="251" y="495"/>
                  </a:cubicBezTo>
                  <a:cubicBezTo>
                    <a:pt x="387" y="495"/>
                    <a:pt x="503" y="388"/>
                    <a:pt x="503" y="252"/>
                  </a:cubicBezTo>
                  <a:cubicBezTo>
                    <a:pt x="503" y="108"/>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8"/>
            <p:cNvSpPr/>
            <p:nvPr/>
          </p:nvSpPr>
          <p:spPr>
            <a:xfrm>
              <a:off x="3064375" y="3310175"/>
              <a:ext cx="12375" cy="12375"/>
            </a:xfrm>
            <a:custGeom>
              <a:avLst/>
              <a:gdLst/>
              <a:ahLst/>
              <a:cxnLst/>
              <a:rect l="l" t="t" r="r" b="b"/>
              <a:pathLst>
                <a:path w="495" h="495" extrusionOk="0">
                  <a:moveTo>
                    <a:pt x="243" y="1"/>
                  </a:moveTo>
                  <a:cubicBezTo>
                    <a:pt x="107" y="1"/>
                    <a:pt x="1" y="108"/>
                    <a:pt x="1" y="252"/>
                  </a:cubicBezTo>
                  <a:cubicBezTo>
                    <a:pt x="1" y="388"/>
                    <a:pt x="107" y="495"/>
                    <a:pt x="243" y="495"/>
                  </a:cubicBezTo>
                  <a:cubicBezTo>
                    <a:pt x="388" y="495"/>
                    <a:pt x="495" y="388"/>
                    <a:pt x="495" y="252"/>
                  </a:cubicBezTo>
                  <a:cubicBezTo>
                    <a:pt x="495" y="108"/>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8"/>
            <p:cNvSpPr/>
            <p:nvPr/>
          </p:nvSpPr>
          <p:spPr>
            <a:xfrm>
              <a:off x="3156125" y="3310175"/>
              <a:ext cx="12600" cy="12375"/>
            </a:xfrm>
            <a:custGeom>
              <a:avLst/>
              <a:gdLst/>
              <a:ahLst/>
              <a:cxnLst/>
              <a:rect l="l" t="t" r="r" b="b"/>
              <a:pathLst>
                <a:path w="504" h="495" extrusionOk="0">
                  <a:moveTo>
                    <a:pt x="252" y="1"/>
                  </a:moveTo>
                  <a:cubicBezTo>
                    <a:pt x="116" y="1"/>
                    <a:pt x="1" y="108"/>
                    <a:pt x="1" y="252"/>
                  </a:cubicBezTo>
                  <a:cubicBezTo>
                    <a:pt x="1" y="388"/>
                    <a:pt x="116" y="495"/>
                    <a:pt x="252" y="495"/>
                  </a:cubicBezTo>
                  <a:cubicBezTo>
                    <a:pt x="388" y="495"/>
                    <a:pt x="503" y="388"/>
                    <a:pt x="503" y="252"/>
                  </a:cubicBezTo>
                  <a:cubicBezTo>
                    <a:pt x="503"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8"/>
            <p:cNvSpPr/>
            <p:nvPr/>
          </p:nvSpPr>
          <p:spPr>
            <a:xfrm>
              <a:off x="3247875" y="3310175"/>
              <a:ext cx="12575" cy="12375"/>
            </a:xfrm>
            <a:custGeom>
              <a:avLst/>
              <a:gdLst/>
              <a:ahLst/>
              <a:cxnLst/>
              <a:rect l="l" t="t" r="r" b="b"/>
              <a:pathLst>
                <a:path w="503" h="495" extrusionOk="0">
                  <a:moveTo>
                    <a:pt x="252" y="1"/>
                  </a:moveTo>
                  <a:cubicBezTo>
                    <a:pt x="116" y="1"/>
                    <a:pt x="1" y="108"/>
                    <a:pt x="1" y="252"/>
                  </a:cubicBezTo>
                  <a:cubicBezTo>
                    <a:pt x="1" y="388"/>
                    <a:pt x="116" y="495"/>
                    <a:pt x="252" y="495"/>
                  </a:cubicBezTo>
                  <a:cubicBezTo>
                    <a:pt x="388" y="495"/>
                    <a:pt x="503" y="388"/>
                    <a:pt x="503" y="252"/>
                  </a:cubicBezTo>
                  <a:cubicBezTo>
                    <a:pt x="503"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8"/>
            <p:cNvSpPr/>
            <p:nvPr/>
          </p:nvSpPr>
          <p:spPr>
            <a:xfrm>
              <a:off x="3339850" y="3310175"/>
              <a:ext cx="12525" cy="12375"/>
            </a:xfrm>
            <a:custGeom>
              <a:avLst/>
              <a:gdLst/>
              <a:ahLst/>
              <a:cxnLst/>
              <a:rect l="l" t="t" r="r" b="b"/>
              <a:pathLst>
                <a:path w="501" h="495" extrusionOk="0">
                  <a:moveTo>
                    <a:pt x="251" y="1"/>
                  </a:moveTo>
                  <a:cubicBezTo>
                    <a:pt x="107" y="1"/>
                    <a:pt x="0" y="108"/>
                    <a:pt x="0" y="252"/>
                  </a:cubicBezTo>
                  <a:cubicBezTo>
                    <a:pt x="0" y="388"/>
                    <a:pt x="107" y="495"/>
                    <a:pt x="251" y="495"/>
                  </a:cubicBezTo>
                  <a:cubicBezTo>
                    <a:pt x="387" y="495"/>
                    <a:pt x="501" y="388"/>
                    <a:pt x="501" y="252"/>
                  </a:cubicBezTo>
                  <a:cubicBezTo>
                    <a:pt x="501" y="108"/>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8"/>
            <p:cNvSpPr/>
            <p:nvPr/>
          </p:nvSpPr>
          <p:spPr>
            <a:xfrm>
              <a:off x="3431575" y="3310175"/>
              <a:ext cx="12600" cy="12375"/>
            </a:xfrm>
            <a:custGeom>
              <a:avLst/>
              <a:gdLst/>
              <a:ahLst/>
              <a:cxnLst/>
              <a:rect l="l" t="t" r="r" b="b"/>
              <a:pathLst>
                <a:path w="504" h="495" extrusionOk="0">
                  <a:moveTo>
                    <a:pt x="252" y="1"/>
                  </a:moveTo>
                  <a:cubicBezTo>
                    <a:pt x="116" y="1"/>
                    <a:pt x="1" y="108"/>
                    <a:pt x="1" y="252"/>
                  </a:cubicBezTo>
                  <a:cubicBezTo>
                    <a:pt x="1" y="388"/>
                    <a:pt x="116" y="495"/>
                    <a:pt x="252" y="495"/>
                  </a:cubicBezTo>
                  <a:cubicBezTo>
                    <a:pt x="388" y="495"/>
                    <a:pt x="503" y="388"/>
                    <a:pt x="503" y="252"/>
                  </a:cubicBezTo>
                  <a:cubicBezTo>
                    <a:pt x="503"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8"/>
            <p:cNvSpPr/>
            <p:nvPr/>
          </p:nvSpPr>
          <p:spPr>
            <a:xfrm>
              <a:off x="3523550" y="3310175"/>
              <a:ext cx="12375" cy="12375"/>
            </a:xfrm>
            <a:custGeom>
              <a:avLst/>
              <a:gdLst/>
              <a:ahLst/>
              <a:cxnLst/>
              <a:rect l="l" t="t" r="r" b="b"/>
              <a:pathLst>
                <a:path w="495" h="495" extrusionOk="0">
                  <a:moveTo>
                    <a:pt x="250" y="1"/>
                  </a:moveTo>
                  <a:cubicBezTo>
                    <a:pt x="107" y="1"/>
                    <a:pt x="0" y="108"/>
                    <a:pt x="0" y="252"/>
                  </a:cubicBezTo>
                  <a:cubicBezTo>
                    <a:pt x="0" y="388"/>
                    <a:pt x="107" y="495"/>
                    <a:pt x="250" y="495"/>
                  </a:cubicBezTo>
                  <a:cubicBezTo>
                    <a:pt x="388" y="495"/>
                    <a:pt x="494" y="388"/>
                    <a:pt x="494" y="252"/>
                  </a:cubicBezTo>
                  <a:cubicBezTo>
                    <a:pt x="494" y="108"/>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8"/>
            <p:cNvSpPr/>
            <p:nvPr/>
          </p:nvSpPr>
          <p:spPr>
            <a:xfrm>
              <a:off x="676400" y="340192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8"/>
            <p:cNvSpPr/>
            <p:nvPr/>
          </p:nvSpPr>
          <p:spPr>
            <a:xfrm>
              <a:off x="768325" y="3401925"/>
              <a:ext cx="12400" cy="12600"/>
            </a:xfrm>
            <a:custGeom>
              <a:avLst/>
              <a:gdLst/>
              <a:ahLst/>
              <a:cxnLst/>
              <a:rect l="l" t="t" r="r" b="b"/>
              <a:pathLst>
                <a:path w="496" h="504"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8"/>
            <p:cNvSpPr/>
            <p:nvPr/>
          </p:nvSpPr>
          <p:spPr>
            <a:xfrm>
              <a:off x="860125" y="3401925"/>
              <a:ext cx="12525" cy="12600"/>
            </a:xfrm>
            <a:custGeom>
              <a:avLst/>
              <a:gdLst/>
              <a:ahLst/>
              <a:cxnLst/>
              <a:rect l="l" t="t" r="r" b="b"/>
              <a:pathLst>
                <a:path w="501" h="504"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8"/>
            <p:cNvSpPr/>
            <p:nvPr/>
          </p:nvSpPr>
          <p:spPr>
            <a:xfrm>
              <a:off x="951850" y="340192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8"/>
            <p:cNvSpPr/>
            <p:nvPr/>
          </p:nvSpPr>
          <p:spPr>
            <a:xfrm>
              <a:off x="1043825" y="3401925"/>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8"/>
            <p:cNvSpPr/>
            <p:nvPr/>
          </p:nvSpPr>
          <p:spPr>
            <a:xfrm>
              <a:off x="1135575" y="3401925"/>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8"/>
            <p:cNvSpPr/>
            <p:nvPr/>
          </p:nvSpPr>
          <p:spPr>
            <a:xfrm>
              <a:off x="1227500" y="3401925"/>
              <a:ext cx="12400" cy="12600"/>
            </a:xfrm>
            <a:custGeom>
              <a:avLst/>
              <a:gdLst/>
              <a:ahLst/>
              <a:cxnLst/>
              <a:rect l="l" t="t" r="r" b="b"/>
              <a:pathLst>
                <a:path w="496" h="504"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8"/>
            <p:cNvSpPr/>
            <p:nvPr/>
          </p:nvSpPr>
          <p:spPr>
            <a:xfrm>
              <a:off x="1319275" y="3401925"/>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8"/>
            <p:cNvSpPr/>
            <p:nvPr/>
          </p:nvSpPr>
          <p:spPr>
            <a:xfrm>
              <a:off x="1411200" y="3401925"/>
              <a:ext cx="12425" cy="12600"/>
            </a:xfrm>
            <a:custGeom>
              <a:avLst/>
              <a:gdLst/>
              <a:ahLst/>
              <a:cxnLst/>
              <a:rect l="l" t="t" r="r" b="b"/>
              <a:pathLst>
                <a:path w="497" h="504"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8"/>
            <p:cNvSpPr/>
            <p:nvPr/>
          </p:nvSpPr>
          <p:spPr>
            <a:xfrm>
              <a:off x="1503000" y="3401925"/>
              <a:ext cx="12525" cy="12600"/>
            </a:xfrm>
            <a:custGeom>
              <a:avLst/>
              <a:gdLst/>
              <a:ahLst/>
              <a:cxnLst/>
              <a:rect l="l" t="t" r="r" b="b"/>
              <a:pathLst>
                <a:path w="501" h="504"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8"/>
            <p:cNvSpPr/>
            <p:nvPr/>
          </p:nvSpPr>
          <p:spPr>
            <a:xfrm>
              <a:off x="1594750" y="3401925"/>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8"/>
            <p:cNvSpPr/>
            <p:nvPr/>
          </p:nvSpPr>
          <p:spPr>
            <a:xfrm>
              <a:off x="1686650" y="340192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8"/>
            <p:cNvSpPr/>
            <p:nvPr/>
          </p:nvSpPr>
          <p:spPr>
            <a:xfrm>
              <a:off x="1778450" y="3401925"/>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8"/>
            <p:cNvSpPr/>
            <p:nvPr/>
          </p:nvSpPr>
          <p:spPr>
            <a:xfrm>
              <a:off x="1870375" y="3401925"/>
              <a:ext cx="12400" cy="12600"/>
            </a:xfrm>
            <a:custGeom>
              <a:avLst/>
              <a:gdLst/>
              <a:ahLst/>
              <a:cxnLst/>
              <a:rect l="l" t="t" r="r" b="b"/>
              <a:pathLst>
                <a:path w="496" h="504"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8"/>
            <p:cNvSpPr/>
            <p:nvPr/>
          </p:nvSpPr>
          <p:spPr>
            <a:xfrm>
              <a:off x="1962150" y="3401925"/>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8"/>
            <p:cNvSpPr/>
            <p:nvPr/>
          </p:nvSpPr>
          <p:spPr>
            <a:xfrm>
              <a:off x="2054075" y="3401925"/>
              <a:ext cx="12425" cy="12600"/>
            </a:xfrm>
            <a:custGeom>
              <a:avLst/>
              <a:gdLst/>
              <a:ahLst/>
              <a:cxnLst/>
              <a:rect l="l" t="t" r="r" b="b"/>
              <a:pathLst>
                <a:path w="497" h="504"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8"/>
            <p:cNvSpPr/>
            <p:nvPr/>
          </p:nvSpPr>
          <p:spPr>
            <a:xfrm>
              <a:off x="2145825" y="340192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8"/>
            <p:cNvSpPr/>
            <p:nvPr/>
          </p:nvSpPr>
          <p:spPr>
            <a:xfrm>
              <a:off x="2237800" y="3401925"/>
              <a:ext cx="12350" cy="12600"/>
            </a:xfrm>
            <a:custGeom>
              <a:avLst/>
              <a:gdLst/>
              <a:ahLst/>
              <a:cxnLst/>
              <a:rect l="l" t="t" r="r" b="b"/>
              <a:pathLst>
                <a:path w="494" h="504"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8"/>
            <p:cNvSpPr/>
            <p:nvPr/>
          </p:nvSpPr>
          <p:spPr>
            <a:xfrm>
              <a:off x="2329550" y="3401925"/>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8"/>
            <p:cNvSpPr/>
            <p:nvPr/>
          </p:nvSpPr>
          <p:spPr>
            <a:xfrm>
              <a:off x="2421325" y="3401925"/>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8"/>
            <p:cNvSpPr/>
            <p:nvPr/>
          </p:nvSpPr>
          <p:spPr>
            <a:xfrm>
              <a:off x="2513250" y="3401925"/>
              <a:ext cx="12575" cy="12600"/>
            </a:xfrm>
            <a:custGeom>
              <a:avLst/>
              <a:gdLst/>
              <a:ahLst/>
              <a:cxnLst/>
              <a:rect l="l" t="t" r="r" b="b"/>
              <a:pathLst>
                <a:path w="503" h="504"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8"/>
            <p:cNvSpPr/>
            <p:nvPr/>
          </p:nvSpPr>
          <p:spPr>
            <a:xfrm>
              <a:off x="2605000" y="3401925"/>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8"/>
            <p:cNvSpPr/>
            <p:nvPr/>
          </p:nvSpPr>
          <p:spPr>
            <a:xfrm>
              <a:off x="2696950" y="3401925"/>
              <a:ext cx="12375" cy="12600"/>
            </a:xfrm>
            <a:custGeom>
              <a:avLst/>
              <a:gdLst/>
              <a:ahLst/>
              <a:cxnLst/>
              <a:rect l="l" t="t" r="r" b="b"/>
              <a:pathLst>
                <a:path w="495" h="504"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8"/>
            <p:cNvSpPr/>
            <p:nvPr/>
          </p:nvSpPr>
          <p:spPr>
            <a:xfrm>
              <a:off x="2788700" y="340192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8"/>
            <p:cNvSpPr/>
            <p:nvPr/>
          </p:nvSpPr>
          <p:spPr>
            <a:xfrm>
              <a:off x="2880675" y="3401925"/>
              <a:ext cx="12375" cy="12600"/>
            </a:xfrm>
            <a:custGeom>
              <a:avLst/>
              <a:gdLst/>
              <a:ahLst/>
              <a:cxnLst/>
              <a:rect l="l" t="t" r="r" b="b"/>
              <a:pathLst>
                <a:path w="495" h="504"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8"/>
            <p:cNvSpPr/>
            <p:nvPr/>
          </p:nvSpPr>
          <p:spPr>
            <a:xfrm>
              <a:off x="2972425" y="3401925"/>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8"/>
            <p:cNvSpPr/>
            <p:nvPr/>
          </p:nvSpPr>
          <p:spPr>
            <a:xfrm>
              <a:off x="3064375" y="3401925"/>
              <a:ext cx="12375" cy="12600"/>
            </a:xfrm>
            <a:custGeom>
              <a:avLst/>
              <a:gdLst/>
              <a:ahLst/>
              <a:cxnLst/>
              <a:rect l="l" t="t" r="r" b="b"/>
              <a:pathLst>
                <a:path w="495" h="504"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8"/>
            <p:cNvSpPr/>
            <p:nvPr/>
          </p:nvSpPr>
          <p:spPr>
            <a:xfrm>
              <a:off x="3156125" y="340192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8"/>
            <p:cNvSpPr/>
            <p:nvPr/>
          </p:nvSpPr>
          <p:spPr>
            <a:xfrm>
              <a:off x="3247875" y="3401925"/>
              <a:ext cx="12575" cy="12600"/>
            </a:xfrm>
            <a:custGeom>
              <a:avLst/>
              <a:gdLst/>
              <a:ahLst/>
              <a:cxnLst/>
              <a:rect l="l" t="t" r="r" b="b"/>
              <a:pathLst>
                <a:path w="503"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8"/>
            <p:cNvSpPr/>
            <p:nvPr/>
          </p:nvSpPr>
          <p:spPr>
            <a:xfrm>
              <a:off x="3339850" y="3401925"/>
              <a:ext cx="12525" cy="12600"/>
            </a:xfrm>
            <a:custGeom>
              <a:avLst/>
              <a:gdLst/>
              <a:ahLst/>
              <a:cxnLst/>
              <a:rect l="l" t="t" r="r" b="b"/>
              <a:pathLst>
                <a:path w="501" h="504"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8"/>
            <p:cNvSpPr/>
            <p:nvPr/>
          </p:nvSpPr>
          <p:spPr>
            <a:xfrm>
              <a:off x="3431575" y="340192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8"/>
            <p:cNvSpPr/>
            <p:nvPr/>
          </p:nvSpPr>
          <p:spPr>
            <a:xfrm>
              <a:off x="3523550" y="3401925"/>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8"/>
            <p:cNvSpPr/>
            <p:nvPr/>
          </p:nvSpPr>
          <p:spPr>
            <a:xfrm>
              <a:off x="676400" y="3493900"/>
              <a:ext cx="12600" cy="12375"/>
            </a:xfrm>
            <a:custGeom>
              <a:avLst/>
              <a:gdLst/>
              <a:ahLst/>
              <a:cxnLst/>
              <a:rect l="l" t="t" r="r" b="b"/>
              <a:pathLst>
                <a:path w="504" h="495" extrusionOk="0">
                  <a:moveTo>
                    <a:pt x="252" y="0"/>
                  </a:moveTo>
                  <a:cubicBezTo>
                    <a:pt x="116" y="0"/>
                    <a:pt x="1" y="107"/>
                    <a:pt x="1" y="243"/>
                  </a:cubicBezTo>
                  <a:cubicBezTo>
                    <a:pt x="1" y="387"/>
                    <a:pt x="116" y="494"/>
                    <a:pt x="252" y="494"/>
                  </a:cubicBezTo>
                  <a:cubicBezTo>
                    <a:pt x="388" y="494"/>
                    <a:pt x="503" y="387"/>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8"/>
            <p:cNvSpPr/>
            <p:nvPr/>
          </p:nvSpPr>
          <p:spPr>
            <a:xfrm>
              <a:off x="768325" y="3493900"/>
              <a:ext cx="12400" cy="12375"/>
            </a:xfrm>
            <a:custGeom>
              <a:avLst/>
              <a:gdLst/>
              <a:ahLst/>
              <a:cxnLst/>
              <a:rect l="l" t="t" r="r" b="b"/>
              <a:pathLst>
                <a:path w="496" h="495" extrusionOk="0">
                  <a:moveTo>
                    <a:pt x="245" y="0"/>
                  </a:moveTo>
                  <a:cubicBezTo>
                    <a:pt x="109" y="0"/>
                    <a:pt x="0" y="107"/>
                    <a:pt x="0" y="243"/>
                  </a:cubicBezTo>
                  <a:cubicBezTo>
                    <a:pt x="0" y="387"/>
                    <a:pt x="109" y="494"/>
                    <a:pt x="245" y="494"/>
                  </a:cubicBezTo>
                  <a:cubicBezTo>
                    <a:pt x="388" y="494"/>
                    <a:pt x="496" y="387"/>
                    <a:pt x="496" y="243"/>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8"/>
            <p:cNvSpPr/>
            <p:nvPr/>
          </p:nvSpPr>
          <p:spPr>
            <a:xfrm>
              <a:off x="860125" y="3493900"/>
              <a:ext cx="12525" cy="12375"/>
            </a:xfrm>
            <a:custGeom>
              <a:avLst/>
              <a:gdLst/>
              <a:ahLst/>
              <a:cxnLst/>
              <a:rect l="l" t="t" r="r" b="b"/>
              <a:pathLst>
                <a:path w="501" h="495" extrusionOk="0">
                  <a:moveTo>
                    <a:pt x="251" y="0"/>
                  </a:moveTo>
                  <a:cubicBezTo>
                    <a:pt x="114" y="0"/>
                    <a:pt x="0" y="107"/>
                    <a:pt x="0" y="243"/>
                  </a:cubicBezTo>
                  <a:cubicBezTo>
                    <a:pt x="0" y="387"/>
                    <a:pt x="114" y="494"/>
                    <a:pt x="251" y="494"/>
                  </a:cubicBezTo>
                  <a:cubicBezTo>
                    <a:pt x="387" y="494"/>
                    <a:pt x="501" y="387"/>
                    <a:pt x="501" y="243"/>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8"/>
            <p:cNvSpPr/>
            <p:nvPr/>
          </p:nvSpPr>
          <p:spPr>
            <a:xfrm>
              <a:off x="951850" y="3493900"/>
              <a:ext cx="12600" cy="12375"/>
            </a:xfrm>
            <a:custGeom>
              <a:avLst/>
              <a:gdLst/>
              <a:ahLst/>
              <a:cxnLst/>
              <a:rect l="l" t="t" r="r" b="b"/>
              <a:pathLst>
                <a:path w="504" h="495" extrusionOk="0">
                  <a:moveTo>
                    <a:pt x="252" y="0"/>
                  </a:moveTo>
                  <a:cubicBezTo>
                    <a:pt x="116" y="0"/>
                    <a:pt x="1" y="107"/>
                    <a:pt x="1" y="243"/>
                  </a:cubicBezTo>
                  <a:cubicBezTo>
                    <a:pt x="1" y="387"/>
                    <a:pt x="116" y="494"/>
                    <a:pt x="252" y="494"/>
                  </a:cubicBezTo>
                  <a:cubicBezTo>
                    <a:pt x="388" y="494"/>
                    <a:pt x="503" y="387"/>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8"/>
            <p:cNvSpPr/>
            <p:nvPr/>
          </p:nvSpPr>
          <p:spPr>
            <a:xfrm>
              <a:off x="1043825" y="3493900"/>
              <a:ext cx="12375" cy="12375"/>
            </a:xfrm>
            <a:custGeom>
              <a:avLst/>
              <a:gdLst/>
              <a:ahLst/>
              <a:cxnLst/>
              <a:rect l="l" t="t" r="r" b="b"/>
              <a:pathLst>
                <a:path w="495" h="495" extrusionOk="0">
                  <a:moveTo>
                    <a:pt x="250" y="0"/>
                  </a:moveTo>
                  <a:cubicBezTo>
                    <a:pt x="107" y="0"/>
                    <a:pt x="0" y="107"/>
                    <a:pt x="0" y="243"/>
                  </a:cubicBezTo>
                  <a:cubicBezTo>
                    <a:pt x="0" y="387"/>
                    <a:pt x="107" y="494"/>
                    <a:pt x="250" y="494"/>
                  </a:cubicBezTo>
                  <a:cubicBezTo>
                    <a:pt x="388" y="494"/>
                    <a:pt x="494" y="387"/>
                    <a:pt x="494" y="243"/>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8"/>
            <p:cNvSpPr/>
            <p:nvPr/>
          </p:nvSpPr>
          <p:spPr>
            <a:xfrm>
              <a:off x="1135575" y="3493900"/>
              <a:ext cx="12575" cy="12375"/>
            </a:xfrm>
            <a:custGeom>
              <a:avLst/>
              <a:gdLst/>
              <a:ahLst/>
              <a:cxnLst/>
              <a:rect l="l" t="t" r="r" b="b"/>
              <a:pathLst>
                <a:path w="503" h="495" extrusionOk="0">
                  <a:moveTo>
                    <a:pt x="252" y="0"/>
                  </a:moveTo>
                  <a:cubicBezTo>
                    <a:pt x="116" y="0"/>
                    <a:pt x="0" y="107"/>
                    <a:pt x="0" y="243"/>
                  </a:cubicBezTo>
                  <a:cubicBezTo>
                    <a:pt x="0" y="387"/>
                    <a:pt x="116" y="494"/>
                    <a:pt x="252" y="494"/>
                  </a:cubicBezTo>
                  <a:cubicBezTo>
                    <a:pt x="387" y="494"/>
                    <a:pt x="503" y="387"/>
                    <a:pt x="503" y="243"/>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8"/>
            <p:cNvSpPr/>
            <p:nvPr/>
          </p:nvSpPr>
          <p:spPr>
            <a:xfrm>
              <a:off x="1227500" y="3493900"/>
              <a:ext cx="12400" cy="12375"/>
            </a:xfrm>
            <a:custGeom>
              <a:avLst/>
              <a:gdLst/>
              <a:ahLst/>
              <a:cxnLst/>
              <a:rect l="l" t="t" r="r" b="b"/>
              <a:pathLst>
                <a:path w="496" h="495" extrusionOk="0">
                  <a:moveTo>
                    <a:pt x="251" y="0"/>
                  </a:moveTo>
                  <a:cubicBezTo>
                    <a:pt x="109" y="0"/>
                    <a:pt x="0" y="107"/>
                    <a:pt x="0" y="243"/>
                  </a:cubicBezTo>
                  <a:cubicBezTo>
                    <a:pt x="0" y="387"/>
                    <a:pt x="109" y="494"/>
                    <a:pt x="251" y="494"/>
                  </a:cubicBezTo>
                  <a:cubicBezTo>
                    <a:pt x="387" y="494"/>
                    <a:pt x="496" y="387"/>
                    <a:pt x="496" y="243"/>
                  </a:cubicBezTo>
                  <a:cubicBezTo>
                    <a:pt x="496"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8"/>
            <p:cNvSpPr/>
            <p:nvPr/>
          </p:nvSpPr>
          <p:spPr>
            <a:xfrm>
              <a:off x="1319275" y="3493900"/>
              <a:ext cx="12550" cy="12375"/>
            </a:xfrm>
            <a:custGeom>
              <a:avLst/>
              <a:gdLst/>
              <a:ahLst/>
              <a:cxnLst/>
              <a:rect l="l" t="t" r="r" b="b"/>
              <a:pathLst>
                <a:path w="502" h="495" extrusionOk="0">
                  <a:moveTo>
                    <a:pt x="252" y="0"/>
                  </a:moveTo>
                  <a:cubicBezTo>
                    <a:pt x="114" y="0"/>
                    <a:pt x="1" y="107"/>
                    <a:pt x="1" y="243"/>
                  </a:cubicBezTo>
                  <a:cubicBezTo>
                    <a:pt x="1" y="387"/>
                    <a:pt x="114" y="494"/>
                    <a:pt x="252" y="494"/>
                  </a:cubicBezTo>
                  <a:cubicBezTo>
                    <a:pt x="388" y="494"/>
                    <a:pt x="501" y="387"/>
                    <a:pt x="501" y="243"/>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8"/>
            <p:cNvSpPr/>
            <p:nvPr/>
          </p:nvSpPr>
          <p:spPr>
            <a:xfrm>
              <a:off x="1411200" y="3493900"/>
              <a:ext cx="12425" cy="12375"/>
            </a:xfrm>
            <a:custGeom>
              <a:avLst/>
              <a:gdLst/>
              <a:ahLst/>
              <a:cxnLst/>
              <a:rect l="l" t="t" r="r" b="b"/>
              <a:pathLst>
                <a:path w="497" h="495" extrusionOk="0">
                  <a:moveTo>
                    <a:pt x="245" y="0"/>
                  </a:moveTo>
                  <a:cubicBezTo>
                    <a:pt x="109" y="0"/>
                    <a:pt x="1" y="107"/>
                    <a:pt x="1" y="243"/>
                  </a:cubicBezTo>
                  <a:cubicBezTo>
                    <a:pt x="1" y="387"/>
                    <a:pt x="109" y="494"/>
                    <a:pt x="245" y="494"/>
                  </a:cubicBezTo>
                  <a:cubicBezTo>
                    <a:pt x="388" y="494"/>
                    <a:pt x="496" y="387"/>
                    <a:pt x="496" y="243"/>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8"/>
            <p:cNvSpPr/>
            <p:nvPr/>
          </p:nvSpPr>
          <p:spPr>
            <a:xfrm>
              <a:off x="1503000" y="3493900"/>
              <a:ext cx="12525" cy="12375"/>
            </a:xfrm>
            <a:custGeom>
              <a:avLst/>
              <a:gdLst/>
              <a:ahLst/>
              <a:cxnLst/>
              <a:rect l="l" t="t" r="r" b="b"/>
              <a:pathLst>
                <a:path w="501" h="495" extrusionOk="0">
                  <a:moveTo>
                    <a:pt x="250" y="0"/>
                  </a:moveTo>
                  <a:cubicBezTo>
                    <a:pt x="114" y="0"/>
                    <a:pt x="0" y="107"/>
                    <a:pt x="0" y="243"/>
                  </a:cubicBezTo>
                  <a:cubicBezTo>
                    <a:pt x="0" y="387"/>
                    <a:pt x="114" y="494"/>
                    <a:pt x="250" y="494"/>
                  </a:cubicBezTo>
                  <a:cubicBezTo>
                    <a:pt x="387" y="494"/>
                    <a:pt x="501" y="387"/>
                    <a:pt x="501" y="243"/>
                  </a:cubicBezTo>
                  <a:cubicBezTo>
                    <a:pt x="501" y="107"/>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8"/>
            <p:cNvSpPr/>
            <p:nvPr/>
          </p:nvSpPr>
          <p:spPr>
            <a:xfrm>
              <a:off x="1594750" y="3493900"/>
              <a:ext cx="12575" cy="12375"/>
            </a:xfrm>
            <a:custGeom>
              <a:avLst/>
              <a:gdLst/>
              <a:ahLst/>
              <a:cxnLst/>
              <a:rect l="l" t="t" r="r" b="b"/>
              <a:pathLst>
                <a:path w="503" h="495" extrusionOk="0">
                  <a:moveTo>
                    <a:pt x="251" y="0"/>
                  </a:moveTo>
                  <a:cubicBezTo>
                    <a:pt x="115" y="0"/>
                    <a:pt x="0" y="107"/>
                    <a:pt x="0" y="243"/>
                  </a:cubicBezTo>
                  <a:cubicBezTo>
                    <a:pt x="0" y="387"/>
                    <a:pt x="115" y="494"/>
                    <a:pt x="251" y="494"/>
                  </a:cubicBezTo>
                  <a:cubicBezTo>
                    <a:pt x="394" y="494"/>
                    <a:pt x="503" y="387"/>
                    <a:pt x="503" y="243"/>
                  </a:cubicBezTo>
                  <a:cubicBezTo>
                    <a:pt x="503" y="107"/>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8"/>
            <p:cNvSpPr/>
            <p:nvPr/>
          </p:nvSpPr>
          <p:spPr>
            <a:xfrm>
              <a:off x="1686650" y="3493900"/>
              <a:ext cx="12600" cy="12375"/>
            </a:xfrm>
            <a:custGeom>
              <a:avLst/>
              <a:gdLst/>
              <a:ahLst/>
              <a:cxnLst/>
              <a:rect l="l" t="t" r="r" b="b"/>
              <a:pathLst>
                <a:path w="504" h="495" extrusionOk="0">
                  <a:moveTo>
                    <a:pt x="252" y="0"/>
                  </a:moveTo>
                  <a:cubicBezTo>
                    <a:pt x="116" y="0"/>
                    <a:pt x="1" y="107"/>
                    <a:pt x="1" y="243"/>
                  </a:cubicBezTo>
                  <a:cubicBezTo>
                    <a:pt x="1" y="387"/>
                    <a:pt x="116" y="494"/>
                    <a:pt x="252" y="494"/>
                  </a:cubicBezTo>
                  <a:cubicBezTo>
                    <a:pt x="388" y="494"/>
                    <a:pt x="503" y="387"/>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8"/>
            <p:cNvSpPr/>
            <p:nvPr/>
          </p:nvSpPr>
          <p:spPr>
            <a:xfrm>
              <a:off x="1778450" y="3493900"/>
              <a:ext cx="12550" cy="12375"/>
            </a:xfrm>
            <a:custGeom>
              <a:avLst/>
              <a:gdLst/>
              <a:ahLst/>
              <a:cxnLst/>
              <a:rect l="l" t="t" r="r" b="b"/>
              <a:pathLst>
                <a:path w="502" h="495" extrusionOk="0">
                  <a:moveTo>
                    <a:pt x="252" y="0"/>
                  </a:moveTo>
                  <a:cubicBezTo>
                    <a:pt x="114" y="0"/>
                    <a:pt x="1" y="107"/>
                    <a:pt x="1" y="243"/>
                  </a:cubicBezTo>
                  <a:cubicBezTo>
                    <a:pt x="1" y="387"/>
                    <a:pt x="114" y="494"/>
                    <a:pt x="252" y="494"/>
                  </a:cubicBezTo>
                  <a:cubicBezTo>
                    <a:pt x="388" y="494"/>
                    <a:pt x="501" y="387"/>
                    <a:pt x="501" y="243"/>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8"/>
            <p:cNvSpPr/>
            <p:nvPr/>
          </p:nvSpPr>
          <p:spPr>
            <a:xfrm>
              <a:off x="1870375" y="3493900"/>
              <a:ext cx="12400" cy="12375"/>
            </a:xfrm>
            <a:custGeom>
              <a:avLst/>
              <a:gdLst/>
              <a:ahLst/>
              <a:cxnLst/>
              <a:rect l="l" t="t" r="r" b="b"/>
              <a:pathLst>
                <a:path w="496" h="495" extrusionOk="0">
                  <a:moveTo>
                    <a:pt x="252" y="0"/>
                  </a:moveTo>
                  <a:cubicBezTo>
                    <a:pt x="109" y="0"/>
                    <a:pt x="0" y="107"/>
                    <a:pt x="0" y="243"/>
                  </a:cubicBezTo>
                  <a:cubicBezTo>
                    <a:pt x="0" y="387"/>
                    <a:pt x="109" y="494"/>
                    <a:pt x="252" y="494"/>
                  </a:cubicBezTo>
                  <a:cubicBezTo>
                    <a:pt x="387" y="494"/>
                    <a:pt x="496" y="387"/>
                    <a:pt x="496" y="243"/>
                  </a:cubicBezTo>
                  <a:cubicBezTo>
                    <a:pt x="496"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8"/>
            <p:cNvSpPr/>
            <p:nvPr/>
          </p:nvSpPr>
          <p:spPr>
            <a:xfrm>
              <a:off x="1962150" y="3493900"/>
              <a:ext cx="12550" cy="12375"/>
            </a:xfrm>
            <a:custGeom>
              <a:avLst/>
              <a:gdLst/>
              <a:ahLst/>
              <a:cxnLst/>
              <a:rect l="l" t="t" r="r" b="b"/>
              <a:pathLst>
                <a:path w="502" h="495" extrusionOk="0">
                  <a:moveTo>
                    <a:pt x="250" y="0"/>
                  </a:moveTo>
                  <a:cubicBezTo>
                    <a:pt x="114" y="0"/>
                    <a:pt x="1" y="107"/>
                    <a:pt x="1" y="243"/>
                  </a:cubicBezTo>
                  <a:cubicBezTo>
                    <a:pt x="1" y="387"/>
                    <a:pt x="114" y="494"/>
                    <a:pt x="250" y="494"/>
                  </a:cubicBezTo>
                  <a:cubicBezTo>
                    <a:pt x="388" y="494"/>
                    <a:pt x="502" y="387"/>
                    <a:pt x="502" y="243"/>
                  </a:cubicBezTo>
                  <a:cubicBezTo>
                    <a:pt x="502"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8"/>
            <p:cNvSpPr/>
            <p:nvPr/>
          </p:nvSpPr>
          <p:spPr>
            <a:xfrm>
              <a:off x="2054075" y="3493900"/>
              <a:ext cx="12425" cy="12375"/>
            </a:xfrm>
            <a:custGeom>
              <a:avLst/>
              <a:gdLst/>
              <a:ahLst/>
              <a:cxnLst/>
              <a:rect l="l" t="t" r="r" b="b"/>
              <a:pathLst>
                <a:path w="497" h="495" extrusionOk="0">
                  <a:moveTo>
                    <a:pt x="252" y="0"/>
                  </a:moveTo>
                  <a:cubicBezTo>
                    <a:pt x="109" y="0"/>
                    <a:pt x="1" y="107"/>
                    <a:pt x="1" y="243"/>
                  </a:cubicBezTo>
                  <a:cubicBezTo>
                    <a:pt x="1" y="387"/>
                    <a:pt x="109" y="494"/>
                    <a:pt x="252" y="494"/>
                  </a:cubicBezTo>
                  <a:cubicBezTo>
                    <a:pt x="388" y="494"/>
                    <a:pt x="496" y="387"/>
                    <a:pt x="496" y="243"/>
                  </a:cubicBezTo>
                  <a:cubicBezTo>
                    <a:pt x="496"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8"/>
            <p:cNvSpPr/>
            <p:nvPr/>
          </p:nvSpPr>
          <p:spPr>
            <a:xfrm>
              <a:off x="2145825" y="3493900"/>
              <a:ext cx="12600" cy="12375"/>
            </a:xfrm>
            <a:custGeom>
              <a:avLst/>
              <a:gdLst/>
              <a:ahLst/>
              <a:cxnLst/>
              <a:rect l="l" t="t" r="r" b="b"/>
              <a:pathLst>
                <a:path w="504" h="495" extrusionOk="0">
                  <a:moveTo>
                    <a:pt x="252" y="0"/>
                  </a:moveTo>
                  <a:cubicBezTo>
                    <a:pt x="116" y="0"/>
                    <a:pt x="1" y="107"/>
                    <a:pt x="1" y="243"/>
                  </a:cubicBezTo>
                  <a:cubicBezTo>
                    <a:pt x="1" y="387"/>
                    <a:pt x="116" y="494"/>
                    <a:pt x="252" y="494"/>
                  </a:cubicBezTo>
                  <a:cubicBezTo>
                    <a:pt x="388" y="494"/>
                    <a:pt x="503" y="387"/>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8"/>
            <p:cNvSpPr/>
            <p:nvPr/>
          </p:nvSpPr>
          <p:spPr>
            <a:xfrm>
              <a:off x="2237800" y="3493900"/>
              <a:ext cx="12350" cy="12375"/>
            </a:xfrm>
            <a:custGeom>
              <a:avLst/>
              <a:gdLst/>
              <a:ahLst/>
              <a:cxnLst/>
              <a:rect l="l" t="t" r="r" b="b"/>
              <a:pathLst>
                <a:path w="494" h="495" extrusionOk="0">
                  <a:moveTo>
                    <a:pt x="244" y="0"/>
                  </a:moveTo>
                  <a:cubicBezTo>
                    <a:pt x="107" y="0"/>
                    <a:pt x="0" y="107"/>
                    <a:pt x="0" y="243"/>
                  </a:cubicBezTo>
                  <a:cubicBezTo>
                    <a:pt x="0" y="387"/>
                    <a:pt x="107" y="494"/>
                    <a:pt x="244" y="494"/>
                  </a:cubicBezTo>
                  <a:cubicBezTo>
                    <a:pt x="387" y="494"/>
                    <a:pt x="494" y="387"/>
                    <a:pt x="494" y="243"/>
                  </a:cubicBezTo>
                  <a:cubicBezTo>
                    <a:pt x="494" y="107"/>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8"/>
            <p:cNvSpPr/>
            <p:nvPr/>
          </p:nvSpPr>
          <p:spPr>
            <a:xfrm>
              <a:off x="2329550" y="3493900"/>
              <a:ext cx="12575" cy="12375"/>
            </a:xfrm>
            <a:custGeom>
              <a:avLst/>
              <a:gdLst/>
              <a:ahLst/>
              <a:cxnLst/>
              <a:rect l="l" t="t" r="r" b="b"/>
              <a:pathLst>
                <a:path w="503" h="495" extrusionOk="0">
                  <a:moveTo>
                    <a:pt x="251" y="0"/>
                  </a:moveTo>
                  <a:cubicBezTo>
                    <a:pt x="115" y="0"/>
                    <a:pt x="0" y="107"/>
                    <a:pt x="0" y="243"/>
                  </a:cubicBezTo>
                  <a:cubicBezTo>
                    <a:pt x="0" y="387"/>
                    <a:pt x="115" y="494"/>
                    <a:pt x="251" y="494"/>
                  </a:cubicBezTo>
                  <a:cubicBezTo>
                    <a:pt x="387" y="494"/>
                    <a:pt x="502" y="387"/>
                    <a:pt x="502" y="243"/>
                  </a:cubicBezTo>
                  <a:cubicBezTo>
                    <a:pt x="502"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8"/>
            <p:cNvSpPr/>
            <p:nvPr/>
          </p:nvSpPr>
          <p:spPr>
            <a:xfrm>
              <a:off x="2421325" y="3493900"/>
              <a:ext cx="12550" cy="12375"/>
            </a:xfrm>
            <a:custGeom>
              <a:avLst/>
              <a:gdLst/>
              <a:ahLst/>
              <a:cxnLst/>
              <a:rect l="l" t="t" r="r" b="b"/>
              <a:pathLst>
                <a:path w="502" h="495" extrusionOk="0">
                  <a:moveTo>
                    <a:pt x="250" y="0"/>
                  </a:moveTo>
                  <a:cubicBezTo>
                    <a:pt x="114" y="0"/>
                    <a:pt x="1" y="107"/>
                    <a:pt x="1" y="243"/>
                  </a:cubicBezTo>
                  <a:cubicBezTo>
                    <a:pt x="1" y="387"/>
                    <a:pt x="114" y="494"/>
                    <a:pt x="250" y="494"/>
                  </a:cubicBezTo>
                  <a:cubicBezTo>
                    <a:pt x="395" y="494"/>
                    <a:pt x="501" y="387"/>
                    <a:pt x="501" y="243"/>
                  </a:cubicBezTo>
                  <a:cubicBezTo>
                    <a:pt x="501" y="107"/>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8"/>
            <p:cNvSpPr/>
            <p:nvPr/>
          </p:nvSpPr>
          <p:spPr>
            <a:xfrm>
              <a:off x="2513250" y="3493900"/>
              <a:ext cx="12575" cy="12375"/>
            </a:xfrm>
            <a:custGeom>
              <a:avLst/>
              <a:gdLst/>
              <a:ahLst/>
              <a:cxnLst/>
              <a:rect l="l" t="t" r="r" b="b"/>
              <a:pathLst>
                <a:path w="503" h="495" extrusionOk="0">
                  <a:moveTo>
                    <a:pt x="252" y="0"/>
                  </a:moveTo>
                  <a:cubicBezTo>
                    <a:pt x="109" y="0"/>
                    <a:pt x="0" y="107"/>
                    <a:pt x="0" y="243"/>
                  </a:cubicBezTo>
                  <a:cubicBezTo>
                    <a:pt x="0" y="387"/>
                    <a:pt x="109" y="494"/>
                    <a:pt x="252" y="494"/>
                  </a:cubicBezTo>
                  <a:cubicBezTo>
                    <a:pt x="388" y="494"/>
                    <a:pt x="503" y="387"/>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8"/>
            <p:cNvSpPr/>
            <p:nvPr/>
          </p:nvSpPr>
          <p:spPr>
            <a:xfrm>
              <a:off x="2605000" y="3493900"/>
              <a:ext cx="12575" cy="12375"/>
            </a:xfrm>
            <a:custGeom>
              <a:avLst/>
              <a:gdLst/>
              <a:ahLst/>
              <a:cxnLst/>
              <a:rect l="l" t="t" r="r" b="b"/>
              <a:pathLst>
                <a:path w="503" h="495" extrusionOk="0">
                  <a:moveTo>
                    <a:pt x="252" y="0"/>
                  </a:moveTo>
                  <a:cubicBezTo>
                    <a:pt x="116" y="0"/>
                    <a:pt x="0" y="107"/>
                    <a:pt x="0" y="243"/>
                  </a:cubicBezTo>
                  <a:cubicBezTo>
                    <a:pt x="0" y="387"/>
                    <a:pt x="116" y="494"/>
                    <a:pt x="252" y="494"/>
                  </a:cubicBezTo>
                  <a:cubicBezTo>
                    <a:pt x="387" y="494"/>
                    <a:pt x="503" y="387"/>
                    <a:pt x="503" y="243"/>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8"/>
            <p:cNvSpPr/>
            <p:nvPr/>
          </p:nvSpPr>
          <p:spPr>
            <a:xfrm>
              <a:off x="2696950" y="3493900"/>
              <a:ext cx="12375" cy="12375"/>
            </a:xfrm>
            <a:custGeom>
              <a:avLst/>
              <a:gdLst/>
              <a:ahLst/>
              <a:cxnLst/>
              <a:rect l="l" t="t" r="r" b="b"/>
              <a:pathLst>
                <a:path w="495" h="495" extrusionOk="0">
                  <a:moveTo>
                    <a:pt x="252" y="0"/>
                  </a:moveTo>
                  <a:cubicBezTo>
                    <a:pt x="108" y="0"/>
                    <a:pt x="1" y="107"/>
                    <a:pt x="1" y="243"/>
                  </a:cubicBezTo>
                  <a:cubicBezTo>
                    <a:pt x="1" y="387"/>
                    <a:pt x="108" y="494"/>
                    <a:pt x="252" y="494"/>
                  </a:cubicBezTo>
                  <a:cubicBezTo>
                    <a:pt x="388" y="494"/>
                    <a:pt x="495" y="387"/>
                    <a:pt x="495" y="243"/>
                  </a:cubicBezTo>
                  <a:cubicBezTo>
                    <a:pt x="495"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8"/>
            <p:cNvSpPr/>
            <p:nvPr/>
          </p:nvSpPr>
          <p:spPr>
            <a:xfrm>
              <a:off x="2788700" y="3493900"/>
              <a:ext cx="12600" cy="12375"/>
            </a:xfrm>
            <a:custGeom>
              <a:avLst/>
              <a:gdLst/>
              <a:ahLst/>
              <a:cxnLst/>
              <a:rect l="l" t="t" r="r" b="b"/>
              <a:pathLst>
                <a:path w="504" h="495" extrusionOk="0">
                  <a:moveTo>
                    <a:pt x="252" y="0"/>
                  </a:moveTo>
                  <a:cubicBezTo>
                    <a:pt x="116" y="0"/>
                    <a:pt x="1" y="107"/>
                    <a:pt x="1" y="243"/>
                  </a:cubicBezTo>
                  <a:cubicBezTo>
                    <a:pt x="1" y="387"/>
                    <a:pt x="116" y="494"/>
                    <a:pt x="252" y="494"/>
                  </a:cubicBezTo>
                  <a:cubicBezTo>
                    <a:pt x="388" y="494"/>
                    <a:pt x="503" y="387"/>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8"/>
            <p:cNvSpPr/>
            <p:nvPr/>
          </p:nvSpPr>
          <p:spPr>
            <a:xfrm>
              <a:off x="2880675" y="3493900"/>
              <a:ext cx="12375" cy="12375"/>
            </a:xfrm>
            <a:custGeom>
              <a:avLst/>
              <a:gdLst/>
              <a:ahLst/>
              <a:cxnLst/>
              <a:rect l="l" t="t" r="r" b="b"/>
              <a:pathLst>
                <a:path w="495" h="495" extrusionOk="0">
                  <a:moveTo>
                    <a:pt x="243" y="0"/>
                  </a:moveTo>
                  <a:cubicBezTo>
                    <a:pt x="107" y="0"/>
                    <a:pt x="0" y="107"/>
                    <a:pt x="0" y="243"/>
                  </a:cubicBezTo>
                  <a:cubicBezTo>
                    <a:pt x="0" y="387"/>
                    <a:pt x="107" y="494"/>
                    <a:pt x="243" y="494"/>
                  </a:cubicBezTo>
                  <a:cubicBezTo>
                    <a:pt x="387" y="494"/>
                    <a:pt x="494" y="387"/>
                    <a:pt x="494" y="243"/>
                  </a:cubicBezTo>
                  <a:cubicBezTo>
                    <a:pt x="494" y="107"/>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8"/>
            <p:cNvSpPr/>
            <p:nvPr/>
          </p:nvSpPr>
          <p:spPr>
            <a:xfrm>
              <a:off x="2972425" y="3493900"/>
              <a:ext cx="12575" cy="12375"/>
            </a:xfrm>
            <a:custGeom>
              <a:avLst/>
              <a:gdLst/>
              <a:ahLst/>
              <a:cxnLst/>
              <a:rect l="l" t="t" r="r" b="b"/>
              <a:pathLst>
                <a:path w="503" h="495" extrusionOk="0">
                  <a:moveTo>
                    <a:pt x="251" y="0"/>
                  </a:moveTo>
                  <a:cubicBezTo>
                    <a:pt x="115" y="0"/>
                    <a:pt x="0" y="107"/>
                    <a:pt x="0" y="243"/>
                  </a:cubicBezTo>
                  <a:cubicBezTo>
                    <a:pt x="0" y="387"/>
                    <a:pt x="115" y="494"/>
                    <a:pt x="251" y="494"/>
                  </a:cubicBezTo>
                  <a:cubicBezTo>
                    <a:pt x="387" y="494"/>
                    <a:pt x="503" y="387"/>
                    <a:pt x="503" y="243"/>
                  </a:cubicBezTo>
                  <a:cubicBezTo>
                    <a:pt x="503"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8"/>
            <p:cNvSpPr/>
            <p:nvPr/>
          </p:nvSpPr>
          <p:spPr>
            <a:xfrm>
              <a:off x="3064375" y="3493900"/>
              <a:ext cx="12375" cy="12375"/>
            </a:xfrm>
            <a:custGeom>
              <a:avLst/>
              <a:gdLst/>
              <a:ahLst/>
              <a:cxnLst/>
              <a:rect l="l" t="t" r="r" b="b"/>
              <a:pathLst>
                <a:path w="495" h="495" extrusionOk="0">
                  <a:moveTo>
                    <a:pt x="243" y="0"/>
                  </a:moveTo>
                  <a:cubicBezTo>
                    <a:pt x="107" y="0"/>
                    <a:pt x="1" y="107"/>
                    <a:pt x="1" y="243"/>
                  </a:cubicBezTo>
                  <a:cubicBezTo>
                    <a:pt x="1" y="387"/>
                    <a:pt x="107" y="494"/>
                    <a:pt x="243" y="494"/>
                  </a:cubicBezTo>
                  <a:cubicBezTo>
                    <a:pt x="388" y="494"/>
                    <a:pt x="495" y="387"/>
                    <a:pt x="495" y="243"/>
                  </a:cubicBezTo>
                  <a:cubicBezTo>
                    <a:pt x="495" y="107"/>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8"/>
            <p:cNvSpPr/>
            <p:nvPr/>
          </p:nvSpPr>
          <p:spPr>
            <a:xfrm>
              <a:off x="3156125" y="3493900"/>
              <a:ext cx="12600" cy="12375"/>
            </a:xfrm>
            <a:custGeom>
              <a:avLst/>
              <a:gdLst/>
              <a:ahLst/>
              <a:cxnLst/>
              <a:rect l="l" t="t" r="r" b="b"/>
              <a:pathLst>
                <a:path w="504" h="495" extrusionOk="0">
                  <a:moveTo>
                    <a:pt x="252" y="0"/>
                  </a:moveTo>
                  <a:cubicBezTo>
                    <a:pt x="116" y="0"/>
                    <a:pt x="1" y="107"/>
                    <a:pt x="1" y="243"/>
                  </a:cubicBezTo>
                  <a:cubicBezTo>
                    <a:pt x="1" y="387"/>
                    <a:pt x="116" y="494"/>
                    <a:pt x="252" y="494"/>
                  </a:cubicBezTo>
                  <a:cubicBezTo>
                    <a:pt x="388" y="494"/>
                    <a:pt x="503" y="387"/>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8"/>
            <p:cNvSpPr/>
            <p:nvPr/>
          </p:nvSpPr>
          <p:spPr>
            <a:xfrm>
              <a:off x="3247875" y="3493900"/>
              <a:ext cx="12575" cy="12375"/>
            </a:xfrm>
            <a:custGeom>
              <a:avLst/>
              <a:gdLst/>
              <a:ahLst/>
              <a:cxnLst/>
              <a:rect l="l" t="t" r="r" b="b"/>
              <a:pathLst>
                <a:path w="503" h="495" extrusionOk="0">
                  <a:moveTo>
                    <a:pt x="252" y="0"/>
                  </a:moveTo>
                  <a:cubicBezTo>
                    <a:pt x="116" y="0"/>
                    <a:pt x="1" y="107"/>
                    <a:pt x="1" y="243"/>
                  </a:cubicBezTo>
                  <a:cubicBezTo>
                    <a:pt x="1" y="387"/>
                    <a:pt x="116" y="494"/>
                    <a:pt x="252" y="494"/>
                  </a:cubicBezTo>
                  <a:cubicBezTo>
                    <a:pt x="388" y="494"/>
                    <a:pt x="503" y="387"/>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8"/>
            <p:cNvSpPr/>
            <p:nvPr/>
          </p:nvSpPr>
          <p:spPr>
            <a:xfrm>
              <a:off x="3339850" y="3493900"/>
              <a:ext cx="12525" cy="12375"/>
            </a:xfrm>
            <a:custGeom>
              <a:avLst/>
              <a:gdLst/>
              <a:ahLst/>
              <a:cxnLst/>
              <a:rect l="l" t="t" r="r" b="b"/>
              <a:pathLst>
                <a:path w="501" h="495" extrusionOk="0">
                  <a:moveTo>
                    <a:pt x="251" y="0"/>
                  </a:moveTo>
                  <a:cubicBezTo>
                    <a:pt x="107" y="0"/>
                    <a:pt x="0" y="107"/>
                    <a:pt x="0" y="243"/>
                  </a:cubicBezTo>
                  <a:cubicBezTo>
                    <a:pt x="0" y="387"/>
                    <a:pt x="107" y="494"/>
                    <a:pt x="251" y="494"/>
                  </a:cubicBezTo>
                  <a:cubicBezTo>
                    <a:pt x="387" y="494"/>
                    <a:pt x="501" y="387"/>
                    <a:pt x="501" y="243"/>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8"/>
            <p:cNvSpPr/>
            <p:nvPr/>
          </p:nvSpPr>
          <p:spPr>
            <a:xfrm>
              <a:off x="3431575" y="3493900"/>
              <a:ext cx="12600" cy="12375"/>
            </a:xfrm>
            <a:custGeom>
              <a:avLst/>
              <a:gdLst/>
              <a:ahLst/>
              <a:cxnLst/>
              <a:rect l="l" t="t" r="r" b="b"/>
              <a:pathLst>
                <a:path w="504" h="495" extrusionOk="0">
                  <a:moveTo>
                    <a:pt x="252" y="0"/>
                  </a:moveTo>
                  <a:cubicBezTo>
                    <a:pt x="116" y="0"/>
                    <a:pt x="1" y="107"/>
                    <a:pt x="1" y="243"/>
                  </a:cubicBezTo>
                  <a:cubicBezTo>
                    <a:pt x="1" y="387"/>
                    <a:pt x="116" y="494"/>
                    <a:pt x="252" y="494"/>
                  </a:cubicBezTo>
                  <a:cubicBezTo>
                    <a:pt x="388" y="494"/>
                    <a:pt x="503" y="387"/>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8"/>
            <p:cNvSpPr/>
            <p:nvPr/>
          </p:nvSpPr>
          <p:spPr>
            <a:xfrm>
              <a:off x="3523550" y="3493900"/>
              <a:ext cx="12375" cy="12375"/>
            </a:xfrm>
            <a:custGeom>
              <a:avLst/>
              <a:gdLst/>
              <a:ahLst/>
              <a:cxnLst/>
              <a:rect l="l" t="t" r="r" b="b"/>
              <a:pathLst>
                <a:path w="495" h="495" extrusionOk="0">
                  <a:moveTo>
                    <a:pt x="250" y="0"/>
                  </a:moveTo>
                  <a:cubicBezTo>
                    <a:pt x="107" y="0"/>
                    <a:pt x="0" y="107"/>
                    <a:pt x="0" y="243"/>
                  </a:cubicBezTo>
                  <a:cubicBezTo>
                    <a:pt x="0" y="387"/>
                    <a:pt x="107" y="494"/>
                    <a:pt x="250" y="494"/>
                  </a:cubicBezTo>
                  <a:cubicBezTo>
                    <a:pt x="388" y="494"/>
                    <a:pt x="494" y="387"/>
                    <a:pt x="494" y="243"/>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8"/>
            <p:cNvSpPr/>
            <p:nvPr/>
          </p:nvSpPr>
          <p:spPr>
            <a:xfrm>
              <a:off x="676400" y="358565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8"/>
            <p:cNvSpPr/>
            <p:nvPr/>
          </p:nvSpPr>
          <p:spPr>
            <a:xfrm>
              <a:off x="768325" y="3585650"/>
              <a:ext cx="12400" cy="12575"/>
            </a:xfrm>
            <a:custGeom>
              <a:avLst/>
              <a:gdLst/>
              <a:ahLst/>
              <a:cxnLst/>
              <a:rect l="l" t="t" r="r" b="b"/>
              <a:pathLst>
                <a:path w="496" h="503" extrusionOk="0">
                  <a:moveTo>
                    <a:pt x="245" y="0"/>
                  </a:moveTo>
                  <a:cubicBezTo>
                    <a:pt x="109" y="0"/>
                    <a:pt x="0" y="115"/>
                    <a:pt x="0" y="251"/>
                  </a:cubicBezTo>
                  <a:cubicBezTo>
                    <a:pt x="0" y="387"/>
                    <a:pt x="109" y="503"/>
                    <a:pt x="245" y="503"/>
                  </a:cubicBezTo>
                  <a:cubicBezTo>
                    <a:pt x="388" y="503"/>
                    <a:pt x="496" y="387"/>
                    <a:pt x="496" y="251"/>
                  </a:cubicBezTo>
                  <a:cubicBezTo>
                    <a:pt x="496" y="115"/>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8"/>
            <p:cNvSpPr/>
            <p:nvPr/>
          </p:nvSpPr>
          <p:spPr>
            <a:xfrm>
              <a:off x="860125" y="3585650"/>
              <a:ext cx="12525" cy="12575"/>
            </a:xfrm>
            <a:custGeom>
              <a:avLst/>
              <a:gdLst/>
              <a:ahLst/>
              <a:cxnLst/>
              <a:rect l="l" t="t" r="r" b="b"/>
              <a:pathLst>
                <a:path w="501" h="503" extrusionOk="0">
                  <a:moveTo>
                    <a:pt x="251" y="0"/>
                  </a:moveTo>
                  <a:cubicBezTo>
                    <a:pt x="114" y="0"/>
                    <a:pt x="0" y="115"/>
                    <a:pt x="0" y="251"/>
                  </a:cubicBezTo>
                  <a:cubicBezTo>
                    <a:pt x="0" y="387"/>
                    <a:pt x="114" y="503"/>
                    <a:pt x="251" y="503"/>
                  </a:cubicBezTo>
                  <a:cubicBezTo>
                    <a:pt x="387" y="503"/>
                    <a:pt x="501" y="387"/>
                    <a:pt x="501" y="251"/>
                  </a:cubicBezTo>
                  <a:cubicBezTo>
                    <a:pt x="501"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8"/>
            <p:cNvSpPr/>
            <p:nvPr/>
          </p:nvSpPr>
          <p:spPr>
            <a:xfrm>
              <a:off x="951850" y="358565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8"/>
            <p:cNvSpPr/>
            <p:nvPr/>
          </p:nvSpPr>
          <p:spPr>
            <a:xfrm>
              <a:off x="1043825" y="3585650"/>
              <a:ext cx="12375" cy="12575"/>
            </a:xfrm>
            <a:custGeom>
              <a:avLst/>
              <a:gdLst/>
              <a:ahLst/>
              <a:cxnLst/>
              <a:rect l="l" t="t" r="r" b="b"/>
              <a:pathLst>
                <a:path w="495" h="503" extrusionOk="0">
                  <a:moveTo>
                    <a:pt x="250" y="0"/>
                  </a:moveTo>
                  <a:cubicBezTo>
                    <a:pt x="107" y="0"/>
                    <a:pt x="0" y="115"/>
                    <a:pt x="0" y="251"/>
                  </a:cubicBezTo>
                  <a:cubicBezTo>
                    <a:pt x="0" y="387"/>
                    <a:pt x="107" y="503"/>
                    <a:pt x="250" y="503"/>
                  </a:cubicBezTo>
                  <a:cubicBezTo>
                    <a:pt x="388" y="503"/>
                    <a:pt x="494" y="387"/>
                    <a:pt x="494" y="251"/>
                  </a:cubicBezTo>
                  <a:cubicBezTo>
                    <a:pt x="494" y="115"/>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8"/>
            <p:cNvSpPr/>
            <p:nvPr/>
          </p:nvSpPr>
          <p:spPr>
            <a:xfrm>
              <a:off x="1135575" y="3585650"/>
              <a:ext cx="12575" cy="12575"/>
            </a:xfrm>
            <a:custGeom>
              <a:avLst/>
              <a:gdLst/>
              <a:ahLst/>
              <a:cxnLst/>
              <a:rect l="l" t="t" r="r" b="b"/>
              <a:pathLst>
                <a:path w="503" h="503" extrusionOk="0">
                  <a:moveTo>
                    <a:pt x="252" y="0"/>
                  </a:moveTo>
                  <a:cubicBezTo>
                    <a:pt x="116" y="0"/>
                    <a:pt x="0" y="115"/>
                    <a:pt x="0" y="251"/>
                  </a:cubicBezTo>
                  <a:cubicBezTo>
                    <a:pt x="0" y="387"/>
                    <a:pt x="116" y="503"/>
                    <a:pt x="252" y="503"/>
                  </a:cubicBezTo>
                  <a:cubicBezTo>
                    <a:pt x="387" y="503"/>
                    <a:pt x="503" y="387"/>
                    <a:pt x="503" y="251"/>
                  </a:cubicBezTo>
                  <a:cubicBezTo>
                    <a:pt x="503" y="115"/>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8"/>
            <p:cNvSpPr/>
            <p:nvPr/>
          </p:nvSpPr>
          <p:spPr>
            <a:xfrm>
              <a:off x="1227500" y="3585650"/>
              <a:ext cx="12400" cy="12575"/>
            </a:xfrm>
            <a:custGeom>
              <a:avLst/>
              <a:gdLst/>
              <a:ahLst/>
              <a:cxnLst/>
              <a:rect l="l" t="t" r="r" b="b"/>
              <a:pathLst>
                <a:path w="496" h="503" extrusionOk="0">
                  <a:moveTo>
                    <a:pt x="251" y="0"/>
                  </a:moveTo>
                  <a:cubicBezTo>
                    <a:pt x="109" y="0"/>
                    <a:pt x="0" y="115"/>
                    <a:pt x="0" y="251"/>
                  </a:cubicBezTo>
                  <a:cubicBezTo>
                    <a:pt x="0" y="387"/>
                    <a:pt x="109" y="503"/>
                    <a:pt x="251" y="503"/>
                  </a:cubicBezTo>
                  <a:cubicBezTo>
                    <a:pt x="387" y="503"/>
                    <a:pt x="496" y="387"/>
                    <a:pt x="496" y="251"/>
                  </a:cubicBezTo>
                  <a:cubicBezTo>
                    <a:pt x="496"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8"/>
            <p:cNvSpPr/>
            <p:nvPr/>
          </p:nvSpPr>
          <p:spPr>
            <a:xfrm>
              <a:off x="1319275" y="3585650"/>
              <a:ext cx="12550" cy="12575"/>
            </a:xfrm>
            <a:custGeom>
              <a:avLst/>
              <a:gdLst/>
              <a:ahLst/>
              <a:cxnLst/>
              <a:rect l="l" t="t" r="r" b="b"/>
              <a:pathLst>
                <a:path w="502" h="503" extrusionOk="0">
                  <a:moveTo>
                    <a:pt x="252" y="0"/>
                  </a:moveTo>
                  <a:cubicBezTo>
                    <a:pt x="114" y="0"/>
                    <a:pt x="1" y="115"/>
                    <a:pt x="1" y="251"/>
                  </a:cubicBezTo>
                  <a:cubicBezTo>
                    <a:pt x="1" y="387"/>
                    <a:pt x="114" y="503"/>
                    <a:pt x="252" y="503"/>
                  </a:cubicBezTo>
                  <a:cubicBezTo>
                    <a:pt x="388" y="503"/>
                    <a:pt x="501" y="387"/>
                    <a:pt x="501" y="251"/>
                  </a:cubicBezTo>
                  <a:cubicBezTo>
                    <a:pt x="501"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8"/>
            <p:cNvSpPr/>
            <p:nvPr/>
          </p:nvSpPr>
          <p:spPr>
            <a:xfrm>
              <a:off x="1411200" y="3585650"/>
              <a:ext cx="12425" cy="12575"/>
            </a:xfrm>
            <a:custGeom>
              <a:avLst/>
              <a:gdLst/>
              <a:ahLst/>
              <a:cxnLst/>
              <a:rect l="l" t="t" r="r" b="b"/>
              <a:pathLst>
                <a:path w="497" h="503" extrusionOk="0">
                  <a:moveTo>
                    <a:pt x="245" y="0"/>
                  </a:moveTo>
                  <a:cubicBezTo>
                    <a:pt x="109" y="0"/>
                    <a:pt x="1" y="115"/>
                    <a:pt x="1" y="251"/>
                  </a:cubicBezTo>
                  <a:cubicBezTo>
                    <a:pt x="1" y="387"/>
                    <a:pt x="109" y="503"/>
                    <a:pt x="245" y="503"/>
                  </a:cubicBezTo>
                  <a:cubicBezTo>
                    <a:pt x="388" y="503"/>
                    <a:pt x="496" y="387"/>
                    <a:pt x="496" y="251"/>
                  </a:cubicBezTo>
                  <a:cubicBezTo>
                    <a:pt x="496" y="115"/>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8"/>
            <p:cNvSpPr/>
            <p:nvPr/>
          </p:nvSpPr>
          <p:spPr>
            <a:xfrm>
              <a:off x="1503000" y="3585650"/>
              <a:ext cx="12525" cy="12575"/>
            </a:xfrm>
            <a:custGeom>
              <a:avLst/>
              <a:gdLst/>
              <a:ahLst/>
              <a:cxnLst/>
              <a:rect l="l" t="t" r="r" b="b"/>
              <a:pathLst>
                <a:path w="501" h="503" extrusionOk="0">
                  <a:moveTo>
                    <a:pt x="250" y="0"/>
                  </a:moveTo>
                  <a:cubicBezTo>
                    <a:pt x="114" y="0"/>
                    <a:pt x="0" y="115"/>
                    <a:pt x="0" y="251"/>
                  </a:cubicBezTo>
                  <a:cubicBezTo>
                    <a:pt x="0" y="387"/>
                    <a:pt x="114" y="503"/>
                    <a:pt x="250" y="503"/>
                  </a:cubicBezTo>
                  <a:cubicBezTo>
                    <a:pt x="387" y="503"/>
                    <a:pt x="501" y="387"/>
                    <a:pt x="501" y="251"/>
                  </a:cubicBezTo>
                  <a:cubicBezTo>
                    <a:pt x="501" y="115"/>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8"/>
            <p:cNvSpPr/>
            <p:nvPr/>
          </p:nvSpPr>
          <p:spPr>
            <a:xfrm>
              <a:off x="1594750" y="3585650"/>
              <a:ext cx="12575" cy="12575"/>
            </a:xfrm>
            <a:custGeom>
              <a:avLst/>
              <a:gdLst/>
              <a:ahLst/>
              <a:cxnLst/>
              <a:rect l="l" t="t" r="r" b="b"/>
              <a:pathLst>
                <a:path w="503" h="503" extrusionOk="0">
                  <a:moveTo>
                    <a:pt x="251" y="0"/>
                  </a:moveTo>
                  <a:cubicBezTo>
                    <a:pt x="115" y="0"/>
                    <a:pt x="0" y="115"/>
                    <a:pt x="0" y="251"/>
                  </a:cubicBezTo>
                  <a:cubicBezTo>
                    <a:pt x="0" y="387"/>
                    <a:pt x="115" y="503"/>
                    <a:pt x="251" y="503"/>
                  </a:cubicBezTo>
                  <a:cubicBezTo>
                    <a:pt x="394" y="503"/>
                    <a:pt x="503" y="387"/>
                    <a:pt x="503" y="251"/>
                  </a:cubicBezTo>
                  <a:cubicBezTo>
                    <a:pt x="503" y="115"/>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8"/>
            <p:cNvSpPr/>
            <p:nvPr/>
          </p:nvSpPr>
          <p:spPr>
            <a:xfrm>
              <a:off x="1686650" y="358565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8"/>
            <p:cNvSpPr/>
            <p:nvPr/>
          </p:nvSpPr>
          <p:spPr>
            <a:xfrm>
              <a:off x="1778450" y="3585650"/>
              <a:ext cx="12550" cy="12575"/>
            </a:xfrm>
            <a:custGeom>
              <a:avLst/>
              <a:gdLst/>
              <a:ahLst/>
              <a:cxnLst/>
              <a:rect l="l" t="t" r="r" b="b"/>
              <a:pathLst>
                <a:path w="502" h="503" extrusionOk="0">
                  <a:moveTo>
                    <a:pt x="252" y="0"/>
                  </a:moveTo>
                  <a:cubicBezTo>
                    <a:pt x="114" y="0"/>
                    <a:pt x="1" y="115"/>
                    <a:pt x="1" y="251"/>
                  </a:cubicBezTo>
                  <a:cubicBezTo>
                    <a:pt x="1" y="387"/>
                    <a:pt x="114" y="503"/>
                    <a:pt x="252" y="503"/>
                  </a:cubicBezTo>
                  <a:cubicBezTo>
                    <a:pt x="388" y="503"/>
                    <a:pt x="501" y="387"/>
                    <a:pt x="501" y="251"/>
                  </a:cubicBezTo>
                  <a:cubicBezTo>
                    <a:pt x="501"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8"/>
            <p:cNvSpPr/>
            <p:nvPr/>
          </p:nvSpPr>
          <p:spPr>
            <a:xfrm>
              <a:off x="1870375" y="3585650"/>
              <a:ext cx="12400" cy="12575"/>
            </a:xfrm>
            <a:custGeom>
              <a:avLst/>
              <a:gdLst/>
              <a:ahLst/>
              <a:cxnLst/>
              <a:rect l="l" t="t" r="r" b="b"/>
              <a:pathLst>
                <a:path w="496" h="503" extrusionOk="0">
                  <a:moveTo>
                    <a:pt x="252" y="0"/>
                  </a:moveTo>
                  <a:cubicBezTo>
                    <a:pt x="109" y="0"/>
                    <a:pt x="0" y="115"/>
                    <a:pt x="0" y="251"/>
                  </a:cubicBezTo>
                  <a:cubicBezTo>
                    <a:pt x="0" y="387"/>
                    <a:pt x="109" y="503"/>
                    <a:pt x="252" y="503"/>
                  </a:cubicBezTo>
                  <a:cubicBezTo>
                    <a:pt x="387" y="503"/>
                    <a:pt x="496" y="387"/>
                    <a:pt x="496" y="251"/>
                  </a:cubicBezTo>
                  <a:cubicBezTo>
                    <a:pt x="496" y="115"/>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8"/>
            <p:cNvSpPr/>
            <p:nvPr/>
          </p:nvSpPr>
          <p:spPr>
            <a:xfrm>
              <a:off x="1962150" y="3585650"/>
              <a:ext cx="12550" cy="12575"/>
            </a:xfrm>
            <a:custGeom>
              <a:avLst/>
              <a:gdLst/>
              <a:ahLst/>
              <a:cxnLst/>
              <a:rect l="l" t="t" r="r" b="b"/>
              <a:pathLst>
                <a:path w="502" h="503" extrusionOk="0">
                  <a:moveTo>
                    <a:pt x="250" y="0"/>
                  </a:moveTo>
                  <a:cubicBezTo>
                    <a:pt x="114" y="0"/>
                    <a:pt x="1" y="115"/>
                    <a:pt x="1" y="251"/>
                  </a:cubicBezTo>
                  <a:cubicBezTo>
                    <a:pt x="1" y="387"/>
                    <a:pt x="114" y="503"/>
                    <a:pt x="250" y="503"/>
                  </a:cubicBezTo>
                  <a:cubicBezTo>
                    <a:pt x="388" y="503"/>
                    <a:pt x="502" y="387"/>
                    <a:pt x="502" y="251"/>
                  </a:cubicBezTo>
                  <a:cubicBezTo>
                    <a:pt x="502" y="115"/>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8"/>
            <p:cNvSpPr/>
            <p:nvPr/>
          </p:nvSpPr>
          <p:spPr>
            <a:xfrm>
              <a:off x="2054075" y="3585650"/>
              <a:ext cx="12425" cy="12575"/>
            </a:xfrm>
            <a:custGeom>
              <a:avLst/>
              <a:gdLst/>
              <a:ahLst/>
              <a:cxnLst/>
              <a:rect l="l" t="t" r="r" b="b"/>
              <a:pathLst>
                <a:path w="497" h="503" extrusionOk="0">
                  <a:moveTo>
                    <a:pt x="252" y="0"/>
                  </a:moveTo>
                  <a:cubicBezTo>
                    <a:pt x="109" y="0"/>
                    <a:pt x="1" y="115"/>
                    <a:pt x="1" y="251"/>
                  </a:cubicBezTo>
                  <a:cubicBezTo>
                    <a:pt x="1" y="387"/>
                    <a:pt x="109" y="503"/>
                    <a:pt x="252" y="503"/>
                  </a:cubicBezTo>
                  <a:cubicBezTo>
                    <a:pt x="388" y="503"/>
                    <a:pt x="496" y="387"/>
                    <a:pt x="496" y="251"/>
                  </a:cubicBezTo>
                  <a:cubicBezTo>
                    <a:pt x="496"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8"/>
            <p:cNvSpPr/>
            <p:nvPr/>
          </p:nvSpPr>
          <p:spPr>
            <a:xfrm>
              <a:off x="2145825" y="358565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8"/>
            <p:cNvSpPr/>
            <p:nvPr/>
          </p:nvSpPr>
          <p:spPr>
            <a:xfrm>
              <a:off x="2237800" y="3585650"/>
              <a:ext cx="12350" cy="12575"/>
            </a:xfrm>
            <a:custGeom>
              <a:avLst/>
              <a:gdLst/>
              <a:ahLst/>
              <a:cxnLst/>
              <a:rect l="l" t="t" r="r" b="b"/>
              <a:pathLst>
                <a:path w="494" h="503" extrusionOk="0">
                  <a:moveTo>
                    <a:pt x="244" y="0"/>
                  </a:moveTo>
                  <a:cubicBezTo>
                    <a:pt x="107" y="0"/>
                    <a:pt x="0" y="115"/>
                    <a:pt x="0" y="251"/>
                  </a:cubicBezTo>
                  <a:cubicBezTo>
                    <a:pt x="0" y="387"/>
                    <a:pt x="107" y="503"/>
                    <a:pt x="244" y="503"/>
                  </a:cubicBezTo>
                  <a:cubicBezTo>
                    <a:pt x="387" y="503"/>
                    <a:pt x="494" y="387"/>
                    <a:pt x="494" y="251"/>
                  </a:cubicBezTo>
                  <a:cubicBezTo>
                    <a:pt x="494" y="115"/>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8"/>
            <p:cNvSpPr/>
            <p:nvPr/>
          </p:nvSpPr>
          <p:spPr>
            <a:xfrm>
              <a:off x="2329550" y="3585650"/>
              <a:ext cx="12575" cy="12575"/>
            </a:xfrm>
            <a:custGeom>
              <a:avLst/>
              <a:gdLst/>
              <a:ahLst/>
              <a:cxnLst/>
              <a:rect l="l" t="t" r="r" b="b"/>
              <a:pathLst>
                <a:path w="503" h="503" extrusionOk="0">
                  <a:moveTo>
                    <a:pt x="251" y="0"/>
                  </a:moveTo>
                  <a:cubicBezTo>
                    <a:pt x="115" y="0"/>
                    <a:pt x="0" y="115"/>
                    <a:pt x="0" y="251"/>
                  </a:cubicBezTo>
                  <a:cubicBezTo>
                    <a:pt x="0" y="387"/>
                    <a:pt x="115" y="503"/>
                    <a:pt x="251" y="503"/>
                  </a:cubicBezTo>
                  <a:cubicBezTo>
                    <a:pt x="387" y="503"/>
                    <a:pt x="502" y="387"/>
                    <a:pt x="502" y="251"/>
                  </a:cubicBezTo>
                  <a:cubicBezTo>
                    <a:pt x="502"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8"/>
            <p:cNvSpPr/>
            <p:nvPr/>
          </p:nvSpPr>
          <p:spPr>
            <a:xfrm>
              <a:off x="2421325" y="3585650"/>
              <a:ext cx="12550" cy="12575"/>
            </a:xfrm>
            <a:custGeom>
              <a:avLst/>
              <a:gdLst/>
              <a:ahLst/>
              <a:cxnLst/>
              <a:rect l="l" t="t" r="r" b="b"/>
              <a:pathLst>
                <a:path w="502" h="503" extrusionOk="0">
                  <a:moveTo>
                    <a:pt x="250" y="0"/>
                  </a:moveTo>
                  <a:cubicBezTo>
                    <a:pt x="114" y="0"/>
                    <a:pt x="1" y="115"/>
                    <a:pt x="1" y="251"/>
                  </a:cubicBezTo>
                  <a:cubicBezTo>
                    <a:pt x="1" y="387"/>
                    <a:pt x="114" y="503"/>
                    <a:pt x="250" y="503"/>
                  </a:cubicBezTo>
                  <a:cubicBezTo>
                    <a:pt x="395" y="503"/>
                    <a:pt x="501" y="387"/>
                    <a:pt x="501" y="251"/>
                  </a:cubicBezTo>
                  <a:cubicBezTo>
                    <a:pt x="501" y="115"/>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8"/>
            <p:cNvSpPr/>
            <p:nvPr/>
          </p:nvSpPr>
          <p:spPr>
            <a:xfrm>
              <a:off x="2513250" y="3585650"/>
              <a:ext cx="12575" cy="12575"/>
            </a:xfrm>
            <a:custGeom>
              <a:avLst/>
              <a:gdLst/>
              <a:ahLst/>
              <a:cxnLst/>
              <a:rect l="l" t="t" r="r" b="b"/>
              <a:pathLst>
                <a:path w="503" h="503" extrusionOk="0">
                  <a:moveTo>
                    <a:pt x="252" y="0"/>
                  </a:moveTo>
                  <a:cubicBezTo>
                    <a:pt x="109" y="0"/>
                    <a:pt x="0" y="115"/>
                    <a:pt x="0" y="251"/>
                  </a:cubicBezTo>
                  <a:cubicBezTo>
                    <a:pt x="0" y="387"/>
                    <a:pt x="109"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8"/>
            <p:cNvSpPr/>
            <p:nvPr/>
          </p:nvSpPr>
          <p:spPr>
            <a:xfrm>
              <a:off x="2605000" y="3585650"/>
              <a:ext cx="12575" cy="12575"/>
            </a:xfrm>
            <a:custGeom>
              <a:avLst/>
              <a:gdLst/>
              <a:ahLst/>
              <a:cxnLst/>
              <a:rect l="l" t="t" r="r" b="b"/>
              <a:pathLst>
                <a:path w="503" h="503" extrusionOk="0">
                  <a:moveTo>
                    <a:pt x="252" y="0"/>
                  </a:moveTo>
                  <a:cubicBezTo>
                    <a:pt x="116" y="0"/>
                    <a:pt x="0" y="115"/>
                    <a:pt x="0" y="251"/>
                  </a:cubicBezTo>
                  <a:cubicBezTo>
                    <a:pt x="0" y="387"/>
                    <a:pt x="116" y="503"/>
                    <a:pt x="252" y="503"/>
                  </a:cubicBezTo>
                  <a:cubicBezTo>
                    <a:pt x="387" y="503"/>
                    <a:pt x="503" y="387"/>
                    <a:pt x="503" y="251"/>
                  </a:cubicBezTo>
                  <a:cubicBezTo>
                    <a:pt x="503" y="115"/>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8"/>
            <p:cNvSpPr/>
            <p:nvPr/>
          </p:nvSpPr>
          <p:spPr>
            <a:xfrm>
              <a:off x="2696950" y="3585650"/>
              <a:ext cx="12375" cy="12575"/>
            </a:xfrm>
            <a:custGeom>
              <a:avLst/>
              <a:gdLst/>
              <a:ahLst/>
              <a:cxnLst/>
              <a:rect l="l" t="t" r="r" b="b"/>
              <a:pathLst>
                <a:path w="495" h="503" extrusionOk="0">
                  <a:moveTo>
                    <a:pt x="252" y="0"/>
                  </a:moveTo>
                  <a:cubicBezTo>
                    <a:pt x="108" y="0"/>
                    <a:pt x="1" y="115"/>
                    <a:pt x="1" y="251"/>
                  </a:cubicBezTo>
                  <a:cubicBezTo>
                    <a:pt x="1" y="387"/>
                    <a:pt x="108" y="503"/>
                    <a:pt x="252" y="503"/>
                  </a:cubicBezTo>
                  <a:cubicBezTo>
                    <a:pt x="388" y="503"/>
                    <a:pt x="495" y="387"/>
                    <a:pt x="495" y="251"/>
                  </a:cubicBezTo>
                  <a:cubicBezTo>
                    <a:pt x="495"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8"/>
            <p:cNvSpPr/>
            <p:nvPr/>
          </p:nvSpPr>
          <p:spPr>
            <a:xfrm>
              <a:off x="2788700" y="358565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8"/>
            <p:cNvSpPr/>
            <p:nvPr/>
          </p:nvSpPr>
          <p:spPr>
            <a:xfrm>
              <a:off x="2880675" y="3585650"/>
              <a:ext cx="12375" cy="12575"/>
            </a:xfrm>
            <a:custGeom>
              <a:avLst/>
              <a:gdLst/>
              <a:ahLst/>
              <a:cxnLst/>
              <a:rect l="l" t="t" r="r" b="b"/>
              <a:pathLst>
                <a:path w="495" h="503" extrusionOk="0">
                  <a:moveTo>
                    <a:pt x="243" y="0"/>
                  </a:moveTo>
                  <a:cubicBezTo>
                    <a:pt x="107" y="0"/>
                    <a:pt x="0" y="115"/>
                    <a:pt x="0" y="251"/>
                  </a:cubicBezTo>
                  <a:cubicBezTo>
                    <a:pt x="0" y="387"/>
                    <a:pt x="107" y="503"/>
                    <a:pt x="243" y="503"/>
                  </a:cubicBezTo>
                  <a:cubicBezTo>
                    <a:pt x="387" y="503"/>
                    <a:pt x="494" y="387"/>
                    <a:pt x="494" y="251"/>
                  </a:cubicBezTo>
                  <a:cubicBezTo>
                    <a:pt x="494" y="115"/>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8"/>
            <p:cNvSpPr/>
            <p:nvPr/>
          </p:nvSpPr>
          <p:spPr>
            <a:xfrm>
              <a:off x="2972425" y="3585650"/>
              <a:ext cx="12575" cy="12575"/>
            </a:xfrm>
            <a:custGeom>
              <a:avLst/>
              <a:gdLst/>
              <a:ahLst/>
              <a:cxnLst/>
              <a:rect l="l" t="t" r="r" b="b"/>
              <a:pathLst>
                <a:path w="503" h="503" extrusionOk="0">
                  <a:moveTo>
                    <a:pt x="251" y="0"/>
                  </a:moveTo>
                  <a:cubicBezTo>
                    <a:pt x="115" y="0"/>
                    <a:pt x="0" y="115"/>
                    <a:pt x="0" y="251"/>
                  </a:cubicBezTo>
                  <a:cubicBezTo>
                    <a:pt x="0" y="387"/>
                    <a:pt x="115" y="503"/>
                    <a:pt x="251" y="503"/>
                  </a:cubicBezTo>
                  <a:cubicBezTo>
                    <a:pt x="387" y="503"/>
                    <a:pt x="503" y="387"/>
                    <a:pt x="503" y="251"/>
                  </a:cubicBezTo>
                  <a:cubicBezTo>
                    <a:pt x="503"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8"/>
            <p:cNvSpPr/>
            <p:nvPr/>
          </p:nvSpPr>
          <p:spPr>
            <a:xfrm>
              <a:off x="3064375" y="3585650"/>
              <a:ext cx="12375" cy="12575"/>
            </a:xfrm>
            <a:custGeom>
              <a:avLst/>
              <a:gdLst/>
              <a:ahLst/>
              <a:cxnLst/>
              <a:rect l="l" t="t" r="r" b="b"/>
              <a:pathLst>
                <a:path w="495" h="503" extrusionOk="0">
                  <a:moveTo>
                    <a:pt x="243" y="0"/>
                  </a:moveTo>
                  <a:cubicBezTo>
                    <a:pt x="107" y="0"/>
                    <a:pt x="1" y="115"/>
                    <a:pt x="1" y="251"/>
                  </a:cubicBezTo>
                  <a:cubicBezTo>
                    <a:pt x="1" y="387"/>
                    <a:pt x="107" y="503"/>
                    <a:pt x="243" y="503"/>
                  </a:cubicBezTo>
                  <a:cubicBezTo>
                    <a:pt x="388" y="503"/>
                    <a:pt x="495" y="387"/>
                    <a:pt x="495" y="251"/>
                  </a:cubicBezTo>
                  <a:cubicBezTo>
                    <a:pt x="495" y="115"/>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8"/>
            <p:cNvSpPr/>
            <p:nvPr/>
          </p:nvSpPr>
          <p:spPr>
            <a:xfrm>
              <a:off x="3156125" y="358565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8"/>
            <p:cNvSpPr/>
            <p:nvPr/>
          </p:nvSpPr>
          <p:spPr>
            <a:xfrm>
              <a:off x="3247875" y="3585650"/>
              <a:ext cx="12575" cy="12575"/>
            </a:xfrm>
            <a:custGeom>
              <a:avLst/>
              <a:gdLst/>
              <a:ahLst/>
              <a:cxnLst/>
              <a:rect l="l" t="t" r="r" b="b"/>
              <a:pathLst>
                <a:path w="503"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8"/>
            <p:cNvSpPr/>
            <p:nvPr/>
          </p:nvSpPr>
          <p:spPr>
            <a:xfrm>
              <a:off x="3339850" y="3585650"/>
              <a:ext cx="12525" cy="12575"/>
            </a:xfrm>
            <a:custGeom>
              <a:avLst/>
              <a:gdLst/>
              <a:ahLst/>
              <a:cxnLst/>
              <a:rect l="l" t="t" r="r" b="b"/>
              <a:pathLst>
                <a:path w="501" h="503" extrusionOk="0">
                  <a:moveTo>
                    <a:pt x="251" y="0"/>
                  </a:moveTo>
                  <a:cubicBezTo>
                    <a:pt x="107" y="0"/>
                    <a:pt x="0" y="115"/>
                    <a:pt x="0" y="251"/>
                  </a:cubicBezTo>
                  <a:cubicBezTo>
                    <a:pt x="0" y="387"/>
                    <a:pt x="107" y="503"/>
                    <a:pt x="251" y="503"/>
                  </a:cubicBezTo>
                  <a:cubicBezTo>
                    <a:pt x="387" y="503"/>
                    <a:pt x="501" y="387"/>
                    <a:pt x="501" y="251"/>
                  </a:cubicBezTo>
                  <a:cubicBezTo>
                    <a:pt x="501"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8"/>
            <p:cNvSpPr/>
            <p:nvPr/>
          </p:nvSpPr>
          <p:spPr>
            <a:xfrm>
              <a:off x="3431575" y="358565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8"/>
            <p:cNvSpPr/>
            <p:nvPr/>
          </p:nvSpPr>
          <p:spPr>
            <a:xfrm>
              <a:off x="3523550" y="3585650"/>
              <a:ext cx="12375" cy="12575"/>
            </a:xfrm>
            <a:custGeom>
              <a:avLst/>
              <a:gdLst/>
              <a:ahLst/>
              <a:cxnLst/>
              <a:rect l="l" t="t" r="r" b="b"/>
              <a:pathLst>
                <a:path w="495" h="503" extrusionOk="0">
                  <a:moveTo>
                    <a:pt x="250" y="0"/>
                  </a:moveTo>
                  <a:cubicBezTo>
                    <a:pt x="107" y="0"/>
                    <a:pt x="0" y="115"/>
                    <a:pt x="0" y="251"/>
                  </a:cubicBezTo>
                  <a:cubicBezTo>
                    <a:pt x="0" y="387"/>
                    <a:pt x="107" y="503"/>
                    <a:pt x="250" y="503"/>
                  </a:cubicBezTo>
                  <a:cubicBezTo>
                    <a:pt x="388" y="503"/>
                    <a:pt x="494" y="387"/>
                    <a:pt x="494" y="251"/>
                  </a:cubicBezTo>
                  <a:cubicBezTo>
                    <a:pt x="494" y="115"/>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8"/>
            <p:cNvSpPr/>
            <p:nvPr/>
          </p:nvSpPr>
          <p:spPr>
            <a:xfrm>
              <a:off x="676400" y="3677600"/>
              <a:ext cx="12600" cy="12375"/>
            </a:xfrm>
            <a:custGeom>
              <a:avLst/>
              <a:gdLst/>
              <a:ahLst/>
              <a:cxnLst/>
              <a:rect l="l" t="t" r="r" b="b"/>
              <a:pathLst>
                <a:path w="504" h="495" extrusionOk="0">
                  <a:moveTo>
                    <a:pt x="252" y="1"/>
                  </a:moveTo>
                  <a:cubicBezTo>
                    <a:pt x="116" y="1"/>
                    <a:pt x="1" y="107"/>
                    <a:pt x="1" y="243"/>
                  </a:cubicBezTo>
                  <a:cubicBezTo>
                    <a:pt x="1" y="388"/>
                    <a:pt x="116" y="495"/>
                    <a:pt x="252" y="495"/>
                  </a:cubicBezTo>
                  <a:cubicBezTo>
                    <a:pt x="388" y="495"/>
                    <a:pt x="503" y="388"/>
                    <a:pt x="503" y="243"/>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8"/>
            <p:cNvSpPr/>
            <p:nvPr/>
          </p:nvSpPr>
          <p:spPr>
            <a:xfrm>
              <a:off x="768325" y="3677600"/>
              <a:ext cx="12400" cy="12375"/>
            </a:xfrm>
            <a:custGeom>
              <a:avLst/>
              <a:gdLst/>
              <a:ahLst/>
              <a:cxnLst/>
              <a:rect l="l" t="t" r="r" b="b"/>
              <a:pathLst>
                <a:path w="496" h="495" extrusionOk="0">
                  <a:moveTo>
                    <a:pt x="245" y="1"/>
                  </a:moveTo>
                  <a:cubicBezTo>
                    <a:pt x="109" y="1"/>
                    <a:pt x="0" y="107"/>
                    <a:pt x="0" y="243"/>
                  </a:cubicBezTo>
                  <a:cubicBezTo>
                    <a:pt x="0" y="388"/>
                    <a:pt x="109" y="495"/>
                    <a:pt x="245" y="495"/>
                  </a:cubicBezTo>
                  <a:cubicBezTo>
                    <a:pt x="388" y="495"/>
                    <a:pt x="496" y="388"/>
                    <a:pt x="496" y="243"/>
                  </a:cubicBezTo>
                  <a:cubicBezTo>
                    <a:pt x="496" y="107"/>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8"/>
            <p:cNvSpPr/>
            <p:nvPr/>
          </p:nvSpPr>
          <p:spPr>
            <a:xfrm>
              <a:off x="860125" y="3677600"/>
              <a:ext cx="12525" cy="12375"/>
            </a:xfrm>
            <a:custGeom>
              <a:avLst/>
              <a:gdLst/>
              <a:ahLst/>
              <a:cxnLst/>
              <a:rect l="l" t="t" r="r" b="b"/>
              <a:pathLst>
                <a:path w="501" h="495" extrusionOk="0">
                  <a:moveTo>
                    <a:pt x="251" y="1"/>
                  </a:moveTo>
                  <a:cubicBezTo>
                    <a:pt x="114" y="1"/>
                    <a:pt x="0" y="107"/>
                    <a:pt x="0" y="243"/>
                  </a:cubicBezTo>
                  <a:cubicBezTo>
                    <a:pt x="0" y="388"/>
                    <a:pt x="114" y="495"/>
                    <a:pt x="251" y="495"/>
                  </a:cubicBezTo>
                  <a:cubicBezTo>
                    <a:pt x="387" y="495"/>
                    <a:pt x="501" y="388"/>
                    <a:pt x="501" y="243"/>
                  </a:cubicBezTo>
                  <a:cubicBezTo>
                    <a:pt x="501"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8"/>
            <p:cNvSpPr/>
            <p:nvPr/>
          </p:nvSpPr>
          <p:spPr>
            <a:xfrm>
              <a:off x="951850" y="3677600"/>
              <a:ext cx="12600" cy="12375"/>
            </a:xfrm>
            <a:custGeom>
              <a:avLst/>
              <a:gdLst/>
              <a:ahLst/>
              <a:cxnLst/>
              <a:rect l="l" t="t" r="r" b="b"/>
              <a:pathLst>
                <a:path w="504" h="495" extrusionOk="0">
                  <a:moveTo>
                    <a:pt x="252" y="1"/>
                  </a:moveTo>
                  <a:cubicBezTo>
                    <a:pt x="116" y="1"/>
                    <a:pt x="1" y="107"/>
                    <a:pt x="1" y="243"/>
                  </a:cubicBezTo>
                  <a:cubicBezTo>
                    <a:pt x="1" y="388"/>
                    <a:pt x="116" y="495"/>
                    <a:pt x="252" y="495"/>
                  </a:cubicBezTo>
                  <a:cubicBezTo>
                    <a:pt x="388" y="495"/>
                    <a:pt x="503" y="388"/>
                    <a:pt x="503" y="243"/>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8"/>
            <p:cNvSpPr/>
            <p:nvPr/>
          </p:nvSpPr>
          <p:spPr>
            <a:xfrm>
              <a:off x="1043825" y="3677600"/>
              <a:ext cx="12375" cy="12375"/>
            </a:xfrm>
            <a:custGeom>
              <a:avLst/>
              <a:gdLst/>
              <a:ahLst/>
              <a:cxnLst/>
              <a:rect l="l" t="t" r="r" b="b"/>
              <a:pathLst>
                <a:path w="495" h="495" extrusionOk="0">
                  <a:moveTo>
                    <a:pt x="250" y="1"/>
                  </a:moveTo>
                  <a:cubicBezTo>
                    <a:pt x="107" y="1"/>
                    <a:pt x="0" y="107"/>
                    <a:pt x="0" y="243"/>
                  </a:cubicBezTo>
                  <a:cubicBezTo>
                    <a:pt x="0" y="388"/>
                    <a:pt x="107" y="495"/>
                    <a:pt x="250" y="495"/>
                  </a:cubicBezTo>
                  <a:cubicBezTo>
                    <a:pt x="388" y="495"/>
                    <a:pt x="494" y="388"/>
                    <a:pt x="494" y="243"/>
                  </a:cubicBezTo>
                  <a:cubicBezTo>
                    <a:pt x="494" y="107"/>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8"/>
            <p:cNvSpPr/>
            <p:nvPr/>
          </p:nvSpPr>
          <p:spPr>
            <a:xfrm>
              <a:off x="1135575" y="3677600"/>
              <a:ext cx="12575" cy="12375"/>
            </a:xfrm>
            <a:custGeom>
              <a:avLst/>
              <a:gdLst/>
              <a:ahLst/>
              <a:cxnLst/>
              <a:rect l="l" t="t" r="r" b="b"/>
              <a:pathLst>
                <a:path w="503" h="495" extrusionOk="0">
                  <a:moveTo>
                    <a:pt x="252" y="1"/>
                  </a:moveTo>
                  <a:cubicBezTo>
                    <a:pt x="116" y="1"/>
                    <a:pt x="0" y="107"/>
                    <a:pt x="0" y="243"/>
                  </a:cubicBezTo>
                  <a:cubicBezTo>
                    <a:pt x="0" y="388"/>
                    <a:pt x="116" y="495"/>
                    <a:pt x="252" y="495"/>
                  </a:cubicBezTo>
                  <a:cubicBezTo>
                    <a:pt x="387" y="495"/>
                    <a:pt x="503" y="388"/>
                    <a:pt x="503" y="243"/>
                  </a:cubicBezTo>
                  <a:cubicBezTo>
                    <a:pt x="503" y="107"/>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8"/>
            <p:cNvSpPr/>
            <p:nvPr/>
          </p:nvSpPr>
          <p:spPr>
            <a:xfrm>
              <a:off x="1227500" y="3677600"/>
              <a:ext cx="12400" cy="12375"/>
            </a:xfrm>
            <a:custGeom>
              <a:avLst/>
              <a:gdLst/>
              <a:ahLst/>
              <a:cxnLst/>
              <a:rect l="l" t="t" r="r" b="b"/>
              <a:pathLst>
                <a:path w="496" h="495" extrusionOk="0">
                  <a:moveTo>
                    <a:pt x="251" y="1"/>
                  </a:moveTo>
                  <a:cubicBezTo>
                    <a:pt x="109" y="1"/>
                    <a:pt x="0" y="107"/>
                    <a:pt x="0" y="243"/>
                  </a:cubicBezTo>
                  <a:cubicBezTo>
                    <a:pt x="0" y="388"/>
                    <a:pt x="109" y="495"/>
                    <a:pt x="251" y="495"/>
                  </a:cubicBezTo>
                  <a:cubicBezTo>
                    <a:pt x="387" y="495"/>
                    <a:pt x="496" y="388"/>
                    <a:pt x="496" y="243"/>
                  </a:cubicBezTo>
                  <a:cubicBezTo>
                    <a:pt x="496"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8"/>
            <p:cNvSpPr/>
            <p:nvPr/>
          </p:nvSpPr>
          <p:spPr>
            <a:xfrm>
              <a:off x="1319275" y="3677600"/>
              <a:ext cx="12550" cy="12375"/>
            </a:xfrm>
            <a:custGeom>
              <a:avLst/>
              <a:gdLst/>
              <a:ahLst/>
              <a:cxnLst/>
              <a:rect l="l" t="t" r="r" b="b"/>
              <a:pathLst>
                <a:path w="502" h="495" extrusionOk="0">
                  <a:moveTo>
                    <a:pt x="252" y="1"/>
                  </a:moveTo>
                  <a:cubicBezTo>
                    <a:pt x="114" y="1"/>
                    <a:pt x="1" y="107"/>
                    <a:pt x="1" y="243"/>
                  </a:cubicBezTo>
                  <a:cubicBezTo>
                    <a:pt x="1" y="388"/>
                    <a:pt x="114" y="495"/>
                    <a:pt x="252" y="495"/>
                  </a:cubicBezTo>
                  <a:cubicBezTo>
                    <a:pt x="388" y="495"/>
                    <a:pt x="501" y="388"/>
                    <a:pt x="501" y="243"/>
                  </a:cubicBezTo>
                  <a:cubicBezTo>
                    <a:pt x="501"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8"/>
            <p:cNvSpPr/>
            <p:nvPr/>
          </p:nvSpPr>
          <p:spPr>
            <a:xfrm>
              <a:off x="1411200" y="3677600"/>
              <a:ext cx="12425" cy="12375"/>
            </a:xfrm>
            <a:custGeom>
              <a:avLst/>
              <a:gdLst/>
              <a:ahLst/>
              <a:cxnLst/>
              <a:rect l="l" t="t" r="r" b="b"/>
              <a:pathLst>
                <a:path w="497" h="495" extrusionOk="0">
                  <a:moveTo>
                    <a:pt x="245" y="1"/>
                  </a:moveTo>
                  <a:cubicBezTo>
                    <a:pt x="109" y="1"/>
                    <a:pt x="1" y="107"/>
                    <a:pt x="1" y="243"/>
                  </a:cubicBezTo>
                  <a:cubicBezTo>
                    <a:pt x="1" y="388"/>
                    <a:pt x="109" y="495"/>
                    <a:pt x="245" y="495"/>
                  </a:cubicBezTo>
                  <a:cubicBezTo>
                    <a:pt x="388" y="495"/>
                    <a:pt x="496" y="388"/>
                    <a:pt x="496" y="243"/>
                  </a:cubicBezTo>
                  <a:cubicBezTo>
                    <a:pt x="496" y="107"/>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8"/>
            <p:cNvSpPr/>
            <p:nvPr/>
          </p:nvSpPr>
          <p:spPr>
            <a:xfrm>
              <a:off x="1503000" y="3677600"/>
              <a:ext cx="12525" cy="12375"/>
            </a:xfrm>
            <a:custGeom>
              <a:avLst/>
              <a:gdLst/>
              <a:ahLst/>
              <a:cxnLst/>
              <a:rect l="l" t="t" r="r" b="b"/>
              <a:pathLst>
                <a:path w="501" h="495" extrusionOk="0">
                  <a:moveTo>
                    <a:pt x="250" y="1"/>
                  </a:moveTo>
                  <a:cubicBezTo>
                    <a:pt x="114" y="1"/>
                    <a:pt x="0" y="107"/>
                    <a:pt x="0" y="243"/>
                  </a:cubicBezTo>
                  <a:cubicBezTo>
                    <a:pt x="0" y="388"/>
                    <a:pt x="114" y="495"/>
                    <a:pt x="250" y="495"/>
                  </a:cubicBezTo>
                  <a:cubicBezTo>
                    <a:pt x="387" y="495"/>
                    <a:pt x="501" y="388"/>
                    <a:pt x="501" y="243"/>
                  </a:cubicBezTo>
                  <a:cubicBezTo>
                    <a:pt x="501" y="107"/>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8"/>
            <p:cNvSpPr/>
            <p:nvPr/>
          </p:nvSpPr>
          <p:spPr>
            <a:xfrm>
              <a:off x="1594750" y="3677600"/>
              <a:ext cx="12575" cy="12375"/>
            </a:xfrm>
            <a:custGeom>
              <a:avLst/>
              <a:gdLst/>
              <a:ahLst/>
              <a:cxnLst/>
              <a:rect l="l" t="t" r="r" b="b"/>
              <a:pathLst>
                <a:path w="503" h="495" extrusionOk="0">
                  <a:moveTo>
                    <a:pt x="251" y="1"/>
                  </a:moveTo>
                  <a:cubicBezTo>
                    <a:pt x="115" y="1"/>
                    <a:pt x="0" y="107"/>
                    <a:pt x="0" y="243"/>
                  </a:cubicBezTo>
                  <a:cubicBezTo>
                    <a:pt x="0" y="388"/>
                    <a:pt x="115" y="495"/>
                    <a:pt x="251" y="495"/>
                  </a:cubicBezTo>
                  <a:cubicBezTo>
                    <a:pt x="394" y="495"/>
                    <a:pt x="503" y="388"/>
                    <a:pt x="503" y="243"/>
                  </a:cubicBezTo>
                  <a:cubicBezTo>
                    <a:pt x="503" y="107"/>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8"/>
            <p:cNvSpPr/>
            <p:nvPr/>
          </p:nvSpPr>
          <p:spPr>
            <a:xfrm>
              <a:off x="1686650" y="3677600"/>
              <a:ext cx="12600" cy="12375"/>
            </a:xfrm>
            <a:custGeom>
              <a:avLst/>
              <a:gdLst/>
              <a:ahLst/>
              <a:cxnLst/>
              <a:rect l="l" t="t" r="r" b="b"/>
              <a:pathLst>
                <a:path w="504" h="495" extrusionOk="0">
                  <a:moveTo>
                    <a:pt x="252" y="1"/>
                  </a:moveTo>
                  <a:cubicBezTo>
                    <a:pt x="116" y="1"/>
                    <a:pt x="1" y="107"/>
                    <a:pt x="1" y="243"/>
                  </a:cubicBezTo>
                  <a:cubicBezTo>
                    <a:pt x="1" y="388"/>
                    <a:pt x="116" y="495"/>
                    <a:pt x="252" y="495"/>
                  </a:cubicBezTo>
                  <a:cubicBezTo>
                    <a:pt x="388" y="495"/>
                    <a:pt x="503" y="388"/>
                    <a:pt x="503" y="243"/>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8"/>
            <p:cNvSpPr/>
            <p:nvPr/>
          </p:nvSpPr>
          <p:spPr>
            <a:xfrm>
              <a:off x="1778450" y="3677600"/>
              <a:ext cx="12550" cy="12375"/>
            </a:xfrm>
            <a:custGeom>
              <a:avLst/>
              <a:gdLst/>
              <a:ahLst/>
              <a:cxnLst/>
              <a:rect l="l" t="t" r="r" b="b"/>
              <a:pathLst>
                <a:path w="502" h="495" extrusionOk="0">
                  <a:moveTo>
                    <a:pt x="252" y="1"/>
                  </a:moveTo>
                  <a:cubicBezTo>
                    <a:pt x="114" y="1"/>
                    <a:pt x="1" y="107"/>
                    <a:pt x="1" y="243"/>
                  </a:cubicBezTo>
                  <a:cubicBezTo>
                    <a:pt x="1" y="388"/>
                    <a:pt x="114" y="495"/>
                    <a:pt x="252" y="495"/>
                  </a:cubicBezTo>
                  <a:cubicBezTo>
                    <a:pt x="388" y="495"/>
                    <a:pt x="501" y="388"/>
                    <a:pt x="501" y="243"/>
                  </a:cubicBezTo>
                  <a:cubicBezTo>
                    <a:pt x="501"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8"/>
            <p:cNvSpPr/>
            <p:nvPr/>
          </p:nvSpPr>
          <p:spPr>
            <a:xfrm>
              <a:off x="1870375" y="3677600"/>
              <a:ext cx="12400" cy="12375"/>
            </a:xfrm>
            <a:custGeom>
              <a:avLst/>
              <a:gdLst/>
              <a:ahLst/>
              <a:cxnLst/>
              <a:rect l="l" t="t" r="r" b="b"/>
              <a:pathLst>
                <a:path w="496" h="495" extrusionOk="0">
                  <a:moveTo>
                    <a:pt x="252" y="1"/>
                  </a:moveTo>
                  <a:cubicBezTo>
                    <a:pt x="109" y="1"/>
                    <a:pt x="0" y="107"/>
                    <a:pt x="0" y="243"/>
                  </a:cubicBezTo>
                  <a:cubicBezTo>
                    <a:pt x="0" y="388"/>
                    <a:pt x="109" y="495"/>
                    <a:pt x="252" y="495"/>
                  </a:cubicBezTo>
                  <a:cubicBezTo>
                    <a:pt x="387" y="495"/>
                    <a:pt x="496" y="388"/>
                    <a:pt x="496" y="243"/>
                  </a:cubicBezTo>
                  <a:cubicBezTo>
                    <a:pt x="496" y="107"/>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8"/>
            <p:cNvSpPr/>
            <p:nvPr/>
          </p:nvSpPr>
          <p:spPr>
            <a:xfrm>
              <a:off x="1962150" y="3677600"/>
              <a:ext cx="12550" cy="12375"/>
            </a:xfrm>
            <a:custGeom>
              <a:avLst/>
              <a:gdLst/>
              <a:ahLst/>
              <a:cxnLst/>
              <a:rect l="l" t="t" r="r" b="b"/>
              <a:pathLst>
                <a:path w="502" h="495" extrusionOk="0">
                  <a:moveTo>
                    <a:pt x="250" y="1"/>
                  </a:moveTo>
                  <a:cubicBezTo>
                    <a:pt x="114" y="1"/>
                    <a:pt x="1" y="107"/>
                    <a:pt x="1" y="243"/>
                  </a:cubicBezTo>
                  <a:cubicBezTo>
                    <a:pt x="1" y="388"/>
                    <a:pt x="114" y="495"/>
                    <a:pt x="250" y="495"/>
                  </a:cubicBezTo>
                  <a:cubicBezTo>
                    <a:pt x="388" y="495"/>
                    <a:pt x="502" y="388"/>
                    <a:pt x="502" y="243"/>
                  </a:cubicBezTo>
                  <a:cubicBezTo>
                    <a:pt x="502" y="107"/>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8"/>
            <p:cNvSpPr/>
            <p:nvPr/>
          </p:nvSpPr>
          <p:spPr>
            <a:xfrm>
              <a:off x="2054075" y="3677600"/>
              <a:ext cx="12425" cy="12375"/>
            </a:xfrm>
            <a:custGeom>
              <a:avLst/>
              <a:gdLst/>
              <a:ahLst/>
              <a:cxnLst/>
              <a:rect l="l" t="t" r="r" b="b"/>
              <a:pathLst>
                <a:path w="497" h="495" extrusionOk="0">
                  <a:moveTo>
                    <a:pt x="252" y="1"/>
                  </a:moveTo>
                  <a:cubicBezTo>
                    <a:pt x="109" y="1"/>
                    <a:pt x="1" y="107"/>
                    <a:pt x="1" y="243"/>
                  </a:cubicBezTo>
                  <a:cubicBezTo>
                    <a:pt x="1" y="388"/>
                    <a:pt x="109" y="495"/>
                    <a:pt x="252" y="495"/>
                  </a:cubicBezTo>
                  <a:cubicBezTo>
                    <a:pt x="388" y="495"/>
                    <a:pt x="496" y="388"/>
                    <a:pt x="496" y="243"/>
                  </a:cubicBezTo>
                  <a:cubicBezTo>
                    <a:pt x="496"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8"/>
            <p:cNvSpPr/>
            <p:nvPr/>
          </p:nvSpPr>
          <p:spPr>
            <a:xfrm>
              <a:off x="2145825" y="3677600"/>
              <a:ext cx="12600" cy="12375"/>
            </a:xfrm>
            <a:custGeom>
              <a:avLst/>
              <a:gdLst/>
              <a:ahLst/>
              <a:cxnLst/>
              <a:rect l="l" t="t" r="r" b="b"/>
              <a:pathLst>
                <a:path w="504" h="495" extrusionOk="0">
                  <a:moveTo>
                    <a:pt x="252" y="1"/>
                  </a:moveTo>
                  <a:cubicBezTo>
                    <a:pt x="116" y="1"/>
                    <a:pt x="1" y="107"/>
                    <a:pt x="1" y="243"/>
                  </a:cubicBezTo>
                  <a:cubicBezTo>
                    <a:pt x="1" y="388"/>
                    <a:pt x="116" y="495"/>
                    <a:pt x="252" y="495"/>
                  </a:cubicBezTo>
                  <a:cubicBezTo>
                    <a:pt x="388" y="495"/>
                    <a:pt x="503" y="388"/>
                    <a:pt x="503" y="243"/>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8"/>
            <p:cNvSpPr/>
            <p:nvPr/>
          </p:nvSpPr>
          <p:spPr>
            <a:xfrm>
              <a:off x="2237800" y="3677600"/>
              <a:ext cx="12350" cy="12375"/>
            </a:xfrm>
            <a:custGeom>
              <a:avLst/>
              <a:gdLst/>
              <a:ahLst/>
              <a:cxnLst/>
              <a:rect l="l" t="t" r="r" b="b"/>
              <a:pathLst>
                <a:path w="494" h="495" extrusionOk="0">
                  <a:moveTo>
                    <a:pt x="244" y="1"/>
                  </a:moveTo>
                  <a:cubicBezTo>
                    <a:pt x="107" y="1"/>
                    <a:pt x="0" y="107"/>
                    <a:pt x="0" y="243"/>
                  </a:cubicBezTo>
                  <a:cubicBezTo>
                    <a:pt x="0" y="388"/>
                    <a:pt x="107" y="495"/>
                    <a:pt x="244" y="495"/>
                  </a:cubicBezTo>
                  <a:cubicBezTo>
                    <a:pt x="387" y="495"/>
                    <a:pt x="494" y="388"/>
                    <a:pt x="494" y="243"/>
                  </a:cubicBezTo>
                  <a:cubicBezTo>
                    <a:pt x="494" y="107"/>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8"/>
            <p:cNvSpPr/>
            <p:nvPr/>
          </p:nvSpPr>
          <p:spPr>
            <a:xfrm>
              <a:off x="2329550" y="3677600"/>
              <a:ext cx="12575" cy="12375"/>
            </a:xfrm>
            <a:custGeom>
              <a:avLst/>
              <a:gdLst/>
              <a:ahLst/>
              <a:cxnLst/>
              <a:rect l="l" t="t" r="r" b="b"/>
              <a:pathLst>
                <a:path w="503" h="495" extrusionOk="0">
                  <a:moveTo>
                    <a:pt x="251" y="1"/>
                  </a:moveTo>
                  <a:cubicBezTo>
                    <a:pt x="115" y="1"/>
                    <a:pt x="0" y="107"/>
                    <a:pt x="0" y="243"/>
                  </a:cubicBezTo>
                  <a:cubicBezTo>
                    <a:pt x="0" y="388"/>
                    <a:pt x="115" y="495"/>
                    <a:pt x="251" y="495"/>
                  </a:cubicBezTo>
                  <a:cubicBezTo>
                    <a:pt x="387" y="495"/>
                    <a:pt x="502" y="388"/>
                    <a:pt x="502" y="243"/>
                  </a:cubicBezTo>
                  <a:cubicBezTo>
                    <a:pt x="502"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8"/>
            <p:cNvSpPr/>
            <p:nvPr/>
          </p:nvSpPr>
          <p:spPr>
            <a:xfrm>
              <a:off x="2421325" y="3677600"/>
              <a:ext cx="12550" cy="12375"/>
            </a:xfrm>
            <a:custGeom>
              <a:avLst/>
              <a:gdLst/>
              <a:ahLst/>
              <a:cxnLst/>
              <a:rect l="l" t="t" r="r" b="b"/>
              <a:pathLst>
                <a:path w="502" h="495" extrusionOk="0">
                  <a:moveTo>
                    <a:pt x="250" y="1"/>
                  </a:moveTo>
                  <a:cubicBezTo>
                    <a:pt x="114" y="1"/>
                    <a:pt x="1" y="107"/>
                    <a:pt x="1" y="243"/>
                  </a:cubicBezTo>
                  <a:cubicBezTo>
                    <a:pt x="1" y="388"/>
                    <a:pt x="114" y="495"/>
                    <a:pt x="250" y="495"/>
                  </a:cubicBezTo>
                  <a:cubicBezTo>
                    <a:pt x="395" y="495"/>
                    <a:pt x="501" y="388"/>
                    <a:pt x="501" y="243"/>
                  </a:cubicBezTo>
                  <a:cubicBezTo>
                    <a:pt x="501" y="107"/>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8"/>
            <p:cNvSpPr/>
            <p:nvPr/>
          </p:nvSpPr>
          <p:spPr>
            <a:xfrm>
              <a:off x="2513250" y="3677600"/>
              <a:ext cx="12575" cy="12375"/>
            </a:xfrm>
            <a:custGeom>
              <a:avLst/>
              <a:gdLst/>
              <a:ahLst/>
              <a:cxnLst/>
              <a:rect l="l" t="t" r="r" b="b"/>
              <a:pathLst>
                <a:path w="503" h="495" extrusionOk="0">
                  <a:moveTo>
                    <a:pt x="252" y="1"/>
                  </a:moveTo>
                  <a:cubicBezTo>
                    <a:pt x="109" y="1"/>
                    <a:pt x="0" y="107"/>
                    <a:pt x="0" y="243"/>
                  </a:cubicBezTo>
                  <a:cubicBezTo>
                    <a:pt x="0" y="388"/>
                    <a:pt x="109" y="495"/>
                    <a:pt x="252" y="495"/>
                  </a:cubicBezTo>
                  <a:cubicBezTo>
                    <a:pt x="388" y="495"/>
                    <a:pt x="503" y="388"/>
                    <a:pt x="503" y="243"/>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8"/>
            <p:cNvSpPr/>
            <p:nvPr/>
          </p:nvSpPr>
          <p:spPr>
            <a:xfrm>
              <a:off x="2605000" y="3677600"/>
              <a:ext cx="12575" cy="12375"/>
            </a:xfrm>
            <a:custGeom>
              <a:avLst/>
              <a:gdLst/>
              <a:ahLst/>
              <a:cxnLst/>
              <a:rect l="l" t="t" r="r" b="b"/>
              <a:pathLst>
                <a:path w="503" h="495" extrusionOk="0">
                  <a:moveTo>
                    <a:pt x="252" y="1"/>
                  </a:moveTo>
                  <a:cubicBezTo>
                    <a:pt x="116" y="1"/>
                    <a:pt x="0" y="107"/>
                    <a:pt x="0" y="243"/>
                  </a:cubicBezTo>
                  <a:cubicBezTo>
                    <a:pt x="0" y="388"/>
                    <a:pt x="116" y="495"/>
                    <a:pt x="252" y="495"/>
                  </a:cubicBezTo>
                  <a:cubicBezTo>
                    <a:pt x="387" y="495"/>
                    <a:pt x="503" y="388"/>
                    <a:pt x="503" y="243"/>
                  </a:cubicBezTo>
                  <a:cubicBezTo>
                    <a:pt x="503" y="107"/>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8"/>
            <p:cNvSpPr/>
            <p:nvPr/>
          </p:nvSpPr>
          <p:spPr>
            <a:xfrm>
              <a:off x="2696950" y="3677600"/>
              <a:ext cx="12375" cy="12375"/>
            </a:xfrm>
            <a:custGeom>
              <a:avLst/>
              <a:gdLst/>
              <a:ahLst/>
              <a:cxnLst/>
              <a:rect l="l" t="t" r="r" b="b"/>
              <a:pathLst>
                <a:path w="495" h="495" extrusionOk="0">
                  <a:moveTo>
                    <a:pt x="252" y="1"/>
                  </a:moveTo>
                  <a:cubicBezTo>
                    <a:pt x="108" y="1"/>
                    <a:pt x="1" y="107"/>
                    <a:pt x="1" y="243"/>
                  </a:cubicBezTo>
                  <a:cubicBezTo>
                    <a:pt x="1" y="388"/>
                    <a:pt x="108" y="495"/>
                    <a:pt x="252" y="495"/>
                  </a:cubicBezTo>
                  <a:cubicBezTo>
                    <a:pt x="388" y="495"/>
                    <a:pt x="495" y="388"/>
                    <a:pt x="495" y="243"/>
                  </a:cubicBezTo>
                  <a:cubicBezTo>
                    <a:pt x="495"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8"/>
            <p:cNvSpPr/>
            <p:nvPr/>
          </p:nvSpPr>
          <p:spPr>
            <a:xfrm>
              <a:off x="2788700" y="3677600"/>
              <a:ext cx="12600" cy="12375"/>
            </a:xfrm>
            <a:custGeom>
              <a:avLst/>
              <a:gdLst/>
              <a:ahLst/>
              <a:cxnLst/>
              <a:rect l="l" t="t" r="r" b="b"/>
              <a:pathLst>
                <a:path w="504" h="495" extrusionOk="0">
                  <a:moveTo>
                    <a:pt x="252" y="1"/>
                  </a:moveTo>
                  <a:cubicBezTo>
                    <a:pt x="116" y="1"/>
                    <a:pt x="1" y="107"/>
                    <a:pt x="1" y="243"/>
                  </a:cubicBezTo>
                  <a:cubicBezTo>
                    <a:pt x="1" y="388"/>
                    <a:pt x="116" y="495"/>
                    <a:pt x="252" y="495"/>
                  </a:cubicBezTo>
                  <a:cubicBezTo>
                    <a:pt x="388" y="495"/>
                    <a:pt x="503" y="388"/>
                    <a:pt x="503" y="243"/>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8"/>
            <p:cNvSpPr/>
            <p:nvPr/>
          </p:nvSpPr>
          <p:spPr>
            <a:xfrm>
              <a:off x="2880675" y="3677600"/>
              <a:ext cx="12375" cy="12375"/>
            </a:xfrm>
            <a:custGeom>
              <a:avLst/>
              <a:gdLst/>
              <a:ahLst/>
              <a:cxnLst/>
              <a:rect l="l" t="t" r="r" b="b"/>
              <a:pathLst>
                <a:path w="495" h="495" extrusionOk="0">
                  <a:moveTo>
                    <a:pt x="243" y="1"/>
                  </a:moveTo>
                  <a:cubicBezTo>
                    <a:pt x="107" y="1"/>
                    <a:pt x="0" y="107"/>
                    <a:pt x="0" y="243"/>
                  </a:cubicBezTo>
                  <a:cubicBezTo>
                    <a:pt x="0" y="388"/>
                    <a:pt x="107" y="495"/>
                    <a:pt x="243" y="495"/>
                  </a:cubicBezTo>
                  <a:cubicBezTo>
                    <a:pt x="387" y="495"/>
                    <a:pt x="494" y="388"/>
                    <a:pt x="494" y="243"/>
                  </a:cubicBezTo>
                  <a:cubicBezTo>
                    <a:pt x="494" y="107"/>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8"/>
            <p:cNvSpPr/>
            <p:nvPr/>
          </p:nvSpPr>
          <p:spPr>
            <a:xfrm>
              <a:off x="2972425" y="3677600"/>
              <a:ext cx="12575" cy="12375"/>
            </a:xfrm>
            <a:custGeom>
              <a:avLst/>
              <a:gdLst/>
              <a:ahLst/>
              <a:cxnLst/>
              <a:rect l="l" t="t" r="r" b="b"/>
              <a:pathLst>
                <a:path w="503" h="495" extrusionOk="0">
                  <a:moveTo>
                    <a:pt x="251" y="1"/>
                  </a:moveTo>
                  <a:cubicBezTo>
                    <a:pt x="115" y="1"/>
                    <a:pt x="0" y="107"/>
                    <a:pt x="0" y="243"/>
                  </a:cubicBezTo>
                  <a:cubicBezTo>
                    <a:pt x="0" y="388"/>
                    <a:pt x="115" y="495"/>
                    <a:pt x="251" y="495"/>
                  </a:cubicBezTo>
                  <a:cubicBezTo>
                    <a:pt x="387" y="495"/>
                    <a:pt x="503" y="388"/>
                    <a:pt x="503" y="243"/>
                  </a:cubicBezTo>
                  <a:cubicBezTo>
                    <a:pt x="503"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8"/>
            <p:cNvSpPr/>
            <p:nvPr/>
          </p:nvSpPr>
          <p:spPr>
            <a:xfrm>
              <a:off x="3064375" y="3677600"/>
              <a:ext cx="12375" cy="12375"/>
            </a:xfrm>
            <a:custGeom>
              <a:avLst/>
              <a:gdLst/>
              <a:ahLst/>
              <a:cxnLst/>
              <a:rect l="l" t="t" r="r" b="b"/>
              <a:pathLst>
                <a:path w="495" h="495" extrusionOk="0">
                  <a:moveTo>
                    <a:pt x="243" y="1"/>
                  </a:moveTo>
                  <a:cubicBezTo>
                    <a:pt x="107" y="1"/>
                    <a:pt x="1" y="107"/>
                    <a:pt x="1" y="243"/>
                  </a:cubicBezTo>
                  <a:cubicBezTo>
                    <a:pt x="1" y="388"/>
                    <a:pt x="107" y="495"/>
                    <a:pt x="243" y="495"/>
                  </a:cubicBezTo>
                  <a:cubicBezTo>
                    <a:pt x="388" y="495"/>
                    <a:pt x="495" y="388"/>
                    <a:pt x="495" y="243"/>
                  </a:cubicBezTo>
                  <a:cubicBezTo>
                    <a:pt x="495" y="107"/>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8"/>
            <p:cNvSpPr/>
            <p:nvPr/>
          </p:nvSpPr>
          <p:spPr>
            <a:xfrm>
              <a:off x="3156125" y="3677600"/>
              <a:ext cx="12600" cy="12375"/>
            </a:xfrm>
            <a:custGeom>
              <a:avLst/>
              <a:gdLst/>
              <a:ahLst/>
              <a:cxnLst/>
              <a:rect l="l" t="t" r="r" b="b"/>
              <a:pathLst>
                <a:path w="504" h="495" extrusionOk="0">
                  <a:moveTo>
                    <a:pt x="252" y="1"/>
                  </a:moveTo>
                  <a:cubicBezTo>
                    <a:pt x="116" y="1"/>
                    <a:pt x="1" y="107"/>
                    <a:pt x="1" y="243"/>
                  </a:cubicBezTo>
                  <a:cubicBezTo>
                    <a:pt x="1" y="388"/>
                    <a:pt x="116" y="495"/>
                    <a:pt x="252" y="495"/>
                  </a:cubicBezTo>
                  <a:cubicBezTo>
                    <a:pt x="388" y="495"/>
                    <a:pt x="503" y="388"/>
                    <a:pt x="503" y="243"/>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8"/>
            <p:cNvSpPr/>
            <p:nvPr/>
          </p:nvSpPr>
          <p:spPr>
            <a:xfrm>
              <a:off x="3247875" y="3677600"/>
              <a:ext cx="12575" cy="12375"/>
            </a:xfrm>
            <a:custGeom>
              <a:avLst/>
              <a:gdLst/>
              <a:ahLst/>
              <a:cxnLst/>
              <a:rect l="l" t="t" r="r" b="b"/>
              <a:pathLst>
                <a:path w="503" h="495" extrusionOk="0">
                  <a:moveTo>
                    <a:pt x="252" y="1"/>
                  </a:moveTo>
                  <a:cubicBezTo>
                    <a:pt x="116" y="1"/>
                    <a:pt x="1" y="107"/>
                    <a:pt x="1" y="243"/>
                  </a:cubicBezTo>
                  <a:cubicBezTo>
                    <a:pt x="1" y="388"/>
                    <a:pt x="116" y="495"/>
                    <a:pt x="252" y="495"/>
                  </a:cubicBezTo>
                  <a:cubicBezTo>
                    <a:pt x="388" y="495"/>
                    <a:pt x="503" y="388"/>
                    <a:pt x="503" y="243"/>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8"/>
            <p:cNvSpPr/>
            <p:nvPr/>
          </p:nvSpPr>
          <p:spPr>
            <a:xfrm>
              <a:off x="3339850" y="3677600"/>
              <a:ext cx="12525" cy="12375"/>
            </a:xfrm>
            <a:custGeom>
              <a:avLst/>
              <a:gdLst/>
              <a:ahLst/>
              <a:cxnLst/>
              <a:rect l="l" t="t" r="r" b="b"/>
              <a:pathLst>
                <a:path w="501" h="495" extrusionOk="0">
                  <a:moveTo>
                    <a:pt x="251" y="1"/>
                  </a:moveTo>
                  <a:cubicBezTo>
                    <a:pt x="107" y="1"/>
                    <a:pt x="0" y="107"/>
                    <a:pt x="0" y="243"/>
                  </a:cubicBezTo>
                  <a:cubicBezTo>
                    <a:pt x="0" y="388"/>
                    <a:pt x="107" y="495"/>
                    <a:pt x="251" y="495"/>
                  </a:cubicBezTo>
                  <a:cubicBezTo>
                    <a:pt x="387" y="495"/>
                    <a:pt x="501" y="388"/>
                    <a:pt x="501" y="243"/>
                  </a:cubicBezTo>
                  <a:cubicBezTo>
                    <a:pt x="501"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8"/>
            <p:cNvSpPr/>
            <p:nvPr/>
          </p:nvSpPr>
          <p:spPr>
            <a:xfrm>
              <a:off x="3431575" y="3677600"/>
              <a:ext cx="12600" cy="12375"/>
            </a:xfrm>
            <a:custGeom>
              <a:avLst/>
              <a:gdLst/>
              <a:ahLst/>
              <a:cxnLst/>
              <a:rect l="l" t="t" r="r" b="b"/>
              <a:pathLst>
                <a:path w="504" h="495" extrusionOk="0">
                  <a:moveTo>
                    <a:pt x="252" y="1"/>
                  </a:moveTo>
                  <a:cubicBezTo>
                    <a:pt x="116" y="1"/>
                    <a:pt x="1" y="107"/>
                    <a:pt x="1" y="243"/>
                  </a:cubicBezTo>
                  <a:cubicBezTo>
                    <a:pt x="1" y="388"/>
                    <a:pt x="116" y="495"/>
                    <a:pt x="252" y="495"/>
                  </a:cubicBezTo>
                  <a:cubicBezTo>
                    <a:pt x="388" y="495"/>
                    <a:pt x="503" y="388"/>
                    <a:pt x="503" y="243"/>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8"/>
            <p:cNvSpPr/>
            <p:nvPr/>
          </p:nvSpPr>
          <p:spPr>
            <a:xfrm>
              <a:off x="3523550" y="3677600"/>
              <a:ext cx="12375" cy="12375"/>
            </a:xfrm>
            <a:custGeom>
              <a:avLst/>
              <a:gdLst/>
              <a:ahLst/>
              <a:cxnLst/>
              <a:rect l="l" t="t" r="r" b="b"/>
              <a:pathLst>
                <a:path w="495" h="495" extrusionOk="0">
                  <a:moveTo>
                    <a:pt x="250" y="1"/>
                  </a:moveTo>
                  <a:cubicBezTo>
                    <a:pt x="107" y="1"/>
                    <a:pt x="0" y="107"/>
                    <a:pt x="0" y="243"/>
                  </a:cubicBezTo>
                  <a:cubicBezTo>
                    <a:pt x="0" y="388"/>
                    <a:pt x="107" y="495"/>
                    <a:pt x="250" y="495"/>
                  </a:cubicBezTo>
                  <a:cubicBezTo>
                    <a:pt x="388" y="495"/>
                    <a:pt x="494" y="388"/>
                    <a:pt x="494" y="243"/>
                  </a:cubicBezTo>
                  <a:cubicBezTo>
                    <a:pt x="494" y="107"/>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8"/>
            <p:cNvSpPr/>
            <p:nvPr/>
          </p:nvSpPr>
          <p:spPr>
            <a:xfrm>
              <a:off x="676400" y="37693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8"/>
            <p:cNvSpPr/>
            <p:nvPr/>
          </p:nvSpPr>
          <p:spPr>
            <a:xfrm>
              <a:off x="768325" y="3769350"/>
              <a:ext cx="12400" cy="12600"/>
            </a:xfrm>
            <a:custGeom>
              <a:avLst/>
              <a:gdLst/>
              <a:ahLst/>
              <a:cxnLst/>
              <a:rect l="l" t="t" r="r" b="b"/>
              <a:pathLst>
                <a:path w="496" h="504"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8"/>
            <p:cNvSpPr/>
            <p:nvPr/>
          </p:nvSpPr>
          <p:spPr>
            <a:xfrm>
              <a:off x="860125" y="3769350"/>
              <a:ext cx="12525" cy="12600"/>
            </a:xfrm>
            <a:custGeom>
              <a:avLst/>
              <a:gdLst/>
              <a:ahLst/>
              <a:cxnLst/>
              <a:rect l="l" t="t" r="r" b="b"/>
              <a:pathLst>
                <a:path w="501" h="504"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8"/>
            <p:cNvSpPr/>
            <p:nvPr/>
          </p:nvSpPr>
          <p:spPr>
            <a:xfrm>
              <a:off x="951850" y="37693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8"/>
            <p:cNvSpPr/>
            <p:nvPr/>
          </p:nvSpPr>
          <p:spPr>
            <a:xfrm>
              <a:off x="1043825" y="376935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8"/>
            <p:cNvSpPr/>
            <p:nvPr/>
          </p:nvSpPr>
          <p:spPr>
            <a:xfrm>
              <a:off x="1135575" y="376935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8"/>
            <p:cNvSpPr/>
            <p:nvPr/>
          </p:nvSpPr>
          <p:spPr>
            <a:xfrm>
              <a:off x="1227500" y="3769350"/>
              <a:ext cx="12400" cy="12600"/>
            </a:xfrm>
            <a:custGeom>
              <a:avLst/>
              <a:gdLst/>
              <a:ahLst/>
              <a:cxnLst/>
              <a:rect l="l" t="t" r="r" b="b"/>
              <a:pathLst>
                <a:path w="496" h="504"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8"/>
            <p:cNvSpPr/>
            <p:nvPr/>
          </p:nvSpPr>
          <p:spPr>
            <a:xfrm>
              <a:off x="1319275" y="376935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8"/>
            <p:cNvSpPr/>
            <p:nvPr/>
          </p:nvSpPr>
          <p:spPr>
            <a:xfrm>
              <a:off x="1411200" y="3769350"/>
              <a:ext cx="12425" cy="12600"/>
            </a:xfrm>
            <a:custGeom>
              <a:avLst/>
              <a:gdLst/>
              <a:ahLst/>
              <a:cxnLst/>
              <a:rect l="l" t="t" r="r" b="b"/>
              <a:pathLst>
                <a:path w="497" h="504"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8"/>
            <p:cNvSpPr/>
            <p:nvPr/>
          </p:nvSpPr>
          <p:spPr>
            <a:xfrm>
              <a:off x="1503000" y="3769350"/>
              <a:ext cx="12525" cy="12600"/>
            </a:xfrm>
            <a:custGeom>
              <a:avLst/>
              <a:gdLst/>
              <a:ahLst/>
              <a:cxnLst/>
              <a:rect l="l" t="t" r="r" b="b"/>
              <a:pathLst>
                <a:path w="501" h="504"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8"/>
            <p:cNvSpPr/>
            <p:nvPr/>
          </p:nvSpPr>
          <p:spPr>
            <a:xfrm>
              <a:off x="1594750" y="376935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8"/>
            <p:cNvSpPr/>
            <p:nvPr/>
          </p:nvSpPr>
          <p:spPr>
            <a:xfrm>
              <a:off x="1686650" y="37693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8"/>
            <p:cNvSpPr/>
            <p:nvPr/>
          </p:nvSpPr>
          <p:spPr>
            <a:xfrm>
              <a:off x="1778450" y="376935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8"/>
            <p:cNvSpPr/>
            <p:nvPr/>
          </p:nvSpPr>
          <p:spPr>
            <a:xfrm>
              <a:off x="1870375" y="3769350"/>
              <a:ext cx="12400" cy="12600"/>
            </a:xfrm>
            <a:custGeom>
              <a:avLst/>
              <a:gdLst/>
              <a:ahLst/>
              <a:cxnLst/>
              <a:rect l="l" t="t" r="r" b="b"/>
              <a:pathLst>
                <a:path w="496" h="504"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8"/>
            <p:cNvSpPr/>
            <p:nvPr/>
          </p:nvSpPr>
          <p:spPr>
            <a:xfrm>
              <a:off x="1962150" y="376935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8"/>
            <p:cNvSpPr/>
            <p:nvPr/>
          </p:nvSpPr>
          <p:spPr>
            <a:xfrm>
              <a:off x="2054075" y="3769350"/>
              <a:ext cx="12425" cy="12600"/>
            </a:xfrm>
            <a:custGeom>
              <a:avLst/>
              <a:gdLst/>
              <a:ahLst/>
              <a:cxnLst/>
              <a:rect l="l" t="t" r="r" b="b"/>
              <a:pathLst>
                <a:path w="497" h="504"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8"/>
            <p:cNvSpPr/>
            <p:nvPr/>
          </p:nvSpPr>
          <p:spPr>
            <a:xfrm>
              <a:off x="2145825" y="37693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8"/>
            <p:cNvSpPr/>
            <p:nvPr/>
          </p:nvSpPr>
          <p:spPr>
            <a:xfrm>
              <a:off x="2237800" y="3769350"/>
              <a:ext cx="12350" cy="12600"/>
            </a:xfrm>
            <a:custGeom>
              <a:avLst/>
              <a:gdLst/>
              <a:ahLst/>
              <a:cxnLst/>
              <a:rect l="l" t="t" r="r" b="b"/>
              <a:pathLst>
                <a:path w="494" h="504"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8"/>
            <p:cNvSpPr/>
            <p:nvPr/>
          </p:nvSpPr>
          <p:spPr>
            <a:xfrm>
              <a:off x="2329550" y="376935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8"/>
            <p:cNvSpPr/>
            <p:nvPr/>
          </p:nvSpPr>
          <p:spPr>
            <a:xfrm>
              <a:off x="2421325" y="376935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8"/>
            <p:cNvSpPr/>
            <p:nvPr/>
          </p:nvSpPr>
          <p:spPr>
            <a:xfrm>
              <a:off x="2513250" y="3769350"/>
              <a:ext cx="12575" cy="12600"/>
            </a:xfrm>
            <a:custGeom>
              <a:avLst/>
              <a:gdLst/>
              <a:ahLst/>
              <a:cxnLst/>
              <a:rect l="l" t="t" r="r" b="b"/>
              <a:pathLst>
                <a:path w="503" h="504"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8"/>
            <p:cNvSpPr/>
            <p:nvPr/>
          </p:nvSpPr>
          <p:spPr>
            <a:xfrm>
              <a:off x="2605000" y="376935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8"/>
            <p:cNvSpPr/>
            <p:nvPr/>
          </p:nvSpPr>
          <p:spPr>
            <a:xfrm>
              <a:off x="2696950" y="3769350"/>
              <a:ext cx="12375" cy="12600"/>
            </a:xfrm>
            <a:custGeom>
              <a:avLst/>
              <a:gdLst/>
              <a:ahLst/>
              <a:cxnLst/>
              <a:rect l="l" t="t" r="r" b="b"/>
              <a:pathLst>
                <a:path w="495" h="504"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8"/>
            <p:cNvSpPr/>
            <p:nvPr/>
          </p:nvSpPr>
          <p:spPr>
            <a:xfrm>
              <a:off x="2788700" y="37693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8"/>
            <p:cNvSpPr/>
            <p:nvPr/>
          </p:nvSpPr>
          <p:spPr>
            <a:xfrm>
              <a:off x="2880675" y="3769350"/>
              <a:ext cx="12375" cy="12600"/>
            </a:xfrm>
            <a:custGeom>
              <a:avLst/>
              <a:gdLst/>
              <a:ahLst/>
              <a:cxnLst/>
              <a:rect l="l" t="t" r="r" b="b"/>
              <a:pathLst>
                <a:path w="495" h="504"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8"/>
            <p:cNvSpPr/>
            <p:nvPr/>
          </p:nvSpPr>
          <p:spPr>
            <a:xfrm>
              <a:off x="2972425" y="376935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8"/>
            <p:cNvSpPr/>
            <p:nvPr/>
          </p:nvSpPr>
          <p:spPr>
            <a:xfrm>
              <a:off x="3064375" y="3769350"/>
              <a:ext cx="12375" cy="12600"/>
            </a:xfrm>
            <a:custGeom>
              <a:avLst/>
              <a:gdLst/>
              <a:ahLst/>
              <a:cxnLst/>
              <a:rect l="l" t="t" r="r" b="b"/>
              <a:pathLst>
                <a:path w="495" h="504"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8"/>
            <p:cNvSpPr/>
            <p:nvPr/>
          </p:nvSpPr>
          <p:spPr>
            <a:xfrm>
              <a:off x="3156125" y="37693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8"/>
            <p:cNvSpPr/>
            <p:nvPr/>
          </p:nvSpPr>
          <p:spPr>
            <a:xfrm>
              <a:off x="3247875" y="3769350"/>
              <a:ext cx="12575" cy="12600"/>
            </a:xfrm>
            <a:custGeom>
              <a:avLst/>
              <a:gdLst/>
              <a:ahLst/>
              <a:cxnLst/>
              <a:rect l="l" t="t" r="r" b="b"/>
              <a:pathLst>
                <a:path w="503"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8"/>
            <p:cNvSpPr/>
            <p:nvPr/>
          </p:nvSpPr>
          <p:spPr>
            <a:xfrm>
              <a:off x="3339850" y="3769350"/>
              <a:ext cx="12525" cy="12600"/>
            </a:xfrm>
            <a:custGeom>
              <a:avLst/>
              <a:gdLst/>
              <a:ahLst/>
              <a:cxnLst/>
              <a:rect l="l" t="t" r="r" b="b"/>
              <a:pathLst>
                <a:path w="501" h="504"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8"/>
            <p:cNvSpPr/>
            <p:nvPr/>
          </p:nvSpPr>
          <p:spPr>
            <a:xfrm>
              <a:off x="3431575" y="37693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8"/>
            <p:cNvSpPr/>
            <p:nvPr/>
          </p:nvSpPr>
          <p:spPr>
            <a:xfrm>
              <a:off x="3523550" y="376935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8"/>
            <p:cNvSpPr/>
            <p:nvPr/>
          </p:nvSpPr>
          <p:spPr>
            <a:xfrm>
              <a:off x="676400" y="386110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8"/>
            <p:cNvSpPr/>
            <p:nvPr/>
          </p:nvSpPr>
          <p:spPr>
            <a:xfrm>
              <a:off x="768325" y="3861100"/>
              <a:ext cx="12400" cy="12575"/>
            </a:xfrm>
            <a:custGeom>
              <a:avLst/>
              <a:gdLst/>
              <a:ahLst/>
              <a:cxnLst/>
              <a:rect l="l" t="t" r="r" b="b"/>
              <a:pathLst>
                <a:path w="496" h="503"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8"/>
            <p:cNvSpPr/>
            <p:nvPr/>
          </p:nvSpPr>
          <p:spPr>
            <a:xfrm>
              <a:off x="860125" y="3861100"/>
              <a:ext cx="12525" cy="12575"/>
            </a:xfrm>
            <a:custGeom>
              <a:avLst/>
              <a:gdLst/>
              <a:ahLst/>
              <a:cxnLst/>
              <a:rect l="l" t="t" r="r" b="b"/>
              <a:pathLst>
                <a:path w="501" h="503"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8"/>
            <p:cNvSpPr/>
            <p:nvPr/>
          </p:nvSpPr>
          <p:spPr>
            <a:xfrm>
              <a:off x="951850" y="386110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8"/>
            <p:cNvSpPr/>
            <p:nvPr/>
          </p:nvSpPr>
          <p:spPr>
            <a:xfrm>
              <a:off x="1043825" y="3861100"/>
              <a:ext cx="12375" cy="12575"/>
            </a:xfrm>
            <a:custGeom>
              <a:avLst/>
              <a:gdLst/>
              <a:ahLst/>
              <a:cxnLst/>
              <a:rect l="l" t="t" r="r" b="b"/>
              <a:pathLst>
                <a:path w="495" h="503"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8"/>
            <p:cNvSpPr/>
            <p:nvPr/>
          </p:nvSpPr>
          <p:spPr>
            <a:xfrm>
              <a:off x="1135575" y="3861100"/>
              <a:ext cx="12575" cy="12575"/>
            </a:xfrm>
            <a:custGeom>
              <a:avLst/>
              <a:gdLst/>
              <a:ahLst/>
              <a:cxnLst/>
              <a:rect l="l" t="t" r="r" b="b"/>
              <a:pathLst>
                <a:path w="503" h="503"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8"/>
            <p:cNvSpPr/>
            <p:nvPr/>
          </p:nvSpPr>
          <p:spPr>
            <a:xfrm>
              <a:off x="1227500" y="3861100"/>
              <a:ext cx="12400" cy="12575"/>
            </a:xfrm>
            <a:custGeom>
              <a:avLst/>
              <a:gdLst/>
              <a:ahLst/>
              <a:cxnLst/>
              <a:rect l="l" t="t" r="r" b="b"/>
              <a:pathLst>
                <a:path w="496" h="503"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8"/>
            <p:cNvSpPr/>
            <p:nvPr/>
          </p:nvSpPr>
          <p:spPr>
            <a:xfrm>
              <a:off x="1319275" y="3861100"/>
              <a:ext cx="12550" cy="12575"/>
            </a:xfrm>
            <a:custGeom>
              <a:avLst/>
              <a:gdLst/>
              <a:ahLst/>
              <a:cxnLst/>
              <a:rect l="l" t="t" r="r" b="b"/>
              <a:pathLst>
                <a:path w="502" h="503"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8"/>
            <p:cNvSpPr/>
            <p:nvPr/>
          </p:nvSpPr>
          <p:spPr>
            <a:xfrm>
              <a:off x="1411200" y="3861100"/>
              <a:ext cx="12425" cy="12575"/>
            </a:xfrm>
            <a:custGeom>
              <a:avLst/>
              <a:gdLst/>
              <a:ahLst/>
              <a:cxnLst/>
              <a:rect l="l" t="t" r="r" b="b"/>
              <a:pathLst>
                <a:path w="497" h="503"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8"/>
            <p:cNvSpPr/>
            <p:nvPr/>
          </p:nvSpPr>
          <p:spPr>
            <a:xfrm>
              <a:off x="1503000" y="3861100"/>
              <a:ext cx="12525" cy="12575"/>
            </a:xfrm>
            <a:custGeom>
              <a:avLst/>
              <a:gdLst/>
              <a:ahLst/>
              <a:cxnLst/>
              <a:rect l="l" t="t" r="r" b="b"/>
              <a:pathLst>
                <a:path w="501" h="503"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8"/>
            <p:cNvSpPr/>
            <p:nvPr/>
          </p:nvSpPr>
          <p:spPr>
            <a:xfrm>
              <a:off x="1594750" y="3861100"/>
              <a:ext cx="12575" cy="12575"/>
            </a:xfrm>
            <a:custGeom>
              <a:avLst/>
              <a:gdLst/>
              <a:ahLst/>
              <a:cxnLst/>
              <a:rect l="l" t="t" r="r" b="b"/>
              <a:pathLst>
                <a:path w="503" h="503"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8"/>
            <p:cNvSpPr/>
            <p:nvPr/>
          </p:nvSpPr>
          <p:spPr>
            <a:xfrm>
              <a:off x="1686650" y="386110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8"/>
            <p:cNvSpPr/>
            <p:nvPr/>
          </p:nvSpPr>
          <p:spPr>
            <a:xfrm>
              <a:off x="1778450" y="3861100"/>
              <a:ext cx="12550" cy="12575"/>
            </a:xfrm>
            <a:custGeom>
              <a:avLst/>
              <a:gdLst/>
              <a:ahLst/>
              <a:cxnLst/>
              <a:rect l="l" t="t" r="r" b="b"/>
              <a:pathLst>
                <a:path w="502" h="503"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8"/>
            <p:cNvSpPr/>
            <p:nvPr/>
          </p:nvSpPr>
          <p:spPr>
            <a:xfrm>
              <a:off x="1870375" y="3861100"/>
              <a:ext cx="12400" cy="12575"/>
            </a:xfrm>
            <a:custGeom>
              <a:avLst/>
              <a:gdLst/>
              <a:ahLst/>
              <a:cxnLst/>
              <a:rect l="l" t="t" r="r" b="b"/>
              <a:pathLst>
                <a:path w="496" h="503"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8"/>
            <p:cNvSpPr/>
            <p:nvPr/>
          </p:nvSpPr>
          <p:spPr>
            <a:xfrm>
              <a:off x="1962150" y="3861100"/>
              <a:ext cx="12550" cy="12575"/>
            </a:xfrm>
            <a:custGeom>
              <a:avLst/>
              <a:gdLst/>
              <a:ahLst/>
              <a:cxnLst/>
              <a:rect l="l" t="t" r="r" b="b"/>
              <a:pathLst>
                <a:path w="502" h="503"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8"/>
            <p:cNvSpPr/>
            <p:nvPr/>
          </p:nvSpPr>
          <p:spPr>
            <a:xfrm>
              <a:off x="2054075" y="3861100"/>
              <a:ext cx="12425" cy="12575"/>
            </a:xfrm>
            <a:custGeom>
              <a:avLst/>
              <a:gdLst/>
              <a:ahLst/>
              <a:cxnLst/>
              <a:rect l="l" t="t" r="r" b="b"/>
              <a:pathLst>
                <a:path w="497" h="503"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8"/>
            <p:cNvSpPr/>
            <p:nvPr/>
          </p:nvSpPr>
          <p:spPr>
            <a:xfrm>
              <a:off x="2145825" y="386110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8"/>
            <p:cNvSpPr/>
            <p:nvPr/>
          </p:nvSpPr>
          <p:spPr>
            <a:xfrm>
              <a:off x="2237800" y="3861100"/>
              <a:ext cx="12350" cy="12575"/>
            </a:xfrm>
            <a:custGeom>
              <a:avLst/>
              <a:gdLst/>
              <a:ahLst/>
              <a:cxnLst/>
              <a:rect l="l" t="t" r="r" b="b"/>
              <a:pathLst>
                <a:path w="494" h="503"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8"/>
            <p:cNvSpPr/>
            <p:nvPr/>
          </p:nvSpPr>
          <p:spPr>
            <a:xfrm>
              <a:off x="2329550" y="3861100"/>
              <a:ext cx="12575" cy="12575"/>
            </a:xfrm>
            <a:custGeom>
              <a:avLst/>
              <a:gdLst/>
              <a:ahLst/>
              <a:cxnLst/>
              <a:rect l="l" t="t" r="r" b="b"/>
              <a:pathLst>
                <a:path w="503" h="503"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8"/>
            <p:cNvSpPr/>
            <p:nvPr/>
          </p:nvSpPr>
          <p:spPr>
            <a:xfrm>
              <a:off x="2421325" y="3861100"/>
              <a:ext cx="12550" cy="12575"/>
            </a:xfrm>
            <a:custGeom>
              <a:avLst/>
              <a:gdLst/>
              <a:ahLst/>
              <a:cxnLst/>
              <a:rect l="l" t="t" r="r" b="b"/>
              <a:pathLst>
                <a:path w="502" h="503"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8"/>
            <p:cNvSpPr/>
            <p:nvPr/>
          </p:nvSpPr>
          <p:spPr>
            <a:xfrm>
              <a:off x="2513250" y="3861100"/>
              <a:ext cx="12575" cy="12575"/>
            </a:xfrm>
            <a:custGeom>
              <a:avLst/>
              <a:gdLst/>
              <a:ahLst/>
              <a:cxnLst/>
              <a:rect l="l" t="t" r="r" b="b"/>
              <a:pathLst>
                <a:path w="503" h="503"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8"/>
            <p:cNvSpPr/>
            <p:nvPr/>
          </p:nvSpPr>
          <p:spPr>
            <a:xfrm>
              <a:off x="2605000" y="3861100"/>
              <a:ext cx="12575" cy="12575"/>
            </a:xfrm>
            <a:custGeom>
              <a:avLst/>
              <a:gdLst/>
              <a:ahLst/>
              <a:cxnLst/>
              <a:rect l="l" t="t" r="r" b="b"/>
              <a:pathLst>
                <a:path w="503" h="503"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8"/>
            <p:cNvSpPr/>
            <p:nvPr/>
          </p:nvSpPr>
          <p:spPr>
            <a:xfrm>
              <a:off x="2696950" y="3861100"/>
              <a:ext cx="12375" cy="12575"/>
            </a:xfrm>
            <a:custGeom>
              <a:avLst/>
              <a:gdLst/>
              <a:ahLst/>
              <a:cxnLst/>
              <a:rect l="l" t="t" r="r" b="b"/>
              <a:pathLst>
                <a:path w="495" h="503"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8"/>
            <p:cNvSpPr/>
            <p:nvPr/>
          </p:nvSpPr>
          <p:spPr>
            <a:xfrm>
              <a:off x="2788700" y="386110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8"/>
            <p:cNvSpPr/>
            <p:nvPr/>
          </p:nvSpPr>
          <p:spPr>
            <a:xfrm>
              <a:off x="2880675" y="3861100"/>
              <a:ext cx="12375" cy="12575"/>
            </a:xfrm>
            <a:custGeom>
              <a:avLst/>
              <a:gdLst/>
              <a:ahLst/>
              <a:cxnLst/>
              <a:rect l="l" t="t" r="r" b="b"/>
              <a:pathLst>
                <a:path w="495" h="503"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8"/>
            <p:cNvSpPr/>
            <p:nvPr/>
          </p:nvSpPr>
          <p:spPr>
            <a:xfrm>
              <a:off x="2972425" y="3861100"/>
              <a:ext cx="12575" cy="12575"/>
            </a:xfrm>
            <a:custGeom>
              <a:avLst/>
              <a:gdLst/>
              <a:ahLst/>
              <a:cxnLst/>
              <a:rect l="l" t="t" r="r" b="b"/>
              <a:pathLst>
                <a:path w="503" h="503"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8"/>
            <p:cNvSpPr/>
            <p:nvPr/>
          </p:nvSpPr>
          <p:spPr>
            <a:xfrm>
              <a:off x="3064375" y="3861100"/>
              <a:ext cx="12375" cy="12575"/>
            </a:xfrm>
            <a:custGeom>
              <a:avLst/>
              <a:gdLst/>
              <a:ahLst/>
              <a:cxnLst/>
              <a:rect l="l" t="t" r="r" b="b"/>
              <a:pathLst>
                <a:path w="495" h="503"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8"/>
            <p:cNvSpPr/>
            <p:nvPr/>
          </p:nvSpPr>
          <p:spPr>
            <a:xfrm>
              <a:off x="3156125" y="386110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8"/>
            <p:cNvSpPr/>
            <p:nvPr/>
          </p:nvSpPr>
          <p:spPr>
            <a:xfrm>
              <a:off x="3247875" y="3861100"/>
              <a:ext cx="12575" cy="12575"/>
            </a:xfrm>
            <a:custGeom>
              <a:avLst/>
              <a:gdLst/>
              <a:ahLst/>
              <a:cxnLst/>
              <a:rect l="l" t="t" r="r" b="b"/>
              <a:pathLst>
                <a:path w="503"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8"/>
            <p:cNvSpPr/>
            <p:nvPr/>
          </p:nvSpPr>
          <p:spPr>
            <a:xfrm>
              <a:off x="3339850" y="3861100"/>
              <a:ext cx="12525" cy="12575"/>
            </a:xfrm>
            <a:custGeom>
              <a:avLst/>
              <a:gdLst/>
              <a:ahLst/>
              <a:cxnLst/>
              <a:rect l="l" t="t" r="r" b="b"/>
              <a:pathLst>
                <a:path w="501" h="503"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8"/>
            <p:cNvSpPr/>
            <p:nvPr/>
          </p:nvSpPr>
          <p:spPr>
            <a:xfrm>
              <a:off x="3431575" y="386110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8"/>
            <p:cNvSpPr/>
            <p:nvPr/>
          </p:nvSpPr>
          <p:spPr>
            <a:xfrm>
              <a:off x="3523550" y="3861100"/>
              <a:ext cx="12375" cy="12575"/>
            </a:xfrm>
            <a:custGeom>
              <a:avLst/>
              <a:gdLst/>
              <a:ahLst/>
              <a:cxnLst/>
              <a:rect l="l" t="t" r="r" b="b"/>
              <a:pathLst>
                <a:path w="495" h="503"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8"/>
            <p:cNvSpPr/>
            <p:nvPr/>
          </p:nvSpPr>
          <p:spPr>
            <a:xfrm>
              <a:off x="676400" y="3953075"/>
              <a:ext cx="12600" cy="12350"/>
            </a:xfrm>
            <a:custGeom>
              <a:avLst/>
              <a:gdLst/>
              <a:ahLst/>
              <a:cxnLst/>
              <a:rect l="l" t="t" r="r" b="b"/>
              <a:pathLst>
                <a:path w="504" h="494" extrusionOk="0">
                  <a:moveTo>
                    <a:pt x="252" y="0"/>
                  </a:moveTo>
                  <a:cubicBezTo>
                    <a:pt x="116" y="0"/>
                    <a:pt x="1" y="107"/>
                    <a:pt x="1" y="251"/>
                  </a:cubicBezTo>
                  <a:cubicBezTo>
                    <a:pt x="1" y="387"/>
                    <a:pt x="116" y="494"/>
                    <a:pt x="252" y="494"/>
                  </a:cubicBezTo>
                  <a:cubicBezTo>
                    <a:pt x="388" y="494"/>
                    <a:pt x="503" y="387"/>
                    <a:pt x="503" y="251"/>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8"/>
            <p:cNvSpPr/>
            <p:nvPr/>
          </p:nvSpPr>
          <p:spPr>
            <a:xfrm>
              <a:off x="768325" y="3953075"/>
              <a:ext cx="12400" cy="12350"/>
            </a:xfrm>
            <a:custGeom>
              <a:avLst/>
              <a:gdLst/>
              <a:ahLst/>
              <a:cxnLst/>
              <a:rect l="l" t="t" r="r" b="b"/>
              <a:pathLst>
                <a:path w="496" h="494" extrusionOk="0">
                  <a:moveTo>
                    <a:pt x="245" y="0"/>
                  </a:moveTo>
                  <a:cubicBezTo>
                    <a:pt x="109" y="0"/>
                    <a:pt x="0" y="107"/>
                    <a:pt x="0" y="251"/>
                  </a:cubicBezTo>
                  <a:cubicBezTo>
                    <a:pt x="0" y="387"/>
                    <a:pt x="109" y="494"/>
                    <a:pt x="245" y="494"/>
                  </a:cubicBezTo>
                  <a:cubicBezTo>
                    <a:pt x="388" y="494"/>
                    <a:pt x="496" y="387"/>
                    <a:pt x="496" y="251"/>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8"/>
            <p:cNvSpPr/>
            <p:nvPr/>
          </p:nvSpPr>
          <p:spPr>
            <a:xfrm>
              <a:off x="860125" y="3953075"/>
              <a:ext cx="12525" cy="12350"/>
            </a:xfrm>
            <a:custGeom>
              <a:avLst/>
              <a:gdLst/>
              <a:ahLst/>
              <a:cxnLst/>
              <a:rect l="l" t="t" r="r" b="b"/>
              <a:pathLst>
                <a:path w="501" h="494" extrusionOk="0">
                  <a:moveTo>
                    <a:pt x="251" y="0"/>
                  </a:moveTo>
                  <a:cubicBezTo>
                    <a:pt x="114" y="0"/>
                    <a:pt x="0" y="107"/>
                    <a:pt x="0" y="251"/>
                  </a:cubicBezTo>
                  <a:cubicBezTo>
                    <a:pt x="0" y="387"/>
                    <a:pt x="114" y="494"/>
                    <a:pt x="251" y="494"/>
                  </a:cubicBezTo>
                  <a:cubicBezTo>
                    <a:pt x="387" y="494"/>
                    <a:pt x="501" y="387"/>
                    <a:pt x="501" y="251"/>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8"/>
            <p:cNvSpPr/>
            <p:nvPr/>
          </p:nvSpPr>
          <p:spPr>
            <a:xfrm>
              <a:off x="951850" y="3953075"/>
              <a:ext cx="12600" cy="12350"/>
            </a:xfrm>
            <a:custGeom>
              <a:avLst/>
              <a:gdLst/>
              <a:ahLst/>
              <a:cxnLst/>
              <a:rect l="l" t="t" r="r" b="b"/>
              <a:pathLst>
                <a:path w="504" h="494" extrusionOk="0">
                  <a:moveTo>
                    <a:pt x="252" y="0"/>
                  </a:moveTo>
                  <a:cubicBezTo>
                    <a:pt x="116" y="0"/>
                    <a:pt x="1" y="107"/>
                    <a:pt x="1" y="251"/>
                  </a:cubicBezTo>
                  <a:cubicBezTo>
                    <a:pt x="1" y="387"/>
                    <a:pt x="116" y="494"/>
                    <a:pt x="252" y="494"/>
                  </a:cubicBezTo>
                  <a:cubicBezTo>
                    <a:pt x="388" y="494"/>
                    <a:pt x="503" y="387"/>
                    <a:pt x="503" y="251"/>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8"/>
            <p:cNvSpPr/>
            <p:nvPr/>
          </p:nvSpPr>
          <p:spPr>
            <a:xfrm>
              <a:off x="1043825" y="3953075"/>
              <a:ext cx="12375" cy="12350"/>
            </a:xfrm>
            <a:custGeom>
              <a:avLst/>
              <a:gdLst/>
              <a:ahLst/>
              <a:cxnLst/>
              <a:rect l="l" t="t" r="r" b="b"/>
              <a:pathLst>
                <a:path w="495" h="494" extrusionOk="0">
                  <a:moveTo>
                    <a:pt x="250" y="0"/>
                  </a:moveTo>
                  <a:cubicBezTo>
                    <a:pt x="107" y="0"/>
                    <a:pt x="0" y="107"/>
                    <a:pt x="0" y="251"/>
                  </a:cubicBezTo>
                  <a:cubicBezTo>
                    <a:pt x="0" y="387"/>
                    <a:pt x="107" y="494"/>
                    <a:pt x="250" y="494"/>
                  </a:cubicBezTo>
                  <a:cubicBezTo>
                    <a:pt x="388" y="494"/>
                    <a:pt x="494" y="387"/>
                    <a:pt x="494" y="251"/>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8"/>
            <p:cNvSpPr/>
            <p:nvPr/>
          </p:nvSpPr>
          <p:spPr>
            <a:xfrm>
              <a:off x="1135575" y="3953075"/>
              <a:ext cx="12575" cy="12350"/>
            </a:xfrm>
            <a:custGeom>
              <a:avLst/>
              <a:gdLst/>
              <a:ahLst/>
              <a:cxnLst/>
              <a:rect l="l" t="t" r="r" b="b"/>
              <a:pathLst>
                <a:path w="503" h="494" extrusionOk="0">
                  <a:moveTo>
                    <a:pt x="252" y="0"/>
                  </a:moveTo>
                  <a:cubicBezTo>
                    <a:pt x="116" y="0"/>
                    <a:pt x="0" y="107"/>
                    <a:pt x="0" y="251"/>
                  </a:cubicBezTo>
                  <a:cubicBezTo>
                    <a:pt x="0" y="387"/>
                    <a:pt x="116" y="494"/>
                    <a:pt x="252" y="494"/>
                  </a:cubicBezTo>
                  <a:cubicBezTo>
                    <a:pt x="387" y="494"/>
                    <a:pt x="503" y="387"/>
                    <a:pt x="503" y="251"/>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8"/>
            <p:cNvSpPr/>
            <p:nvPr/>
          </p:nvSpPr>
          <p:spPr>
            <a:xfrm>
              <a:off x="1227500" y="3953075"/>
              <a:ext cx="12400" cy="12350"/>
            </a:xfrm>
            <a:custGeom>
              <a:avLst/>
              <a:gdLst/>
              <a:ahLst/>
              <a:cxnLst/>
              <a:rect l="l" t="t" r="r" b="b"/>
              <a:pathLst>
                <a:path w="496" h="494" extrusionOk="0">
                  <a:moveTo>
                    <a:pt x="251" y="0"/>
                  </a:moveTo>
                  <a:cubicBezTo>
                    <a:pt x="109" y="0"/>
                    <a:pt x="0" y="107"/>
                    <a:pt x="0" y="251"/>
                  </a:cubicBezTo>
                  <a:cubicBezTo>
                    <a:pt x="0" y="387"/>
                    <a:pt x="109" y="494"/>
                    <a:pt x="251" y="494"/>
                  </a:cubicBezTo>
                  <a:cubicBezTo>
                    <a:pt x="387" y="494"/>
                    <a:pt x="496" y="387"/>
                    <a:pt x="496" y="251"/>
                  </a:cubicBezTo>
                  <a:cubicBezTo>
                    <a:pt x="496"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8"/>
            <p:cNvSpPr/>
            <p:nvPr/>
          </p:nvSpPr>
          <p:spPr>
            <a:xfrm>
              <a:off x="1319275" y="3953075"/>
              <a:ext cx="12550" cy="12350"/>
            </a:xfrm>
            <a:custGeom>
              <a:avLst/>
              <a:gdLst/>
              <a:ahLst/>
              <a:cxnLst/>
              <a:rect l="l" t="t" r="r" b="b"/>
              <a:pathLst>
                <a:path w="502" h="494" extrusionOk="0">
                  <a:moveTo>
                    <a:pt x="252" y="0"/>
                  </a:moveTo>
                  <a:cubicBezTo>
                    <a:pt x="114" y="0"/>
                    <a:pt x="1" y="107"/>
                    <a:pt x="1" y="251"/>
                  </a:cubicBezTo>
                  <a:cubicBezTo>
                    <a:pt x="1" y="387"/>
                    <a:pt x="114" y="494"/>
                    <a:pt x="252" y="494"/>
                  </a:cubicBezTo>
                  <a:cubicBezTo>
                    <a:pt x="388" y="494"/>
                    <a:pt x="501" y="387"/>
                    <a:pt x="501" y="251"/>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8"/>
            <p:cNvSpPr/>
            <p:nvPr/>
          </p:nvSpPr>
          <p:spPr>
            <a:xfrm>
              <a:off x="1411200" y="3953075"/>
              <a:ext cx="12425" cy="12350"/>
            </a:xfrm>
            <a:custGeom>
              <a:avLst/>
              <a:gdLst/>
              <a:ahLst/>
              <a:cxnLst/>
              <a:rect l="l" t="t" r="r" b="b"/>
              <a:pathLst>
                <a:path w="497" h="494" extrusionOk="0">
                  <a:moveTo>
                    <a:pt x="245" y="0"/>
                  </a:moveTo>
                  <a:cubicBezTo>
                    <a:pt x="109" y="0"/>
                    <a:pt x="1" y="107"/>
                    <a:pt x="1" y="251"/>
                  </a:cubicBezTo>
                  <a:cubicBezTo>
                    <a:pt x="1" y="387"/>
                    <a:pt x="109" y="494"/>
                    <a:pt x="245" y="494"/>
                  </a:cubicBezTo>
                  <a:cubicBezTo>
                    <a:pt x="388" y="494"/>
                    <a:pt x="496" y="387"/>
                    <a:pt x="496" y="251"/>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8"/>
            <p:cNvSpPr/>
            <p:nvPr/>
          </p:nvSpPr>
          <p:spPr>
            <a:xfrm>
              <a:off x="1503000" y="3953075"/>
              <a:ext cx="12525" cy="12350"/>
            </a:xfrm>
            <a:custGeom>
              <a:avLst/>
              <a:gdLst/>
              <a:ahLst/>
              <a:cxnLst/>
              <a:rect l="l" t="t" r="r" b="b"/>
              <a:pathLst>
                <a:path w="501" h="494" extrusionOk="0">
                  <a:moveTo>
                    <a:pt x="250" y="0"/>
                  </a:moveTo>
                  <a:cubicBezTo>
                    <a:pt x="114" y="0"/>
                    <a:pt x="0" y="107"/>
                    <a:pt x="0" y="251"/>
                  </a:cubicBezTo>
                  <a:cubicBezTo>
                    <a:pt x="0" y="387"/>
                    <a:pt x="114" y="494"/>
                    <a:pt x="250" y="494"/>
                  </a:cubicBezTo>
                  <a:cubicBezTo>
                    <a:pt x="387" y="494"/>
                    <a:pt x="501" y="387"/>
                    <a:pt x="501" y="251"/>
                  </a:cubicBezTo>
                  <a:cubicBezTo>
                    <a:pt x="501" y="107"/>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8"/>
            <p:cNvSpPr/>
            <p:nvPr/>
          </p:nvSpPr>
          <p:spPr>
            <a:xfrm>
              <a:off x="1594750" y="3953075"/>
              <a:ext cx="12575" cy="12350"/>
            </a:xfrm>
            <a:custGeom>
              <a:avLst/>
              <a:gdLst/>
              <a:ahLst/>
              <a:cxnLst/>
              <a:rect l="l" t="t" r="r" b="b"/>
              <a:pathLst>
                <a:path w="503" h="494" extrusionOk="0">
                  <a:moveTo>
                    <a:pt x="251" y="0"/>
                  </a:moveTo>
                  <a:cubicBezTo>
                    <a:pt x="115" y="0"/>
                    <a:pt x="0" y="107"/>
                    <a:pt x="0" y="251"/>
                  </a:cubicBezTo>
                  <a:cubicBezTo>
                    <a:pt x="0" y="387"/>
                    <a:pt x="115" y="494"/>
                    <a:pt x="251" y="494"/>
                  </a:cubicBezTo>
                  <a:cubicBezTo>
                    <a:pt x="394" y="494"/>
                    <a:pt x="503" y="387"/>
                    <a:pt x="503" y="251"/>
                  </a:cubicBezTo>
                  <a:cubicBezTo>
                    <a:pt x="503" y="107"/>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8"/>
            <p:cNvSpPr/>
            <p:nvPr/>
          </p:nvSpPr>
          <p:spPr>
            <a:xfrm>
              <a:off x="1686650" y="3953075"/>
              <a:ext cx="12600" cy="12350"/>
            </a:xfrm>
            <a:custGeom>
              <a:avLst/>
              <a:gdLst/>
              <a:ahLst/>
              <a:cxnLst/>
              <a:rect l="l" t="t" r="r" b="b"/>
              <a:pathLst>
                <a:path w="504" h="494" extrusionOk="0">
                  <a:moveTo>
                    <a:pt x="252" y="0"/>
                  </a:moveTo>
                  <a:cubicBezTo>
                    <a:pt x="116" y="0"/>
                    <a:pt x="1" y="107"/>
                    <a:pt x="1" y="251"/>
                  </a:cubicBezTo>
                  <a:cubicBezTo>
                    <a:pt x="1" y="387"/>
                    <a:pt x="116" y="494"/>
                    <a:pt x="252" y="494"/>
                  </a:cubicBezTo>
                  <a:cubicBezTo>
                    <a:pt x="388" y="494"/>
                    <a:pt x="503" y="387"/>
                    <a:pt x="503" y="251"/>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8"/>
            <p:cNvSpPr/>
            <p:nvPr/>
          </p:nvSpPr>
          <p:spPr>
            <a:xfrm>
              <a:off x="1778450" y="3953075"/>
              <a:ext cx="12550" cy="12350"/>
            </a:xfrm>
            <a:custGeom>
              <a:avLst/>
              <a:gdLst/>
              <a:ahLst/>
              <a:cxnLst/>
              <a:rect l="l" t="t" r="r" b="b"/>
              <a:pathLst>
                <a:path w="502" h="494" extrusionOk="0">
                  <a:moveTo>
                    <a:pt x="252" y="0"/>
                  </a:moveTo>
                  <a:cubicBezTo>
                    <a:pt x="114" y="0"/>
                    <a:pt x="1" y="107"/>
                    <a:pt x="1" y="251"/>
                  </a:cubicBezTo>
                  <a:cubicBezTo>
                    <a:pt x="1" y="387"/>
                    <a:pt x="114" y="494"/>
                    <a:pt x="252" y="494"/>
                  </a:cubicBezTo>
                  <a:cubicBezTo>
                    <a:pt x="388" y="494"/>
                    <a:pt x="501" y="387"/>
                    <a:pt x="501" y="251"/>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8"/>
            <p:cNvSpPr/>
            <p:nvPr/>
          </p:nvSpPr>
          <p:spPr>
            <a:xfrm>
              <a:off x="1870375" y="3953075"/>
              <a:ext cx="12400" cy="12350"/>
            </a:xfrm>
            <a:custGeom>
              <a:avLst/>
              <a:gdLst/>
              <a:ahLst/>
              <a:cxnLst/>
              <a:rect l="l" t="t" r="r" b="b"/>
              <a:pathLst>
                <a:path w="496" h="494" extrusionOk="0">
                  <a:moveTo>
                    <a:pt x="252" y="0"/>
                  </a:moveTo>
                  <a:cubicBezTo>
                    <a:pt x="109" y="0"/>
                    <a:pt x="0" y="107"/>
                    <a:pt x="0" y="251"/>
                  </a:cubicBezTo>
                  <a:cubicBezTo>
                    <a:pt x="0" y="387"/>
                    <a:pt x="109" y="494"/>
                    <a:pt x="252" y="494"/>
                  </a:cubicBezTo>
                  <a:cubicBezTo>
                    <a:pt x="387" y="494"/>
                    <a:pt x="496" y="387"/>
                    <a:pt x="496" y="251"/>
                  </a:cubicBezTo>
                  <a:cubicBezTo>
                    <a:pt x="496"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8"/>
            <p:cNvSpPr/>
            <p:nvPr/>
          </p:nvSpPr>
          <p:spPr>
            <a:xfrm>
              <a:off x="1962150" y="3953075"/>
              <a:ext cx="12550" cy="12350"/>
            </a:xfrm>
            <a:custGeom>
              <a:avLst/>
              <a:gdLst/>
              <a:ahLst/>
              <a:cxnLst/>
              <a:rect l="l" t="t" r="r" b="b"/>
              <a:pathLst>
                <a:path w="502" h="494" extrusionOk="0">
                  <a:moveTo>
                    <a:pt x="250" y="0"/>
                  </a:moveTo>
                  <a:cubicBezTo>
                    <a:pt x="114" y="0"/>
                    <a:pt x="1" y="107"/>
                    <a:pt x="1" y="251"/>
                  </a:cubicBezTo>
                  <a:cubicBezTo>
                    <a:pt x="1" y="387"/>
                    <a:pt x="114" y="494"/>
                    <a:pt x="250" y="494"/>
                  </a:cubicBezTo>
                  <a:cubicBezTo>
                    <a:pt x="388" y="494"/>
                    <a:pt x="502" y="387"/>
                    <a:pt x="502" y="251"/>
                  </a:cubicBezTo>
                  <a:cubicBezTo>
                    <a:pt x="502"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8"/>
            <p:cNvSpPr/>
            <p:nvPr/>
          </p:nvSpPr>
          <p:spPr>
            <a:xfrm>
              <a:off x="2054075" y="3953075"/>
              <a:ext cx="12425" cy="12350"/>
            </a:xfrm>
            <a:custGeom>
              <a:avLst/>
              <a:gdLst/>
              <a:ahLst/>
              <a:cxnLst/>
              <a:rect l="l" t="t" r="r" b="b"/>
              <a:pathLst>
                <a:path w="497" h="494" extrusionOk="0">
                  <a:moveTo>
                    <a:pt x="252" y="0"/>
                  </a:moveTo>
                  <a:cubicBezTo>
                    <a:pt x="109" y="0"/>
                    <a:pt x="1" y="107"/>
                    <a:pt x="1" y="251"/>
                  </a:cubicBezTo>
                  <a:cubicBezTo>
                    <a:pt x="1" y="387"/>
                    <a:pt x="109" y="494"/>
                    <a:pt x="252" y="494"/>
                  </a:cubicBezTo>
                  <a:cubicBezTo>
                    <a:pt x="388" y="494"/>
                    <a:pt x="496" y="387"/>
                    <a:pt x="496" y="251"/>
                  </a:cubicBezTo>
                  <a:cubicBezTo>
                    <a:pt x="496"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8"/>
            <p:cNvSpPr/>
            <p:nvPr/>
          </p:nvSpPr>
          <p:spPr>
            <a:xfrm>
              <a:off x="2145825" y="3953075"/>
              <a:ext cx="12600" cy="12350"/>
            </a:xfrm>
            <a:custGeom>
              <a:avLst/>
              <a:gdLst/>
              <a:ahLst/>
              <a:cxnLst/>
              <a:rect l="l" t="t" r="r" b="b"/>
              <a:pathLst>
                <a:path w="504" h="494" extrusionOk="0">
                  <a:moveTo>
                    <a:pt x="252" y="0"/>
                  </a:moveTo>
                  <a:cubicBezTo>
                    <a:pt x="116" y="0"/>
                    <a:pt x="1" y="107"/>
                    <a:pt x="1" y="251"/>
                  </a:cubicBezTo>
                  <a:cubicBezTo>
                    <a:pt x="1" y="387"/>
                    <a:pt x="116" y="494"/>
                    <a:pt x="252" y="494"/>
                  </a:cubicBezTo>
                  <a:cubicBezTo>
                    <a:pt x="388" y="494"/>
                    <a:pt x="503" y="387"/>
                    <a:pt x="503" y="251"/>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8"/>
            <p:cNvSpPr/>
            <p:nvPr/>
          </p:nvSpPr>
          <p:spPr>
            <a:xfrm>
              <a:off x="2237800" y="3953075"/>
              <a:ext cx="12350" cy="12350"/>
            </a:xfrm>
            <a:custGeom>
              <a:avLst/>
              <a:gdLst/>
              <a:ahLst/>
              <a:cxnLst/>
              <a:rect l="l" t="t" r="r" b="b"/>
              <a:pathLst>
                <a:path w="494" h="494" extrusionOk="0">
                  <a:moveTo>
                    <a:pt x="244" y="0"/>
                  </a:moveTo>
                  <a:cubicBezTo>
                    <a:pt x="107" y="0"/>
                    <a:pt x="0" y="107"/>
                    <a:pt x="0" y="251"/>
                  </a:cubicBezTo>
                  <a:cubicBezTo>
                    <a:pt x="0" y="387"/>
                    <a:pt x="107" y="494"/>
                    <a:pt x="244" y="494"/>
                  </a:cubicBezTo>
                  <a:cubicBezTo>
                    <a:pt x="387" y="494"/>
                    <a:pt x="494" y="387"/>
                    <a:pt x="494" y="251"/>
                  </a:cubicBezTo>
                  <a:cubicBezTo>
                    <a:pt x="494" y="107"/>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8"/>
            <p:cNvSpPr/>
            <p:nvPr/>
          </p:nvSpPr>
          <p:spPr>
            <a:xfrm>
              <a:off x="2329550" y="3953075"/>
              <a:ext cx="12575" cy="12350"/>
            </a:xfrm>
            <a:custGeom>
              <a:avLst/>
              <a:gdLst/>
              <a:ahLst/>
              <a:cxnLst/>
              <a:rect l="l" t="t" r="r" b="b"/>
              <a:pathLst>
                <a:path w="503" h="494" extrusionOk="0">
                  <a:moveTo>
                    <a:pt x="251" y="0"/>
                  </a:moveTo>
                  <a:cubicBezTo>
                    <a:pt x="115" y="0"/>
                    <a:pt x="0" y="107"/>
                    <a:pt x="0" y="251"/>
                  </a:cubicBezTo>
                  <a:cubicBezTo>
                    <a:pt x="0" y="387"/>
                    <a:pt x="115" y="494"/>
                    <a:pt x="251" y="494"/>
                  </a:cubicBezTo>
                  <a:cubicBezTo>
                    <a:pt x="387" y="494"/>
                    <a:pt x="502" y="387"/>
                    <a:pt x="502" y="251"/>
                  </a:cubicBezTo>
                  <a:cubicBezTo>
                    <a:pt x="502"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8"/>
            <p:cNvSpPr/>
            <p:nvPr/>
          </p:nvSpPr>
          <p:spPr>
            <a:xfrm>
              <a:off x="2421325" y="3953075"/>
              <a:ext cx="12550" cy="12350"/>
            </a:xfrm>
            <a:custGeom>
              <a:avLst/>
              <a:gdLst/>
              <a:ahLst/>
              <a:cxnLst/>
              <a:rect l="l" t="t" r="r" b="b"/>
              <a:pathLst>
                <a:path w="502" h="494" extrusionOk="0">
                  <a:moveTo>
                    <a:pt x="250" y="0"/>
                  </a:moveTo>
                  <a:cubicBezTo>
                    <a:pt x="114" y="0"/>
                    <a:pt x="1" y="107"/>
                    <a:pt x="1" y="251"/>
                  </a:cubicBezTo>
                  <a:cubicBezTo>
                    <a:pt x="1" y="387"/>
                    <a:pt x="114" y="494"/>
                    <a:pt x="250" y="494"/>
                  </a:cubicBezTo>
                  <a:cubicBezTo>
                    <a:pt x="395" y="494"/>
                    <a:pt x="501" y="387"/>
                    <a:pt x="501" y="251"/>
                  </a:cubicBezTo>
                  <a:cubicBezTo>
                    <a:pt x="501" y="107"/>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8"/>
            <p:cNvSpPr/>
            <p:nvPr/>
          </p:nvSpPr>
          <p:spPr>
            <a:xfrm>
              <a:off x="2513250" y="3953075"/>
              <a:ext cx="12575" cy="12350"/>
            </a:xfrm>
            <a:custGeom>
              <a:avLst/>
              <a:gdLst/>
              <a:ahLst/>
              <a:cxnLst/>
              <a:rect l="l" t="t" r="r" b="b"/>
              <a:pathLst>
                <a:path w="503" h="494" extrusionOk="0">
                  <a:moveTo>
                    <a:pt x="252" y="0"/>
                  </a:moveTo>
                  <a:cubicBezTo>
                    <a:pt x="109" y="0"/>
                    <a:pt x="0" y="107"/>
                    <a:pt x="0" y="251"/>
                  </a:cubicBezTo>
                  <a:cubicBezTo>
                    <a:pt x="0" y="387"/>
                    <a:pt x="109" y="494"/>
                    <a:pt x="252" y="494"/>
                  </a:cubicBezTo>
                  <a:cubicBezTo>
                    <a:pt x="388" y="494"/>
                    <a:pt x="503" y="387"/>
                    <a:pt x="503" y="251"/>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8"/>
            <p:cNvSpPr/>
            <p:nvPr/>
          </p:nvSpPr>
          <p:spPr>
            <a:xfrm>
              <a:off x="2605000" y="3953075"/>
              <a:ext cx="12575" cy="12350"/>
            </a:xfrm>
            <a:custGeom>
              <a:avLst/>
              <a:gdLst/>
              <a:ahLst/>
              <a:cxnLst/>
              <a:rect l="l" t="t" r="r" b="b"/>
              <a:pathLst>
                <a:path w="503" h="494" extrusionOk="0">
                  <a:moveTo>
                    <a:pt x="252" y="0"/>
                  </a:moveTo>
                  <a:cubicBezTo>
                    <a:pt x="116" y="0"/>
                    <a:pt x="0" y="107"/>
                    <a:pt x="0" y="251"/>
                  </a:cubicBezTo>
                  <a:cubicBezTo>
                    <a:pt x="0" y="387"/>
                    <a:pt x="116" y="494"/>
                    <a:pt x="252" y="494"/>
                  </a:cubicBezTo>
                  <a:cubicBezTo>
                    <a:pt x="387" y="494"/>
                    <a:pt x="503" y="387"/>
                    <a:pt x="503" y="251"/>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8"/>
            <p:cNvSpPr/>
            <p:nvPr/>
          </p:nvSpPr>
          <p:spPr>
            <a:xfrm>
              <a:off x="2696950" y="3953075"/>
              <a:ext cx="12375" cy="12350"/>
            </a:xfrm>
            <a:custGeom>
              <a:avLst/>
              <a:gdLst/>
              <a:ahLst/>
              <a:cxnLst/>
              <a:rect l="l" t="t" r="r" b="b"/>
              <a:pathLst>
                <a:path w="495" h="494" extrusionOk="0">
                  <a:moveTo>
                    <a:pt x="252" y="0"/>
                  </a:moveTo>
                  <a:cubicBezTo>
                    <a:pt x="108" y="0"/>
                    <a:pt x="1" y="107"/>
                    <a:pt x="1" y="251"/>
                  </a:cubicBezTo>
                  <a:cubicBezTo>
                    <a:pt x="1" y="387"/>
                    <a:pt x="108" y="494"/>
                    <a:pt x="252" y="494"/>
                  </a:cubicBezTo>
                  <a:cubicBezTo>
                    <a:pt x="388" y="494"/>
                    <a:pt x="495" y="387"/>
                    <a:pt x="495" y="251"/>
                  </a:cubicBezTo>
                  <a:cubicBezTo>
                    <a:pt x="495"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8"/>
            <p:cNvSpPr/>
            <p:nvPr/>
          </p:nvSpPr>
          <p:spPr>
            <a:xfrm>
              <a:off x="2788700" y="3953075"/>
              <a:ext cx="12600" cy="12350"/>
            </a:xfrm>
            <a:custGeom>
              <a:avLst/>
              <a:gdLst/>
              <a:ahLst/>
              <a:cxnLst/>
              <a:rect l="l" t="t" r="r" b="b"/>
              <a:pathLst>
                <a:path w="504" h="494" extrusionOk="0">
                  <a:moveTo>
                    <a:pt x="252" y="0"/>
                  </a:moveTo>
                  <a:cubicBezTo>
                    <a:pt x="116" y="0"/>
                    <a:pt x="1" y="107"/>
                    <a:pt x="1" y="251"/>
                  </a:cubicBezTo>
                  <a:cubicBezTo>
                    <a:pt x="1" y="387"/>
                    <a:pt x="116" y="494"/>
                    <a:pt x="252" y="494"/>
                  </a:cubicBezTo>
                  <a:cubicBezTo>
                    <a:pt x="388" y="494"/>
                    <a:pt x="503" y="387"/>
                    <a:pt x="503" y="251"/>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8"/>
            <p:cNvSpPr/>
            <p:nvPr/>
          </p:nvSpPr>
          <p:spPr>
            <a:xfrm>
              <a:off x="2880675" y="3953075"/>
              <a:ext cx="12375" cy="12350"/>
            </a:xfrm>
            <a:custGeom>
              <a:avLst/>
              <a:gdLst/>
              <a:ahLst/>
              <a:cxnLst/>
              <a:rect l="l" t="t" r="r" b="b"/>
              <a:pathLst>
                <a:path w="495" h="494" extrusionOk="0">
                  <a:moveTo>
                    <a:pt x="243" y="0"/>
                  </a:moveTo>
                  <a:cubicBezTo>
                    <a:pt x="107" y="0"/>
                    <a:pt x="0" y="107"/>
                    <a:pt x="0" y="251"/>
                  </a:cubicBezTo>
                  <a:cubicBezTo>
                    <a:pt x="0" y="387"/>
                    <a:pt x="107" y="494"/>
                    <a:pt x="243" y="494"/>
                  </a:cubicBezTo>
                  <a:cubicBezTo>
                    <a:pt x="387" y="494"/>
                    <a:pt x="494" y="387"/>
                    <a:pt x="494" y="251"/>
                  </a:cubicBezTo>
                  <a:cubicBezTo>
                    <a:pt x="494" y="107"/>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8"/>
            <p:cNvSpPr/>
            <p:nvPr/>
          </p:nvSpPr>
          <p:spPr>
            <a:xfrm>
              <a:off x="2972425" y="3953075"/>
              <a:ext cx="12575" cy="12350"/>
            </a:xfrm>
            <a:custGeom>
              <a:avLst/>
              <a:gdLst/>
              <a:ahLst/>
              <a:cxnLst/>
              <a:rect l="l" t="t" r="r" b="b"/>
              <a:pathLst>
                <a:path w="503" h="494" extrusionOk="0">
                  <a:moveTo>
                    <a:pt x="251" y="0"/>
                  </a:moveTo>
                  <a:cubicBezTo>
                    <a:pt x="115" y="0"/>
                    <a:pt x="0" y="107"/>
                    <a:pt x="0" y="251"/>
                  </a:cubicBezTo>
                  <a:cubicBezTo>
                    <a:pt x="0" y="387"/>
                    <a:pt x="115" y="494"/>
                    <a:pt x="251" y="494"/>
                  </a:cubicBezTo>
                  <a:cubicBezTo>
                    <a:pt x="387" y="494"/>
                    <a:pt x="503" y="387"/>
                    <a:pt x="503" y="251"/>
                  </a:cubicBezTo>
                  <a:cubicBezTo>
                    <a:pt x="503"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8"/>
            <p:cNvSpPr/>
            <p:nvPr/>
          </p:nvSpPr>
          <p:spPr>
            <a:xfrm>
              <a:off x="3064375" y="3953075"/>
              <a:ext cx="12375" cy="12350"/>
            </a:xfrm>
            <a:custGeom>
              <a:avLst/>
              <a:gdLst/>
              <a:ahLst/>
              <a:cxnLst/>
              <a:rect l="l" t="t" r="r" b="b"/>
              <a:pathLst>
                <a:path w="495" h="494" extrusionOk="0">
                  <a:moveTo>
                    <a:pt x="243" y="0"/>
                  </a:moveTo>
                  <a:cubicBezTo>
                    <a:pt x="107" y="0"/>
                    <a:pt x="1" y="107"/>
                    <a:pt x="1" y="251"/>
                  </a:cubicBezTo>
                  <a:cubicBezTo>
                    <a:pt x="1" y="387"/>
                    <a:pt x="107" y="494"/>
                    <a:pt x="243" y="494"/>
                  </a:cubicBezTo>
                  <a:cubicBezTo>
                    <a:pt x="388" y="494"/>
                    <a:pt x="495" y="387"/>
                    <a:pt x="495" y="251"/>
                  </a:cubicBezTo>
                  <a:cubicBezTo>
                    <a:pt x="495" y="107"/>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8"/>
            <p:cNvSpPr/>
            <p:nvPr/>
          </p:nvSpPr>
          <p:spPr>
            <a:xfrm>
              <a:off x="3156125" y="3953075"/>
              <a:ext cx="12600" cy="12350"/>
            </a:xfrm>
            <a:custGeom>
              <a:avLst/>
              <a:gdLst/>
              <a:ahLst/>
              <a:cxnLst/>
              <a:rect l="l" t="t" r="r" b="b"/>
              <a:pathLst>
                <a:path w="504" h="494" extrusionOk="0">
                  <a:moveTo>
                    <a:pt x="252" y="0"/>
                  </a:moveTo>
                  <a:cubicBezTo>
                    <a:pt x="116" y="0"/>
                    <a:pt x="1" y="107"/>
                    <a:pt x="1" y="251"/>
                  </a:cubicBezTo>
                  <a:cubicBezTo>
                    <a:pt x="1" y="387"/>
                    <a:pt x="116" y="494"/>
                    <a:pt x="252" y="494"/>
                  </a:cubicBezTo>
                  <a:cubicBezTo>
                    <a:pt x="388" y="494"/>
                    <a:pt x="503" y="387"/>
                    <a:pt x="503" y="251"/>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8"/>
            <p:cNvSpPr/>
            <p:nvPr/>
          </p:nvSpPr>
          <p:spPr>
            <a:xfrm>
              <a:off x="3247875" y="3953075"/>
              <a:ext cx="12575" cy="12350"/>
            </a:xfrm>
            <a:custGeom>
              <a:avLst/>
              <a:gdLst/>
              <a:ahLst/>
              <a:cxnLst/>
              <a:rect l="l" t="t" r="r" b="b"/>
              <a:pathLst>
                <a:path w="503" h="494" extrusionOk="0">
                  <a:moveTo>
                    <a:pt x="252" y="0"/>
                  </a:moveTo>
                  <a:cubicBezTo>
                    <a:pt x="116" y="0"/>
                    <a:pt x="1" y="107"/>
                    <a:pt x="1" y="251"/>
                  </a:cubicBezTo>
                  <a:cubicBezTo>
                    <a:pt x="1" y="387"/>
                    <a:pt x="116" y="494"/>
                    <a:pt x="252" y="494"/>
                  </a:cubicBezTo>
                  <a:cubicBezTo>
                    <a:pt x="388" y="494"/>
                    <a:pt x="503" y="387"/>
                    <a:pt x="503" y="251"/>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8"/>
            <p:cNvSpPr/>
            <p:nvPr/>
          </p:nvSpPr>
          <p:spPr>
            <a:xfrm>
              <a:off x="3339850" y="3953075"/>
              <a:ext cx="12525" cy="12350"/>
            </a:xfrm>
            <a:custGeom>
              <a:avLst/>
              <a:gdLst/>
              <a:ahLst/>
              <a:cxnLst/>
              <a:rect l="l" t="t" r="r" b="b"/>
              <a:pathLst>
                <a:path w="501" h="494" extrusionOk="0">
                  <a:moveTo>
                    <a:pt x="251" y="0"/>
                  </a:moveTo>
                  <a:cubicBezTo>
                    <a:pt x="107" y="0"/>
                    <a:pt x="0" y="107"/>
                    <a:pt x="0" y="251"/>
                  </a:cubicBezTo>
                  <a:cubicBezTo>
                    <a:pt x="0" y="387"/>
                    <a:pt x="107" y="494"/>
                    <a:pt x="251" y="494"/>
                  </a:cubicBezTo>
                  <a:cubicBezTo>
                    <a:pt x="387" y="494"/>
                    <a:pt x="501" y="387"/>
                    <a:pt x="501" y="251"/>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8"/>
            <p:cNvSpPr/>
            <p:nvPr/>
          </p:nvSpPr>
          <p:spPr>
            <a:xfrm>
              <a:off x="3431575" y="3953075"/>
              <a:ext cx="12600" cy="12350"/>
            </a:xfrm>
            <a:custGeom>
              <a:avLst/>
              <a:gdLst/>
              <a:ahLst/>
              <a:cxnLst/>
              <a:rect l="l" t="t" r="r" b="b"/>
              <a:pathLst>
                <a:path w="504" h="494" extrusionOk="0">
                  <a:moveTo>
                    <a:pt x="252" y="0"/>
                  </a:moveTo>
                  <a:cubicBezTo>
                    <a:pt x="116" y="0"/>
                    <a:pt x="1" y="107"/>
                    <a:pt x="1" y="251"/>
                  </a:cubicBezTo>
                  <a:cubicBezTo>
                    <a:pt x="1" y="387"/>
                    <a:pt x="116" y="494"/>
                    <a:pt x="252" y="494"/>
                  </a:cubicBezTo>
                  <a:cubicBezTo>
                    <a:pt x="388" y="494"/>
                    <a:pt x="503" y="387"/>
                    <a:pt x="503" y="251"/>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8"/>
            <p:cNvSpPr/>
            <p:nvPr/>
          </p:nvSpPr>
          <p:spPr>
            <a:xfrm>
              <a:off x="3523550" y="3953075"/>
              <a:ext cx="12375" cy="12350"/>
            </a:xfrm>
            <a:custGeom>
              <a:avLst/>
              <a:gdLst/>
              <a:ahLst/>
              <a:cxnLst/>
              <a:rect l="l" t="t" r="r" b="b"/>
              <a:pathLst>
                <a:path w="495" h="494" extrusionOk="0">
                  <a:moveTo>
                    <a:pt x="250" y="0"/>
                  </a:moveTo>
                  <a:cubicBezTo>
                    <a:pt x="107" y="0"/>
                    <a:pt x="0" y="107"/>
                    <a:pt x="0" y="251"/>
                  </a:cubicBezTo>
                  <a:cubicBezTo>
                    <a:pt x="0" y="387"/>
                    <a:pt x="107" y="494"/>
                    <a:pt x="250" y="494"/>
                  </a:cubicBezTo>
                  <a:cubicBezTo>
                    <a:pt x="388" y="494"/>
                    <a:pt x="494" y="387"/>
                    <a:pt x="494" y="251"/>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8"/>
            <p:cNvSpPr/>
            <p:nvPr/>
          </p:nvSpPr>
          <p:spPr>
            <a:xfrm>
              <a:off x="676400" y="40448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8"/>
            <p:cNvSpPr/>
            <p:nvPr/>
          </p:nvSpPr>
          <p:spPr>
            <a:xfrm>
              <a:off x="768325" y="4044800"/>
              <a:ext cx="12400" cy="12600"/>
            </a:xfrm>
            <a:custGeom>
              <a:avLst/>
              <a:gdLst/>
              <a:ahLst/>
              <a:cxnLst/>
              <a:rect l="l" t="t" r="r" b="b"/>
              <a:pathLst>
                <a:path w="496" h="504"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8"/>
            <p:cNvSpPr/>
            <p:nvPr/>
          </p:nvSpPr>
          <p:spPr>
            <a:xfrm>
              <a:off x="860125" y="4044800"/>
              <a:ext cx="12525" cy="12600"/>
            </a:xfrm>
            <a:custGeom>
              <a:avLst/>
              <a:gdLst/>
              <a:ahLst/>
              <a:cxnLst/>
              <a:rect l="l" t="t" r="r" b="b"/>
              <a:pathLst>
                <a:path w="501" h="504"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8"/>
            <p:cNvSpPr/>
            <p:nvPr/>
          </p:nvSpPr>
          <p:spPr>
            <a:xfrm>
              <a:off x="951850" y="40448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8"/>
            <p:cNvSpPr/>
            <p:nvPr/>
          </p:nvSpPr>
          <p:spPr>
            <a:xfrm>
              <a:off x="1043825" y="404480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8"/>
            <p:cNvSpPr/>
            <p:nvPr/>
          </p:nvSpPr>
          <p:spPr>
            <a:xfrm>
              <a:off x="1135575" y="404480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8"/>
            <p:cNvSpPr/>
            <p:nvPr/>
          </p:nvSpPr>
          <p:spPr>
            <a:xfrm>
              <a:off x="1227500" y="4044800"/>
              <a:ext cx="12400" cy="12600"/>
            </a:xfrm>
            <a:custGeom>
              <a:avLst/>
              <a:gdLst/>
              <a:ahLst/>
              <a:cxnLst/>
              <a:rect l="l" t="t" r="r" b="b"/>
              <a:pathLst>
                <a:path w="496" h="504"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8"/>
            <p:cNvSpPr/>
            <p:nvPr/>
          </p:nvSpPr>
          <p:spPr>
            <a:xfrm>
              <a:off x="1319275" y="404480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8"/>
            <p:cNvSpPr/>
            <p:nvPr/>
          </p:nvSpPr>
          <p:spPr>
            <a:xfrm>
              <a:off x="1411200" y="4044800"/>
              <a:ext cx="12425" cy="12600"/>
            </a:xfrm>
            <a:custGeom>
              <a:avLst/>
              <a:gdLst/>
              <a:ahLst/>
              <a:cxnLst/>
              <a:rect l="l" t="t" r="r" b="b"/>
              <a:pathLst>
                <a:path w="497" h="504"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8"/>
            <p:cNvSpPr/>
            <p:nvPr/>
          </p:nvSpPr>
          <p:spPr>
            <a:xfrm>
              <a:off x="1503000" y="4044800"/>
              <a:ext cx="12525" cy="12600"/>
            </a:xfrm>
            <a:custGeom>
              <a:avLst/>
              <a:gdLst/>
              <a:ahLst/>
              <a:cxnLst/>
              <a:rect l="l" t="t" r="r" b="b"/>
              <a:pathLst>
                <a:path w="501" h="504"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8"/>
            <p:cNvSpPr/>
            <p:nvPr/>
          </p:nvSpPr>
          <p:spPr>
            <a:xfrm>
              <a:off x="1594750" y="404480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8"/>
            <p:cNvSpPr/>
            <p:nvPr/>
          </p:nvSpPr>
          <p:spPr>
            <a:xfrm>
              <a:off x="1686650" y="40448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8"/>
            <p:cNvSpPr/>
            <p:nvPr/>
          </p:nvSpPr>
          <p:spPr>
            <a:xfrm>
              <a:off x="1778450" y="404480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8"/>
            <p:cNvSpPr/>
            <p:nvPr/>
          </p:nvSpPr>
          <p:spPr>
            <a:xfrm>
              <a:off x="1870375" y="4044800"/>
              <a:ext cx="12400" cy="12600"/>
            </a:xfrm>
            <a:custGeom>
              <a:avLst/>
              <a:gdLst/>
              <a:ahLst/>
              <a:cxnLst/>
              <a:rect l="l" t="t" r="r" b="b"/>
              <a:pathLst>
                <a:path w="496" h="504"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8"/>
            <p:cNvSpPr/>
            <p:nvPr/>
          </p:nvSpPr>
          <p:spPr>
            <a:xfrm>
              <a:off x="1962150" y="404480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8"/>
            <p:cNvSpPr/>
            <p:nvPr/>
          </p:nvSpPr>
          <p:spPr>
            <a:xfrm>
              <a:off x="2054075" y="4044800"/>
              <a:ext cx="12425" cy="12600"/>
            </a:xfrm>
            <a:custGeom>
              <a:avLst/>
              <a:gdLst/>
              <a:ahLst/>
              <a:cxnLst/>
              <a:rect l="l" t="t" r="r" b="b"/>
              <a:pathLst>
                <a:path w="497" h="504"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8"/>
            <p:cNvSpPr/>
            <p:nvPr/>
          </p:nvSpPr>
          <p:spPr>
            <a:xfrm>
              <a:off x="2145825" y="40448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8"/>
            <p:cNvSpPr/>
            <p:nvPr/>
          </p:nvSpPr>
          <p:spPr>
            <a:xfrm>
              <a:off x="2237800" y="4044800"/>
              <a:ext cx="12350" cy="12600"/>
            </a:xfrm>
            <a:custGeom>
              <a:avLst/>
              <a:gdLst/>
              <a:ahLst/>
              <a:cxnLst/>
              <a:rect l="l" t="t" r="r" b="b"/>
              <a:pathLst>
                <a:path w="494" h="504"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8"/>
            <p:cNvSpPr/>
            <p:nvPr/>
          </p:nvSpPr>
          <p:spPr>
            <a:xfrm>
              <a:off x="2329550" y="404480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8"/>
            <p:cNvSpPr/>
            <p:nvPr/>
          </p:nvSpPr>
          <p:spPr>
            <a:xfrm>
              <a:off x="2421325" y="404480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8"/>
            <p:cNvSpPr/>
            <p:nvPr/>
          </p:nvSpPr>
          <p:spPr>
            <a:xfrm>
              <a:off x="2513250" y="4044800"/>
              <a:ext cx="12575" cy="12600"/>
            </a:xfrm>
            <a:custGeom>
              <a:avLst/>
              <a:gdLst/>
              <a:ahLst/>
              <a:cxnLst/>
              <a:rect l="l" t="t" r="r" b="b"/>
              <a:pathLst>
                <a:path w="503" h="504"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8"/>
            <p:cNvSpPr/>
            <p:nvPr/>
          </p:nvSpPr>
          <p:spPr>
            <a:xfrm>
              <a:off x="2605000" y="404480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8"/>
            <p:cNvSpPr/>
            <p:nvPr/>
          </p:nvSpPr>
          <p:spPr>
            <a:xfrm>
              <a:off x="2696950" y="4044800"/>
              <a:ext cx="12375" cy="12600"/>
            </a:xfrm>
            <a:custGeom>
              <a:avLst/>
              <a:gdLst/>
              <a:ahLst/>
              <a:cxnLst/>
              <a:rect l="l" t="t" r="r" b="b"/>
              <a:pathLst>
                <a:path w="495" h="504"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8"/>
            <p:cNvSpPr/>
            <p:nvPr/>
          </p:nvSpPr>
          <p:spPr>
            <a:xfrm>
              <a:off x="2788700" y="40448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8"/>
            <p:cNvSpPr/>
            <p:nvPr/>
          </p:nvSpPr>
          <p:spPr>
            <a:xfrm>
              <a:off x="2880675" y="4044800"/>
              <a:ext cx="12375" cy="12600"/>
            </a:xfrm>
            <a:custGeom>
              <a:avLst/>
              <a:gdLst/>
              <a:ahLst/>
              <a:cxnLst/>
              <a:rect l="l" t="t" r="r" b="b"/>
              <a:pathLst>
                <a:path w="495" h="504"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8"/>
            <p:cNvSpPr/>
            <p:nvPr/>
          </p:nvSpPr>
          <p:spPr>
            <a:xfrm>
              <a:off x="2972425" y="404480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8"/>
            <p:cNvSpPr/>
            <p:nvPr/>
          </p:nvSpPr>
          <p:spPr>
            <a:xfrm>
              <a:off x="3064375" y="4044800"/>
              <a:ext cx="12375" cy="12600"/>
            </a:xfrm>
            <a:custGeom>
              <a:avLst/>
              <a:gdLst/>
              <a:ahLst/>
              <a:cxnLst/>
              <a:rect l="l" t="t" r="r" b="b"/>
              <a:pathLst>
                <a:path w="495" h="504"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8"/>
            <p:cNvSpPr/>
            <p:nvPr/>
          </p:nvSpPr>
          <p:spPr>
            <a:xfrm>
              <a:off x="3156125" y="40448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8"/>
            <p:cNvSpPr/>
            <p:nvPr/>
          </p:nvSpPr>
          <p:spPr>
            <a:xfrm>
              <a:off x="3247875" y="4044800"/>
              <a:ext cx="12575" cy="12600"/>
            </a:xfrm>
            <a:custGeom>
              <a:avLst/>
              <a:gdLst/>
              <a:ahLst/>
              <a:cxnLst/>
              <a:rect l="l" t="t" r="r" b="b"/>
              <a:pathLst>
                <a:path w="503"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8"/>
            <p:cNvSpPr/>
            <p:nvPr/>
          </p:nvSpPr>
          <p:spPr>
            <a:xfrm>
              <a:off x="3339850" y="4044800"/>
              <a:ext cx="12525" cy="12600"/>
            </a:xfrm>
            <a:custGeom>
              <a:avLst/>
              <a:gdLst/>
              <a:ahLst/>
              <a:cxnLst/>
              <a:rect l="l" t="t" r="r" b="b"/>
              <a:pathLst>
                <a:path w="501" h="504"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8"/>
            <p:cNvSpPr/>
            <p:nvPr/>
          </p:nvSpPr>
          <p:spPr>
            <a:xfrm>
              <a:off x="3431575" y="40448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8"/>
            <p:cNvSpPr/>
            <p:nvPr/>
          </p:nvSpPr>
          <p:spPr>
            <a:xfrm>
              <a:off x="3523550" y="404480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8"/>
            <p:cNvSpPr/>
            <p:nvPr/>
          </p:nvSpPr>
          <p:spPr>
            <a:xfrm>
              <a:off x="676400" y="4136775"/>
              <a:ext cx="12600" cy="12375"/>
            </a:xfrm>
            <a:custGeom>
              <a:avLst/>
              <a:gdLst/>
              <a:ahLst/>
              <a:cxnLst/>
              <a:rect l="l" t="t" r="r" b="b"/>
              <a:pathLst>
                <a:path w="504" h="495" extrusionOk="0">
                  <a:moveTo>
                    <a:pt x="252" y="1"/>
                  </a:moveTo>
                  <a:cubicBezTo>
                    <a:pt x="116" y="1"/>
                    <a:pt x="1" y="107"/>
                    <a:pt x="1" y="250"/>
                  </a:cubicBezTo>
                  <a:cubicBezTo>
                    <a:pt x="1" y="388"/>
                    <a:pt x="116" y="494"/>
                    <a:pt x="252" y="494"/>
                  </a:cubicBezTo>
                  <a:cubicBezTo>
                    <a:pt x="388" y="494"/>
                    <a:pt x="503" y="388"/>
                    <a:pt x="503" y="250"/>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8"/>
            <p:cNvSpPr/>
            <p:nvPr/>
          </p:nvSpPr>
          <p:spPr>
            <a:xfrm>
              <a:off x="768325" y="4136775"/>
              <a:ext cx="12400" cy="12375"/>
            </a:xfrm>
            <a:custGeom>
              <a:avLst/>
              <a:gdLst/>
              <a:ahLst/>
              <a:cxnLst/>
              <a:rect l="l" t="t" r="r" b="b"/>
              <a:pathLst>
                <a:path w="496" h="495" extrusionOk="0">
                  <a:moveTo>
                    <a:pt x="245" y="1"/>
                  </a:moveTo>
                  <a:cubicBezTo>
                    <a:pt x="109" y="1"/>
                    <a:pt x="0" y="107"/>
                    <a:pt x="0" y="250"/>
                  </a:cubicBezTo>
                  <a:cubicBezTo>
                    <a:pt x="0" y="388"/>
                    <a:pt x="109" y="494"/>
                    <a:pt x="245" y="494"/>
                  </a:cubicBezTo>
                  <a:cubicBezTo>
                    <a:pt x="388" y="494"/>
                    <a:pt x="496" y="388"/>
                    <a:pt x="496" y="250"/>
                  </a:cubicBezTo>
                  <a:cubicBezTo>
                    <a:pt x="496" y="107"/>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8"/>
            <p:cNvSpPr/>
            <p:nvPr/>
          </p:nvSpPr>
          <p:spPr>
            <a:xfrm>
              <a:off x="860125" y="4136775"/>
              <a:ext cx="12525" cy="12375"/>
            </a:xfrm>
            <a:custGeom>
              <a:avLst/>
              <a:gdLst/>
              <a:ahLst/>
              <a:cxnLst/>
              <a:rect l="l" t="t" r="r" b="b"/>
              <a:pathLst>
                <a:path w="501" h="495" extrusionOk="0">
                  <a:moveTo>
                    <a:pt x="251" y="1"/>
                  </a:moveTo>
                  <a:cubicBezTo>
                    <a:pt x="114" y="1"/>
                    <a:pt x="0" y="107"/>
                    <a:pt x="0" y="250"/>
                  </a:cubicBezTo>
                  <a:cubicBezTo>
                    <a:pt x="0" y="388"/>
                    <a:pt x="114" y="494"/>
                    <a:pt x="251" y="494"/>
                  </a:cubicBezTo>
                  <a:cubicBezTo>
                    <a:pt x="387" y="494"/>
                    <a:pt x="501" y="388"/>
                    <a:pt x="501" y="250"/>
                  </a:cubicBezTo>
                  <a:cubicBezTo>
                    <a:pt x="501"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8"/>
            <p:cNvSpPr/>
            <p:nvPr/>
          </p:nvSpPr>
          <p:spPr>
            <a:xfrm>
              <a:off x="951850" y="4136775"/>
              <a:ext cx="12600" cy="12375"/>
            </a:xfrm>
            <a:custGeom>
              <a:avLst/>
              <a:gdLst/>
              <a:ahLst/>
              <a:cxnLst/>
              <a:rect l="l" t="t" r="r" b="b"/>
              <a:pathLst>
                <a:path w="504" h="495" extrusionOk="0">
                  <a:moveTo>
                    <a:pt x="252" y="1"/>
                  </a:moveTo>
                  <a:cubicBezTo>
                    <a:pt x="116" y="1"/>
                    <a:pt x="1" y="107"/>
                    <a:pt x="1" y="250"/>
                  </a:cubicBezTo>
                  <a:cubicBezTo>
                    <a:pt x="1" y="388"/>
                    <a:pt x="116" y="494"/>
                    <a:pt x="252" y="494"/>
                  </a:cubicBezTo>
                  <a:cubicBezTo>
                    <a:pt x="388" y="494"/>
                    <a:pt x="503" y="388"/>
                    <a:pt x="503" y="250"/>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8"/>
            <p:cNvSpPr/>
            <p:nvPr/>
          </p:nvSpPr>
          <p:spPr>
            <a:xfrm>
              <a:off x="1043825" y="4136775"/>
              <a:ext cx="12375" cy="12375"/>
            </a:xfrm>
            <a:custGeom>
              <a:avLst/>
              <a:gdLst/>
              <a:ahLst/>
              <a:cxnLst/>
              <a:rect l="l" t="t" r="r" b="b"/>
              <a:pathLst>
                <a:path w="495" h="495" extrusionOk="0">
                  <a:moveTo>
                    <a:pt x="250" y="1"/>
                  </a:moveTo>
                  <a:cubicBezTo>
                    <a:pt x="107" y="1"/>
                    <a:pt x="0" y="107"/>
                    <a:pt x="0" y="250"/>
                  </a:cubicBezTo>
                  <a:cubicBezTo>
                    <a:pt x="0" y="388"/>
                    <a:pt x="107" y="494"/>
                    <a:pt x="250" y="494"/>
                  </a:cubicBezTo>
                  <a:cubicBezTo>
                    <a:pt x="388" y="494"/>
                    <a:pt x="494" y="388"/>
                    <a:pt x="494" y="250"/>
                  </a:cubicBezTo>
                  <a:cubicBezTo>
                    <a:pt x="494" y="107"/>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8"/>
            <p:cNvSpPr/>
            <p:nvPr/>
          </p:nvSpPr>
          <p:spPr>
            <a:xfrm>
              <a:off x="1135575" y="4136775"/>
              <a:ext cx="12575" cy="12375"/>
            </a:xfrm>
            <a:custGeom>
              <a:avLst/>
              <a:gdLst/>
              <a:ahLst/>
              <a:cxnLst/>
              <a:rect l="l" t="t" r="r" b="b"/>
              <a:pathLst>
                <a:path w="503" h="495" extrusionOk="0">
                  <a:moveTo>
                    <a:pt x="252" y="1"/>
                  </a:moveTo>
                  <a:cubicBezTo>
                    <a:pt x="116" y="1"/>
                    <a:pt x="0" y="107"/>
                    <a:pt x="0" y="250"/>
                  </a:cubicBezTo>
                  <a:cubicBezTo>
                    <a:pt x="0" y="388"/>
                    <a:pt x="116" y="494"/>
                    <a:pt x="252" y="494"/>
                  </a:cubicBezTo>
                  <a:cubicBezTo>
                    <a:pt x="387" y="494"/>
                    <a:pt x="503" y="388"/>
                    <a:pt x="503" y="250"/>
                  </a:cubicBezTo>
                  <a:cubicBezTo>
                    <a:pt x="503" y="107"/>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8"/>
            <p:cNvSpPr/>
            <p:nvPr/>
          </p:nvSpPr>
          <p:spPr>
            <a:xfrm>
              <a:off x="1227500" y="4136775"/>
              <a:ext cx="12400" cy="12375"/>
            </a:xfrm>
            <a:custGeom>
              <a:avLst/>
              <a:gdLst/>
              <a:ahLst/>
              <a:cxnLst/>
              <a:rect l="l" t="t" r="r" b="b"/>
              <a:pathLst>
                <a:path w="496" h="495" extrusionOk="0">
                  <a:moveTo>
                    <a:pt x="251" y="1"/>
                  </a:moveTo>
                  <a:cubicBezTo>
                    <a:pt x="109" y="1"/>
                    <a:pt x="0" y="107"/>
                    <a:pt x="0" y="250"/>
                  </a:cubicBezTo>
                  <a:cubicBezTo>
                    <a:pt x="0" y="388"/>
                    <a:pt x="109" y="494"/>
                    <a:pt x="251" y="494"/>
                  </a:cubicBezTo>
                  <a:cubicBezTo>
                    <a:pt x="387" y="494"/>
                    <a:pt x="496" y="388"/>
                    <a:pt x="496" y="250"/>
                  </a:cubicBezTo>
                  <a:cubicBezTo>
                    <a:pt x="496"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8"/>
            <p:cNvSpPr/>
            <p:nvPr/>
          </p:nvSpPr>
          <p:spPr>
            <a:xfrm>
              <a:off x="1319275" y="4136775"/>
              <a:ext cx="12550" cy="12375"/>
            </a:xfrm>
            <a:custGeom>
              <a:avLst/>
              <a:gdLst/>
              <a:ahLst/>
              <a:cxnLst/>
              <a:rect l="l" t="t" r="r" b="b"/>
              <a:pathLst>
                <a:path w="502" h="495" extrusionOk="0">
                  <a:moveTo>
                    <a:pt x="252" y="1"/>
                  </a:moveTo>
                  <a:cubicBezTo>
                    <a:pt x="114" y="1"/>
                    <a:pt x="1" y="107"/>
                    <a:pt x="1" y="250"/>
                  </a:cubicBezTo>
                  <a:cubicBezTo>
                    <a:pt x="1" y="388"/>
                    <a:pt x="114" y="494"/>
                    <a:pt x="252" y="494"/>
                  </a:cubicBezTo>
                  <a:cubicBezTo>
                    <a:pt x="388" y="494"/>
                    <a:pt x="501" y="388"/>
                    <a:pt x="501" y="250"/>
                  </a:cubicBezTo>
                  <a:cubicBezTo>
                    <a:pt x="501"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8"/>
            <p:cNvSpPr/>
            <p:nvPr/>
          </p:nvSpPr>
          <p:spPr>
            <a:xfrm>
              <a:off x="1411200" y="4136775"/>
              <a:ext cx="12425" cy="12375"/>
            </a:xfrm>
            <a:custGeom>
              <a:avLst/>
              <a:gdLst/>
              <a:ahLst/>
              <a:cxnLst/>
              <a:rect l="l" t="t" r="r" b="b"/>
              <a:pathLst>
                <a:path w="497" h="495" extrusionOk="0">
                  <a:moveTo>
                    <a:pt x="245" y="1"/>
                  </a:moveTo>
                  <a:cubicBezTo>
                    <a:pt x="109" y="1"/>
                    <a:pt x="1" y="107"/>
                    <a:pt x="1" y="250"/>
                  </a:cubicBezTo>
                  <a:cubicBezTo>
                    <a:pt x="1" y="388"/>
                    <a:pt x="109" y="494"/>
                    <a:pt x="245" y="494"/>
                  </a:cubicBezTo>
                  <a:cubicBezTo>
                    <a:pt x="388" y="494"/>
                    <a:pt x="496" y="388"/>
                    <a:pt x="496" y="250"/>
                  </a:cubicBezTo>
                  <a:cubicBezTo>
                    <a:pt x="496" y="107"/>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8"/>
            <p:cNvSpPr/>
            <p:nvPr/>
          </p:nvSpPr>
          <p:spPr>
            <a:xfrm>
              <a:off x="1503000" y="4136775"/>
              <a:ext cx="12525" cy="12375"/>
            </a:xfrm>
            <a:custGeom>
              <a:avLst/>
              <a:gdLst/>
              <a:ahLst/>
              <a:cxnLst/>
              <a:rect l="l" t="t" r="r" b="b"/>
              <a:pathLst>
                <a:path w="501" h="495" extrusionOk="0">
                  <a:moveTo>
                    <a:pt x="250" y="1"/>
                  </a:moveTo>
                  <a:cubicBezTo>
                    <a:pt x="114" y="1"/>
                    <a:pt x="0" y="107"/>
                    <a:pt x="0" y="250"/>
                  </a:cubicBezTo>
                  <a:cubicBezTo>
                    <a:pt x="0" y="388"/>
                    <a:pt x="114" y="494"/>
                    <a:pt x="250" y="494"/>
                  </a:cubicBezTo>
                  <a:cubicBezTo>
                    <a:pt x="387" y="494"/>
                    <a:pt x="501" y="388"/>
                    <a:pt x="501" y="250"/>
                  </a:cubicBezTo>
                  <a:cubicBezTo>
                    <a:pt x="501" y="107"/>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8"/>
            <p:cNvSpPr/>
            <p:nvPr/>
          </p:nvSpPr>
          <p:spPr>
            <a:xfrm>
              <a:off x="1594750" y="4136775"/>
              <a:ext cx="12575" cy="12375"/>
            </a:xfrm>
            <a:custGeom>
              <a:avLst/>
              <a:gdLst/>
              <a:ahLst/>
              <a:cxnLst/>
              <a:rect l="l" t="t" r="r" b="b"/>
              <a:pathLst>
                <a:path w="503" h="495" extrusionOk="0">
                  <a:moveTo>
                    <a:pt x="251" y="1"/>
                  </a:moveTo>
                  <a:cubicBezTo>
                    <a:pt x="115" y="1"/>
                    <a:pt x="0" y="107"/>
                    <a:pt x="0" y="250"/>
                  </a:cubicBezTo>
                  <a:cubicBezTo>
                    <a:pt x="0" y="388"/>
                    <a:pt x="115" y="494"/>
                    <a:pt x="251" y="494"/>
                  </a:cubicBezTo>
                  <a:cubicBezTo>
                    <a:pt x="394" y="494"/>
                    <a:pt x="503" y="388"/>
                    <a:pt x="503" y="250"/>
                  </a:cubicBezTo>
                  <a:cubicBezTo>
                    <a:pt x="503" y="107"/>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8"/>
            <p:cNvSpPr/>
            <p:nvPr/>
          </p:nvSpPr>
          <p:spPr>
            <a:xfrm>
              <a:off x="1686650" y="4136775"/>
              <a:ext cx="12600" cy="12375"/>
            </a:xfrm>
            <a:custGeom>
              <a:avLst/>
              <a:gdLst/>
              <a:ahLst/>
              <a:cxnLst/>
              <a:rect l="l" t="t" r="r" b="b"/>
              <a:pathLst>
                <a:path w="504" h="495" extrusionOk="0">
                  <a:moveTo>
                    <a:pt x="252" y="1"/>
                  </a:moveTo>
                  <a:cubicBezTo>
                    <a:pt x="116" y="1"/>
                    <a:pt x="1" y="107"/>
                    <a:pt x="1" y="250"/>
                  </a:cubicBezTo>
                  <a:cubicBezTo>
                    <a:pt x="1" y="388"/>
                    <a:pt x="116" y="494"/>
                    <a:pt x="252" y="494"/>
                  </a:cubicBezTo>
                  <a:cubicBezTo>
                    <a:pt x="388" y="494"/>
                    <a:pt x="503" y="388"/>
                    <a:pt x="503" y="250"/>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8"/>
            <p:cNvSpPr/>
            <p:nvPr/>
          </p:nvSpPr>
          <p:spPr>
            <a:xfrm>
              <a:off x="1778450" y="4136775"/>
              <a:ext cx="12550" cy="12375"/>
            </a:xfrm>
            <a:custGeom>
              <a:avLst/>
              <a:gdLst/>
              <a:ahLst/>
              <a:cxnLst/>
              <a:rect l="l" t="t" r="r" b="b"/>
              <a:pathLst>
                <a:path w="502" h="495" extrusionOk="0">
                  <a:moveTo>
                    <a:pt x="252" y="1"/>
                  </a:moveTo>
                  <a:cubicBezTo>
                    <a:pt x="114" y="1"/>
                    <a:pt x="1" y="107"/>
                    <a:pt x="1" y="250"/>
                  </a:cubicBezTo>
                  <a:cubicBezTo>
                    <a:pt x="1" y="388"/>
                    <a:pt x="114" y="494"/>
                    <a:pt x="252" y="494"/>
                  </a:cubicBezTo>
                  <a:cubicBezTo>
                    <a:pt x="388" y="494"/>
                    <a:pt x="501" y="388"/>
                    <a:pt x="501" y="250"/>
                  </a:cubicBezTo>
                  <a:cubicBezTo>
                    <a:pt x="501"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8"/>
            <p:cNvSpPr/>
            <p:nvPr/>
          </p:nvSpPr>
          <p:spPr>
            <a:xfrm>
              <a:off x="1870375" y="4136775"/>
              <a:ext cx="12400" cy="12375"/>
            </a:xfrm>
            <a:custGeom>
              <a:avLst/>
              <a:gdLst/>
              <a:ahLst/>
              <a:cxnLst/>
              <a:rect l="l" t="t" r="r" b="b"/>
              <a:pathLst>
                <a:path w="496" h="495" extrusionOk="0">
                  <a:moveTo>
                    <a:pt x="252" y="1"/>
                  </a:moveTo>
                  <a:cubicBezTo>
                    <a:pt x="109" y="1"/>
                    <a:pt x="0" y="107"/>
                    <a:pt x="0" y="250"/>
                  </a:cubicBezTo>
                  <a:cubicBezTo>
                    <a:pt x="0" y="388"/>
                    <a:pt x="109" y="494"/>
                    <a:pt x="252" y="494"/>
                  </a:cubicBezTo>
                  <a:cubicBezTo>
                    <a:pt x="387" y="494"/>
                    <a:pt x="496" y="388"/>
                    <a:pt x="496" y="250"/>
                  </a:cubicBezTo>
                  <a:cubicBezTo>
                    <a:pt x="496" y="107"/>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8"/>
            <p:cNvSpPr/>
            <p:nvPr/>
          </p:nvSpPr>
          <p:spPr>
            <a:xfrm>
              <a:off x="1962150" y="4136775"/>
              <a:ext cx="12550" cy="12375"/>
            </a:xfrm>
            <a:custGeom>
              <a:avLst/>
              <a:gdLst/>
              <a:ahLst/>
              <a:cxnLst/>
              <a:rect l="l" t="t" r="r" b="b"/>
              <a:pathLst>
                <a:path w="502" h="495" extrusionOk="0">
                  <a:moveTo>
                    <a:pt x="250" y="1"/>
                  </a:moveTo>
                  <a:cubicBezTo>
                    <a:pt x="114" y="1"/>
                    <a:pt x="1" y="107"/>
                    <a:pt x="1" y="250"/>
                  </a:cubicBezTo>
                  <a:cubicBezTo>
                    <a:pt x="1" y="388"/>
                    <a:pt x="114" y="494"/>
                    <a:pt x="250" y="494"/>
                  </a:cubicBezTo>
                  <a:cubicBezTo>
                    <a:pt x="388" y="494"/>
                    <a:pt x="502" y="388"/>
                    <a:pt x="502" y="250"/>
                  </a:cubicBezTo>
                  <a:cubicBezTo>
                    <a:pt x="502" y="107"/>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8"/>
            <p:cNvSpPr/>
            <p:nvPr/>
          </p:nvSpPr>
          <p:spPr>
            <a:xfrm>
              <a:off x="2054075" y="4136775"/>
              <a:ext cx="12425" cy="12375"/>
            </a:xfrm>
            <a:custGeom>
              <a:avLst/>
              <a:gdLst/>
              <a:ahLst/>
              <a:cxnLst/>
              <a:rect l="l" t="t" r="r" b="b"/>
              <a:pathLst>
                <a:path w="497" h="495" extrusionOk="0">
                  <a:moveTo>
                    <a:pt x="252" y="1"/>
                  </a:moveTo>
                  <a:cubicBezTo>
                    <a:pt x="109" y="1"/>
                    <a:pt x="1" y="107"/>
                    <a:pt x="1" y="250"/>
                  </a:cubicBezTo>
                  <a:cubicBezTo>
                    <a:pt x="1" y="388"/>
                    <a:pt x="109" y="494"/>
                    <a:pt x="252" y="494"/>
                  </a:cubicBezTo>
                  <a:cubicBezTo>
                    <a:pt x="388" y="494"/>
                    <a:pt x="496" y="388"/>
                    <a:pt x="496" y="250"/>
                  </a:cubicBezTo>
                  <a:cubicBezTo>
                    <a:pt x="496"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8"/>
            <p:cNvSpPr/>
            <p:nvPr/>
          </p:nvSpPr>
          <p:spPr>
            <a:xfrm>
              <a:off x="2145825" y="4136775"/>
              <a:ext cx="12600" cy="12375"/>
            </a:xfrm>
            <a:custGeom>
              <a:avLst/>
              <a:gdLst/>
              <a:ahLst/>
              <a:cxnLst/>
              <a:rect l="l" t="t" r="r" b="b"/>
              <a:pathLst>
                <a:path w="504" h="495" extrusionOk="0">
                  <a:moveTo>
                    <a:pt x="252" y="1"/>
                  </a:moveTo>
                  <a:cubicBezTo>
                    <a:pt x="116" y="1"/>
                    <a:pt x="1" y="107"/>
                    <a:pt x="1" y="250"/>
                  </a:cubicBezTo>
                  <a:cubicBezTo>
                    <a:pt x="1" y="388"/>
                    <a:pt x="116" y="494"/>
                    <a:pt x="252" y="494"/>
                  </a:cubicBezTo>
                  <a:cubicBezTo>
                    <a:pt x="388" y="494"/>
                    <a:pt x="503" y="388"/>
                    <a:pt x="503" y="250"/>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8"/>
            <p:cNvSpPr/>
            <p:nvPr/>
          </p:nvSpPr>
          <p:spPr>
            <a:xfrm>
              <a:off x="2237800" y="4136775"/>
              <a:ext cx="12350" cy="12375"/>
            </a:xfrm>
            <a:custGeom>
              <a:avLst/>
              <a:gdLst/>
              <a:ahLst/>
              <a:cxnLst/>
              <a:rect l="l" t="t" r="r" b="b"/>
              <a:pathLst>
                <a:path w="494" h="495" extrusionOk="0">
                  <a:moveTo>
                    <a:pt x="244" y="1"/>
                  </a:moveTo>
                  <a:cubicBezTo>
                    <a:pt x="107" y="1"/>
                    <a:pt x="0" y="107"/>
                    <a:pt x="0" y="250"/>
                  </a:cubicBezTo>
                  <a:cubicBezTo>
                    <a:pt x="0" y="388"/>
                    <a:pt x="107" y="494"/>
                    <a:pt x="244" y="494"/>
                  </a:cubicBezTo>
                  <a:cubicBezTo>
                    <a:pt x="387" y="494"/>
                    <a:pt x="494" y="388"/>
                    <a:pt x="494" y="250"/>
                  </a:cubicBezTo>
                  <a:cubicBezTo>
                    <a:pt x="494" y="107"/>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8"/>
            <p:cNvSpPr/>
            <p:nvPr/>
          </p:nvSpPr>
          <p:spPr>
            <a:xfrm>
              <a:off x="2329550" y="4136775"/>
              <a:ext cx="12575" cy="12375"/>
            </a:xfrm>
            <a:custGeom>
              <a:avLst/>
              <a:gdLst/>
              <a:ahLst/>
              <a:cxnLst/>
              <a:rect l="l" t="t" r="r" b="b"/>
              <a:pathLst>
                <a:path w="503" h="495" extrusionOk="0">
                  <a:moveTo>
                    <a:pt x="251" y="1"/>
                  </a:moveTo>
                  <a:cubicBezTo>
                    <a:pt x="115" y="1"/>
                    <a:pt x="0" y="107"/>
                    <a:pt x="0" y="250"/>
                  </a:cubicBezTo>
                  <a:cubicBezTo>
                    <a:pt x="0" y="388"/>
                    <a:pt x="115" y="494"/>
                    <a:pt x="251" y="494"/>
                  </a:cubicBezTo>
                  <a:cubicBezTo>
                    <a:pt x="387" y="494"/>
                    <a:pt x="502" y="388"/>
                    <a:pt x="502" y="250"/>
                  </a:cubicBezTo>
                  <a:cubicBezTo>
                    <a:pt x="502"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8"/>
            <p:cNvSpPr/>
            <p:nvPr/>
          </p:nvSpPr>
          <p:spPr>
            <a:xfrm>
              <a:off x="2421325" y="4136775"/>
              <a:ext cx="12550" cy="12375"/>
            </a:xfrm>
            <a:custGeom>
              <a:avLst/>
              <a:gdLst/>
              <a:ahLst/>
              <a:cxnLst/>
              <a:rect l="l" t="t" r="r" b="b"/>
              <a:pathLst>
                <a:path w="502" h="495" extrusionOk="0">
                  <a:moveTo>
                    <a:pt x="250" y="1"/>
                  </a:moveTo>
                  <a:cubicBezTo>
                    <a:pt x="114" y="1"/>
                    <a:pt x="1" y="107"/>
                    <a:pt x="1" y="250"/>
                  </a:cubicBezTo>
                  <a:cubicBezTo>
                    <a:pt x="1" y="388"/>
                    <a:pt x="114" y="494"/>
                    <a:pt x="250" y="494"/>
                  </a:cubicBezTo>
                  <a:cubicBezTo>
                    <a:pt x="395" y="494"/>
                    <a:pt x="501" y="388"/>
                    <a:pt x="501" y="250"/>
                  </a:cubicBezTo>
                  <a:cubicBezTo>
                    <a:pt x="501" y="107"/>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8"/>
            <p:cNvSpPr/>
            <p:nvPr/>
          </p:nvSpPr>
          <p:spPr>
            <a:xfrm>
              <a:off x="2513250" y="4136775"/>
              <a:ext cx="12575" cy="12375"/>
            </a:xfrm>
            <a:custGeom>
              <a:avLst/>
              <a:gdLst/>
              <a:ahLst/>
              <a:cxnLst/>
              <a:rect l="l" t="t" r="r" b="b"/>
              <a:pathLst>
                <a:path w="503" h="495" extrusionOk="0">
                  <a:moveTo>
                    <a:pt x="252" y="1"/>
                  </a:moveTo>
                  <a:cubicBezTo>
                    <a:pt x="109" y="1"/>
                    <a:pt x="0" y="107"/>
                    <a:pt x="0" y="250"/>
                  </a:cubicBezTo>
                  <a:cubicBezTo>
                    <a:pt x="0" y="388"/>
                    <a:pt x="109" y="494"/>
                    <a:pt x="252" y="494"/>
                  </a:cubicBezTo>
                  <a:cubicBezTo>
                    <a:pt x="388" y="494"/>
                    <a:pt x="503" y="388"/>
                    <a:pt x="503" y="250"/>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8"/>
            <p:cNvSpPr/>
            <p:nvPr/>
          </p:nvSpPr>
          <p:spPr>
            <a:xfrm>
              <a:off x="2605000" y="4136775"/>
              <a:ext cx="12575" cy="12375"/>
            </a:xfrm>
            <a:custGeom>
              <a:avLst/>
              <a:gdLst/>
              <a:ahLst/>
              <a:cxnLst/>
              <a:rect l="l" t="t" r="r" b="b"/>
              <a:pathLst>
                <a:path w="503" h="495" extrusionOk="0">
                  <a:moveTo>
                    <a:pt x="252" y="1"/>
                  </a:moveTo>
                  <a:cubicBezTo>
                    <a:pt x="116" y="1"/>
                    <a:pt x="0" y="107"/>
                    <a:pt x="0" y="250"/>
                  </a:cubicBezTo>
                  <a:cubicBezTo>
                    <a:pt x="0" y="388"/>
                    <a:pt x="116" y="494"/>
                    <a:pt x="252" y="494"/>
                  </a:cubicBezTo>
                  <a:cubicBezTo>
                    <a:pt x="387" y="494"/>
                    <a:pt x="503" y="388"/>
                    <a:pt x="503" y="250"/>
                  </a:cubicBezTo>
                  <a:cubicBezTo>
                    <a:pt x="503" y="107"/>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8"/>
            <p:cNvSpPr/>
            <p:nvPr/>
          </p:nvSpPr>
          <p:spPr>
            <a:xfrm>
              <a:off x="2696950" y="4136775"/>
              <a:ext cx="12375" cy="12375"/>
            </a:xfrm>
            <a:custGeom>
              <a:avLst/>
              <a:gdLst/>
              <a:ahLst/>
              <a:cxnLst/>
              <a:rect l="l" t="t" r="r" b="b"/>
              <a:pathLst>
                <a:path w="495" h="495" extrusionOk="0">
                  <a:moveTo>
                    <a:pt x="252" y="1"/>
                  </a:moveTo>
                  <a:cubicBezTo>
                    <a:pt x="108" y="1"/>
                    <a:pt x="1" y="107"/>
                    <a:pt x="1" y="250"/>
                  </a:cubicBezTo>
                  <a:cubicBezTo>
                    <a:pt x="1" y="388"/>
                    <a:pt x="108" y="494"/>
                    <a:pt x="252" y="494"/>
                  </a:cubicBezTo>
                  <a:cubicBezTo>
                    <a:pt x="388" y="494"/>
                    <a:pt x="495" y="388"/>
                    <a:pt x="495" y="250"/>
                  </a:cubicBezTo>
                  <a:cubicBezTo>
                    <a:pt x="495"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8"/>
            <p:cNvSpPr/>
            <p:nvPr/>
          </p:nvSpPr>
          <p:spPr>
            <a:xfrm>
              <a:off x="2788700" y="4136775"/>
              <a:ext cx="12600" cy="12375"/>
            </a:xfrm>
            <a:custGeom>
              <a:avLst/>
              <a:gdLst/>
              <a:ahLst/>
              <a:cxnLst/>
              <a:rect l="l" t="t" r="r" b="b"/>
              <a:pathLst>
                <a:path w="504" h="495" extrusionOk="0">
                  <a:moveTo>
                    <a:pt x="252" y="1"/>
                  </a:moveTo>
                  <a:cubicBezTo>
                    <a:pt x="116" y="1"/>
                    <a:pt x="1" y="107"/>
                    <a:pt x="1" y="250"/>
                  </a:cubicBezTo>
                  <a:cubicBezTo>
                    <a:pt x="1" y="388"/>
                    <a:pt x="116" y="494"/>
                    <a:pt x="252" y="494"/>
                  </a:cubicBezTo>
                  <a:cubicBezTo>
                    <a:pt x="388" y="494"/>
                    <a:pt x="503" y="388"/>
                    <a:pt x="503" y="250"/>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8"/>
            <p:cNvSpPr/>
            <p:nvPr/>
          </p:nvSpPr>
          <p:spPr>
            <a:xfrm>
              <a:off x="2880675" y="4136775"/>
              <a:ext cx="12375" cy="12375"/>
            </a:xfrm>
            <a:custGeom>
              <a:avLst/>
              <a:gdLst/>
              <a:ahLst/>
              <a:cxnLst/>
              <a:rect l="l" t="t" r="r" b="b"/>
              <a:pathLst>
                <a:path w="495" h="495" extrusionOk="0">
                  <a:moveTo>
                    <a:pt x="243" y="1"/>
                  </a:moveTo>
                  <a:cubicBezTo>
                    <a:pt x="107" y="1"/>
                    <a:pt x="0" y="107"/>
                    <a:pt x="0" y="250"/>
                  </a:cubicBezTo>
                  <a:cubicBezTo>
                    <a:pt x="0" y="388"/>
                    <a:pt x="107" y="494"/>
                    <a:pt x="243" y="494"/>
                  </a:cubicBezTo>
                  <a:cubicBezTo>
                    <a:pt x="387" y="494"/>
                    <a:pt x="494" y="388"/>
                    <a:pt x="494" y="250"/>
                  </a:cubicBezTo>
                  <a:cubicBezTo>
                    <a:pt x="494" y="107"/>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8"/>
            <p:cNvSpPr/>
            <p:nvPr/>
          </p:nvSpPr>
          <p:spPr>
            <a:xfrm>
              <a:off x="2972425" y="4136775"/>
              <a:ext cx="12575" cy="12375"/>
            </a:xfrm>
            <a:custGeom>
              <a:avLst/>
              <a:gdLst/>
              <a:ahLst/>
              <a:cxnLst/>
              <a:rect l="l" t="t" r="r" b="b"/>
              <a:pathLst>
                <a:path w="503" h="495" extrusionOk="0">
                  <a:moveTo>
                    <a:pt x="251" y="1"/>
                  </a:moveTo>
                  <a:cubicBezTo>
                    <a:pt x="115" y="1"/>
                    <a:pt x="0" y="107"/>
                    <a:pt x="0" y="250"/>
                  </a:cubicBezTo>
                  <a:cubicBezTo>
                    <a:pt x="0" y="388"/>
                    <a:pt x="115" y="494"/>
                    <a:pt x="251" y="494"/>
                  </a:cubicBezTo>
                  <a:cubicBezTo>
                    <a:pt x="387" y="494"/>
                    <a:pt x="503" y="388"/>
                    <a:pt x="503" y="250"/>
                  </a:cubicBezTo>
                  <a:cubicBezTo>
                    <a:pt x="503"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8"/>
            <p:cNvSpPr/>
            <p:nvPr/>
          </p:nvSpPr>
          <p:spPr>
            <a:xfrm>
              <a:off x="3064375" y="4136775"/>
              <a:ext cx="12375" cy="12375"/>
            </a:xfrm>
            <a:custGeom>
              <a:avLst/>
              <a:gdLst/>
              <a:ahLst/>
              <a:cxnLst/>
              <a:rect l="l" t="t" r="r" b="b"/>
              <a:pathLst>
                <a:path w="495" h="495" extrusionOk="0">
                  <a:moveTo>
                    <a:pt x="243" y="1"/>
                  </a:moveTo>
                  <a:cubicBezTo>
                    <a:pt x="107" y="1"/>
                    <a:pt x="1" y="107"/>
                    <a:pt x="1" y="250"/>
                  </a:cubicBezTo>
                  <a:cubicBezTo>
                    <a:pt x="1" y="388"/>
                    <a:pt x="107" y="494"/>
                    <a:pt x="243" y="494"/>
                  </a:cubicBezTo>
                  <a:cubicBezTo>
                    <a:pt x="388" y="494"/>
                    <a:pt x="495" y="388"/>
                    <a:pt x="495" y="250"/>
                  </a:cubicBezTo>
                  <a:cubicBezTo>
                    <a:pt x="495" y="107"/>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8"/>
            <p:cNvSpPr/>
            <p:nvPr/>
          </p:nvSpPr>
          <p:spPr>
            <a:xfrm>
              <a:off x="3156125" y="4136775"/>
              <a:ext cx="12600" cy="12375"/>
            </a:xfrm>
            <a:custGeom>
              <a:avLst/>
              <a:gdLst/>
              <a:ahLst/>
              <a:cxnLst/>
              <a:rect l="l" t="t" r="r" b="b"/>
              <a:pathLst>
                <a:path w="504" h="495" extrusionOk="0">
                  <a:moveTo>
                    <a:pt x="252" y="1"/>
                  </a:moveTo>
                  <a:cubicBezTo>
                    <a:pt x="116" y="1"/>
                    <a:pt x="1" y="107"/>
                    <a:pt x="1" y="250"/>
                  </a:cubicBezTo>
                  <a:cubicBezTo>
                    <a:pt x="1" y="388"/>
                    <a:pt x="116" y="494"/>
                    <a:pt x="252" y="494"/>
                  </a:cubicBezTo>
                  <a:cubicBezTo>
                    <a:pt x="388" y="494"/>
                    <a:pt x="503" y="388"/>
                    <a:pt x="503" y="250"/>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8"/>
            <p:cNvSpPr/>
            <p:nvPr/>
          </p:nvSpPr>
          <p:spPr>
            <a:xfrm>
              <a:off x="3247875" y="4136775"/>
              <a:ext cx="12575" cy="12375"/>
            </a:xfrm>
            <a:custGeom>
              <a:avLst/>
              <a:gdLst/>
              <a:ahLst/>
              <a:cxnLst/>
              <a:rect l="l" t="t" r="r" b="b"/>
              <a:pathLst>
                <a:path w="503" h="495" extrusionOk="0">
                  <a:moveTo>
                    <a:pt x="252" y="1"/>
                  </a:moveTo>
                  <a:cubicBezTo>
                    <a:pt x="116" y="1"/>
                    <a:pt x="1" y="107"/>
                    <a:pt x="1" y="250"/>
                  </a:cubicBezTo>
                  <a:cubicBezTo>
                    <a:pt x="1" y="388"/>
                    <a:pt x="116" y="494"/>
                    <a:pt x="252" y="494"/>
                  </a:cubicBezTo>
                  <a:cubicBezTo>
                    <a:pt x="388" y="494"/>
                    <a:pt x="503" y="388"/>
                    <a:pt x="503" y="250"/>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8"/>
            <p:cNvSpPr/>
            <p:nvPr/>
          </p:nvSpPr>
          <p:spPr>
            <a:xfrm>
              <a:off x="3339850" y="4136775"/>
              <a:ext cx="12525" cy="12375"/>
            </a:xfrm>
            <a:custGeom>
              <a:avLst/>
              <a:gdLst/>
              <a:ahLst/>
              <a:cxnLst/>
              <a:rect l="l" t="t" r="r" b="b"/>
              <a:pathLst>
                <a:path w="501" h="495" extrusionOk="0">
                  <a:moveTo>
                    <a:pt x="251" y="1"/>
                  </a:moveTo>
                  <a:cubicBezTo>
                    <a:pt x="107" y="1"/>
                    <a:pt x="0" y="107"/>
                    <a:pt x="0" y="250"/>
                  </a:cubicBezTo>
                  <a:cubicBezTo>
                    <a:pt x="0" y="388"/>
                    <a:pt x="107" y="494"/>
                    <a:pt x="251" y="494"/>
                  </a:cubicBezTo>
                  <a:cubicBezTo>
                    <a:pt x="387" y="494"/>
                    <a:pt x="501" y="388"/>
                    <a:pt x="501" y="250"/>
                  </a:cubicBezTo>
                  <a:cubicBezTo>
                    <a:pt x="501"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8"/>
            <p:cNvSpPr/>
            <p:nvPr/>
          </p:nvSpPr>
          <p:spPr>
            <a:xfrm>
              <a:off x="3431575" y="4136775"/>
              <a:ext cx="12600" cy="12375"/>
            </a:xfrm>
            <a:custGeom>
              <a:avLst/>
              <a:gdLst/>
              <a:ahLst/>
              <a:cxnLst/>
              <a:rect l="l" t="t" r="r" b="b"/>
              <a:pathLst>
                <a:path w="504" h="495" extrusionOk="0">
                  <a:moveTo>
                    <a:pt x="252" y="1"/>
                  </a:moveTo>
                  <a:cubicBezTo>
                    <a:pt x="116" y="1"/>
                    <a:pt x="1" y="107"/>
                    <a:pt x="1" y="250"/>
                  </a:cubicBezTo>
                  <a:cubicBezTo>
                    <a:pt x="1" y="388"/>
                    <a:pt x="116" y="494"/>
                    <a:pt x="252" y="494"/>
                  </a:cubicBezTo>
                  <a:cubicBezTo>
                    <a:pt x="388" y="494"/>
                    <a:pt x="503" y="388"/>
                    <a:pt x="503" y="250"/>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8"/>
            <p:cNvSpPr/>
            <p:nvPr/>
          </p:nvSpPr>
          <p:spPr>
            <a:xfrm>
              <a:off x="3523550" y="4136775"/>
              <a:ext cx="12375" cy="12375"/>
            </a:xfrm>
            <a:custGeom>
              <a:avLst/>
              <a:gdLst/>
              <a:ahLst/>
              <a:cxnLst/>
              <a:rect l="l" t="t" r="r" b="b"/>
              <a:pathLst>
                <a:path w="495" h="495" extrusionOk="0">
                  <a:moveTo>
                    <a:pt x="250" y="1"/>
                  </a:moveTo>
                  <a:cubicBezTo>
                    <a:pt x="107" y="1"/>
                    <a:pt x="0" y="107"/>
                    <a:pt x="0" y="250"/>
                  </a:cubicBezTo>
                  <a:cubicBezTo>
                    <a:pt x="0" y="388"/>
                    <a:pt x="107" y="494"/>
                    <a:pt x="250" y="494"/>
                  </a:cubicBezTo>
                  <a:cubicBezTo>
                    <a:pt x="388" y="494"/>
                    <a:pt x="494" y="388"/>
                    <a:pt x="494" y="250"/>
                  </a:cubicBezTo>
                  <a:cubicBezTo>
                    <a:pt x="494" y="107"/>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8"/>
            <p:cNvSpPr/>
            <p:nvPr/>
          </p:nvSpPr>
          <p:spPr>
            <a:xfrm>
              <a:off x="676400" y="4228525"/>
              <a:ext cx="12600" cy="12575"/>
            </a:xfrm>
            <a:custGeom>
              <a:avLst/>
              <a:gdLst/>
              <a:ahLst/>
              <a:cxnLst/>
              <a:rect l="l" t="t" r="r" b="b"/>
              <a:pathLst>
                <a:path w="504" h="503" extrusionOk="0">
                  <a:moveTo>
                    <a:pt x="252" y="0"/>
                  </a:moveTo>
                  <a:cubicBezTo>
                    <a:pt x="116" y="0"/>
                    <a:pt x="1" y="116"/>
                    <a:pt x="1" y="252"/>
                  </a:cubicBezTo>
                  <a:cubicBezTo>
                    <a:pt x="1" y="388"/>
                    <a:pt x="116" y="503"/>
                    <a:pt x="252" y="503"/>
                  </a:cubicBezTo>
                  <a:cubicBezTo>
                    <a:pt x="388" y="503"/>
                    <a:pt x="503" y="388"/>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8"/>
            <p:cNvSpPr/>
            <p:nvPr/>
          </p:nvSpPr>
          <p:spPr>
            <a:xfrm>
              <a:off x="768325" y="4228525"/>
              <a:ext cx="12400" cy="12575"/>
            </a:xfrm>
            <a:custGeom>
              <a:avLst/>
              <a:gdLst/>
              <a:ahLst/>
              <a:cxnLst/>
              <a:rect l="l" t="t" r="r" b="b"/>
              <a:pathLst>
                <a:path w="496" h="503" extrusionOk="0">
                  <a:moveTo>
                    <a:pt x="245" y="0"/>
                  </a:moveTo>
                  <a:cubicBezTo>
                    <a:pt x="109" y="0"/>
                    <a:pt x="0" y="116"/>
                    <a:pt x="0" y="252"/>
                  </a:cubicBezTo>
                  <a:cubicBezTo>
                    <a:pt x="0" y="388"/>
                    <a:pt x="109" y="503"/>
                    <a:pt x="245" y="503"/>
                  </a:cubicBezTo>
                  <a:cubicBezTo>
                    <a:pt x="388" y="503"/>
                    <a:pt x="496" y="388"/>
                    <a:pt x="496" y="252"/>
                  </a:cubicBezTo>
                  <a:cubicBezTo>
                    <a:pt x="496" y="116"/>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8"/>
            <p:cNvSpPr/>
            <p:nvPr/>
          </p:nvSpPr>
          <p:spPr>
            <a:xfrm>
              <a:off x="860125" y="4228525"/>
              <a:ext cx="12525" cy="12575"/>
            </a:xfrm>
            <a:custGeom>
              <a:avLst/>
              <a:gdLst/>
              <a:ahLst/>
              <a:cxnLst/>
              <a:rect l="l" t="t" r="r" b="b"/>
              <a:pathLst>
                <a:path w="501" h="503" extrusionOk="0">
                  <a:moveTo>
                    <a:pt x="251" y="0"/>
                  </a:moveTo>
                  <a:cubicBezTo>
                    <a:pt x="114" y="0"/>
                    <a:pt x="0" y="116"/>
                    <a:pt x="0" y="252"/>
                  </a:cubicBezTo>
                  <a:cubicBezTo>
                    <a:pt x="0" y="388"/>
                    <a:pt x="114" y="503"/>
                    <a:pt x="251" y="503"/>
                  </a:cubicBezTo>
                  <a:cubicBezTo>
                    <a:pt x="387" y="503"/>
                    <a:pt x="501" y="388"/>
                    <a:pt x="501" y="252"/>
                  </a:cubicBezTo>
                  <a:cubicBezTo>
                    <a:pt x="501"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8"/>
            <p:cNvSpPr/>
            <p:nvPr/>
          </p:nvSpPr>
          <p:spPr>
            <a:xfrm>
              <a:off x="951850" y="4228525"/>
              <a:ext cx="12600" cy="12575"/>
            </a:xfrm>
            <a:custGeom>
              <a:avLst/>
              <a:gdLst/>
              <a:ahLst/>
              <a:cxnLst/>
              <a:rect l="l" t="t" r="r" b="b"/>
              <a:pathLst>
                <a:path w="504" h="503" extrusionOk="0">
                  <a:moveTo>
                    <a:pt x="252" y="0"/>
                  </a:moveTo>
                  <a:cubicBezTo>
                    <a:pt x="116" y="0"/>
                    <a:pt x="1" y="116"/>
                    <a:pt x="1" y="252"/>
                  </a:cubicBezTo>
                  <a:cubicBezTo>
                    <a:pt x="1" y="388"/>
                    <a:pt x="116" y="503"/>
                    <a:pt x="252" y="503"/>
                  </a:cubicBezTo>
                  <a:cubicBezTo>
                    <a:pt x="388" y="503"/>
                    <a:pt x="503" y="388"/>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8"/>
            <p:cNvSpPr/>
            <p:nvPr/>
          </p:nvSpPr>
          <p:spPr>
            <a:xfrm>
              <a:off x="1043825" y="4228525"/>
              <a:ext cx="12375" cy="12575"/>
            </a:xfrm>
            <a:custGeom>
              <a:avLst/>
              <a:gdLst/>
              <a:ahLst/>
              <a:cxnLst/>
              <a:rect l="l" t="t" r="r" b="b"/>
              <a:pathLst>
                <a:path w="495" h="503" extrusionOk="0">
                  <a:moveTo>
                    <a:pt x="250" y="0"/>
                  </a:moveTo>
                  <a:cubicBezTo>
                    <a:pt x="107" y="0"/>
                    <a:pt x="0" y="116"/>
                    <a:pt x="0" y="252"/>
                  </a:cubicBezTo>
                  <a:cubicBezTo>
                    <a:pt x="0" y="388"/>
                    <a:pt x="107" y="503"/>
                    <a:pt x="250" y="503"/>
                  </a:cubicBezTo>
                  <a:cubicBezTo>
                    <a:pt x="388" y="503"/>
                    <a:pt x="494" y="388"/>
                    <a:pt x="494" y="252"/>
                  </a:cubicBezTo>
                  <a:cubicBezTo>
                    <a:pt x="494"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8"/>
            <p:cNvSpPr/>
            <p:nvPr/>
          </p:nvSpPr>
          <p:spPr>
            <a:xfrm>
              <a:off x="1135575" y="4228525"/>
              <a:ext cx="12575" cy="12575"/>
            </a:xfrm>
            <a:custGeom>
              <a:avLst/>
              <a:gdLst/>
              <a:ahLst/>
              <a:cxnLst/>
              <a:rect l="l" t="t" r="r" b="b"/>
              <a:pathLst>
                <a:path w="503" h="503" extrusionOk="0">
                  <a:moveTo>
                    <a:pt x="252" y="0"/>
                  </a:moveTo>
                  <a:cubicBezTo>
                    <a:pt x="116" y="0"/>
                    <a:pt x="0" y="116"/>
                    <a:pt x="0" y="252"/>
                  </a:cubicBezTo>
                  <a:cubicBezTo>
                    <a:pt x="0" y="388"/>
                    <a:pt x="116" y="503"/>
                    <a:pt x="252" y="503"/>
                  </a:cubicBezTo>
                  <a:cubicBezTo>
                    <a:pt x="387" y="503"/>
                    <a:pt x="503" y="388"/>
                    <a:pt x="503" y="252"/>
                  </a:cubicBezTo>
                  <a:cubicBezTo>
                    <a:pt x="503"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8"/>
            <p:cNvSpPr/>
            <p:nvPr/>
          </p:nvSpPr>
          <p:spPr>
            <a:xfrm>
              <a:off x="1227500" y="4228525"/>
              <a:ext cx="12400" cy="12575"/>
            </a:xfrm>
            <a:custGeom>
              <a:avLst/>
              <a:gdLst/>
              <a:ahLst/>
              <a:cxnLst/>
              <a:rect l="l" t="t" r="r" b="b"/>
              <a:pathLst>
                <a:path w="496" h="503" extrusionOk="0">
                  <a:moveTo>
                    <a:pt x="251" y="0"/>
                  </a:moveTo>
                  <a:cubicBezTo>
                    <a:pt x="109" y="0"/>
                    <a:pt x="0" y="116"/>
                    <a:pt x="0" y="252"/>
                  </a:cubicBezTo>
                  <a:cubicBezTo>
                    <a:pt x="0" y="388"/>
                    <a:pt x="109" y="503"/>
                    <a:pt x="251" y="503"/>
                  </a:cubicBezTo>
                  <a:cubicBezTo>
                    <a:pt x="387" y="503"/>
                    <a:pt x="496" y="388"/>
                    <a:pt x="496" y="252"/>
                  </a:cubicBezTo>
                  <a:cubicBezTo>
                    <a:pt x="496"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8"/>
            <p:cNvSpPr/>
            <p:nvPr/>
          </p:nvSpPr>
          <p:spPr>
            <a:xfrm>
              <a:off x="1319275" y="4228525"/>
              <a:ext cx="12550" cy="12575"/>
            </a:xfrm>
            <a:custGeom>
              <a:avLst/>
              <a:gdLst/>
              <a:ahLst/>
              <a:cxnLst/>
              <a:rect l="l" t="t" r="r" b="b"/>
              <a:pathLst>
                <a:path w="502" h="503" extrusionOk="0">
                  <a:moveTo>
                    <a:pt x="252" y="0"/>
                  </a:moveTo>
                  <a:cubicBezTo>
                    <a:pt x="114" y="0"/>
                    <a:pt x="1" y="116"/>
                    <a:pt x="1" y="252"/>
                  </a:cubicBezTo>
                  <a:cubicBezTo>
                    <a:pt x="1" y="388"/>
                    <a:pt x="114" y="503"/>
                    <a:pt x="252" y="503"/>
                  </a:cubicBezTo>
                  <a:cubicBezTo>
                    <a:pt x="388" y="503"/>
                    <a:pt x="501" y="388"/>
                    <a:pt x="501" y="252"/>
                  </a:cubicBezTo>
                  <a:cubicBezTo>
                    <a:pt x="501"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8"/>
            <p:cNvSpPr/>
            <p:nvPr/>
          </p:nvSpPr>
          <p:spPr>
            <a:xfrm>
              <a:off x="1411200" y="4228525"/>
              <a:ext cx="12425" cy="12575"/>
            </a:xfrm>
            <a:custGeom>
              <a:avLst/>
              <a:gdLst/>
              <a:ahLst/>
              <a:cxnLst/>
              <a:rect l="l" t="t" r="r" b="b"/>
              <a:pathLst>
                <a:path w="497" h="503" extrusionOk="0">
                  <a:moveTo>
                    <a:pt x="245" y="0"/>
                  </a:moveTo>
                  <a:cubicBezTo>
                    <a:pt x="109" y="0"/>
                    <a:pt x="1" y="116"/>
                    <a:pt x="1" y="252"/>
                  </a:cubicBezTo>
                  <a:cubicBezTo>
                    <a:pt x="1" y="388"/>
                    <a:pt x="109" y="503"/>
                    <a:pt x="245" y="503"/>
                  </a:cubicBezTo>
                  <a:cubicBezTo>
                    <a:pt x="388" y="503"/>
                    <a:pt x="496" y="388"/>
                    <a:pt x="496" y="252"/>
                  </a:cubicBezTo>
                  <a:cubicBezTo>
                    <a:pt x="496" y="116"/>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8"/>
            <p:cNvSpPr/>
            <p:nvPr/>
          </p:nvSpPr>
          <p:spPr>
            <a:xfrm>
              <a:off x="1503000" y="4228525"/>
              <a:ext cx="12525" cy="12575"/>
            </a:xfrm>
            <a:custGeom>
              <a:avLst/>
              <a:gdLst/>
              <a:ahLst/>
              <a:cxnLst/>
              <a:rect l="l" t="t" r="r" b="b"/>
              <a:pathLst>
                <a:path w="501" h="503" extrusionOk="0">
                  <a:moveTo>
                    <a:pt x="250" y="0"/>
                  </a:moveTo>
                  <a:cubicBezTo>
                    <a:pt x="114" y="0"/>
                    <a:pt x="0" y="116"/>
                    <a:pt x="0" y="252"/>
                  </a:cubicBezTo>
                  <a:cubicBezTo>
                    <a:pt x="0" y="388"/>
                    <a:pt x="114" y="503"/>
                    <a:pt x="250" y="503"/>
                  </a:cubicBezTo>
                  <a:cubicBezTo>
                    <a:pt x="387" y="503"/>
                    <a:pt x="501" y="388"/>
                    <a:pt x="501" y="252"/>
                  </a:cubicBezTo>
                  <a:cubicBezTo>
                    <a:pt x="501" y="116"/>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8"/>
            <p:cNvSpPr/>
            <p:nvPr/>
          </p:nvSpPr>
          <p:spPr>
            <a:xfrm>
              <a:off x="1594750" y="4228525"/>
              <a:ext cx="12575" cy="12575"/>
            </a:xfrm>
            <a:custGeom>
              <a:avLst/>
              <a:gdLst/>
              <a:ahLst/>
              <a:cxnLst/>
              <a:rect l="l" t="t" r="r" b="b"/>
              <a:pathLst>
                <a:path w="503" h="503" extrusionOk="0">
                  <a:moveTo>
                    <a:pt x="251" y="0"/>
                  </a:moveTo>
                  <a:cubicBezTo>
                    <a:pt x="115" y="0"/>
                    <a:pt x="0" y="116"/>
                    <a:pt x="0" y="252"/>
                  </a:cubicBezTo>
                  <a:cubicBezTo>
                    <a:pt x="0" y="388"/>
                    <a:pt x="115" y="503"/>
                    <a:pt x="251" y="503"/>
                  </a:cubicBezTo>
                  <a:cubicBezTo>
                    <a:pt x="394" y="503"/>
                    <a:pt x="503" y="388"/>
                    <a:pt x="503" y="252"/>
                  </a:cubicBezTo>
                  <a:cubicBezTo>
                    <a:pt x="503" y="116"/>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8"/>
            <p:cNvSpPr/>
            <p:nvPr/>
          </p:nvSpPr>
          <p:spPr>
            <a:xfrm>
              <a:off x="1686650" y="4228525"/>
              <a:ext cx="12600" cy="12575"/>
            </a:xfrm>
            <a:custGeom>
              <a:avLst/>
              <a:gdLst/>
              <a:ahLst/>
              <a:cxnLst/>
              <a:rect l="l" t="t" r="r" b="b"/>
              <a:pathLst>
                <a:path w="504" h="503" extrusionOk="0">
                  <a:moveTo>
                    <a:pt x="252" y="0"/>
                  </a:moveTo>
                  <a:cubicBezTo>
                    <a:pt x="116" y="0"/>
                    <a:pt x="1" y="116"/>
                    <a:pt x="1" y="252"/>
                  </a:cubicBezTo>
                  <a:cubicBezTo>
                    <a:pt x="1" y="388"/>
                    <a:pt x="116" y="503"/>
                    <a:pt x="252" y="503"/>
                  </a:cubicBezTo>
                  <a:cubicBezTo>
                    <a:pt x="388" y="503"/>
                    <a:pt x="503" y="388"/>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8"/>
            <p:cNvSpPr/>
            <p:nvPr/>
          </p:nvSpPr>
          <p:spPr>
            <a:xfrm>
              <a:off x="1778450" y="4228525"/>
              <a:ext cx="12550" cy="12575"/>
            </a:xfrm>
            <a:custGeom>
              <a:avLst/>
              <a:gdLst/>
              <a:ahLst/>
              <a:cxnLst/>
              <a:rect l="l" t="t" r="r" b="b"/>
              <a:pathLst>
                <a:path w="502" h="503" extrusionOk="0">
                  <a:moveTo>
                    <a:pt x="252" y="0"/>
                  </a:moveTo>
                  <a:cubicBezTo>
                    <a:pt x="114" y="0"/>
                    <a:pt x="1" y="116"/>
                    <a:pt x="1" y="252"/>
                  </a:cubicBezTo>
                  <a:cubicBezTo>
                    <a:pt x="1" y="388"/>
                    <a:pt x="114" y="503"/>
                    <a:pt x="252" y="503"/>
                  </a:cubicBezTo>
                  <a:cubicBezTo>
                    <a:pt x="388" y="503"/>
                    <a:pt x="501" y="388"/>
                    <a:pt x="501" y="252"/>
                  </a:cubicBezTo>
                  <a:cubicBezTo>
                    <a:pt x="501"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8"/>
            <p:cNvSpPr/>
            <p:nvPr/>
          </p:nvSpPr>
          <p:spPr>
            <a:xfrm>
              <a:off x="1870375" y="4228525"/>
              <a:ext cx="12400" cy="12575"/>
            </a:xfrm>
            <a:custGeom>
              <a:avLst/>
              <a:gdLst/>
              <a:ahLst/>
              <a:cxnLst/>
              <a:rect l="l" t="t" r="r" b="b"/>
              <a:pathLst>
                <a:path w="496" h="503" extrusionOk="0">
                  <a:moveTo>
                    <a:pt x="252" y="0"/>
                  </a:moveTo>
                  <a:cubicBezTo>
                    <a:pt x="109" y="0"/>
                    <a:pt x="0" y="116"/>
                    <a:pt x="0" y="252"/>
                  </a:cubicBezTo>
                  <a:cubicBezTo>
                    <a:pt x="0" y="388"/>
                    <a:pt x="109" y="503"/>
                    <a:pt x="252" y="503"/>
                  </a:cubicBezTo>
                  <a:cubicBezTo>
                    <a:pt x="387" y="503"/>
                    <a:pt x="496" y="388"/>
                    <a:pt x="496" y="252"/>
                  </a:cubicBezTo>
                  <a:cubicBezTo>
                    <a:pt x="496"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8"/>
            <p:cNvSpPr/>
            <p:nvPr/>
          </p:nvSpPr>
          <p:spPr>
            <a:xfrm>
              <a:off x="1962150" y="4228525"/>
              <a:ext cx="12550" cy="12575"/>
            </a:xfrm>
            <a:custGeom>
              <a:avLst/>
              <a:gdLst/>
              <a:ahLst/>
              <a:cxnLst/>
              <a:rect l="l" t="t" r="r" b="b"/>
              <a:pathLst>
                <a:path w="502" h="503" extrusionOk="0">
                  <a:moveTo>
                    <a:pt x="250" y="0"/>
                  </a:moveTo>
                  <a:cubicBezTo>
                    <a:pt x="114" y="0"/>
                    <a:pt x="1" y="116"/>
                    <a:pt x="1" y="252"/>
                  </a:cubicBezTo>
                  <a:cubicBezTo>
                    <a:pt x="1" y="388"/>
                    <a:pt x="114" y="503"/>
                    <a:pt x="250" y="503"/>
                  </a:cubicBezTo>
                  <a:cubicBezTo>
                    <a:pt x="388" y="503"/>
                    <a:pt x="502" y="388"/>
                    <a:pt x="502" y="252"/>
                  </a:cubicBezTo>
                  <a:cubicBezTo>
                    <a:pt x="502"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8"/>
            <p:cNvSpPr/>
            <p:nvPr/>
          </p:nvSpPr>
          <p:spPr>
            <a:xfrm>
              <a:off x="2054075" y="4228525"/>
              <a:ext cx="12425" cy="12575"/>
            </a:xfrm>
            <a:custGeom>
              <a:avLst/>
              <a:gdLst/>
              <a:ahLst/>
              <a:cxnLst/>
              <a:rect l="l" t="t" r="r" b="b"/>
              <a:pathLst>
                <a:path w="497" h="503" extrusionOk="0">
                  <a:moveTo>
                    <a:pt x="252" y="0"/>
                  </a:moveTo>
                  <a:cubicBezTo>
                    <a:pt x="109" y="0"/>
                    <a:pt x="1" y="116"/>
                    <a:pt x="1" y="252"/>
                  </a:cubicBezTo>
                  <a:cubicBezTo>
                    <a:pt x="1" y="388"/>
                    <a:pt x="109" y="503"/>
                    <a:pt x="252" y="503"/>
                  </a:cubicBezTo>
                  <a:cubicBezTo>
                    <a:pt x="388" y="503"/>
                    <a:pt x="496" y="388"/>
                    <a:pt x="496" y="252"/>
                  </a:cubicBezTo>
                  <a:cubicBezTo>
                    <a:pt x="496"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8"/>
            <p:cNvSpPr/>
            <p:nvPr/>
          </p:nvSpPr>
          <p:spPr>
            <a:xfrm>
              <a:off x="2145825" y="4228525"/>
              <a:ext cx="12600" cy="12575"/>
            </a:xfrm>
            <a:custGeom>
              <a:avLst/>
              <a:gdLst/>
              <a:ahLst/>
              <a:cxnLst/>
              <a:rect l="l" t="t" r="r" b="b"/>
              <a:pathLst>
                <a:path w="504" h="503" extrusionOk="0">
                  <a:moveTo>
                    <a:pt x="252" y="0"/>
                  </a:moveTo>
                  <a:cubicBezTo>
                    <a:pt x="116" y="0"/>
                    <a:pt x="1" y="116"/>
                    <a:pt x="1" y="252"/>
                  </a:cubicBezTo>
                  <a:cubicBezTo>
                    <a:pt x="1" y="388"/>
                    <a:pt x="116" y="503"/>
                    <a:pt x="252" y="503"/>
                  </a:cubicBezTo>
                  <a:cubicBezTo>
                    <a:pt x="388" y="503"/>
                    <a:pt x="503" y="388"/>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8"/>
            <p:cNvSpPr/>
            <p:nvPr/>
          </p:nvSpPr>
          <p:spPr>
            <a:xfrm>
              <a:off x="2237800" y="4228525"/>
              <a:ext cx="12350" cy="12575"/>
            </a:xfrm>
            <a:custGeom>
              <a:avLst/>
              <a:gdLst/>
              <a:ahLst/>
              <a:cxnLst/>
              <a:rect l="l" t="t" r="r" b="b"/>
              <a:pathLst>
                <a:path w="494" h="503" extrusionOk="0">
                  <a:moveTo>
                    <a:pt x="244" y="0"/>
                  </a:moveTo>
                  <a:cubicBezTo>
                    <a:pt x="107" y="0"/>
                    <a:pt x="0" y="116"/>
                    <a:pt x="0" y="252"/>
                  </a:cubicBezTo>
                  <a:cubicBezTo>
                    <a:pt x="0" y="388"/>
                    <a:pt x="107" y="503"/>
                    <a:pt x="244" y="503"/>
                  </a:cubicBezTo>
                  <a:cubicBezTo>
                    <a:pt x="387" y="503"/>
                    <a:pt x="494" y="388"/>
                    <a:pt x="494" y="252"/>
                  </a:cubicBezTo>
                  <a:cubicBezTo>
                    <a:pt x="494" y="116"/>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8"/>
            <p:cNvSpPr/>
            <p:nvPr/>
          </p:nvSpPr>
          <p:spPr>
            <a:xfrm>
              <a:off x="2329550" y="4228525"/>
              <a:ext cx="12575" cy="12575"/>
            </a:xfrm>
            <a:custGeom>
              <a:avLst/>
              <a:gdLst/>
              <a:ahLst/>
              <a:cxnLst/>
              <a:rect l="l" t="t" r="r" b="b"/>
              <a:pathLst>
                <a:path w="503" h="503" extrusionOk="0">
                  <a:moveTo>
                    <a:pt x="251" y="0"/>
                  </a:moveTo>
                  <a:cubicBezTo>
                    <a:pt x="115" y="0"/>
                    <a:pt x="0" y="116"/>
                    <a:pt x="0" y="252"/>
                  </a:cubicBezTo>
                  <a:cubicBezTo>
                    <a:pt x="0" y="388"/>
                    <a:pt x="115" y="503"/>
                    <a:pt x="251" y="503"/>
                  </a:cubicBezTo>
                  <a:cubicBezTo>
                    <a:pt x="387" y="503"/>
                    <a:pt x="502" y="388"/>
                    <a:pt x="502" y="252"/>
                  </a:cubicBezTo>
                  <a:cubicBezTo>
                    <a:pt x="502"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8"/>
            <p:cNvSpPr/>
            <p:nvPr/>
          </p:nvSpPr>
          <p:spPr>
            <a:xfrm>
              <a:off x="2421325" y="4228525"/>
              <a:ext cx="12550" cy="12575"/>
            </a:xfrm>
            <a:custGeom>
              <a:avLst/>
              <a:gdLst/>
              <a:ahLst/>
              <a:cxnLst/>
              <a:rect l="l" t="t" r="r" b="b"/>
              <a:pathLst>
                <a:path w="502" h="503" extrusionOk="0">
                  <a:moveTo>
                    <a:pt x="250" y="0"/>
                  </a:moveTo>
                  <a:cubicBezTo>
                    <a:pt x="114" y="0"/>
                    <a:pt x="1" y="116"/>
                    <a:pt x="1" y="252"/>
                  </a:cubicBezTo>
                  <a:cubicBezTo>
                    <a:pt x="1" y="388"/>
                    <a:pt x="114" y="503"/>
                    <a:pt x="250" y="503"/>
                  </a:cubicBezTo>
                  <a:cubicBezTo>
                    <a:pt x="395" y="503"/>
                    <a:pt x="501" y="388"/>
                    <a:pt x="501" y="252"/>
                  </a:cubicBezTo>
                  <a:cubicBezTo>
                    <a:pt x="501" y="116"/>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8"/>
            <p:cNvSpPr/>
            <p:nvPr/>
          </p:nvSpPr>
          <p:spPr>
            <a:xfrm>
              <a:off x="2513250" y="4228525"/>
              <a:ext cx="12575" cy="12575"/>
            </a:xfrm>
            <a:custGeom>
              <a:avLst/>
              <a:gdLst/>
              <a:ahLst/>
              <a:cxnLst/>
              <a:rect l="l" t="t" r="r" b="b"/>
              <a:pathLst>
                <a:path w="503" h="503" extrusionOk="0">
                  <a:moveTo>
                    <a:pt x="252" y="0"/>
                  </a:moveTo>
                  <a:cubicBezTo>
                    <a:pt x="109" y="0"/>
                    <a:pt x="0" y="116"/>
                    <a:pt x="0" y="252"/>
                  </a:cubicBezTo>
                  <a:cubicBezTo>
                    <a:pt x="0" y="388"/>
                    <a:pt x="109" y="503"/>
                    <a:pt x="252" y="503"/>
                  </a:cubicBezTo>
                  <a:cubicBezTo>
                    <a:pt x="388" y="503"/>
                    <a:pt x="503" y="388"/>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8"/>
            <p:cNvSpPr/>
            <p:nvPr/>
          </p:nvSpPr>
          <p:spPr>
            <a:xfrm>
              <a:off x="2605000" y="4228525"/>
              <a:ext cx="12575" cy="12575"/>
            </a:xfrm>
            <a:custGeom>
              <a:avLst/>
              <a:gdLst/>
              <a:ahLst/>
              <a:cxnLst/>
              <a:rect l="l" t="t" r="r" b="b"/>
              <a:pathLst>
                <a:path w="503" h="503" extrusionOk="0">
                  <a:moveTo>
                    <a:pt x="252" y="0"/>
                  </a:moveTo>
                  <a:cubicBezTo>
                    <a:pt x="116" y="0"/>
                    <a:pt x="0" y="116"/>
                    <a:pt x="0" y="252"/>
                  </a:cubicBezTo>
                  <a:cubicBezTo>
                    <a:pt x="0" y="388"/>
                    <a:pt x="116" y="503"/>
                    <a:pt x="252" y="503"/>
                  </a:cubicBezTo>
                  <a:cubicBezTo>
                    <a:pt x="387" y="503"/>
                    <a:pt x="503" y="388"/>
                    <a:pt x="503" y="252"/>
                  </a:cubicBezTo>
                  <a:cubicBezTo>
                    <a:pt x="503"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8"/>
            <p:cNvSpPr/>
            <p:nvPr/>
          </p:nvSpPr>
          <p:spPr>
            <a:xfrm>
              <a:off x="2696950" y="4228525"/>
              <a:ext cx="12375" cy="12575"/>
            </a:xfrm>
            <a:custGeom>
              <a:avLst/>
              <a:gdLst/>
              <a:ahLst/>
              <a:cxnLst/>
              <a:rect l="l" t="t" r="r" b="b"/>
              <a:pathLst>
                <a:path w="495" h="503" extrusionOk="0">
                  <a:moveTo>
                    <a:pt x="252" y="0"/>
                  </a:moveTo>
                  <a:cubicBezTo>
                    <a:pt x="108" y="0"/>
                    <a:pt x="1" y="116"/>
                    <a:pt x="1" y="252"/>
                  </a:cubicBezTo>
                  <a:cubicBezTo>
                    <a:pt x="1" y="388"/>
                    <a:pt x="108" y="503"/>
                    <a:pt x="252" y="503"/>
                  </a:cubicBezTo>
                  <a:cubicBezTo>
                    <a:pt x="388" y="503"/>
                    <a:pt x="495" y="388"/>
                    <a:pt x="495" y="252"/>
                  </a:cubicBezTo>
                  <a:cubicBezTo>
                    <a:pt x="495"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8"/>
            <p:cNvSpPr/>
            <p:nvPr/>
          </p:nvSpPr>
          <p:spPr>
            <a:xfrm>
              <a:off x="2788700" y="4228525"/>
              <a:ext cx="12600" cy="12575"/>
            </a:xfrm>
            <a:custGeom>
              <a:avLst/>
              <a:gdLst/>
              <a:ahLst/>
              <a:cxnLst/>
              <a:rect l="l" t="t" r="r" b="b"/>
              <a:pathLst>
                <a:path w="504" h="503" extrusionOk="0">
                  <a:moveTo>
                    <a:pt x="252" y="0"/>
                  </a:moveTo>
                  <a:cubicBezTo>
                    <a:pt x="116" y="0"/>
                    <a:pt x="1" y="116"/>
                    <a:pt x="1" y="252"/>
                  </a:cubicBezTo>
                  <a:cubicBezTo>
                    <a:pt x="1" y="388"/>
                    <a:pt x="116" y="503"/>
                    <a:pt x="252" y="503"/>
                  </a:cubicBezTo>
                  <a:cubicBezTo>
                    <a:pt x="388" y="503"/>
                    <a:pt x="503" y="388"/>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8"/>
            <p:cNvSpPr/>
            <p:nvPr/>
          </p:nvSpPr>
          <p:spPr>
            <a:xfrm>
              <a:off x="2880675" y="4228525"/>
              <a:ext cx="12375" cy="12575"/>
            </a:xfrm>
            <a:custGeom>
              <a:avLst/>
              <a:gdLst/>
              <a:ahLst/>
              <a:cxnLst/>
              <a:rect l="l" t="t" r="r" b="b"/>
              <a:pathLst>
                <a:path w="495" h="503" extrusionOk="0">
                  <a:moveTo>
                    <a:pt x="243" y="0"/>
                  </a:moveTo>
                  <a:cubicBezTo>
                    <a:pt x="107" y="0"/>
                    <a:pt x="0" y="116"/>
                    <a:pt x="0" y="252"/>
                  </a:cubicBezTo>
                  <a:cubicBezTo>
                    <a:pt x="0" y="388"/>
                    <a:pt x="107" y="503"/>
                    <a:pt x="243" y="503"/>
                  </a:cubicBezTo>
                  <a:cubicBezTo>
                    <a:pt x="387" y="503"/>
                    <a:pt x="494" y="388"/>
                    <a:pt x="494" y="252"/>
                  </a:cubicBezTo>
                  <a:cubicBezTo>
                    <a:pt x="494" y="116"/>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8"/>
            <p:cNvSpPr/>
            <p:nvPr/>
          </p:nvSpPr>
          <p:spPr>
            <a:xfrm>
              <a:off x="2972425" y="4228525"/>
              <a:ext cx="12575" cy="12575"/>
            </a:xfrm>
            <a:custGeom>
              <a:avLst/>
              <a:gdLst/>
              <a:ahLst/>
              <a:cxnLst/>
              <a:rect l="l" t="t" r="r" b="b"/>
              <a:pathLst>
                <a:path w="503" h="503" extrusionOk="0">
                  <a:moveTo>
                    <a:pt x="251" y="0"/>
                  </a:moveTo>
                  <a:cubicBezTo>
                    <a:pt x="115" y="0"/>
                    <a:pt x="0" y="116"/>
                    <a:pt x="0" y="252"/>
                  </a:cubicBezTo>
                  <a:cubicBezTo>
                    <a:pt x="0" y="388"/>
                    <a:pt x="115" y="503"/>
                    <a:pt x="251" y="503"/>
                  </a:cubicBezTo>
                  <a:cubicBezTo>
                    <a:pt x="387" y="503"/>
                    <a:pt x="503" y="388"/>
                    <a:pt x="503" y="252"/>
                  </a:cubicBezTo>
                  <a:cubicBezTo>
                    <a:pt x="503"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8"/>
            <p:cNvSpPr/>
            <p:nvPr/>
          </p:nvSpPr>
          <p:spPr>
            <a:xfrm>
              <a:off x="3064375" y="4228525"/>
              <a:ext cx="12375" cy="12575"/>
            </a:xfrm>
            <a:custGeom>
              <a:avLst/>
              <a:gdLst/>
              <a:ahLst/>
              <a:cxnLst/>
              <a:rect l="l" t="t" r="r" b="b"/>
              <a:pathLst>
                <a:path w="495" h="503" extrusionOk="0">
                  <a:moveTo>
                    <a:pt x="243" y="0"/>
                  </a:moveTo>
                  <a:cubicBezTo>
                    <a:pt x="107" y="0"/>
                    <a:pt x="1" y="116"/>
                    <a:pt x="1" y="252"/>
                  </a:cubicBezTo>
                  <a:cubicBezTo>
                    <a:pt x="1" y="388"/>
                    <a:pt x="107" y="503"/>
                    <a:pt x="243" y="503"/>
                  </a:cubicBezTo>
                  <a:cubicBezTo>
                    <a:pt x="388" y="503"/>
                    <a:pt x="495" y="388"/>
                    <a:pt x="495" y="252"/>
                  </a:cubicBezTo>
                  <a:cubicBezTo>
                    <a:pt x="495" y="116"/>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8"/>
            <p:cNvSpPr/>
            <p:nvPr/>
          </p:nvSpPr>
          <p:spPr>
            <a:xfrm>
              <a:off x="3156125" y="4228525"/>
              <a:ext cx="12600" cy="12575"/>
            </a:xfrm>
            <a:custGeom>
              <a:avLst/>
              <a:gdLst/>
              <a:ahLst/>
              <a:cxnLst/>
              <a:rect l="l" t="t" r="r" b="b"/>
              <a:pathLst>
                <a:path w="504" h="503" extrusionOk="0">
                  <a:moveTo>
                    <a:pt x="252" y="0"/>
                  </a:moveTo>
                  <a:cubicBezTo>
                    <a:pt x="116" y="0"/>
                    <a:pt x="1" y="116"/>
                    <a:pt x="1" y="252"/>
                  </a:cubicBezTo>
                  <a:cubicBezTo>
                    <a:pt x="1" y="388"/>
                    <a:pt x="116" y="503"/>
                    <a:pt x="252" y="503"/>
                  </a:cubicBezTo>
                  <a:cubicBezTo>
                    <a:pt x="388" y="503"/>
                    <a:pt x="503" y="388"/>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8"/>
            <p:cNvSpPr/>
            <p:nvPr/>
          </p:nvSpPr>
          <p:spPr>
            <a:xfrm>
              <a:off x="3247875" y="4228525"/>
              <a:ext cx="12575" cy="12575"/>
            </a:xfrm>
            <a:custGeom>
              <a:avLst/>
              <a:gdLst/>
              <a:ahLst/>
              <a:cxnLst/>
              <a:rect l="l" t="t" r="r" b="b"/>
              <a:pathLst>
                <a:path w="503" h="503" extrusionOk="0">
                  <a:moveTo>
                    <a:pt x="252" y="0"/>
                  </a:moveTo>
                  <a:cubicBezTo>
                    <a:pt x="116" y="0"/>
                    <a:pt x="1" y="116"/>
                    <a:pt x="1" y="252"/>
                  </a:cubicBezTo>
                  <a:cubicBezTo>
                    <a:pt x="1" y="388"/>
                    <a:pt x="116" y="503"/>
                    <a:pt x="252" y="503"/>
                  </a:cubicBezTo>
                  <a:cubicBezTo>
                    <a:pt x="388" y="503"/>
                    <a:pt x="503" y="388"/>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8"/>
            <p:cNvSpPr/>
            <p:nvPr/>
          </p:nvSpPr>
          <p:spPr>
            <a:xfrm>
              <a:off x="3339850" y="4228525"/>
              <a:ext cx="12525" cy="12575"/>
            </a:xfrm>
            <a:custGeom>
              <a:avLst/>
              <a:gdLst/>
              <a:ahLst/>
              <a:cxnLst/>
              <a:rect l="l" t="t" r="r" b="b"/>
              <a:pathLst>
                <a:path w="501" h="503" extrusionOk="0">
                  <a:moveTo>
                    <a:pt x="251" y="0"/>
                  </a:moveTo>
                  <a:cubicBezTo>
                    <a:pt x="107" y="0"/>
                    <a:pt x="0" y="116"/>
                    <a:pt x="0" y="252"/>
                  </a:cubicBezTo>
                  <a:cubicBezTo>
                    <a:pt x="0" y="388"/>
                    <a:pt x="107" y="503"/>
                    <a:pt x="251" y="503"/>
                  </a:cubicBezTo>
                  <a:cubicBezTo>
                    <a:pt x="387" y="503"/>
                    <a:pt x="501" y="388"/>
                    <a:pt x="501" y="252"/>
                  </a:cubicBezTo>
                  <a:cubicBezTo>
                    <a:pt x="501"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8"/>
            <p:cNvSpPr/>
            <p:nvPr/>
          </p:nvSpPr>
          <p:spPr>
            <a:xfrm>
              <a:off x="3431575" y="4228525"/>
              <a:ext cx="12600" cy="12575"/>
            </a:xfrm>
            <a:custGeom>
              <a:avLst/>
              <a:gdLst/>
              <a:ahLst/>
              <a:cxnLst/>
              <a:rect l="l" t="t" r="r" b="b"/>
              <a:pathLst>
                <a:path w="504" h="503" extrusionOk="0">
                  <a:moveTo>
                    <a:pt x="252" y="0"/>
                  </a:moveTo>
                  <a:cubicBezTo>
                    <a:pt x="116" y="0"/>
                    <a:pt x="1" y="116"/>
                    <a:pt x="1" y="252"/>
                  </a:cubicBezTo>
                  <a:cubicBezTo>
                    <a:pt x="1" y="388"/>
                    <a:pt x="116" y="503"/>
                    <a:pt x="252" y="503"/>
                  </a:cubicBezTo>
                  <a:cubicBezTo>
                    <a:pt x="388" y="503"/>
                    <a:pt x="503" y="388"/>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8"/>
            <p:cNvSpPr/>
            <p:nvPr/>
          </p:nvSpPr>
          <p:spPr>
            <a:xfrm>
              <a:off x="3523550" y="4228525"/>
              <a:ext cx="12375" cy="12575"/>
            </a:xfrm>
            <a:custGeom>
              <a:avLst/>
              <a:gdLst/>
              <a:ahLst/>
              <a:cxnLst/>
              <a:rect l="l" t="t" r="r" b="b"/>
              <a:pathLst>
                <a:path w="495" h="503" extrusionOk="0">
                  <a:moveTo>
                    <a:pt x="250" y="0"/>
                  </a:moveTo>
                  <a:cubicBezTo>
                    <a:pt x="107" y="0"/>
                    <a:pt x="0" y="116"/>
                    <a:pt x="0" y="252"/>
                  </a:cubicBezTo>
                  <a:cubicBezTo>
                    <a:pt x="0" y="388"/>
                    <a:pt x="107" y="503"/>
                    <a:pt x="250" y="503"/>
                  </a:cubicBezTo>
                  <a:cubicBezTo>
                    <a:pt x="388" y="503"/>
                    <a:pt x="494" y="388"/>
                    <a:pt x="494" y="252"/>
                  </a:cubicBezTo>
                  <a:cubicBezTo>
                    <a:pt x="494"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8"/>
            <p:cNvSpPr/>
            <p:nvPr/>
          </p:nvSpPr>
          <p:spPr>
            <a:xfrm>
              <a:off x="676400" y="4320450"/>
              <a:ext cx="12600" cy="12400"/>
            </a:xfrm>
            <a:custGeom>
              <a:avLst/>
              <a:gdLst/>
              <a:ahLst/>
              <a:cxnLst/>
              <a:rect l="l" t="t" r="r" b="b"/>
              <a:pathLst>
                <a:path w="504" h="496" extrusionOk="0">
                  <a:moveTo>
                    <a:pt x="252" y="0"/>
                  </a:moveTo>
                  <a:cubicBezTo>
                    <a:pt x="116" y="0"/>
                    <a:pt x="1" y="109"/>
                    <a:pt x="1" y="245"/>
                  </a:cubicBezTo>
                  <a:cubicBezTo>
                    <a:pt x="1" y="387"/>
                    <a:pt x="116" y="496"/>
                    <a:pt x="252" y="496"/>
                  </a:cubicBezTo>
                  <a:cubicBezTo>
                    <a:pt x="388" y="496"/>
                    <a:pt x="503" y="387"/>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8"/>
            <p:cNvSpPr/>
            <p:nvPr/>
          </p:nvSpPr>
          <p:spPr>
            <a:xfrm>
              <a:off x="768325" y="4320450"/>
              <a:ext cx="12400" cy="12400"/>
            </a:xfrm>
            <a:custGeom>
              <a:avLst/>
              <a:gdLst/>
              <a:ahLst/>
              <a:cxnLst/>
              <a:rect l="l" t="t" r="r" b="b"/>
              <a:pathLst>
                <a:path w="496" h="496" extrusionOk="0">
                  <a:moveTo>
                    <a:pt x="245" y="0"/>
                  </a:moveTo>
                  <a:cubicBezTo>
                    <a:pt x="109" y="0"/>
                    <a:pt x="0" y="109"/>
                    <a:pt x="0" y="245"/>
                  </a:cubicBezTo>
                  <a:cubicBezTo>
                    <a:pt x="0" y="387"/>
                    <a:pt x="109" y="496"/>
                    <a:pt x="245" y="496"/>
                  </a:cubicBezTo>
                  <a:cubicBezTo>
                    <a:pt x="388" y="496"/>
                    <a:pt x="496" y="387"/>
                    <a:pt x="496" y="245"/>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8"/>
            <p:cNvSpPr/>
            <p:nvPr/>
          </p:nvSpPr>
          <p:spPr>
            <a:xfrm>
              <a:off x="860125" y="4320450"/>
              <a:ext cx="12525" cy="12400"/>
            </a:xfrm>
            <a:custGeom>
              <a:avLst/>
              <a:gdLst/>
              <a:ahLst/>
              <a:cxnLst/>
              <a:rect l="l" t="t" r="r" b="b"/>
              <a:pathLst>
                <a:path w="501" h="496" extrusionOk="0">
                  <a:moveTo>
                    <a:pt x="251" y="0"/>
                  </a:moveTo>
                  <a:cubicBezTo>
                    <a:pt x="114" y="0"/>
                    <a:pt x="0" y="109"/>
                    <a:pt x="0" y="245"/>
                  </a:cubicBezTo>
                  <a:cubicBezTo>
                    <a:pt x="0" y="387"/>
                    <a:pt x="114" y="496"/>
                    <a:pt x="251" y="496"/>
                  </a:cubicBezTo>
                  <a:cubicBezTo>
                    <a:pt x="387" y="496"/>
                    <a:pt x="501" y="387"/>
                    <a:pt x="501" y="245"/>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8"/>
            <p:cNvSpPr/>
            <p:nvPr/>
          </p:nvSpPr>
          <p:spPr>
            <a:xfrm>
              <a:off x="951850" y="4320450"/>
              <a:ext cx="12600" cy="12400"/>
            </a:xfrm>
            <a:custGeom>
              <a:avLst/>
              <a:gdLst/>
              <a:ahLst/>
              <a:cxnLst/>
              <a:rect l="l" t="t" r="r" b="b"/>
              <a:pathLst>
                <a:path w="504" h="496" extrusionOk="0">
                  <a:moveTo>
                    <a:pt x="252" y="0"/>
                  </a:moveTo>
                  <a:cubicBezTo>
                    <a:pt x="116" y="0"/>
                    <a:pt x="1" y="109"/>
                    <a:pt x="1" y="245"/>
                  </a:cubicBezTo>
                  <a:cubicBezTo>
                    <a:pt x="1" y="387"/>
                    <a:pt x="116" y="496"/>
                    <a:pt x="252" y="496"/>
                  </a:cubicBezTo>
                  <a:cubicBezTo>
                    <a:pt x="388" y="496"/>
                    <a:pt x="503" y="387"/>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8"/>
            <p:cNvSpPr/>
            <p:nvPr/>
          </p:nvSpPr>
          <p:spPr>
            <a:xfrm>
              <a:off x="1043825" y="4320450"/>
              <a:ext cx="12375" cy="12400"/>
            </a:xfrm>
            <a:custGeom>
              <a:avLst/>
              <a:gdLst/>
              <a:ahLst/>
              <a:cxnLst/>
              <a:rect l="l" t="t" r="r" b="b"/>
              <a:pathLst>
                <a:path w="495" h="496" extrusionOk="0">
                  <a:moveTo>
                    <a:pt x="250" y="0"/>
                  </a:moveTo>
                  <a:cubicBezTo>
                    <a:pt x="107" y="0"/>
                    <a:pt x="0" y="109"/>
                    <a:pt x="0" y="245"/>
                  </a:cubicBezTo>
                  <a:cubicBezTo>
                    <a:pt x="0" y="387"/>
                    <a:pt x="107" y="496"/>
                    <a:pt x="250" y="496"/>
                  </a:cubicBezTo>
                  <a:cubicBezTo>
                    <a:pt x="388" y="496"/>
                    <a:pt x="494" y="387"/>
                    <a:pt x="494" y="245"/>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8"/>
            <p:cNvSpPr/>
            <p:nvPr/>
          </p:nvSpPr>
          <p:spPr>
            <a:xfrm>
              <a:off x="1135575" y="4320450"/>
              <a:ext cx="12575" cy="12400"/>
            </a:xfrm>
            <a:custGeom>
              <a:avLst/>
              <a:gdLst/>
              <a:ahLst/>
              <a:cxnLst/>
              <a:rect l="l" t="t" r="r" b="b"/>
              <a:pathLst>
                <a:path w="503" h="496" extrusionOk="0">
                  <a:moveTo>
                    <a:pt x="252" y="0"/>
                  </a:moveTo>
                  <a:cubicBezTo>
                    <a:pt x="116" y="0"/>
                    <a:pt x="0" y="109"/>
                    <a:pt x="0" y="245"/>
                  </a:cubicBezTo>
                  <a:cubicBezTo>
                    <a:pt x="0" y="387"/>
                    <a:pt x="116" y="496"/>
                    <a:pt x="252" y="496"/>
                  </a:cubicBezTo>
                  <a:cubicBezTo>
                    <a:pt x="387" y="496"/>
                    <a:pt x="503" y="387"/>
                    <a:pt x="503" y="245"/>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8"/>
            <p:cNvSpPr/>
            <p:nvPr/>
          </p:nvSpPr>
          <p:spPr>
            <a:xfrm>
              <a:off x="1227500" y="4320450"/>
              <a:ext cx="12400" cy="12400"/>
            </a:xfrm>
            <a:custGeom>
              <a:avLst/>
              <a:gdLst/>
              <a:ahLst/>
              <a:cxnLst/>
              <a:rect l="l" t="t" r="r" b="b"/>
              <a:pathLst>
                <a:path w="496" h="496" extrusionOk="0">
                  <a:moveTo>
                    <a:pt x="251" y="0"/>
                  </a:moveTo>
                  <a:cubicBezTo>
                    <a:pt x="109" y="0"/>
                    <a:pt x="0" y="109"/>
                    <a:pt x="0" y="245"/>
                  </a:cubicBezTo>
                  <a:cubicBezTo>
                    <a:pt x="0" y="387"/>
                    <a:pt x="109" y="496"/>
                    <a:pt x="251" y="496"/>
                  </a:cubicBezTo>
                  <a:cubicBezTo>
                    <a:pt x="387" y="496"/>
                    <a:pt x="496" y="387"/>
                    <a:pt x="496" y="245"/>
                  </a:cubicBezTo>
                  <a:cubicBezTo>
                    <a:pt x="496"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8"/>
            <p:cNvSpPr/>
            <p:nvPr/>
          </p:nvSpPr>
          <p:spPr>
            <a:xfrm>
              <a:off x="1319275" y="4320450"/>
              <a:ext cx="12550" cy="12400"/>
            </a:xfrm>
            <a:custGeom>
              <a:avLst/>
              <a:gdLst/>
              <a:ahLst/>
              <a:cxnLst/>
              <a:rect l="l" t="t" r="r" b="b"/>
              <a:pathLst>
                <a:path w="502" h="496" extrusionOk="0">
                  <a:moveTo>
                    <a:pt x="252" y="0"/>
                  </a:moveTo>
                  <a:cubicBezTo>
                    <a:pt x="114" y="0"/>
                    <a:pt x="1" y="109"/>
                    <a:pt x="1" y="245"/>
                  </a:cubicBezTo>
                  <a:cubicBezTo>
                    <a:pt x="1" y="387"/>
                    <a:pt x="114" y="496"/>
                    <a:pt x="252" y="496"/>
                  </a:cubicBezTo>
                  <a:cubicBezTo>
                    <a:pt x="388" y="496"/>
                    <a:pt x="501" y="387"/>
                    <a:pt x="501" y="245"/>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8"/>
            <p:cNvSpPr/>
            <p:nvPr/>
          </p:nvSpPr>
          <p:spPr>
            <a:xfrm>
              <a:off x="1411200" y="4320450"/>
              <a:ext cx="12425" cy="12400"/>
            </a:xfrm>
            <a:custGeom>
              <a:avLst/>
              <a:gdLst/>
              <a:ahLst/>
              <a:cxnLst/>
              <a:rect l="l" t="t" r="r" b="b"/>
              <a:pathLst>
                <a:path w="497" h="496" extrusionOk="0">
                  <a:moveTo>
                    <a:pt x="245" y="0"/>
                  </a:moveTo>
                  <a:cubicBezTo>
                    <a:pt x="109" y="0"/>
                    <a:pt x="1" y="109"/>
                    <a:pt x="1" y="245"/>
                  </a:cubicBezTo>
                  <a:cubicBezTo>
                    <a:pt x="1" y="387"/>
                    <a:pt x="109" y="496"/>
                    <a:pt x="245" y="496"/>
                  </a:cubicBezTo>
                  <a:cubicBezTo>
                    <a:pt x="388" y="496"/>
                    <a:pt x="496" y="387"/>
                    <a:pt x="496" y="245"/>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8"/>
            <p:cNvSpPr/>
            <p:nvPr/>
          </p:nvSpPr>
          <p:spPr>
            <a:xfrm>
              <a:off x="1503000" y="4320450"/>
              <a:ext cx="12525" cy="12400"/>
            </a:xfrm>
            <a:custGeom>
              <a:avLst/>
              <a:gdLst/>
              <a:ahLst/>
              <a:cxnLst/>
              <a:rect l="l" t="t" r="r" b="b"/>
              <a:pathLst>
                <a:path w="501" h="496" extrusionOk="0">
                  <a:moveTo>
                    <a:pt x="250" y="0"/>
                  </a:moveTo>
                  <a:cubicBezTo>
                    <a:pt x="114" y="0"/>
                    <a:pt x="0" y="109"/>
                    <a:pt x="0" y="245"/>
                  </a:cubicBezTo>
                  <a:cubicBezTo>
                    <a:pt x="0" y="387"/>
                    <a:pt x="114" y="496"/>
                    <a:pt x="250" y="496"/>
                  </a:cubicBezTo>
                  <a:cubicBezTo>
                    <a:pt x="387" y="496"/>
                    <a:pt x="501" y="387"/>
                    <a:pt x="501" y="245"/>
                  </a:cubicBezTo>
                  <a:cubicBezTo>
                    <a:pt x="501" y="109"/>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8"/>
            <p:cNvSpPr/>
            <p:nvPr/>
          </p:nvSpPr>
          <p:spPr>
            <a:xfrm>
              <a:off x="1594750" y="4320450"/>
              <a:ext cx="12575" cy="12400"/>
            </a:xfrm>
            <a:custGeom>
              <a:avLst/>
              <a:gdLst/>
              <a:ahLst/>
              <a:cxnLst/>
              <a:rect l="l" t="t" r="r" b="b"/>
              <a:pathLst>
                <a:path w="503" h="496" extrusionOk="0">
                  <a:moveTo>
                    <a:pt x="251" y="0"/>
                  </a:moveTo>
                  <a:cubicBezTo>
                    <a:pt x="115" y="0"/>
                    <a:pt x="0" y="109"/>
                    <a:pt x="0" y="245"/>
                  </a:cubicBezTo>
                  <a:cubicBezTo>
                    <a:pt x="0" y="387"/>
                    <a:pt x="115" y="496"/>
                    <a:pt x="251" y="496"/>
                  </a:cubicBezTo>
                  <a:cubicBezTo>
                    <a:pt x="394" y="496"/>
                    <a:pt x="503" y="387"/>
                    <a:pt x="503" y="245"/>
                  </a:cubicBezTo>
                  <a:cubicBezTo>
                    <a:pt x="503" y="109"/>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8"/>
            <p:cNvSpPr/>
            <p:nvPr/>
          </p:nvSpPr>
          <p:spPr>
            <a:xfrm>
              <a:off x="1686650" y="4320450"/>
              <a:ext cx="12600" cy="12400"/>
            </a:xfrm>
            <a:custGeom>
              <a:avLst/>
              <a:gdLst/>
              <a:ahLst/>
              <a:cxnLst/>
              <a:rect l="l" t="t" r="r" b="b"/>
              <a:pathLst>
                <a:path w="504" h="496" extrusionOk="0">
                  <a:moveTo>
                    <a:pt x="252" y="0"/>
                  </a:moveTo>
                  <a:cubicBezTo>
                    <a:pt x="116" y="0"/>
                    <a:pt x="1" y="109"/>
                    <a:pt x="1" y="245"/>
                  </a:cubicBezTo>
                  <a:cubicBezTo>
                    <a:pt x="1" y="387"/>
                    <a:pt x="116" y="496"/>
                    <a:pt x="252" y="496"/>
                  </a:cubicBezTo>
                  <a:cubicBezTo>
                    <a:pt x="388" y="496"/>
                    <a:pt x="503" y="387"/>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8"/>
            <p:cNvSpPr/>
            <p:nvPr/>
          </p:nvSpPr>
          <p:spPr>
            <a:xfrm>
              <a:off x="1778450" y="4320450"/>
              <a:ext cx="12550" cy="12400"/>
            </a:xfrm>
            <a:custGeom>
              <a:avLst/>
              <a:gdLst/>
              <a:ahLst/>
              <a:cxnLst/>
              <a:rect l="l" t="t" r="r" b="b"/>
              <a:pathLst>
                <a:path w="502" h="496" extrusionOk="0">
                  <a:moveTo>
                    <a:pt x="252" y="0"/>
                  </a:moveTo>
                  <a:cubicBezTo>
                    <a:pt x="114" y="0"/>
                    <a:pt x="1" y="109"/>
                    <a:pt x="1" y="245"/>
                  </a:cubicBezTo>
                  <a:cubicBezTo>
                    <a:pt x="1" y="387"/>
                    <a:pt x="114" y="496"/>
                    <a:pt x="252" y="496"/>
                  </a:cubicBezTo>
                  <a:cubicBezTo>
                    <a:pt x="388" y="496"/>
                    <a:pt x="501" y="387"/>
                    <a:pt x="501" y="245"/>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8"/>
            <p:cNvSpPr/>
            <p:nvPr/>
          </p:nvSpPr>
          <p:spPr>
            <a:xfrm>
              <a:off x="1870375" y="4320450"/>
              <a:ext cx="12400" cy="12400"/>
            </a:xfrm>
            <a:custGeom>
              <a:avLst/>
              <a:gdLst/>
              <a:ahLst/>
              <a:cxnLst/>
              <a:rect l="l" t="t" r="r" b="b"/>
              <a:pathLst>
                <a:path w="496" h="496" extrusionOk="0">
                  <a:moveTo>
                    <a:pt x="252" y="0"/>
                  </a:moveTo>
                  <a:cubicBezTo>
                    <a:pt x="109" y="0"/>
                    <a:pt x="0" y="109"/>
                    <a:pt x="0" y="245"/>
                  </a:cubicBezTo>
                  <a:cubicBezTo>
                    <a:pt x="0" y="387"/>
                    <a:pt x="109" y="496"/>
                    <a:pt x="252" y="496"/>
                  </a:cubicBezTo>
                  <a:cubicBezTo>
                    <a:pt x="387" y="496"/>
                    <a:pt x="496" y="387"/>
                    <a:pt x="496" y="245"/>
                  </a:cubicBezTo>
                  <a:cubicBezTo>
                    <a:pt x="496"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8"/>
            <p:cNvSpPr/>
            <p:nvPr/>
          </p:nvSpPr>
          <p:spPr>
            <a:xfrm>
              <a:off x="1962150" y="4320450"/>
              <a:ext cx="12550" cy="12400"/>
            </a:xfrm>
            <a:custGeom>
              <a:avLst/>
              <a:gdLst/>
              <a:ahLst/>
              <a:cxnLst/>
              <a:rect l="l" t="t" r="r" b="b"/>
              <a:pathLst>
                <a:path w="502" h="496" extrusionOk="0">
                  <a:moveTo>
                    <a:pt x="250" y="0"/>
                  </a:moveTo>
                  <a:cubicBezTo>
                    <a:pt x="114" y="0"/>
                    <a:pt x="1" y="109"/>
                    <a:pt x="1" y="245"/>
                  </a:cubicBezTo>
                  <a:cubicBezTo>
                    <a:pt x="1" y="387"/>
                    <a:pt x="114" y="496"/>
                    <a:pt x="250" y="496"/>
                  </a:cubicBezTo>
                  <a:cubicBezTo>
                    <a:pt x="388" y="496"/>
                    <a:pt x="502" y="387"/>
                    <a:pt x="502" y="245"/>
                  </a:cubicBezTo>
                  <a:cubicBezTo>
                    <a:pt x="502"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8"/>
            <p:cNvSpPr/>
            <p:nvPr/>
          </p:nvSpPr>
          <p:spPr>
            <a:xfrm>
              <a:off x="2054075" y="4320450"/>
              <a:ext cx="12425" cy="12400"/>
            </a:xfrm>
            <a:custGeom>
              <a:avLst/>
              <a:gdLst/>
              <a:ahLst/>
              <a:cxnLst/>
              <a:rect l="l" t="t" r="r" b="b"/>
              <a:pathLst>
                <a:path w="497" h="496" extrusionOk="0">
                  <a:moveTo>
                    <a:pt x="252" y="0"/>
                  </a:moveTo>
                  <a:cubicBezTo>
                    <a:pt x="109" y="0"/>
                    <a:pt x="1" y="109"/>
                    <a:pt x="1" y="245"/>
                  </a:cubicBezTo>
                  <a:cubicBezTo>
                    <a:pt x="1" y="387"/>
                    <a:pt x="109" y="496"/>
                    <a:pt x="252" y="496"/>
                  </a:cubicBezTo>
                  <a:cubicBezTo>
                    <a:pt x="388" y="496"/>
                    <a:pt x="496" y="387"/>
                    <a:pt x="496" y="245"/>
                  </a:cubicBezTo>
                  <a:cubicBezTo>
                    <a:pt x="496"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8"/>
            <p:cNvSpPr/>
            <p:nvPr/>
          </p:nvSpPr>
          <p:spPr>
            <a:xfrm>
              <a:off x="2145825" y="4320450"/>
              <a:ext cx="12600" cy="12400"/>
            </a:xfrm>
            <a:custGeom>
              <a:avLst/>
              <a:gdLst/>
              <a:ahLst/>
              <a:cxnLst/>
              <a:rect l="l" t="t" r="r" b="b"/>
              <a:pathLst>
                <a:path w="504" h="496" extrusionOk="0">
                  <a:moveTo>
                    <a:pt x="252" y="0"/>
                  </a:moveTo>
                  <a:cubicBezTo>
                    <a:pt x="116" y="0"/>
                    <a:pt x="1" y="109"/>
                    <a:pt x="1" y="245"/>
                  </a:cubicBezTo>
                  <a:cubicBezTo>
                    <a:pt x="1" y="387"/>
                    <a:pt x="116" y="496"/>
                    <a:pt x="252" y="496"/>
                  </a:cubicBezTo>
                  <a:cubicBezTo>
                    <a:pt x="388" y="496"/>
                    <a:pt x="503" y="387"/>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8"/>
            <p:cNvSpPr/>
            <p:nvPr/>
          </p:nvSpPr>
          <p:spPr>
            <a:xfrm>
              <a:off x="2237800" y="4320450"/>
              <a:ext cx="12350" cy="12400"/>
            </a:xfrm>
            <a:custGeom>
              <a:avLst/>
              <a:gdLst/>
              <a:ahLst/>
              <a:cxnLst/>
              <a:rect l="l" t="t" r="r" b="b"/>
              <a:pathLst>
                <a:path w="494" h="496" extrusionOk="0">
                  <a:moveTo>
                    <a:pt x="244" y="0"/>
                  </a:moveTo>
                  <a:cubicBezTo>
                    <a:pt x="107" y="0"/>
                    <a:pt x="0" y="109"/>
                    <a:pt x="0" y="245"/>
                  </a:cubicBezTo>
                  <a:cubicBezTo>
                    <a:pt x="0" y="387"/>
                    <a:pt x="107" y="496"/>
                    <a:pt x="244" y="496"/>
                  </a:cubicBezTo>
                  <a:cubicBezTo>
                    <a:pt x="387" y="496"/>
                    <a:pt x="494" y="387"/>
                    <a:pt x="494" y="245"/>
                  </a:cubicBezTo>
                  <a:cubicBezTo>
                    <a:pt x="494" y="109"/>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8"/>
            <p:cNvSpPr/>
            <p:nvPr/>
          </p:nvSpPr>
          <p:spPr>
            <a:xfrm>
              <a:off x="2329550" y="4320450"/>
              <a:ext cx="12575" cy="12400"/>
            </a:xfrm>
            <a:custGeom>
              <a:avLst/>
              <a:gdLst/>
              <a:ahLst/>
              <a:cxnLst/>
              <a:rect l="l" t="t" r="r" b="b"/>
              <a:pathLst>
                <a:path w="503" h="496" extrusionOk="0">
                  <a:moveTo>
                    <a:pt x="251" y="0"/>
                  </a:moveTo>
                  <a:cubicBezTo>
                    <a:pt x="115" y="0"/>
                    <a:pt x="0" y="109"/>
                    <a:pt x="0" y="245"/>
                  </a:cubicBezTo>
                  <a:cubicBezTo>
                    <a:pt x="0" y="387"/>
                    <a:pt x="115" y="496"/>
                    <a:pt x="251" y="496"/>
                  </a:cubicBezTo>
                  <a:cubicBezTo>
                    <a:pt x="387" y="496"/>
                    <a:pt x="502" y="387"/>
                    <a:pt x="502" y="245"/>
                  </a:cubicBezTo>
                  <a:cubicBezTo>
                    <a:pt x="502"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8"/>
            <p:cNvSpPr/>
            <p:nvPr/>
          </p:nvSpPr>
          <p:spPr>
            <a:xfrm>
              <a:off x="2421325" y="4320450"/>
              <a:ext cx="12550" cy="12400"/>
            </a:xfrm>
            <a:custGeom>
              <a:avLst/>
              <a:gdLst/>
              <a:ahLst/>
              <a:cxnLst/>
              <a:rect l="l" t="t" r="r" b="b"/>
              <a:pathLst>
                <a:path w="502" h="496" extrusionOk="0">
                  <a:moveTo>
                    <a:pt x="250" y="0"/>
                  </a:moveTo>
                  <a:cubicBezTo>
                    <a:pt x="114" y="0"/>
                    <a:pt x="1" y="109"/>
                    <a:pt x="1" y="245"/>
                  </a:cubicBezTo>
                  <a:cubicBezTo>
                    <a:pt x="1" y="387"/>
                    <a:pt x="114" y="496"/>
                    <a:pt x="250" y="496"/>
                  </a:cubicBezTo>
                  <a:cubicBezTo>
                    <a:pt x="395" y="496"/>
                    <a:pt x="501" y="387"/>
                    <a:pt x="501" y="245"/>
                  </a:cubicBezTo>
                  <a:cubicBezTo>
                    <a:pt x="501" y="109"/>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8"/>
            <p:cNvSpPr/>
            <p:nvPr/>
          </p:nvSpPr>
          <p:spPr>
            <a:xfrm>
              <a:off x="2513250" y="4320450"/>
              <a:ext cx="12575" cy="12400"/>
            </a:xfrm>
            <a:custGeom>
              <a:avLst/>
              <a:gdLst/>
              <a:ahLst/>
              <a:cxnLst/>
              <a:rect l="l" t="t" r="r" b="b"/>
              <a:pathLst>
                <a:path w="503" h="496" extrusionOk="0">
                  <a:moveTo>
                    <a:pt x="252" y="0"/>
                  </a:moveTo>
                  <a:cubicBezTo>
                    <a:pt x="109" y="0"/>
                    <a:pt x="0" y="109"/>
                    <a:pt x="0" y="245"/>
                  </a:cubicBezTo>
                  <a:cubicBezTo>
                    <a:pt x="0" y="387"/>
                    <a:pt x="109" y="496"/>
                    <a:pt x="252" y="496"/>
                  </a:cubicBezTo>
                  <a:cubicBezTo>
                    <a:pt x="388" y="496"/>
                    <a:pt x="503" y="387"/>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8"/>
            <p:cNvSpPr/>
            <p:nvPr/>
          </p:nvSpPr>
          <p:spPr>
            <a:xfrm>
              <a:off x="2605000" y="4320450"/>
              <a:ext cx="12575" cy="12400"/>
            </a:xfrm>
            <a:custGeom>
              <a:avLst/>
              <a:gdLst/>
              <a:ahLst/>
              <a:cxnLst/>
              <a:rect l="l" t="t" r="r" b="b"/>
              <a:pathLst>
                <a:path w="503" h="496" extrusionOk="0">
                  <a:moveTo>
                    <a:pt x="252" y="0"/>
                  </a:moveTo>
                  <a:cubicBezTo>
                    <a:pt x="116" y="0"/>
                    <a:pt x="0" y="109"/>
                    <a:pt x="0" y="245"/>
                  </a:cubicBezTo>
                  <a:cubicBezTo>
                    <a:pt x="0" y="387"/>
                    <a:pt x="116" y="496"/>
                    <a:pt x="252" y="496"/>
                  </a:cubicBezTo>
                  <a:cubicBezTo>
                    <a:pt x="387" y="496"/>
                    <a:pt x="503" y="387"/>
                    <a:pt x="503" y="245"/>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8"/>
            <p:cNvSpPr/>
            <p:nvPr/>
          </p:nvSpPr>
          <p:spPr>
            <a:xfrm>
              <a:off x="2696950" y="4320450"/>
              <a:ext cx="12375" cy="12400"/>
            </a:xfrm>
            <a:custGeom>
              <a:avLst/>
              <a:gdLst/>
              <a:ahLst/>
              <a:cxnLst/>
              <a:rect l="l" t="t" r="r" b="b"/>
              <a:pathLst>
                <a:path w="495" h="496" extrusionOk="0">
                  <a:moveTo>
                    <a:pt x="252" y="0"/>
                  </a:moveTo>
                  <a:cubicBezTo>
                    <a:pt x="108" y="0"/>
                    <a:pt x="1" y="109"/>
                    <a:pt x="1" y="245"/>
                  </a:cubicBezTo>
                  <a:cubicBezTo>
                    <a:pt x="1" y="387"/>
                    <a:pt x="108" y="496"/>
                    <a:pt x="252" y="496"/>
                  </a:cubicBezTo>
                  <a:cubicBezTo>
                    <a:pt x="388" y="496"/>
                    <a:pt x="495" y="387"/>
                    <a:pt x="495" y="245"/>
                  </a:cubicBezTo>
                  <a:cubicBezTo>
                    <a:pt x="495"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8"/>
            <p:cNvSpPr/>
            <p:nvPr/>
          </p:nvSpPr>
          <p:spPr>
            <a:xfrm>
              <a:off x="2788700" y="4320450"/>
              <a:ext cx="12600" cy="12400"/>
            </a:xfrm>
            <a:custGeom>
              <a:avLst/>
              <a:gdLst/>
              <a:ahLst/>
              <a:cxnLst/>
              <a:rect l="l" t="t" r="r" b="b"/>
              <a:pathLst>
                <a:path w="504" h="496" extrusionOk="0">
                  <a:moveTo>
                    <a:pt x="252" y="0"/>
                  </a:moveTo>
                  <a:cubicBezTo>
                    <a:pt x="116" y="0"/>
                    <a:pt x="1" y="109"/>
                    <a:pt x="1" y="245"/>
                  </a:cubicBezTo>
                  <a:cubicBezTo>
                    <a:pt x="1" y="387"/>
                    <a:pt x="116" y="496"/>
                    <a:pt x="252" y="496"/>
                  </a:cubicBezTo>
                  <a:cubicBezTo>
                    <a:pt x="388" y="496"/>
                    <a:pt x="503" y="387"/>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8"/>
            <p:cNvSpPr/>
            <p:nvPr/>
          </p:nvSpPr>
          <p:spPr>
            <a:xfrm>
              <a:off x="2880675" y="4320450"/>
              <a:ext cx="12375" cy="12400"/>
            </a:xfrm>
            <a:custGeom>
              <a:avLst/>
              <a:gdLst/>
              <a:ahLst/>
              <a:cxnLst/>
              <a:rect l="l" t="t" r="r" b="b"/>
              <a:pathLst>
                <a:path w="495" h="496" extrusionOk="0">
                  <a:moveTo>
                    <a:pt x="243" y="0"/>
                  </a:moveTo>
                  <a:cubicBezTo>
                    <a:pt x="107" y="0"/>
                    <a:pt x="0" y="109"/>
                    <a:pt x="0" y="245"/>
                  </a:cubicBezTo>
                  <a:cubicBezTo>
                    <a:pt x="0" y="387"/>
                    <a:pt x="107" y="496"/>
                    <a:pt x="243" y="496"/>
                  </a:cubicBezTo>
                  <a:cubicBezTo>
                    <a:pt x="387" y="496"/>
                    <a:pt x="494" y="387"/>
                    <a:pt x="494" y="245"/>
                  </a:cubicBezTo>
                  <a:cubicBezTo>
                    <a:pt x="494" y="109"/>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8"/>
            <p:cNvSpPr/>
            <p:nvPr/>
          </p:nvSpPr>
          <p:spPr>
            <a:xfrm>
              <a:off x="2972425" y="4320450"/>
              <a:ext cx="12575" cy="12400"/>
            </a:xfrm>
            <a:custGeom>
              <a:avLst/>
              <a:gdLst/>
              <a:ahLst/>
              <a:cxnLst/>
              <a:rect l="l" t="t" r="r" b="b"/>
              <a:pathLst>
                <a:path w="503" h="496" extrusionOk="0">
                  <a:moveTo>
                    <a:pt x="251" y="0"/>
                  </a:moveTo>
                  <a:cubicBezTo>
                    <a:pt x="115" y="0"/>
                    <a:pt x="0" y="109"/>
                    <a:pt x="0" y="245"/>
                  </a:cubicBezTo>
                  <a:cubicBezTo>
                    <a:pt x="0" y="387"/>
                    <a:pt x="115" y="496"/>
                    <a:pt x="251" y="496"/>
                  </a:cubicBezTo>
                  <a:cubicBezTo>
                    <a:pt x="387" y="496"/>
                    <a:pt x="503" y="387"/>
                    <a:pt x="503" y="245"/>
                  </a:cubicBezTo>
                  <a:cubicBezTo>
                    <a:pt x="503"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8"/>
            <p:cNvSpPr/>
            <p:nvPr/>
          </p:nvSpPr>
          <p:spPr>
            <a:xfrm>
              <a:off x="3064375" y="4320450"/>
              <a:ext cx="12375" cy="12400"/>
            </a:xfrm>
            <a:custGeom>
              <a:avLst/>
              <a:gdLst/>
              <a:ahLst/>
              <a:cxnLst/>
              <a:rect l="l" t="t" r="r" b="b"/>
              <a:pathLst>
                <a:path w="495" h="496" extrusionOk="0">
                  <a:moveTo>
                    <a:pt x="243" y="0"/>
                  </a:moveTo>
                  <a:cubicBezTo>
                    <a:pt x="107" y="0"/>
                    <a:pt x="1" y="109"/>
                    <a:pt x="1" y="245"/>
                  </a:cubicBezTo>
                  <a:cubicBezTo>
                    <a:pt x="1" y="387"/>
                    <a:pt x="107" y="496"/>
                    <a:pt x="243" y="496"/>
                  </a:cubicBezTo>
                  <a:cubicBezTo>
                    <a:pt x="388" y="496"/>
                    <a:pt x="495" y="387"/>
                    <a:pt x="495" y="245"/>
                  </a:cubicBezTo>
                  <a:cubicBezTo>
                    <a:pt x="495" y="109"/>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8"/>
            <p:cNvSpPr/>
            <p:nvPr/>
          </p:nvSpPr>
          <p:spPr>
            <a:xfrm>
              <a:off x="3156125" y="4320450"/>
              <a:ext cx="12600" cy="12400"/>
            </a:xfrm>
            <a:custGeom>
              <a:avLst/>
              <a:gdLst/>
              <a:ahLst/>
              <a:cxnLst/>
              <a:rect l="l" t="t" r="r" b="b"/>
              <a:pathLst>
                <a:path w="504" h="496" extrusionOk="0">
                  <a:moveTo>
                    <a:pt x="252" y="0"/>
                  </a:moveTo>
                  <a:cubicBezTo>
                    <a:pt x="116" y="0"/>
                    <a:pt x="1" y="109"/>
                    <a:pt x="1" y="245"/>
                  </a:cubicBezTo>
                  <a:cubicBezTo>
                    <a:pt x="1" y="387"/>
                    <a:pt x="116" y="496"/>
                    <a:pt x="252" y="496"/>
                  </a:cubicBezTo>
                  <a:cubicBezTo>
                    <a:pt x="388" y="496"/>
                    <a:pt x="503" y="387"/>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8"/>
            <p:cNvSpPr/>
            <p:nvPr/>
          </p:nvSpPr>
          <p:spPr>
            <a:xfrm>
              <a:off x="3247875" y="4320450"/>
              <a:ext cx="12575" cy="12400"/>
            </a:xfrm>
            <a:custGeom>
              <a:avLst/>
              <a:gdLst/>
              <a:ahLst/>
              <a:cxnLst/>
              <a:rect l="l" t="t" r="r" b="b"/>
              <a:pathLst>
                <a:path w="503" h="496" extrusionOk="0">
                  <a:moveTo>
                    <a:pt x="252" y="0"/>
                  </a:moveTo>
                  <a:cubicBezTo>
                    <a:pt x="116" y="0"/>
                    <a:pt x="1" y="109"/>
                    <a:pt x="1" y="245"/>
                  </a:cubicBezTo>
                  <a:cubicBezTo>
                    <a:pt x="1" y="387"/>
                    <a:pt x="116" y="496"/>
                    <a:pt x="252" y="496"/>
                  </a:cubicBezTo>
                  <a:cubicBezTo>
                    <a:pt x="388" y="496"/>
                    <a:pt x="503" y="387"/>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8"/>
            <p:cNvSpPr/>
            <p:nvPr/>
          </p:nvSpPr>
          <p:spPr>
            <a:xfrm>
              <a:off x="3339850" y="4320450"/>
              <a:ext cx="12525" cy="12400"/>
            </a:xfrm>
            <a:custGeom>
              <a:avLst/>
              <a:gdLst/>
              <a:ahLst/>
              <a:cxnLst/>
              <a:rect l="l" t="t" r="r" b="b"/>
              <a:pathLst>
                <a:path w="501" h="496" extrusionOk="0">
                  <a:moveTo>
                    <a:pt x="251" y="0"/>
                  </a:moveTo>
                  <a:cubicBezTo>
                    <a:pt x="107" y="0"/>
                    <a:pt x="0" y="109"/>
                    <a:pt x="0" y="245"/>
                  </a:cubicBezTo>
                  <a:cubicBezTo>
                    <a:pt x="0" y="387"/>
                    <a:pt x="107" y="496"/>
                    <a:pt x="251" y="496"/>
                  </a:cubicBezTo>
                  <a:cubicBezTo>
                    <a:pt x="387" y="496"/>
                    <a:pt x="501" y="387"/>
                    <a:pt x="501" y="245"/>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8"/>
            <p:cNvSpPr/>
            <p:nvPr/>
          </p:nvSpPr>
          <p:spPr>
            <a:xfrm>
              <a:off x="3431575" y="4320450"/>
              <a:ext cx="12600" cy="12400"/>
            </a:xfrm>
            <a:custGeom>
              <a:avLst/>
              <a:gdLst/>
              <a:ahLst/>
              <a:cxnLst/>
              <a:rect l="l" t="t" r="r" b="b"/>
              <a:pathLst>
                <a:path w="504" h="496" extrusionOk="0">
                  <a:moveTo>
                    <a:pt x="252" y="0"/>
                  </a:moveTo>
                  <a:cubicBezTo>
                    <a:pt x="116" y="0"/>
                    <a:pt x="1" y="109"/>
                    <a:pt x="1" y="245"/>
                  </a:cubicBezTo>
                  <a:cubicBezTo>
                    <a:pt x="1" y="387"/>
                    <a:pt x="116" y="496"/>
                    <a:pt x="252" y="496"/>
                  </a:cubicBezTo>
                  <a:cubicBezTo>
                    <a:pt x="388" y="496"/>
                    <a:pt x="503" y="387"/>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8"/>
            <p:cNvSpPr/>
            <p:nvPr/>
          </p:nvSpPr>
          <p:spPr>
            <a:xfrm>
              <a:off x="3523550" y="4320450"/>
              <a:ext cx="12375" cy="12400"/>
            </a:xfrm>
            <a:custGeom>
              <a:avLst/>
              <a:gdLst/>
              <a:ahLst/>
              <a:cxnLst/>
              <a:rect l="l" t="t" r="r" b="b"/>
              <a:pathLst>
                <a:path w="495" h="496" extrusionOk="0">
                  <a:moveTo>
                    <a:pt x="250" y="0"/>
                  </a:moveTo>
                  <a:cubicBezTo>
                    <a:pt x="107" y="0"/>
                    <a:pt x="0" y="109"/>
                    <a:pt x="0" y="245"/>
                  </a:cubicBezTo>
                  <a:cubicBezTo>
                    <a:pt x="0" y="387"/>
                    <a:pt x="107" y="496"/>
                    <a:pt x="250" y="496"/>
                  </a:cubicBezTo>
                  <a:cubicBezTo>
                    <a:pt x="388" y="496"/>
                    <a:pt x="494" y="387"/>
                    <a:pt x="494" y="245"/>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8"/>
            <p:cNvSpPr/>
            <p:nvPr/>
          </p:nvSpPr>
          <p:spPr>
            <a:xfrm>
              <a:off x="676400" y="4412225"/>
              <a:ext cx="12600" cy="12550"/>
            </a:xfrm>
            <a:custGeom>
              <a:avLst/>
              <a:gdLst/>
              <a:ahLst/>
              <a:cxnLst/>
              <a:rect l="l" t="t" r="r" b="b"/>
              <a:pathLst>
                <a:path w="504" h="502" extrusionOk="0">
                  <a:moveTo>
                    <a:pt x="252" y="1"/>
                  </a:moveTo>
                  <a:cubicBezTo>
                    <a:pt x="116" y="1"/>
                    <a:pt x="1" y="114"/>
                    <a:pt x="1" y="252"/>
                  </a:cubicBezTo>
                  <a:cubicBezTo>
                    <a:pt x="1" y="388"/>
                    <a:pt x="116" y="502"/>
                    <a:pt x="252" y="502"/>
                  </a:cubicBezTo>
                  <a:cubicBezTo>
                    <a:pt x="388" y="502"/>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8"/>
            <p:cNvSpPr/>
            <p:nvPr/>
          </p:nvSpPr>
          <p:spPr>
            <a:xfrm>
              <a:off x="768325" y="4412225"/>
              <a:ext cx="12400" cy="12550"/>
            </a:xfrm>
            <a:custGeom>
              <a:avLst/>
              <a:gdLst/>
              <a:ahLst/>
              <a:cxnLst/>
              <a:rect l="l" t="t" r="r" b="b"/>
              <a:pathLst>
                <a:path w="496" h="502" extrusionOk="0">
                  <a:moveTo>
                    <a:pt x="245" y="1"/>
                  </a:moveTo>
                  <a:cubicBezTo>
                    <a:pt x="109" y="1"/>
                    <a:pt x="0" y="114"/>
                    <a:pt x="0" y="252"/>
                  </a:cubicBezTo>
                  <a:cubicBezTo>
                    <a:pt x="0" y="388"/>
                    <a:pt x="109" y="502"/>
                    <a:pt x="245" y="502"/>
                  </a:cubicBezTo>
                  <a:cubicBezTo>
                    <a:pt x="388" y="502"/>
                    <a:pt x="496" y="388"/>
                    <a:pt x="496" y="252"/>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8"/>
            <p:cNvSpPr/>
            <p:nvPr/>
          </p:nvSpPr>
          <p:spPr>
            <a:xfrm>
              <a:off x="860125" y="4412225"/>
              <a:ext cx="12525" cy="12550"/>
            </a:xfrm>
            <a:custGeom>
              <a:avLst/>
              <a:gdLst/>
              <a:ahLst/>
              <a:cxnLst/>
              <a:rect l="l" t="t" r="r" b="b"/>
              <a:pathLst>
                <a:path w="501" h="502" extrusionOk="0">
                  <a:moveTo>
                    <a:pt x="251" y="1"/>
                  </a:moveTo>
                  <a:cubicBezTo>
                    <a:pt x="114" y="1"/>
                    <a:pt x="0" y="114"/>
                    <a:pt x="0" y="252"/>
                  </a:cubicBezTo>
                  <a:cubicBezTo>
                    <a:pt x="0" y="388"/>
                    <a:pt x="114" y="502"/>
                    <a:pt x="251" y="502"/>
                  </a:cubicBezTo>
                  <a:cubicBezTo>
                    <a:pt x="387" y="502"/>
                    <a:pt x="501" y="388"/>
                    <a:pt x="501" y="252"/>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8"/>
            <p:cNvSpPr/>
            <p:nvPr/>
          </p:nvSpPr>
          <p:spPr>
            <a:xfrm>
              <a:off x="951850" y="4412225"/>
              <a:ext cx="12600" cy="12550"/>
            </a:xfrm>
            <a:custGeom>
              <a:avLst/>
              <a:gdLst/>
              <a:ahLst/>
              <a:cxnLst/>
              <a:rect l="l" t="t" r="r" b="b"/>
              <a:pathLst>
                <a:path w="504" h="502" extrusionOk="0">
                  <a:moveTo>
                    <a:pt x="252" y="1"/>
                  </a:moveTo>
                  <a:cubicBezTo>
                    <a:pt x="116" y="1"/>
                    <a:pt x="1" y="114"/>
                    <a:pt x="1" y="252"/>
                  </a:cubicBezTo>
                  <a:cubicBezTo>
                    <a:pt x="1" y="388"/>
                    <a:pt x="116" y="502"/>
                    <a:pt x="252" y="502"/>
                  </a:cubicBezTo>
                  <a:cubicBezTo>
                    <a:pt x="388" y="502"/>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8"/>
            <p:cNvSpPr/>
            <p:nvPr/>
          </p:nvSpPr>
          <p:spPr>
            <a:xfrm>
              <a:off x="1043825" y="4412225"/>
              <a:ext cx="12375" cy="12550"/>
            </a:xfrm>
            <a:custGeom>
              <a:avLst/>
              <a:gdLst/>
              <a:ahLst/>
              <a:cxnLst/>
              <a:rect l="l" t="t" r="r" b="b"/>
              <a:pathLst>
                <a:path w="495" h="502" extrusionOk="0">
                  <a:moveTo>
                    <a:pt x="250" y="1"/>
                  </a:moveTo>
                  <a:cubicBezTo>
                    <a:pt x="107" y="1"/>
                    <a:pt x="0" y="114"/>
                    <a:pt x="0" y="252"/>
                  </a:cubicBezTo>
                  <a:cubicBezTo>
                    <a:pt x="0" y="388"/>
                    <a:pt x="107" y="502"/>
                    <a:pt x="250" y="502"/>
                  </a:cubicBezTo>
                  <a:cubicBezTo>
                    <a:pt x="388" y="502"/>
                    <a:pt x="494" y="388"/>
                    <a:pt x="494" y="252"/>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8"/>
            <p:cNvSpPr/>
            <p:nvPr/>
          </p:nvSpPr>
          <p:spPr>
            <a:xfrm>
              <a:off x="1135575" y="4412225"/>
              <a:ext cx="12575" cy="12550"/>
            </a:xfrm>
            <a:custGeom>
              <a:avLst/>
              <a:gdLst/>
              <a:ahLst/>
              <a:cxnLst/>
              <a:rect l="l" t="t" r="r" b="b"/>
              <a:pathLst>
                <a:path w="503" h="502" extrusionOk="0">
                  <a:moveTo>
                    <a:pt x="252" y="1"/>
                  </a:moveTo>
                  <a:cubicBezTo>
                    <a:pt x="116" y="1"/>
                    <a:pt x="0" y="114"/>
                    <a:pt x="0" y="252"/>
                  </a:cubicBezTo>
                  <a:cubicBezTo>
                    <a:pt x="0" y="388"/>
                    <a:pt x="116" y="502"/>
                    <a:pt x="252" y="502"/>
                  </a:cubicBezTo>
                  <a:cubicBezTo>
                    <a:pt x="387" y="502"/>
                    <a:pt x="503" y="388"/>
                    <a:pt x="503" y="252"/>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8"/>
            <p:cNvSpPr/>
            <p:nvPr/>
          </p:nvSpPr>
          <p:spPr>
            <a:xfrm>
              <a:off x="1227500" y="4412225"/>
              <a:ext cx="12400" cy="12550"/>
            </a:xfrm>
            <a:custGeom>
              <a:avLst/>
              <a:gdLst/>
              <a:ahLst/>
              <a:cxnLst/>
              <a:rect l="l" t="t" r="r" b="b"/>
              <a:pathLst>
                <a:path w="496" h="502" extrusionOk="0">
                  <a:moveTo>
                    <a:pt x="251" y="1"/>
                  </a:moveTo>
                  <a:cubicBezTo>
                    <a:pt x="109" y="1"/>
                    <a:pt x="0" y="114"/>
                    <a:pt x="0" y="252"/>
                  </a:cubicBezTo>
                  <a:cubicBezTo>
                    <a:pt x="0" y="388"/>
                    <a:pt x="109" y="502"/>
                    <a:pt x="251" y="502"/>
                  </a:cubicBezTo>
                  <a:cubicBezTo>
                    <a:pt x="387" y="502"/>
                    <a:pt x="496" y="388"/>
                    <a:pt x="496" y="252"/>
                  </a:cubicBezTo>
                  <a:cubicBezTo>
                    <a:pt x="496"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8"/>
            <p:cNvSpPr/>
            <p:nvPr/>
          </p:nvSpPr>
          <p:spPr>
            <a:xfrm>
              <a:off x="1319275" y="4412225"/>
              <a:ext cx="12550" cy="12550"/>
            </a:xfrm>
            <a:custGeom>
              <a:avLst/>
              <a:gdLst/>
              <a:ahLst/>
              <a:cxnLst/>
              <a:rect l="l" t="t" r="r" b="b"/>
              <a:pathLst>
                <a:path w="502" h="502" extrusionOk="0">
                  <a:moveTo>
                    <a:pt x="252" y="1"/>
                  </a:moveTo>
                  <a:cubicBezTo>
                    <a:pt x="114" y="1"/>
                    <a:pt x="1" y="114"/>
                    <a:pt x="1" y="252"/>
                  </a:cubicBezTo>
                  <a:cubicBezTo>
                    <a:pt x="1" y="388"/>
                    <a:pt x="114" y="502"/>
                    <a:pt x="252" y="502"/>
                  </a:cubicBezTo>
                  <a:cubicBezTo>
                    <a:pt x="388" y="502"/>
                    <a:pt x="501" y="388"/>
                    <a:pt x="501" y="252"/>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8"/>
            <p:cNvSpPr/>
            <p:nvPr/>
          </p:nvSpPr>
          <p:spPr>
            <a:xfrm>
              <a:off x="1411200" y="4412225"/>
              <a:ext cx="12425" cy="12550"/>
            </a:xfrm>
            <a:custGeom>
              <a:avLst/>
              <a:gdLst/>
              <a:ahLst/>
              <a:cxnLst/>
              <a:rect l="l" t="t" r="r" b="b"/>
              <a:pathLst>
                <a:path w="497" h="502" extrusionOk="0">
                  <a:moveTo>
                    <a:pt x="245" y="1"/>
                  </a:moveTo>
                  <a:cubicBezTo>
                    <a:pt x="109" y="1"/>
                    <a:pt x="1" y="114"/>
                    <a:pt x="1" y="252"/>
                  </a:cubicBezTo>
                  <a:cubicBezTo>
                    <a:pt x="1" y="388"/>
                    <a:pt x="109" y="502"/>
                    <a:pt x="245" y="502"/>
                  </a:cubicBezTo>
                  <a:cubicBezTo>
                    <a:pt x="388" y="502"/>
                    <a:pt x="496" y="388"/>
                    <a:pt x="496" y="252"/>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8"/>
            <p:cNvSpPr/>
            <p:nvPr/>
          </p:nvSpPr>
          <p:spPr>
            <a:xfrm>
              <a:off x="1503000" y="4412225"/>
              <a:ext cx="12525" cy="12550"/>
            </a:xfrm>
            <a:custGeom>
              <a:avLst/>
              <a:gdLst/>
              <a:ahLst/>
              <a:cxnLst/>
              <a:rect l="l" t="t" r="r" b="b"/>
              <a:pathLst>
                <a:path w="501" h="502" extrusionOk="0">
                  <a:moveTo>
                    <a:pt x="250" y="1"/>
                  </a:moveTo>
                  <a:cubicBezTo>
                    <a:pt x="114" y="1"/>
                    <a:pt x="0" y="114"/>
                    <a:pt x="0" y="252"/>
                  </a:cubicBezTo>
                  <a:cubicBezTo>
                    <a:pt x="0" y="388"/>
                    <a:pt x="114" y="502"/>
                    <a:pt x="250" y="502"/>
                  </a:cubicBezTo>
                  <a:cubicBezTo>
                    <a:pt x="387" y="502"/>
                    <a:pt x="501" y="388"/>
                    <a:pt x="501" y="252"/>
                  </a:cubicBezTo>
                  <a:cubicBezTo>
                    <a:pt x="501" y="114"/>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8"/>
            <p:cNvSpPr/>
            <p:nvPr/>
          </p:nvSpPr>
          <p:spPr>
            <a:xfrm>
              <a:off x="1594750" y="4412225"/>
              <a:ext cx="12575" cy="12550"/>
            </a:xfrm>
            <a:custGeom>
              <a:avLst/>
              <a:gdLst/>
              <a:ahLst/>
              <a:cxnLst/>
              <a:rect l="l" t="t" r="r" b="b"/>
              <a:pathLst>
                <a:path w="503" h="502" extrusionOk="0">
                  <a:moveTo>
                    <a:pt x="251" y="1"/>
                  </a:moveTo>
                  <a:cubicBezTo>
                    <a:pt x="115" y="1"/>
                    <a:pt x="0" y="114"/>
                    <a:pt x="0" y="252"/>
                  </a:cubicBezTo>
                  <a:cubicBezTo>
                    <a:pt x="0" y="388"/>
                    <a:pt x="115" y="502"/>
                    <a:pt x="251" y="502"/>
                  </a:cubicBezTo>
                  <a:cubicBezTo>
                    <a:pt x="394" y="502"/>
                    <a:pt x="503" y="388"/>
                    <a:pt x="503" y="252"/>
                  </a:cubicBezTo>
                  <a:cubicBezTo>
                    <a:pt x="503" y="114"/>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8"/>
            <p:cNvSpPr/>
            <p:nvPr/>
          </p:nvSpPr>
          <p:spPr>
            <a:xfrm>
              <a:off x="1686650" y="4412225"/>
              <a:ext cx="12600" cy="12550"/>
            </a:xfrm>
            <a:custGeom>
              <a:avLst/>
              <a:gdLst/>
              <a:ahLst/>
              <a:cxnLst/>
              <a:rect l="l" t="t" r="r" b="b"/>
              <a:pathLst>
                <a:path w="504" h="502" extrusionOk="0">
                  <a:moveTo>
                    <a:pt x="252" y="1"/>
                  </a:moveTo>
                  <a:cubicBezTo>
                    <a:pt x="116" y="1"/>
                    <a:pt x="1" y="114"/>
                    <a:pt x="1" y="252"/>
                  </a:cubicBezTo>
                  <a:cubicBezTo>
                    <a:pt x="1" y="388"/>
                    <a:pt x="116" y="502"/>
                    <a:pt x="252" y="502"/>
                  </a:cubicBezTo>
                  <a:cubicBezTo>
                    <a:pt x="388" y="502"/>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8"/>
            <p:cNvSpPr/>
            <p:nvPr/>
          </p:nvSpPr>
          <p:spPr>
            <a:xfrm>
              <a:off x="1778450" y="4412225"/>
              <a:ext cx="12550" cy="12550"/>
            </a:xfrm>
            <a:custGeom>
              <a:avLst/>
              <a:gdLst/>
              <a:ahLst/>
              <a:cxnLst/>
              <a:rect l="l" t="t" r="r" b="b"/>
              <a:pathLst>
                <a:path w="502" h="502" extrusionOk="0">
                  <a:moveTo>
                    <a:pt x="252" y="1"/>
                  </a:moveTo>
                  <a:cubicBezTo>
                    <a:pt x="114" y="1"/>
                    <a:pt x="1" y="114"/>
                    <a:pt x="1" y="252"/>
                  </a:cubicBezTo>
                  <a:cubicBezTo>
                    <a:pt x="1" y="388"/>
                    <a:pt x="114" y="502"/>
                    <a:pt x="252" y="502"/>
                  </a:cubicBezTo>
                  <a:cubicBezTo>
                    <a:pt x="388" y="502"/>
                    <a:pt x="501" y="388"/>
                    <a:pt x="501" y="252"/>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8"/>
            <p:cNvSpPr/>
            <p:nvPr/>
          </p:nvSpPr>
          <p:spPr>
            <a:xfrm>
              <a:off x="1870375" y="4412225"/>
              <a:ext cx="12400" cy="12550"/>
            </a:xfrm>
            <a:custGeom>
              <a:avLst/>
              <a:gdLst/>
              <a:ahLst/>
              <a:cxnLst/>
              <a:rect l="l" t="t" r="r" b="b"/>
              <a:pathLst>
                <a:path w="496" h="502" extrusionOk="0">
                  <a:moveTo>
                    <a:pt x="252" y="1"/>
                  </a:moveTo>
                  <a:cubicBezTo>
                    <a:pt x="109" y="1"/>
                    <a:pt x="0" y="114"/>
                    <a:pt x="0" y="252"/>
                  </a:cubicBezTo>
                  <a:cubicBezTo>
                    <a:pt x="0" y="388"/>
                    <a:pt x="109" y="502"/>
                    <a:pt x="252" y="502"/>
                  </a:cubicBezTo>
                  <a:cubicBezTo>
                    <a:pt x="387" y="502"/>
                    <a:pt x="496" y="388"/>
                    <a:pt x="496" y="252"/>
                  </a:cubicBezTo>
                  <a:cubicBezTo>
                    <a:pt x="496"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8"/>
            <p:cNvSpPr/>
            <p:nvPr/>
          </p:nvSpPr>
          <p:spPr>
            <a:xfrm>
              <a:off x="1962150" y="4412225"/>
              <a:ext cx="12550" cy="12550"/>
            </a:xfrm>
            <a:custGeom>
              <a:avLst/>
              <a:gdLst/>
              <a:ahLst/>
              <a:cxnLst/>
              <a:rect l="l" t="t" r="r" b="b"/>
              <a:pathLst>
                <a:path w="502" h="502" extrusionOk="0">
                  <a:moveTo>
                    <a:pt x="250" y="1"/>
                  </a:moveTo>
                  <a:cubicBezTo>
                    <a:pt x="114" y="1"/>
                    <a:pt x="1" y="114"/>
                    <a:pt x="1" y="252"/>
                  </a:cubicBezTo>
                  <a:cubicBezTo>
                    <a:pt x="1" y="388"/>
                    <a:pt x="114" y="502"/>
                    <a:pt x="250" y="502"/>
                  </a:cubicBezTo>
                  <a:cubicBezTo>
                    <a:pt x="388" y="502"/>
                    <a:pt x="502" y="388"/>
                    <a:pt x="502" y="252"/>
                  </a:cubicBezTo>
                  <a:cubicBezTo>
                    <a:pt x="502"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8"/>
            <p:cNvSpPr/>
            <p:nvPr/>
          </p:nvSpPr>
          <p:spPr>
            <a:xfrm>
              <a:off x="2054075" y="4412225"/>
              <a:ext cx="12425" cy="12550"/>
            </a:xfrm>
            <a:custGeom>
              <a:avLst/>
              <a:gdLst/>
              <a:ahLst/>
              <a:cxnLst/>
              <a:rect l="l" t="t" r="r" b="b"/>
              <a:pathLst>
                <a:path w="497" h="502" extrusionOk="0">
                  <a:moveTo>
                    <a:pt x="252" y="1"/>
                  </a:moveTo>
                  <a:cubicBezTo>
                    <a:pt x="109" y="1"/>
                    <a:pt x="1" y="114"/>
                    <a:pt x="1" y="252"/>
                  </a:cubicBezTo>
                  <a:cubicBezTo>
                    <a:pt x="1" y="388"/>
                    <a:pt x="109" y="502"/>
                    <a:pt x="252" y="502"/>
                  </a:cubicBezTo>
                  <a:cubicBezTo>
                    <a:pt x="388" y="502"/>
                    <a:pt x="496" y="388"/>
                    <a:pt x="496" y="252"/>
                  </a:cubicBezTo>
                  <a:cubicBezTo>
                    <a:pt x="496"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8"/>
            <p:cNvSpPr/>
            <p:nvPr/>
          </p:nvSpPr>
          <p:spPr>
            <a:xfrm>
              <a:off x="2145825" y="4412225"/>
              <a:ext cx="12600" cy="12550"/>
            </a:xfrm>
            <a:custGeom>
              <a:avLst/>
              <a:gdLst/>
              <a:ahLst/>
              <a:cxnLst/>
              <a:rect l="l" t="t" r="r" b="b"/>
              <a:pathLst>
                <a:path w="504" h="502" extrusionOk="0">
                  <a:moveTo>
                    <a:pt x="252" y="1"/>
                  </a:moveTo>
                  <a:cubicBezTo>
                    <a:pt x="116" y="1"/>
                    <a:pt x="1" y="114"/>
                    <a:pt x="1" y="252"/>
                  </a:cubicBezTo>
                  <a:cubicBezTo>
                    <a:pt x="1" y="388"/>
                    <a:pt x="116" y="502"/>
                    <a:pt x="252" y="502"/>
                  </a:cubicBezTo>
                  <a:cubicBezTo>
                    <a:pt x="388" y="502"/>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8"/>
            <p:cNvSpPr/>
            <p:nvPr/>
          </p:nvSpPr>
          <p:spPr>
            <a:xfrm>
              <a:off x="2237800" y="4412225"/>
              <a:ext cx="12350" cy="12550"/>
            </a:xfrm>
            <a:custGeom>
              <a:avLst/>
              <a:gdLst/>
              <a:ahLst/>
              <a:cxnLst/>
              <a:rect l="l" t="t" r="r" b="b"/>
              <a:pathLst>
                <a:path w="494" h="502" extrusionOk="0">
                  <a:moveTo>
                    <a:pt x="244" y="1"/>
                  </a:moveTo>
                  <a:cubicBezTo>
                    <a:pt x="107" y="1"/>
                    <a:pt x="0" y="114"/>
                    <a:pt x="0" y="252"/>
                  </a:cubicBezTo>
                  <a:cubicBezTo>
                    <a:pt x="0" y="388"/>
                    <a:pt x="107" y="502"/>
                    <a:pt x="244" y="502"/>
                  </a:cubicBezTo>
                  <a:cubicBezTo>
                    <a:pt x="387" y="502"/>
                    <a:pt x="494" y="388"/>
                    <a:pt x="494" y="252"/>
                  </a:cubicBezTo>
                  <a:cubicBezTo>
                    <a:pt x="494" y="114"/>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8"/>
            <p:cNvSpPr/>
            <p:nvPr/>
          </p:nvSpPr>
          <p:spPr>
            <a:xfrm>
              <a:off x="2329550" y="4412225"/>
              <a:ext cx="12575" cy="12550"/>
            </a:xfrm>
            <a:custGeom>
              <a:avLst/>
              <a:gdLst/>
              <a:ahLst/>
              <a:cxnLst/>
              <a:rect l="l" t="t" r="r" b="b"/>
              <a:pathLst>
                <a:path w="503" h="502" extrusionOk="0">
                  <a:moveTo>
                    <a:pt x="251" y="1"/>
                  </a:moveTo>
                  <a:cubicBezTo>
                    <a:pt x="115" y="1"/>
                    <a:pt x="0" y="114"/>
                    <a:pt x="0" y="252"/>
                  </a:cubicBezTo>
                  <a:cubicBezTo>
                    <a:pt x="0" y="388"/>
                    <a:pt x="115" y="502"/>
                    <a:pt x="251" y="502"/>
                  </a:cubicBezTo>
                  <a:cubicBezTo>
                    <a:pt x="387" y="502"/>
                    <a:pt x="502" y="388"/>
                    <a:pt x="502" y="252"/>
                  </a:cubicBezTo>
                  <a:cubicBezTo>
                    <a:pt x="502"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8"/>
            <p:cNvSpPr/>
            <p:nvPr/>
          </p:nvSpPr>
          <p:spPr>
            <a:xfrm>
              <a:off x="2421325" y="4412225"/>
              <a:ext cx="12550" cy="12550"/>
            </a:xfrm>
            <a:custGeom>
              <a:avLst/>
              <a:gdLst/>
              <a:ahLst/>
              <a:cxnLst/>
              <a:rect l="l" t="t" r="r" b="b"/>
              <a:pathLst>
                <a:path w="502" h="502" extrusionOk="0">
                  <a:moveTo>
                    <a:pt x="250" y="1"/>
                  </a:moveTo>
                  <a:cubicBezTo>
                    <a:pt x="114" y="1"/>
                    <a:pt x="1" y="114"/>
                    <a:pt x="1" y="252"/>
                  </a:cubicBezTo>
                  <a:cubicBezTo>
                    <a:pt x="1" y="388"/>
                    <a:pt x="114" y="502"/>
                    <a:pt x="250" y="502"/>
                  </a:cubicBezTo>
                  <a:cubicBezTo>
                    <a:pt x="395" y="502"/>
                    <a:pt x="501" y="388"/>
                    <a:pt x="501" y="252"/>
                  </a:cubicBezTo>
                  <a:cubicBezTo>
                    <a:pt x="501" y="114"/>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8"/>
            <p:cNvSpPr/>
            <p:nvPr/>
          </p:nvSpPr>
          <p:spPr>
            <a:xfrm>
              <a:off x="2513250" y="4412225"/>
              <a:ext cx="12575" cy="12550"/>
            </a:xfrm>
            <a:custGeom>
              <a:avLst/>
              <a:gdLst/>
              <a:ahLst/>
              <a:cxnLst/>
              <a:rect l="l" t="t" r="r" b="b"/>
              <a:pathLst>
                <a:path w="503" h="502" extrusionOk="0">
                  <a:moveTo>
                    <a:pt x="252" y="1"/>
                  </a:moveTo>
                  <a:cubicBezTo>
                    <a:pt x="109" y="1"/>
                    <a:pt x="0" y="114"/>
                    <a:pt x="0" y="252"/>
                  </a:cubicBezTo>
                  <a:cubicBezTo>
                    <a:pt x="0" y="388"/>
                    <a:pt x="109" y="502"/>
                    <a:pt x="252" y="502"/>
                  </a:cubicBezTo>
                  <a:cubicBezTo>
                    <a:pt x="388" y="502"/>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8"/>
            <p:cNvSpPr/>
            <p:nvPr/>
          </p:nvSpPr>
          <p:spPr>
            <a:xfrm>
              <a:off x="2605000" y="4412225"/>
              <a:ext cx="12575" cy="12550"/>
            </a:xfrm>
            <a:custGeom>
              <a:avLst/>
              <a:gdLst/>
              <a:ahLst/>
              <a:cxnLst/>
              <a:rect l="l" t="t" r="r" b="b"/>
              <a:pathLst>
                <a:path w="503" h="502" extrusionOk="0">
                  <a:moveTo>
                    <a:pt x="252" y="1"/>
                  </a:moveTo>
                  <a:cubicBezTo>
                    <a:pt x="116" y="1"/>
                    <a:pt x="0" y="114"/>
                    <a:pt x="0" y="252"/>
                  </a:cubicBezTo>
                  <a:cubicBezTo>
                    <a:pt x="0" y="388"/>
                    <a:pt x="116" y="502"/>
                    <a:pt x="252" y="502"/>
                  </a:cubicBezTo>
                  <a:cubicBezTo>
                    <a:pt x="387" y="502"/>
                    <a:pt x="503" y="388"/>
                    <a:pt x="503" y="252"/>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8"/>
            <p:cNvSpPr/>
            <p:nvPr/>
          </p:nvSpPr>
          <p:spPr>
            <a:xfrm>
              <a:off x="2696950" y="4412225"/>
              <a:ext cx="12375" cy="12550"/>
            </a:xfrm>
            <a:custGeom>
              <a:avLst/>
              <a:gdLst/>
              <a:ahLst/>
              <a:cxnLst/>
              <a:rect l="l" t="t" r="r" b="b"/>
              <a:pathLst>
                <a:path w="495" h="502" extrusionOk="0">
                  <a:moveTo>
                    <a:pt x="252" y="1"/>
                  </a:moveTo>
                  <a:cubicBezTo>
                    <a:pt x="108" y="1"/>
                    <a:pt x="1" y="114"/>
                    <a:pt x="1" y="252"/>
                  </a:cubicBezTo>
                  <a:cubicBezTo>
                    <a:pt x="1" y="388"/>
                    <a:pt x="108" y="502"/>
                    <a:pt x="252" y="502"/>
                  </a:cubicBezTo>
                  <a:cubicBezTo>
                    <a:pt x="388" y="502"/>
                    <a:pt x="495" y="388"/>
                    <a:pt x="495" y="252"/>
                  </a:cubicBezTo>
                  <a:cubicBezTo>
                    <a:pt x="495"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8"/>
            <p:cNvSpPr/>
            <p:nvPr/>
          </p:nvSpPr>
          <p:spPr>
            <a:xfrm>
              <a:off x="2788700" y="4412225"/>
              <a:ext cx="12600" cy="12550"/>
            </a:xfrm>
            <a:custGeom>
              <a:avLst/>
              <a:gdLst/>
              <a:ahLst/>
              <a:cxnLst/>
              <a:rect l="l" t="t" r="r" b="b"/>
              <a:pathLst>
                <a:path w="504" h="502" extrusionOk="0">
                  <a:moveTo>
                    <a:pt x="252" y="1"/>
                  </a:moveTo>
                  <a:cubicBezTo>
                    <a:pt x="116" y="1"/>
                    <a:pt x="1" y="114"/>
                    <a:pt x="1" y="252"/>
                  </a:cubicBezTo>
                  <a:cubicBezTo>
                    <a:pt x="1" y="388"/>
                    <a:pt x="116" y="502"/>
                    <a:pt x="252" y="502"/>
                  </a:cubicBezTo>
                  <a:cubicBezTo>
                    <a:pt x="388" y="502"/>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8"/>
            <p:cNvSpPr/>
            <p:nvPr/>
          </p:nvSpPr>
          <p:spPr>
            <a:xfrm>
              <a:off x="2880675" y="4412225"/>
              <a:ext cx="12375" cy="12550"/>
            </a:xfrm>
            <a:custGeom>
              <a:avLst/>
              <a:gdLst/>
              <a:ahLst/>
              <a:cxnLst/>
              <a:rect l="l" t="t" r="r" b="b"/>
              <a:pathLst>
                <a:path w="495" h="502" extrusionOk="0">
                  <a:moveTo>
                    <a:pt x="243" y="1"/>
                  </a:moveTo>
                  <a:cubicBezTo>
                    <a:pt x="107" y="1"/>
                    <a:pt x="0" y="114"/>
                    <a:pt x="0" y="252"/>
                  </a:cubicBezTo>
                  <a:cubicBezTo>
                    <a:pt x="0" y="388"/>
                    <a:pt x="107" y="502"/>
                    <a:pt x="243" y="502"/>
                  </a:cubicBezTo>
                  <a:cubicBezTo>
                    <a:pt x="387" y="502"/>
                    <a:pt x="494" y="388"/>
                    <a:pt x="494" y="252"/>
                  </a:cubicBezTo>
                  <a:cubicBezTo>
                    <a:pt x="494" y="114"/>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8"/>
            <p:cNvSpPr/>
            <p:nvPr/>
          </p:nvSpPr>
          <p:spPr>
            <a:xfrm>
              <a:off x="2972425" y="4412225"/>
              <a:ext cx="12575" cy="12550"/>
            </a:xfrm>
            <a:custGeom>
              <a:avLst/>
              <a:gdLst/>
              <a:ahLst/>
              <a:cxnLst/>
              <a:rect l="l" t="t" r="r" b="b"/>
              <a:pathLst>
                <a:path w="503" h="502" extrusionOk="0">
                  <a:moveTo>
                    <a:pt x="251" y="1"/>
                  </a:moveTo>
                  <a:cubicBezTo>
                    <a:pt x="115" y="1"/>
                    <a:pt x="0" y="114"/>
                    <a:pt x="0" y="252"/>
                  </a:cubicBezTo>
                  <a:cubicBezTo>
                    <a:pt x="0" y="388"/>
                    <a:pt x="115" y="502"/>
                    <a:pt x="251" y="502"/>
                  </a:cubicBezTo>
                  <a:cubicBezTo>
                    <a:pt x="387" y="502"/>
                    <a:pt x="503" y="388"/>
                    <a:pt x="503" y="252"/>
                  </a:cubicBezTo>
                  <a:cubicBezTo>
                    <a:pt x="503"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8"/>
            <p:cNvSpPr/>
            <p:nvPr/>
          </p:nvSpPr>
          <p:spPr>
            <a:xfrm>
              <a:off x="3064375" y="4412225"/>
              <a:ext cx="12375" cy="12550"/>
            </a:xfrm>
            <a:custGeom>
              <a:avLst/>
              <a:gdLst/>
              <a:ahLst/>
              <a:cxnLst/>
              <a:rect l="l" t="t" r="r" b="b"/>
              <a:pathLst>
                <a:path w="495" h="502" extrusionOk="0">
                  <a:moveTo>
                    <a:pt x="243" y="1"/>
                  </a:moveTo>
                  <a:cubicBezTo>
                    <a:pt x="107" y="1"/>
                    <a:pt x="1" y="114"/>
                    <a:pt x="1" y="252"/>
                  </a:cubicBezTo>
                  <a:cubicBezTo>
                    <a:pt x="1" y="388"/>
                    <a:pt x="107" y="502"/>
                    <a:pt x="243" y="502"/>
                  </a:cubicBezTo>
                  <a:cubicBezTo>
                    <a:pt x="388" y="502"/>
                    <a:pt x="495" y="388"/>
                    <a:pt x="495" y="252"/>
                  </a:cubicBezTo>
                  <a:cubicBezTo>
                    <a:pt x="495" y="114"/>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8"/>
            <p:cNvSpPr/>
            <p:nvPr/>
          </p:nvSpPr>
          <p:spPr>
            <a:xfrm>
              <a:off x="3156125" y="4412225"/>
              <a:ext cx="12600" cy="12550"/>
            </a:xfrm>
            <a:custGeom>
              <a:avLst/>
              <a:gdLst/>
              <a:ahLst/>
              <a:cxnLst/>
              <a:rect l="l" t="t" r="r" b="b"/>
              <a:pathLst>
                <a:path w="504" h="502" extrusionOk="0">
                  <a:moveTo>
                    <a:pt x="252" y="1"/>
                  </a:moveTo>
                  <a:cubicBezTo>
                    <a:pt x="116" y="1"/>
                    <a:pt x="1" y="114"/>
                    <a:pt x="1" y="252"/>
                  </a:cubicBezTo>
                  <a:cubicBezTo>
                    <a:pt x="1" y="388"/>
                    <a:pt x="116" y="502"/>
                    <a:pt x="252" y="502"/>
                  </a:cubicBezTo>
                  <a:cubicBezTo>
                    <a:pt x="388" y="502"/>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8"/>
            <p:cNvSpPr/>
            <p:nvPr/>
          </p:nvSpPr>
          <p:spPr>
            <a:xfrm>
              <a:off x="3247875" y="4412225"/>
              <a:ext cx="12575" cy="12550"/>
            </a:xfrm>
            <a:custGeom>
              <a:avLst/>
              <a:gdLst/>
              <a:ahLst/>
              <a:cxnLst/>
              <a:rect l="l" t="t" r="r" b="b"/>
              <a:pathLst>
                <a:path w="503" h="502" extrusionOk="0">
                  <a:moveTo>
                    <a:pt x="252" y="1"/>
                  </a:moveTo>
                  <a:cubicBezTo>
                    <a:pt x="116" y="1"/>
                    <a:pt x="1" y="114"/>
                    <a:pt x="1" y="252"/>
                  </a:cubicBezTo>
                  <a:cubicBezTo>
                    <a:pt x="1" y="388"/>
                    <a:pt x="116" y="502"/>
                    <a:pt x="252" y="502"/>
                  </a:cubicBezTo>
                  <a:cubicBezTo>
                    <a:pt x="388" y="502"/>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8"/>
            <p:cNvSpPr/>
            <p:nvPr/>
          </p:nvSpPr>
          <p:spPr>
            <a:xfrm>
              <a:off x="3339850" y="4412225"/>
              <a:ext cx="12525" cy="12550"/>
            </a:xfrm>
            <a:custGeom>
              <a:avLst/>
              <a:gdLst/>
              <a:ahLst/>
              <a:cxnLst/>
              <a:rect l="l" t="t" r="r" b="b"/>
              <a:pathLst>
                <a:path w="501" h="502" extrusionOk="0">
                  <a:moveTo>
                    <a:pt x="251" y="1"/>
                  </a:moveTo>
                  <a:cubicBezTo>
                    <a:pt x="107" y="1"/>
                    <a:pt x="0" y="114"/>
                    <a:pt x="0" y="252"/>
                  </a:cubicBezTo>
                  <a:cubicBezTo>
                    <a:pt x="0" y="388"/>
                    <a:pt x="107" y="502"/>
                    <a:pt x="251" y="502"/>
                  </a:cubicBezTo>
                  <a:cubicBezTo>
                    <a:pt x="387" y="502"/>
                    <a:pt x="501" y="388"/>
                    <a:pt x="501" y="252"/>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8"/>
            <p:cNvSpPr/>
            <p:nvPr/>
          </p:nvSpPr>
          <p:spPr>
            <a:xfrm>
              <a:off x="3431575" y="4412225"/>
              <a:ext cx="12600" cy="12550"/>
            </a:xfrm>
            <a:custGeom>
              <a:avLst/>
              <a:gdLst/>
              <a:ahLst/>
              <a:cxnLst/>
              <a:rect l="l" t="t" r="r" b="b"/>
              <a:pathLst>
                <a:path w="504" h="502" extrusionOk="0">
                  <a:moveTo>
                    <a:pt x="252" y="1"/>
                  </a:moveTo>
                  <a:cubicBezTo>
                    <a:pt x="116" y="1"/>
                    <a:pt x="1" y="114"/>
                    <a:pt x="1" y="252"/>
                  </a:cubicBezTo>
                  <a:cubicBezTo>
                    <a:pt x="1" y="388"/>
                    <a:pt x="116" y="502"/>
                    <a:pt x="252" y="502"/>
                  </a:cubicBezTo>
                  <a:cubicBezTo>
                    <a:pt x="388" y="502"/>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8"/>
            <p:cNvSpPr/>
            <p:nvPr/>
          </p:nvSpPr>
          <p:spPr>
            <a:xfrm>
              <a:off x="3523550" y="4412225"/>
              <a:ext cx="12375" cy="12550"/>
            </a:xfrm>
            <a:custGeom>
              <a:avLst/>
              <a:gdLst/>
              <a:ahLst/>
              <a:cxnLst/>
              <a:rect l="l" t="t" r="r" b="b"/>
              <a:pathLst>
                <a:path w="495" h="502" extrusionOk="0">
                  <a:moveTo>
                    <a:pt x="250" y="1"/>
                  </a:moveTo>
                  <a:cubicBezTo>
                    <a:pt x="107" y="1"/>
                    <a:pt x="0" y="114"/>
                    <a:pt x="0" y="252"/>
                  </a:cubicBezTo>
                  <a:cubicBezTo>
                    <a:pt x="0" y="388"/>
                    <a:pt x="107" y="502"/>
                    <a:pt x="250" y="502"/>
                  </a:cubicBezTo>
                  <a:cubicBezTo>
                    <a:pt x="388" y="502"/>
                    <a:pt x="494" y="388"/>
                    <a:pt x="494" y="252"/>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8"/>
            <p:cNvSpPr/>
            <p:nvPr/>
          </p:nvSpPr>
          <p:spPr>
            <a:xfrm>
              <a:off x="676400" y="4503975"/>
              <a:ext cx="12600" cy="12600"/>
            </a:xfrm>
            <a:custGeom>
              <a:avLst/>
              <a:gdLst/>
              <a:ahLst/>
              <a:cxnLst/>
              <a:rect l="l" t="t" r="r" b="b"/>
              <a:pathLst>
                <a:path w="504" h="504" extrusionOk="0">
                  <a:moveTo>
                    <a:pt x="252" y="1"/>
                  </a:moveTo>
                  <a:cubicBezTo>
                    <a:pt x="116" y="1"/>
                    <a:pt x="1" y="116"/>
                    <a:pt x="1" y="252"/>
                  </a:cubicBezTo>
                  <a:cubicBezTo>
                    <a:pt x="1" y="395"/>
                    <a:pt x="116" y="503"/>
                    <a:pt x="252" y="503"/>
                  </a:cubicBezTo>
                  <a:cubicBezTo>
                    <a:pt x="388" y="503"/>
                    <a:pt x="503" y="395"/>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8"/>
            <p:cNvSpPr/>
            <p:nvPr/>
          </p:nvSpPr>
          <p:spPr>
            <a:xfrm>
              <a:off x="768325" y="4503975"/>
              <a:ext cx="12400" cy="12600"/>
            </a:xfrm>
            <a:custGeom>
              <a:avLst/>
              <a:gdLst/>
              <a:ahLst/>
              <a:cxnLst/>
              <a:rect l="l" t="t" r="r" b="b"/>
              <a:pathLst>
                <a:path w="496" h="504" extrusionOk="0">
                  <a:moveTo>
                    <a:pt x="245" y="1"/>
                  </a:moveTo>
                  <a:cubicBezTo>
                    <a:pt x="109" y="1"/>
                    <a:pt x="0" y="116"/>
                    <a:pt x="0" y="252"/>
                  </a:cubicBezTo>
                  <a:cubicBezTo>
                    <a:pt x="0" y="395"/>
                    <a:pt x="109" y="503"/>
                    <a:pt x="245" y="503"/>
                  </a:cubicBezTo>
                  <a:cubicBezTo>
                    <a:pt x="388" y="503"/>
                    <a:pt x="496" y="395"/>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8"/>
            <p:cNvSpPr/>
            <p:nvPr/>
          </p:nvSpPr>
          <p:spPr>
            <a:xfrm>
              <a:off x="860125" y="4503975"/>
              <a:ext cx="12525" cy="12600"/>
            </a:xfrm>
            <a:custGeom>
              <a:avLst/>
              <a:gdLst/>
              <a:ahLst/>
              <a:cxnLst/>
              <a:rect l="l" t="t" r="r" b="b"/>
              <a:pathLst>
                <a:path w="501" h="504" extrusionOk="0">
                  <a:moveTo>
                    <a:pt x="251" y="1"/>
                  </a:moveTo>
                  <a:cubicBezTo>
                    <a:pt x="114" y="1"/>
                    <a:pt x="0" y="116"/>
                    <a:pt x="0" y="252"/>
                  </a:cubicBezTo>
                  <a:cubicBezTo>
                    <a:pt x="0" y="395"/>
                    <a:pt x="114" y="503"/>
                    <a:pt x="251" y="503"/>
                  </a:cubicBezTo>
                  <a:cubicBezTo>
                    <a:pt x="387" y="503"/>
                    <a:pt x="501" y="395"/>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8"/>
            <p:cNvSpPr/>
            <p:nvPr/>
          </p:nvSpPr>
          <p:spPr>
            <a:xfrm>
              <a:off x="951850" y="4503975"/>
              <a:ext cx="12600" cy="12600"/>
            </a:xfrm>
            <a:custGeom>
              <a:avLst/>
              <a:gdLst/>
              <a:ahLst/>
              <a:cxnLst/>
              <a:rect l="l" t="t" r="r" b="b"/>
              <a:pathLst>
                <a:path w="504" h="504" extrusionOk="0">
                  <a:moveTo>
                    <a:pt x="252" y="1"/>
                  </a:moveTo>
                  <a:cubicBezTo>
                    <a:pt x="116" y="1"/>
                    <a:pt x="1" y="116"/>
                    <a:pt x="1" y="252"/>
                  </a:cubicBezTo>
                  <a:cubicBezTo>
                    <a:pt x="1" y="395"/>
                    <a:pt x="116" y="503"/>
                    <a:pt x="252" y="503"/>
                  </a:cubicBezTo>
                  <a:cubicBezTo>
                    <a:pt x="388" y="503"/>
                    <a:pt x="503" y="395"/>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8"/>
            <p:cNvSpPr/>
            <p:nvPr/>
          </p:nvSpPr>
          <p:spPr>
            <a:xfrm>
              <a:off x="1043825" y="4503975"/>
              <a:ext cx="12375" cy="12600"/>
            </a:xfrm>
            <a:custGeom>
              <a:avLst/>
              <a:gdLst/>
              <a:ahLst/>
              <a:cxnLst/>
              <a:rect l="l" t="t" r="r" b="b"/>
              <a:pathLst>
                <a:path w="495" h="504" extrusionOk="0">
                  <a:moveTo>
                    <a:pt x="250" y="1"/>
                  </a:moveTo>
                  <a:cubicBezTo>
                    <a:pt x="107" y="1"/>
                    <a:pt x="0" y="116"/>
                    <a:pt x="0" y="252"/>
                  </a:cubicBezTo>
                  <a:cubicBezTo>
                    <a:pt x="0" y="395"/>
                    <a:pt x="107" y="503"/>
                    <a:pt x="250" y="503"/>
                  </a:cubicBezTo>
                  <a:cubicBezTo>
                    <a:pt x="388" y="503"/>
                    <a:pt x="494" y="395"/>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8"/>
            <p:cNvSpPr/>
            <p:nvPr/>
          </p:nvSpPr>
          <p:spPr>
            <a:xfrm>
              <a:off x="1135575" y="4503975"/>
              <a:ext cx="12575" cy="12600"/>
            </a:xfrm>
            <a:custGeom>
              <a:avLst/>
              <a:gdLst/>
              <a:ahLst/>
              <a:cxnLst/>
              <a:rect l="l" t="t" r="r" b="b"/>
              <a:pathLst>
                <a:path w="503" h="504" extrusionOk="0">
                  <a:moveTo>
                    <a:pt x="252" y="1"/>
                  </a:moveTo>
                  <a:cubicBezTo>
                    <a:pt x="116" y="1"/>
                    <a:pt x="0" y="116"/>
                    <a:pt x="0" y="252"/>
                  </a:cubicBezTo>
                  <a:cubicBezTo>
                    <a:pt x="0" y="395"/>
                    <a:pt x="116" y="503"/>
                    <a:pt x="252" y="503"/>
                  </a:cubicBezTo>
                  <a:cubicBezTo>
                    <a:pt x="387" y="503"/>
                    <a:pt x="503" y="395"/>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8"/>
            <p:cNvSpPr/>
            <p:nvPr/>
          </p:nvSpPr>
          <p:spPr>
            <a:xfrm>
              <a:off x="1227500" y="4503975"/>
              <a:ext cx="12400" cy="12600"/>
            </a:xfrm>
            <a:custGeom>
              <a:avLst/>
              <a:gdLst/>
              <a:ahLst/>
              <a:cxnLst/>
              <a:rect l="l" t="t" r="r" b="b"/>
              <a:pathLst>
                <a:path w="496" h="504" extrusionOk="0">
                  <a:moveTo>
                    <a:pt x="251" y="1"/>
                  </a:moveTo>
                  <a:cubicBezTo>
                    <a:pt x="109" y="1"/>
                    <a:pt x="0" y="116"/>
                    <a:pt x="0" y="252"/>
                  </a:cubicBezTo>
                  <a:cubicBezTo>
                    <a:pt x="0" y="395"/>
                    <a:pt x="109" y="503"/>
                    <a:pt x="251" y="503"/>
                  </a:cubicBezTo>
                  <a:cubicBezTo>
                    <a:pt x="387" y="503"/>
                    <a:pt x="496" y="395"/>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8"/>
            <p:cNvSpPr/>
            <p:nvPr/>
          </p:nvSpPr>
          <p:spPr>
            <a:xfrm>
              <a:off x="1319275" y="4503975"/>
              <a:ext cx="12550" cy="12600"/>
            </a:xfrm>
            <a:custGeom>
              <a:avLst/>
              <a:gdLst/>
              <a:ahLst/>
              <a:cxnLst/>
              <a:rect l="l" t="t" r="r" b="b"/>
              <a:pathLst>
                <a:path w="502" h="504" extrusionOk="0">
                  <a:moveTo>
                    <a:pt x="252" y="1"/>
                  </a:moveTo>
                  <a:cubicBezTo>
                    <a:pt x="114" y="1"/>
                    <a:pt x="1" y="116"/>
                    <a:pt x="1" y="252"/>
                  </a:cubicBezTo>
                  <a:cubicBezTo>
                    <a:pt x="1" y="395"/>
                    <a:pt x="114" y="503"/>
                    <a:pt x="252" y="503"/>
                  </a:cubicBezTo>
                  <a:cubicBezTo>
                    <a:pt x="388" y="503"/>
                    <a:pt x="501" y="395"/>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8"/>
            <p:cNvSpPr/>
            <p:nvPr/>
          </p:nvSpPr>
          <p:spPr>
            <a:xfrm>
              <a:off x="1411200" y="4503975"/>
              <a:ext cx="12425" cy="12600"/>
            </a:xfrm>
            <a:custGeom>
              <a:avLst/>
              <a:gdLst/>
              <a:ahLst/>
              <a:cxnLst/>
              <a:rect l="l" t="t" r="r" b="b"/>
              <a:pathLst>
                <a:path w="497" h="504" extrusionOk="0">
                  <a:moveTo>
                    <a:pt x="245" y="1"/>
                  </a:moveTo>
                  <a:cubicBezTo>
                    <a:pt x="109" y="1"/>
                    <a:pt x="1" y="116"/>
                    <a:pt x="1" y="252"/>
                  </a:cubicBezTo>
                  <a:cubicBezTo>
                    <a:pt x="1" y="395"/>
                    <a:pt x="109" y="503"/>
                    <a:pt x="245" y="503"/>
                  </a:cubicBezTo>
                  <a:cubicBezTo>
                    <a:pt x="388" y="503"/>
                    <a:pt x="496" y="395"/>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8"/>
            <p:cNvSpPr/>
            <p:nvPr/>
          </p:nvSpPr>
          <p:spPr>
            <a:xfrm>
              <a:off x="1503000" y="4503975"/>
              <a:ext cx="12525" cy="12600"/>
            </a:xfrm>
            <a:custGeom>
              <a:avLst/>
              <a:gdLst/>
              <a:ahLst/>
              <a:cxnLst/>
              <a:rect l="l" t="t" r="r" b="b"/>
              <a:pathLst>
                <a:path w="501" h="504" extrusionOk="0">
                  <a:moveTo>
                    <a:pt x="250" y="1"/>
                  </a:moveTo>
                  <a:cubicBezTo>
                    <a:pt x="114" y="1"/>
                    <a:pt x="0" y="116"/>
                    <a:pt x="0" y="252"/>
                  </a:cubicBezTo>
                  <a:cubicBezTo>
                    <a:pt x="0" y="395"/>
                    <a:pt x="114" y="503"/>
                    <a:pt x="250" y="503"/>
                  </a:cubicBezTo>
                  <a:cubicBezTo>
                    <a:pt x="387" y="503"/>
                    <a:pt x="501" y="395"/>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8"/>
            <p:cNvSpPr/>
            <p:nvPr/>
          </p:nvSpPr>
          <p:spPr>
            <a:xfrm>
              <a:off x="1594750" y="4503975"/>
              <a:ext cx="12575" cy="12600"/>
            </a:xfrm>
            <a:custGeom>
              <a:avLst/>
              <a:gdLst/>
              <a:ahLst/>
              <a:cxnLst/>
              <a:rect l="l" t="t" r="r" b="b"/>
              <a:pathLst>
                <a:path w="503" h="504" extrusionOk="0">
                  <a:moveTo>
                    <a:pt x="251" y="1"/>
                  </a:moveTo>
                  <a:cubicBezTo>
                    <a:pt x="115" y="1"/>
                    <a:pt x="0" y="116"/>
                    <a:pt x="0" y="252"/>
                  </a:cubicBezTo>
                  <a:cubicBezTo>
                    <a:pt x="0" y="395"/>
                    <a:pt x="115" y="503"/>
                    <a:pt x="251" y="503"/>
                  </a:cubicBezTo>
                  <a:cubicBezTo>
                    <a:pt x="394" y="503"/>
                    <a:pt x="503" y="395"/>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8"/>
            <p:cNvSpPr/>
            <p:nvPr/>
          </p:nvSpPr>
          <p:spPr>
            <a:xfrm>
              <a:off x="1686650" y="4503975"/>
              <a:ext cx="12600" cy="12600"/>
            </a:xfrm>
            <a:custGeom>
              <a:avLst/>
              <a:gdLst/>
              <a:ahLst/>
              <a:cxnLst/>
              <a:rect l="l" t="t" r="r" b="b"/>
              <a:pathLst>
                <a:path w="504" h="504" extrusionOk="0">
                  <a:moveTo>
                    <a:pt x="252" y="1"/>
                  </a:moveTo>
                  <a:cubicBezTo>
                    <a:pt x="116" y="1"/>
                    <a:pt x="1" y="116"/>
                    <a:pt x="1" y="252"/>
                  </a:cubicBezTo>
                  <a:cubicBezTo>
                    <a:pt x="1" y="395"/>
                    <a:pt x="116" y="503"/>
                    <a:pt x="252" y="503"/>
                  </a:cubicBezTo>
                  <a:cubicBezTo>
                    <a:pt x="388" y="503"/>
                    <a:pt x="503" y="395"/>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8"/>
            <p:cNvSpPr/>
            <p:nvPr/>
          </p:nvSpPr>
          <p:spPr>
            <a:xfrm>
              <a:off x="1778450" y="4503975"/>
              <a:ext cx="12550" cy="12600"/>
            </a:xfrm>
            <a:custGeom>
              <a:avLst/>
              <a:gdLst/>
              <a:ahLst/>
              <a:cxnLst/>
              <a:rect l="l" t="t" r="r" b="b"/>
              <a:pathLst>
                <a:path w="502" h="504" extrusionOk="0">
                  <a:moveTo>
                    <a:pt x="252" y="1"/>
                  </a:moveTo>
                  <a:cubicBezTo>
                    <a:pt x="114" y="1"/>
                    <a:pt x="1" y="116"/>
                    <a:pt x="1" y="252"/>
                  </a:cubicBezTo>
                  <a:cubicBezTo>
                    <a:pt x="1" y="395"/>
                    <a:pt x="114" y="503"/>
                    <a:pt x="252" y="503"/>
                  </a:cubicBezTo>
                  <a:cubicBezTo>
                    <a:pt x="388" y="503"/>
                    <a:pt x="501" y="395"/>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8"/>
            <p:cNvSpPr/>
            <p:nvPr/>
          </p:nvSpPr>
          <p:spPr>
            <a:xfrm>
              <a:off x="1870375" y="4503975"/>
              <a:ext cx="12400" cy="12600"/>
            </a:xfrm>
            <a:custGeom>
              <a:avLst/>
              <a:gdLst/>
              <a:ahLst/>
              <a:cxnLst/>
              <a:rect l="l" t="t" r="r" b="b"/>
              <a:pathLst>
                <a:path w="496" h="504" extrusionOk="0">
                  <a:moveTo>
                    <a:pt x="252" y="1"/>
                  </a:moveTo>
                  <a:cubicBezTo>
                    <a:pt x="109" y="1"/>
                    <a:pt x="0" y="116"/>
                    <a:pt x="0" y="252"/>
                  </a:cubicBezTo>
                  <a:cubicBezTo>
                    <a:pt x="0" y="395"/>
                    <a:pt x="109" y="503"/>
                    <a:pt x="252" y="503"/>
                  </a:cubicBezTo>
                  <a:cubicBezTo>
                    <a:pt x="387" y="503"/>
                    <a:pt x="496" y="395"/>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8"/>
            <p:cNvSpPr/>
            <p:nvPr/>
          </p:nvSpPr>
          <p:spPr>
            <a:xfrm>
              <a:off x="1962150" y="4503975"/>
              <a:ext cx="12550" cy="12600"/>
            </a:xfrm>
            <a:custGeom>
              <a:avLst/>
              <a:gdLst/>
              <a:ahLst/>
              <a:cxnLst/>
              <a:rect l="l" t="t" r="r" b="b"/>
              <a:pathLst>
                <a:path w="502" h="504" extrusionOk="0">
                  <a:moveTo>
                    <a:pt x="250" y="1"/>
                  </a:moveTo>
                  <a:cubicBezTo>
                    <a:pt x="114" y="1"/>
                    <a:pt x="1" y="116"/>
                    <a:pt x="1" y="252"/>
                  </a:cubicBezTo>
                  <a:cubicBezTo>
                    <a:pt x="1" y="395"/>
                    <a:pt x="114" y="503"/>
                    <a:pt x="250" y="503"/>
                  </a:cubicBezTo>
                  <a:cubicBezTo>
                    <a:pt x="388" y="503"/>
                    <a:pt x="502" y="395"/>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8"/>
            <p:cNvSpPr/>
            <p:nvPr/>
          </p:nvSpPr>
          <p:spPr>
            <a:xfrm>
              <a:off x="2054075" y="4503975"/>
              <a:ext cx="12425" cy="12600"/>
            </a:xfrm>
            <a:custGeom>
              <a:avLst/>
              <a:gdLst/>
              <a:ahLst/>
              <a:cxnLst/>
              <a:rect l="l" t="t" r="r" b="b"/>
              <a:pathLst>
                <a:path w="497" h="504" extrusionOk="0">
                  <a:moveTo>
                    <a:pt x="252" y="1"/>
                  </a:moveTo>
                  <a:cubicBezTo>
                    <a:pt x="109" y="1"/>
                    <a:pt x="1" y="116"/>
                    <a:pt x="1" y="252"/>
                  </a:cubicBezTo>
                  <a:cubicBezTo>
                    <a:pt x="1" y="395"/>
                    <a:pt x="109" y="503"/>
                    <a:pt x="252" y="503"/>
                  </a:cubicBezTo>
                  <a:cubicBezTo>
                    <a:pt x="388" y="503"/>
                    <a:pt x="496" y="395"/>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8"/>
            <p:cNvSpPr/>
            <p:nvPr/>
          </p:nvSpPr>
          <p:spPr>
            <a:xfrm>
              <a:off x="2145825" y="4503975"/>
              <a:ext cx="12600" cy="12600"/>
            </a:xfrm>
            <a:custGeom>
              <a:avLst/>
              <a:gdLst/>
              <a:ahLst/>
              <a:cxnLst/>
              <a:rect l="l" t="t" r="r" b="b"/>
              <a:pathLst>
                <a:path w="504" h="504" extrusionOk="0">
                  <a:moveTo>
                    <a:pt x="252" y="1"/>
                  </a:moveTo>
                  <a:cubicBezTo>
                    <a:pt x="116" y="1"/>
                    <a:pt x="1" y="116"/>
                    <a:pt x="1" y="252"/>
                  </a:cubicBezTo>
                  <a:cubicBezTo>
                    <a:pt x="1" y="395"/>
                    <a:pt x="116" y="503"/>
                    <a:pt x="252" y="503"/>
                  </a:cubicBezTo>
                  <a:cubicBezTo>
                    <a:pt x="388" y="503"/>
                    <a:pt x="503" y="395"/>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8"/>
            <p:cNvSpPr/>
            <p:nvPr/>
          </p:nvSpPr>
          <p:spPr>
            <a:xfrm>
              <a:off x="2237800" y="4503975"/>
              <a:ext cx="12350" cy="12600"/>
            </a:xfrm>
            <a:custGeom>
              <a:avLst/>
              <a:gdLst/>
              <a:ahLst/>
              <a:cxnLst/>
              <a:rect l="l" t="t" r="r" b="b"/>
              <a:pathLst>
                <a:path w="494" h="504" extrusionOk="0">
                  <a:moveTo>
                    <a:pt x="244" y="1"/>
                  </a:moveTo>
                  <a:cubicBezTo>
                    <a:pt x="107" y="1"/>
                    <a:pt x="0" y="116"/>
                    <a:pt x="0" y="252"/>
                  </a:cubicBezTo>
                  <a:cubicBezTo>
                    <a:pt x="0" y="395"/>
                    <a:pt x="107" y="503"/>
                    <a:pt x="244" y="503"/>
                  </a:cubicBezTo>
                  <a:cubicBezTo>
                    <a:pt x="387" y="503"/>
                    <a:pt x="494" y="395"/>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8"/>
            <p:cNvSpPr/>
            <p:nvPr/>
          </p:nvSpPr>
          <p:spPr>
            <a:xfrm>
              <a:off x="2329550" y="4503975"/>
              <a:ext cx="12575" cy="12600"/>
            </a:xfrm>
            <a:custGeom>
              <a:avLst/>
              <a:gdLst/>
              <a:ahLst/>
              <a:cxnLst/>
              <a:rect l="l" t="t" r="r" b="b"/>
              <a:pathLst>
                <a:path w="503" h="504" extrusionOk="0">
                  <a:moveTo>
                    <a:pt x="251" y="1"/>
                  </a:moveTo>
                  <a:cubicBezTo>
                    <a:pt x="115" y="1"/>
                    <a:pt x="0" y="116"/>
                    <a:pt x="0" y="252"/>
                  </a:cubicBezTo>
                  <a:cubicBezTo>
                    <a:pt x="0" y="395"/>
                    <a:pt x="115" y="503"/>
                    <a:pt x="251" y="503"/>
                  </a:cubicBezTo>
                  <a:cubicBezTo>
                    <a:pt x="387" y="503"/>
                    <a:pt x="502" y="395"/>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8"/>
            <p:cNvSpPr/>
            <p:nvPr/>
          </p:nvSpPr>
          <p:spPr>
            <a:xfrm>
              <a:off x="2421325" y="4503975"/>
              <a:ext cx="12550" cy="12600"/>
            </a:xfrm>
            <a:custGeom>
              <a:avLst/>
              <a:gdLst/>
              <a:ahLst/>
              <a:cxnLst/>
              <a:rect l="l" t="t" r="r" b="b"/>
              <a:pathLst>
                <a:path w="502" h="504" extrusionOk="0">
                  <a:moveTo>
                    <a:pt x="250" y="1"/>
                  </a:moveTo>
                  <a:cubicBezTo>
                    <a:pt x="114" y="1"/>
                    <a:pt x="1" y="116"/>
                    <a:pt x="1" y="252"/>
                  </a:cubicBezTo>
                  <a:cubicBezTo>
                    <a:pt x="1" y="395"/>
                    <a:pt x="114" y="503"/>
                    <a:pt x="250" y="503"/>
                  </a:cubicBezTo>
                  <a:cubicBezTo>
                    <a:pt x="395" y="503"/>
                    <a:pt x="501" y="395"/>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8"/>
            <p:cNvSpPr/>
            <p:nvPr/>
          </p:nvSpPr>
          <p:spPr>
            <a:xfrm>
              <a:off x="2513250" y="4503975"/>
              <a:ext cx="12575" cy="12600"/>
            </a:xfrm>
            <a:custGeom>
              <a:avLst/>
              <a:gdLst/>
              <a:ahLst/>
              <a:cxnLst/>
              <a:rect l="l" t="t" r="r" b="b"/>
              <a:pathLst>
                <a:path w="503" h="504" extrusionOk="0">
                  <a:moveTo>
                    <a:pt x="252" y="1"/>
                  </a:moveTo>
                  <a:cubicBezTo>
                    <a:pt x="109" y="1"/>
                    <a:pt x="0" y="116"/>
                    <a:pt x="0" y="252"/>
                  </a:cubicBezTo>
                  <a:cubicBezTo>
                    <a:pt x="0" y="395"/>
                    <a:pt x="109" y="503"/>
                    <a:pt x="252" y="503"/>
                  </a:cubicBezTo>
                  <a:cubicBezTo>
                    <a:pt x="388" y="503"/>
                    <a:pt x="503" y="395"/>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8"/>
            <p:cNvSpPr/>
            <p:nvPr/>
          </p:nvSpPr>
          <p:spPr>
            <a:xfrm>
              <a:off x="2605000" y="4503975"/>
              <a:ext cx="12575" cy="12600"/>
            </a:xfrm>
            <a:custGeom>
              <a:avLst/>
              <a:gdLst/>
              <a:ahLst/>
              <a:cxnLst/>
              <a:rect l="l" t="t" r="r" b="b"/>
              <a:pathLst>
                <a:path w="503" h="504" extrusionOk="0">
                  <a:moveTo>
                    <a:pt x="252" y="1"/>
                  </a:moveTo>
                  <a:cubicBezTo>
                    <a:pt x="116" y="1"/>
                    <a:pt x="0" y="116"/>
                    <a:pt x="0" y="252"/>
                  </a:cubicBezTo>
                  <a:cubicBezTo>
                    <a:pt x="0" y="395"/>
                    <a:pt x="116" y="503"/>
                    <a:pt x="252" y="503"/>
                  </a:cubicBezTo>
                  <a:cubicBezTo>
                    <a:pt x="387" y="503"/>
                    <a:pt x="503" y="395"/>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8"/>
            <p:cNvSpPr/>
            <p:nvPr/>
          </p:nvSpPr>
          <p:spPr>
            <a:xfrm>
              <a:off x="2696950" y="4503975"/>
              <a:ext cx="12375" cy="12600"/>
            </a:xfrm>
            <a:custGeom>
              <a:avLst/>
              <a:gdLst/>
              <a:ahLst/>
              <a:cxnLst/>
              <a:rect l="l" t="t" r="r" b="b"/>
              <a:pathLst>
                <a:path w="495" h="504" extrusionOk="0">
                  <a:moveTo>
                    <a:pt x="252" y="1"/>
                  </a:moveTo>
                  <a:cubicBezTo>
                    <a:pt x="108" y="1"/>
                    <a:pt x="1" y="116"/>
                    <a:pt x="1" y="252"/>
                  </a:cubicBezTo>
                  <a:cubicBezTo>
                    <a:pt x="1" y="395"/>
                    <a:pt x="108" y="503"/>
                    <a:pt x="252" y="503"/>
                  </a:cubicBezTo>
                  <a:cubicBezTo>
                    <a:pt x="388" y="503"/>
                    <a:pt x="495" y="395"/>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8"/>
            <p:cNvSpPr/>
            <p:nvPr/>
          </p:nvSpPr>
          <p:spPr>
            <a:xfrm>
              <a:off x="2788700" y="4503975"/>
              <a:ext cx="12600" cy="12600"/>
            </a:xfrm>
            <a:custGeom>
              <a:avLst/>
              <a:gdLst/>
              <a:ahLst/>
              <a:cxnLst/>
              <a:rect l="l" t="t" r="r" b="b"/>
              <a:pathLst>
                <a:path w="504" h="504" extrusionOk="0">
                  <a:moveTo>
                    <a:pt x="252" y="1"/>
                  </a:moveTo>
                  <a:cubicBezTo>
                    <a:pt x="116" y="1"/>
                    <a:pt x="1" y="116"/>
                    <a:pt x="1" y="252"/>
                  </a:cubicBezTo>
                  <a:cubicBezTo>
                    <a:pt x="1" y="395"/>
                    <a:pt x="116" y="503"/>
                    <a:pt x="252" y="503"/>
                  </a:cubicBezTo>
                  <a:cubicBezTo>
                    <a:pt x="388" y="503"/>
                    <a:pt x="503" y="395"/>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8"/>
            <p:cNvSpPr/>
            <p:nvPr/>
          </p:nvSpPr>
          <p:spPr>
            <a:xfrm>
              <a:off x="2880675" y="4503975"/>
              <a:ext cx="12375" cy="12600"/>
            </a:xfrm>
            <a:custGeom>
              <a:avLst/>
              <a:gdLst/>
              <a:ahLst/>
              <a:cxnLst/>
              <a:rect l="l" t="t" r="r" b="b"/>
              <a:pathLst>
                <a:path w="495" h="504" extrusionOk="0">
                  <a:moveTo>
                    <a:pt x="243" y="1"/>
                  </a:moveTo>
                  <a:cubicBezTo>
                    <a:pt x="107" y="1"/>
                    <a:pt x="0" y="116"/>
                    <a:pt x="0" y="252"/>
                  </a:cubicBezTo>
                  <a:cubicBezTo>
                    <a:pt x="0" y="395"/>
                    <a:pt x="107" y="503"/>
                    <a:pt x="243" y="503"/>
                  </a:cubicBezTo>
                  <a:cubicBezTo>
                    <a:pt x="387" y="503"/>
                    <a:pt x="494" y="395"/>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8"/>
            <p:cNvSpPr/>
            <p:nvPr/>
          </p:nvSpPr>
          <p:spPr>
            <a:xfrm>
              <a:off x="2972425" y="4503975"/>
              <a:ext cx="12575" cy="12600"/>
            </a:xfrm>
            <a:custGeom>
              <a:avLst/>
              <a:gdLst/>
              <a:ahLst/>
              <a:cxnLst/>
              <a:rect l="l" t="t" r="r" b="b"/>
              <a:pathLst>
                <a:path w="503" h="504" extrusionOk="0">
                  <a:moveTo>
                    <a:pt x="251" y="1"/>
                  </a:moveTo>
                  <a:cubicBezTo>
                    <a:pt x="115" y="1"/>
                    <a:pt x="0" y="116"/>
                    <a:pt x="0" y="252"/>
                  </a:cubicBezTo>
                  <a:cubicBezTo>
                    <a:pt x="0" y="395"/>
                    <a:pt x="115" y="503"/>
                    <a:pt x="251" y="503"/>
                  </a:cubicBezTo>
                  <a:cubicBezTo>
                    <a:pt x="387" y="503"/>
                    <a:pt x="503" y="395"/>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8"/>
            <p:cNvSpPr/>
            <p:nvPr/>
          </p:nvSpPr>
          <p:spPr>
            <a:xfrm>
              <a:off x="3064375" y="4503975"/>
              <a:ext cx="12375" cy="12600"/>
            </a:xfrm>
            <a:custGeom>
              <a:avLst/>
              <a:gdLst/>
              <a:ahLst/>
              <a:cxnLst/>
              <a:rect l="l" t="t" r="r" b="b"/>
              <a:pathLst>
                <a:path w="495" h="504" extrusionOk="0">
                  <a:moveTo>
                    <a:pt x="243" y="1"/>
                  </a:moveTo>
                  <a:cubicBezTo>
                    <a:pt x="107" y="1"/>
                    <a:pt x="1" y="116"/>
                    <a:pt x="1" y="252"/>
                  </a:cubicBezTo>
                  <a:cubicBezTo>
                    <a:pt x="1" y="395"/>
                    <a:pt x="107" y="503"/>
                    <a:pt x="243" y="503"/>
                  </a:cubicBezTo>
                  <a:cubicBezTo>
                    <a:pt x="388" y="503"/>
                    <a:pt x="495" y="395"/>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8"/>
            <p:cNvSpPr/>
            <p:nvPr/>
          </p:nvSpPr>
          <p:spPr>
            <a:xfrm>
              <a:off x="3156125" y="4503975"/>
              <a:ext cx="12600" cy="12600"/>
            </a:xfrm>
            <a:custGeom>
              <a:avLst/>
              <a:gdLst/>
              <a:ahLst/>
              <a:cxnLst/>
              <a:rect l="l" t="t" r="r" b="b"/>
              <a:pathLst>
                <a:path w="504" h="504" extrusionOk="0">
                  <a:moveTo>
                    <a:pt x="252" y="1"/>
                  </a:moveTo>
                  <a:cubicBezTo>
                    <a:pt x="116" y="1"/>
                    <a:pt x="1" y="116"/>
                    <a:pt x="1" y="252"/>
                  </a:cubicBezTo>
                  <a:cubicBezTo>
                    <a:pt x="1" y="395"/>
                    <a:pt x="116" y="503"/>
                    <a:pt x="252" y="503"/>
                  </a:cubicBezTo>
                  <a:cubicBezTo>
                    <a:pt x="388" y="503"/>
                    <a:pt x="503" y="395"/>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8"/>
            <p:cNvSpPr/>
            <p:nvPr/>
          </p:nvSpPr>
          <p:spPr>
            <a:xfrm>
              <a:off x="3247875" y="4503975"/>
              <a:ext cx="12575" cy="12600"/>
            </a:xfrm>
            <a:custGeom>
              <a:avLst/>
              <a:gdLst/>
              <a:ahLst/>
              <a:cxnLst/>
              <a:rect l="l" t="t" r="r" b="b"/>
              <a:pathLst>
                <a:path w="503" h="504" extrusionOk="0">
                  <a:moveTo>
                    <a:pt x="252" y="1"/>
                  </a:moveTo>
                  <a:cubicBezTo>
                    <a:pt x="116" y="1"/>
                    <a:pt x="1" y="116"/>
                    <a:pt x="1" y="252"/>
                  </a:cubicBezTo>
                  <a:cubicBezTo>
                    <a:pt x="1" y="395"/>
                    <a:pt x="116" y="503"/>
                    <a:pt x="252" y="503"/>
                  </a:cubicBezTo>
                  <a:cubicBezTo>
                    <a:pt x="388" y="503"/>
                    <a:pt x="503" y="395"/>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8"/>
            <p:cNvSpPr/>
            <p:nvPr/>
          </p:nvSpPr>
          <p:spPr>
            <a:xfrm>
              <a:off x="3339850" y="4503975"/>
              <a:ext cx="12525" cy="12600"/>
            </a:xfrm>
            <a:custGeom>
              <a:avLst/>
              <a:gdLst/>
              <a:ahLst/>
              <a:cxnLst/>
              <a:rect l="l" t="t" r="r" b="b"/>
              <a:pathLst>
                <a:path w="501" h="504" extrusionOk="0">
                  <a:moveTo>
                    <a:pt x="251" y="1"/>
                  </a:moveTo>
                  <a:cubicBezTo>
                    <a:pt x="107" y="1"/>
                    <a:pt x="0" y="116"/>
                    <a:pt x="0" y="252"/>
                  </a:cubicBezTo>
                  <a:cubicBezTo>
                    <a:pt x="0" y="395"/>
                    <a:pt x="107" y="503"/>
                    <a:pt x="251" y="503"/>
                  </a:cubicBezTo>
                  <a:cubicBezTo>
                    <a:pt x="387" y="503"/>
                    <a:pt x="501" y="395"/>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8"/>
            <p:cNvSpPr/>
            <p:nvPr/>
          </p:nvSpPr>
          <p:spPr>
            <a:xfrm>
              <a:off x="3431575" y="4503975"/>
              <a:ext cx="12600" cy="12600"/>
            </a:xfrm>
            <a:custGeom>
              <a:avLst/>
              <a:gdLst/>
              <a:ahLst/>
              <a:cxnLst/>
              <a:rect l="l" t="t" r="r" b="b"/>
              <a:pathLst>
                <a:path w="504" h="504" extrusionOk="0">
                  <a:moveTo>
                    <a:pt x="252" y="1"/>
                  </a:moveTo>
                  <a:cubicBezTo>
                    <a:pt x="116" y="1"/>
                    <a:pt x="1" y="116"/>
                    <a:pt x="1" y="252"/>
                  </a:cubicBezTo>
                  <a:cubicBezTo>
                    <a:pt x="1" y="395"/>
                    <a:pt x="116" y="503"/>
                    <a:pt x="252" y="503"/>
                  </a:cubicBezTo>
                  <a:cubicBezTo>
                    <a:pt x="388" y="503"/>
                    <a:pt x="503" y="395"/>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8"/>
            <p:cNvSpPr/>
            <p:nvPr/>
          </p:nvSpPr>
          <p:spPr>
            <a:xfrm>
              <a:off x="3523550" y="4503975"/>
              <a:ext cx="12375" cy="12600"/>
            </a:xfrm>
            <a:custGeom>
              <a:avLst/>
              <a:gdLst/>
              <a:ahLst/>
              <a:cxnLst/>
              <a:rect l="l" t="t" r="r" b="b"/>
              <a:pathLst>
                <a:path w="495" h="504" extrusionOk="0">
                  <a:moveTo>
                    <a:pt x="250" y="1"/>
                  </a:moveTo>
                  <a:cubicBezTo>
                    <a:pt x="107" y="1"/>
                    <a:pt x="0" y="116"/>
                    <a:pt x="0" y="252"/>
                  </a:cubicBezTo>
                  <a:cubicBezTo>
                    <a:pt x="0" y="395"/>
                    <a:pt x="107" y="503"/>
                    <a:pt x="250" y="503"/>
                  </a:cubicBezTo>
                  <a:cubicBezTo>
                    <a:pt x="388" y="503"/>
                    <a:pt x="494" y="395"/>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8"/>
            <p:cNvSpPr/>
            <p:nvPr/>
          </p:nvSpPr>
          <p:spPr>
            <a:xfrm>
              <a:off x="676400" y="4595950"/>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8"/>
            <p:cNvSpPr/>
            <p:nvPr/>
          </p:nvSpPr>
          <p:spPr>
            <a:xfrm>
              <a:off x="768325" y="4595950"/>
              <a:ext cx="12400" cy="12525"/>
            </a:xfrm>
            <a:custGeom>
              <a:avLst/>
              <a:gdLst/>
              <a:ahLst/>
              <a:cxnLst/>
              <a:rect l="l" t="t" r="r" b="b"/>
              <a:pathLst>
                <a:path w="496" h="501" extrusionOk="0">
                  <a:moveTo>
                    <a:pt x="245" y="0"/>
                  </a:moveTo>
                  <a:cubicBezTo>
                    <a:pt x="109" y="0"/>
                    <a:pt x="0" y="114"/>
                    <a:pt x="0" y="250"/>
                  </a:cubicBezTo>
                  <a:cubicBezTo>
                    <a:pt x="0" y="387"/>
                    <a:pt x="109" y="501"/>
                    <a:pt x="245" y="501"/>
                  </a:cubicBezTo>
                  <a:cubicBezTo>
                    <a:pt x="388" y="501"/>
                    <a:pt x="496" y="387"/>
                    <a:pt x="496" y="250"/>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8"/>
            <p:cNvSpPr/>
            <p:nvPr/>
          </p:nvSpPr>
          <p:spPr>
            <a:xfrm>
              <a:off x="860125" y="4595950"/>
              <a:ext cx="12525" cy="12525"/>
            </a:xfrm>
            <a:custGeom>
              <a:avLst/>
              <a:gdLst/>
              <a:ahLst/>
              <a:cxnLst/>
              <a:rect l="l" t="t" r="r" b="b"/>
              <a:pathLst>
                <a:path w="501" h="501" extrusionOk="0">
                  <a:moveTo>
                    <a:pt x="251" y="0"/>
                  </a:moveTo>
                  <a:cubicBezTo>
                    <a:pt x="114" y="0"/>
                    <a:pt x="0" y="114"/>
                    <a:pt x="0" y="250"/>
                  </a:cubicBezTo>
                  <a:cubicBezTo>
                    <a:pt x="0" y="387"/>
                    <a:pt x="114" y="501"/>
                    <a:pt x="251" y="501"/>
                  </a:cubicBezTo>
                  <a:cubicBezTo>
                    <a:pt x="387" y="501"/>
                    <a:pt x="501" y="387"/>
                    <a:pt x="501" y="250"/>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8"/>
            <p:cNvSpPr/>
            <p:nvPr/>
          </p:nvSpPr>
          <p:spPr>
            <a:xfrm>
              <a:off x="951850" y="4595950"/>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8"/>
            <p:cNvSpPr/>
            <p:nvPr/>
          </p:nvSpPr>
          <p:spPr>
            <a:xfrm>
              <a:off x="1043825" y="4595950"/>
              <a:ext cx="12375" cy="12525"/>
            </a:xfrm>
            <a:custGeom>
              <a:avLst/>
              <a:gdLst/>
              <a:ahLst/>
              <a:cxnLst/>
              <a:rect l="l" t="t" r="r" b="b"/>
              <a:pathLst>
                <a:path w="495" h="501" extrusionOk="0">
                  <a:moveTo>
                    <a:pt x="250" y="0"/>
                  </a:moveTo>
                  <a:cubicBezTo>
                    <a:pt x="107" y="0"/>
                    <a:pt x="0" y="114"/>
                    <a:pt x="0" y="250"/>
                  </a:cubicBezTo>
                  <a:cubicBezTo>
                    <a:pt x="0" y="387"/>
                    <a:pt x="107" y="501"/>
                    <a:pt x="250" y="501"/>
                  </a:cubicBezTo>
                  <a:cubicBezTo>
                    <a:pt x="388" y="501"/>
                    <a:pt x="494" y="387"/>
                    <a:pt x="494" y="250"/>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8"/>
            <p:cNvSpPr/>
            <p:nvPr/>
          </p:nvSpPr>
          <p:spPr>
            <a:xfrm>
              <a:off x="1135575" y="4595950"/>
              <a:ext cx="12575" cy="12525"/>
            </a:xfrm>
            <a:custGeom>
              <a:avLst/>
              <a:gdLst/>
              <a:ahLst/>
              <a:cxnLst/>
              <a:rect l="l" t="t" r="r" b="b"/>
              <a:pathLst>
                <a:path w="503" h="501" extrusionOk="0">
                  <a:moveTo>
                    <a:pt x="252" y="0"/>
                  </a:moveTo>
                  <a:cubicBezTo>
                    <a:pt x="116" y="0"/>
                    <a:pt x="0" y="114"/>
                    <a:pt x="0" y="250"/>
                  </a:cubicBezTo>
                  <a:cubicBezTo>
                    <a:pt x="0" y="387"/>
                    <a:pt x="116" y="501"/>
                    <a:pt x="252" y="501"/>
                  </a:cubicBezTo>
                  <a:cubicBezTo>
                    <a:pt x="387" y="501"/>
                    <a:pt x="503" y="387"/>
                    <a:pt x="503" y="250"/>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8"/>
            <p:cNvSpPr/>
            <p:nvPr/>
          </p:nvSpPr>
          <p:spPr>
            <a:xfrm>
              <a:off x="1227500" y="4595950"/>
              <a:ext cx="12400" cy="12525"/>
            </a:xfrm>
            <a:custGeom>
              <a:avLst/>
              <a:gdLst/>
              <a:ahLst/>
              <a:cxnLst/>
              <a:rect l="l" t="t" r="r" b="b"/>
              <a:pathLst>
                <a:path w="496" h="501" extrusionOk="0">
                  <a:moveTo>
                    <a:pt x="251" y="0"/>
                  </a:moveTo>
                  <a:cubicBezTo>
                    <a:pt x="109" y="0"/>
                    <a:pt x="0" y="114"/>
                    <a:pt x="0" y="250"/>
                  </a:cubicBezTo>
                  <a:cubicBezTo>
                    <a:pt x="0" y="387"/>
                    <a:pt x="109" y="501"/>
                    <a:pt x="251" y="501"/>
                  </a:cubicBezTo>
                  <a:cubicBezTo>
                    <a:pt x="387" y="501"/>
                    <a:pt x="496" y="387"/>
                    <a:pt x="496" y="250"/>
                  </a:cubicBezTo>
                  <a:cubicBezTo>
                    <a:pt x="496"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8"/>
            <p:cNvSpPr/>
            <p:nvPr/>
          </p:nvSpPr>
          <p:spPr>
            <a:xfrm>
              <a:off x="1319275" y="4595950"/>
              <a:ext cx="12550" cy="12525"/>
            </a:xfrm>
            <a:custGeom>
              <a:avLst/>
              <a:gdLst/>
              <a:ahLst/>
              <a:cxnLst/>
              <a:rect l="l" t="t" r="r" b="b"/>
              <a:pathLst>
                <a:path w="502" h="501" extrusionOk="0">
                  <a:moveTo>
                    <a:pt x="252" y="0"/>
                  </a:moveTo>
                  <a:cubicBezTo>
                    <a:pt x="114" y="0"/>
                    <a:pt x="1" y="114"/>
                    <a:pt x="1" y="250"/>
                  </a:cubicBezTo>
                  <a:cubicBezTo>
                    <a:pt x="1" y="387"/>
                    <a:pt x="114" y="501"/>
                    <a:pt x="252" y="501"/>
                  </a:cubicBezTo>
                  <a:cubicBezTo>
                    <a:pt x="388" y="501"/>
                    <a:pt x="501" y="387"/>
                    <a:pt x="501" y="250"/>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8"/>
            <p:cNvSpPr/>
            <p:nvPr/>
          </p:nvSpPr>
          <p:spPr>
            <a:xfrm>
              <a:off x="1411200" y="4595950"/>
              <a:ext cx="12425" cy="12525"/>
            </a:xfrm>
            <a:custGeom>
              <a:avLst/>
              <a:gdLst/>
              <a:ahLst/>
              <a:cxnLst/>
              <a:rect l="l" t="t" r="r" b="b"/>
              <a:pathLst>
                <a:path w="497" h="501" extrusionOk="0">
                  <a:moveTo>
                    <a:pt x="245" y="0"/>
                  </a:moveTo>
                  <a:cubicBezTo>
                    <a:pt x="109" y="0"/>
                    <a:pt x="1" y="114"/>
                    <a:pt x="1" y="250"/>
                  </a:cubicBezTo>
                  <a:cubicBezTo>
                    <a:pt x="1" y="387"/>
                    <a:pt x="109" y="501"/>
                    <a:pt x="245" y="501"/>
                  </a:cubicBezTo>
                  <a:cubicBezTo>
                    <a:pt x="388" y="501"/>
                    <a:pt x="496" y="387"/>
                    <a:pt x="496" y="250"/>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8"/>
            <p:cNvSpPr/>
            <p:nvPr/>
          </p:nvSpPr>
          <p:spPr>
            <a:xfrm>
              <a:off x="1503000" y="4595950"/>
              <a:ext cx="12525" cy="12525"/>
            </a:xfrm>
            <a:custGeom>
              <a:avLst/>
              <a:gdLst/>
              <a:ahLst/>
              <a:cxnLst/>
              <a:rect l="l" t="t" r="r" b="b"/>
              <a:pathLst>
                <a:path w="501" h="501" extrusionOk="0">
                  <a:moveTo>
                    <a:pt x="250" y="0"/>
                  </a:moveTo>
                  <a:cubicBezTo>
                    <a:pt x="114" y="0"/>
                    <a:pt x="0" y="114"/>
                    <a:pt x="0" y="250"/>
                  </a:cubicBezTo>
                  <a:cubicBezTo>
                    <a:pt x="0" y="387"/>
                    <a:pt x="114" y="501"/>
                    <a:pt x="250" y="501"/>
                  </a:cubicBezTo>
                  <a:cubicBezTo>
                    <a:pt x="387" y="501"/>
                    <a:pt x="501" y="387"/>
                    <a:pt x="501" y="250"/>
                  </a:cubicBezTo>
                  <a:cubicBezTo>
                    <a:pt x="501" y="114"/>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8"/>
            <p:cNvSpPr/>
            <p:nvPr/>
          </p:nvSpPr>
          <p:spPr>
            <a:xfrm>
              <a:off x="1594750" y="4595950"/>
              <a:ext cx="12575" cy="12525"/>
            </a:xfrm>
            <a:custGeom>
              <a:avLst/>
              <a:gdLst/>
              <a:ahLst/>
              <a:cxnLst/>
              <a:rect l="l" t="t" r="r" b="b"/>
              <a:pathLst>
                <a:path w="503" h="501" extrusionOk="0">
                  <a:moveTo>
                    <a:pt x="251" y="0"/>
                  </a:moveTo>
                  <a:cubicBezTo>
                    <a:pt x="115" y="0"/>
                    <a:pt x="0" y="114"/>
                    <a:pt x="0" y="250"/>
                  </a:cubicBezTo>
                  <a:cubicBezTo>
                    <a:pt x="0" y="387"/>
                    <a:pt x="115" y="501"/>
                    <a:pt x="251" y="501"/>
                  </a:cubicBezTo>
                  <a:cubicBezTo>
                    <a:pt x="394" y="501"/>
                    <a:pt x="503" y="387"/>
                    <a:pt x="503" y="250"/>
                  </a:cubicBezTo>
                  <a:cubicBezTo>
                    <a:pt x="503" y="114"/>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8"/>
            <p:cNvSpPr/>
            <p:nvPr/>
          </p:nvSpPr>
          <p:spPr>
            <a:xfrm>
              <a:off x="1686650" y="4595950"/>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8"/>
            <p:cNvSpPr/>
            <p:nvPr/>
          </p:nvSpPr>
          <p:spPr>
            <a:xfrm>
              <a:off x="1778450" y="4595950"/>
              <a:ext cx="12550" cy="12525"/>
            </a:xfrm>
            <a:custGeom>
              <a:avLst/>
              <a:gdLst/>
              <a:ahLst/>
              <a:cxnLst/>
              <a:rect l="l" t="t" r="r" b="b"/>
              <a:pathLst>
                <a:path w="502" h="501" extrusionOk="0">
                  <a:moveTo>
                    <a:pt x="252" y="0"/>
                  </a:moveTo>
                  <a:cubicBezTo>
                    <a:pt x="114" y="0"/>
                    <a:pt x="1" y="114"/>
                    <a:pt x="1" y="250"/>
                  </a:cubicBezTo>
                  <a:cubicBezTo>
                    <a:pt x="1" y="387"/>
                    <a:pt x="114" y="501"/>
                    <a:pt x="252" y="501"/>
                  </a:cubicBezTo>
                  <a:cubicBezTo>
                    <a:pt x="388" y="501"/>
                    <a:pt x="501" y="387"/>
                    <a:pt x="501" y="250"/>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8"/>
            <p:cNvSpPr/>
            <p:nvPr/>
          </p:nvSpPr>
          <p:spPr>
            <a:xfrm>
              <a:off x="1870375" y="4595950"/>
              <a:ext cx="12400" cy="12525"/>
            </a:xfrm>
            <a:custGeom>
              <a:avLst/>
              <a:gdLst/>
              <a:ahLst/>
              <a:cxnLst/>
              <a:rect l="l" t="t" r="r" b="b"/>
              <a:pathLst>
                <a:path w="496" h="501" extrusionOk="0">
                  <a:moveTo>
                    <a:pt x="252" y="0"/>
                  </a:moveTo>
                  <a:cubicBezTo>
                    <a:pt x="109" y="0"/>
                    <a:pt x="0" y="114"/>
                    <a:pt x="0" y="250"/>
                  </a:cubicBezTo>
                  <a:cubicBezTo>
                    <a:pt x="0" y="387"/>
                    <a:pt x="109" y="501"/>
                    <a:pt x="252" y="501"/>
                  </a:cubicBezTo>
                  <a:cubicBezTo>
                    <a:pt x="387" y="501"/>
                    <a:pt x="496" y="387"/>
                    <a:pt x="496" y="250"/>
                  </a:cubicBezTo>
                  <a:cubicBezTo>
                    <a:pt x="496"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8"/>
            <p:cNvSpPr/>
            <p:nvPr/>
          </p:nvSpPr>
          <p:spPr>
            <a:xfrm>
              <a:off x="1962150" y="4595950"/>
              <a:ext cx="12550" cy="12525"/>
            </a:xfrm>
            <a:custGeom>
              <a:avLst/>
              <a:gdLst/>
              <a:ahLst/>
              <a:cxnLst/>
              <a:rect l="l" t="t" r="r" b="b"/>
              <a:pathLst>
                <a:path w="502" h="501" extrusionOk="0">
                  <a:moveTo>
                    <a:pt x="250" y="0"/>
                  </a:moveTo>
                  <a:cubicBezTo>
                    <a:pt x="114" y="0"/>
                    <a:pt x="1" y="114"/>
                    <a:pt x="1" y="250"/>
                  </a:cubicBezTo>
                  <a:cubicBezTo>
                    <a:pt x="1" y="387"/>
                    <a:pt x="114" y="501"/>
                    <a:pt x="250" y="501"/>
                  </a:cubicBezTo>
                  <a:cubicBezTo>
                    <a:pt x="388" y="501"/>
                    <a:pt x="502" y="387"/>
                    <a:pt x="502" y="250"/>
                  </a:cubicBezTo>
                  <a:cubicBezTo>
                    <a:pt x="502"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8"/>
            <p:cNvSpPr/>
            <p:nvPr/>
          </p:nvSpPr>
          <p:spPr>
            <a:xfrm>
              <a:off x="2054075" y="4595950"/>
              <a:ext cx="12425" cy="12525"/>
            </a:xfrm>
            <a:custGeom>
              <a:avLst/>
              <a:gdLst/>
              <a:ahLst/>
              <a:cxnLst/>
              <a:rect l="l" t="t" r="r" b="b"/>
              <a:pathLst>
                <a:path w="497" h="501" extrusionOk="0">
                  <a:moveTo>
                    <a:pt x="252" y="0"/>
                  </a:moveTo>
                  <a:cubicBezTo>
                    <a:pt x="109" y="0"/>
                    <a:pt x="1" y="114"/>
                    <a:pt x="1" y="250"/>
                  </a:cubicBezTo>
                  <a:cubicBezTo>
                    <a:pt x="1" y="387"/>
                    <a:pt x="109" y="501"/>
                    <a:pt x="252" y="501"/>
                  </a:cubicBezTo>
                  <a:cubicBezTo>
                    <a:pt x="388" y="501"/>
                    <a:pt x="496" y="387"/>
                    <a:pt x="496" y="250"/>
                  </a:cubicBezTo>
                  <a:cubicBezTo>
                    <a:pt x="496"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8"/>
            <p:cNvSpPr/>
            <p:nvPr/>
          </p:nvSpPr>
          <p:spPr>
            <a:xfrm>
              <a:off x="2145825" y="4595950"/>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8"/>
            <p:cNvSpPr/>
            <p:nvPr/>
          </p:nvSpPr>
          <p:spPr>
            <a:xfrm>
              <a:off x="2237800" y="4595950"/>
              <a:ext cx="12350" cy="12525"/>
            </a:xfrm>
            <a:custGeom>
              <a:avLst/>
              <a:gdLst/>
              <a:ahLst/>
              <a:cxnLst/>
              <a:rect l="l" t="t" r="r" b="b"/>
              <a:pathLst>
                <a:path w="494" h="501" extrusionOk="0">
                  <a:moveTo>
                    <a:pt x="244" y="0"/>
                  </a:moveTo>
                  <a:cubicBezTo>
                    <a:pt x="107" y="0"/>
                    <a:pt x="0" y="114"/>
                    <a:pt x="0" y="250"/>
                  </a:cubicBezTo>
                  <a:cubicBezTo>
                    <a:pt x="0" y="387"/>
                    <a:pt x="107" y="501"/>
                    <a:pt x="244" y="501"/>
                  </a:cubicBezTo>
                  <a:cubicBezTo>
                    <a:pt x="387" y="501"/>
                    <a:pt x="494" y="387"/>
                    <a:pt x="494" y="250"/>
                  </a:cubicBezTo>
                  <a:cubicBezTo>
                    <a:pt x="494" y="114"/>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8"/>
            <p:cNvSpPr/>
            <p:nvPr/>
          </p:nvSpPr>
          <p:spPr>
            <a:xfrm>
              <a:off x="2329550" y="4595950"/>
              <a:ext cx="12575" cy="12525"/>
            </a:xfrm>
            <a:custGeom>
              <a:avLst/>
              <a:gdLst/>
              <a:ahLst/>
              <a:cxnLst/>
              <a:rect l="l" t="t" r="r" b="b"/>
              <a:pathLst>
                <a:path w="503" h="501" extrusionOk="0">
                  <a:moveTo>
                    <a:pt x="251" y="0"/>
                  </a:moveTo>
                  <a:cubicBezTo>
                    <a:pt x="115" y="0"/>
                    <a:pt x="0" y="114"/>
                    <a:pt x="0" y="250"/>
                  </a:cubicBezTo>
                  <a:cubicBezTo>
                    <a:pt x="0" y="387"/>
                    <a:pt x="115" y="501"/>
                    <a:pt x="251" y="501"/>
                  </a:cubicBezTo>
                  <a:cubicBezTo>
                    <a:pt x="387" y="501"/>
                    <a:pt x="502" y="387"/>
                    <a:pt x="502" y="250"/>
                  </a:cubicBezTo>
                  <a:cubicBezTo>
                    <a:pt x="502"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8"/>
            <p:cNvSpPr/>
            <p:nvPr/>
          </p:nvSpPr>
          <p:spPr>
            <a:xfrm>
              <a:off x="2421325" y="4595950"/>
              <a:ext cx="12550" cy="12525"/>
            </a:xfrm>
            <a:custGeom>
              <a:avLst/>
              <a:gdLst/>
              <a:ahLst/>
              <a:cxnLst/>
              <a:rect l="l" t="t" r="r" b="b"/>
              <a:pathLst>
                <a:path w="502" h="501" extrusionOk="0">
                  <a:moveTo>
                    <a:pt x="250" y="0"/>
                  </a:moveTo>
                  <a:cubicBezTo>
                    <a:pt x="114" y="0"/>
                    <a:pt x="1" y="114"/>
                    <a:pt x="1" y="250"/>
                  </a:cubicBezTo>
                  <a:cubicBezTo>
                    <a:pt x="1" y="387"/>
                    <a:pt x="114" y="501"/>
                    <a:pt x="250" y="501"/>
                  </a:cubicBezTo>
                  <a:cubicBezTo>
                    <a:pt x="395" y="501"/>
                    <a:pt x="501" y="387"/>
                    <a:pt x="501" y="250"/>
                  </a:cubicBezTo>
                  <a:cubicBezTo>
                    <a:pt x="501" y="114"/>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8"/>
            <p:cNvSpPr/>
            <p:nvPr/>
          </p:nvSpPr>
          <p:spPr>
            <a:xfrm>
              <a:off x="2513250" y="4595950"/>
              <a:ext cx="12575" cy="12525"/>
            </a:xfrm>
            <a:custGeom>
              <a:avLst/>
              <a:gdLst/>
              <a:ahLst/>
              <a:cxnLst/>
              <a:rect l="l" t="t" r="r" b="b"/>
              <a:pathLst>
                <a:path w="503" h="501" extrusionOk="0">
                  <a:moveTo>
                    <a:pt x="252" y="0"/>
                  </a:moveTo>
                  <a:cubicBezTo>
                    <a:pt x="109" y="0"/>
                    <a:pt x="0" y="114"/>
                    <a:pt x="0" y="250"/>
                  </a:cubicBezTo>
                  <a:cubicBezTo>
                    <a:pt x="0" y="387"/>
                    <a:pt x="109"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8"/>
            <p:cNvSpPr/>
            <p:nvPr/>
          </p:nvSpPr>
          <p:spPr>
            <a:xfrm>
              <a:off x="2605000" y="4595950"/>
              <a:ext cx="12575" cy="12525"/>
            </a:xfrm>
            <a:custGeom>
              <a:avLst/>
              <a:gdLst/>
              <a:ahLst/>
              <a:cxnLst/>
              <a:rect l="l" t="t" r="r" b="b"/>
              <a:pathLst>
                <a:path w="503" h="501" extrusionOk="0">
                  <a:moveTo>
                    <a:pt x="252" y="0"/>
                  </a:moveTo>
                  <a:cubicBezTo>
                    <a:pt x="116" y="0"/>
                    <a:pt x="0" y="114"/>
                    <a:pt x="0" y="250"/>
                  </a:cubicBezTo>
                  <a:cubicBezTo>
                    <a:pt x="0" y="387"/>
                    <a:pt x="116" y="501"/>
                    <a:pt x="252" y="501"/>
                  </a:cubicBezTo>
                  <a:cubicBezTo>
                    <a:pt x="387" y="501"/>
                    <a:pt x="503" y="387"/>
                    <a:pt x="503" y="250"/>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8"/>
            <p:cNvSpPr/>
            <p:nvPr/>
          </p:nvSpPr>
          <p:spPr>
            <a:xfrm>
              <a:off x="2696950" y="4595950"/>
              <a:ext cx="12375" cy="12525"/>
            </a:xfrm>
            <a:custGeom>
              <a:avLst/>
              <a:gdLst/>
              <a:ahLst/>
              <a:cxnLst/>
              <a:rect l="l" t="t" r="r" b="b"/>
              <a:pathLst>
                <a:path w="495" h="501" extrusionOk="0">
                  <a:moveTo>
                    <a:pt x="252" y="0"/>
                  </a:moveTo>
                  <a:cubicBezTo>
                    <a:pt x="108" y="0"/>
                    <a:pt x="1" y="114"/>
                    <a:pt x="1" y="250"/>
                  </a:cubicBezTo>
                  <a:cubicBezTo>
                    <a:pt x="1" y="387"/>
                    <a:pt x="108" y="501"/>
                    <a:pt x="252" y="501"/>
                  </a:cubicBezTo>
                  <a:cubicBezTo>
                    <a:pt x="388" y="501"/>
                    <a:pt x="495" y="387"/>
                    <a:pt x="495" y="250"/>
                  </a:cubicBezTo>
                  <a:cubicBezTo>
                    <a:pt x="495"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8"/>
            <p:cNvSpPr/>
            <p:nvPr/>
          </p:nvSpPr>
          <p:spPr>
            <a:xfrm>
              <a:off x="2788700" y="4595950"/>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8"/>
            <p:cNvSpPr/>
            <p:nvPr/>
          </p:nvSpPr>
          <p:spPr>
            <a:xfrm>
              <a:off x="2880675" y="4595950"/>
              <a:ext cx="12375" cy="12525"/>
            </a:xfrm>
            <a:custGeom>
              <a:avLst/>
              <a:gdLst/>
              <a:ahLst/>
              <a:cxnLst/>
              <a:rect l="l" t="t" r="r" b="b"/>
              <a:pathLst>
                <a:path w="495" h="501" extrusionOk="0">
                  <a:moveTo>
                    <a:pt x="243" y="0"/>
                  </a:moveTo>
                  <a:cubicBezTo>
                    <a:pt x="107" y="0"/>
                    <a:pt x="0" y="114"/>
                    <a:pt x="0" y="250"/>
                  </a:cubicBezTo>
                  <a:cubicBezTo>
                    <a:pt x="0" y="387"/>
                    <a:pt x="107" y="501"/>
                    <a:pt x="243" y="501"/>
                  </a:cubicBezTo>
                  <a:cubicBezTo>
                    <a:pt x="387" y="501"/>
                    <a:pt x="494" y="387"/>
                    <a:pt x="494" y="250"/>
                  </a:cubicBezTo>
                  <a:cubicBezTo>
                    <a:pt x="494" y="114"/>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8"/>
            <p:cNvSpPr/>
            <p:nvPr/>
          </p:nvSpPr>
          <p:spPr>
            <a:xfrm>
              <a:off x="2972425" y="4595950"/>
              <a:ext cx="12575" cy="12525"/>
            </a:xfrm>
            <a:custGeom>
              <a:avLst/>
              <a:gdLst/>
              <a:ahLst/>
              <a:cxnLst/>
              <a:rect l="l" t="t" r="r" b="b"/>
              <a:pathLst>
                <a:path w="503" h="501" extrusionOk="0">
                  <a:moveTo>
                    <a:pt x="251" y="0"/>
                  </a:moveTo>
                  <a:cubicBezTo>
                    <a:pt x="115" y="0"/>
                    <a:pt x="0" y="114"/>
                    <a:pt x="0" y="250"/>
                  </a:cubicBezTo>
                  <a:cubicBezTo>
                    <a:pt x="0" y="387"/>
                    <a:pt x="115" y="501"/>
                    <a:pt x="251" y="501"/>
                  </a:cubicBezTo>
                  <a:cubicBezTo>
                    <a:pt x="387" y="501"/>
                    <a:pt x="503" y="387"/>
                    <a:pt x="503" y="250"/>
                  </a:cubicBezTo>
                  <a:cubicBezTo>
                    <a:pt x="503"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8"/>
            <p:cNvSpPr/>
            <p:nvPr/>
          </p:nvSpPr>
          <p:spPr>
            <a:xfrm>
              <a:off x="3064375" y="4595950"/>
              <a:ext cx="12375" cy="12525"/>
            </a:xfrm>
            <a:custGeom>
              <a:avLst/>
              <a:gdLst/>
              <a:ahLst/>
              <a:cxnLst/>
              <a:rect l="l" t="t" r="r" b="b"/>
              <a:pathLst>
                <a:path w="495" h="501" extrusionOk="0">
                  <a:moveTo>
                    <a:pt x="243" y="0"/>
                  </a:moveTo>
                  <a:cubicBezTo>
                    <a:pt x="107" y="0"/>
                    <a:pt x="1" y="114"/>
                    <a:pt x="1" y="250"/>
                  </a:cubicBezTo>
                  <a:cubicBezTo>
                    <a:pt x="1" y="387"/>
                    <a:pt x="107" y="501"/>
                    <a:pt x="243" y="501"/>
                  </a:cubicBezTo>
                  <a:cubicBezTo>
                    <a:pt x="388" y="501"/>
                    <a:pt x="495" y="387"/>
                    <a:pt x="495" y="250"/>
                  </a:cubicBezTo>
                  <a:cubicBezTo>
                    <a:pt x="495" y="114"/>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8"/>
            <p:cNvSpPr/>
            <p:nvPr/>
          </p:nvSpPr>
          <p:spPr>
            <a:xfrm>
              <a:off x="3156125" y="4595950"/>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8"/>
            <p:cNvSpPr/>
            <p:nvPr/>
          </p:nvSpPr>
          <p:spPr>
            <a:xfrm>
              <a:off x="3247875" y="4595950"/>
              <a:ext cx="12575" cy="12525"/>
            </a:xfrm>
            <a:custGeom>
              <a:avLst/>
              <a:gdLst/>
              <a:ahLst/>
              <a:cxnLst/>
              <a:rect l="l" t="t" r="r" b="b"/>
              <a:pathLst>
                <a:path w="503"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8"/>
            <p:cNvSpPr/>
            <p:nvPr/>
          </p:nvSpPr>
          <p:spPr>
            <a:xfrm>
              <a:off x="3339850" y="4595950"/>
              <a:ext cx="12525" cy="12525"/>
            </a:xfrm>
            <a:custGeom>
              <a:avLst/>
              <a:gdLst/>
              <a:ahLst/>
              <a:cxnLst/>
              <a:rect l="l" t="t" r="r" b="b"/>
              <a:pathLst>
                <a:path w="501" h="501" extrusionOk="0">
                  <a:moveTo>
                    <a:pt x="251" y="0"/>
                  </a:moveTo>
                  <a:cubicBezTo>
                    <a:pt x="107" y="0"/>
                    <a:pt x="0" y="114"/>
                    <a:pt x="0" y="250"/>
                  </a:cubicBezTo>
                  <a:cubicBezTo>
                    <a:pt x="0" y="387"/>
                    <a:pt x="107" y="501"/>
                    <a:pt x="251" y="501"/>
                  </a:cubicBezTo>
                  <a:cubicBezTo>
                    <a:pt x="387" y="501"/>
                    <a:pt x="501" y="387"/>
                    <a:pt x="501" y="250"/>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8"/>
            <p:cNvSpPr/>
            <p:nvPr/>
          </p:nvSpPr>
          <p:spPr>
            <a:xfrm>
              <a:off x="3431575" y="4595950"/>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8"/>
            <p:cNvSpPr/>
            <p:nvPr/>
          </p:nvSpPr>
          <p:spPr>
            <a:xfrm>
              <a:off x="3523550" y="4595950"/>
              <a:ext cx="12375" cy="12525"/>
            </a:xfrm>
            <a:custGeom>
              <a:avLst/>
              <a:gdLst/>
              <a:ahLst/>
              <a:cxnLst/>
              <a:rect l="l" t="t" r="r" b="b"/>
              <a:pathLst>
                <a:path w="495" h="501" extrusionOk="0">
                  <a:moveTo>
                    <a:pt x="250" y="0"/>
                  </a:moveTo>
                  <a:cubicBezTo>
                    <a:pt x="107" y="0"/>
                    <a:pt x="0" y="114"/>
                    <a:pt x="0" y="250"/>
                  </a:cubicBezTo>
                  <a:cubicBezTo>
                    <a:pt x="0" y="387"/>
                    <a:pt x="107" y="501"/>
                    <a:pt x="250" y="501"/>
                  </a:cubicBezTo>
                  <a:cubicBezTo>
                    <a:pt x="388" y="501"/>
                    <a:pt x="494" y="387"/>
                    <a:pt x="494" y="250"/>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8"/>
            <p:cNvSpPr/>
            <p:nvPr/>
          </p:nvSpPr>
          <p:spPr>
            <a:xfrm>
              <a:off x="676400" y="46877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8"/>
            <p:cNvSpPr/>
            <p:nvPr/>
          </p:nvSpPr>
          <p:spPr>
            <a:xfrm>
              <a:off x="768325" y="4687700"/>
              <a:ext cx="12400" cy="12575"/>
            </a:xfrm>
            <a:custGeom>
              <a:avLst/>
              <a:gdLst/>
              <a:ahLst/>
              <a:cxnLst/>
              <a:rect l="l" t="t" r="r" b="b"/>
              <a:pathLst>
                <a:path w="496" h="503" extrusionOk="0">
                  <a:moveTo>
                    <a:pt x="245" y="0"/>
                  </a:moveTo>
                  <a:cubicBezTo>
                    <a:pt x="109" y="0"/>
                    <a:pt x="0" y="115"/>
                    <a:pt x="0" y="251"/>
                  </a:cubicBezTo>
                  <a:cubicBezTo>
                    <a:pt x="0" y="387"/>
                    <a:pt x="109" y="503"/>
                    <a:pt x="245" y="503"/>
                  </a:cubicBezTo>
                  <a:cubicBezTo>
                    <a:pt x="388" y="503"/>
                    <a:pt x="496" y="387"/>
                    <a:pt x="496" y="251"/>
                  </a:cubicBezTo>
                  <a:cubicBezTo>
                    <a:pt x="496" y="115"/>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8"/>
            <p:cNvSpPr/>
            <p:nvPr/>
          </p:nvSpPr>
          <p:spPr>
            <a:xfrm>
              <a:off x="860125" y="4687700"/>
              <a:ext cx="12525" cy="12575"/>
            </a:xfrm>
            <a:custGeom>
              <a:avLst/>
              <a:gdLst/>
              <a:ahLst/>
              <a:cxnLst/>
              <a:rect l="l" t="t" r="r" b="b"/>
              <a:pathLst>
                <a:path w="501" h="503" extrusionOk="0">
                  <a:moveTo>
                    <a:pt x="251" y="0"/>
                  </a:moveTo>
                  <a:cubicBezTo>
                    <a:pt x="114" y="0"/>
                    <a:pt x="0" y="115"/>
                    <a:pt x="0" y="251"/>
                  </a:cubicBezTo>
                  <a:cubicBezTo>
                    <a:pt x="0" y="387"/>
                    <a:pt x="114" y="503"/>
                    <a:pt x="251" y="503"/>
                  </a:cubicBezTo>
                  <a:cubicBezTo>
                    <a:pt x="387" y="503"/>
                    <a:pt x="501" y="387"/>
                    <a:pt x="501" y="251"/>
                  </a:cubicBezTo>
                  <a:cubicBezTo>
                    <a:pt x="501"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8"/>
            <p:cNvSpPr/>
            <p:nvPr/>
          </p:nvSpPr>
          <p:spPr>
            <a:xfrm>
              <a:off x="951850" y="46877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8"/>
            <p:cNvSpPr/>
            <p:nvPr/>
          </p:nvSpPr>
          <p:spPr>
            <a:xfrm>
              <a:off x="1043825" y="4687700"/>
              <a:ext cx="12375" cy="12575"/>
            </a:xfrm>
            <a:custGeom>
              <a:avLst/>
              <a:gdLst/>
              <a:ahLst/>
              <a:cxnLst/>
              <a:rect l="l" t="t" r="r" b="b"/>
              <a:pathLst>
                <a:path w="495" h="503" extrusionOk="0">
                  <a:moveTo>
                    <a:pt x="250" y="0"/>
                  </a:moveTo>
                  <a:cubicBezTo>
                    <a:pt x="107" y="0"/>
                    <a:pt x="0" y="115"/>
                    <a:pt x="0" y="251"/>
                  </a:cubicBezTo>
                  <a:cubicBezTo>
                    <a:pt x="0" y="387"/>
                    <a:pt x="107" y="503"/>
                    <a:pt x="250" y="503"/>
                  </a:cubicBezTo>
                  <a:cubicBezTo>
                    <a:pt x="388" y="503"/>
                    <a:pt x="494" y="387"/>
                    <a:pt x="494" y="251"/>
                  </a:cubicBezTo>
                  <a:cubicBezTo>
                    <a:pt x="494" y="115"/>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8"/>
            <p:cNvSpPr/>
            <p:nvPr/>
          </p:nvSpPr>
          <p:spPr>
            <a:xfrm>
              <a:off x="1135575" y="4687700"/>
              <a:ext cx="12575" cy="12575"/>
            </a:xfrm>
            <a:custGeom>
              <a:avLst/>
              <a:gdLst/>
              <a:ahLst/>
              <a:cxnLst/>
              <a:rect l="l" t="t" r="r" b="b"/>
              <a:pathLst>
                <a:path w="503" h="503" extrusionOk="0">
                  <a:moveTo>
                    <a:pt x="252" y="0"/>
                  </a:moveTo>
                  <a:cubicBezTo>
                    <a:pt x="116" y="0"/>
                    <a:pt x="0" y="115"/>
                    <a:pt x="0" y="251"/>
                  </a:cubicBezTo>
                  <a:cubicBezTo>
                    <a:pt x="0" y="387"/>
                    <a:pt x="116" y="503"/>
                    <a:pt x="252" y="503"/>
                  </a:cubicBezTo>
                  <a:cubicBezTo>
                    <a:pt x="387" y="503"/>
                    <a:pt x="503" y="387"/>
                    <a:pt x="503" y="251"/>
                  </a:cubicBezTo>
                  <a:cubicBezTo>
                    <a:pt x="503" y="115"/>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8"/>
            <p:cNvSpPr/>
            <p:nvPr/>
          </p:nvSpPr>
          <p:spPr>
            <a:xfrm>
              <a:off x="1227500" y="4687700"/>
              <a:ext cx="12400" cy="12575"/>
            </a:xfrm>
            <a:custGeom>
              <a:avLst/>
              <a:gdLst/>
              <a:ahLst/>
              <a:cxnLst/>
              <a:rect l="l" t="t" r="r" b="b"/>
              <a:pathLst>
                <a:path w="496" h="503" extrusionOk="0">
                  <a:moveTo>
                    <a:pt x="251" y="0"/>
                  </a:moveTo>
                  <a:cubicBezTo>
                    <a:pt x="109" y="0"/>
                    <a:pt x="0" y="115"/>
                    <a:pt x="0" y="251"/>
                  </a:cubicBezTo>
                  <a:cubicBezTo>
                    <a:pt x="0" y="387"/>
                    <a:pt x="109" y="503"/>
                    <a:pt x="251" y="503"/>
                  </a:cubicBezTo>
                  <a:cubicBezTo>
                    <a:pt x="387" y="503"/>
                    <a:pt x="496" y="387"/>
                    <a:pt x="496" y="251"/>
                  </a:cubicBezTo>
                  <a:cubicBezTo>
                    <a:pt x="496"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8"/>
            <p:cNvSpPr/>
            <p:nvPr/>
          </p:nvSpPr>
          <p:spPr>
            <a:xfrm>
              <a:off x="1319275" y="4687700"/>
              <a:ext cx="12550" cy="12575"/>
            </a:xfrm>
            <a:custGeom>
              <a:avLst/>
              <a:gdLst/>
              <a:ahLst/>
              <a:cxnLst/>
              <a:rect l="l" t="t" r="r" b="b"/>
              <a:pathLst>
                <a:path w="502" h="503" extrusionOk="0">
                  <a:moveTo>
                    <a:pt x="252" y="0"/>
                  </a:moveTo>
                  <a:cubicBezTo>
                    <a:pt x="114" y="0"/>
                    <a:pt x="1" y="115"/>
                    <a:pt x="1" y="251"/>
                  </a:cubicBezTo>
                  <a:cubicBezTo>
                    <a:pt x="1" y="387"/>
                    <a:pt x="114" y="503"/>
                    <a:pt x="252" y="503"/>
                  </a:cubicBezTo>
                  <a:cubicBezTo>
                    <a:pt x="388" y="503"/>
                    <a:pt x="501" y="387"/>
                    <a:pt x="501" y="251"/>
                  </a:cubicBezTo>
                  <a:cubicBezTo>
                    <a:pt x="501"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8"/>
            <p:cNvSpPr/>
            <p:nvPr/>
          </p:nvSpPr>
          <p:spPr>
            <a:xfrm>
              <a:off x="1411200" y="4687700"/>
              <a:ext cx="12425" cy="12575"/>
            </a:xfrm>
            <a:custGeom>
              <a:avLst/>
              <a:gdLst/>
              <a:ahLst/>
              <a:cxnLst/>
              <a:rect l="l" t="t" r="r" b="b"/>
              <a:pathLst>
                <a:path w="497" h="503" extrusionOk="0">
                  <a:moveTo>
                    <a:pt x="245" y="0"/>
                  </a:moveTo>
                  <a:cubicBezTo>
                    <a:pt x="109" y="0"/>
                    <a:pt x="1" y="115"/>
                    <a:pt x="1" y="251"/>
                  </a:cubicBezTo>
                  <a:cubicBezTo>
                    <a:pt x="1" y="387"/>
                    <a:pt x="109" y="503"/>
                    <a:pt x="245" y="503"/>
                  </a:cubicBezTo>
                  <a:cubicBezTo>
                    <a:pt x="388" y="503"/>
                    <a:pt x="496" y="387"/>
                    <a:pt x="496" y="251"/>
                  </a:cubicBezTo>
                  <a:cubicBezTo>
                    <a:pt x="496" y="115"/>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8"/>
            <p:cNvSpPr/>
            <p:nvPr/>
          </p:nvSpPr>
          <p:spPr>
            <a:xfrm>
              <a:off x="1503000" y="4687700"/>
              <a:ext cx="12525" cy="12575"/>
            </a:xfrm>
            <a:custGeom>
              <a:avLst/>
              <a:gdLst/>
              <a:ahLst/>
              <a:cxnLst/>
              <a:rect l="l" t="t" r="r" b="b"/>
              <a:pathLst>
                <a:path w="501" h="503" extrusionOk="0">
                  <a:moveTo>
                    <a:pt x="250" y="0"/>
                  </a:moveTo>
                  <a:cubicBezTo>
                    <a:pt x="114" y="0"/>
                    <a:pt x="0" y="115"/>
                    <a:pt x="0" y="251"/>
                  </a:cubicBezTo>
                  <a:cubicBezTo>
                    <a:pt x="0" y="387"/>
                    <a:pt x="114" y="503"/>
                    <a:pt x="250" y="503"/>
                  </a:cubicBezTo>
                  <a:cubicBezTo>
                    <a:pt x="387" y="503"/>
                    <a:pt x="501" y="387"/>
                    <a:pt x="501" y="251"/>
                  </a:cubicBezTo>
                  <a:cubicBezTo>
                    <a:pt x="501" y="115"/>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8"/>
            <p:cNvSpPr/>
            <p:nvPr/>
          </p:nvSpPr>
          <p:spPr>
            <a:xfrm>
              <a:off x="1594750" y="4687700"/>
              <a:ext cx="12575" cy="12575"/>
            </a:xfrm>
            <a:custGeom>
              <a:avLst/>
              <a:gdLst/>
              <a:ahLst/>
              <a:cxnLst/>
              <a:rect l="l" t="t" r="r" b="b"/>
              <a:pathLst>
                <a:path w="503" h="503" extrusionOk="0">
                  <a:moveTo>
                    <a:pt x="251" y="0"/>
                  </a:moveTo>
                  <a:cubicBezTo>
                    <a:pt x="115" y="0"/>
                    <a:pt x="0" y="115"/>
                    <a:pt x="0" y="251"/>
                  </a:cubicBezTo>
                  <a:cubicBezTo>
                    <a:pt x="0" y="387"/>
                    <a:pt x="115" y="503"/>
                    <a:pt x="251" y="503"/>
                  </a:cubicBezTo>
                  <a:cubicBezTo>
                    <a:pt x="394" y="503"/>
                    <a:pt x="503" y="387"/>
                    <a:pt x="503" y="251"/>
                  </a:cubicBezTo>
                  <a:cubicBezTo>
                    <a:pt x="503" y="115"/>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8"/>
            <p:cNvSpPr/>
            <p:nvPr/>
          </p:nvSpPr>
          <p:spPr>
            <a:xfrm>
              <a:off x="1686650" y="46877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8"/>
            <p:cNvSpPr/>
            <p:nvPr/>
          </p:nvSpPr>
          <p:spPr>
            <a:xfrm>
              <a:off x="1778450" y="4687700"/>
              <a:ext cx="12550" cy="12575"/>
            </a:xfrm>
            <a:custGeom>
              <a:avLst/>
              <a:gdLst/>
              <a:ahLst/>
              <a:cxnLst/>
              <a:rect l="l" t="t" r="r" b="b"/>
              <a:pathLst>
                <a:path w="502" h="503" extrusionOk="0">
                  <a:moveTo>
                    <a:pt x="252" y="0"/>
                  </a:moveTo>
                  <a:cubicBezTo>
                    <a:pt x="114" y="0"/>
                    <a:pt x="1" y="115"/>
                    <a:pt x="1" y="251"/>
                  </a:cubicBezTo>
                  <a:cubicBezTo>
                    <a:pt x="1" y="387"/>
                    <a:pt x="114" y="503"/>
                    <a:pt x="252" y="503"/>
                  </a:cubicBezTo>
                  <a:cubicBezTo>
                    <a:pt x="388" y="503"/>
                    <a:pt x="501" y="387"/>
                    <a:pt x="501" y="251"/>
                  </a:cubicBezTo>
                  <a:cubicBezTo>
                    <a:pt x="501"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8"/>
            <p:cNvSpPr/>
            <p:nvPr/>
          </p:nvSpPr>
          <p:spPr>
            <a:xfrm>
              <a:off x="1870375" y="4687700"/>
              <a:ext cx="12400" cy="12575"/>
            </a:xfrm>
            <a:custGeom>
              <a:avLst/>
              <a:gdLst/>
              <a:ahLst/>
              <a:cxnLst/>
              <a:rect l="l" t="t" r="r" b="b"/>
              <a:pathLst>
                <a:path w="496" h="503" extrusionOk="0">
                  <a:moveTo>
                    <a:pt x="252" y="0"/>
                  </a:moveTo>
                  <a:cubicBezTo>
                    <a:pt x="109" y="0"/>
                    <a:pt x="0" y="115"/>
                    <a:pt x="0" y="251"/>
                  </a:cubicBezTo>
                  <a:cubicBezTo>
                    <a:pt x="0" y="387"/>
                    <a:pt x="109" y="503"/>
                    <a:pt x="252" y="503"/>
                  </a:cubicBezTo>
                  <a:cubicBezTo>
                    <a:pt x="387" y="503"/>
                    <a:pt x="496" y="387"/>
                    <a:pt x="496" y="251"/>
                  </a:cubicBezTo>
                  <a:cubicBezTo>
                    <a:pt x="496" y="115"/>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8"/>
            <p:cNvSpPr/>
            <p:nvPr/>
          </p:nvSpPr>
          <p:spPr>
            <a:xfrm>
              <a:off x="1962150" y="4687700"/>
              <a:ext cx="12550" cy="12575"/>
            </a:xfrm>
            <a:custGeom>
              <a:avLst/>
              <a:gdLst/>
              <a:ahLst/>
              <a:cxnLst/>
              <a:rect l="l" t="t" r="r" b="b"/>
              <a:pathLst>
                <a:path w="502" h="503" extrusionOk="0">
                  <a:moveTo>
                    <a:pt x="250" y="0"/>
                  </a:moveTo>
                  <a:cubicBezTo>
                    <a:pt x="114" y="0"/>
                    <a:pt x="1" y="115"/>
                    <a:pt x="1" y="251"/>
                  </a:cubicBezTo>
                  <a:cubicBezTo>
                    <a:pt x="1" y="387"/>
                    <a:pt x="114" y="503"/>
                    <a:pt x="250" y="503"/>
                  </a:cubicBezTo>
                  <a:cubicBezTo>
                    <a:pt x="388" y="503"/>
                    <a:pt x="502" y="387"/>
                    <a:pt x="502" y="251"/>
                  </a:cubicBezTo>
                  <a:cubicBezTo>
                    <a:pt x="502" y="115"/>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8"/>
            <p:cNvSpPr/>
            <p:nvPr/>
          </p:nvSpPr>
          <p:spPr>
            <a:xfrm>
              <a:off x="2054075" y="4687700"/>
              <a:ext cx="12425" cy="12575"/>
            </a:xfrm>
            <a:custGeom>
              <a:avLst/>
              <a:gdLst/>
              <a:ahLst/>
              <a:cxnLst/>
              <a:rect l="l" t="t" r="r" b="b"/>
              <a:pathLst>
                <a:path w="497" h="503" extrusionOk="0">
                  <a:moveTo>
                    <a:pt x="252" y="0"/>
                  </a:moveTo>
                  <a:cubicBezTo>
                    <a:pt x="109" y="0"/>
                    <a:pt x="1" y="115"/>
                    <a:pt x="1" y="251"/>
                  </a:cubicBezTo>
                  <a:cubicBezTo>
                    <a:pt x="1" y="387"/>
                    <a:pt x="109" y="503"/>
                    <a:pt x="252" y="503"/>
                  </a:cubicBezTo>
                  <a:cubicBezTo>
                    <a:pt x="388" y="503"/>
                    <a:pt x="496" y="387"/>
                    <a:pt x="496" y="251"/>
                  </a:cubicBezTo>
                  <a:cubicBezTo>
                    <a:pt x="496"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8"/>
            <p:cNvSpPr/>
            <p:nvPr/>
          </p:nvSpPr>
          <p:spPr>
            <a:xfrm>
              <a:off x="2145825" y="46877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8"/>
            <p:cNvSpPr/>
            <p:nvPr/>
          </p:nvSpPr>
          <p:spPr>
            <a:xfrm>
              <a:off x="2237800" y="4687700"/>
              <a:ext cx="12350" cy="12575"/>
            </a:xfrm>
            <a:custGeom>
              <a:avLst/>
              <a:gdLst/>
              <a:ahLst/>
              <a:cxnLst/>
              <a:rect l="l" t="t" r="r" b="b"/>
              <a:pathLst>
                <a:path w="494" h="503" extrusionOk="0">
                  <a:moveTo>
                    <a:pt x="244" y="0"/>
                  </a:moveTo>
                  <a:cubicBezTo>
                    <a:pt x="107" y="0"/>
                    <a:pt x="0" y="115"/>
                    <a:pt x="0" y="251"/>
                  </a:cubicBezTo>
                  <a:cubicBezTo>
                    <a:pt x="0" y="387"/>
                    <a:pt x="107" y="503"/>
                    <a:pt x="244" y="503"/>
                  </a:cubicBezTo>
                  <a:cubicBezTo>
                    <a:pt x="387" y="503"/>
                    <a:pt x="494" y="387"/>
                    <a:pt x="494" y="251"/>
                  </a:cubicBezTo>
                  <a:cubicBezTo>
                    <a:pt x="494" y="115"/>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8"/>
            <p:cNvSpPr/>
            <p:nvPr/>
          </p:nvSpPr>
          <p:spPr>
            <a:xfrm>
              <a:off x="2329550" y="4687700"/>
              <a:ext cx="12575" cy="12575"/>
            </a:xfrm>
            <a:custGeom>
              <a:avLst/>
              <a:gdLst/>
              <a:ahLst/>
              <a:cxnLst/>
              <a:rect l="l" t="t" r="r" b="b"/>
              <a:pathLst>
                <a:path w="503" h="503" extrusionOk="0">
                  <a:moveTo>
                    <a:pt x="251" y="0"/>
                  </a:moveTo>
                  <a:cubicBezTo>
                    <a:pt x="115" y="0"/>
                    <a:pt x="0" y="115"/>
                    <a:pt x="0" y="251"/>
                  </a:cubicBezTo>
                  <a:cubicBezTo>
                    <a:pt x="0" y="387"/>
                    <a:pt x="115" y="503"/>
                    <a:pt x="251" y="503"/>
                  </a:cubicBezTo>
                  <a:cubicBezTo>
                    <a:pt x="387" y="503"/>
                    <a:pt x="502" y="387"/>
                    <a:pt x="502" y="251"/>
                  </a:cubicBezTo>
                  <a:cubicBezTo>
                    <a:pt x="502"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8"/>
            <p:cNvSpPr/>
            <p:nvPr/>
          </p:nvSpPr>
          <p:spPr>
            <a:xfrm>
              <a:off x="2421325" y="4687700"/>
              <a:ext cx="12550" cy="12575"/>
            </a:xfrm>
            <a:custGeom>
              <a:avLst/>
              <a:gdLst/>
              <a:ahLst/>
              <a:cxnLst/>
              <a:rect l="l" t="t" r="r" b="b"/>
              <a:pathLst>
                <a:path w="502" h="503" extrusionOk="0">
                  <a:moveTo>
                    <a:pt x="250" y="0"/>
                  </a:moveTo>
                  <a:cubicBezTo>
                    <a:pt x="114" y="0"/>
                    <a:pt x="1" y="115"/>
                    <a:pt x="1" y="251"/>
                  </a:cubicBezTo>
                  <a:cubicBezTo>
                    <a:pt x="1" y="387"/>
                    <a:pt x="114" y="503"/>
                    <a:pt x="250" y="503"/>
                  </a:cubicBezTo>
                  <a:cubicBezTo>
                    <a:pt x="395" y="503"/>
                    <a:pt x="501" y="387"/>
                    <a:pt x="501" y="251"/>
                  </a:cubicBezTo>
                  <a:cubicBezTo>
                    <a:pt x="501" y="115"/>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8"/>
            <p:cNvSpPr/>
            <p:nvPr/>
          </p:nvSpPr>
          <p:spPr>
            <a:xfrm>
              <a:off x="2513250" y="4687700"/>
              <a:ext cx="12575" cy="12575"/>
            </a:xfrm>
            <a:custGeom>
              <a:avLst/>
              <a:gdLst/>
              <a:ahLst/>
              <a:cxnLst/>
              <a:rect l="l" t="t" r="r" b="b"/>
              <a:pathLst>
                <a:path w="503" h="503" extrusionOk="0">
                  <a:moveTo>
                    <a:pt x="252" y="0"/>
                  </a:moveTo>
                  <a:cubicBezTo>
                    <a:pt x="109" y="0"/>
                    <a:pt x="0" y="115"/>
                    <a:pt x="0" y="251"/>
                  </a:cubicBezTo>
                  <a:cubicBezTo>
                    <a:pt x="0" y="387"/>
                    <a:pt x="109"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8"/>
            <p:cNvSpPr/>
            <p:nvPr/>
          </p:nvSpPr>
          <p:spPr>
            <a:xfrm>
              <a:off x="2605000" y="4687700"/>
              <a:ext cx="12575" cy="12575"/>
            </a:xfrm>
            <a:custGeom>
              <a:avLst/>
              <a:gdLst/>
              <a:ahLst/>
              <a:cxnLst/>
              <a:rect l="l" t="t" r="r" b="b"/>
              <a:pathLst>
                <a:path w="503" h="503" extrusionOk="0">
                  <a:moveTo>
                    <a:pt x="252" y="0"/>
                  </a:moveTo>
                  <a:cubicBezTo>
                    <a:pt x="116" y="0"/>
                    <a:pt x="0" y="115"/>
                    <a:pt x="0" y="251"/>
                  </a:cubicBezTo>
                  <a:cubicBezTo>
                    <a:pt x="0" y="387"/>
                    <a:pt x="116" y="503"/>
                    <a:pt x="252" y="503"/>
                  </a:cubicBezTo>
                  <a:cubicBezTo>
                    <a:pt x="387" y="503"/>
                    <a:pt x="503" y="387"/>
                    <a:pt x="503" y="251"/>
                  </a:cubicBezTo>
                  <a:cubicBezTo>
                    <a:pt x="503" y="115"/>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8"/>
            <p:cNvSpPr/>
            <p:nvPr/>
          </p:nvSpPr>
          <p:spPr>
            <a:xfrm>
              <a:off x="2696950" y="4687700"/>
              <a:ext cx="12375" cy="12575"/>
            </a:xfrm>
            <a:custGeom>
              <a:avLst/>
              <a:gdLst/>
              <a:ahLst/>
              <a:cxnLst/>
              <a:rect l="l" t="t" r="r" b="b"/>
              <a:pathLst>
                <a:path w="495" h="503" extrusionOk="0">
                  <a:moveTo>
                    <a:pt x="252" y="0"/>
                  </a:moveTo>
                  <a:cubicBezTo>
                    <a:pt x="108" y="0"/>
                    <a:pt x="1" y="115"/>
                    <a:pt x="1" y="251"/>
                  </a:cubicBezTo>
                  <a:cubicBezTo>
                    <a:pt x="1" y="387"/>
                    <a:pt x="108" y="503"/>
                    <a:pt x="252" y="503"/>
                  </a:cubicBezTo>
                  <a:cubicBezTo>
                    <a:pt x="388" y="503"/>
                    <a:pt x="495" y="387"/>
                    <a:pt x="495" y="251"/>
                  </a:cubicBezTo>
                  <a:cubicBezTo>
                    <a:pt x="495"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8"/>
            <p:cNvSpPr/>
            <p:nvPr/>
          </p:nvSpPr>
          <p:spPr>
            <a:xfrm>
              <a:off x="2788700" y="46877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8"/>
            <p:cNvSpPr/>
            <p:nvPr/>
          </p:nvSpPr>
          <p:spPr>
            <a:xfrm>
              <a:off x="2880675" y="4687700"/>
              <a:ext cx="12375" cy="12575"/>
            </a:xfrm>
            <a:custGeom>
              <a:avLst/>
              <a:gdLst/>
              <a:ahLst/>
              <a:cxnLst/>
              <a:rect l="l" t="t" r="r" b="b"/>
              <a:pathLst>
                <a:path w="495" h="503" extrusionOk="0">
                  <a:moveTo>
                    <a:pt x="243" y="0"/>
                  </a:moveTo>
                  <a:cubicBezTo>
                    <a:pt x="107" y="0"/>
                    <a:pt x="0" y="115"/>
                    <a:pt x="0" y="251"/>
                  </a:cubicBezTo>
                  <a:cubicBezTo>
                    <a:pt x="0" y="387"/>
                    <a:pt x="107" y="503"/>
                    <a:pt x="243" y="503"/>
                  </a:cubicBezTo>
                  <a:cubicBezTo>
                    <a:pt x="387" y="503"/>
                    <a:pt x="494" y="387"/>
                    <a:pt x="494" y="251"/>
                  </a:cubicBezTo>
                  <a:cubicBezTo>
                    <a:pt x="494" y="115"/>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8"/>
            <p:cNvSpPr/>
            <p:nvPr/>
          </p:nvSpPr>
          <p:spPr>
            <a:xfrm>
              <a:off x="2972425" y="4687700"/>
              <a:ext cx="12575" cy="12575"/>
            </a:xfrm>
            <a:custGeom>
              <a:avLst/>
              <a:gdLst/>
              <a:ahLst/>
              <a:cxnLst/>
              <a:rect l="l" t="t" r="r" b="b"/>
              <a:pathLst>
                <a:path w="503" h="503" extrusionOk="0">
                  <a:moveTo>
                    <a:pt x="251" y="0"/>
                  </a:moveTo>
                  <a:cubicBezTo>
                    <a:pt x="115" y="0"/>
                    <a:pt x="0" y="115"/>
                    <a:pt x="0" y="251"/>
                  </a:cubicBezTo>
                  <a:cubicBezTo>
                    <a:pt x="0" y="387"/>
                    <a:pt x="115" y="503"/>
                    <a:pt x="251" y="503"/>
                  </a:cubicBezTo>
                  <a:cubicBezTo>
                    <a:pt x="387" y="503"/>
                    <a:pt x="503" y="387"/>
                    <a:pt x="503" y="251"/>
                  </a:cubicBezTo>
                  <a:cubicBezTo>
                    <a:pt x="503"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8"/>
            <p:cNvSpPr/>
            <p:nvPr/>
          </p:nvSpPr>
          <p:spPr>
            <a:xfrm>
              <a:off x="3064375" y="4687700"/>
              <a:ext cx="12375" cy="12575"/>
            </a:xfrm>
            <a:custGeom>
              <a:avLst/>
              <a:gdLst/>
              <a:ahLst/>
              <a:cxnLst/>
              <a:rect l="l" t="t" r="r" b="b"/>
              <a:pathLst>
                <a:path w="495" h="503" extrusionOk="0">
                  <a:moveTo>
                    <a:pt x="243" y="0"/>
                  </a:moveTo>
                  <a:cubicBezTo>
                    <a:pt x="107" y="0"/>
                    <a:pt x="1" y="115"/>
                    <a:pt x="1" y="251"/>
                  </a:cubicBezTo>
                  <a:cubicBezTo>
                    <a:pt x="1" y="387"/>
                    <a:pt x="107" y="503"/>
                    <a:pt x="243" y="503"/>
                  </a:cubicBezTo>
                  <a:cubicBezTo>
                    <a:pt x="388" y="503"/>
                    <a:pt x="495" y="387"/>
                    <a:pt x="495" y="251"/>
                  </a:cubicBezTo>
                  <a:cubicBezTo>
                    <a:pt x="495" y="115"/>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8"/>
            <p:cNvSpPr/>
            <p:nvPr/>
          </p:nvSpPr>
          <p:spPr>
            <a:xfrm>
              <a:off x="3156125" y="46877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8"/>
            <p:cNvSpPr/>
            <p:nvPr/>
          </p:nvSpPr>
          <p:spPr>
            <a:xfrm>
              <a:off x="3247875" y="4687700"/>
              <a:ext cx="12575" cy="12575"/>
            </a:xfrm>
            <a:custGeom>
              <a:avLst/>
              <a:gdLst/>
              <a:ahLst/>
              <a:cxnLst/>
              <a:rect l="l" t="t" r="r" b="b"/>
              <a:pathLst>
                <a:path w="503"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8"/>
            <p:cNvSpPr/>
            <p:nvPr/>
          </p:nvSpPr>
          <p:spPr>
            <a:xfrm>
              <a:off x="3339850" y="4687700"/>
              <a:ext cx="12525" cy="12575"/>
            </a:xfrm>
            <a:custGeom>
              <a:avLst/>
              <a:gdLst/>
              <a:ahLst/>
              <a:cxnLst/>
              <a:rect l="l" t="t" r="r" b="b"/>
              <a:pathLst>
                <a:path w="501" h="503" extrusionOk="0">
                  <a:moveTo>
                    <a:pt x="251" y="0"/>
                  </a:moveTo>
                  <a:cubicBezTo>
                    <a:pt x="107" y="0"/>
                    <a:pt x="0" y="115"/>
                    <a:pt x="0" y="251"/>
                  </a:cubicBezTo>
                  <a:cubicBezTo>
                    <a:pt x="0" y="387"/>
                    <a:pt x="107" y="503"/>
                    <a:pt x="251" y="503"/>
                  </a:cubicBezTo>
                  <a:cubicBezTo>
                    <a:pt x="387" y="503"/>
                    <a:pt x="501" y="387"/>
                    <a:pt x="501" y="251"/>
                  </a:cubicBezTo>
                  <a:cubicBezTo>
                    <a:pt x="501"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8"/>
            <p:cNvSpPr/>
            <p:nvPr/>
          </p:nvSpPr>
          <p:spPr>
            <a:xfrm>
              <a:off x="3431575" y="46877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8"/>
            <p:cNvSpPr/>
            <p:nvPr/>
          </p:nvSpPr>
          <p:spPr>
            <a:xfrm>
              <a:off x="3523550" y="4687700"/>
              <a:ext cx="12375" cy="12575"/>
            </a:xfrm>
            <a:custGeom>
              <a:avLst/>
              <a:gdLst/>
              <a:ahLst/>
              <a:cxnLst/>
              <a:rect l="l" t="t" r="r" b="b"/>
              <a:pathLst>
                <a:path w="495" h="503" extrusionOk="0">
                  <a:moveTo>
                    <a:pt x="250" y="0"/>
                  </a:moveTo>
                  <a:cubicBezTo>
                    <a:pt x="107" y="0"/>
                    <a:pt x="0" y="115"/>
                    <a:pt x="0" y="251"/>
                  </a:cubicBezTo>
                  <a:cubicBezTo>
                    <a:pt x="0" y="387"/>
                    <a:pt x="107" y="503"/>
                    <a:pt x="250" y="503"/>
                  </a:cubicBezTo>
                  <a:cubicBezTo>
                    <a:pt x="388" y="503"/>
                    <a:pt x="494" y="387"/>
                    <a:pt x="494" y="251"/>
                  </a:cubicBezTo>
                  <a:cubicBezTo>
                    <a:pt x="494" y="115"/>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8"/>
            <p:cNvSpPr/>
            <p:nvPr/>
          </p:nvSpPr>
          <p:spPr>
            <a:xfrm>
              <a:off x="676400" y="4779625"/>
              <a:ext cx="12600" cy="12400"/>
            </a:xfrm>
            <a:custGeom>
              <a:avLst/>
              <a:gdLst/>
              <a:ahLst/>
              <a:cxnLst/>
              <a:rect l="l" t="t" r="r" b="b"/>
              <a:pathLst>
                <a:path w="504" h="496" extrusionOk="0">
                  <a:moveTo>
                    <a:pt x="252" y="0"/>
                  </a:moveTo>
                  <a:cubicBezTo>
                    <a:pt x="116" y="0"/>
                    <a:pt x="1" y="108"/>
                    <a:pt x="1" y="251"/>
                  </a:cubicBezTo>
                  <a:cubicBezTo>
                    <a:pt x="1" y="387"/>
                    <a:pt x="116" y="496"/>
                    <a:pt x="252" y="496"/>
                  </a:cubicBezTo>
                  <a:cubicBezTo>
                    <a:pt x="388" y="496"/>
                    <a:pt x="503" y="387"/>
                    <a:pt x="503" y="251"/>
                  </a:cubicBezTo>
                  <a:cubicBezTo>
                    <a:pt x="503"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8"/>
            <p:cNvSpPr/>
            <p:nvPr/>
          </p:nvSpPr>
          <p:spPr>
            <a:xfrm>
              <a:off x="768325" y="4779625"/>
              <a:ext cx="12400" cy="12400"/>
            </a:xfrm>
            <a:custGeom>
              <a:avLst/>
              <a:gdLst/>
              <a:ahLst/>
              <a:cxnLst/>
              <a:rect l="l" t="t" r="r" b="b"/>
              <a:pathLst>
                <a:path w="496" h="496" extrusionOk="0">
                  <a:moveTo>
                    <a:pt x="245" y="0"/>
                  </a:moveTo>
                  <a:cubicBezTo>
                    <a:pt x="109" y="0"/>
                    <a:pt x="0" y="108"/>
                    <a:pt x="0" y="251"/>
                  </a:cubicBezTo>
                  <a:cubicBezTo>
                    <a:pt x="0" y="387"/>
                    <a:pt x="109" y="496"/>
                    <a:pt x="245" y="496"/>
                  </a:cubicBezTo>
                  <a:cubicBezTo>
                    <a:pt x="388" y="496"/>
                    <a:pt x="496" y="387"/>
                    <a:pt x="496" y="251"/>
                  </a:cubicBezTo>
                  <a:cubicBezTo>
                    <a:pt x="496" y="108"/>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8"/>
            <p:cNvSpPr/>
            <p:nvPr/>
          </p:nvSpPr>
          <p:spPr>
            <a:xfrm>
              <a:off x="860125" y="4779625"/>
              <a:ext cx="12525" cy="12400"/>
            </a:xfrm>
            <a:custGeom>
              <a:avLst/>
              <a:gdLst/>
              <a:ahLst/>
              <a:cxnLst/>
              <a:rect l="l" t="t" r="r" b="b"/>
              <a:pathLst>
                <a:path w="501" h="496" extrusionOk="0">
                  <a:moveTo>
                    <a:pt x="251" y="0"/>
                  </a:moveTo>
                  <a:cubicBezTo>
                    <a:pt x="114" y="0"/>
                    <a:pt x="0" y="108"/>
                    <a:pt x="0" y="251"/>
                  </a:cubicBezTo>
                  <a:cubicBezTo>
                    <a:pt x="0" y="387"/>
                    <a:pt x="114" y="496"/>
                    <a:pt x="251" y="496"/>
                  </a:cubicBezTo>
                  <a:cubicBezTo>
                    <a:pt x="387" y="496"/>
                    <a:pt x="501" y="387"/>
                    <a:pt x="501" y="251"/>
                  </a:cubicBezTo>
                  <a:cubicBezTo>
                    <a:pt x="501" y="108"/>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8"/>
            <p:cNvSpPr/>
            <p:nvPr/>
          </p:nvSpPr>
          <p:spPr>
            <a:xfrm>
              <a:off x="951850" y="4779625"/>
              <a:ext cx="12600" cy="12400"/>
            </a:xfrm>
            <a:custGeom>
              <a:avLst/>
              <a:gdLst/>
              <a:ahLst/>
              <a:cxnLst/>
              <a:rect l="l" t="t" r="r" b="b"/>
              <a:pathLst>
                <a:path w="504" h="496" extrusionOk="0">
                  <a:moveTo>
                    <a:pt x="252" y="0"/>
                  </a:moveTo>
                  <a:cubicBezTo>
                    <a:pt x="116" y="0"/>
                    <a:pt x="1" y="108"/>
                    <a:pt x="1" y="251"/>
                  </a:cubicBezTo>
                  <a:cubicBezTo>
                    <a:pt x="1" y="387"/>
                    <a:pt x="116" y="496"/>
                    <a:pt x="252" y="496"/>
                  </a:cubicBezTo>
                  <a:cubicBezTo>
                    <a:pt x="388" y="496"/>
                    <a:pt x="503" y="387"/>
                    <a:pt x="503" y="251"/>
                  </a:cubicBezTo>
                  <a:cubicBezTo>
                    <a:pt x="503"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8"/>
            <p:cNvSpPr/>
            <p:nvPr/>
          </p:nvSpPr>
          <p:spPr>
            <a:xfrm>
              <a:off x="1043825" y="4779625"/>
              <a:ext cx="12375" cy="12400"/>
            </a:xfrm>
            <a:custGeom>
              <a:avLst/>
              <a:gdLst/>
              <a:ahLst/>
              <a:cxnLst/>
              <a:rect l="l" t="t" r="r" b="b"/>
              <a:pathLst>
                <a:path w="495" h="496" extrusionOk="0">
                  <a:moveTo>
                    <a:pt x="250" y="0"/>
                  </a:moveTo>
                  <a:cubicBezTo>
                    <a:pt x="107" y="0"/>
                    <a:pt x="0" y="108"/>
                    <a:pt x="0" y="251"/>
                  </a:cubicBezTo>
                  <a:cubicBezTo>
                    <a:pt x="0" y="387"/>
                    <a:pt x="107" y="496"/>
                    <a:pt x="250" y="496"/>
                  </a:cubicBezTo>
                  <a:cubicBezTo>
                    <a:pt x="388" y="496"/>
                    <a:pt x="494" y="387"/>
                    <a:pt x="494" y="251"/>
                  </a:cubicBezTo>
                  <a:cubicBezTo>
                    <a:pt x="494" y="108"/>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8"/>
            <p:cNvSpPr/>
            <p:nvPr/>
          </p:nvSpPr>
          <p:spPr>
            <a:xfrm>
              <a:off x="1135575" y="4779625"/>
              <a:ext cx="12575" cy="12400"/>
            </a:xfrm>
            <a:custGeom>
              <a:avLst/>
              <a:gdLst/>
              <a:ahLst/>
              <a:cxnLst/>
              <a:rect l="l" t="t" r="r" b="b"/>
              <a:pathLst>
                <a:path w="503" h="496" extrusionOk="0">
                  <a:moveTo>
                    <a:pt x="252" y="0"/>
                  </a:moveTo>
                  <a:cubicBezTo>
                    <a:pt x="116" y="0"/>
                    <a:pt x="0" y="108"/>
                    <a:pt x="0" y="251"/>
                  </a:cubicBezTo>
                  <a:cubicBezTo>
                    <a:pt x="0" y="387"/>
                    <a:pt x="116" y="496"/>
                    <a:pt x="252" y="496"/>
                  </a:cubicBezTo>
                  <a:cubicBezTo>
                    <a:pt x="387" y="496"/>
                    <a:pt x="503" y="387"/>
                    <a:pt x="503" y="251"/>
                  </a:cubicBezTo>
                  <a:cubicBezTo>
                    <a:pt x="503" y="108"/>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8"/>
            <p:cNvSpPr/>
            <p:nvPr/>
          </p:nvSpPr>
          <p:spPr>
            <a:xfrm>
              <a:off x="1227500" y="4779625"/>
              <a:ext cx="12400" cy="12400"/>
            </a:xfrm>
            <a:custGeom>
              <a:avLst/>
              <a:gdLst/>
              <a:ahLst/>
              <a:cxnLst/>
              <a:rect l="l" t="t" r="r" b="b"/>
              <a:pathLst>
                <a:path w="496" h="496" extrusionOk="0">
                  <a:moveTo>
                    <a:pt x="251" y="0"/>
                  </a:moveTo>
                  <a:cubicBezTo>
                    <a:pt x="109" y="0"/>
                    <a:pt x="0" y="108"/>
                    <a:pt x="0" y="251"/>
                  </a:cubicBezTo>
                  <a:cubicBezTo>
                    <a:pt x="0" y="387"/>
                    <a:pt x="109" y="496"/>
                    <a:pt x="251" y="496"/>
                  </a:cubicBezTo>
                  <a:cubicBezTo>
                    <a:pt x="387" y="496"/>
                    <a:pt x="496" y="387"/>
                    <a:pt x="496" y="251"/>
                  </a:cubicBezTo>
                  <a:cubicBezTo>
                    <a:pt x="496" y="108"/>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8"/>
            <p:cNvSpPr/>
            <p:nvPr/>
          </p:nvSpPr>
          <p:spPr>
            <a:xfrm>
              <a:off x="1319275" y="4779625"/>
              <a:ext cx="12550" cy="12400"/>
            </a:xfrm>
            <a:custGeom>
              <a:avLst/>
              <a:gdLst/>
              <a:ahLst/>
              <a:cxnLst/>
              <a:rect l="l" t="t" r="r" b="b"/>
              <a:pathLst>
                <a:path w="502" h="496" extrusionOk="0">
                  <a:moveTo>
                    <a:pt x="252" y="0"/>
                  </a:moveTo>
                  <a:cubicBezTo>
                    <a:pt x="114" y="0"/>
                    <a:pt x="1" y="108"/>
                    <a:pt x="1" y="251"/>
                  </a:cubicBezTo>
                  <a:cubicBezTo>
                    <a:pt x="1" y="387"/>
                    <a:pt x="114" y="496"/>
                    <a:pt x="252" y="496"/>
                  </a:cubicBezTo>
                  <a:cubicBezTo>
                    <a:pt x="388" y="496"/>
                    <a:pt x="501" y="387"/>
                    <a:pt x="501" y="251"/>
                  </a:cubicBezTo>
                  <a:cubicBezTo>
                    <a:pt x="501"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8"/>
            <p:cNvSpPr/>
            <p:nvPr/>
          </p:nvSpPr>
          <p:spPr>
            <a:xfrm>
              <a:off x="1411200" y="4779625"/>
              <a:ext cx="12425" cy="12400"/>
            </a:xfrm>
            <a:custGeom>
              <a:avLst/>
              <a:gdLst/>
              <a:ahLst/>
              <a:cxnLst/>
              <a:rect l="l" t="t" r="r" b="b"/>
              <a:pathLst>
                <a:path w="497" h="496" extrusionOk="0">
                  <a:moveTo>
                    <a:pt x="245" y="0"/>
                  </a:moveTo>
                  <a:cubicBezTo>
                    <a:pt x="109" y="0"/>
                    <a:pt x="1" y="108"/>
                    <a:pt x="1" y="251"/>
                  </a:cubicBezTo>
                  <a:cubicBezTo>
                    <a:pt x="1" y="387"/>
                    <a:pt x="109" y="496"/>
                    <a:pt x="245" y="496"/>
                  </a:cubicBezTo>
                  <a:cubicBezTo>
                    <a:pt x="388" y="496"/>
                    <a:pt x="496" y="387"/>
                    <a:pt x="496" y="251"/>
                  </a:cubicBezTo>
                  <a:cubicBezTo>
                    <a:pt x="496" y="108"/>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8"/>
            <p:cNvSpPr/>
            <p:nvPr/>
          </p:nvSpPr>
          <p:spPr>
            <a:xfrm>
              <a:off x="1503000" y="4779625"/>
              <a:ext cx="12525" cy="12400"/>
            </a:xfrm>
            <a:custGeom>
              <a:avLst/>
              <a:gdLst/>
              <a:ahLst/>
              <a:cxnLst/>
              <a:rect l="l" t="t" r="r" b="b"/>
              <a:pathLst>
                <a:path w="501" h="496" extrusionOk="0">
                  <a:moveTo>
                    <a:pt x="250" y="0"/>
                  </a:moveTo>
                  <a:cubicBezTo>
                    <a:pt x="114" y="0"/>
                    <a:pt x="0" y="108"/>
                    <a:pt x="0" y="251"/>
                  </a:cubicBezTo>
                  <a:cubicBezTo>
                    <a:pt x="0" y="387"/>
                    <a:pt x="114" y="496"/>
                    <a:pt x="250" y="496"/>
                  </a:cubicBezTo>
                  <a:cubicBezTo>
                    <a:pt x="387" y="496"/>
                    <a:pt x="501" y="387"/>
                    <a:pt x="501" y="251"/>
                  </a:cubicBezTo>
                  <a:cubicBezTo>
                    <a:pt x="501" y="108"/>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8"/>
            <p:cNvSpPr/>
            <p:nvPr/>
          </p:nvSpPr>
          <p:spPr>
            <a:xfrm>
              <a:off x="1594750" y="4779625"/>
              <a:ext cx="12575" cy="12400"/>
            </a:xfrm>
            <a:custGeom>
              <a:avLst/>
              <a:gdLst/>
              <a:ahLst/>
              <a:cxnLst/>
              <a:rect l="l" t="t" r="r" b="b"/>
              <a:pathLst>
                <a:path w="503" h="496" extrusionOk="0">
                  <a:moveTo>
                    <a:pt x="251" y="0"/>
                  </a:moveTo>
                  <a:cubicBezTo>
                    <a:pt x="115" y="0"/>
                    <a:pt x="0" y="108"/>
                    <a:pt x="0" y="251"/>
                  </a:cubicBezTo>
                  <a:cubicBezTo>
                    <a:pt x="0" y="387"/>
                    <a:pt x="115" y="496"/>
                    <a:pt x="251" y="496"/>
                  </a:cubicBezTo>
                  <a:cubicBezTo>
                    <a:pt x="394" y="496"/>
                    <a:pt x="503" y="387"/>
                    <a:pt x="503" y="251"/>
                  </a:cubicBezTo>
                  <a:cubicBezTo>
                    <a:pt x="503" y="108"/>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8"/>
            <p:cNvSpPr/>
            <p:nvPr/>
          </p:nvSpPr>
          <p:spPr>
            <a:xfrm>
              <a:off x="1686650" y="4779625"/>
              <a:ext cx="12600" cy="12400"/>
            </a:xfrm>
            <a:custGeom>
              <a:avLst/>
              <a:gdLst/>
              <a:ahLst/>
              <a:cxnLst/>
              <a:rect l="l" t="t" r="r" b="b"/>
              <a:pathLst>
                <a:path w="504" h="496" extrusionOk="0">
                  <a:moveTo>
                    <a:pt x="252" y="0"/>
                  </a:moveTo>
                  <a:cubicBezTo>
                    <a:pt x="116" y="0"/>
                    <a:pt x="1" y="108"/>
                    <a:pt x="1" y="251"/>
                  </a:cubicBezTo>
                  <a:cubicBezTo>
                    <a:pt x="1" y="387"/>
                    <a:pt x="116" y="496"/>
                    <a:pt x="252" y="496"/>
                  </a:cubicBezTo>
                  <a:cubicBezTo>
                    <a:pt x="388" y="496"/>
                    <a:pt x="503" y="387"/>
                    <a:pt x="503" y="251"/>
                  </a:cubicBezTo>
                  <a:cubicBezTo>
                    <a:pt x="503"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8"/>
            <p:cNvSpPr/>
            <p:nvPr/>
          </p:nvSpPr>
          <p:spPr>
            <a:xfrm>
              <a:off x="1778450" y="4779625"/>
              <a:ext cx="12550" cy="12400"/>
            </a:xfrm>
            <a:custGeom>
              <a:avLst/>
              <a:gdLst/>
              <a:ahLst/>
              <a:cxnLst/>
              <a:rect l="l" t="t" r="r" b="b"/>
              <a:pathLst>
                <a:path w="502" h="496" extrusionOk="0">
                  <a:moveTo>
                    <a:pt x="252" y="0"/>
                  </a:moveTo>
                  <a:cubicBezTo>
                    <a:pt x="114" y="0"/>
                    <a:pt x="1" y="108"/>
                    <a:pt x="1" y="251"/>
                  </a:cubicBezTo>
                  <a:cubicBezTo>
                    <a:pt x="1" y="387"/>
                    <a:pt x="114" y="496"/>
                    <a:pt x="252" y="496"/>
                  </a:cubicBezTo>
                  <a:cubicBezTo>
                    <a:pt x="388" y="496"/>
                    <a:pt x="501" y="387"/>
                    <a:pt x="501" y="251"/>
                  </a:cubicBezTo>
                  <a:cubicBezTo>
                    <a:pt x="501"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8"/>
            <p:cNvSpPr/>
            <p:nvPr/>
          </p:nvSpPr>
          <p:spPr>
            <a:xfrm>
              <a:off x="1870375" y="4779625"/>
              <a:ext cx="12400" cy="12400"/>
            </a:xfrm>
            <a:custGeom>
              <a:avLst/>
              <a:gdLst/>
              <a:ahLst/>
              <a:cxnLst/>
              <a:rect l="l" t="t" r="r" b="b"/>
              <a:pathLst>
                <a:path w="496" h="496" extrusionOk="0">
                  <a:moveTo>
                    <a:pt x="252" y="0"/>
                  </a:moveTo>
                  <a:cubicBezTo>
                    <a:pt x="109" y="0"/>
                    <a:pt x="0" y="108"/>
                    <a:pt x="0" y="251"/>
                  </a:cubicBezTo>
                  <a:cubicBezTo>
                    <a:pt x="0" y="387"/>
                    <a:pt x="109" y="496"/>
                    <a:pt x="252" y="496"/>
                  </a:cubicBezTo>
                  <a:cubicBezTo>
                    <a:pt x="387" y="496"/>
                    <a:pt x="496" y="387"/>
                    <a:pt x="496" y="251"/>
                  </a:cubicBezTo>
                  <a:cubicBezTo>
                    <a:pt x="496" y="108"/>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8"/>
            <p:cNvSpPr/>
            <p:nvPr/>
          </p:nvSpPr>
          <p:spPr>
            <a:xfrm>
              <a:off x="1962150" y="4779625"/>
              <a:ext cx="12550" cy="12400"/>
            </a:xfrm>
            <a:custGeom>
              <a:avLst/>
              <a:gdLst/>
              <a:ahLst/>
              <a:cxnLst/>
              <a:rect l="l" t="t" r="r" b="b"/>
              <a:pathLst>
                <a:path w="502" h="496" extrusionOk="0">
                  <a:moveTo>
                    <a:pt x="250" y="0"/>
                  </a:moveTo>
                  <a:cubicBezTo>
                    <a:pt x="114" y="0"/>
                    <a:pt x="1" y="108"/>
                    <a:pt x="1" y="251"/>
                  </a:cubicBezTo>
                  <a:cubicBezTo>
                    <a:pt x="1" y="387"/>
                    <a:pt x="114" y="496"/>
                    <a:pt x="250" y="496"/>
                  </a:cubicBezTo>
                  <a:cubicBezTo>
                    <a:pt x="388" y="496"/>
                    <a:pt x="502" y="387"/>
                    <a:pt x="502" y="251"/>
                  </a:cubicBezTo>
                  <a:cubicBezTo>
                    <a:pt x="502" y="108"/>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8"/>
            <p:cNvSpPr/>
            <p:nvPr/>
          </p:nvSpPr>
          <p:spPr>
            <a:xfrm>
              <a:off x="2054075" y="4779625"/>
              <a:ext cx="12425" cy="12400"/>
            </a:xfrm>
            <a:custGeom>
              <a:avLst/>
              <a:gdLst/>
              <a:ahLst/>
              <a:cxnLst/>
              <a:rect l="l" t="t" r="r" b="b"/>
              <a:pathLst>
                <a:path w="497" h="496" extrusionOk="0">
                  <a:moveTo>
                    <a:pt x="252" y="0"/>
                  </a:moveTo>
                  <a:cubicBezTo>
                    <a:pt x="109" y="0"/>
                    <a:pt x="1" y="108"/>
                    <a:pt x="1" y="251"/>
                  </a:cubicBezTo>
                  <a:cubicBezTo>
                    <a:pt x="1" y="387"/>
                    <a:pt x="109" y="496"/>
                    <a:pt x="252" y="496"/>
                  </a:cubicBezTo>
                  <a:cubicBezTo>
                    <a:pt x="388" y="496"/>
                    <a:pt x="496" y="387"/>
                    <a:pt x="496" y="251"/>
                  </a:cubicBezTo>
                  <a:cubicBezTo>
                    <a:pt x="496"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8"/>
            <p:cNvSpPr/>
            <p:nvPr/>
          </p:nvSpPr>
          <p:spPr>
            <a:xfrm>
              <a:off x="2145825" y="4779625"/>
              <a:ext cx="12600" cy="12400"/>
            </a:xfrm>
            <a:custGeom>
              <a:avLst/>
              <a:gdLst/>
              <a:ahLst/>
              <a:cxnLst/>
              <a:rect l="l" t="t" r="r" b="b"/>
              <a:pathLst>
                <a:path w="504" h="496" extrusionOk="0">
                  <a:moveTo>
                    <a:pt x="252" y="0"/>
                  </a:moveTo>
                  <a:cubicBezTo>
                    <a:pt x="116" y="0"/>
                    <a:pt x="1" y="108"/>
                    <a:pt x="1" y="251"/>
                  </a:cubicBezTo>
                  <a:cubicBezTo>
                    <a:pt x="1" y="387"/>
                    <a:pt x="116" y="496"/>
                    <a:pt x="252" y="496"/>
                  </a:cubicBezTo>
                  <a:cubicBezTo>
                    <a:pt x="388" y="496"/>
                    <a:pt x="503" y="387"/>
                    <a:pt x="503" y="251"/>
                  </a:cubicBezTo>
                  <a:cubicBezTo>
                    <a:pt x="503"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8"/>
            <p:cNvSpPr/>
            <p:nvPr/>
          </p:nvSpPr>
          <p:spPr>
            <a:xfrm>
              <a:off x="2237800" y="4779625"/>
              <a:ext cx="12350" cy="12400"/>
            </a:xfrm>
            <a:custGeom>
              <a:avLst/>
              <a:gdLst/>
              <a:ahLst/>
              <a:cxnLst/>
              <a:rect l="l" t="t" r="r" b="b"/>
              <a:pathLst>
                <a:path w="494" h="496" extrusionOk="0">
                  <a:moveTo>
                    <a:pt x="244" y="0"/>
                  </a:moveTo>
                  <a:cubicBezTo>
                    <a:pt x="107" y="0"/>
                    <a:pt x="0" y="108"/>
                    <a:pt x="0" y="251"/>
                  </a:cubicBezTo>
                  <a:cubicBezTo>
                    <a:pt x="0" y="387"/>
                    <a:pt x="107" y="496"/>
                    <a:pt x="244" y="496"/>
                  </a:cubicBezTo>
                  <a:cubicBezTo>
                    <a:pt x="387" y="496"/>
                    <a:pt x="494" y="387"/>
                    <a:pt x="494" y="251"/>
                  </a:cubicBezTo>
                  <a:cubicBezTo>
                    <a:pt x="494" y="108"/>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8"/>
            <p:cNvSpPr/>
            <p:nvPr/>
          </p:nvSpPr>
          <p:spPr>
            <a:xfrm>
              <a:off x="2329550" y="4779625"/>
              <a:ext cx="12575" cy="12400"/>
            </a:xfrm>
            <a:custGeom>
              <a:avLst/>
              <a:gdLst/>
              <a:ahLst/>
              <a:cxnLst/>
              <a:rect l="l" t="t" r="r" b="b"/>
              <a:pathLst>
                <a:path w="503" h="496" extrusionOk="0">
                  <a:moveTo>
                    <a:pt x="251" y="0"/>
                  </a:moveTo>
                  <a:cubicBezTo>
                    <a:pt x="115" y="0"/>
                    <a:pt x="0" y="108"/>
                    <a:pt x="0" y="251"/>
                  </a:cubicBezTo>
                  <a:cubicBezTo>
                    <a:pt x="0" y="387"/>
                    <a:pt x="115" y="496"/>
                    <a:pt x="251" y="496"/>
                  </a:cubicBezTo>
                  <a:cubicBezTo>
                    <a:pt x="387" y="496"/>
                    <a:pt x="502" y="387"/>
                    <a:pt x="502" y="251"/>
                  </a:cubicBezTo>
                  <a:cubicBezTo>
                    <a:pt x="502" y="108"/>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8"/>
            <p:cNvSpPr/>
            <p:nvPr/>
          </p:nvSpPr>
          <p:spPr>
            <a:xfrm>
              <a:off x="2421325" y="4779625"/>
              <a:ext cx="12550" cy="12400"/>
            </a:xfrm>
            <a:custGeom>
              <a:avLst/>
              <a:gdLst/>
              <a:ahLst/>
              <a:cxnLst/>
              <a:rect l="l" t="t" r="r" b="b"/>
              <a:pathLst>
                <a:path w="502" h="496" extrusionOk="0">
                  <a:moveTo>
                    <a:pt x="250" y="0"/>
                  </a:moveTo>
                  <a:cubicBezTo>
                    <a:pt x="114" y="0"/>
                    <a:pt x="1" y="108"/>
                    <a:pt x="1" y="251"/>
                  </a:cubicBezTo>
                  <a:cubicBezTo>
                    <a:pt x="1" y="387"/>
                    <a:pt x="114" y="496"/>
                    <a:pt x="250" y="496"/>
                  </a:cubicBezTo>
                  <a:cubicBezTo>
                    <a:pt x="395" y="496"/>
                    <a:pt x="501" y="387"/>
                    <a:pt x="501" y="251"/>
                  </a:cubicBezTo>
                  <a:cubicBezTo>
                    <a:pt x="501" y="108"/>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8"/>
            <p:cNvSpPr/>
            <p:nvPr/>
          </p:nvSpPr>
          <p:spPr>
            <a:xfrm>
              <a:off x="2513250" y="4779625"/>
              <a:ext cx="12575" cy="12400"/>
            </a:xfrm>
            <a:custGeom>
              <a:avLst/>
              <a:gdLst/>
              <a:ahLst/>
              <a:cxnLst/>
              <a:rect l="l" t="t" r="r" b="b"/>
              <a:pathLst>
                <a:path w="503" h="496" extrusionOk="0">
                  <a:moveTo>
                    <a:pt x="252" y="0"/>
                  </a:moveTo>
                  <a:cubicBezTo>
                    <a:pt x="109" y="0"/>
                    <a:pt x="0" y="108"/>
                    <a:pt x="0" y="251"/>
                  </a:cubicBezTo>
                  <a:cubicBezTo>
                    <a:pt x="0" y="387"/>
                    <a:pt x="109" y="496"/>
                    <a:pt x="252" y="496"/>
                  </a:cubicBezTo>
                  <a:cubicBezTo>
                    <a:pt x="388" y="496"/>
                    <a:pt x="503" y="387"/>
                    <a:pt x="503" y="251"/>
                  </a:cubicBezTo>
                  <a:cubicBezTo>
                    <a:pt x="503"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8"/>
            <p:cNvSpPr/>
            <p:nvPr/>
          </p:nvSpPr>
          <p:spPr>
            <a:xfrm>
              <a:off x="2605000" y="4779625"/>
              <a:ext cx="12575" cy="12400"/>
            </a:xfrm>
            <a:custGeom>
              <a:avLst/>
              <a:gdLst/>
              <a:ahLst/>
              <a:cxnLst/>
              <a:rect l="l" t="t" r="r" b="b"/>
              <a:pathLst>
                <a:path w="503" h="496" extrusionOk="0">
                  <a:moveTo>
                    <a:pt x="252" y="0"/>
                  </a:moveTo>
                  <a:cubicBezTo>
                    <a:pt x="116" y="0"/>
                    <a:pt x="0" y="108"/>
                    <a:pt x="0" y="251"/>
                  </a:cubicBezTo>
                  <a:cubicBezTo>
                    <a:pt x="0" y="387"/>
                    <a:pt x="116" y="496"/>
                    <a:pt x="252" y="496"/>
                  </a:cubicBezTo>
                  <a:cubicBezTo>
                    <a:pt x="387" y="496"/>
                    <a:pt x="503" y="387"/>
                    <a:pt x="503" y="251"/>
                  </a:cubicBezTo>
                  <a:cubicBezTo>
                    <a:pt x="503" y="108"/>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8"/>
            <p:cNvSpPr/>
            <p:nvPr/>
          </p:nvSpPr>
          <p:spPr>
            <a:xfrm>
              <a:off x="2696950" y="4779625"/>
              <a:ext cx="12375" cy="12400"/>
            </a:xfrm>
            <a:custGeom>
              <a:avLst/>
              <a:gdLst/>
              <a:ahLst/>
              <a:cxnLst/>
              <a:rect l="l" t="t" r="r" b="b"/>
              <a:pathLst>
                <a:path w="495" h="496" extrusionOk="0">
                  <a:moveTo>
                    <a:pt x="252" y="0"/>
                  </a:moveTo>
                  <a:cubicBezTo>
                    <a:pt x="108" y="0"/>
                    <a:pt x="1" y="108"/>
                    <a:pt x="1" y="251"/>
                  </a:cubicBezTo>
                  <a:cubicBezTo>
                    <a:pt x="1" y="387"/>
                    <a:pt x="108" y="496"/>
                    <a:pt x="252" y="496"/>
                  </a:cubicBezTo>
                  <a:cubicBezTo>
                    <a:pt x="388" y="496"/>
                    <a:pt x="495" y="387"/>
                    <a:pt x="495" y="251"/>
                  </a:cubicBezTo>
                  <a:cubicBezTo>
                    <a:pt x="495"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8"/>
            <p:cNvSpPr/>
            <p:nvPr/>
          </p:nvSpPr>
          <p:spPr>
            <a:xfrm>
              <a:off x="2788700" y="4779625"/>
              <a:ext cx="12600" cy="12400"/>
            </a:xfrm>
            <a:custGeom>
              <a:avLst/>
              <a:gdLst/>
              <a:ahLst/>
              <a:cxnLst/>
              <a:rect l="l" t="t" r="r" b="b"/>
              <a:pathLst>
                <a:path w="504" h="496" extrusionOk="0">
                  <a:moveTo>
                    <a:pt x="252" y="0"/>
                  </a:moveTo>
                  <a:cubicBezTo>
                    <a:pt x="116" y="0"/>
                    <a:pt x="1" y="108"/>
                    <a:pt x="1" y="251"/>
                  </a:cubicBezTo>
                  <a:cubicBezTo>
                    <a:pt x="1" y="387"/>
                    <a:pt x="116" y="496"/>
                    <a:pt x="252" y="496"/>
                  </a:cubicBezTo>
                  <a:cubicBezTo>
                    <a:pt x="388" y="496"/>
                    <a:pt x="503" y="387"/>
                    <a:pt x="503" y="251"/>
                  </a:cubicBezTo>
                  <a:cubicBezTo>
                    <a:pt x="503"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8"/>
            <p:cNvSpPr/>
            <p:nvPr/>
          </p:nvSpPr>
          <p:spPr>
            <a:xfrm>
              <a:off x="2880675" y="4779625"/>
              <a:ext cx="12375" cy="12400"/>
            </a:xfrm>
            <a:custGeom>
              <a:avLst/>
              <a:gdLst/>
              <a:ahLst/>
              <a:cxnLst/>
              <a:rect l="l" t="t" r="r" b="b"/>
              <a:pathLst>
                <a:path w="495" h="496" extrusionOk="0">
                  <a:moveTo>
                    <a:pt x="243" y="0"/>
                  </a:moveTo>
                  <a:cubicBezTo>
                    <a:pt x="107" y="0"/>
                    <a:pt x="0" y="108"/>
                    <a:pt x="0" y="251"/>
                  </a:cubicBezTo>
                  <a:cubicBezTo>
                    <a:pt x="0" y="387"/>
                    <a:pt x="107" y="496"/>
                    <a:pt x="243" y="496"/>
                  </a:cubicBezTo>
                  <a:cubicBezTo>
                    <a:pt x="387" y="496"/>
                    <a:pt x="494" y="387"/>
                    <a:pt x="494" y="251"/>
                  </a:cubicBezTo>
                  <a:cubicBezTo>
                    <a:pt x="494" y="108"/>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8"/>
            <p:cNvSpPr/>
            <p:nvPr/>
          </p:nvSpPr>
          <p:spPr>
            <a:xfrm>
              <a:off x="2972425" y="4779625"/>
              <a:ext cx="12575" cy="12400"/>
            </a:xfrm>
            <a:custGeom>
              <a:avLst/>
              <a:gdLst/>
              <a:ahLst/>
              <a:cxnLst/>
              <a:rect l="l" t="t" r="r" b="b"/>
              <a:pathLst>
                <a:path w="503" h="496" extrusionOk="0">
                  <a:moveTo>
                    <a:pt x="251" y="0"/>
                  </a:moveTo>
                  <a:cubicBezTo>
                    <a:pt x="115" y="0"/>
                    <a:pt x="0" y="108"/>
                    <a:pt x="0" y="251"/>
                  </a:cubicBezTo>
                  <a:cubicBezTo>
                    <a:pt x="0" y="387"/>
                    <a:pt x="115" y="496"/>
                    <a:pt x="251" y="496"/>
                  </a:cubicBezTo>
                  <a:cubicBezTo>
                    <a:pt x="387" y="496"/>
                    <a:pt x="503" y="387"/>
                    <a:pt x="503" y="251"/>
                  </a:cubicBezTo>
                  <a:cubicBezTo>
                    <a:pt x="503" y="108"/>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8"/>
            <p:cNvSpPr/>
            <p:nvPr/>
          </p:nvSpPr>
          <p:spPr>
            <a:xfrm>
              <a:off x="3064375" y="4779625"/>
              <a:ext cx="12375" cy="12400"/>
            </a:xfrm>
            <a:custGeom>
              <a:avLst/>
              <a:gdLst/>
              <a:ahLst/>
              <a:cxnLst/>
              <a:rect l="l" t="t" r="r" b="b"/>
              <a:pathLst>
                <a:path w="495" h="496" extrusionOk="0">
                  <a:moveTo>
                    <a:pt x="243" y="0"/>
                  </a:moveTo>
                  <a:cubicBezTo>
                    <a:pt x="107" y="0"/>
                    <a:pt x="1" y="108"/>
                    <a:pt x="1" y="251"/>
                  </a:cubicBezTo>
                  <a:cubicBezTo>
                    <a:pt x="1" y="387"/>
                    <a:pt x="107" y="496"/>
                    <a:pt x="243" y="496"/>
                  </a:cubicBezTo>
                  <a:cubicBezTo>
                    <a:pt x="388" y="496"/>
                    <a:pt x="495" y="387"/>
                    <a:pt x="495" y="251"/>
                  </a:cubicBezTo>
                  <a:cubicBezTo>
                    <a:pt x="495" y="108"/>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8"/>
            <p:cNvSpPr/>
            <p:nvPr/>
          </p:nvSpPr>
          <p:spPr>
            <a:xfrm>
              <a:off x="3156125" y="4779625"/>
              <a:ext cx="12600" cy="12400"/>
            </a:xfrm>
            <a:custGeom>
              <a:avLst/>
              <a:gdLst/>
              <a:ahLst/>
              <a:cxnLst/>
              <a:rect l="l" t="t" r="r" b="b"/>
              <a:pathLst>
                <a:path w="504" h="496" extrusionOk="0">
                  <a:moveTo>
                    <a:pt x="252" y="0"/>
                  </a:moveTo>
                  <a:cubicBezTo>
                    <a:pt x="116" y="0"/>
                    <a:pt x="1" y="108"/>
                    <a:pt x="1" y="251"/>
                  </a:cubicBezTo>
                  <a:cubicBezTo>
                    <a:pt x="1" y="387"/>
                    <a:pt x="116" y="496"/>
                    <a:pt x="252" y="496"/>
                  </a:cubicBezTo>
                  <a:cubicBezTo>
                    <a:pt x="388" y="496"/>
                    <a:pt x="503" y="387"/>
                    <a:pt x="503" y="251"/>
                  </a:cubicBezTo>
                  <a:cubicBezTo>
                    <a:pt x="503"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8"/>
            <p:cNvSpPr/>
            <p:nvPr/>
          </p:nvSpPr>
          <p:spPr>
            <a:xfrm>
              <a:off x="3247875" y="4779625"/>
              <a:ext cx="12575" cy="12400"/>
            </a:xfrm>
            <a:custGeom>
              <a:avLst/>
              <a:gdLst/>
              <a:ahLst/>
              <a:cxnLst/>
              <a:rect l="l" t="t" r="r" b="b"/>
              <a:pathLst>
                <a:path w="503" h="496" extrusionOk="0">
                  <a:moveTo>
                    <a:pt x="252" y="0"/>
                  </a:moveTo>
                  <a:cubicBezTo>
                    <a:pt x="116" y="0"/>
                    <a:pt x="1" y="108"/>
                    <a:pt x="1" y="251"/>
                  </a:cubicBezTo>
                  <a:cubicBezTo>
                    <a:pt x="1" y="387"/>
                    <a:pt x="116" y="496"/>
                    <a:pt x="252" y="496"/>
                  </a:cubicBezTo>
                  <a:cubicBezTo>
                    <a:pt x="388" y="496"/>
                    <a:pt x="503" y="387"/>
                    <a:pt x="503" y="251"/>
                  </a:cubicBezTo>
                  <a:cubicBezTo>
                    <a:pt x="503"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8"/>
            <p:cNvSpPr/>
            <p:nvPr/>
          </p:nvSpPr>
          <p:spPr>
            <a:xfrm>
              <a:off x="3339850" y="4779625"/>
              <a:ext cx="12525" cy="12400"/>
            </a:xfrm>
            <a:custGeom>
              <a:avLst/>
              <a:gdLst/>
              <a:ahLst/>
              <a:cxnLst/>
              <a:rect l="l" t="t" r="r" b="b"/>
              <a:pathLst>
                <a:path w="501" h="496" extrusionOk="0">
                  <a:moveTo>
                    <a:pt x="251" y="0"/>
                  </a:moveTo>
                  <a:cubicBezTo>
                    <a:pt x="107" y="0"/>
                    <a:pt x="0" y="108"/>
                    <a:pt x="0" y="251"/>
                  </a:cubicBezTo>
                  <a:cubicBezTo>
                    <a:pt x="0" y="387"/>
                    <a:pt x="107" y="496"/>
                    <a:pt x="251" y="496"/>
                  </a:cubicBezTo>
                  <a:cubicBezTo>
                    <a:pt x="387" y="496"/>
                    <a:pt x="501" y="387"/>
                    <a:pt x="501" y="251"/>
                  </a:cubicBezTo>
                  <a:cubicBezTo>
                    <a:pt x="501" y="108"/>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8"/>
            <p:cNvSpPr/>
            <p:nvPr/>
          </p:nvSpPr>
          <p:spPr>
            <a:xfrm>
              <a:off x="3431575" y="4779625"/>
              <a:ext cx="12600" cy="12400"/>
            </a:xfrm>
            <a:custGeom>
              <a:avLst/>
              <a:gdLst/>
              <a:ahLst/>
              <a:cxnLst/>
              <a:rect l="l" t="t" r="r" b="b"/>
              <a:pathLst>
                <a:path w="504" h="496" extrusionOk="0">
                  <a:moveTo>
                    <a:pt x="252" y="0"/>
                  </a:moveTo>
                  <a:cubicBezTo>
                    <a:pt x="116" y="0"/>
                    <a:pt x="1" y="108"/>
                    <a:pt x="1" y="251"/>
                  </a:cubicBezTo>
                  <a:cubicBezTo>
                    <a:pt x="1" y="387"/>
                    <a:pt x="116" y="496"/>
                    <a:pt x="252" y="496"/>
                  </a:cubicBezTo>
                  <a:cubicBezTo>
                    <a:pt x="388" y="496"/>
                    <a:pt x="503" y="387"/>
                    <a:pt x="503" y="251"/>
                  </a:cubicBezTo>
                  <a:cubicBezTo>
                    <a:pt x="503"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8"/>
            <p:cNvSpPr/>
            <p:nvPr/>
          </p:nvSpPr>
          <p:spPr>
            <a:xfrm>
              <a:off x="3523550" y="4779625"/>
              <a:ext cx="12375" cy="12400"/>
            </a:xfrm>
            <a:custGeom>
              <a:avLst/>
              <a:gdLst/>
              <a:ahLst/>
              <a:cxnLst/>
              <a:rect l="l" t="t" r="r" b="b"/>
              <a:pathLst>
                <a:path w="495" h="496" extrusionOk="0">
                  <a:moveTo>
                    <a:pt x="250" y="0"/>
                  </a:moveTo>
                  <a:cubicBezTo>
                    <a:pt x="107" y="0"/>
                    <a:pt x="0" y="108"/>
                    <a:pt x="0" y="251"/>
                  </a:cubicBezTo>
                  <a:cubicBezTo>
                    <a:pt x="0" y="387"/>
                    <a:pt x="107" y="496"/>
                    <a:pt x="250" y="496"/>
                  </a:cubicBezTo>
                  <a:cubicBezTo>
                    <a:pt x="388" y="496"/>
                    <a:pt x="494" y="387"/>
                    <a:pt x="494" y="251"/>
                  </a:cubicBezTo>
                  <a:cubicBezTo>
                    <a:pt x="494" y="108"/>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8"/>
            <p:cNvSpPr/>
            <p:nvPr/>
          </p:nvSpPr>
          <p:spPr>
            <a:xfrm>
              <a:off x="676400" y="48714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8"/>
            <p:cNvSpPr/>
            <p:nvPr/>
          </p:nvSpPr>
          <p:spPr>
            <a:xfrm>
              <a:off x="768325" y="4871400"/>
              <a:ext cx="12400" cy="12550"/>
            </a:xfrm>
            <a:custGeom>
              <a:avLst/>
              <a:gdLst/>
              <a:ahLst/>
              <a:cxnLst/>
              <a:rect l="l" t="t" r="r" b="b"/>
              <a:pathLst>
                <a:path w="496" h="502" extrusionOk="0">
                  <a:moveTo>
                    <a:pt x="245" y="1"/>
                  </a:moveTo>
                  <a:cubicBezTo>
                    <a:pt x="109" y="1"/>
                    <a:pt x="0" y="114"/>
                    <a:pt x="0" y="252"/>
                  </a:cubicBezTo>
                  <a:cubicBezTo>
                    <a:pt x="0" y="388"/>
                    <a:pt x="109" y="501"/>
                    <a:pt x="245" y="501"/>
                  </a:cubicBezTo>
                  <a:cubicBezTo>
                    <a:pt x="388" y="501"/>
                    <a:pt x="496" y="388"/>
                    <a:pt x="496" y="252"/>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8"/>
            <p:cNvSpPr/>
            <p:nvPr/>
          </p:nvSpPr>
          <p:spPr>
            <a:xfrm>
              <a:off x="860125" y="4871400"/>
              <a:ext cx="12525" cy="12550"/>
            </a:xfrm>
            <a:custGeom>
              <a:avLst/>
              <a:gdLst/>
              <a:ahLst/>
              <a:cxnLst/>
              <a:rect l="l" t="t" r="r" b="b"/>
              <a:pathLst>
                <a:path w="501" h="502" extrusionOk="0">
                  <a:moveTo>
                    <a:pt x="251" y="1"/>
                  </a:moveTo>
                  <a:cubicBezTo>
                    <a:pt x="114" y="1"/>
                    <a:pt x="0" y="114"/>
                    <a:pt x="0" y="252"/>
                  </a:cubicBezTo>
                  <a:cubicBezTo>
                    <a:pt x="0" y="388"/>
                    <a:pt x="114" y="501"/>
                    <a:pt x="251" y="501"/>
                  </a:cubicBezTo>
                  <a:cubicBezTo>
                    <a:pt x="387" y="501"/>
                    <a:pt x="501" y="388"/>
                    <a:pt x="501" y="252"/>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8"/>
            <p:cNvSpPr/>
            <p:nvPr/>
          </p:nvSpPr>
          <p:spPr>
            <a:xfrm>
              <a:off x="951850" y="48714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8"/>
            <p:cNvSpPr/>
            <p:nvPr/>
          </p:nvSpPr>
          <p:spPr>
            <a:xfrm>
              <a:off x="1043825" y="4871400"/>
              <a:ext cx="12375" cy="12550"/>
            </a:xfrm>
            <a:custGeom>
              <a:avLst/>
              <a:gdLst/>
              <a:ahLst/>
              <a:cxnLst/>
              <a:rect l="l" t="t" r="r" b="b"/>
              <a:pathLst>
                <a:path w="495" h="502" extrusionOk="0">
                  <a:moveTo>
                    <a:pt x="250" y="1"/>
                  </a:moveTo>
                  <a:cubicBezTo>
                    <a:pt x="107" y="1"/>
                    <a:pt x="0" y="114"/>
                    <a:pt x="0" y="252"/>
                  </a:cubicBezTo>
                  <a:cubicBezTo>
                    <a:pt x="0" y="388"/>
                    <a:pt x="107" y="501"/>
                    <a:pt x="250" y="501"/>
                  </a:cubicBezTo>
                  <a:cubicBezTo>
                    <a:pt x="388" y="501"/>
                    <a:pt x="494" y="388"/>
                    <a:pt x="494" y="252"/>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8"/>
            <p:cNvSpPr/>
            <p:nvPr/>
          </p:nvSpPr>
          <p:spPr>
            <a:xfrm>
              <a:off x="1135575" y="4871400"/>
              <a:ext cx="12575" cy="12550"/>
            </a:xfrm>
            <a:custGeom>
              <a:avLst/>
              <a:gdLst/>
              <a:ahLst/>
              <a:cxnLst/>
              <a:rect l="l" t="t" r="r" b="b"/>
              <a:pathLst>
                <a:path w="503" h="502" extrusionOk="0">
                  <a:moveTo>
                    <a:pt x="252" y="1"/>
                  </a:moveTo>
                  <a:cubicBezTo>
                    <a:pt x="116" y="1"/>
                    <a:pt x="0" y="114"/>
                    <a:pt x="0" y="252"/>
                  </a:cubicBezTo>
                  <a:cubicBezTo>
                    <a:pt x="0" y="388"/>
                    <a:pt x="116" y="501"/>
                    <a:pt x="252" y="501"/>
                  </a:cubicBezTo>
                  <a:cubicBezTo>
                    <a:pt x="387" y="501"/>
                    <a:pt x="503" y="388"/>
                    <a:pt x="503" y="252"/>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8"/>
            <p:cNvSpPr/>
            <p:nvPr/>
          </p:nvSpPr>
          <p:spPr>
            <a:xfrm>
              <a:off x="1227500" y="4871400"/>
              <a:ext cx="12400" cy="12550"/>
            </a:xfrm>
            <a:custGeom>
              <a:avLst/>
              <a:gdLst/>
              <a:ahLst/>
              <a:cxnLst/>
              <a:rect l="l" t="t" r="r" b="b"/>
              <a:pathLst>
                <a:path w="496" h="502" extrusionOk="0">
                  <a:moveTo>
                    <a:pt x="251" y="1"/>
                  </a:moveTo>
                  <a:cubicBezTo>
                    <a:pt x="109" y="1"/>
                    <a:pt x="0" y="114"/>
                    <a:pt x="0" y="252"/>
                  </a:cubicBezTo>
                  <a:cubicBezTo>
                    <a:pt x="0" y="388"/>
                    <a:pt x="109" y="501"/>
                    <a:pt x="251" y="501"/>
                  </a:cubicBezTo>
                  <a:cubicBezTo>
                    <a:pt x="387" y="501"/>
                    <a:pt x="496" y="388"/>
                    <a:pt x="496" y="252"/>
                  </a:cubicBezTo>
                  <a:cubicBezTo>
                    <a:pt x="496"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8"/>
            <p:cNvSpPr/>
            <p:nvPr/>
          </p:nvSpPr>
          <p:spPr>
            <a:xfrm>
              <a:off x="1319275" y="4871400"/>
              <a:ext cx="12550" cy="12550"/>
            </a:xfrm>
            <a:custGeom>
              <a:avLst/>
              <a:gdLst/>
              <a:ahLst/>
              <a:cxnLst/>
              <a:rect l="l" t="t" r="r" b="b"/>
              <a:pathLst>
                <a:path w="502" h="502" extrusionOk="0">
                  <a:moveTo>
                    <a:pt x="252" y="1"/>
                  </a:moveTo>
                  <a:cubicBezTo>
                    <a:pt x="114" y="1"/>
                    <a:pt x="1" y="114"/>
                    <a:pt x="1" y="252"/>
                  </a:cubicBezTo>
                  <a:cubicBezTo>
                    <a:pt x="1" y="388"/>
                    <a:pt x="114" y="501"/>
                    <a:pt x="252" y="501"/>
                  </a:cubicBezTo>
                  <a:cubicBezTo>
                    <a:pt x="388" y="501"/>
                    <a:pt x="501" y="388"/>
                    <a:pt x="501" y="252"/>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8"/>
            <p:cNvSpPr/>
            <p:nvPr/>
          </p:nvSpPr>
          <p:spPr>
            <a:xfrm>
              <a:off x="1411200" y="4871400"/>
              <a:ext cx="12425" cy="12550"/>
            </a:xfrm>
            <a:custGeom>
              <a:avLst/>
              <a:gdLst/>
              <a:ahLst/>
              <a:cxnLst/>
              <a:rect l="l" t="t" r="r" b="b"/>
              <a:pathLst>
                <a:path w="497" h="502" extrusionOk="0">
                  <a:moveTo>
                    <a:pt x="245" y="1"/>
                  </a:moveTo>
                  <a:cubicBezTo>
                    <a:pt x="109" y="1"/>
                    <a:pt x="1" y="114"/>
                    <a:pt x="1" y="252"/>
                  </a:cubicBezTo>
                  <a:cubicBezTo>
                    <a:pt x="1" y="388"/>
                    <a:pt x="109" y="501"/>
                    <a:pt x="245" y="501"/>
                  </a:cubicBezTo>
                  <a:cubicBezTo>
                    <a:pt x="388" y="501"/>
                    <a:pt x="496" y="388"/>
                    <a:pt x="496" y="252"/>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8"/>
            <p:cNvSpPr/>
            <p:nvPr/>
          </p:nvSpPr>
          <p:spPr>
            <a:xfrm>
              <a:off x="1503000" y="4871400"/>
              <a:ext cx="12525" cy="12550"/>
            </a:xfrm>
            <a:custGeom>
              <a:avLst/>
              <a:gdLst/>
              <a:ahLst/>
              <a:cxnLst/>
              <a:rect l="l" t="t" r="r" b="b"/>
              <a:pathLst>
                <a:path w="501" h="502" extrusionOk="0">
                  <a:moveTo>
                    <a:pt x="250" y="1"/>
                  </a:moveTo>
                  <a:cubicBezTo>
                    <a:pt x="114" y="1"/>
                    <a:pt x="0" y="114"/>
                    <a:pt x="0" y="252"/>
                  </a:cubicBezTo>
                  <a:cubicBezTo>
                    <a:pt x="0" y="388"/>
                    <a:pt x="114" y="501"/>
                    <a:pt x="250" y="501"/>
                  </a:cubicBezTo>
                  <a:cubicBezTo>
                    <a:pt x="387" y="501"/>
                    <a:pt x="501" y="388"/>
                    <a:pt x="501" y="252"/>
                  </a:cubicBezTo>
                  <a:cubicBezTo>
                    <a:pt x="501" y="114"/>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8"/>
            <p:cNvSpPr/>
            <p:nvPr/>
          </p:nvSpPr>
          <p:spPr>
            <a:xfrm>
              <a:off x="1594750" y="4871400"/>
              <a:ext cx="12575" cy="12550"/>
            </a:xfrm>
            <a:custGeom>
              <a:avLst/>
              <a:gdLst/>
              <a:ahLst/>
              <a:cxnLst/>
              <a:rect l="l" t="t" r="r" b="b"/>
              <a:pathLst>
                <a:path w="503" h="502" extrusionOk="0">
                  <a:moveTo>
                    <a:pt x="251" y="1"/>
                  </a:moveTo>
                  <a:cubicBezTo>
                    <a:pt x="115" y="1"/>
                    <a:pt x="0" y="114"/>
                    <a:pt x="0" y="252"/>
                  </a:cubicBezTo>
                  <a:cubicBezTo>
                    <a:pt x="0" y="388"/>
                    <a:pt x="115" y="501"/>
                    <a:pt x="251" y="501"/>
                  </a:cubicBezTo>
                  <a:cubicBezTo>
                    <a:pt x="394" y="501"/>
                    <a:pt x="503" y="388"/>
                    <a:pt x="503" y="252"/>
                  </a:cubicBezTo>
                  <a:cubicBezTo>
                    <a:pt x="503" y="114"/>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8"/>
            <p:cNvSpPr/>
            <p:nvPr/>
          </p:nvSpPr>
          <p:spPr>
            <a:xfrm>
              <a:off x="1686650" y="48714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8"/>
            <p:cNvSpPr/>
            <p:nvPr/>
          </p:nvSpPr>
          <p:spPr>
            <a:xfrm>
              <a:off x="1778450" y="4871400"/>
              <a:ext cx="12550" cy="12550"/>
            </a:xfrm>
            <a:custGeom>
              <a:avLst/>
              <a:gdLst/>
              <a:ahLst/>
              <a:cxnLst/>
              <a:rect l="l" t="t" r="r" b="b"/>
              <a:pathLst>
                <a:path w="502" h="502" extrusionOk="0">
                  <a:moveTo>
                    <a:pt x="252" y="1"/>
                  </a:moveTo>
                  <a:cubicBezTo>
                    <a:pt x="114" y="1"/>
                    <a:pt x="1" y="114"/>
                    <a:pt x="1" y="252"/>
                  </a:cubicBezTo>
                  <a:cubicBezTo>
                    <a:pt x="1" y="388"/>
                    <a:pt x="114" y="501"/>
                    <a:pt x="252" y="501"/>
                  </a:cubicBezTo>
                  <a:cubicBezTo>
                    <a:pt x="388" y="501"/>
                    <a:pt x="501" y="388"/>
                    <a:pt x="501" y="252"/>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8"/>
            <p:cNvSpPr/>
            <p:nvPr/>
          </p:nvSpPr>
          <p:spPr>
            <a:xfrm>
              <a:off x="1870375" y="4871400"/>
              <a:ext cx="12400" cy="12550"/>
            </a:xfrm>
            <a:custGeom>
              <a:avLst/>
              <a:gdLst/>
              <a:ahLst/>
              <a:cxnLst/>
              <a:rect l="l" t="t" r="r" b="b"/>
              <a:pathLst>
                <a:path w="496" h="502" extrusionOk="0">
                  <a:moveTo>
                    <a:pt x="252" y="1"/>
                  </a:moveTo>
                  <a:cubicBezTo>
                    <a:pt x="109" y="1"/>
                    <a:pt x="0" y="114"/>
                    <a:pt x="0" y="252"/>
                  </a:cubicBezTo>
                  <a:cubicBezTo>
                    <a:pt x="0" y="388"/>
                    <a:pt x="109" y="501"/>
                    <a:pt x="252" y="501"/>
                  </a:cubicBezTo>
                  <a:cubicBezTo>
                    <a:pt x="387" y="501"/>
                    <a:pt x="496" y="388"/>
                    <a:pt x="496" y="252"/>
                  </a:cubicBezTo>
                  <a:cubicBezTo>
                    <a:pt x="496"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8"/>
            <p:cNvSpPr/>
            <p:nvPr/>
          </p:nvSpPr>
          <p:spPr>
            <a:xfrm>
              <a:off x="1962150" y="4871400"/>
              <a:ext cx="12550" cy="12550"/>
            </a:xfrm>
            <a:custGeom>
              <a:avLst/>
              <a:gdLst/>
              <a:ahLst/>
              <a:cxnLst/>
              <a:rect l="l" t="t" r="r" b="b"/>
              <a:pathLst>
                <a:path w="502" h="502" extrusionOk="0">
                  <a:moveTo>
                    <a:pt x="250" y="1"/>
                  </a:moveTo>
                  <a:cubicBezTo>
                    <a:pt x="114" y="1"/>
                    <a:pt x="1" y="114"/>
                    <a:pt x="1" y="252"/>
                  </a:cubicBezTo>
                  <a:cubicBezTo>
                    <a:pt x="1" y="388"/>
                    <a:pt x="114" y="501"/>
                    <a:pt x="250" y="501"/>
                  </a:cubicBezTo>
                  <a:cubicBezTo>
                    <a:pt x="388" y="501"/>
                    <a:pt x="502" y="388"/>
                    <a:pt x="502" y="252"/>
                  </a:cubicBezTo>
                  <a:cubicBezTo>
                    <a:pt x="502"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8"/>
            <p:cNvSpPr/>
            <p:nvPr/>
          </p:nvSpPr>
          <p:spPr>
            <a:xfrm>
              <a:off x="2054075" y="4871400"/>
              <a:ext cx="12425" cy="12550"/>
            </a:xfrm>
            <a:custGeom>
              <a:avLst/>
              <a:gdLst/>
              <a:ahLst/>
              <a:cxnLst/>
              <a:rect l="l" t="t" r="r" b="b"/>
              <a:pathLst>
                <a:path w="497" h="502" extrusionOk="0">
                  <a:moveTo>
                    <a:pt x="252" y="1"/>
                  </a:moveTo>
                  <a:cubicBezTo>
                    <a:pt x="109" y="1"/>
                    <a:pt x="1" y="114"/>
                    <a:pt x="1" y="252"/>
                  </a:cubicBezTo>
                  <a:cubicBezTo>
                    <a:pt x="1" y="388"/>
                    <a:pt x="109" y="501"/>
                    <a:pt x="252" y="501"/>
                  </a:cubicBezTo>
                  <a:cubicBezTo>
                    <a:pt x="388" y="501"/>
                    <a:pt x="496" y="388"/>
                    <a:pt x="496" y="252"/>
                  </a:cubicBezTo>
                  <a:cubicBezTo>
                    <a:pt x="496"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8"/>
            <p:cNvSpPr/>
            <p:nvPr/>
          </p:nvSpPr>
          <p:spPr>
            <a:xfrm>
              <a:off x="2145825" y="48714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8"/>
            <p:cNvSpPr/>
            <p:nvPr/>
          </p:nvSpPr>
          <p:spPr>
            <a:xfrm>
              <a:off x="2237800" y="4871400"/>
              <a:ext cx="12350" cy="12550"/>
            </a:xfrm>
            <a:custGeom>
              <a:avLst/>
              <a:gdLst/>
              <a:ahLst/>
              <a:cxnLst/>
              <a:rect l="l" t="t" r="r" b="b"/>
              <a:pathLst>
                <a:path w="494" h="502" extrusionOk="0">
                  <a:moveTo>
                    <a:pt x="244" y="1"/>
                  </a:moveTo>
                  <a:cubicBezTo>
                    <a:pt x="107" y="1"/>
                    <a:pt x="0" y="114"/>
                    <a:pt x="0" y="252"/>
                  </a:cubicBezTo>
                  <a:cubicBezTo>
                    <a:pt x="0" y="388"/>
                    <a:pt x="107" y="501"/>
                    <a:pt x="244" y="501"/>
                  </a:cubicBezTo>
                  <a:cubicBezTo>
                    <a:pt x="387" y="501"/>
                    <a:pt x="494" y="388"/>
                    <a:pt x="494" y="252"/>
                  </a:cubicBezTo>
                  <a:cubicBezTo>
                    <a:pt x="494" y="114"/>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8"/>
            <p:cNvSpPr/>
            <p:nvPr/>
          </p:nvSpPr>
          <p:spPr>
            <a:xfrm>
              <a:off x="2329550" y="4871400"/>
              <a:ext cx="12575" cy="12550"/>
            </a:xfrm>
            <a:custGeom>
              <a:avLst/>
              <a:gdLst/>
              <a:ahLst/>
              <a:cxnLst/>
              <a:rect l="l" t="t" r="r" b="b"/>
              <a:pathLst>
                <a:path w="503" h="502" extrusionOk="0">
                  <a:moveTo>
                    <a:pt x="251" y="1"/>
                  </a:moveTo>
                  <a:cubicBezTo>
                    <a:pt x="115" y="1"/>
                    <a:pt x="0" y="114"/>
                    <a:pt x="0" y="252"/>
                  </a:cubicBezTo>
                  <a:cubicBezTo>
                    <a:pt x="0" y="388"/>
                    <a:pt x="115" y="501"/>
                    <a:pt x="251" y="501"/>
                  </a:cubicBezTo>
                  <a:cubicBezTo>
                    <a:pt x="387" y="501"/>
                    <a:pt x="502" y="388"/>
                    <a:pt x="502" y="252"/>
                  </a:cubicBezTo>
                  <a:cubicBezTo>
                    <a:pt x="502"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8"/>
            <p:cNvSpPr/>
            <p:nvPr/>
          </p:nvSpPr>
          <p:spPr>
            <a:xfrm>
              <a:off x="2421325" y="4871400"/>
              <a:ext cx="12550" cy="12550"/>
            </a:xfrm>
            <a:custGeom>
              <a:avLst/>
              <a:gdLst/>
              <a:ahLst/>
              <a:cxnLst/>
              <a:rect l="l" t="t" r="r" b="b"/>
              <a:pathLst>
                <a:path w="502" h="502" extrusionOk="0">
                  <a:moveTo>
                    <a:pt x="250" y="1"/>
                  </a:moveTo>
                  <a:cubicBezTo>
                    <a:pt x="114" y="1"/>
                    <a:pt x="1" y="114"/>
                    <a:pt x="1" y="252"/>
                  </a:cubicBezTo>
                  <a:cubicBezTo>
                    <a:pt x="1" y="388"/>
                    <a:pt x="114" y="501"/>
                    <a:pt x="250" y="501"/>
                  </a:cubicBezTo>
                  <a:cubicBezTo>
                    <a:pt x="395" y="501"/>
                    <a:pt x="501" y="388"/>
                    <a:pt x="501" y="252"/>
                  </a:cubicBezTo>
                  <a:cubicBezTo>
                    <a:pt x="501" y="114"/>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8"/>
            <p:cNvSpPr/>
            <p:nvPr/>
          </p:nvSpPr>
          <p:spPr>
            <a:xfrm>
              <a:off x="2513250" y="4871400"/>
              <a:ext cx="12575" cy="12550"/>
            </a:xfrm>
            <a:custGeom>
              <a:avLst/>
              <a:gdLst/>
              <a:ahLst/>
              <a:cxnLst/>
              <a:rect l="l" t="t" r="r" b="b"/>
              <a:pathLst>
                <a:path w="503" h="502" extrusionOk="0">
                  <a:moveTo>
                    <a:pt x="252" y="1"/>
                  </a:moveTo>
                  <a:cubicBezTo>
                    <a:pt x="109" y="1"/>
                    <a:pt x="0" y="114"/>
                    <a:pt x="0" y="252"/>
                  </a:cubicBezTo>
                  <a:cubicBezTo>
                    <a:pt x="0" y="388"/>
                    <a:pt x="109"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8"/>
            <p:cNvSpPr/>
            <p:nvPr/>
          </p:nvSpPr>
          <p:spPr>
            <a:xfrm>
              <a:off x="2605000" y="4871400"/>
              <a:ext cx="12575" cy="12550"/>
            </a:xfrm>
            <a:custGeom>
              <a:avLst/>
              <a:gdLst/>
              <a:ahLst/>
              <a:cxnLst/>
              <a:rect l="l" t="t" r="r" b="b"/>
              <a:pathLst>
                <a:path w="503" h="502" extrusionOk="0">
                  <a:moveTo>
                    <a:pt x="252" y="1"/>
                  </a:moveTo>
                  <a:cubicBezTo>
                    <a:pt x="116" y="1"/>
                    <a:pt x="0" y="114"/>
                    <a:pt x="0" y="252"/>
                  </a:cubicBezTo>
                  <a:cubicBezTo>
                    <a:pt x="0" y="388"/>
                    <a:pt x="116" y="501"/>
                    <a:pt x="252" y="501"/>
                  </a:cubicBezTo>
                  <a:cubicBezTo>
                    <a:pt x="387" y="501"/>
                    <a:pt x="503" y="388"/>
                    <a:pt x="503" y="252"/>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8"/>
            <p:cNvSpPr/>
            <p:nvPr/>
          </p:nvSpPr>
          <p:spPr>
            <a:xfrm>
              <a:off x="2696950" y="4871400"/>
              <a:ext cx="12375" cy="12550"/>
            </a:xfrm>
            <a:custGeom>
              <a:avLst/>
              <a:gdLst/>
              <a:ahLst/>
              <a:cxnLst/>
              <a:rect l="l" t="t" r="r" b="b"/>
              <a:pathLst>
                <a:path w="495" h="502" extrusionOk="0">
                  <a:moveTo>
                    <a:pt x="252" y="1"/>
                  </a:moveTo>
                  <a:cubicBezTo>
                    <a:pt x="108" y="1"/>
                    <a:pt x="1" y="114"/>
                    <a:pt x="1" y="252"/>
                  </a:cubicBezTo>
                  <a:cubicBezTo>
                    <a:pt x="1" y="388"/>
                    <a:pt x="108" y="501"/>
                    <a:pt x="252" y="501"/>
                  </a:cubicBezTo>
                  <a:cubicBezTo>
                    <a:pt x="388" y="501"/>
                    <a:pt x="495" y="388"/>
                    <a:pt x="495" y="252"/>
                  </a:cubicBezTo>
                  <a:cubicBezTo>
                    <a:pt x="495"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8"/>
            <p:cNvSpPr/>
            <p:nvPr/>
          </p:nvSpPr>
          <p:spPr>
            <a:xfrm>
              <a:off x="2788700" y="48714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8"/>
            <p:cNvSpPr/>
            <p:nvPr/>
          </p:nvSpPr>
          <p:spPr>
            <a:xfrm>
              <a:off x="2880675" y="4871400"/>
              <a:ext cx="12375" cy="12550"/>
            </a:xfrm>
            <a:custGeom>
              <a:avLst/>
              <a:gdLst/>
              <a:ahLst/>
              <a:cxnLst/>
              <a:rect l="l" t="t" r="r" b="b"/>
              <a:pathLst>
                <a:path w="495" h="502" extrusionOk="0">
                  <a:moveTo>
                    <a:pt x="243" y="1"/>
                  </a:moveTo>
                  <a:cubicBezTo>
                    <a:pt x="107" y="1"/>
                    <a:pt x="0" y="114"/>
                    <a:pt x="0" y="252"/>
                  </a:cubicBezTo>
                  <a:cubicBezTo>
                    <a:pt x="0" y="388"/>
                    <a:pt x="107" y="501"/>
                    <a:pt x="243" y="501"/>
                  </a:cubicBezTo>
                  <a:cubicBezTo>
                    <a:pt x="387" y="501"/>
                    <a:pt x="494" y="388"/>
                    <a:pt x="494" y="252"/>
                  </a:cubicBezTo>
                  <a:cubicBezTo>
                    <a:pt x="494" y="114"/>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8"/>
            <p:cNvSpPr/>
            <p:nvPr/>
          </p:nvSpPr>
          <p:spPr>
            <a:xfrm>
              <a:off x="2972425" y="4871400"/>
              <a:ext cx="12575" cy="12550"/>
            </a:xfrm>
            <a:custGeom>
              <a:avLst/>
              <a:gdLst/>
              <a:ahLst/>
              <a:cxnLst/>
              <a:rect l="l" t="t" r="r" b="b"/>
              <a:pathLst>
                <a:path w="503" h="502" extrusionOk="0">
                  <a:moveTo>
                    <a:pt x="251" y="1"/>
                  </a:moveTo>
                  <a:cubicBezTo>
                    <a:pt x="115" y="1"/>
                    <a:pt x="0" y="114"/>
                    <a:pt x="0" y="252"/>
                  </a:cubicBezTo>
                  <a:cubicBezTo>
                    <a:pt x="0" y="388"/>
                    <a:pt x="115" y="501"/>
                    <a:pt x="251" y="501"/>
                  </a:cubicBezTo>
                  <a:cubicBezTo>
                    <a:pt x="387" y="501"/>
                    <a:pt x="503" y="388"/>
                    <a:pt x="503" y="252"/>
                  </a:cubicBezTo>
                  <a:cubicBezTo>
                    <a:pt x="503"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8"/>
            <p:cNvSpPr/>
            <p:nvPr/>
          </p:nvSpPr>
          <p:spPr>
            <a:xfrm>
              <a:off x="3064375" y="4871400"/>
              <a:ext cx="12375" cy="12550"/>
            </a:xfrm>
            <a:custGeom>
              <a:avLst/>
              <a:gdLst/>
              <a:ahLst/>
              <a:cxnLst/>
              <a:rect l="l" t="t" r="r" b="b"/>
              <a:pathLst>
                <a:path w="495" h="502" extrusionOk="0">
                  <a:moveTo>
                    <a:pt x="243" y="1"/>
                  </a:moveTo>
                  <a:cubicBezTo>
                    <a:pt x="107" y="1"/>
                    <a:pt x="1" y="114"/>
                    <a:pt x="1" y="252"/>
                  </a:cubicBezTo>
                  <a:cubicBezTo>
                    <a:pt x="1" y="388"/>
                    <a:pt x="107" y="501"/>
                    <a:pt x="243" y="501"/>
                  </a:cubicBezTo>
                  <a:cubicBezTo>
                    <a:pt x="388" y="501"/>
                    <a:pt x="495" y="388"/>
                    <a:pt x="495" y="252"/>
                  </a:cubicBezTo>
                  <a:cubicBezTo>
                    <a:pt x="495" y="114"/>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8"/>
            <p:cNvSpPr/>
            <p:nvPr/>
          </p:nvSpPr>
          <p:spPr>
            <a:xfrm>
              <a:off x="3156125" y="48714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8"/>
            <p:cNvSpPr/>
            <p:nvPr/>
          </p:nvSpPr>
          <p:spPr>
            <a:xfrm>
              <a:off x="3247875" y="4871400"/>
              <a:ext cx="12575" cy="12550"/>
            </a:xfrm>
            <a:custGeom>
              <a:avLst/>
              <a:gdLst/>
              <a:ahLst/>
              <a:cxnLst/>
              <a:rect l="l" t="t" r="r" b="b"/>
              <a:pathLst>
                <a:path w="503"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8"/>
            <p:cNvSpPr/>
            <p:nvPr/>
          </p:nvSpPr>
          <p:spPr>
            <a:xfrm>
              <a:off x="3339850" y="4871400"/>
              <a:ext cx="12525" cy="12550"/>
            </a:xfrm>
            <a:custGeom>
              <a:avLst/>
              <a:gdLst/>
              <a:ahLst/>
              <a:cxnLst/>
              <a:rect l="l" t="t" r="r" b="b"/>
              <a:pathLst>
                <a:path w="501" h="502" extrusionOk="0">
                  <a:moveTo>
                    <a:pt x="251" y="1"/>
                  </a:moveTo>
                  <a:cubicBezTo>
                    <a:pt x="107" y="1"/>
                    <a:pt x="0" y="114"/>
                    <a:pt x="0" y="252"/>
                  </a:cubicBezTo>
                  <a:cubicBezTo>
                    <a:pt x="0" y="388"/>
                    <a:pt x="107" y="501"/>
                    <a:pt x="251" y="501"/>
                  </a:cubicBezTo>
                  <a:cubicBezTo>
                    <a:pt x="387" y="501"/>
                    <a:pt x="501" y="388"/>
                    <a:pt x="501" y="252"/>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8"/>
            <p:cNvSpPr/>
            <p:nvPr/>
          </p:nvSpPr>
          <p:spPr>
            <a:xfrm>
              <a:off x="3431575" y="48714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8"/>
            <p:cNvSpPr/>
            <p:nvPr/>
          </p:nvSpPr>
          <p:spPr>
            <a:xfrm>
              <a:off x="3523550" y="4871400"/>
              <a:ext cx="12375" cy="12550"/>
            </a:xfrm>
            <a:custGeom>
              <a:avLst/>
              <a:gdLst/>
              <a:ahLst/>
              <a:cxnLst/>
              <a:rect l="l" t="t" r="r" b="b"/>
              <a:pathLst>
                <a:path w="495" h="502" extrusionOk="0">
                  <a:moveTo>
                    <a:pt x="250" y="1"/>
                  </a:moveTo>
                  <a:cubicBezTo>
                    <a:pt x="107" y="1"/>
                    <a:pt x="0" y="114"/>
                    <a:pt x="0" y="252"/>
                  </a:cubicBezTo>
                  <a:cubicBezTo>
                    <a:pt x="0" y="388"/>
                    <a:pt x="107" y="501"/>
                    <a:pt x="250" y="501"/>
                  </a:cubicBezTo>
                  <a:cubicBezTo>
                    <a:pt x="388" y="501"/>
                    <a:pt x="494" y="388"/>
                    <a:pt x="494" y="252"/>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8"/>
            <p:cNvSpPr/>
            <p:nvPr/>
          </p:nvSpPr>
          <p:spPr>
            <a:xfrm>
              <a:off x="676400" y="49633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8"/>
            <p:cNvSpPr/>
            <p:nvPr/>
          </p:nvSpPr>
          <p:spPr>
            <a:xfrm>
              <a:off x="768325" y="4963325"/>
              <a:ext cx="12400" cy="12400"/>
            </a:xfrm>
            <a:custGeom>
              <a:avLst/>
              <a:gdLst/>
              <a:ahLst/>
              <a:cxnLst/>
              <a:rect l="l" t="t" r="r" b="b"/>
              <a:pathLst>
                <a:path w="496" h="496" extrusionOk="0">
                  <a:moveTo>
                    <a:pt x="245" y="0"/>
                  </a:moveTo>
                  <a:cubicBezTo>
                    <a:pt x="109" y="0"/>
                    <a:pt x="0" y="109"/>
                    <a:pt x="0" y="245"/>
                  </a:cubicBezTo>
                  <a:cubicBezTo>
                    <a:pt x="0" y="388"/>
                    <a:pt x="109" y="496"/>
                    <a:pt x="245" y="496"/>
                  </a:cubicBezTo>
                  <a:cubicBezTo>
                    <a:pt x="388" y="496"/>
                    <a:pt x="496" y="388"/>
                    <a:pt x="496" y="245"/>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8"/>
            <p:cNvSpPr/>
            <p:nvPr/>
          </p:nvSpPr>
          <p:spPr>
            <a:xfrm>
              <a:off x="860125" y="4963325"/>
              <a:ext cx="12525" cy="12400"/>
            </a:xfrm>
            <a:custGeom>
              <a:avLst/>
              <a:gdLst/>
              <a:ahLst/>
              <a:cxnLst/>
              <a:rect l="l" t="t" r="r" b="b"/>
              <a:pathLst>
                <a:path w="501" h="496" extrusionOk="0">
                  <a:moveTo>
                    <a:pt x="251" y="0"/>
                  </a:moveTo>
                  <a:cubicBezTo>
                    <a:pt x="114" y="0"/>
                    <a:pt x="0" y="109"/>
                    <a:pt x="0" y="245"/>
                  </a:cubicBezTo>
                  <a:cubicBezTo>
                    <a:pt x="0" y="388"/>
                    <a:pt x="114" y="496"/>
                    <a:pt x="251" y="496"/>
                  </a:cubicBezTo>
                  <a:cubicBezTo>
                    <a:pt x="387" y="496"/>
                    <a:pt x="501" y="388"/>
                    <a:pt x="501" y="245"/>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8"/>
            <p:cNvSpPr/>
            <p:nvPr/>
          </p:nvSpPr>
          <p:spPr>
            <a:xfrm>
              <a:off x="951850" y="49633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8"/>
            <p:cNvSpPr/>
            <p:nvPr/>
          </p:nvSpPr>
          <p:spPr>
            <a:xfrm>
              <a:off x="1043825" y="4963325"/>
              <a:ext cx="12375" cy="12400"/>
            </a:xfrm>
            <a:custGeom>
              <a:avLst/>
              <a:gdLst/>
              <a:ahLst/>
              <a:cxnLst/>
              <a:rect l="l" t="t" r="r" b="b"/>
              <a:pathLst>
                <a:path w="495" h="496" extrusionOk="0">
                  <a:moveTo>
                    <a:pt x="250" y="0"/>
                  </a:moveTo>
                  <a:cubicBezTo>
                    <a:pt x="107" y="0"/>
                    <a:pt x="0" y="109"/>
                    <a:pt x="0" y="245"/>
                  </a:cubicBezTo>
                  <a:cubicBezTo>
                    <a:pt x="0" y="388"/>
                    <a:pt x="107" y="496"/>
                    <a:pt x="250" y="496"/>
                  </a:cubicBezTo>
                  <a:cubicBezTo>
                    <a:pt x="388" y="496"/>
                    <a:pt x="494" y="388"/>
                    <a:pt x="494" y="245"/>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8"/>
            <p:cNvSpPr/>
            <p:nvPr/>
          </p:nvSpPr>
          <p:spPr>
            <a:xfrm>
              <a:off x="1135575" y="4963325"/>
              <a:ext cx="12575" cy="12400"/>
            </a:xfrm>
            <a:custGeom>
              <a:avLst/>
              <a:gdLst/>
              <a:ahLst/>
              <a:cxnLst/>
              <a:rect l="l" t="t" r="r" b="b"/>
              <a:pathLst>
                <a:path w="503" h="496" extrusionOk="0">
                  <a:moveTo>
                    <a:pt x="252" y="0"/>
                  </a:moveTo>
                  <a:cubicBezTo>
                    <a:pt x="116" y="0"/>
                    <a:pt x="0" y="109"/>
                    <a:pt x="0" y="245"/>
                  </a:cubicBezTo>
                  <a:cubicBezTo>
                    <a:pt x="0" y="388"/>
                    <a:pt x="116" y="496"/>
                    <a:pt x="252" y="496"/>
                  </a:cubicBezTo>
                  <a:cubicBezTo>
                    <a:pt x="387" y="496"/>
                    <a:pt x="503" y="388"/>
                    <a:pt x="503" y="245"/>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8"/>
            <p:cNvSpPr/>
            <p:nvPr/>
          </p:nvSpPr>
          <p:spPr>
            <a:xfrm>
              <a:off x="1227500" y="4963325"/>
              <a:ext cx="12400" cy="12400"/>
            </a:xfrm>
            <a:custGeom>
              <a:avLst/>
              <a:gdLst/>
              <a:ahLst/>
              <a:cxnLst/>
              <a:rect l="l" t="t" r="r" b="b"/>
              <a:pathLst>
                <a:path w="496" h="496" extrusionOk="0">
                  <a:moveTo>
                    <a:pt x="251" y="0"/>
                  </a:moveTo>
                  <a:cubicBezTo>
                    <a:pt x="109" y="0"/>
                    <a:pt x="0" y="109"/>
                    <a:pt x="0" y="245"/>
                  </a:cubicBezTo>
                  <a:cubicBezTo>
                    <a:pt x="0" y="388"/>
                    <a:pt x="109" y="496"/>
                    <a:pt x="251" y="496"/>
                  </a:cubicBezTo>
                  <a:cubicBezTo>
                    <a:pt x="387" y="496"/>
                    <a:pt x="496" y="388"/>
                    <a:pt x="496" y="245"/>
                  </a:cubicBezTo>
                  <a:cubicBezTo>
                    <a:pt x="496"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8"/>
            <p:cNvSpPr/>
            <p:nvPr/>
          </p:nvSpPr>
          <p:spPr>
            <a:xfrm>
              <a:off x="1319275" y="4963325"/>
              <a:ext cx="12550" cy="12400"/>
            </a:xfrm>
            <a:custGeom>
              <a:avLst/>
              <a:gdLst/>
              <a:ahLst/>
              <a:cxnLst/>
              <a:rect l="l" t="t" r="r" b="b"/>
              <a:pathLst>
                <a:path w="502" h="496" extrusionOk="0">
                  <a:moveTo>
                    <a:pt x="252" y="0"/>
                  </a:moveTo>
                  <a:cubicBezTo>
                    <a:pt x="114" y="0"/>
                    <a:pt x="1" y="109"/>
                    <a:pt x="1" y="245"/>
                  </a:cubicBezTo>
                  <a:cubicBezTo>
                    <a:pt x="1" y="388"/>
                    <a:pt x="114" y="496"/>
                    <a:pt x="252" y="496"/>
                  </a:cubicBezTo>
                  <a:cubicBezTo>
                    <a:pt x="388" y="496"/>
                    <a:pt x="501" y="388"/>
                    <a:pt x="501" y="245"/>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8"/>
            <p:cNvSpPr/>
            <p:nvPr/>
          </p:nvSpPr>
          <p:spPr>
            <a:xfrm>
              <a:off x="1411200" y="4963325"/>
              <a:ext cx="12425" cy="12400"/>
            </a:xfrm>
            <a:custGeom>
              <a:avLst/>
              <a:gdLst/>
              <a:ahLst/>
              <a:cxnLst/>
              <a:rect l="l" t="t" r="r" b="b"/>
              <a:pathLst>
                <a:path w="497" h="496" extrusionOk="0">
                  <a:moveTo>
                    <a:pt x="245" y="0"/>
                  </a:moveTo>
                  <a:cubicBezTo>
                    <a:pt x="109" y="0"/>
                    <a:pt x="1" y="109"/>
                    <a:pt x="1" y="245"/>
                  </a:cubicBezTo>
                  <a:cubicBezTo>
                    <a:pt x="1" y="388"/>
                    <a:pt x="109" y="496"/>
                    <a:pt x="245" y="496"/>
                  </a:cubicBezTo>
                  <a:cubicBezTo>
                    <a:pt x="388" y="496"/>
                    <a:pt x="496" y="388"/>
                    <a:pt x="496" y="245"/>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8"/>
            <p:cNvSpPr/>
            <p:nvPr/>
          </p:nvSpPr>
          <p:spPr>
            <a:xfrm>
              <a:off x="1503000" y="4963325"/>
              <a:ext cx="12525" cy="12400"/>
            </a:xfrm>
            <a:custGeom>
              <a:avLst/>
              <a:gdLst/>
              <a:ahLst/>
              <a:cxnLst/>
              <a:rect l="l" t="t" r="r" b="b"/>
              <a:pathLst>
                <a:path w="501" h="496" extrusionOk="0">
                  <a:moveTo>
                    <a:pt x="250" y="0"/>
                  </a:moveTo>
                  <a:cubicBezTo>
                    <a:pt x="114" y="0"/>
                    <a:pt x="0" y="109"/>
                    <a:pt x="0" y="245"/>
                  </a:cubicBezTo>
                  <a:cubicBezTo>
                    <a:pt x="0" y="388"/>
                    <a:pt x="114" y="496"/>
                    <a:pt x="250" y="496"/>
                  </a:cubicBezTo>
                  <a:cubicBezTo>
                    <a:pt x="387" y="496"/>
                    <a:pt x="501" y="388"/>
                    <a:pt x="501" y="245"/>
                  </a:cubicBezTo>
                  <a:cubicBezTo>
                    <a:pt x="501" y="109"/>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8"/>
            <p:cNvSpPr/>
            <p:nvPr/>
          </p:nvSpPr>
          <p:spPr>
            <a:xfrm>
              <a:off x="1594750" y="4963325"/>
              <a:ext cx="12575" cy="12400"/>
            </a:xfrm>
            <a:custGeom>
              <a:avLst/>
              <a:gdLst/>
              <a:ahLst/>
              <a:cxnLst/>
              <a:rect l="l" t="t" r="r" b="b"/>
              <a:pathLst>
                <a:path w="503" h="496" extrusionOk="0">
                  <a:moveTo>
                    <a:pt x="251" y="0"/>
                  </a:moveTo>
                  <a:cubicBezTo>
                    <a:pt x="115" y="0"/>
                    <a:pt x="0" y="109"/>
                    <a:pt x="0" y="245"/>
                  </a:cubicBezTo>
                  <a:cubicBezTo>
                    <a:pt x="0" y="388"/>
                    <a:pt x="115" y="496"/>
                    <a:pt x="251" y="496"/>
                  </a:cubicBezTo>
                  <a:cubicBezTo>
                    <a:pt x="394" y="496"/>
                    <a:pt x="503" y="388"/>
                    <a:pt x="503" y="245"/>
                  </a:cubicBezTo>
                  <a:cubicBezTo>
                    <a:pt x="503" y="109"/>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8"/>
            <p:cNvSpPr/>
            <p:nvPr/>
          </p:nvSpPr>
          <p:spPr>
            <a:xfrm>
              <a:off x="1686650" y="49633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8"/>
            <p:cNvSpPr/>
            <p:nvPr/>
          </p:nvSpPr>
          <p:spPr>
            <a:xfrm>
              <a:off x="1778450" y="4963325"/>
              <a:ext cx="12550" cy="12400"/>
            </a:xfrm>
            <a:custGeom>
              <a:avLst/>
              <a:gdLst/>
              <a:ahLst/>
              <a:cxnLst/>
              <a:rect l="l" t="t" r="r" b="b"/>
              <a:pathLst>
                <a:path w="502" h="496" extrusionOk="0">
                  <a:moveTo>
                    <a:pt x="252" y="0"/>
                  </a:moveTo>
                  <a:cubicBezTo>
                    <a:pt x="114" y="0"/>
                    <a:pt x="1" y="109"/>
                    <a:pt x="1" y="245"/>
                  </a:cubicBezTo>
                  <a:cubicBezTo>
                    <a:pt x="1" y="388"/>
                    <a:pt x="114" y="496"/>
                    <a:pt x="252" y="496"/>
                  </a:cubicBezTo>
                  <a:cubicBezTo>
                    <a:pt x="388" y="496"/>
                    <a:pt x="501" y="388"/>
                    <a:pt x="501" y="245"/>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8"/>
            <p:cNvSpPr/>
            <p:nvPr/>
          </p:nvSpPr>
          <p:spPr>
            <a:xfrm>
              <a:off x="1870375" y="4963325"/>
              <a:ext cx="12400" cy="12400"/>
            </a:xfrm>
            <a:custGeom>
              <a:avLst/>
              <a:gdLst/>
              <a:ahLst/>
              <a:cxnLst/>
              <a:rect l="l" t="t" r="r" b="b"/>
              <a:pathLst>
                <a:path w="496" h="496" extrusionOk="0">
                  <a:moveTo>
                    <a:pt x="252" y="0"/>
                  </a:moveTo>
                  <a:cubicBezTo>
                    <a:pt x="109" y="0"/>
                    <a:pt x="0" y="109"/>
                    <a:pt x="0" y="245"/>
                  </a:cubicBezTo>
                  <a:cubicBezTo>
                    <a:pt x="0" y="388"/>
                    <a:pt x="109" y="496"/>
                    <a:pt x="252" y="496"/>
                  </a:cubicBezTo>
                  <a:cubicBezTo>
                    <a:pt x="387" y="496"/>
                    <a:pt x="496" y="388"/>
                    <a:pt x="496" y="245"/>
                  </a:cubicBezTo>
                  <a:cubicBezTo>
                    <a:pt x="496"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8"/>
            <p:cNvSpPr/>
            <p:nvPr/>
          </p:nvSpPr>
          <p:spPr>
            <a:xfrm>
              <a:off x="1962150" y="4963325"/>
              <a:ext cx="12550" cy="12400"/>
            </a:xfrm>
            <a:custGeom>
              <a:avLst/>
              <a:gdLst/>
              <a:ahLst/>
              <a:cxnLst/>
              <a:rect l="l" t="t" r="r" b="b"/>
              <a:pathLst>
                <a:path w="502" h="496" extrusionOk="0">
                  <a:moveTo>
                    <a:pt x="250" y="0"/>
                  </a:moveTo>
                  <a:cubicBezTo>
                    <a:pt x="114" y="0"/>
                    <a:pt x="1" y="109"/>
                    <a:pt x="1" y="245"/>
                  </a:cubicBezTo>
                  <a:cubicBezTo>
                    <a:pt x="1" y="388"/>
                    <a:pt x="114" y="496"/>
                    <a:pt x="250" y="496"/>
                  </a:cubicBezTo>
                  <a:cubicBezTo>
                    <a:pt x="388" y="496"/>
                    <a:pt x="502" y="388"/>
                    <a:pt x="502" y="245"/>
                  </a:cubicBezTo>
                  <a:cubicBezTo>
                    <a:pt x="502"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8"/>
            <p:cNvSpPr/>
            <p:nvPr/>
          </p:nvSpPr>
          <p:spPr>
            <a:xfrm>
              <a:off x="2054075" y="4963325"/>
              <a:ext cx="12425" cy="12400"/>
            </a:xfrm>
            <a:custGeom>
              <a:avLst/>
              <a:gdLst/>
              <a:ahLst/>
              <a:cxnLst/>
              <a:rect l="l" t="t" r="r" b="b"/>
              <a:pathLst>
                <a:path w="497" h="496" extrusionOk="0">
                  <a:moveTo>
                    <a:pt x="252" y="0"/>
                  </a:moveTo>
                  <a:cubicBezTo>
                    <a:pt x="109" y="0"/>
                    <a:pt x="1" y="109"/>
                    <a:pt x="1" y="245"/>
                  </a:cubicBezTo>
                  <a:cubicBezTo>
                    <a:pt x="1" y="388"/>
                    <a:pt x="109" y="496"/>
                    <a:pt x="252" y="496"/>
                  </a:cubicBezTo>
                  <a:cubicBezTo>
                    <a:pt x="388" y="496"/>
                    <a:pt x="496" y="388"/>
                    <a:pt x="496" y="245"/>
                  </a:cubicBezTo>
                  <a:cubicBezTo>
                    <a:pt x="496"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8"/>
            <p:cNvSpPr/>
            <p:nvPr/>
          </p:nvSpPr>
          <p:spPr>
            <a:xfrm>
              <a:off x="2145825" y="49633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8"/>
            <p:cNvSpPr/>
            <p:nvPr/>
          </p:nvSpPr>
          <p:spPr>
            <a:xfrm>
              <a:off x="2237800" y="4963325"/>
              <a:ext cx="12350" cy="12400"/>
            </a:xfrm>
            <a:custGeom>
              <a:avLst/>
              <a:gdLst/>
              <a:ahLst/>
              <a:cxnLst/>
              <a:rect l="l" t="t" r="r" b="b"/>
              <a:pathLst>
                <a:path w="494" h="496" extrusionOk="0">
                  <a:moveTo>
                    <a:pt x="244" y="0"/>
                  </a:moveTo>
                  <a:cubicBezTo>
                    <a:pt x="107" y="0"/>
                    <a:pt x="0" y="109"/>
                    <a:pt x="0" y="245"/>
                  </a:cubicBezTo>
                  <a:cubicBezTo>
                    <a:pt x="0" y="388"/>
                    <a:pt x="107" y="496"/>
                    <a:pt x="244" y="496"/>
                  </a:cubicBezTo>
                  <a:cubicBezTo>
                    <a:pt x="387" y="496"/>
                    <a:pt x="494" y="388"/>
                    <a:pt x="494" y="245"/>
                  </a:cubicBezTo>
                  <a:cubicBezTo>
                    <a:pt x="494" y="109"/>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8"/>
            <p:cNvSpPr/>
            <p:nvPr/>
          </p:nvSpPr>
          <p:spPr>
            <a:xfrm>
              <a:off x="2329550" y="4963325"/>
              <a:ext cx="12575" cy="12400"/>
            </a:xfrm>
            <a:custGeom>
              <a:avLst/>
              <a:gdLst/>
              <a:ahLst/>
              <a:cxnLst/>
              <a:rect l="l" t="t" r="r" b="b"/>
              <a:pathLst>
                <a:path w="503" h="496" extrusionOk="0">
                  <a:moveTo>
                    <a:pt x="251" y="0"/>
                  </a:moveTo>
                  <a:cubicBezTo>
                    <a:pt x="115" y="0"/>
                    <a:pt x="0" y="109"/>
                    <a:pt x="0" y="245"/>
                  </a:cubicBezTo>
                  <a:cubicBezTo>
                    <a:pt x="0" y="388"/>
                    <a:pt x="115" y="496"/>
                    <a:pt x="251" y="496"/>
                  </a:cubicBezTo>
                  <a:cubicBezTo>
                    <a:pt x="387" y="496"/>
                    <a:pt x="502" y="388"/>
                    <a:pt x="502" y="245"/>
                  </a:cubicBezTo>
                  <a:cubicBezTo>
                    <a:pt x="502"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8"/>
            <p:cNvSpPr/>
            <p:nvPr/>
          </p:nvSpPr>
          <p:spPr>
            <a:xfrm>
              <a:off x="2421325" y="4963325"/>
              <a:ext cx="12550" cy="12400"/>
            </a:xfrm>
            <a:custGeom>
              <a:avLst/>
              <a:gdLst/>
              <a:ahLst/>
              <a:cxnLst/>
              <a:rect l="l" t="t" r="r" b="b"/>
              <a:pathLst>
                <a:path w="502" h="496" extrusionOk="0">
                  <a:moveTo>
                    <a:pt x="250" y="0"/>
                  </a:moveTo>
                  <a:cubicBezTo>
                    <a:pt x="114" y="0"/>
                    <a:pt x="1" y="109"/>
                    <a:pt x="1" y="245"/>
                  </a:cubicBezTo>
                  <a:cubicBezTo>
                    <a:pt x="1" y="388"/>
                    <a:pt x="114" y="496"/>
                    <a:pt x="250" y="496"/>
                  </a:cubicBezTo>
                  <a:cubicBezTo>
                    <a:pt x="395" y="496"/>
                    <a:pt x="501" y="388"/>
                    <a:pt x="501" y="245"/>
                  </a:cubicBezTo>
                  <a:cubicBezTo>
                    <a:pt x="501" y="109"/>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8"/>
            <p:cNvSpPr/>
            <p:nvPr/>
          </p:nvSpPr>
          <p:spPr>
            <a:xfrm>
              <a:off x="2513250" y="4963325"/>
              <a:ext cx="12575" cy="12400"/>
            </a:xfrm>
            <a:custGeom>
              <a:avLst/>
              <a:gdLst/>
              <a:ahLst/>
              <a:cxnLst/>
              <a:rect l="l" t="t" r="r" b="b"/>
              <a:pathLst>
                <a:path w="503" h="496" extrusionOk="0">
                  <a:moveTo>
                    <a:pt x="252" y="0"/>
                  </a:moveTo>
                  <a:cubicBezTo>
                    <a:pt x="109" y="0"/>
                    <a:pt x="0" y="109"/>
                    <a:pt x="0" y="245"/>
                  </a:cubicBezTo>
                  <a:cubicBezTo>
                    <a:pt x="0" y="388"/>
                    <a:pt x="109"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8"/>
            <p:cNvSpPr/>
            <p:nvPr/>
          </p:nvSpPr>
          <p:spPr>
            <a:xfrm>
              <a:off x="2605000" y="4963325"/>
              <a:ext cx="12575" cy="12400"/>
            </a:xfrm>
            <a:custGeom>
              <a:avLst/>
              <a:gdLst/>
              <a:ahLst/>
              <a:cxnLst/>
              <a:rect l="l" t="t" r="r" b="b"/>
              <a:pathLst>
                <a:path w="503" h="496" extrusionOk="0">
                  <a:moveTo>
                    <a:pt x="252" y="0"/>
                  </a:moveTo>
                  <a:cubicBezTo>
                    <a:pt x="116" y="0"/>
                    <a:pt x="0" y="109"/>
                    <a:pt x="0" y="245"/>
                  </a:cubicBezTo>
                  <a:cubicBezTo>
                    <a:pt x="0" y="388"/>
                    <a:pt x="116" y="496"/>
                    <a:pt x="252" y="496"/>
                  </a:cubicBezTo>
                  <a:cubicBezTo>
                    <a:pt x="387" y="496"/>
                    <a:pt x="503" y="388"/>
                    <a:pt x="503" y="245"/>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8"/>
            <p:cNvSpPr/>
            <p:nvPr/>
          </p:nvSpPr>
          <p:spPr>
            <a:xfrm>
              <a:off x="2696950" y="4963325"/>
              <a:ext cx="12375" cy="12400"/>
            </a:xfrm>
            <a:custGeom>
              <a:avLst/>
              <a:gdLst/>
              <a:ahLst/>
              <a:cxnLst/>
              <a:rect l="l" t="t" r="r" b="b"/>
              <a:pathLst>
                <a:path w="495" h="496" extrusionOk="0">
                  <a:moveTo>
                    <a:pt x="252" y="0"/>
                  </a:moveTo>
                  <a:cubicBezTo>
                    <a:pt x="108" y="0"/>
                    <a:pt x="1" y="109"/>
                    <a:pt x="1" y="245"/>
                  </a:cubicBezTo>
                  <a:cubicBezTo>
                    <a:pt x="1" y="388"/>
                    <a:pt x="108" y="496"/>
                    <a:pt x="252" y="496"/>
                  </a:cubicBezTo>
                  <a:cubicBezTo>
                    <a:pt x="388" y="496"/>
                    <a:pt x="495" y="388"/>
                    <a:pt x="495" y="245"/>
                  </a:cubicBezTo>
                  <a:cubicBezTo>
                    <a:pt x="495"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8"/>
            <p:cNvSpPr/>
            <p:nvPr/>
          </p:nvSpPr>
          <p:spPr>
            <a:xfrm>
              <a:off x="2788700" y="49633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8"/>
            <p:cNvSpPr/>
            <p:nvPr/>
          </p:nvSpPr>
          <p:spPr>
            <a:xfrm>
              <a:off x="2880675" y="4963325"/>
              <a:ext cx="12375" cy="12400"/>
            </a:xfrm>
            <a:custGeom>
              <a:avLst/>
              <a:gdLst/>
              <a:ahLst/>
              <a:cxnLst/>
              <a:rect l="l" t="t" r="r" b="b"/>
              <a:pathLst>
                <a:path w="495" h="496" extrusionOk="0">
                  <a:moveTo>
                    <a:pt x="243" y="0"/>
                  </a:moveTo>
                  <a:cubicBezTo>
                    <a:pt x="107" y="0"/>
                    <a:pt x="0" y="109"/>
                    <a:pt x="0" y="245"/>
                  </a:cubicBezTo>
                  <a:cubicBezTo>
                    <a:pt x="0" y="388"/>
                    <a:pt x="107" y="496"/>
                    <a:pt x="243" y="496"/>
                  </a:cubicBezTo>
                  <a:cubicBezTo>
                    <a:pt x="387" y="496"/>
                    <a:pt x="494" y="388"/>
                    <a:pt x="494" y="245"/>
                  </a:cubicBezTo>
                  <a:cubicBezTo>
                    <a:pt x="494" y="109"/>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8"/>
            <p:cNvSpPr/>
            <p:nvPr/>
          </p:nvSpPr>
          <p:spPr>
            <a:xfrm>
              <a:off x="2972425" y="4963325"/>
              <a:ext cx="12575" cy="12400"/>
            </a:xfrm>
            <a:custGeom>
              <a:avLst/>
              <a:gdLst/>
              <a:ahLst/>
              <a:cxnLst/>
              <a:rect l="l" t="t" r="r" b="b"/>
              <a:pathLst>
                <a:path w="503" h="496" extrusionOk="0">
                  <a:moveTo>
                    <a:pt x="251" y="0"/>
                  </a:moveTo>
                  <a:cubicBezTo>
                    <a:pt x="115" y="0"/>
                    <a:pt x="0" y="109"/>
                    <a:pt x="0" y="245"/>
                  </a:cubicBezTo>
                  <a:cubicBezTo>
                    <a:pt x="0" y="388"/>
                    <a:pt x="115" y="496"/>
                    <a:pt x="251" y="496"/>
                  </a:cubicBezTo>
                  <a:cubicBezTo>
                    <a:pt x="387" y="496"/>
                    <a:pt x="503" y="388"/>
                    <a:pt x="503" y="245"/>
                  </a:cubicBezTo>
                  <a:cubicBezTo>
                    <a:pt x="503"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8"/>
            <p:cNvSpPr/>
            <p:nvPr/>
          </p:nvSpPr>
          <p:spPr>
            <a:xfrm>
              <a:off x="3064375" y="4963325"/>
              <a:ext cx="12375" cy="12400"/>
            </a:xfrm>
            <a:custGeom>
              <a:avLst/>
              <a:gdLst/>
              <a:ahLst/>
              <a:cxnLst/>
              <a:rect l="l" t="t" r="r" b="b"/>
              <a:pathLst>
                <a:path w="495" h="496" extrusionOk="0">
                  <a:moveTo>
                    <a:pt x="243" y="0"/>
                  </a:moveTo>
                  <a:cubicBezTo>
                    <a:pt x="107" y="0"/>
                    <a:pt x="1" y="109"/>
                    <a:pt x="1" y="245"/>
                  </a:cubicBezTo>
                  <a:cubicBezTo>
                    <a:pt x="1" y="388"/>
                    <a:pt x="107" y="496"/>
                    <a:pt x="243" y="496"/>
                  </a:cubicBezTo>
                  <a:cubicBezTo>
                    <a:pt x="388" y="496"/>
                    <a:pt x="495" y="388"/>
                    <a:pt x="495" y="245"/>
                  </a:cubicBezTo>
                  <a:cubicBezTo>
                    <a:pt x="495" y="109"/>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8"/>
            <p:cNvSpPr/>
            <p:nvPr/>
          </p:nvSpPr>
          <p:spPr>
            <a:xfrm>
              <a:off x="3156125" y="49633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8"/>
            <p:cNvSpPr/>
            <p:nvPr/>
          </p:nvSpPr>
          <p:spPr>
            <a:xfrm>
              <a:off x="3247875" y="4963325"/>
              <a:ext cx="12575" cy="12400"/>
            </a:xfrm>
            <a:custGeom>
              <a:avLst/>
              <a:gdLst/>
              <a:ahLst/>
              <a:cxnLst/>
              <a:rect l="l" t="t" r="r" b="b"/>
              <a:pathLst>
                <a:path w="503"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8"/>
            <p:cNvSpPr/>
            <p:nvPr/>
          </p:nvSpPr>
          <p:spPr>
            <a:xfrm>
              <a:off x="3339850" y="4963325"/>
              <a:ext cx="12525" cy="12400"/>
            </a:xfrm>
            <a:custGeom>
              <a:avLst/>
              <a:gdLst/>
              <a:ahLst/>
              <a:cxnLst/>
              <a:rect l="l" t="t" r="r" b="b"/>
              <a:pathLst>
                <a:path w="501" h="496" extrusionOk="0">
                  <a:moveTo>
                    <a:pt x="251" y="0"/>
                  </a:moveTo>
                  <a:cubicBezTo>
                    <a:pt x="107" y="0"/>
                    <a:pt x="0" y="109"/>
                    <a:pt x="0" y="245"/>
                  </a:cubicBezTo>
                  <a:cubicBezTo>
                    <a:pt x="0" y="388"/>
                    <a:pt x="107" y="496"/>
                    <a:pt x="251" y="496"/>
                  </a:cubicBezTo>
                  <a:cubicBezTo>
                    <a:pt x="387" y="496"/>
                    <a:pt x="501" y="388"/>
                    <a:pt x="501" y="245"/>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8"/>
            <p:cNvSpPr/>
            <p:nvPr/>
          </p:nvSpPr>
          <p:spPr>
            <a:xfrm>
              <a:off x="3431575" y="49633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8"/>
            <p:cNvSpPr/>
            <p:nvPr/>
          </p:nvSpPr>
          <p:spPr>
            <a:xfrm>
              <a:off x="3523550" y="4963325"/>
              <a:ext cx="12375" cy="12400"/>
            </a:xfrm>
            <a:custGeom>
              <a:avLst/>
              <a:gdLst/>
              <a:ahLst/>
              <a:cxnLst/>
              <a:rect l="l" t="t" r="r" b="b"/>
              <a:pathLst>
                <a:path w="495" h="496" extrusionOk="0">
                  <a:moveTo>
                    <a:pt x="250" y="0"/>
                  </a:moveTo>
                  <a:cubicBezTo>
                    <a:pt x="107" y="0"/>
                    <a:pt x="0" y="109"/>
                    <a:pt x="0" y="245"/>
                  </a:cubicBezTo>
                  <a:cubicBezTo>
                    <a:pt x="0" y="388"/>
                    <a:pt x="107" y="496"/>
                    <a:pt x="250" y="496"/>
                  </a:cubicBezTo>
                  <a:cubicBezTo>
                    <a:pt x="388" y="496"/>
                    <a:pt x="494" y="388"/>
                    <a:pt x="494" y="245"/>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8"/>
            <p:cNvSpPr/>
            <p:nvPr/>
          </p:nvSpPr>
          <p:spPr>
            <a:xfrm>
              <a:off x="676400" y="50551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8"/>
            <p:cNvSpPr/>
            <p:nvPr/>
          </p:nvSpPr>
          <p:spPr>
            <a:xfrm>
              <a:off x="768325" y="5055125"/>
              <a:ext cx="12400" cy="12525"/>
            </a:xfrm>
            <a:custGeom>
              <a:avLst/>
              <a:gdLst/>
              <a:ahLst/>
              <a:cxnLst/>
              <a:rect l="l" t="t" r="r" b="b"/>
              <a:pathLst>
                <a:path w="496" h="501" extrusionOk="0">
                  <a:moveTo>
                    <a:pt x="245" y="0"/>
                  </a:moveTo>
                  <a:cubicBezTo>
                    <a:pt x="109" y="0"/>
                    <a:pt x="0" y="114"/>
                    <a:pt x="0" y="250"/>
                  </a:cubicBezTo>
                  <a:cubicBezTo>
                    <a:pt x="0" y="387"/>
                    <a:pt x="109" y="501"/>
                    <a:pt x="245" y="501"/>
                  </a:cubicBezTo>
                  <a:cubicBezTo>
                    <a:pt x="388" y="501"/>
                    <a:pt x="496" y="387"/>
                    <a:pt x="496" y="250"/>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8"/>
            <p:cNvSpPr/>
            <p:nvPr/>
          </p:nvSpPr>
          <p:spPr>
            <a:xfrm>
              <a:off x="860125" y="5055125"/>
              <a:ext cx="12525" cy="12525"/>
            </a:xfrm>
            <a:custGeom>
              <a:avLst/>
              <a:gdLst/>
              <a:ahLst/>
              <a:cxnLst/>
              <a:rect l="l" t="t" r="r" b="b"/>
              <a:pathLst>
                <a:path w="501" h="501" extrusionOk="0">
                  <a:moveTo>
                    <a:pt x="251" y="0"/>
                  </a:moveTo>
                  <a:cubicBezTo>
                    <a:pt x="114" y="0"/>
                    <a:pt x="0" y="114"/>
                    <a:pt x="0" y="250"/>
                  </a:cubicBezTo>
                  <a:cubicBezTo>
                    <a:pt x="0" y="387"/>
                    <a:pt x="114" y="501"/>
                    <a:pt x="251" y="501"/>
                  </a:cubicBezTo>
                  <a:cubicBezTo>
                    <a:pt x="387" y="501"/>
                    <a:pt x="501" y="387"/>
                    <a:pt x="501" y="250"/>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8"/>
            <p:cNvSpPr/>
            <p:nvPr/>
          </p:nvSpPr>
          <p:spPr>
            <a:xfrm>
              <a:off x="951850" y="50551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8"/>
            <p:cNvSpPr/>
            <p:nvPr/>
          </p:nvSpPr>
          <p:spPr>
            <a:xfrm>
              <a:off x="1043825" y="5055125"/>
              <a:ext cx="12375" cy="12525"/>
            </a:xfrm>
            <a:custGeom>
              <a:avLst/>
              <a:gdLst/>
              <a:ahLst/>
              <a:cxnLst/>
              <a:rect l="l" t="t" r="r" b="b"/>
              <a:pathLst>
                <a:path w="495" h="501" extrusionOk="0">
                  <a:moveTo>
                    <a:pt x="250" y="0"/>
                  </a:moveTo>
                  <a:cubicBezTo>
                    <a:pt x="107" y="0"/>
                    <a:pt x="0" y="114"/>
                    <a:pt x="0" y="250"/>
                  </a:cubicBezTo>
                  <a:cubicBezTo>
                    <a:pt x="0" y="387"/>
                    <a:pt x="107" y="501"/>
                    <a:pt x="250" y="501"/>
                  </a:cubicBezTo>
                  <a:cubicBezTo>
                    <a:pt x="388" y="501"/>
                    <a:pt x="494" y="387"/>
                    <a:pt x="494" y="250"/>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8"/>
            <p:cNvSpPr/>
            <p:nvPr/>
          </p:nvSpPr>
          <p:spPr>
            <a:xfrm>
              <a:off x="1135575" y="5055125"/>
              <a:ext cx="12575" cy="12525"/>
            </a:xfrm>
            <a:custGeom>
              <a:avLst/>
              <a:gdLst/>
              <a:ahLst/>
              <a:cxnLst/>
              <a:rect l="l" t="t" r="r" b="b"/>
              <a:pathLst>
                <a:path w="503" h="501" extrusionOk="0">
                  <a:moveTo>
                    <a:pt x="252" y="0"/>
                  </a:moveTo>
                  <a:cubicBezTo>
                    <a:pt x="116" y="0"/>
                    <a:pt x="0" y="114"/>
                    <a:pt x="0" y="250"/>
                  </a:cubicBezTo>
                  <a:cubicBezTo>
                    <a:pt x="0" y="387"/>
                    <a:pt x="116" y="501"/>
                    <a:pt x="252" y="501"/>
                  </a:cubicBezTo>
                  <a:cubicBezTo>
                    <a:pt x="387" y="501"/>
                    <a:pt x="503" y="387"/>
                    <a:pt x="503" y="250"/>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8"/>
            <p:cNvSpPr/>
            <p:nvPr/>
          </p:nvSpPr>
          <p:spPr>
            <a:xfrm>
              <a:off x="1227500" y="5055125"/>
              <a:ext cx="12400" cy="12525"/>
            </a:xfrm>
            <a:custGeom>
              <a:avLst/>
              <a:gdLst/>
              <a:ahLst/>
              <a:cxnLst/>
              <a:rect l="l" t="t" r="r" b="b"/>
              <a:pathLst>
                <a:path w="496" h="501" extrusionOk="0">
                  <a:moveTo>
                    <a:pt x="251" y="0"/>
                  </a:moveTo>
                  <a:cubicBezTo>
                    <a:pt x="109" y="0"/>
                    <a:pt x="0" y="114"/>
                    <a:pt x="0" y="250"/>
                  </a:cubicBezTo>
                  <a:cubicBezTo>
                    <a:pt x="0" y="387"/>
                    <a:pt x="109" y="501"/>
                    <a:pt x="251" y="501"/>
                  </a:cubicBezTo>
                  <a:cubicBezTo>
                    <a:pt x="387" y="501"/>
                    <a:pt x="496" y="387"/>
                    <a:pt x="496" y="250"/>
                  </a:cubicBezTo>
                  <a:cubicBezTo>
                    <a:pt x="496"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8"/>
            <p:cNvSpPr/>
            <p:nvPr/>
          </p:nvSpPr>
          <p:spPr>
            <a:xfrm>
              <a:off x="1319275" y="5055125"/>
              <a:ext cx="12550" cy="12525"/>
            </a:xfrm>
            <a:custGeom>
              <a:avLst/>
              <a:gdLst/>
              <a:ahLst/>
              <a:cxnLst/>
              <a:rect l="l" t="t" r="r" b="b"/>
              <a:pathLst>
                <a:path w="502" h="501" extrusionOk="0">
                  <a:moveTo>
                    <a:pt x="252" y="0"/>
                  </a:moveTo>
                  <a:cubicBezTo>
                    <a:pt x="114" y="0"/>
                    <a:pt x="1" y="114"/>
                    <a:pt x="1" y="250"/>
                  </a:cubicBezTo>
                  <a:cubicBezTo>
                    <a:pt x="1" y="387"/>
                    <a:pt x="114" y="501"/>
                    <a:pt x="252" y="501"/>
                  </a:cubicBezTo>
                  <a:cubicBezTo>
                    <a:pt x="388" y="501"/>
                    <a:pt x="501" y="387"/>
                    <a:pt x="501" y="250"/>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8"/>
            <p:cNvSpPr/>
            <p:nvPr/>
          </p:nvSpPr>
          <p:spPr>
            <a:xfrm>
              <a:off x="1411200" y="5055125"/>
              <a:ext cx="12425" cy="12525"/>
            </a:xfrm>
            <a:custGeom>
              <a:avLst/>
              <a:gdLst/>
              <a:ahLst/>
              <a:cxnLst/>
              <a:rect l="l" t="t" r="r" b="b"/>
              <a:pathLst>
                <a:path w="497" h="501" extrusionOk="0">
                  <a:moveTo>
                    <a:pt x="245" y="0"/>
                  </a:moveTo>
                  <a:cubicBezTo>
                    <a:pt x="109" y="0"/>
                    <a:pt x="1" y="114"/>
                    <a:pt x="1" y="250"/>
                  </a:cubicBezTo>
                  <a:cubicBezTo>
                    <a:pt x="1" y="387"/>
                    <a:pt x="109" y="501"/>
                    <a:pt x="245" y="501"/>
                  </a:cubicBezTo>
                  <a:cubicBezTo>
                    <a:pt x="388" y="501"/>
                    <a:pt x="496" y="387"/>
                    <a:pt x="496" y="250"/>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8"/>
            <p:cNvSpPr/>
            <p:nvPr/>
          </p:nvSpPr>
          <p:spPr>
            <a:xfrm>
              <a:off x="1503000" y="5055125"/>
              <a:ext cx="12525" cy="12525"/>
            </a:xfrm>
            <a:custGeom>
              <a:avLst/>
              <a:gdLst/>
              <a:ahLst/>
              <a:cxnLst/>
              <a:rect l="l" t="t" r="r" b="b"/>
              <a:pathLst>
                <a:path w="501" h="501" extrusionOk="0">
                  <a:moveTo>
                    <a:pt x="250" y="0"/>
                  </a:moveTo>
                  <a:cubicBezTo>
                    <a:pt x="114" y="0"/>
                    <a:pt x="0" y="114"/>
                    <a:pt x="0" y="250"/>
                  </a:cubicBezTo>
                  <a:cubicBezTo>
                    <a:pt x="0" y="387"/>
                    <a:pt x="114" y="501"/>
                    <a:pt x="250" y="501"/>
                  </a:cubicBezTo>
                  <a:cubicBezTo>
                    <a:pt x="387" y="501"/>
                    <a:pt x="501" y="387"/>
                    <a:pt x="501" y="250"/>
                  </a:cubicBezTo>
                  <a:cubicBezTo>
                    <a:pt x="501" y="114"/>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8"/>
            <p:cNvSpPr/>
            <p:nvPr/>
          </p:nvSpPr>
          <p:spPr>
            <a:xfrm>
              <a:off x="1594750" y="5055125"/>
              <a:ext cx="12575" cy="12525"/>
            </a:xfrm>
            <a:custGeom>
              <a:avLst/>
              <a:gdLst/>
              <a:ahLst/>
              <a:cxnLst/>
              <a:rect l="l" t="t" r="r" b="b"/>
              <a:pathLst>
                <a:path w="503" h="501" extrusionOk="0">
                  <a:moveTo>
                    <a:pt x="251" y="0"/>
                  </a:moveTo>
                  <a:cubicBezTo>
                    <a:pt x="115" y="0"/>
                    <a:pt x="0" y="114"/>
                    <a:pt x="0" y="250"/>
                  </a:cubicBezTo>
                  <a:cubicBezTo>
                    <a:pt x="0" y="387"/>
                    <a:pt x="115" y="501"/>
                    <a:pt x="251" y="501"/>
                  </a:cubicBezTo>
                  <a:cubicBezTo>
                    <a:pt x="394" y="501"/>
                    <a:pt x="503" y="387"/>
                    <a:pt x="503" y="250"/>
                  </a:cubicBezTo>
                  <a:cubicBezTo>
                    <a:pt x="503" y="114"/>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8"/>
            <p:cNvSpPr/>
            <p:nvPr/>
          </p:nvSpPr>
          <p:spPr>
            <a:xfrm>
              <a:off x="1686650" y="50551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8"/>
            <p:cNvSpPr/>
            <p:nvPr/>
          </p:nvSpPr>
          <p:spPr>
            <a:xfrm>
              <a:off x="1778450" y="5055125"/>
              <a:ext cx="12550" cy="12525"/>
            </a:xfrm>
            <a:custGeom>
              <a:avLst/>
              <a:gdLst/>
              <a:ahLst/>
              <a:cxnLst/>
              <a:rect l="l" t="t" r="r" b="b"/>
              <a:pathLst>
                <a:path w="502" h="501" extrusionOk="0">
                  <a:moveTo>
                    <a:pt x="252" y="0"/>
                  </a:moveTo>
                  <a:cubicBezTo>
                    <a:pt x="114" y="0"/>
                    <a:pt x="1" y="114"/>
                    <a:pt x="1" y="250"/>
                  </a:cubicBezTo>
                  <a:cubicBezTo>
                    <a:pt x="1" y="387"/>
                    <a:pt x="114" y="501"/>
                    <a:pt x="252" y="501"/>
                  </a:cubicBezTo>
                  <a:cubicBezTo>
                    <a:pt x="388" y="501"/>
                    <a:pt x="501" y="387"/>
                    <a:pt x="501" y="250"/>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8"/>
            <p:cNvSpPr/>
            <p:nvPr/>
          </p:nvSpPr>
          <p:spPr>
            <a:xfrm>
              <a:off x="1870375" y="5055125"/>
              <a:ext cx="12400" cy="12525"/>
            </a:xfrm>
            <a:custGeom>
              <a:avLst/>
              <a:gdLst/>
              <a:ahLst/>
              <a:cxnLst/>
              <a:rect l="l" t="t" r="r" b="b"/>
              <a:pathLst>
                <a:path w="496" h="501" extrusionOk="0">
                  <a:moveTo>
                    <a:pt x="252" y="0"/>
                  </a:moveTo>
                  <a:cubicBezTo>
                    <a:pt x="109" y="0"/>
                    <a:pt x="0" y="114"/>
                    <a:pt x="0" y="250"/>
                  </a:cubicBezTo>
                  <a:cubicBezTo>
                    <a:pt x="0" y="387"/>
                    <a:pt x="109" y="501"/>
                    <a:pt x="252" y="501"/>
                  </a:cubicBezTo>
                  <a:cubicBezTo>
                    <a:pt x="387" y="501"/>
                    <a:pt x="496" y="387"/>
                    <a:pt x="496" y="250"/>
                  </a:cubicBezTo>
                  <a:cubicBezTo>
                    <a:pt x="496"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8"/>
            <p:cNvSpPr/>
            <p:nvPr/>
          </p:nvSpPr>
          <p:spPr>
            <a:xfrm>
              <a:off x="1962150" y="5055125"/>
              <a:ext cx="12550" cy="12525"/>
            </a:xfrm>
            <a:custGeom>
              <a:avLst/>
              <a:gdLst/>
              <a:ahLst/>
              <a:cxnLst/>
              <a:rect l="l" t="t" r="r" b="b"/>
              <a:pathLst>
                <a:path w="502" h="501" extrusionOk="0">
                  <a:moveTo>
                    <a:pt x="250" y="0"/>
                  </a:moveTo>
                  <a:cubicBezTo>
                    <a:pt x="114" y="0"/>
                    <a:pt x="1" y="114"/>
                    <a:pt x="1" y="250"/>
                  </a:cubicBezTo>
                  <a:cubicBezTo>
                    <a:pt x="1" y="387"/>
                    <a:pt x="114" y="501"/>
                    <a:pt x="250" y="501"/>
                  </a:cubicBezTo>
                  <a:cubicBezTo>
                    <a:pt x="388" y="501"/>
                    <a:pt x="502" y="387"/>
                    <a:pt x="502" y="250"/>
                  </a:cubicBezTo>
                  <a:cubicBezTo>
                    <a:pt x="502"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8"/>
            <p:cNvSpPr/>
            <p:nvPr/>
          </p:nvSpPr>
          <p:spPr>
            <a:xfrm>
              <a:off x="2054075" y="5055125"/>
              <a:ext cx="12425" cy="12525"/>
            </a:xfrm>
            <a:custGeom>
              <a:avLst/>
              <a:gdLst/>
              <a:ahLst/>
              <a:cxnLst/>
              <a:rect l="l" t="t" r="r" b="b"/>
              <a:pathLst>
                <a:path w="497" h="501" extrusionOk="0">
                  <a:moveTo>
                    <a:pt x="252" y="0"/>
                  </a:moveTo>
                  <a:cubicBezTo>
                    <a:pt x="109" y="0"/>
                    <a:pt x="1" y="114"/>
                    <a:pt x="1" y="250"/>
                  </a:cubicBezTo>
                  <a:cubicBezTo>
                    <a:pt x="1" y="387"/>
                    <a:pt x="109" y="501"/>
                    <a:pt x="252" y="501"/>
                  </a:cubicBezTo>
                  <a:cubicBezTo>
                    <a:pt x="388" y="501"/>
                    <a:pt x="496" y="387"/>
                    <a:pt x="496" y="250"/>
                  </a:cubicBezTo>
                  <a:cubicBezTo>
                    <a:pt x="496"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8"/>
            <p:cNvSpPr/>
            <p:nvPr/>
          </p:nvSpPr>
          <p:spPr>
            <a:xfrm>
              <a:off x="2145825" y="50551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8"/>
            <p:cNvSpPr/>
            <p:nvPr/>
          </p:nvSpPr>
          <p:spPr>
            <a:xfrm>
              <a:off x="2237800" y="5055125"/>
              <a:ext cx="12350" cy="12525"/>
            </a:xfrm>
            <a:custGeom>
              <a:avLst/>
              <a:gdLst/>
              <a:ahLst/>
              <a:cxnLst/>
              <a:rect l="l" t="t" r="r" b="b"/>
              <a:pathLst>
                <a:path w="494" h="501" extrusionOk="0">
                  <a:moveTo>
                    <a:pt x="244" y="0"/>
                  </a:moveTo>
                  <a:cubicBezTo>
                    <a:pt x="107" y="0"/>
                    <a:pt x="0" y="114"/>
                    <a:pt x="0" y="250"/>
                  </a:cubicBezTo>
                  <a:cubicBezTo>
                    <a:pt x="0" y="387"/>
                    <a:pt x="107" y="501"/>
                    <a:pt x="244" y="501"/>
                  </a:cubicBezTo>
                  <a:cubicBezTo>
                    <a:pt x="387" y="501"/>
                    <a:pt x="494" y="387"/>
                    <a:pt x="494" y="250"/>
                  </a:cubicBezTo>
                  <a:cubicBezTo>
                    <a:pt x="494" y="114"/>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8"/>
            <p:cNvSpPr/>
            <p:nvPr/>
          </p:nvSpPr>
          <p:spPr>
            <a:xfrm>
              <a:off x="2329550" y="5055125"/>
              <a:ext cx="12575" cy="12525"/>
            </a:xfrm>
            <a:custGeom>
              <a:avLst/>
              <a:gdLst/>
              <a:ahLst/>
              <a:cxnLst/>
              <a:rect l="l" t="t" r="r" b="b"/>
              <a:pathLst>
                <a:path w="503" h="501" extrusionOk="0">
                  <a:moveTo>
                    <a:pt x="251" y="0"/>
                  </a:moveTo>
                  <a:cubicBezTo>
                    <a:pt x="115" y="0"/>
                    <a:pt x="0" y="114"/>
                    <a:pt x="0" y="250"/>
                  </a:cubicBezTo>
                  <a:cubicBezTo>
                    <a:pt x="0" y="387"/>
                    <a:pt x="115" y="501"/>
                    <a:pt x="251" y="501"/>
                  </a:cubicBezTo>
                  <a:cubicBezTo>
                    <a:pt x="387" y="501"/>
                    <a:pt x="502" y="387"/>
                    <a:pt x="502" y="250"/>
                  </a:cubicBezTo>
                  <a:cubicBezTo>
                    <a:pt x="502"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8"/>
            <p:cNvSpPr/>
            <p:nvPr/>
          </p:nvSpPr>
          <p:spPr>
            <a:xfrm>
              <a:off x="2421325" y="5055125"/>
              <a:ext cx="12550" cy="12525"/>
            </a:xfrm>
            <a:custGeom>
              <a:avLst/>
              <a:gdLst/>
              <a:ahLst/>
              <a:cxnLst/>
              <a:rect l="l" t="t" r="r" b="b"/>
              <a:pathLst>
                <a:path w="502" h="501" extrusionOk="0">
                  <a:moveTo>
                    <a:pt x="250" y="0"/>
                  </a:moveTo>
                  <a:cubicBezTo>
                    <a:pt x="114" y="0"/>
                    <a:pt x="1" y="114"/>
                    <a:pt x="1" y="250"/>
                  </a:cubicBezTo>
                  <a:cubicBezTo>
                    <a:pt x="1" y="387"/>
                    <a:pt x="114" y="501"/>
                    <a:pt x="250" y="501"/>
                  </a:cubicBezTo>
                  <a:cubicBezTo>
                    <a:pt x="395" y="501"/>
                    <a:pt x="501" y="387"/>
                    <a:pt x="501" y="250"/>
                  </a:cubicBezTo>
                  <a:cubicBezTo>
                    <a:pt x="501" y="114"/>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8"/>
            <p:cNvSpPr/>
            <p:nvPr/>
          </p:nvSpPr>
          <p:spPr>
            <a:xfrm>
              <a:off x="2513250" y="5055125"/>
              <a:ext cx="12575" cy="12525"/>
            </a:xfrm>
            <a:custGeom>
              <a:avLst/>
              <a:gdLst/>
              <a:ahLst/>
              <a:cxnLst/>
              <a:rect l="l" t="t" r="r" b="b"/>
              <a:pathLst>
                <a:path w="503" h="501" extrusionOk="0">
                  <a:moveTo>
                    <a:pt x="252" y="0"/>
                  </a:moveTo>
                  <a:cubicBezTo>
                    <a:pt x="109" y="0"/>
                    <a:pt x="0" y="114"/>
                    <a:pt x="0" y="250"/>
                  </a:cubicBezTo>
                  <a:cubicBezTo>
                    <a:pt x="0" y="387"/>
                    <a:pt x="109"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8"/>
            <p:cNvSpPr/>
            <p:nvPr/>
          </p:nvSpPr>
          <p:spPr>
            <a:xfrm>
              <a:off x="2605000" y="5055125"/>
              <a:ext cx="12575" cy="12525"/>
            </a:xfrm>
            <a:custGeom>
              <a:avLst/>
              <a:gdLst/>
              <a:ahLst/>
              <a:cxnLst/>
              <a:rect l="l" t="t" r="r" b="b"/>
              <a:pathLst>
                <a:path w="503" h="501" extrusionOk="0">
                  <a:moveTo>
                    <a:pt x="252" y="0"/>
                  </a:moveTo>
                  <a:cubicBezTo>
                    <a:pt x="116" y="0"/>
                    <a:pt x="0" y="114"/>
                    <a:pt x="0" y="250"/>
                  </a:cubicBezTo>
                  <a:cubicBezTo>
                    <a:pt x="0" y="387"/>
                    <a:pt x="116" y="501"/>
                    <a:pt x="252" y="501"/>
                  </a:cubicBezTo>
                  <a:cubicBezTo>
                    <a:pt x="387" y="501"/>
                    <a:pt x="503" y="387"/>
                    <a:pt x="503" y="250"/>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8"/>
            <p:cNvSpPr/>
            <p:nvPr/>
          </p:nvSpPr>
          <p:spPr>
            <a:xfrm>
              <a:off x="2696950" y="5055125"/>
              <a:ext cx="12375" cy="12525"/>
            </a:xfrm>
            <a:custGeom>
              <a:avLst/>
              <a:gdLst/>
              <a:ahLst/>
              <a:cxnLst/>
              <a:rect l="l" t="t" r="r" b="b"/>
              <a:pathLst>
                <a:path w="495" h="501" extrusionOk="0">
                  <a:moveTo>
                    <a:pt x="252" y="0"/>
                  </a:moveTo>
                  <a:cubicBezTo>
                    <a:pt x="108" y="0"/>
                    <a:pt x="1" y="114"/>
                    <a:pt x="1" y="250"/>
                  </a:cubicBezTo>
                  <a:cubicBezTo>
                    <a:pt x="1" y="387"/>
                    <a:pt x="108" y="501"/>
                    <a:pt x="252" y="501"/>
                  </a:cubicBezTo>
                  <a:cubicBezTo>
                    <a:pt x="388" y="501"/>
                    <a:pt x="495" y="387"/>
                    <a:pt x="495" y="250"/>
                  </a:cubicBezTo>
                  <a:cubicBezTo>
                    <a:pt x="495"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8"/>
            <p:cNvSpPr/>
            <p:nvPr/>
          </p:nvSpPr>
          <p:spPr>
            <a:xfrm>
              <a:off x="2788700" y="50551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8"/>
            <p:cNvSpPr/>
            <p:nvPr/>
          </p:nvSpPr>
          <p:spPr>
            <a:xfrm>
              <a:off x="2880675" y="5055125"/>
              <a:ext cx="12375" cy="12525"/>
            </a:xfrm>
            <a:custGeom>
              <a:avLst/>
              <a:gdLst/>
              <a:ahLst/>
              <a:cxnLst/>
              <a:rect l="l" t="t" r="r" b="b"/>
              <a:pathLst>
                <a:path w="495" h="501" extrusionOk="0">
                  <a:moveTo>
                    <a:pt x="243" y="0"/>
                  </a:moveTo>
                  <a:cubicBezTo>
                    <a:pt x="107" y="0"/>
                    <a:pt x="0" y="114"/>
                    <a:pt x="0" y="250"/>
                  </a:cubicBezTo>
                  <a:cubicBezTo>
                    <a:pt x="0" y="387"/>
                    <a:pt x="107" y="501"/>
                    <a:pt x="243" y="501"/>
                  </a:cubicBezTo>
                  <a:cubicBezTo>
                    <a:pt x="387" y="501"/>
                    <a:pt x="494" y="387"/>
                    <a:pt x="494" y="250"/>
                  </a:cubicBezTo>
                  <a:cubicBezTo>
                    <a:pt x="494" y="114"/>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8"/>
            <p:cNvSpPr/>
            <p:nvPr/>
          </p:nvSpPr>
          <p:spPr>
            <a:xfrm>
              <a:off x="2972425" y="5055125"/>
              <a:ext cx="12575" cy="12525"/>
            </a:xfrm>
            <a:custGeom>
              <a:avLst/>
              <a:gdLst/>
              <a:ahLst/>
              <a:cxnLst/>
              <a:rect l="l" t="t" r="r" b="b"/>
              <a:pathLst>
                <a:path w="503" h="501" extrusionOk="0">
                  <a:moveTo>
                    <a:pt x="251" y="0"/>
                  </a:moveTo>
                  <a:cubicBezTo>
                    <a:pt x="115" y="0"/>
                    <a:pt x="0" y="114"/>
                    <a:pt x="0" y="250"/>
                  </a:cubicBezTo>
                  <a:cubicBezTo>
                    <a:pt x="0" y="387"/>
                    <a:pt x="115" y="501"/>
                    <a:pt x="251" y="501"/>
                  </a:cubicBezTo>
                  <a:cubicBezTo>
                    <a:pt x="387" y="501"/>
                    <a:pt x="503" y="387"/>
                    <a:pt x="503" y="250"/>
                  </a:cubicBezTo>
                  <a:cubicBezTo>
                    <a:pt x="503"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8"/>
            <p:cNvSpPr/>
            <p:nvPr/>
          </p:nvSpPr>
          <p:spPr>
            <a:xfrm>
              <a:off x="3064375" y="5055125"/>
              <a:ext cx="12375" cy="12525"/>
            </a:xfrm>
            <a:custGeom>
              <a:avLst/>
              <a:gdLst/>
              <a:ahLst/>
              <a:cxnLst/>
              <a:rect l="l" t="t" r="r" b="b"/>
              <a:pathLst>
                <a:path w="495" h="501" extrusionOk="0">
                  <a:moveTo>
                    <a:pt x="243" y="0"/>
                  </a:moveTo>
                  <a:cubicBezTo>
                    <a:pt x="107" y="0"/>
                    <a:pt x="1" y="114"/>
                    <a:pt x="1" y="250"/>
                  </a:cubicBezTo>
                  <a:cubicBezTo>
                    <a:pt x="1" y="387"/>
                    <a:pt x="107" y="501"/>
                    <a:pt x="243" y="501"/>
                  </a:cubicBezTo>
                  <a:cubicBezTo>
                    <a:pt x="388" y="501"/>
                    <a:pt x="495" y="387"/>
                    <a:pt x="495" y="250"/>
                  </a:cubicBezTo>
                  <a:cubicBezTo>
                    <a:pt x="495" y="114"/>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8"/>
            <p:cNvSpPr/>
            <p:nvPr/>
          </p:nvSpPr>
          <p:spPr>
            <a:xfrm>
              <a:off x="3156125" y="50551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8"/>
            <p:cNvSpPr/>
            <p:nvPr/>
          </p:nvSpPr>
          <p:spPr>
            <a:xfrm>
              <a:off x="3247875" y="5055125"/>
              <a:ext cx="12575" cy="12525"/>
            </a:xfrm>
            <a:custGeom>
              <a:avLst/>
              <a:gdLst/>
              <a:ahLst/>
              <a:cxnLst/>
              <a:rect l="l" t="t" r="r" b="b"/>
              <a:pathLst>
                <a:path w="503"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8"/>
            <p:cNvSpPr/>
            <p:nvPr/>
          </p:nvSpPr>
          <p:spPr>
            <a:xfrm>
              <a:off x="3339850" y="5055125"/>
              <a:ext cx="12525" cy="12525"/>
            </a:xfrm>
            <a:custGeom>
              <a:avLst/>
              <a:gdLst/>
              <a:ahLst/>
              <a:cxnLst/>
              <a:rect l="l" t="t" r="r" b="b"/>
              <a:pathLst>
                <a:path w="501" h="501" extrusionOk="0">
                  <a:moveTo>
                    <a:pt x="251" y="0"/>
                  </a:moveTo>
                  <a:cubicBezTo>
                    <a:pt x="107" y="0"/>
                    <a:pt x="0" y="114"/>
                    <a:pt x="0" y="250"/>
                  </a:cubicBezTo>
                  <a:cubicBezTo>
                    <a:pt x="0" y="387"/>
                    <a:pt x="107" y="501"/>
                    <a:pt x="251" y="501"/>
                  </a:cubicBezTo>
                  <a:cubicBezTo>
                    <a:pt x="387" y="501"/>
                    <a:pt x="501" y="387"/>
                    <a:pt x="501" y="250"/>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8"/>
            <p:cNvSpPr/>
            <p:nvPr/>
          </p:nvSpPr>
          <p:spPr>
            <a:xfrm>
              <a:off x="3431575" y="50551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8"/>
            <p:cNvSpPr/>
            <p:nvPr/>
          </p:nvSpPr>
          <p:spPr>
            <a:xfrm>
              <a:off x="3523550" y="5055125"/>
              <a:ext cx="12375" cy="12525"/>
            </a:xfrm>
            <a:custGeom>
              <a:avLst/>
              <a:gdLst/>
              <a:ahLst/>
              <a:cxnLst/>
              <a:rect l="l" t="t" r="r" b="b"/>
              <a:pathLst>
                <a:path w="495" h="501" extrusionOk="0">
                  <a:moveTo>
                    <a:pt x="250" y="0"/>
                  </a:moveTo>
                  <a:cubicBezTo>
                    <a:pt x="107" y="0"/>
                    <a:pt x="0" y="114"/>
                    <a:pt x="0" y="250"/>
                  </a:cubicBezTo>
                  <a:cubicBezTo>
                    <a:pt x="0" y="387"/>
                    <a:pt x="107" y="501"/>
                    <a:pt x="250" y="501"/>
                  </a:cubicBezTo>
                  <a:cubicBezTo>
                    <a:pt x="388" y="501"/>
                    <a:pt x="494" y="387"/>
                    <a:pt x="494" y="250"/>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8"/>
            <p:cNvSpPr/>
            <p:nvPr/>
          </p:nvSpPr>
          <p:spPr>
            <a:xfrm>
              <a:off x="676400" y="5147025"/>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8"/>
            <p:cNvSpPr/>
            <p:nvPr/>
          </p:nvSpPr>
          <p:spPr>
            <a:xfrm>
              <a:off x="768325" y="5147025"/>
              <a:ext cx="12400" cy="12425"/>
            </a:xfrm>
            <a:custGeom>
              <a:avLst/>
              <a:gdLst/>
              <a:ahLst/>
              <a:cxnLst/>
              <a:rect l="l" t="t" r="r" b="b"/>
              <a:pathLst>
                <a:path w="496" h="497" extrusionOk="0">
                  <a:moveTo>
                    <a:pt x="245" y="1"/>
                  </a:moveTo>
                  <a:cubicBezTo>
                    <a:pt x="109" y="1"/>
                    <a:pt x="0" y="109"/>
                    <a:pt x="0" y="245"/>
                  </a:cubicBezTo>
                  <a:cubicBezTo>
                    <a:pt x="0" y="388"/>
                    <a:pt x="109" y="496"/>
                    <a:pt x="245" y="496"/>
                  </a:cubicBezTo>
                  <a:cubicBezTo>
                    <a:pt x="388" y="496"/>
                    <a:pt x="496" y="388"/>
                    <a:pt x="496" y="245"/>
                  </a:cubicBezTo>
                  <a:cubicBezTo>
                    <a:pt x="496" y="109"/>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8"/>
            <p:cNvSpPr/>
            <p:nvPr/>
          </p:nvSpPr>
          <p:spPr>
            <a:xfrm>
              <a:off x="860125" y="5147025"/>
              <a:ext cx="12525" cy="12425"/>
            </a:xfrm>
            <a:custGeom>
              <a:avLst/>
              <a:gdLst/>
              <a:ahLst/>
              <a:cxnLst/>
              <a:rect l="l" t="t" r="r" b="b"/>
              <a:pathLst>
                <a:path w="501" h="497" extrusionOk="0">
                  <a:moveTo>
                    <a:pt x="251" y="1"/>
                  </a:moveTo>
                  <a:cubicBezTo>
                    <a:pt x="114" y="1"/>
                    <a:pt x="0" y="109"/>
                    <a:pt x="0" y="245"/>
                  </a:cubicBezTo>
                  <a:cubicBezTo>
                    <a:pt x="0" y="388"/>
                    <a:pt x="114" y="496"/>
                    <a:pt x="251" y="496"/>
                  </a:cubicBezTo>
                  <a:cubicBezTo>
                    <a:pt x="387" y="496"/>
                    <a:pt x="501" y="388"/>
                    <a:pt x="501" y="245"/>
                  </a:cubicBezTo>
                  <a:cubicBezTo>
                    <a:pt x="501"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8"/>
            <p:cNvSpPr/>
            <p:nvPr/>
          </p:nvSpPr>
          <p:spPr>
            <a:xfrm>
              <a:off x="951850" y="5147025"/>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8"/>
            <p:cNvSpPr/>
            <p:nvPr/>
          </p:nvSpPr>
          <p:spPr>
            <a:xfrm>
              <a:off x="1043825" y="5147025"/>
              <a:ext cx="12375" cy="12425"/>
            </a:xfrm>
            <a:custGeom>
              <a:avLst/>
              <a:gdLst/>
              <a:ahLst/>
              <a:cxnLst/>
              <a:rect l="l" t="t" r="r" b="b"/>
              <a:pathLst>
                <a:path w="495" h="497" extrusionOk="0">
                  <a:moveTo>
                    <a:pt x="250" y="1"/>
                  </a:moveTo>
                  <a:cubicBezTo>
                    <a:pt x="107" y="1"/>
                    <a:pt x="0" y="109"/>
                    <a:pt x="0" y="245"/>
                  </a:cubicBezTo>
                  <a:cubicBezTo>
                    <a:pt x="0" y="388"/>
                    <a:pt x="107" y="496"/>
                    <a:pt x="250" y="496"/>
                  </a:cubicBezTo>
                  <a:cubicBezTo>
                    <a:pt x="388" y="496"/>
                    <a:pt x="494" y="388"/>
                    <a:pt x="494" y="245"/>
                  </a:cubicBezTo>
                  <a:cubicBezTo>
                    <a:pt x="494"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8"/>
            <p:cNvSpPr/>
            <p:nvPr/>
          </p:nvSpPr>
          <p:spPr>
            <a:xfrm>
              <a:off x="1135575" y="5147025"/>
              <a:ext cx="12575" cy="12425"/>
            </a:xfrm>
            <a:custGeom>
              <a:avLst/>
              <a:gdLst/>
              <a:ahLst/>
              <a:cxnLst/>
              <a:rect l="l" t="t" r="r" b="b"/>
              <a:pathLst>
                <a:path w="503" h="497" extrusionOk="0">
                  <a:moveTo>
                    <a:pt x="252" y="1"/>
                  </a:moveTo>
                  <a:cubicBezTo>
                    <a:pt x="116" y="1"/>
                    <a:pt x="0" y="109"/>
                    <a:pt x="0" y="245"/>
                  </a:cubicBezTo>
                  <a:cubicBezTo>
                    <a:pt x="0" y="388"/>
                    <a:pt x="116" y="496"/>
                    <a:pt x="252" y="496"/>
                  </a:cubicBezTo>
                  <a:cubicBezTo>
                    <a:pt x="387" y="496"/>
                    <a:pt x="503" y="388"/>
                    <a:pt x="503" y="245"/>
                  </a:cubicBezTo>
                  <a:cubicBezTo>
                    <a:pt x="503"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8"/>
            <p:cNvSpPr/>
            <p:nvPr/>
          </p:nvSpPr>
          <p:spPr>
            <a:xfrm>
              <a:off x="1227500" y="5147025"/>
              <a:ext cx="12400" cy="12425"/>
            </a:xfrm>
            <a:custGeom>
              <a:avLst/>
              <a:gdLst/>
              <a:ahLst/>
              <a:cxnLst/>
              <a:rect l="l" t="t" r="r" b="b"/>
              <a:pathLst>
                <a:path w="496" h="497" extrusionOk="0">
                  <a:moveTo>
                    <a:pt x="251" y="1"/>
                  </a:moveTo>
                  <a:cubicBezTo>
                    <a:pt x="109" y="1"/>
                    <a:pt x="0" y="109"/>
                    <a:pt x="0" y="245"/>
                  </a:cubicBezTo>
                  <a:cubicBezTo>
                    <a:pt x="0" y="388"/>
                    <a:pt x="109" y="496"/>
                    <a:pt x="251" y="496"/>
                  </a:cubicBezTo>
                  <a:cubicBezTo>
                    <a:pt x="387" y="496"/>
                    <a:pt x="496" y="388"/>
                    <a:pt x="496" y="245"/>
                  </a:cubicBezTo>
                  <a:cubicBezTo>
                    <a:pt x="496"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8"/>
            <p:cNvSpPr/>
            <p:nvPr/>
          </p:nvSpPr>
          <p:spPr>
            <a:xfrm>
              <a:off x="1319275" y="5147025"/>
              <a:ext cx="12550" cy="12425"/>
            </a:xfrm>
            <a:custGeom>
              <a:avLst/>
              <a:gdLst/>
              <a:ahLst/>
              <a:cxnLst/>
              <a:rect l="l" t="t" r="r" b="b"/>
              <a:pathLst>
                <a:path w="502" h="497" extrusionOk="0">
                  <a:moveTo>
                    <a:pt x="252" y="1"/>
                  </a:moveTo>
                  <a:cubicBezTo>
                    <a:pt x="114" y="1"/>
                    <a:pt x="1" y="109"/>
                    <a:pt x="1" y="245"/>
                  </a:cubicBezTo>
                  <a:cubicBezTo>
                    <a:pt x="1" y="388"/>
                    <a:pt x="114" y="496"/>
                    <a:pt x="252" y="496"/>
                  </a:cubicBezTo>
                  <a:cubicBezTo>
                    <a:pt x="388" y="496"/>
                    <a:pt x="501" y="388"/>
                    <a:pt x="501" y="245"/>
                  </a:cubicBezTo>
                  <a:cubicBezTo>
                    <a:pt x="501"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8"/>
            <p:cNvSpPr/>
            <p:nvPr/>
          </p:nvSpPr>
          <p:spPr>
            <a:xfrm>
              <a:off x="1411200" y="5147025"/>
              <a:ext cx="12425" cy="12425"/>
            </a:xfrm>
            <a:custGeom>
              <a:avLst/>
              <a:gdLst/>
              <a:ahLst/>
              <a:cxnLst/>
              <a:rect l="l" t="t" r="r" b="b"/>
              <a:pathLst>
                <a:path w="497" h="497" extrusionOk="0">
                  <a:moveTo>
                    <a:pt x="245" y="1"/>
                  </a:moveTo>
                  <a:cubicBezTo>
                    <a:pt x="109" y="1"/>
                    <a:pt x="1" y="109"/>
                    <a:pt x="1" y="245"/>
                  </a:cubicBezTo>
                  <a:cubicBezTo>
                    <a:pt x="1" y="388"/>
                    <a:pt x="109" y="496"/>
                    <a:pt x="245" y="496"/>
                  </a:cubicBezTo>
                  <a:cubicBezTo>
                    <a:pt x="388" y="496"/>
                    <a:pt x="496" y="388"/>
                    <a:pt x="496" y="245"/>
                  </a:cubicBezTo>
                  <a:cubicBezTo>
                    <a:pt x="496" y="109"/>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8"/>
            <p:cNvSpPr/>
            <p:nvPr/>
          </p:nvSpPr>
          <p:spPr>
            <a:xfrm>
              <a:off x="1503000" y="5147025"/>
              <a:ext cx="12525" cy="12425"/>
            </a:xfrm>
            <a:custGeom>
              <a:avLst/>
              <a:gdLst/>
              <a:ahLst/>
              <a:cxnLst/>
              <a:rect l="l" t="t" r="r" b="b"/>
              <a:pathLst>
                <a:path w="501" h="497" extrusionOk="0">
                  <a:moveTo>
                    <a:pt x="250" y="1"/>
                  </a:moveTo>
                  <a:cubicBezTo>
                    <a:pt x="114" y="1"/>
                    <a:pt x="0" y="109"/>
                    <a:pt x="0" y="245"/>
                  </a:cubicBezTo>
                  <a:cubicBezTo>
                    <a:pt x="0" y="388"/>
                    <a:pt x="114" y="496"/>
                    <a:pt x="250" y="496"/>
                  </a:cubicBezTo>
                  <a:cubicBezTo>
                    <a:pt x="387" y="496"/>
                    <a:pt x="501" y="388"/>
                    <a:pt x="501" y="245"/>
                  </a:cubicBezTo>
                  <a:cubicBezTo>
                    <a:pt x="501" y="109"/>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8"/>
            <p:cNvSpPr/>
            <p:nvPr/>
          </p:nvSpPr>
          <p:spPr>
            <a:xfrm>
              <a:off x="1594750" y="5147025"/>
              <a:ext cx="12575" cy="12425"/>
            </a:xfrm>
            <a:custGeom>
              <a:avLst/>
              <a:gdLst/>
              <a:ahLst/>
              <a:cxnLst/>
              <a:rect l="l" t="t" r="r" b="b"/>
              <a:pathLst>
                <a:path w="503" h="497" extrusionOk="0">
                  <a:moveTo>
                    <a:pt x="251" y="1"/>
                  </a:moveTo>
                  <a:cubicBezTo>
                    <a:pt x="115" y="1"/>
                    <a:pt x="0" y="109"/>
                    <a:pt x="0" y="245"/>
                  </a:cubicBezTo>
                  <a:cubicBezTo>
                    <a:pt x="0" y="388"/>
                    <a:pt x="115" y="496"/>
                    <a:pt x="251" y="496"/>
                  </a:cubicBezTo>
                  <a:cubicBezTo>
                    <a:pt x="394" y="496"/>
                    <a:pt x="503" y="388"/>
                    <a:pt x="503" y="245"/>
                  </a:cubicBezTo>
                  <a:cubicBezTo>
                    <a:pt x="503" y="109"/>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8"/>
            <p:cNvSpPr/>
            <p:nvPr/>
          </p:nvSpPr>
          <p:spPr>
            <a:xfrm>
              <a:off x="1686650" y="5147025"/>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8"/>
            <p:cNvSpPr/>
            <p:nvPr/>
          </p:nvSpPr>
          <p:spPr>
            <a:xfrm>
              <a:off x="1778450" y="5147025"/>
              <a:ext cx="12550" cy="12425"/>
            </a:xfrm>
            <a:custGeom>
              <a:avLst/>
              <a:gdLst/>
              <a:ahLst/>
              <a:cxnLst/>
              <a:rect l="l" t="t" r="r" b="b"/>
              <a:pathLst>
                <a:path w="502" h="497" extrusionOk="0">
                  <a:moveTo>
                    <a:pt x="252" y="1"/>
                  </a:moveTo>
                  <a:cubicBezTo>
                    <a:pt x="114" y="1"/>
                    <a:pt x="1" y="109"/>
                    <a:pt x="1" y="245"/>
                  </a:cubicBezTo>
                  <a:cubicBezTo>
                    <a:pt x="1" y="388"/>
                    <a:pt x="114" y="496"/>
                    <a:pt x="252" y="496"/>
                  </a:cubicBezTo>
                  <a:cubicBezTo>
                    <a:pt x="388" y="496"/>
                    <a:pt x="501" y="388"/>
                    <a:pt x="501" y="245"/>
                  </a:cubicBezTo>
                  <a:cubicBezTo>
                    <a:pt x="501"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8"/>
            <p:cNvSpPr/>
            <p:nvPr/>
          </p:nvSpPr>
          <p:spPr>
            <a:xfrm>
              <a:off x="1870375" y="5147025"/>
              <a:ext cx="12400" cy="12425"/>
            </a:xfrm>
            <a:custGeom>
              <a:avLst/>
              <a:gdLst/>
              <a:ahLst/>
              <a:cxnLst/>
              <a:rect l="l" t="t" r="r" b="b"/>
              <a:pathLst>
                <a:path w="496" h="497" extrusionOk="0">
                  <a:moveTo>
                    <a:pt x="252" y="1"/>
                  </a:moveTo>
                  <a:cubicBezTo>
                    <a:pt x="109" y="1"/>
                    <a:pt x="0" y="109"/>
                    <a:pt x="0" y="245"/>
                  </a:cubicBezTo>
                  <a:cubicBezTo>
                    <a:pt x="0" y="388"/>
                    <a:pt x="109" y="496"/>
                    <a:pt x="252" y="496"/>
                  </a:cubicBezTo>
                  <a:cubicBezTo>
                    <a:pt x="387" y="496"/>
                    <a:pt x="496" y="388"/>
                    <a:pt x="496" y="245"/>
                  </a:cubicBezTo>
                  <a:cubicBezTo>
                    <a:pt x="496"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8"/>
            <p:cNvSpPr/>
            <p:nvPr/>
          </p:nvSpPr>
          <p:spPr>
            <a:xfrm>
              <a:off x="1962150" y="5147025"/>
              <a:ext cx="12550" cy="12425"/>
            </a:xfrm>
            <a:custGeom>
              <a:avLst/>
              <a:gdLst/>
              <a:ahLst/>
              <a:cxnLst/>
              <a:rect l="l" t="t" r="r" b="b"/>
              <a:pathLst>
                <a:path w="502" h="497" extrusionOk="0">
                  <a:moveTo>
                    <a:pt x="250" y="1"/>
                  </a:moveTo>
                  <a:cubicBezTo>
                    <a:pt x="114" y="1"/>
                    <a:pt x="1" y="109"/>
                    <a:pt x="1" y="245"/>
                  </a:cubicBezTo>
                  <a:cubicBezTo>
                    <a:pt x="1" y="388"/>
                    <a:pt x="114" y="496"/>
                    <a:pt x="250" y="496"/>
                  </a:cubicBezTo>
                  <a:cubicBezTo>
                    <a:pt x="388" y="496"/>
                    <a:pt x="502" y="388"/>
                    <a:pt x="502" y="245"/>
                  </a:cubicBezTo>
                  <a:cubicBezTo>
                    <a:pt x="502"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8"/>
            <p:cNvSpPr/>
            <p:nvPr/>
          </p:nvSpPr>
          <p:spPr>
            <a:xfrm>
              <a:off x="2054075" y="5147025"/>
              <a:ext cx="12425" cy="12425"/>
            </a:xfrm>
            <a:custGeom>
              <a:avLst/>
              <a:gdLst/>
              <a:ahLst/>
              <a:cxnLst/>
              <a:rect l="l" t="t" r="r" b="b"/>
              <a:pathLst>
                <a:path w="497" h="497" extrusionOk="0">
                  <a:moveTo>
                    <a:pt x="252" y="1"/>
                  </a:moveTo>
                  <a:cubicBezTo>
                    <a:pt x="109" y="1"/>
                    <a:pt x="1" y="109"/>
                    <a:pt x="1" y="245"/>
                  </a:cubicBezTo>
                  <a:cubicBezTo>
                    <a:pt x="1" y="388"/>
                    <a:pt x="109" y="496"/>
                    <a:pt x="252" y="496"/>
                  </a:cubicBezTo>
                  <a:cubicBezTo>
                    <a:pt x="388" y="496"/>
                    <a:pt x="496" y="388"/>
                    <a:pt x="496" y="245"/>
                  </a:cubicBezTo>
                  <a:cubicBezTo>
                    <a:pt x="496"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8"/>
            <p:cNvSpPr/>
            <p:nvPr/>
          </p:nvSpPr>
          <p:spPr>
            <a:xfrm>
              <a:off x="2145825" y="5147025"/>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8"/>
            <p:cNvSpPr/>
            <p:nvPr/>
          </p:nvSpPr>
          <p:spPr>
            <a:xfrm>
              <a:off x="2237800" y="5147025"/>
              <a:ext cx="12350" cy="12425"/>
            </a:xfrm>
            <a:custGeom>
              <a:avLst/>
              <a:gdLst/>
              <a:ahLst/>
              <a:cxnLst/>
              <a:rect l="l" t="t" r="r" b="b"/>
              <a:pathLst>
                <a:path w="494" h="497" extrusionOk="0">
                  <a:moveTo>
                    <a:pt x="244" y="1"/>
                  </a:moveTo>
                  <a:cubicBezTo>
                    <a:pt x="107" y="1"/>
                    <a:pt x="0" y="109"/>
                    <a:pt x="0" y="245"/>
                  </a:cubicBezTo>
                  <a:cubicBezTo>
                    <a:pt x="0" y="388"/>
                    <a:pt x="107" y="496"/>
                    <a:pt x="244" y="496"/>
                  </a:cubicBezTo>
                  <a:cubicBezTo>
                    <a:pt x="387" y="496"/>
                    <a:pt x="494" y="388"/>
                    <a:pt x="494" y="245"/>
                  </a:cubicBezTo>
                  <a:cubicBezTo>
                    <a:pt x="494" y="109"/>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8"/>
            <p:cNvSpPr/>
            <p:nvPr/>
          </p:nvSpPr>
          <p:spPr>
            <a:xfrm>
              <a:off x="2329550" y="5147025"/>
              <a:ext cx="12575" cy="12425"/>
            </a:xfrm>
            <a:custGeom>
              <a:avLst/>
              <a:gdLst/>
              <a:ahLst/>
              <a:cxnLst/>
              <a:rect l="l" t="t" r="r" b="b"/>
              <a:pathLst>
                <a:path w="503" h="497" extrusionOk="0">
                  <a:moveTo>
                    <a:pt x="251" y="1"/>
                  </a:moveTo>
                  <a:cubicBezTo>
                    <a:pt x="115" y="1"/>
                    <a:pt x="0" y="109"/>
                    <a:pt x="0" y="245"/>
                  </a:cubicBezTo>
                  <a:cubicBezTo>
                    <a:pt x="0" y="388"/>
                    <a:pt x="115" y="496"/>
                    <a:pt x="251" y="496"/>
                  </a:cubicBezTo>
                  <a:cubicBezTo>
                    <a:pt x="387" y="496"/>
                    <a:pt x="502" y="388"/>
                    <a:pt x="502" y="245"/>
                  </a:cubicBezTo>
                  <a:cubicBezTo>
                    <a:pt x="502"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8"/>
            <p:cNvSpPr/>
            <p:nvPr/>
          </p:nvSpPr>
          <p:spPr>
            <a:xfrm>
              <a:off x="2421325" y="5147025"/>
              <a:ext cx="12550" cy="12425"/>
            </a:xfrm>
            <a:custGeom>
              <a:avLst/>
              <a:gdLst/>
              <a:ahLst/>
              <a:cxnLst/>
              <a:rect l="l" t="t" r="r" b="b"/>
              <a:pathLst>
                <a:path w="502" h="497" extrusionOk="0">
                  <a:moveTo>
                    <a:pt x="250" y="1"/>
                  </a:moveTo>
                  <a:cubicBezTo>
                    <a:pt x="114" y="1"/>
                    <a:pt x="1" y="109"/>
                    <a:pt x="1" y="245"/>
                  </a:cubicBezTo>
                  <a:cubicBezTo>
                    <a:pt x="1" y="388"/>
                    <a:pt x="114" y="496"/>
                    <a:pt x="250" y="496"/>
                  </a:cubicBezTo>
                  <a:cubicBezTo>
                    <a:pt x="395" y="496"/>
                    <a:pt x="501" y="388"/>
                    <a:pt x="501" y="245"/>
                  </a:cubicBezTo>
                  <a:cubicBezTo>
                    <a:pt x="501" y="109"/>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8"/>
            <p:cNvSpPr/>
            <p:nvPr/>
          </p:nvSpPr>
          <p:spPr>
            <a:xfrm>
              <a:off x="2513250" y="5147025"/>
              <a:ext cx="12575" cy="12425"/>
            </a:xfrm>
            <a:custGeom>
              <a:avLst/>
              <a:gdLst/>
              <a:ahLst/>
              <a:cxnLst/>
              <a:rect l="l" t="t" r="r" b="b"/>
              <a:pathLst>
                <a:path w="503" h="497" extrusionOk="0">
                  <a:moveTo>
                    <a:pt x="252" y="1"/>
                  </a:moveTo>
                  <a:cubicBezTo>
                    <a:pt x="109" y="1"/>
                    <a:pt x="0" y="109"/>
                    <a:pt x="0" y="245"/>
                  </a:cubicBezTo>
                  <a:cubicBezTo>
                    <a:pt x="0" y="388"/>
                    <a:pt x="109"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8"/>
            <p:cNvSpPr/>
            <p:nvPr/>
          </p:nvSpPr>
          <p:spPr>
            <a:xfrm>
              <a:off x="2605000" y="5147025"/>
              <a:ext cx="12575" cy="12425"/>
            </a:xfrm>
            <a:custGeom>
              <a:avLst/>
              <a:gdLst/>
              <a:ahLst/>
              <a:cxnLst/>
              <a:rect l="l" t="t" r="r" b="b"/>
              <a:pathLst>
                <a:path w="503" h="497" extrusionOk="0">
                  <a:moveTo>
                    <a:pt x="252" y="1"/>
                  </a:moveTo>
                  <a:cubicBezTo>
                    <a:pt x="116" y="1"/>
                    <a:pt x="0" y="109"/>
                    <a:pt x="0" y="245"/>
                  </a:cubicBezTo>
                  <a:cubicBezTo>
                    <a:pt x="0" y="388"/>
                    <a:pt x="116" y="496"/>
                    <a:pt x="252" y="496"/>
                  </a:cubicBezTo>
                  <a:cubicBezTo>
                    <a:pt x="387" y="496"/>
                    <a:pt x="503" y="388"/>
                    <a:pt x="503" y="245"/>
                  </a:cubicBezTo>
                  <a:cubicBezTo>
                    <a:pt x="503"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8"/>
            <p:cNvSpPr/>
            <p:nvPr/>
          </p:nvSpPr>
          <p:spPr>
            <a:xfrm>
              <a:off x="2696950" y="5147025"/>
              <a:ext cx="12375" cy="12425"/>
            </a:xfrm>
            <a:custGeom>
              <a:avLst/>
              <a:gdLst/>
              <a:ahLst/>
              <a:cxnLst/>
              <a:rect l="l" t="t" r="r" b="b"/>
              <a:pathLst>
                <a:path w="495" h="497" extrusionOk="0">
                  <a:moveTo>
                    <a:pt x="252" y="1"/>
                  </a:moveTo>
                  <a:cubicBezTo>
                    <a:pt x="108" y="1"/>
                    <a:pt x="1" y="109"/>
                    <a:pt x="1" y="245"/>
                  </a:cubicBezTo>
                  <a:cubicBezTo>
                    <a:pt x="1" y="388"/>
                    <a:pt x="108" y="496"/>
                    <a:pt x="252" y="496"/>
                  </a:cubicBezTo>
                  <a:cubicBezTo>
                    <a:pt x="388" y="496"/>
                    <a:pt x="495" y="388"/>
                    <a:pt x="495" y="245"/>
                  </a:cubicBezTo>
                  <a:cubicBezTo>
                    <a:pt x="495"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8"/>
            <p:cNvSpPr/>
            <p:nvPr/>
          </p:nvSpPr>
          <p:spPr>
            <a:xfrm>
              <a:off x="2788700" y="5147025"/>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8"/>
            <p:cNvSpPr/>
            <p:nvPr/>
          </p:nvSpPr>
          <p:spPr>
            <a:xfrm>
              <a:off x="2880675" y="5147025"/>
              <a:ext cx="12375" cy="12425"/>
            </a:xfrm>
            <a:custGeom>
              <a:avLst/>
              <a:gdLst/>
              <a:ahLst/>
              <a:cxnLst/>
              <a:rect l="l" t="t" r="r" b="b"/>
              <a:pathLst>
                <a:path w="495" h="497" extrusionOk="0">
                  <a:moveTo>
                    <a:pt x="243" y="1"/>
                  </a:moveTo>
                  <a:cubicBezTo>
                    <a:pt x="107" y="1"/>
                    <a:pt x="0" y="109"/>
                    <a:pt x="0" y="245"/>
                  </a:cubicBezTo>
                  <a:cubicBezTo>
                    <a:pt x="0" y="388"/>
                    <a:pt x="107" y="496"/>
                    <a:pt x="243" y="496"/>
                  </a:cubicBezTo>
                  <a:cubicBezTo>
                    <a:pt x="387" y="496"/>
                    <a:pt x="494" y="388"/>
                    <a:pt x="494" y="245"/>
                  </a:cubicBezTo>
                  <a:cubicBezTo>
                    <a:pt x="494" y="109"/>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8"/>
            <p:cNvSpPr/>
            <p:nvPr/>
          </p:nvSpPr>
          <p:spPr>
            <a:xfrm>
              <a:off x="2972425" y="5147025"/>
              <a:ext cx="12575" cy="12425"/>
            </a:xfrm>
            <a:custGeom>
              <a:avLst/>
              <a:gdLst/>
              <a:ahLst/>
              <a:cxnLst/>
              <a:rect l="l" t="t" r="r" b="b"/>
              <a:pathLst>
                <a:path w="503" h="497" extrusionOk="0">
                  <a:moveTo>
                    <a:pt x="251" y="1"/>
                  </a:moveTo>
                  <a:cubicBezTo>
                    <a:pt x="115" y="1"/>
                    <a:pt x="0" y="109"/>
                    <a:pt x="0" y="245"/>
                  </a:cubicBezTo>
                  <a:cubicBezTo>
                    <a:pt x="0" y="388"/>
                    <a:pt x="115" y="496"/>
                    <a:pt x="251" y="496"/>
                  </a:cubicBezTo>
                  <a:cubicBezTo>
                    <a:pt x="387" y="496"/>
                    <a:pt x="503" y="388"/>
                    <a:pt x="503" y="245"/>
                  </a:cubicBezTo>
                  <a:cubicBezTo>
                    <a:pt x="503"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8"/>
            <p:cNvSpPr/>
            <p:nvPr/>
          </p:nvSpPr>
          <p:spPr>
            <a:xfrm>
              <a:off x="3064375" y="5147025"/>
              <a:ext cx="12375" cy="12425"/>
            </a:xfrm>
            <a:custGeom>
              <a:avLst/>
              <a:gdLst/>
              <a:ahLst/>
              <a:cxnLst/>
              <a:rect l="l" t="t" r="r" b="b"/>
              <a:pathLst>
                <a:path w="495" h="497" extrusionOk="0">
                  <a:moveTo>
                    <a:pt x="243" y="1"/>
                  </a:moveTo>
                  <a:cubicBezTo>
                    <a:pt x="107" y="1"/>
                    <a:pt x="1" y="109"/>
                    <a:pt x="1" y="245"/>
                  </a:cubicBezTo>
                  <a:cubicBezTo>
                    <a:pt x="1" y="388"/>
                    <a:pt x="107" y="496"/>
                    <a:pt x="243" y="496"/>
                  </a:cubicBezTo>
                  <a:cubicBezTo>
                    <a:pt x="388" y="496"/>
                    <a:pt x="495" y="388"/>
                    <a:pt x="495" y="245"/>
                  </a:cubicBezTo>
                  <a:cubicBezTo>
                    <a:pt x="495" y="109"/>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8"/>
            <p:cNvSpPr/>
            <p:nvPr/>
          </p:nvSpPr>
          <p:spPr>
            <a:xfrm>
              <a:off x="3156125" y="5147025"/>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8"/>
            <p:cNvSpPr/>
            <p:nvPr/>
          </p:nvSpPr>
          <p:spPr>
            <a:xfrm>
              <a:off x="3247875" y="5147025"/>
              <a:ext cx="12575" cy="12425"/>
            </a:xfrm>
            <a:custGeom>
              <a:avLst/>
              <a:gdLst/>
              <a:ahLst/>
              <a:cxnLst/>
              <a:rect l="l" t="t" r="r" b="b"/>
              <a:pathLst>
                <a:path w="503"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8"/>
            <p:cNvSpPr/>
            <p:nvPr/>
          </p:nvSpPr>
          <p:spPr>
            <a:xfrm>
              <a:off x="3339850" y="5147025"/>
              <a:ext cx="12525" cy="12425"/>
            </a:xfrm>
            <a:custGeom>
              <a:avLst/>
              <a:gdLst/>
              <a:ahLst/>
              <a:cxnLst/>
              <a:rect l="l" t="t" r="r" b="b"/>
              <a:pathLst>
                <a:path w="501" h="497" extrusionOk="0">
                  <a:moveTo>
                    <a:pt x="251" y="1"/>
                  </a:moveTo>
                  <a:cubicBezTo>
                    <a:pt x="107" y="1"/>
                    <a:pt x="0" y="109"/>
                    <a:pt x="0" y="245"/>
                  </a:cubicBezTo>
                  <a:cubicBezTo>
                    <a:pt x="0" y="388"/>
                    <a:pt x="107" y="496"/>
                    <a:pt x="251" y="496"/>
                  </a:cubicBezTo>
                  <a:cubicBezTo>
                    <a:pt x="387" y="496"/>
                    <a:pt x="501" y="388"/>
                    <a:pt x="501" y="245"/>
                  </a:cubicBezTo>
                  <a:cubicBezTo>
                    <a:pt x="501"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8"/>
            <p:cNvSpPr/>
            <p:nvPr/>
          </p:nvSpPr>
          <p:spPr>
            <a:xfrm>
              <a:off x="3431575" y="5147025"/>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8"/>
            <p:cNvSpPr/>
            <p:nvPr/>
          </p:nvSpPr>
          <p:spPr>
            <a:xfrm>
              <a:off x="3523550" y="5147025"/>
              <a:ext cx="12375" cy="12425"/>
            </a:xfrm>
            <a:custGeom>
              <a:avLst/>
              <a:gdLst/>
              <a:ahLst/>
              <a:cxnLst/>
              <a:rect l="l" t="t" r="r" b="b"/>
              <a:pathLst>
                <a:path w="495" h="497" extrusionOk="0">
                  <a:moveTo>
                    <a:pt x="250" y="1"/>
                  </a:moveTo>
                  <a:cubicBezTo>
                    <a:pt x="107" y="1"/>
                    <a:pt x="0" y="109"/>
                    <a:pt x="0" y="245"/>
                  </a:cubicBezTo>
                  <a:cubicBezTo>
                    <a:pt x="0" y="388"/>
                    <a:pt x="107" y="496"/>
                    <a:pt x="250" y="496"/>
                  </a:cubicBezTo>
                  <a:cubicBezTo>
                    <a:pt x="388" y="496"/>
                    <a:pt x="494" y="388"/>
                    <a:pt x="494" y="245"/>
                  </a:cubicBezTo>
                  <a:cubicBezTo>
                    <a:pt x="494"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8"/>
            <p:cNvSpPr/>
            <p:nvPr/>
          </p:nvSpPr>
          <p:spPr>
            <a:xfrm>
              <a:off x="676400" y="52387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8"/>
            <p:cNvSpPr/>
            <p:nvPr/>
          </p:nvSpPr>
          <p:spPr>
            <a:xfrm>
              <a:off x="768325" y="5238775"/>
              <a:ext cx="12400" cy="12600"/>
            </a:xfrm>
            <a:custGeom>
              <a:avLst/>
              <a:gdLst/>
              <a:ahLst/>
              <a:cxnLst/>
              <a:rect l="l" t="t" r="r" b="b"/>
              <a:pathLst>
                <a:path w="496" h="504"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8"/>
            <p:cNvSpPr/>
            <p:nvPr/>
          </p:nvSpPr>
          <p:spPr>
            <a:xfrm>
              <a:off x="860125" y="5238775"/>
              <a:ext cx="12525" cy="12600"/>
            </a:xfrm>
            <a:custGeom>
              <a:avLst/>
              <a:gdLst/>
              <a:ahLst/>
              <a:cxnLst/>
              <a:rect l="l" t="t" r="r" b="b"/>
              <a:pathLst>
                <a:path w="501" h="504"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8"/>
            <p:cNvSpPr/>
            <p:nvPr/>
          </p:nvSpPr>
          <p:spPr>
            <a:xfrm>
              <a:off x="951850" y="52387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8"/>
            <p:cNvSpPr/>
            <p:nvPr/>
          </p:nvSpPr>
          <p:spPr>
            <a:xfrm>
              <a:off x="1043825" y="5238775"/>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8"/>
            <p:cNvSpPr/>
            <p:nvPr/>
          </p:nvSpPr>
          <p:spPr>
            <a:xfrm>
              <a:off x="1135575" y="5238775"/>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8"/>
            <p:cNvSpPr/>
            <p:nvPr/>
          </p:nvSpPr>
          <p:spPr>
            <a:xfrm>
              <a:off x="1227500" y="5238775"/>
              <a:ext cx="12400" cy="12600"/>
            </a:xfrm>
            <a:custGeom>
              <a:avLst/>
              <a:gdLst/>
              <a:ahLst/>
              <a:cxnLst/>
              <a:rect l="l" t="t" r="r" b="b"/>
              <a:pathLst>
                <a:path w="496" h="504"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8"/>
            <p:cNvSpPr/>
            <p:nvPr/>
          </p:nvSpPr>
          <p:spPr>
            <a:xfrm>
              <a:off x="1319275" y="5238775"/>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8"/>
            <p:cNvSpPr/>
            <p:nvPr/>
          </p:nvSpPr>
          <p:spPr>
            <a:xfrm>
              <a:off x="1411200" y="5238775"/>
              <a:ext cx="12425" cy="12600"/>
            </a:xfrm>
            <a:custGeom>
              <a:avLst/>
              <a:gdLst/>
              <a:ahLst/>
              <a:cxnLst/>
              <a:rect l="l" t="t" r="r" b="b"/>
              <a:pathLst>
                <a:path w="497" h="504"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8"/>
            <p:cNvSpPr/>
            <p:nvPr/>
          </p:nvSpPr>
          <p:spPr>
            <a:xfrm>
              <a:off x="1503000" y="5238775"/>
              <a:ext cx="12525" cy="12600"/>
            </a:xfrm>
            <a:custGeom>
              <a:avLst/>
              <a:gdLst/>
              <a:ahLst/>
              <a:cxnLst/>
              <a:rect l="l" t="t" r="r" b="b"/>
              <a:pathLst>
                <a:path w="501" h="504"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8"/>
            <p:cNvSpPr/>
            <p:nvPr/>
          </p:nvSpPr>
          <p:spPr>
            <a:xfrm>
              <a:off x="1594750" y="5238775"/>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8"/>
            <p:cNvSpPr/>
            <p:nvPr/>
          </p:nvSpPr>
          <p:spPr>
            <a:xfrm>
              <a:off x="1686650" y="52387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8"/>
            <p:cNvSpPr/>
            <p:nvPr/>
          </p:nvSpPr>
          <p:spPr>
            <a:xfrm>
              <a:off x="1778450" y="5238775"/>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8"/>
            <p:cNvSpPr/>
            <p:nvPr/>
          </p:nvSpPr>
          <p:spPr>
            <a:xfrm>
              <a:off x="1870375" y="5238775"/>
              <a:ext cx="12400" cy="12600"/>
            </a:xfrm>
            <a:custGeom>
              <a:avLst/>
              <a:gdLst/>
              <a:ahLst/>
              <a:cxnLst/>
              <a:rect l="l" t="t" r="r" b="b"/>
              <a:pathLst>
                <a:path w="496" h="504"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8"/>
            <p:cNvSpPr/>
            <p:nvPr/>
          </p:nvSpPr>
          <p:spPr>
            <a:xfrm>
              <a:off x="1962150" y="5238775"/>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8"/>
            <p:cNvSpPr/>
            <p:nvPr/>
          </p:nvSpPr>
          <p:spPr>
            <a:xfrm>
              <a:off x="2054075" y="5238775"/>
              <a:ext cx="12425" cy="12600"/>
            </a:xfrm>
            <a:custGeom>
              <a:avLst/>
              <a:gdLst/>
              <a:ahLst/>
              <a:cxnLst/>
              <a:rect l="l" t="t" r="r" b="b"/>
              <a:pathLst>
                <a:path w="497" h="504"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8"/>
            <p:cNvSpPr/>
            <p:nvPr/>
          </p:nvSpPr>
          <p:spPr>
            <a:xfrm>
              <a:off x="2145825" y="52387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8"/>
            <p:cNvSpPr/>
            <p:nvPr/>
          </p:nvSpPr>
          <p:spPr>
            <a:xfrm>
              <a:off x="2237800" y="5238775"/>
              <a:ext cx="12350" cy="12600"/>
            </a:xfrm>
            <a:custGeom>
              <a:avLst/>
              <a:gdLst/>
              <a:ahLst/>
              <a:cxnLst/>
              <a:rect l="l" t="t" r="r" b="b"/>
              <a:pathLst>
                <a:path w="494" h="504"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8"/>
            <p:cNvSpPr/>
            <p:nvPr/>
          </p:nvSpPr>
          <p:spPr>
            <a:xfrm>
              <a:off x="2329550" y="5238775"/>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8"/>
            <p:cNvSpPr/>
            <p:nvPr/>
          </p:nvSpPr>
          <p:spPr>
            <a:xfrm>
              <a:off x="2421325" y="5238775"/>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8"/>
            <p:cNvSpPr/>
            <p:nvPr/>
          </p:nvSpPr>
          <p:spPr>
            <a:xfrm>
              <a:off x="2513250" y="5238775"/>
              <a:ext cx="12575" cy="12600"/>
            </a:xfrm>
            <a:custGeom>
              <a:avLst/>
              <a:gdLst/>
              <a:ahLst/>
              <a:cxnLst/>
              <a:rect l="l" t="t" r="r" b="b"/>
              <a:pathLst>
                <a:path w="503" h="504"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8"/>
            <p:cNvSpPr/>
            <p:nvPr/>
          </p:nvSpPr>
          <p:spPr>
            <a:xfrm>
              <a:off x="2605000" y="5238775"/>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8"/>
            <p:cNvSpPr/>
            <p:nvPr/>
          </p:nvSpPr>
          <p:spPr>
            <a:xfrm>
              <a:off x="2696950" y="5238775"/>
              <a:ext cx="12375" cy="12600"/>
            </a:xfrm>
            <a:custGeom>
              <a:avLst/>
              <a:gdLst/>
              <a:ahLst/>
              <a:cxnLst/>
              <a:rect l="l" t="t" r="r" b="b"/>
              <a:pathLst>
                <a:path w="495" h="504"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8"/>
            <p:cNvSpPr/>
            <p:nvPr/>
          </p:nvSpPr>
          <p:spPr>
            <a:xfrm>
              <a:off x="2788700" y="52387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8"/>
            <p:cNvSpPr/>
            <p:nvPr/>
          </p:nvSpPr>
          <p:spPr>
            <a:xfrm>
              <a:off x="2880675" y="5238775"/>
              <a:ext cx="12375" cy="12600"/>
            </a:xfrm>
            <a:custGeom>
              <a:avLst/>
              <a:gdLst/>
              <a:ahLst/>
              <a:cxnLst/>
              <a:rect l="l" t="t" r="r" b="b"/>
              <a:pathLst>
                <a:path w="495" h="504"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8"/>
            <p:cNvSpPr/>
            <p:nvPr/>
          </p:nvSpPr>
          <p:spPr>
            <a:xfrm>
              <a:off x="2972425" y="5238775"/>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8"/>
            <p:cNvSpPr/>
            <p:nvPr/>
          </p:nvSpPr>
          <p:spPr>
            <a:xfrm>
              <a:off x="3064375" y="5238775"/>
              <a:ext cx="12375" cy="12600"/>
            </a:xfrm>
            <a:custGeom>
              <a:avLst/>
              <a:gdLst/>
              <a:ahLst/>
              <a:cxnLst/>
              <a:rect l="l" t="t" r="r" b="b"/>
              <a:pathLst>
                <a:path w="495" h="504"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8"/>
            <p:cNvSpPr/>
            <p:nvPr/>
          </p:nvSpPr>
          <p:spPr>
            <a:xfrm>
              <a:off x="3156125" y="52387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8"/>
            <p:cNvSpPr/>
            <p:nvPr/>
          </p:nvSpPr>
          <p:spPr>
            <a:xfrm>
              <a:off x="3247875" y="5238775"/>
              <a:ext cx="12575" cy="12600"/>
            </a:xfrm>
            <a:custGeom>
              <a:avLst/>
              <a:gdLst/>
              <a:ahLst/>
              <a:cxnLst/>
              <a:rect l="l" t="t" r="r" b="b"/>
              <a:pathLst>
                <a:path w="503"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8"/>
            <p:cNvSpPr/>
            <p:nvPr/>
          </p:nvSpPr>
          <p:spPr>
            <a:xfrm>
              <a:off x="3339850" y="5238775"/>
              <a:ext cx="12525" cy="12600"/>
            </a:xfrm>
            <a:custGeom>
              <a:avLst/>
              <a:gdLst/>
              <a:ahLst/>
              <a:cxnLst/>
              <a:rect l="l" t="t" r="r" b="b"/>
              <a:pathLst>
                <a:path w="501" h="504"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8"/>
            <p:cNvSpPr/>
            <p:nvPr/>
          </p:nvSpPr>
          <p:spPr>
            <a:xfrm>
              <a:off x="3431575" y="52387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8"/>
            <p:cNvSpPr/>
            <p:nvPr/>
          </p:nvSpPr>
          <p:spPr>
            <a:xfrm>
              <a:off x="3523550" y="5238775"/>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8"/>
            <p:cNvSpPr/>
            <p:nvPr/>
          </p:nvSpPr>
          <p:spPr>
            <a:xfrm>
              <a:off x="676400" y="53305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8"/>
            <p:cNvSpPr/>
            <p:nvPr/>
          </p:nvSpPr>
          <p:spPr>
            <a:xfrm>
              <a:off x="768325" y="5330575"/>
              <a:ext cx="12400" cy="12550"/>
            </a:xfrm>
            <a:custGeom>
              <a:avLst/>
              <a:gdLst/>
              <a:ahLst/>
              <a:cxnLst/>
              <a:rect l="l" t="t" r="r" b="b"/>
              <a:pathLst>
                <a:path w="496" h="502" extrusionOk="0">
                  <a:moveTo>
                    <a:pt x="245" y="0"/>
                  </a:moveTo>
                  <a:cubicBezTo>
                    <a:pt x="109" y="0"/>
                    <a:pt x="0" y="114"/>
                    <a:pt x="0" y="252"/>
                  </a:cubicBezTo>
                  <a:cubicBezTo>
                    <a:pt x="0" y="388"/>
                    <a:pt x="109" y="501"/>
                    <a:pt x="245" y="501"/>
                  </a:cubicBezTo>
                  <a:cubicBezTo>
                    <a:pt x="388" y="501"/>
                    <a:pt x="496" y="388"/>
                    <a:pt x="496" y="252"/>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8"/>
            <p:cNvSpPr/>
            <p:nvPr/>
          </p:nvSpPr>
          <p:spPr>
            <a:xfrm>
              <a:off x="860125" y="5330575"/>
              <a:ext cx="12525" cy="12550"/>
            </a:xfrm>
            <a:custGeom>
              <a:avLst/>
              <a:gdLst/>
              <a:ahLst/>
              <a:cxnLst/>
              <a:rect l="l" t="t" r="r" b="b"/>
              <a:pathLst>
                <a:path w="501" h="502" extrusionOk="0">
                  <a:moveTo>
                    <a:pt x="251" y="0"/>
                  </a:moveTo>
                  <a:cubicBezTo>
                    <a:pt x="114" y="0"/>
                    <a:pt x="0" y="114"/>
                    <a:pt x="0" y="252"/>
                  </a:cubicBezTo>
                  <a:cubicBezTo>
                    <a:pt x="0" y="388"/>
                    <a:pt x="114" y="501"/>
                    <a:pt x="251" y="501"/>
                  </a:cubicBezTo>
                  <a:cubicBezTo>
                    <a:pt x="387" y="501"/>
                    <a:pt x="501" y="388"/>
                    <a:pt x="501" y="252"/>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8"/>
            <p:cNvSpPr/>
            <p:nvPr/>
          </p:nvSpPr>
          <p:spPr>
            <a:xfrm>
              <a:off x="951850" y="53305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8"/>
            <p:cNvSpPr/>
            <p:nvPr/>
          </p:nvSpPr>
          <p:spPr>
            <a:xfrm>
              <a:off x="1043825" y="5330575"/>
              <a:ext cx="12375" cy="12550"/>
            </a:xfrm>
            <a:custGeom>
              <a:avLst/>
              <a:gdLst/>
              <a:ahLst/>
              <a:cxnLst/>
              <a:rect l="l" t="t" r="r" b="b"/>
              <a:pathLst>
                <a:path w="495" h="502" extrusionOk="0">
                  <a:moveTo>
                    <a:pt x="250" y="0"/>
                  </a:moveTo>
                  <a:cubicBezTo>
                    <a:pt x="107" y="0"/>
                    <a:pt x="0" y="114"/>
                    <a:pt x="0" y="252"/>
                  </a:cubicBezTo>
                  <a:cubicBezTo>
                    <a:pt x="0" y="388"/>
                    <a:pt x="107" y="501"/>
                    <a:pt x="250" y="501"/>
                  </a:cubicBezTo>
                  <a:cubicBezTo>
                    <a:pt x="388" y="501"/>
                    <a:pt x="494" y="388"/>
                    <a:pt x="494" y="252"/>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8"/>
            <p:cNvSpPr/>
            <p:nvPr/>
          </p:nvSpPr>
          <p:spPr>
            <a:xfrm>
              <a:off x="1135575" y="5330575"/>
              <a:ext cx="12575" cy="12550"/>
            </a:xfrm>
            <a:custGeom>
              <a:avLst/>
              <a:gdLst/>
              <a:ahLst/>
              <a:cxnLst/>
              <a:rect l="l" t="t" r="r" b="b"/>
              <a:pathLst>
                <a:path w="503" h="502" extrusionOk="0">
                  <a:moveTo>
                    <a:pt x="252" y="0"/>
                  </a:moveTo>
                  <a:cubicBezTo>
                    <a:pt x="116" y="0"/>
                    <a:pt x="0" y="114"/>
                    <a:pt x="0" y="252"/>
                  </a:cubicBezTo>
                  <a:cubicBezTo>
                    <a:pt x="0" y="388"/>
                    <a:pt x="116" y="501"/>
                    <a:pt x="252" y="501"/>
                  </a:cubicBezTo>
                  <a:cubicBezTo>
                    <a:pt x="387" y="501"/>
                    <a:pt x="503" y="388"/>
                    <a:pt x="503" y="252"/>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8"/>
            <p:cNvSpPr/>
            <p:nvPr/>
          </p:nvSpPr>
          <p:spPr>
            <a:xfrm>
              <a:off x="1227500" y="5330575"/>
              <a:ext cx="12400" cy="12550"/>
            </a:xfrm>
            <a:custGeom>
              <a:avLst/>
              <a:gdLst/>
              <a:ahLst/>
              <a:cxnLst/>
              <a:rect l="l" t="t" r="r" b="b"/>
              <a:pathLst>
                <a:path w="496" h="502" extrusionOk="0">
                  <a:moveTo>
                    <a:pt x="251" y="0"/>
                  </a:moveTo>
                  <a:cubicBezTo>
                    <a:pt x="109" y="0"/>
                    <a:pt x="0" y="114"/>
                    <a:pt x="0" y="252"/>
                  </a:cubicBezTo>
                  <a:cubicBezTo>
                    <a:pt x="0" y="388"/>
                    <a:pt x="109" y="501"/>
                    <a:pt x="251" y="501"/>
                  </a:cubicBezTo>
                  <a:cubicBezTo>
                    <a:pt x="387" y="501"/>
                    <a:pt x="496" y="388"/>
                    <a:pt x="496" y="252"/>
                  </a:cubicBezTo>
                  <a:cubicBezTo>
                    <a:pt x="496"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8"/>
            <p:cNvSpPr/>
            <p:nvPr/>
          </p:nvSpPr>
          <p:spPr>
            <a:xfrm>
              <a:off x="1319275" y="5330575"/>
              <a:ext cx="12550" cy="12550"/>
            </a:xfrm>
            <a:custGeom>
              <a:avLst/>
              <a:gdLst/>
              <a:ahLst/>
              <a:cxnLst/>
              <a:rect l="l" t="t" r="r" b="b"/>
              <a:pathLst>
                <a:path w="502" h="502" extrusionOk="0">
                  <a:moveTo>
                    <a:pt x="252" y="0"/>
                  </a:moveTo>
                  <a:cubicBezTo>
                    <a:pt x="114" y="0"/>
                    <a:pt x="1" y="114"/>
                    <a:pt x="1" y="252"/>
                  </a:cubicBezTo>
                  <a:cubicBezTo>
                    <a:pt x="1" y="388"/>
                    <a:pt x="114" y="501"/>
                    <a:pt x="252" y="501"/>
                  </a:cubicBezTo>
                  <a:cubicBezTo>
                    <a:pt x="388" y="501"/>
                    <a:pt x="501" y="388"/>
                    <a:pt x="501" y="252"/>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8"/>
            <p:cNvSpPr/>
            <p:nvPr/>
          </p:nvSpPr>
          <p:spPr>
            <a:xfrm>
              <a:off x="1411200" y="5330575"/>
              <a:ext cx="12425" cy="12550"/>
            </a:xfrm>
            <a:custGeom>
              <a:avLst/>
              <a:gdLst/>
              <a:ahLst/>
              <a:cxnLst/>
              <a:rect l="l" t="t" r="r" b="b"/>
              <a:pathLst>
                <a:path w="497" h="502" extrusionOk="0">
                  <a:moveTo>
                    <a:pt x="245" y="0"/>
                  </a:moveTo>
                  <a:cubicBezTo>
                    <a:pt x="109" y="0"/>
                    <a:pt x="1" y="114"/>
                    <a:pt x="1" y="252"/>
                  </a:cubicBezTo>
                  <a:cubicBezTo>
                    <a:pt x="1" y="388"/>
                    <a:pt x="109" y="501"/>
                    <a:pt x="245" y="501"/>
                  </a:cubicBezTo>
                  <a:cubicBezTo>
                    <a:pt x="388" y="501"/>
                    <a:pt x="496" y="388"/>
                    <a:pt x="496" y="252"/>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8"/>
            <p:cNvSpPr/>
            <p:nvPr/>
          </p:nvSpPr>
          <p:spPr>
            <a:xfrm>
              <a:off x="1503000" y="5330575"/>
              <a:ext cx="12525" cy="12550"/>
            </a:xfrm>
            <a:custGeom>
              <a:avLst/>
              <a:gdLst/>
              <a:ahLst/>
              <a:cxnLst/>
              <a:rect l="l" t="t" r="r" b="b"/>
              <a:pathLst>
                <a:path w="501" h="502" extrusionOk="0">
                  <a:moveTo>
                    <a:pt x="250" y="0"/>
                  </a:moveTo>
                  <a:cubicBezTo>
                    <a:pt x="114" y="0"/>
                    <a:pt x="0" y="114"/>
                    <a:pt x="0" y="252"/>
                  </a:cubicBezTo>
                  <a:cubicBezTo>
                    <a:pt x="0" y="388"/>
                    <a:pt x="114" y="501"/>
                    <a:pt x="250" y="501"/>
                  </a:cubicBezTo>
                  <a:cubicBezTo>
                    <a:pt x="387" y="501"/>
                    <a:pt x="501" y="388"/>
                    <a:pt x="501" y="252"/>
                  </a:cubicBezTo>
                  <a:cubicBezTo>
                    <a:pt x="501" y="114"/>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8"/>
            <p:cNvSpPr/>
            <p:nvPr/>
          </p:nvSpPr>
          <p:spPr>
            <a:xfrm>
              <a:off x="1594750" y="5330575"/>
              <a:ext cx="12575" cy="12550"/>
            </a:xfrm>
            <a:custGeom>
              <a:avLst/>
              <a:gdLst/>
              <a:ahLst/>
              <a:cxnLst/>
              <a:rect l="l" t="t" r="r" b="b"/>
              <a:pathLst>
                <a:path w="503" h="502" extrusionOk="0">
                  <a:moveTo>
                    <a:pt x="251" y="0"/>
                  </a:moveTo>
                  <a:cubicBezTo>
                    <a:pt x="115" y="0"/>
                    <a:pt x="0" y="114"/>
                    <a:pt x="0" y="252"/>
                  </a:cubicBezTo>
                  <a:cubicBezTo>
                    <a:pt x="0" y="388"/>
                    <a:pt x="115" y="501"/>
                    <a:pt x="251" y="501"/>
                  </a:cubicBezTo>
                  <a:cubicBezTo>
                    <a:pt x="394" y="501"/>
                    <a:pt x="503" y="388"/>
                    <a:pt x="503" y="252"/>
                  </a:cubicBezTo>
                  <a:cubicBezTo>
                    <a:pt x="503" y="114"/>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8"/>
            <p:cNvSpPr/>
            <p:nvPr/>
          </p:nvSpPr>
          <p:spPr>
            <a:xfrm>
              <a:off x="1686650" y="53305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8"/>
            <p:cNvSpPr/>
            <p:nvPr/>
          </p:nvSpPr>
          <p:spPr>
            <a:xfrm>
              <a:off x="1778450" y="5330575"/>
              <a:ext cx="12550" cy="12550"/>
            </a:xfrm>
            <a:custGeom>
              <a:avLst/>
              <a:gdLst/>
              <a:ahLst/>
              <a:cxnLst/>
              <a:rect l="l" t="t" r="r" b="b"/>
              <a:pathLst>
                <a:path w="502" h="502" extrusionOk="0">
                  <a:moveTo>
                    <a:pt x="252" y="0"/>
                  </a:moveTo>
                  <a:cubicBezTo>
                    <a:pt x="114" y="0"/>
                    <a:pt x="1" y="114"/>
                    <a:pt x="1" y="252"/>
                  </a:cubicBezTo>
                  <a:cubicBezTo>
                    <a:pt x="1" y="388"/>
                    <a:pt x="114" y="501"/>
                    <a:pt x="252" y="501"/>
                  </a:cubicBezTo>
                  <a:cubicBezTo>
                    <a:pt x="388" y="501"/>
                    <a:pt x="501" y="388"/>
                    <a:pt x="501" y="252"/>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8"/>
            <p:cNvSpPr/>
            <p:nvPr/>
          </p:nvSpPr>
          <p:spPr>
            <a:xfrm>
              <a:off x="1870375" y="5330575"/>
              <a:ext cx="12400" cy="12550"/>
            </a:xfrm>
            <a:custGeom>
              <a:avLst/>
              <a:gdLst/>
              <a:ahLst/>
              <a:cxnLst/>
              <a:rect l="l" t="t" r="r" b="b"/>
              <a:pathLst>
                <a:path w="496" h="502" extrusionOk="0">
                  <a:moveTo>
                    <a:pt x="252" y="0"/>
                  </a:moveTo>
                  <a:cubicBezTo>
                    <a:pt x="109" y="0"/>
                    <a:pt x="0" y="114"/>
                    <a:pt x="0" y="252"/>
                  </a:cubicBezTo>
                  <a:cubicBezTo>
                    <a:pt x="0" y="388"/>
                    <a:pt x="109" y="501"/>
                    <a:pt x="252" y="501"/>
                  </a:cubicBezTo>
                  <a:cubicBezTo>
                    <a:pt x="387" y="501"/>
                    <a:pt x="496" y="388"/>
                    <a:pt x="496" y="252"/>
                  </a:cubicBezTo>
                  <a:cubicBezTo>
                    <a:pt x="496"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8"/>
            <p:cNvSpPr/>
            <p:nvPr/>
          </p:nvSpPr>
          <p:spPr>
            <a:xfrm>
              <a:off x="1962150" y="5330575"/>
              <a:ext cx="12550" cy="12550"/>
            </a:xfrm>
            <a:custGeom>
              <a:avLst/>
              <a:gdLst/>
              <a:ahLst/>
              <a:cxnLst/>
              <a:rect l="l" t="t" r="r" b="b"/>
              <a:pathLst>
                <a:path w="502" h="502" extrusionOk="0">
                  <a:moveTo>
                    <a:pt x="250" y="0"/>
                  </a:moveTo>
                  <a:cubicBezTo>
                    <a:pt x="114" y="0"/>
                    <a:pt x="1" y="114"/>
                    <a:pt x="1" y="252"/>
                  </a:cubicBezTo>
                  <a:cubicBezTo>
                    <a:pt x="1" y="388"/>
                    <a:pt x="114" y="501"/>
                    <a:pt x="250" y="501"/>
                  </a:cubicBezTo>
                  <a:cubicBezTo>
                    <a:pt x="388" y="501"/>
                    <a:pt x="502" y="388"/>
                    <a:pt x="502" y="252"/>
                  </a:cubicBezTo>
                  <a:cubicBezTo>
                    <a:pt x="502"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8"/>
            <p:cNvSpPr/>
            <p:nvPr/>
          </p:nvSpPr>
          <p:spPr>
            <a:xfrm>
              <a:off x="2054075" y="5330575"/>
              <a:ext cx="12425" cy="12550"/>
            </a:xfrm>
            <a:custGeom>
              <a:avLst/>
              <a:gdLst/>
              <a:ahLst/>
              <a:cxnLst/>
              <a:rect l="l" t="t" r="r" b="b"/>
              <a:pathLst>
                <a:path w="497" h="502" extrusionOk="0">
                  <a:moveTo>
                    <a:pt x="252" y="0"/>
                  </a:moveTo>
                  <a:cubicBezTo>
                    <a:pt x="109" y="0"/>
                    <a:pt x="1" y="114"/>
                    <a:pt x="1" y="252"/>
                  </a:cubicBezTo>
                  <a:cubicBezTo>
                    <a:pt x="1" y="388"/>
                    <a:pt x="109" y="501"/>
                    <a:pt x="252" y="501"/>
                  </a:cubicBezTo>
                  <a:cubicBezTo>
                    <a:pt x="388" y="501"/>
                    <a:pt x="496" y="388"/>
                    <a:pt x="496" y="252"/>
                  </a:cubicBezTo>
                  <a:cubicBezTo>
                    <a:pt x="496"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8"/>
            <p:cNvSpPr/>
            <p:nvPr/>
          </p:nvSpPr>
          <p:spPr>
            <a:xfrm>
              <a:off x="2145825" y="53305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8"/>
            <p:cNvSpPr/>
            <p:nvPr/>
          </p:nvSpPr>
          <p:spPr>
            <a:xfrm>
              <a:off x="2237800" y="5330575"/>
              <a:ext cx="12350" cy="12550"/>
            </a:xfrm>
            <a:custGeom>
              <a:avLst/>
              <a:gdLst/>
              <a:ahLst/>
              <a:cxnLst/>
              <a:rect l="l" t="t" r="r" b="b"/>
              <a:pathLst>
                <a:path w="494" h="502" extrusionOk="0">
                  <a:moveTo>
                    <a:pt x="244" y="0"/>
                  </a:moveTo>
                  <a:cubicBezTo>
                    <a:pt x="107" y="0"/>
                    <a:pt x="0" y="114"/>
                    <a:pt x="0" y="252"/>
                  </a:cubicBezTo>
                  <a:cubicBezTo>
                    <a:pt x="0" y="388"/>
                    <a:pt x="107" y="501"/>
                    <a:pt x="244" y="501"/>
                  </a:cubicBezTo>
                  <a:cubicBezTo>
                    <a:pt x="387" y="501"/>
                    <a:pt x="494" y="388"/>
                    <a:pt x="494" y="252"/>
                  </a:cubicBezTo>
                  <a:cubicBezTo>
                    <a:pt x="494" y="114"/>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8"/>
            <p:cNvSpPr/>
            <p:nvPr/>
          </p:nvSpPr>
          <p:spPr>
            <a:xfrm>
              <a:off x="2329550" y="5330575"/>
              <a:ext cx="12575" cy="12550"/>
            </a:xfrm>
            <a:custGeom>
              <a:avLst/>
              <a:gdLst/>
              <a:ahLst/>
              <a:cxnLst/>
              <a:rect l="l" t="t" r="r" b="b"/>
              <a:pathLst>
                <a:path w="503" h="502" extrusionOk="0">
                  <a:moveTo>
                    <a:pt x="251" y="0"/>
                  </a:moveTo>
                  <a:cubicBezTo>
                    <a:pt x="115" y="0"/>
                    <a:pt x="0" y="114"/>
                    <a:pt x="0" y="252"/>
                  </a:cubicBezTo>
                  <a:cubicBezTo>
                    <a:pt x="0" y="388"/>
                    <a:pt x="115" y="501"/>
                    <a:pt x="251" y="501"/>
                  </a:cubicBezTo>
                  <a:cubicBezTo>
                    <a:pt x="387" y="501"/>
                    <a:pt x="502" y="388"/>
                    <a:pt x="502" y="252"/>
                  </a:cubicBezTo>
                  <a:cubicBezTo>
                    <a:pt x="502"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8"/>
            <p:cNvSpPr/>
            <p:nvPr/>
          </p:nvSpPr>
          <p:spPr>
            <a:xfrm>
              <a:off x="2421325" y="5330575"/>
              <a:ext cx="12550" cy="12550"/>
            </a:xfrm>
            <a:custGeom>
              <a:avLst/>
              <a:gdLst/>
              <a:ahLst/>
              <a:cxnLst/>
              <a:rect l="l" t="t" r="r" b="b"/>
              <a:pathLst>
                <a:path w="502" h="502" extrusionOk="0">
                  <a:moveTo>
                    <a:pt x="250" y="0"/>
                  </a:moveTo>
                  <a:cubicBezTo>
                    <a:pt x="114" y="0"/>
                    <a:pt x="1" y="114"/>
                    <a:pt x="1" y="252"/>
                  </a:cubicBezTo>
                  <a:cubicBezTo>
                    <a:pt x="1" y="388"/>
                    <a:pt x="114" y="501"/>
                    <a:pt x="250" y="501"/>
                  </a:cubicBezTo>
                  <a:cubicBezTo>
                    <a:pt x="395" y="501"/>
                    <a:pt x="501" y="388"/>
                    <a:pt x="501" y="252"/>
                  </a:cubicBezTo>
                  <a:cubicBezTo>
                    <a:pt x="501" y="114"/>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8"/>
            <p:cNvSpPr/>
            <p:nvPr/>
          </p:nvSpPr>
          <p:spPr>
            <a:xfrm>
              <a:off x="2513250" y="5330575"/>
              <a:ext cx="12575" cy="12550"/>
            </a:xfrm>
            <a:custGeom>
              <a:avLst/>
              <a:gdLst/>
              <a:ahLst/>
              <a:cxnLst/>
              <a:rect l="l" t="t" r="r" b="b"/>
              <a:pathLst>
                <a:path w="503" h="502" extrusionOk="0">
                  <a:moveTo>
                    <a:pt x="252" y="0"/>
                  </a:moveTo>
                  <a:cubicBezTo>
                    <a:pt x="109" y="0"/>
                    <a:pt x="0" y="114"/>
                    <a:pt x="0" y="252"/>
                  </a:cubicBezTo>
                  <a:cubicBezTo>
                    <a:pt x="0" y="388"/>
                    <a:pt x="109"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8"/>
            <p:cNvSpPr/>
            <p:nvPr/>
          </p:nvSpPr>
          <p:spPr>
            <a:xfrm>
              <a:off x="2605000" y="5330575"/>
              <a:ext cx="12575" cy="12550"/>
            </a:xfrm>
            <a:custGeom>
              <a:avLst/>
              <a:gdLst/>
              <a:ahLst/>
              <a:cxnLst/>
              <a:rect l="l" t="t" r="r" b="b"/>
              <a:pathLst>
                <a:path w="503" h="502" extrusionOk="0">
                  <a:moveTo>
                    <a:pt x="252" y="0"/>
                  </a:moveTo>
                  <a:cubicBezTo>
                    <a:pt x="116" y="0"/>
                    <a:pt x="0" y="114"/>
                    <a:pt x="0" y="252"/>
                  </a:cubicBezTo>
                  <a:cubicBezTo>
                    <a:pt x="0" y="388"/>
                    <a:pt x="116" y="501"/>
                    <a:pt x="252" y="501"/>
                  </a:cubicBezTo>
                  <a:cubicBezTo>
                    <a:pt x="387" y="501"/>
                    <a:pt x="503" y="388"/>
                    <a:pt x="503" y="252"/>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8"/>
            <p:cNvSpPr/>
            <p:nvPr/>
          </p:nvSpPr>
          <p:spPr>
            <a:xfrm>
              <a:off x="2696950" y="5330575"/>
              <a:ext cx="12375" cy="12550"/>
            </a:xfrm>
            <a:custGeom>
              <a:avLst/>
              <a:gdLst/>
              <a:ahLst/>
              <a:cxnLst/>
              <a:rect l="l" t="t" r="r" b="b"/>
              <a:pathLst>
                <a:path w="495" h="502" extrusionOk="0">
                  <a:moveTo>
                    <a:pt x="252" y="0"/>
                  </a:moveTo>
                  <a:cubicBezTo>
                    <a:pt x="108" y="0"/>
                    <a:pt x="1" y="114"/>
                    <a:pt x="1" y="252"/>
                  </a:cubicBezTo>
                  <a:cubicBezTo>
                    <a:pt x="1" y="388"/>
                    <a:pt x="108" y="501"/>
                    <a:pt x="252" y="501"/>
                  </a:cubicBezTo>
                  <a:cubicBezTo>
                    <a:pt x="388" y="501"/>
                    <a:pt x="495" y="388"/>
                    <a:pt x="495" y="252"/>
                  </a:cubicBezTo>
                  <a:cubicBezTo>
                    <a:pt x="495"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8"/>
            <p:cNvSpPr/>
            <p:nvPr/>
          </p:nvSpPr>
          <p:spPr>
            <a:xfrm>
              <a:off x="2788700" y="53305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8"/>
            <p:cNvSpPr/>
            <p:nvPr/>
          </p:nvSpPr>
          <p:spPr>
            <a:xfrm>
              <a:off x="2880675" y="5330575"/>
              <a:ext cx="12375" cy="12550"/>
            </a:xfrm>
            <a:custGeom>
              <a:avLst/>
              <a:gdLst/>
              <a:ahLst/>
              <a:cxnLst/>
              <a:rect l="l" t="t" r="r" b="b"/>
              <a:pathLst>
                <a:path w="495" h="502" extrusionOk="0">
                  <a:moveTo>
                    <a:pt x="243" y="0"/>
                  </a:moveTo>
                  <a:cubicBezTo>
                    <a:pt x="107" y="0"/>
                    <a:pt x="0" y="114"/>
                    <a:pt x="0" y="252"/>
                  </a:cubicBezTo>
                  <a:cubicBezTo>
                    <a:pt x="0" y="388"/>
                    <a:pt x="107" y="501"/>
                    <a:pt x="243" y="501"/>
                  </a:cubicBezTo>
                  <a:cubicBezTo>
                    <a:pt x="387" y="501"/>
                    <a:pt x="494" y="388"/>
                    <a:pt x="494" y="252"/>
                  </a:cubicBezTo>
                  <a:cubicBezTo>
                    <a:pt x="494" y="114"/>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8"/>
            <p:cNvSpPr/>
            <p:nvPr/>
          </p:nvSpPr>
          <p:spPr>
            <a:xfrm>
              <a:off x="2972425" y="5330575"/>
              <a:ext cx="12575" cy="12550"/>
            </a:xfrm>
            <a:custGeom>
              <a:avLst/>
              <a:gdLst/>
              <a:ahLst/>
              <a:cxnLst/>
              <a:rect l="l" t="t" r="r" b="b"/>
              <a:pathLst>
                <a:path w="503" h="502" extrusionOk="0">
                  <a:moveTo>
                    <a:pt x="251" y="0"/>
                  </a:moveTo>
                  <a:cubicBezTo>
                    <a:pt x="115" y="0"/>
                    <a:pt x="0" y="114"/>
                    <a:pt x="0" y="252"/>
                  </a:cubicBezTo>
                  <a:cubicBezTo>
                    <a:pt x="0" y="388"/>
                    <a:pt x="115" y="501"/>
                    <a:pt x="251" y="501"/>
                  </a:cubicBezTo>
                  <a:cubicBezTo>
                    <a:pt x="387" y="501"/>
                    <a:pt x="503" y="388"/>
                    <a:pt x="503" y="252"/>
                  </a:cubicBezTo>
                  <a:cubicBezTo>
                    <a:pt x="503"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8"/>
            <p:cNvSpPr/>
            <p:nvPr/>
          </p:nvSpPr>
          <p:spPr>
            <a:xfrm>
              <a:off x="3064375" y="5330575"/>
              <a:ext cx="12375" cy="12550"/>
            </a:xfrm>
            <a:custGeom>
              <a:avLst/>
              <a:gdLst/>
              <a:ahLst/>
              <a:cxnLst/>
              <a:rect l="l" t="t" r="r" b="b"/>
              <a:pathLst>
                <a:path w="495" h="502" extrusionOk="0">
                  <a:moveTo>
                    <a:pt x="243" y="0"/>
                  </a:moveTo>
                  <a:cubicBezTo>
                    <a:pt x="107" y="0"/>
                    <a:pt x="1" y="114"/>
                    <a:pt x="1" y="252"/>
                  </a:cubicBezTo>
                  <a:cubicBezTo>
                    <a:pt x="1" y="388"/>
                    <a:pt x="107" y="501"/>
                    <a:pt x="243" y="501"/>
                  </a:cubicBezTo>
                  <a:cubicBezTo>
                    <a:pt x="388" y="501"/>
                    <a:pt x="495" y="388"/>
                    <a:pt x="495" y="252"/>
                  </a:cubicBezTo>
                  <a:cubicBezTo>
                    <a:pt x="495" y="114"/>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8"/>
            <p:cNvSpPr/>
            <p:nvPr/>
          </p:nvSpPr>
          <p:spPr>
            <a:xfrm>
              <a:off x="3156125" y="53305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8"/>
            <p:cNvSpPr/>
            <p:nvPr/>
          </p:nvSpPr>
          <p:spPr>
            <a:xfrm>
              <a:off x="3247875" y="5330575"/>
              <a:ext cx="12575" cy="12550"/>
            </a:xfrm>
            <a:custGeom>
              <a:avLst/>
              <a:gdLst/>
              <a:ahLst/>
              <a:cxnLst/>
              <a:rect l="l" t="t" r="r" b="b"/>
              <a:pathLst>
                <a:path w="503"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8"/>
            <p:cNvSpPr/>
            <p:nvPr/>
          </p:nvSpPr>
          <p:spPr>
            <a:xfrm>
              <a:off x="3339850" y="5330575"/>
              <a:ext cx="12525" cy="12550"/>
            </a:xfrm>
            <a:custGeom>
              <a:avLst/>
              <a:gdLst/>
              <a:ahLst/>
              <a:cxnLst/>
              <a:rect l="l" t="t" r="r" b="b"/>
              <a:pathLst>
                <a:path w="501" h="502" extrusionOk="0">
                  <a:moveTo>
                    <a:pt x="251" y="0"/>
                  </a:moveTo>
                  <a:cubicBezTo>
                    <a:pt x="107" y="0"/>
                    <a:pt x="0" y="114"/>
                    <a:pt x="0" y="252"/>
                  </a:cubicBezTo>
                  <a:cubicBezTo>
                    <a:pt x="0" y="388"/>
                    <a:pt x="107" y="501"/>
                    <a:pt x="251" y="501"/>
                  </a:cubicBezTo>
                  <a:cubicBezTo>
                    <a:pt x="387" y="501"/>
                    <a:pt x="501" y="388"/>
                    <a:pt x="501" y="252"/>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8"/>
            <p:cNvSpPr/>
            <p:nvPr/>
          </p:nvSpPr>
          <p:spPr>
            <a:xfrm>
              <a:off x="3431575" y="53305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8"/>
            <p:cNvSpPr/>
            <p:nvPr/>
          </p:nvSpPr>
          <p:spPr>
            <a:xfrm>
              <a:off x="3523550" y="5330575"/>
              <a:ext cx="12375" cy="12550"/>
            </a:xfrm>
            <a:custGeom>
              <a:avLst/>
              <a:gdLst/>
              <a:ahLst/>
              <a:cxnLst/>
              <a:rect l="l" t="t" r="r" b="b"/>
              <a:pathLst>
                <a:path w="495" h="502" extrusionOk="0">
                  <a:moveTo>
                    <a:pt x="250" y="0"/>
                  </a:moveTo>
                  <a:cubicBezTo>
                    <a:pt x="107" y="0"/>
                    <a:pt x="0" y="114"/>
                    <a:pt x="0" y="252"/>
                  </a:cubicBezTo>
                  <a:cubicBezTo>
                    <a:pt x="0" y="388"/>
                    <a:pt x="107" y="501"/>
                    <a:pt x="250" y="501"/>
                  </a:cubicBezTo>
                  <a:cubicBezTo>
                    <a:pt x="388" y="501"/>
                    <a:pt x="494" y="388"/>
                    <a:pt x="494" y="252"/>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8"/>
            <p:cNvSpPr/>
            <p:nvPr/>
          </p:nvSpPr>
          <p:spPr>
            <a:xfrm>
              <a:off x="676400" y="5422500"/>
              <a:ext cx="12600" cy="12575"/>
            </a:xfrm>
            <a:custGeom>
              <a:avLst/>
              <a:gdLst/>
              <a:ahLst/>
              <a:cxnLst/>
              <a:rect l="l" t="t" r="r" b="b"/>
              <a:pathLst>
                <a:path w="504" h="503" extrusionOk="0">
                  <a:moveTo>
                    <a:pt x="252" y="0"/>
                  </a:moveTo>
                  <a:cubicBezTo>
                    <a:pt x="116" y="0"/>
                    <a:pt x="1" y="109"/>
                    <a:pt x="1" y="251"/>
                  </a:cubicBezTo>
                  <a:cubicBezTo>
                    <a:pt x="1" y="387"/>
                    <a:pt x="116" y="503"/>
                    <a:pt x="252" y="503"/>
                  </a:cubicBezTo>
                  <a:cubicBezTo>
                    <a:pt x="388" y="503"/>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8"/>
            <p:cNvSpPr/>
            <p:nvPr/>
          </p:nvSpPr>
          <p:spPr>
            <a:xfrm>
              <a:off x="768325" y="5422500"/>
              <a:ext cx="12400" cy="12575"/>
            </a:xfrm>
            <a:custGeom>
              <a:avLst/>
              <a:gdLst/>
              <a:ahLst/>
              <a:cxnLst/>
              <a:rect l="l" t="t" r="r" b="b"/>
              <a:pathLst>
                <a:path w="496" h="503" extrusionOk="0">
                  <a:moveTo>
                    <a:pt x="245" y="0"/>
                  </a:moveTo>
                  <a:cubicBezTo>
                    <a:pt x="109" y="0"/>
                    <a:pt x="0" y="109"/>
                    <a:pt x="0" y="251"/>
                  </a:cubicBezTo>
                  <a:cubicBezTo>
                    <a:pt x="0" y="387"/>
                    <a:pt x="109" y="503"/>
                    <a:pt x="245" y="503"/>
                  </a:cubicBezTo>
                  <a:cubicBezTo>
                    <a:pt x="388" y="503"/>
                    <a:pt x="496" y="387"/>
                    <a:pt x="496" y="251"/>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8"/>
            <p:cNvSpPr/>
            <p:nvPr/>
          </p:nvSpPr>
          <p:spPr>
            <a:xfrm>
              <a:off x="860125" y="5422500"/>
              <a:ext cx="12525" cy="12575"/>
            </a:xfrm>
            <a:custGeom>
              <a:avLst/>
              <a:gdLst/>
              <a:ahLst/>
              <a:cxnLst/>
              <a:rect l="l" t="t" r="r" b="b"/>
              <a:pathLst>
                <a:path w="501" h="503" extrusionOk="0">
                  <a:moveTo>
                    <a:pt x="251" y="0"/>
                  </a:moveTo>
                  <a:cubicBezTo>
                    <a:pt x="114" y="0"/>
                    <a:pt x="0" y="109"/>
                    <a:pt x="0" y="251"/>
                  </a:cubicBezTo>
                  <a:cubicBezTo>
                    <a:pt x="0" y="387"/>
                    <a:pt x="114" y="503"/>
                    <a:pt x="251" y="503"/>
                  </a:cubicBezTo>
                  <a:cubicBezTo>
                    <a:pt x="387" y="503"/>
                    <a:pt x="501" y="387"/>
                    <a:pt x="501" y="251"/>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8"/>
            <p:cNvSpPr/>
            <p:nvPr/>
          </p:nvSpPr>
          <p:spPr>
            <a:xfrm>
              <a:off x="951850" y="5422500"/>
              <a:ext cx="12600" cy="12575"/>
            </a:xfrm>
            <a:custGeom>
              <a:avLst/>
              <a:gdLst/>
              <a:ahLst/>
              <a:cxnLst/>
              <a:rect l="l" t="t" r="r" b="b"/>
              <a:pathLst>
                <a:path w="504" h="503" extrusionOk="0">
                  <a:moveTo>
                    <a:pt x="252" y="0"/>
                  </a:moveTo>
                  <a:cubicBezTo>
                    <a:pt x="116" y="0"/>
                    <a:pt x="1" y="109"/>
                    <a:pt x="1" y="251"/>
                  </a:cubicBezTo>
                  <a:cubicBezTo>
                    <a:pt x="1" y="387"/>
                    <a:pt x="116" y="503"/>
                    <a:pt x="252" y="503"/>
                  </a:cubicBezTo>
                  <a:cubicBezTo>
                    <a:pt x="388" y="503"/>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8"/>
            <p:cNvSpPr/>
            <p:nvPr/>
          </p:nvSpPr>
          <p:spPr>
            <a:xfrm>
              <a:off x="1043825" y="5422500"/>
              <a:ext cx="12375" cy="12575"/>
            </a:xfrm>
            <a:custGeom>
              <a:avLst/>
              <a:gdLst/>
              <a:ahLst/>
              <a:cxnLst/>
              <a:rect l="l" t="t" r="r" b="b"/>
              <a:pathLst>
                <a:path w="495" h="503" extrusionOk="0">
                  <a:moveTo>
                    <a:pt x="250" y="0"/>
                  </a:moveTo>
                  <a:cubicBezTo>
                    <a:pt x="107" y="0"/>
                    <a:pt x="0" y="109"/>
                    <a:pt x="0" y="251"/>
                  </a:cubicBezTo>
                  <a:cubicBezTo>
                    <a:pt x="0" y="387"/>
                    <a:pt x="107" y="503"/>
                    <a:pt x="250" y="503"/>
                  </a:cubicBezTo>
                  <a:cubicBezTo>
                    <a:pt x="388" y="503"/>
                    <a:pt x="494" y="387"/>
                    <a:pt x="494" y="251"/>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8"/>
            <p:cNvSpPr/>
            <p:nvPr/>
          </p:nvSpPr>
          <p:spPr>
            <a:xfrm>
              <a:off x="1135575" y="5422500"/>
              <a:ext cx="12575" cy="12575"/>
            </a:xfrm>
            <a:custGeom>
              <a:avLst/>
              <a:gdLst/>
              <a:ahLst/>
              <a:cxnLst/>
              <a:rect l="l" t="t" r="r" b="b"/>
              <a:pathLst>
                <a:path w="503" h="503" extrusionOk="0">
                  <a:moveTo>
                    <a:pt x="252" y="0"/>
                  </a:moveTo>
                  <a:cubicBezTo>
                    <a:pt x="116" y="0"/>
                    <a:pt x="0" y="109"/>
                    <a:pt x="0" y="251"/>
                  </a:cubicBezTo>
                  <a:cubicBezTo>
                    <a:pt x="0" y="387"/>
                    <a:pt x="116" y="503"/>
                    <a:pt x="252" y="503"/>
                  </a:cubicBezTo>
                  <a:cubicBezTo>
                    <a:pt x="387" y="503"/>
                    <a:pt x="503" y="387"/>
                    <a:pt x="503" y="251"/>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8"/>
            <p:cNvSpPr/>
            <p:nvPr/>
          </p:nvSpPr>
          <p:spPr>
            <a:xfrm>
              <a:off x="1227500" y="5422500"/>
              <a:ext cx="12400" cy="12575"/>
            </a:xfrm>
            <a:custGeom>
              <a:avLst/>
              <a:gdLst/>
              <a:ahLst/>
              <a:cxnLst/>
              <a:rect l="l" t="t" r="r" b="b"/>
              <a:pathLst>
                <a:path w="496" h="503" extrusionOk="0">
                  <a:moveTo>
                    <a:pt x="251" y="0"/>
                  </a:moveTo>
                  <a:cubicBezTo>
                    <a:pt x="109" y="0"/>
                    <a:pt x="0" y="109"/>
                    <a:pt x="0" y="251"/>
                  </a:cubicBezTo>
                  <a:cubicBezTo>
                    <a:pt x="0" y="387"/>
                    <a:pt x="109" y="503"/>
                    <a:pt x="251" y="503"/>
                  </a:cubicBezTo>
                  <a:cubicBezTo>
                    <a:pt x="387" y="503"/>
                    <a:pt x="496" y="387"/>
                    <a:pt x="496" y="251"/>
                  </a:cubicBezTo>
                  <a:cubicBezTo>
                    <a:pt x="496"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8"/>
            <p:cNvSpPr/>
            <p:nvPr/>
          </p:nvSpPr>
          <p:spPr>
            <a:xfrm>
              <a:off x="1319275" y="5422500"/>
              <a:ext cx="12550" cy="12575"/>
            </a:xfrm>
            <a:custGeom>
              <a:avLst/>
              <a:gdLst/>
              <a:ahLst/>
              <a:cxnLst/>
              <a:rect l="l" t="t" r="r" b="b"/>
              <a:pathLst>
                <a:path w="502" h="503" extrusionOk="0">
                  <a:moveTo>
                    <a:pt x="252" y="0"/>
                  </a:moveTo>
                  <a:cubicBezTo>
                    <a:pt x="114" y="0"/>
                    <a:pt x="1" y="109"/>
                    <a:pt x="1" y="251"/>
                  </a:cubicBezTo>
                  <a:cubicBezTo>
                    <a:pt x="1" y="387"/>
                    <a:pt x="114" y="503"/>
                    <a:pt x="252" y="503"/>
                  </a:cubicBezTo>
                  <a:cubicBezTo>
                    <a:pt x="388" y="503"/>
                    <a:pt x="501" y="387"/>
                    <a:pt x="501" y="251"/>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8"/>
            <p:cNvSpPr/>
            <p:nvPr/>
          </p:nvSpPr>
          <p:spPr>
            <a:xfrm>
              <a:off x="1411200" y="5422500"/>
              <a:ext cx="12425" cy="12575"/>
            </a:xfrm>
            <a:custGeom>
              <a:avLst/>
              <a:gdLst/>
              <a:ahLst/>
              <a:cxnLst/>
              <a:rect l="l" t="t" r="r" b="b"/>
              <a:pathLst>
                <a:path w="497" h="503" extrusionOk="0">
                  <a:moveTo>
                    <a:pt x="245" y="0"/>
                  </a:moveTo>
                  <a:cubicBezTo>
                    <a:pt x="109" y="0"/>
                    <a:pt x="1" y="109"/>
                    <a:pt x="1" y="251"/>
                  </a:cubicBezTo>
                  <a:cubicBezTo>
                    <a:pt x="1" y="387"/>
                    <a:pt x="109" y="503"/>
                    <a:pt x="245" y="503"/>
                  </a:cubicBezTo>
                  <a:cubicBezTo>
                    <a:pt x="388" y="503"/>
                    <a:pt x="496" y="387"/>
                    <a:pt x="496" y="251"/>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8"/>
            <p:cNvSpPr/>
            <p:nvPr/>
          </p:nvSpPr>
          <p:spPr>
            <a:xfrm>
              <a:off x="1503000" y="5422500"/>
              <a:ext cx="12525" cy="12575"/>
            </a:xfrm>
            <a:custGeom>
              <a:avLst/>
              <a:gdLst/>
              <a:ahLst/>
              <a:cxnLst/>
              <a:rect l="l" t="t" r="r" b="b"/>
              <a:pathLst>
                <a:path w="501" h="503" extrusionOk="0">
                  <a:moveTo>
                    <a:pt x="250" y="0"/>
                  </a:moveTo>
                  <a:cubicBezTo>
                    <a:pt x="114" y="0"/>
                    <a:pt x="0" y="109"/>
                    <a:pt x="0" y="251"/>
                  </a:cubicBezTo>
                  <a:cubicBezTo>
                    <a:pt x="0" y="387"/>
                    <a:pt x="114" y="503"/>
                    <a:pt x="250" y="503"/>
                  </a:cubicBezTo>
                  <a:cubicBezTo>
                    <a:pt x="387" y="503"/>
                    <a:pt x="501" y="387"/>
                    <a:pt x="501" y="251"/>
                  </a:cubicBezTo>
                  <a:cubicBezTo>
                    <a:pt x="501" y="109"/>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8"/>
            <p:cNvSpPr/>
            <p:nvPr/>
          </p:nvSpPr>
          <p:spPr>
            <a:xfrm>
              <a:off x="1594750" y="5422500"/>
              <a:ext cx="12575" cy="12575"/>
            </a:xfrm>
            <a:custGeom>
              <a:avLst/>
              <a:gdLst/>
              <a:ahLst/>
              <a:cxnLst/>
              <a:rect l="l" t="t" r="r" b="b"/>
              <a:pathLst>
                <a:path w="503" h="503" extrusionOk="0">
                  <a:moveTo>
                    <a:pt x="251" y="0"/>
                  </a:moveTo>
                  <a:cubicBezTo>
                    <a:pt x="115" y="0"/>
                    <a:pt x="0" y="109"/>
                    <a:pt x="0" y="251"/>
                  </a:cubicBezTo>
                  <a:cubicBezTo>
                    <a:pt x="0" y="387"/>
                    <a:pt x="115" y="503"/>
                    <a:pt x="251" y="503"/>
                  </a:cubicBezTo>
                  <a:cubicBezTo>
                    <a:pt x="394" y="503"/>
                    <a:pt x="503" y="387"/>
                    <a:pt x="503" y="251"/>
                  </a:cubicBezTo>
                  <a:cubicBezTo>
                    <a:pt x="503" y="109"/>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8"/>
            <p:cNvSpPr/>
            <p:nvPr/>
          </p:nvSpPr>
          <p:spPr>
            <a:xfrm>
              <a:off x="1686650" y="5422500"/>
              <a:ext cx="12600" cy="12575"/>
            </a:xfrm>
            <a:custGeom>
              <a:avLst/>
              <a:gdLst/>
              <a:ahLst/>
              <a:cxnLst/>
              <a:rect l="l" t="t" r="r" b="b"/>
              <a:pathLst>
                <a:path w="504" h="503" extrusionOk="0">
                  <a:moveTo>
                    <a:pt x="252" y="0"/>
                  </a:moveTo>
                  <a:cubicBezTo>
                    <a:pt x="116" y="0"/>
                    <a:pt x="1" y="109"/>
                    <a:pt x="1" y="251"/>
                  </a:cubicBezTo>
                  <a:cubicBezTo>
                    <a:pt x="1" y="387"/>
                    <a:pt x="116" y="503"/>
                    <a:pt x="252" y="503"/>
                  </a:cubicBezTo>
                  <a:cubicBezTo>
                    <a:pt x="388" y="503"/>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8"/>
            <p:cNvSpPr/>
            <p:nvPr/>
          </p:nvSpPr>
          <p:spPr>
            <a:xfrm>
              <a:off x="1778450" y="5422500"/>
              <a:ext cx="12550" cy="12575"/>
            </a:xfrm>
            <a:custGeom>
              <a:avLst/>
              <a:gdLst/>
              <a:ahLst/>
              <a:cxnLst/>
              <a:rect l="l" t="t" r="r" b="b"/>
              <a:pathLst>
                <a:path w="502" h="503" extrusionOk="0">
                  <a:moveTo>
                    <a:pt x="252" y="0"/>
                  </a:moveTo>
                  <a:cubicBezTo>
                    <a:pt x="114" y="0"/>
                    <a:pt x="1" y="109"/>
                    <a:pt x="1" y="251"/>
                  </a:cubicBezTo>
                  <a:cubicBezTo>
                    <a:pt x="1" y="387"/>
                    <a:pt x="114" y="503"/>
                    <a:pt x="252" y="503"/>
                  </a:cubicBezTo>
                  <a:cubicBezTo>
                    <a:pt x="388" y="503"/>
                    <a:pt x="501" y="387"/>
                    <a:pt x="501" y="251"/>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8"/>
            <p:cNvSpPr/>
            <p:nvPr/>
          </p:nvSpPr>
          <p:spPr>
            <a:xfrm>
              <a:off x="1870375" y="5422500"/>
              <a:ext cx="12400" cy="12575"/>
            </a:xfrm>
            <a:custGeom>
              <a:avLst/>
              <a:gdLst/>
              <a:ahLst/>
              <a:cxnLst/>
              <a:rect l="l" t="t" r="r" b="b"/>
              <a:pathLst>
                <a:path w="496" h="503" extrusionOk="0">
                  <a:moveTo>
                    <a:pt x="252" y="0"/>
                  </a:moveTo>
                  <a:cubicBezTo>
                    <a:pt x="109" y="0"/>
                    <a:pt x="0" y="109"/>
                    <a:pt x="0" y="251"/>
                  </a:cubicBezTo>
                  <a:cubicBezTo>
                    <a:pt x="0" y="387"/>
                    <a:pt x="109" y="503"/>
                    <a:pt x="252" y="503"/>
                  </a:cubicBezTo>
                  <a:cubicBezTo>
                    <a:pt x="387" y="503"/>
                    <a:pt x="496" y="387"/>
                    <a:pt x="496" y="251"/>
                  </a:cubicBezTo>
                  <a:cubicBezTo>
                    <a:pt x="496"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8"/>
            <p:cNvSpPr/>
            <p:nvPr/>
          </p:nvSpPr>
          <p:spPr>
            <a:xfrm>
              <a:off x="1962150" y="5422500"/>
              <a:ext cx="12550" cy="12575"/>
            </a:xfrm>
            <a:custGeom>
              <a:avLst/>
              <a:gdLst/>
              <a:ahLst/>
              <a:cxnLst/>
              <a:rect l="l" t="t" r="r" b="b"/>
              <a:pathLst>
                <a:path w="502" h="503" extrusionOk="0">
                  <a:moveTo>
                    <a:pt x="250" y="0"/>
                  </a:moveTo>
                  <a:cubicBezTo>
                    <a:pt x="114" y="0"/>
                    <a:pt x="1" y="109"/>
                    <a:pt x="1" y="251"/>
                  </a:cubicBezTo>
                  <a:cubicBezTo>
                    <a:pt x="1" y="387"/>
                    <a:pt x="114" y="503"/>
                    <a:pt x="250" y="503"/>
                  </a:cubicBezTo>
                  <a:cubicBezTo>
                    <a:pt x="388" y="503"/>
                    <a:pt x="502" y="387"/>
                    <a:pt x="502" y="251"/>
                  </a:cubicBezTo>
                  <a:cubicBezTo>
                    <a:pt x="502"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8"/>
            <p:cNvSpPr/>
            <p:nvPr/>
          </p:nvSpPr>
          <p:spPr>
            <a:xfrm>
              <a:off x="2054075" y="5422500"/>
              <a:ext cx="12425" cy="12575"/>
            </a:xfrm>
            <a:custGeom>
              <a:avLst/>
              <a:gdLst/>
              <a:ahLst/>
              <a:cxnLst/>
              <a:rect l="l" t="t" r="r" b="b"/>
              <a:pathLst>
                <a:path w="497" h="503" extrusionOk="0">
                  <a:moveTo>
                    <a:pt x="252" y="0"/>
                  </a:moveTo>
                  <a:cubicBezTo>
                    <a:pt x="109" y="0"/>
                    <a:pt x="1" y="109"/>
                    <a:pt x="1" y="251"/>
                  </a:cubicBezTo>
                  <a:cubicBezTo>
                    <a:pt x="1" y="387"/>
                    <a:pt x="109" y="503"/>
                    <a:pt x="252" y="503"/>
                  </a:cubicBezTo>
                  <a:cubicBezTo>
                    <a:pt x="388" y="503"/>
                    <a:pt x="496" y="387"/>
                    <a:pt x="496" y="251"/>
                  </a:cubicBezTo>
                  <a:cubicBezTo>
                    <a:pt x="496"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8"/>
            <p:cNvSpPr/>
            <p:nvPr/>
          </p:nvSpPr>
          <p:spPr>
            <a:xfrm>
              <a:off x="2145825" y="5422500"/>
              <a:ext cx="12600" cy="12575"/>
            </a:xfrm>
            <a:custGeom>
              <a:avLst/>
              <a:gdLst/>
              <a:ahLst/>
              <a:cxnLst/>
              <a:rect l="l" t="t" r="r" b="b"/>
              <a:pathLst>
                <a:path w="504" h="503" extrusionOk="0">
                  <a:moveTo>
                    <a:pt x="252" y="0"/>
                  </a:moveTo>
                  <a:cubicBezTo>
                    <a:pt x="116" y="0"/>
                    <a:pt x="1" y="109"/>
                    <a:pt x="1" y="251"/>
                  </a:cubicBezTo>
                  <a:cubicBezTo>
                    <a:pt x="1" y="387"/>
                    <a:pt x="116" y="503"/>
                    <a:pt x="252" y="503"/>
                  </a:cubicBezTo>
                  <a:cubicBezTo>
                    <a:pt x="388" y="503"/>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8"/>
            <p:cNvSpPr/>
            <p:nvPr/>
          </p:nvSpPr>
          <p:spPr>
            <a:xfrm>
              <a:off x="2237800" y="5422500"/>
              <a:ext cx="12350" cy="12575"/>
            </a:xfrm>
            <a:custGeom>
              <a:avLst/>
              <a:gdLst/>
              <a:ahLst/>
              <a:cxnLst/>
              <a:rect l="l" t="t" r="r" b="b"/>
              <a:pathLst>
                <a:path w="494" h="503" extrusionOk="0">
                  <a:moveTo>
                    <a:pt x="244" y="0"/>
                  </a:moveTo>
                  <a:cubicBezTo>
                    <a:pt x="107" y="0"/>
                    <a:pt x="0" y="109"/>
                    <a:pt x="0" y="251"/>
                  </a:cubicBezTo>
                  <a:cubicBezTo>
                    <a:pt x="0" y="387"/>
                    <a:pt x="107" y="503"/>
                    <a:pt x="244" y="503"/>
                  </a:cubicBezTo>
                  <a:cubicBezTo>
                    <a:pt x="387" y="503"/>
                    <a:pt x="494" y="387"/>
                    <a:pt x="494" y="251"/>
                  </a:cubicBezTo>
                  <a:cubicBezTo>
                    <a:pt x="494" y="109"/>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8"/>
            <p:cNvSpPr/>
            <p:nvPr/>
          </p:nvSpPr>
          <p:spPr>
            <a:xfrm>
              <a:off x="2329550" y="5422500"/>
              <a:ext cx="12575" cy="12575"/>
            </a:xfrm>
            <a:custGeom>
              <a:avLst/>
              <a:gdLst/>
              <a:ahLst/>
              <a:cxnLst/>
              <a:rect l="l" t="t" r="r" b="b"/>
              <a:pathLst>
                <a:path w="503" h="503" extrusionOk="0">
                  <a:moveTo>
                    <a:pt x="251" y="0"/>
                  </a:moveTo>
                  <a:cubicBezTo>
                    <a:pt x="115" y="0"/>
                    <a:pt x="0" y="109"/>
                    <a:pt x="0" y="251"/>
                  </a:cubicBezTo>
                  <a:cubicBezTo>
                    <a:pt x="0" y="387"/>
                    <a:pt x="115" y="503"/>
                    <a:pt x="251" y="503"/>
                  </a:cubicBezTo>
                  <a:cubicBezTo>
                    <a:pt x="387" y="503"/>
                    <a:pt x="502" y="387"/>
                    <a:pt x="502" y="251"/>
                  </a:cubicBezTo>
                  <a:cubicBezTo>
                    <a:pt x="502"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8"/>
            <p:cNvSpPr/>
            <p:nvPr/>
          </p:nvSpPr>
          <p:spPr>
            <a:xfrm>
              <a:off x="2421325" y="5422500"/>
              <a:ext cx="12550" cy="12575"/>
            </a:xfrm>
            <a:custGeom>
              <a:avLst/>
              <a:gdLst/>
              <a:ahLst/>
              <a:cxnLst/>
              <a:rect l="l" t="t" r="r" b="b"/>
              <a:pathLst>
                <a:path w="502" h="503" extrusionOk="0">
                  <a:moveTo>
                    <a:pt x="250" y="0"/>
                  </a:moveTo>
                  <a:cubicBezTo>
                    <a:pt x="114" y="0"/>
                    <a:pt x="1" y="109"/>
                    <a:pt x="1" y="251"/>
                  </a:cubicBezTo>
                  <a:cubicBezTo>
                    <a:pt x="1" y="387"/>
                    <a:pt x="114" y="503"/>
                    <a:pt x="250" y="503"/>
                  </a:cubicBezTo>
                  <a:cubicBezTo>
                    <a:pt x="395" y="503"/>
                    <a:pt x="501" y="387"/>
                    <a:pt x="501" y="251"/>
                  </a:cubicBezTo>
                  <a:cubicBezTo>
                    <a:pt x="501" y="109"/>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8"/>
            <p:cNvSpPr/>
            <p:nvPr/>
          </p:nvSpPr>
          <p:spPr>
            <a:xfrm>
              <a:off x="2513250" y="5422500"/>
              <a:ext cx="12575" cy="12575"/>
            </a:xfrm>
            <a:custGeom>
              <a:avLst/>
              <a:gdLst/>
              <a:ahLst/>
              <a:cxnLst/>
              <a:rect l="l" t="t" r="r" b="b"/>
              <a:pathLst>
                <a:path w="503" h="503" extrusionOk="0">
                  <a:moveTo>
                    <a:pt x="252" y="0"/>
                  </a:moveTo>
                  <a:cubicBezTo>
                    <a:pt x="109" y="0"/>
                    <a:pt x="0" y="109"/>
                    <a:pt x="0" y="251"/>
                  </a:cubicBezTo>
                  <a:cubicBezTo>
                    <a:pt x="0" y="387"/>
                    <a:pt x="109" y="503"/>
                    <a:pt x="252" y="503"/>
                  </a:cubicBezTo>
                  <a:cubicBezTo>
                    <a:pt x="388" y="503"/>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8"/>
            <p:cNvSpPr/>
            <p:nvPr/>
          </p:nvSpPr>
          <p:spPr>
            <a:xfrm>
              <a:off x="2605000" y="5422500"/>
              <a:ext cx="12575" cy="12575"/>
            </a:xfrm>
            <a:custGeom>
              <a:avLst/>
              <a:gdLst/>
              <a:ahLst/>
              <a:cxnLst/>
              <a:rect l="l" t="t" r="r" b="b"/>
              <a:pathLst>
                <a:path w="503" h="503" extrusionOk="0">
                  <a:moveTo>
                    <a:pt x="252" y="0"/>
                  </a:moveTo>
                  <a:cubicBezTo>
                    <a:pt x="116" y="0"/>
                    <a:pt x="0" y="109"/>
                    <a:pt x="0" y="251"/>
                  </a:cubicBezTo>
                  <a:cubicBezTo>
                    <a:pt x="0" y="387"/>
                    <a:pt x="116" y="503"/>
                    <a:pt x="252" y="503"/>
                  </a:cubicBezTo>
                  <a:cubicBezTo>
                    <a:pt x="387" y="503"/>
                    <a:pt x="503" y="387"/>
                    <a:pt x="503" y="251"/>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8"/>
            <p:cNvSpPr/>
            <p:nvPr/>
          </p:nvSpPr>
          <p:spPr>
            <a:xfrm>
              <a:off x="2696950" y="5422500"/>
              <a:ext cx="12375" cy="12575"/>
            </a:xfrm>
            <a:custGeom>
              <a:avLst/>
              <a:gdLst/>
              <a:ahLst/>
              <a:cxnLst/>
              <a:rect l="l" t="t" r="r" b="b"/>
              <a:pathLst>
                <a:path w="495" h="503" extrusionOk="0">
                  <a:moveTo>
                    <a:pt x="252" y="0"/>
                  </a:moveTo>
                  <a:cubicBezTo>
                    <a:pt x="108" y="0"/>
                    <a:pt x="1" y="109"/>
                    <a:pt x="1" y="251"/>
                  </a:cubicBezTo>
                  <a:cubicBezTo>
                    <a:pt x="1" y="387"/>
                    <a:pt x="108" y="503"/>
                    <a:pt x="252" y="503"/>
                  </a:cubicBezTo>
                  <a:cubicBezTo>
                    <a:pt x="388" y="503"/>
                    <a:pt x="495" y="387"/>
                    <a:pt x="495" y="251"/>
                  </a:cubicBezTo>
                  <a:cubicBezTo>
                    <a:pt x="495"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8"/>
            <p:cNvSpPr/>
            <p:nvPr/>
          </p:nvSpPr>
          <p:spPr>
            <a:xfrm>
              <a:off x="2788700" y="5422500"/>
              <a:ext cx="12600" cy="12575"/>
            </a:xfrm>
            <a:custGeom>
              <a:avLst/>
              <a:gdLst/>
              <a:ahLst/>
              <a:cxnLst/>
              <a:rect l="l" t="t" r="r" b="b"/>
              <a:pathLst>
                <a:path w="504" h="503" extrusionOk="0">
                  <a:moveTo>
                    <a:pt x="252" y="0"/>
                  </a:moveTo>
                  <a:cubicBezTo>
                    <a:pt x="116" y="0"/>
                    <a:pt x="1" y="109"/>
                    <a:pt x="1" y="251"/>
                  </a:cubicBezTo>
                  <a:cubicBezTo>
                    <a:pt x="1" y="387"/>
                    <a:pt x="116" y="503"/>
                    <a:pt x="252" y="503"/>
                  </a:cubicBezTo>
                  <a:cubicBezTo>
                    <a:pt x="388" y="503"/>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8"/>
            <p:cNvSpPr/>
            <p:nvPr/>
          </p:nvSpPr>
          <p:spPr>
            <a:xfrm>
              <a:off x="2880675" y="5422500"/>
              <a:ext cx="12375" cy="12575"/>
            </a:xfrm>
            <a:custGeom>
              <a:avLst/>
              <a:gdLst/>
              <a:ahLst/>
              <a:cxnLst/>
              <a:rect l="l" t="t" r="r" b="b"/>
              <a:pathLst>
                <a:path w="495" h="503" extrusionOk="0">
                  <a:moveTo>
                    <a:pt x="243" y="0"/>
                  </a:moveTo>
                  <a:cubicBezTo>
                    <a:pt x="107" y="0"/>
                    <a:pt x="0" y="109"/>
                    <a:pt x="0" y="251"/>
                  </a:cubicBezTo>
                  <a:cubicBezTo>
                    <a:pt x="0" y="387"/>
                    <a:pt x="107" y="503"/>
                    <a:pt x="243" y="503"/>
                  </a:cubicBezTo>
                  <a:cubicBezTo>
                    <a:pt x="387" y="503"/>
                    <a:pt x="494" y="387"/>
                    <a:pt x="494" y="251"/>
                  </a:cubicBezTo>
                  <a:cubicBezTo>
                    <a:pt x="494" y="109"/>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8"/>
            <p:cNvSpPr/>
            <p:nvPr/>
          </p:nvSpPr>
          <p:spPr>
            <a:xfrm>
              <a:off x="2972425" y="5422500"/>
              <a:ext cx="12575" cy="12575"/>
            </a:xfrm>
            <a:custGeom>
              <a:avLst/>
              <a:gdLst/>
              <a:ahLst/>
              <a:cxnLst/>
              <a:rect l="l" t="t" r="r" b="b"/>
              <a:pathLst>
                <a:path w="503" h="503" extrusionOk="0">
                  <a:moveTo>
                    <a:pt x="251" y="0"/>
                  </a:moveTo>
                  <a:cubicBezTo>
                    <a:pt x="115" y="0"/>
                    <a:pt x="0" y="109"/>
                    <a:pt x="0" y="251"/>
                  </a:cubicBezTo>
                  <a:cubicBezTo>
                    <a:pt x="0" y="387"/>
                    <a:pt x="115" y="503"/>
                    <a:pt x="251" y="503"/>
                  </a:cubicBezTo>
                  <a:cubicBezTo>
                    <a:pt x="387" y="503"/>
                    <a:pt x="503" y="387"/>
                    <a:pt x="503" y="251"/>
                  </a:cubicBezTo>
                  <a:cubicBezTo>
                    <a:pt x="503"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8"/>
            <p:cNvSpPr/>
            <p:nvPr/>
          </p:nvSpPr>
          <p:spPr>
            <a:xfrm>
              <a:off x="3064375" y="5422500"/>
              <a:ext cx="12375" cy="12575"/>
            </a:xfrm>
            <a:custGeom>
              <a:avLst/>
              <a:gdLst/>
              <a:ahLst/>
              <a:cxnLst/>
              <a:rect l="l" t="t" r="r" b="b"/>
              <a:pathLst>
                <a:path w="495" h="503" extrusionOk="0">
                  <a:moveTo>
                    <a:pt x="243" y="0"/>
                  </a:moveTo>
                  <a:cubicBezTo>
                    <a:pt x="107" y="0"/>
                    <a:pt x="1" y="109"/>
                    <a:pt x="1" y="251"/>
                  </a:cubicBezTo>
                  <a:cubicBezTo>
                    <a:pt x="1" y="387"/>
                    <a:pt x="107" y="503"/>
                    <a:pt x="243" y="503"/>
                  </a:cubicBezTo>
                  <a:cubicBezTo>
                    <a:pt x="388" y="503"/>
                    <a:pt x="495" y="387"/>
                    <a:pt x="495" y="251"/>
                  </a:cubicBezTo>
                  <a:cubicBezTo>
                    <a:pt x="495" y="109"/>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8"/>
            <p:cNvSpPr/>
            <p:nvPr/>
          </p:nvSpPr>
          <p:spPr>
            <a:xfrm>
              <a:off x="3156125" y="5422500"/>
              <a:ext cx="12600" cy="12575"/>
            </a:xfrm>
            <a:custGeom>
              <a:avLst/>
              <a:gdLst/>
              <a:ahLst/>
              <a:cxnLst/>
              <a:rect l="l" t="t" r="r" b="b"/>
              <a:pathLst>
                <a:path w="504" h="503" extrusionOk="0">
                  <a:moveTo>
                    <a:pt x="252" y="0"/>
                  </a:moveTo>
                  <a:cubicBezTo>
                    <a:pt x="116" y="0"/>
                    <a:pt x="1" y="109"/>
                    <a:pt x="1" y="251"/>
                  </a:cubicBezTo>
                  <a:cubicBezTo>
                    <a:pt x="1" y="387"/>
                    <a:pt x="116" y="503"/>
                    <a:pt x="252" y="503"/>
                  </a:cubicBezTo>
                  <a:cubicBezTo>
                    <a:pt x="388" y="503"/>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8"/>
            <p:cNvSpPr/>
            <p:nvPr/>
          </p:nvSpPr>
          <p:spPr>
            <a:xfrm>
              <a:off x="3247875" y="5422500"/>
              <a:ext cx="12575" cy="12575"/>
            </a:xfrm>
            <a:custGeom>
              <a:avLst/>
              <a:gdLst/>
              <a:ahLst/>
              <a:cxnLst/>
              <a:rect l="l" t="t" r="r" b="b"/>
              <a:pathLst>
                <a:path w="503" h="503" extrusionOk="0">
                  <a:moveTo>
                    <a:pt x="252" y="0"/>
                  </a:moveTo>
                  <a:cubicBezTo>
                    <a:pt x="116" y="0"/>
                    <a:pt x="1" y="109"/>
                    <a:pt x="1" y="251"/>
                  </a:cubicBezTo>
                  <a:cubicBezTo>
                    <a:pt x="1" y="387"/>
                    <a:pt x="116" y="503"/>
                    <a:pt x="252" y="503"/>
                  </a:cubicBezTo>
                  <a:cubicBezTo>
                    <a:pt x="388" y="503"/>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8"/>
            <p:cNvSpPr/>
            <p:nvPr/>
          </p:nvSpPr>
          <p:spPr>
            <a:xfrm>
              <a:off x="3339850" y="5422500"/>
              <a:ext cx="12525" cy="12575"/>
            </a:xfrm>
            <a:custGeom>
              <a:avLst/>
              <a:gdLst/>
              <a:ahLst/>
              <a:cxnLst/>
              <a:rect l="l" t="t" r="r" b="b"/>
              <a:pathLst>
                <a:path w="501" h="503" extrusionOk="0">
                  <a:moveTo>
                    <a:pt x="251" y="0"/>
                  </a:moveTo>
                  <a:cubicBezTo>
                    <a:pt x="107" y="0"/>
                    <a:pt x="0" y="109"/>
                    <a:pt x="0" y="251"/>
                  </a:cubicBezTo>
                  <a:cubicBezTo>
                    <a:pt x="0" y="387"/>
                    <a:pt x="107" y="503"/>
                    <a:pt x="251" y="503"/>
                  </a:cubicBezTo>
                  <a:cubicBezTo>
                    <a:pt x="387" y="503"/>
                    <a:pt x="501" y="387"/>
                    <a:pt x="501" y="251"/>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8"/>
            <p:cNvSpPr/>
            <p:nvPr/>
          </p:nvSpPr>
          <p:spPr>
            <a:xfrm>
              <a:off x="3431575" y="5422500"/>
              <a:ext cx="12600" cy="12575"/>
            </a:xfrm>
            <a:custGeom>
              <a:avLst/>
              <a:gdLst/>
              <a:ahLst/>
              <a:cxnLst/>
              <a:rect l="l" t="t" r="r" b="b"/>
              <a:pathLst>
                <a:path w="504" h="503" extrusionOk="0">
                  <a:moveTo>
                    <a:pt x="252" y="0"/>
                  </a:moveTo>
                  <a:cubicBezTo>
                    <a:pt x="116" y="0"/>
                    <a:pt x="1" y="109"/>
                    <a:pt x="1" y="251"/>
                  </a:cubicBezTo>
                  <a:cubicBezTo>
                    <a:pt x="1" y="387"/>
                    <a:pt x="116" y="503"/>
                    <a:pt x="252" y="503"/>
                  </a:cubicBezTo>
                  <a:cubicBezTo>
                    <a:pt x="388" y="503"/>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8"/>
            <p:cNvSpPr/>
            <p:nvPr/>
          </p:nvSpPr>
          <p:spPr>
            <a:xfrm>
              <a:off x="3523550" y="5422500"/>
              <a:ext cx="12375" cy="12575"/>
            </a:xfrm>
            <a:custGeom>
              <a:avLst/>
              <a:gdLst/>
              <a:ahLst/>
              <a:cxnLst/>
              <a:rect l="l" t="t" r="r" b="b"/>
              <a:pathLst>
                <a:path w="495" h="503" extrusionOk="0">
                  <a:moveTo>
                    <a:pt x="250" y="0"/>
                  </a:moveTo>
                  <a:cubicBezTo>
                    <a:pt x="107" y="0"/>
                    <a:pt x="0" y="109"/>
                    <a:pt x="0" y="251"/>
                  </a:cubicBezTo>
                  <a:cubicBezTo>
                    <a:pt x="0" y="387"/>
                    <a:pt x="107" y="503"/>
                    <a:pt x="250" y="503"/>
                  </a:cubicBezTo>
                  <a:cubicBezTo>
                    <a:pt x="388" y="503"/>
                    <a:pt x="494" y="387"/>
                    <a:pt x="494" y="251"/>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8"/>
            <p:cNvSpPr/>
            <p:nvPr/>
          </p:nvSpPr>
          <p:spPr>
            <a:xfrm>
              <a:off x="635875" y="5336650"/>
              <a:ext cx="2940550" cy="1475"/>
            </a:xfrm>
            <a:custGeom>
              <a:avLst/>
              <a:gdLst/>
              <a:ahLst/>
              <a:cxnLst/>
              <a:rect l="l" t="t" r="r" b="b"/>
              <a:pathLst>
                <a:path w="117622" h="59" extrusionOk="0">
                  <a:moveTo>
                    <a:pt x="1" y="0"/>
                  </a:moveTo>
                  <a:lnTo>
                    <a:pt x="1" y="59"/>
                  </a:lnTo>
                  <a:lnTo>
                    <a:pt x="117622" y="59"/>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8"/>
            <p:cNvSpPr/>
            <p:nvPr/>
          </p:nvSpPr>
          <p:spPr>
            <a:xfrm>
              <a:off x="635875" y="5428425"/>
              <a:ext cx="2940550" cy="1450"/>
            </a:xfrm>
            <a:custGeom>
              <a:avLst/>
              <a:gdLst/>
              <a:ahLst/>
              <a:cxnLst/>
              <a:rect l="l" t="t" r="r" b="b"/>
              <a:pathLst>
                <a:path w="117622" h="58" extrusionOk="0">
                  <a:moveTo>
                    <a:pt x="1" y="1"/>
                  </a:moveTo>
                  <a:lnTo>
                    <a:pt x="1" y="57"/>
                  </a:lnTo>
                  <a:lnTo>
                    <a:pt x="117622" y="57"/>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8"/>
            <p:cNvSpPr/>
            <p:nvPr/>
          </p:nvSpPr>
          <p:spPr>
            <a:xfrm>
              <a:off x="635875" y="5244725"/>
              <a:ext cx="2940550" cy="1450"/>
            </a:xfrm>
            <a:custGeom>
              <a:avLst/>
              <a:gdLst/>
              <a:ahLst/>
              <a:cxnLst/>
              <a:rect l="l" t="t" r="r" b="b"/>
              <a:pathLst>
                <a:path w="117622" h="58"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8"/>
            <p:cNvSpPr/>
            <p:nvPr/>
          </p:nvSpPr>
          <p:spPr>
            <a:xfrm>
              <a:off x="635875" y="5152975"/>
              <a:ext cx="2940550" cy="1450"/>
            </a:xfrm>
            <a:custGeom>
              <a:avLst/>
              <a:gdLst/>
              <a:ahLst/>
              <a:cxnLst/>
              <a:rect l="l" t="t" r="r" b="b"/>
              <a:pathLst>
                <a:path w="117622" h="58"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8"/>
            <p:cNvSpPr/>
            <p:nvPr/>
          </p:nvSpPr>
          <p:spPr>
            <a:xfrm>
              <a:off x="635875" y="5061000"/>
              <a:ext cx="2940550" cy="1450"/>
            </a:xfrm>
            <a:custGeom>
              <a:avLst/>
              <a:gdLst/>
              <a:ahLst/>
              <a:cxnLst/>
              <a:rect l="l" t="t" r="r" b="b"/>
              <a:pathLst>
                <a:path w="117622" h="58" extrusionOk="0">
                  <a:moveTo>
                    <a:pt x="1" y="1"/>
                  </a:moveTo>
                  <a:lnTo>
                    <a:pt x="1" y="58"/>
                  </a:lnTo>
                  <a:lnTo>
                    <a:pt x="117622" y="58"/>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8"/>
            <p:cNvSpPr/>
            <p:nvPr/>
          </p:nvSpPr>
          <p:spPr>
            <a:xfrm>
              <a:off x="635875" y="4969250"/>
              <a:ext cx="2940550" cy="1450"/>
            </a:xfrm>
            <a:custGeom>
              <a:avLst/>
              <a:gdLst/>
              <a:ahLst/>
              <a:cxnLst/>
              <a:rect l="l" t="t" r="r" b="b"/>
              <a:pathLst>
                <a:path w="117622" h="58" extrusionOk="0">
                  <a:moveTo>
                    <a:pt x="1" y="1"/>
                  </a:moveTo>
                  <a:lnTo>
                    <a:pt x="1" y="58"/>
                  </a:lnTo>
                  <a:lnTo>
                    <a:pt x="117622" y="58"/>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8"/>
            <p:cNvSpPr/>
            <p:nvPr/>
          </p:nvSpPr>
          <p:spPr>
            <a:xfrm>
              <a:off x="635875" y="4877300"/>
              <a:ext cx="2940550" cy="1650"/>
            </a:xfrm>
            <a:custGeom>
              <a:avLst/>
              <a:gdLst/>
              <a:ahLst/>
              <a:cxnLst/>
              <a:rect l="l" t="t" r="r" b="b"/>
              <a:pathLst>
                <a:path w="117622" h="66" extrusionOk="0">
                  <a:moveTo>
                    <a:pt x="1" y="0"/>
                  </a:moveTo>
                  <a:lnTo>
                    <a:pt x="1" y="66"/>
                  </a:lnTo>
                  <a:lnTo>
                    <a:pt x="117622" y="66"/>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8"/>
            <p:cNvSpPr/>
            <p:nvPr/>
          </p:nvSpPr>
          <p:spPr>
            <a:xfrm>
              <a:off x="635875" y="4785550"/>
              <a:ext cx="2940550" cy="1450"/>
            </a:xfrm>
            <a:custGeom>
              <a:avLst/>
              <a:gdLst/>
              <a:ahLst/>
              <a:cxnLst/>
              <a:rect l="l" t="t" r="r" b="b"/>
              <a:pathLst>
                <a:path w="117622" h="58"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8"/>
            <p:cNvSpPr/>
            <p:nvPr/>
          </p:nvSpPr>
          <p:spPr>
            <a:xfrm>
              <a:off x="635875" y="4693575"/>
              <a:ext cx="2940550" cy="1675"/>
            </a:xfrm>
            <a:custGeom>
              <a:avLst/>
              <a:gdLst/>
              <a:ahLst/>
              <a:cxnLst/>
              <a:rect l="l" t="t" r="r" b="b"/>
              <a:pathLst>
                <a:path w="117622" h="67" extrusionOk="0">
                  <a:moveTo>
                    <a:pt x="1" y="1"/>
                  </a:moveTo>
                  <a:lnTo>
                    <a:pt x="1" y="66"/>
                  </a:lnTo>
                  <a:lnTo>
                    <a:pt x="117622" y="66"/>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8"/>
            <p:cNvSpPr/>
            <p:nvPr/>
          </p:nvSpPr>
          <p:spPr>
            <a:xfrm>
              <a:off x="635875" y="4601850"/>
              <a:ext cx="2940550" cy="1425"/>
            </a:xfrm>
            <a:custGeom>
              <a:avLst/>
              <a:gdLst/>
              <a:ahLst/>
              <a:cxnLst/>
              <a:rect l="l" t="t" r="r" b="b"/>
              <a:pathLst>
                <a:path w="117622" h="57"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8"/>
            <p:cNvSpPr/>
            <p:nvPr/>
          </p:nvSpPr>
          <p:spPr>
            <a:xfrm>
              <a:off x="635875" y="4510100"/>
              <a:ext cx="2940550" cy="1425"/>
            </a:xfrm>
            <a:custGeom>
              <a:avLst/>
              <a:gdLst/>
              <a:ahLst/>
              <a:cxnLst/>
              <a:rect l="l" t="t" r="r" b="b"/>
              <a:pathLst>
                <a:path w="117622" h="57"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8"/>
            <p:cNvSpPr/>
            <p:nvPr/>
          </p:nvSpPr>
          <p:spPr>
            <a:xfrm>
              <a:off x="635875" y="4418125"/>
              <a:ext cx="2940550" cy="1500"/>
            </a:xfrm>
            <a:custGeom>
              <a:avLst/>
              <a:gdLst/>
              <a:ahLst/>
              <a:cxnLst/>
              <a:rect l="l" t="t" r="r" b="b"/>
              <a:pathLst>
                <a:path w="117622" h="60" extrusionOk="0">
                  <a:moveTo>
                    <a:pt x="1" y="1"/>
                  </a:moveTo>
                  <a:lnTo>
                    <a:pt x="1" y="59"/>
                  </a:lnTo>
                  <a:lnTo>
                    <a:pt x="117622" y="59"/>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8"/>
            <p:cNvSpPr/>
            <p:nvPr/>
          </p:nvSpPr>
          <p:spPr>
            <a:xfrm>
              <a:off x="635875" y="4326375"/>
              <a:ext cx="2940550" cy="1450"/>
            </a:xfrm>
            <a:custGeom>
              <a:avLst/>
              <a:gdLst/>
              <a:ahLst/>
              <a:cxnLst/>
              <a:rect l="l" t="t" r="r" b="b"/>
              <a:pathLst>
                <a:path w="117622" h="58" extrusionOk="0">
                  <a:moveTo>
                    <a:pt x="1" y="1"/>
                  </a:moveTo>
                  <a:lnTo>
                    <a:pt x="1" y="57"/>
                  </a:lnTo>
                  <a:lnTo>
                    <a:pt x="117622" y="57"/>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8"/>
            <p:cNvSpPr/>
            <p:nvPr/>
          </p:nvSpPr>
          <p:spPr>
            <a:xfrm>
              <a:off x="635875" y="4234425"/>
              <a:ext cx="2940550" cy="1475"/>
            </a:xfrm>
            <a:custGeom>
              <a:avLst/>
              <a:gdLst/>
              <a:ahLst/>
              <a:cxnLst/>
              <a:rect l="l" t="t" r="r" b="b"/>
              <a:pathLst>
                <a:path w="117622" h="59" extrusionOk="0">
                  <a:moveTo>
                    <a:pt x="1" y="0"/>
                  </a:moveTo>
                  <a:lnTo>
                    <a:pt x="1" y="59"/>
                  </a:lnTo>
                  <a:lnTo>
                    <a:pt x="117622" y="59"/>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8"/>
            <p:cNvSpPr/>
            <p:nvPr/>
          </p:nvSpPr>
          <p:spPr>
            <a:xfrm>
              <a:off x="635875" y="4142675"/>
              <a:ext cx="2940550" cy="1425"/>
            </a:xfrm>
            <a:custGeom>
              <a:avLst/>
              <a:gdLst/>
              <a:ahLst/>
              <a:cxnLst/>
              <a:rect l="l" t="t" r="r" b="b"/>
              <a:pathLst>
                <a:path w="117622" h="57"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8"/>
            <p:cNvSpPr/>
            <p:nvPr/>
          </p:nvSpPr>
          <p:spPr>
            <a:xfrm>
              <a:off x="635875" y="4050750"/>
              <a:ext cx="2940550" cy="1625"/>
            </a:xfrm>
            <a:custGeom>
              <a:avLst/>
              <a:gdLst/>
              <a:ahLst/>
              <a:cxnLst/>
              <a:rect l="l" t="t" r="r" b="b"/>
              <a:pathLst>
                <a:path w="117622" h="65" extrusionOk="0">
                  <a:moveTo>
                    <a:pt x="1" y="0"/>
                  </a:moveTo>
                  <a:lnTo>
                    <a:pt x="1" y="64"/>
                  </a:lnTo>
                  <a:lnTo>
                    <a:pt x="117622" y="64"/>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8"/>
            <p:cNvSpPr/>
            <p:nvPr/>
          </p:nvSpPr>
          <p:spPr>
            <a:xfrm>
              <a:off x="635875" y="3958950"/>
              <a:ext cx="2940550" cy="1500"/>
            </a:xfrm>
            <a:custGeom>
              <a:avLst/>
              <a:gdLst/>
              <a:ahLst/>
              <a:cxnLst/>
              <a:rect l="l" t="t" r="r" b="b"/>
              <a:pathLst>
                <a:path w="117622" h="60" extrusionOk="0">
                  <a:moveTo>
                    <a:pt x="1" y="1"/>
                  </a:moveTo>
                  <a:lnTo>
                    <a:pt x="1" y="59"/>
                  </a:lnTo>
                  <a:lnTo>
                    <a:pt x="117622" y="59"/>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8"/>
            <p:cNvSpPr/>
            <p:nvPr/>
          </p:nvSpPr>
          <p:spPr>
            <a:xfrm>
              <a:off x="635875" y="3867025"/>
              <a:ext cx="2940550" cy="1625"/>
            </a:xfrm>
            <a:custGeom>
              <a:avLst/>
              <a:gdLst/>
              <a:ahLst/>
              <a:cxnLst/>
              <a:rect l="l" t="t" r="r" b="b"/>
              <a:pathLst>
                <a:path w="117622" h="65" extrusionOk="0">
                  <a:moveTo>
                    <a:pt x="1" y="1"/>
                  </a:moveTo>
                  <a:lnTo>
                    <a:pt x="1" y="65"/>
                  </a:lnTo>
                  <a:lnTo>
                    <a:pt x="117622" y="65"/>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8"/>
            <p:cNvSpPr/>
            <p:nvPr/>
          </p:nvSpPr>
          <p:spPr>
            <a:xfrm>
              <a:off x="635875" y="3775250"/>
              <a:ext cx="2940550" cy="1475"/>
            </a:xfrm>
            <a:custGeom>
              <a:avLst/>
              <a:gdLst/>
              <a:ahLst/>
              <a:cxnLst/>
              <a:rect l="l" t="t" r="r" b="b"/>
              <a:pathLst>
                <a:path w="117622" h="59" extrusionOk="0">
                  <a:moveTo>
                    <a:pt x="1" y="0"/>
                  </a:moveTo>
                  <a:lnTo>
                    <a:pt x="1" y="59"/>
                  </a:lnTo>
                  <a:lnTo>
                    <a:pt x="117622" y="59"/>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8"/>
            <p:cNvSpPr/>
            <p:nvPr/>
          </p:nvSpPr>
          <p:spPr>
            <a:xfrm>
              <a:off x="635875" y="3683500"/>
              <a:ext cx="2940550" cy="1450"/>
            </a:xfrm>
            <a:custGeom>
              <a:avLst/>
              <a:gdLst/>
              <a:ahLst/>
              <a:cxnLst/>
              <a:rect l="l" t="t" r="r" b="b"/>
              <a:pathLst>
                <a:path w="117622" h="58"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8"/>
            <p:cNvSpPr/>
            <p:nvPr/>
          </p:nvSpPr>
          <p:spPr>
            <a:xfrm>
              <a:off x="635875" y="3591575"/>
              <a:ext cx="2940550" cy="1450"/>
            </a:xfrm>
            <a:custGeom>
              <a:avLst/>
              <a:gdLst/>
              <a:ahLst/>
              <a:cxnLst/>
              <a:rect l="l" t="t" r="r" b="b"/>
              <a:pathLst>
                <a:path w="117622" h="58" extrusionOk="0">
                  <a:moveTo>
                    <a:pt x="1" y="1"/>
                  </a:moveTo>
                  <a:lnTo>
                    <a:pt x="1" y="57"/>
                  </a:lnTo>
                  <a:lnTo>
                    <a:pt x="117622" y="57"/>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8"/>
            <p:cNvSpPr/>
            <p:nvPr/>
          </p:nvSpPr>
          <p:spPr>
            <a:xfrm>
              <a:off x="635875" y="3499800"/>
              <a:ext cx="2940550" cy="1475"/>
            </a:xfrm>
            <a:custGeom>
              <a:avLst/>
              <a:gdLst/>
              <a:ahLst/>
              <a:cxnLst/>
              <a:rect l="l" t="t" r="r" b="b"/>
              <a:pathLst>
                <a:path w="117622" h="59" extrusionOk="0">
                  <a:moveTo>
                    <a:pt x="1" y="0"/>
                  </a:moveTo>
                  <a:lnTo>
                    <a:pt x="1" y="59"/>
                  </a:lnTo>
                  <a:lnTo>
                    <a:pt x="117622" y="59"/>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8"/>
            <p:cNvSpPr/>
            <p:nvPr/>
          </p:nvSpPr>
          <p:spPr>
            <a:xfrm>
              <a:off x="635875" y="3407875"/>
              <a:ext cx="2940550" cy="1425"/>
            </a:xfrm>
            <a:custGeom>
              <a:avLst/>
              <a:gdLst/>
              <a:ahLst/>
              <a:cxnLst/>
              <a:rect l="l" t="t" r="r" b="b"/>
              <a:pathLst>
                <a:path w="117622" h="57"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8"/>
            <p:cNvSpPr/>
            <p:nvPr/>
          </p:nvSpPr>
          <p:spPr>
            <a:xfrm>
              <a:off x="635875" y="3316075"/>
              <a:ext cx="2940550" cy="1500"/>
            </a:xfrm>
            <a:custGeom>
              <a:avLst/>
              <a:gdLst/>
              <a:ahLst/>
              <a:cxnLst/>
              <a:rect l="l" t="t" r="r" b="b"/>
              <a:pathLst>
                <a:path w="117622" h="60" extrusionOk="0">
                  <a:moveTo>
                    <a:pt x="1" y="1"/>
                  </a:moveTo>
                  <a:lnTo>
                    <a:pt x="1" y="59"/>
                  </a:lnTo>
                  <a:lnTo>
                    <a:pt x="117622" y="59"/>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8"/>
            <p:cNvSpPr/>
            <p:nvPr/>
          </p:nvSpPr>
          <p:spPr>
            <a:xfrm>
              <a:off x="635875" y="3224150"/>
              <a:ext cx="2940550" cy="1625"/>
            </a:xfrm>
            <a:custGeom>
              <a:avLst/>
              <a:gdLst/>
              <a:ahLst/>
              <a:cxnLst/>
              <a:rect l="l" t="t" r="r" b="b"/>
              <a:pathLst>
                <a:path w="117622" h="65" extrusionOk="0">
                  <a:moveTo>
                    <a:pt x="1" y="1"/>
                  </a:moveTo>
                  <a:lnTo>
                    <a:pt x="1" y="64"/>
                  </a:lnTo>
                  <a:lnTo>
                    <a:pt x="117622" y="64"/>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8"/>
            <p:cNvSpPr/>
            <p:nvPr/>
          </p:nvSpPr>
          <p:spPr>
            <a:xfrm>
              <a:off x="635875" y="3132400"/>
              <a:ext cx="2940550" cy="1450"/>
            </a:xfrm>
            <a:custGeom>
              <a:avLst/>
              <a:gdLst/>
              <a:ahLst/>
              <a:cxnLst/>
              <a:rect l="l" t="t" r="r" b="b"/>
              <a:pathLst>
                <a:path w="117622" h="58" extrusionOk="0">
                  <a:moveTo>
                    <a:pt x="1" y="1"/>
                  </a:moveTo>
                  <a:lnTo>
                    <a:pt x="1" y="58"/>
                  </a:lnTo>
                  <a:lnTo>
                    <a:pt x="117622" y="58"/>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8"/>
            <p:cNvSpPr/>
            <p:nvPr/>
          </p:nvSpPr>
          <p:spPr>
            <a:xfrm>
              <a:off x="635875" y="3040450"/>
              <a:ext cx="2940550" cy="1650"/>
            </a:xfrm>
            <a:custGeom>
              <a:avLst/>
              <a:gdLst/>
              <a:ahLst/>
              <a:cxnLst/>
              <a:rect l="l" t="t" r="r" b="b"/>
              <a:pathLst>
                <a:path w="117622" h="66" extrusionOk="0">
                  <a:moveTo>
                    <a:pt x="1" y="0"/>
                  </a:moveTo>
                  <a:lnTo>
                    <a:pt x="1" y="66"/>
                  </a:lnTo>
                  <a:lnTo>
                    <a:pt x="117622" y="66"/>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8"/>
            <p:cNvSpPr/>
            <p:nvPr/>
          </p:nvSpPr>
          <p:spPr>
            <a:xfrm>
              <a:off x="635875" y="2948700"/>
              <a:ext cx="2940550" cy="1450"/>
            </a:xfrm>
            <a:custGeom>
              <a:avLst/>
              <a:gdLst/>
              <a:ahLst/>
              <a:cxnLst/>
              <a:rect l="l" t="t" r="r" b="b"/>
              <a:pathLst>
                <a:path w="117622" h="58"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8"/>
            <p:cNvSpPr/>
            <p:nvPr/>
          </p:nvSpPr>
          <p:spPr>
            <a:xfrm>
              <a:off x="635875" y="2856900"/>
              <a:ext cx="2940550" cy="1500"/>
            </a:xfrm>
            <a:custGeom>
              <a:avLst/>
              <a:gdLst/>
              <a:ahLst/>
              <a:cxnLst/>
              <a:rect l="l" t="t" r="r" b="b"/>
              <a:pathLst>
                <a:path w="117622" h="60" extrusionOk="0">
                  <a:moveTo>
                    <a:pt x="1" y="1"/>
                  </a:moveTo>
                  <a:lnTo>
                    <a:pt x="1" y="59"/>
                  </a:lnTo>
                  <a:lnTo>
                    <a:pt x="117622" y="59"/>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8"/>
            <p:cNvSpPr/>
            <p:nvPr/>
          </p:nvSpPr>
          <p:spPr>
            <a:xfrm>
              <a:off x="635875" y="2764975"/>
              <a:ext cx="2940550" cy="1450"/>
            </a:xfrm>
            <a:custGeom>
              <a:avLst/>
              <a:gdLst/>
              <a:ahLst/>
              <a:cxnLst/>
              <a:rect l="l" t="t" r="r" b="b"/>
              <a:pathLst>
                <a:path w="117622" h="58" extrusionOk="0">
                  <a:moveTo>
                    <a:pt x="1" y="1"/>
                  </a:moveTo>
                  <a:lnTo>
                    <a:pt x="1" y="58"/>
                  </a:lnTo>
                  <a:lnTo>
                    <a:pt x="117622" y="58"/>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8"/>
            <p:cNvSpPr/>
            <p:nvPr/>
          </p:nvSpPr>
          <p:spPr>
            <a:xfrm>
              <a:off x="635875" y="2673250"/>
              <a:ext cx="2940550" cy="1425"/>
            </a:xfrm>
            <a:custGeom>
              <a:avLst/>
              <a:gdLst/>
              <a:ahLst/>
              <a:cxnLst/>
              <a:rect l="l" t="t" r="r" b="b"/>
              <a:pathLst>
                <a:path w="117622" h="57"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8"/>
            <p:cNvSpPr/>
            <p:nvPr/>
          </p:nvSpPr>
          <p:spPr>
            <a:xfrm>
              <a:off x="635875" y="2581275"/>
              <a:ext cx="2940550" cy="1450"/>
            </a:xfrm>
            <a:custGeom>
              <a:avLst/>
              <a:gdLst/>
              <a:ahLst/>
              <a:cxnLst/>
              <a:rect l="l" t="t" r="r" b="b"/>
              <a:pathLst>
                <a:path w="117622" h="58" extrusionOk="0">
                  <a:moveTo>
                    <a:pt x="1" y="1"/>
                  </a:moveTo>
                  <a:lnTo>
                    <a:pt x="1" y="57"/>
                  </a:lnTo>
                  <a:lnTo>
                    <a:pt x="117622" y="57"/>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8"/>
            <p:cNvSpPr/>
            <p:nvPr/>
          </p:nvSpPr>
          <p:spPr>
            <a:xfrm>
              <a:off x="635875" y="2489525"/>
              <a:ext cx="2940550" cy="1450"/>
            </a:xfrm>
            <a:custGeom>
              <a:avLst/>
              <a:gdLst/>
              <a:ahLst/>
              <a:cxnLst/>
              <a:rect l="l" t="t" r="r" b="b"/>
              <a:pathLst>
                <a:path w="117622" h="58" extrusionOk="0">
                  <a:moveTo>
                    <a:pt x="1" y="1"/>
                  </a:moveTo>
                  <a:lnTo>
                    <a:pt x="1" y="57"/>
                  </a:lnTo>
                  <a:lnTo>
                    <a:pt x="117622" y="57"/>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8"/>
            <p:cNvSpPr/>
            <p:nvPr/>
          </p:nvSpPr>
          <p:spPr>
            <a:xfrm>
              <a:off x="635875" y="2397575"/>
              <a:ext cx="2940550" cy="1650"/>
            </a:xfrm>
            <a:custGeom>
              <a:avLst/>
              <a:gdLst/>
              <a:ahLst/>
              <a:cxnLst/>
              <a:rect l="l" t="t" r="r" b="b"/>
              <a:pathLst>
                <a:path w="117622" h="66" extrusionOk="0">
                  <a:moveTo>
                    <a:pt x="1" y="0"/>
                  </a:moveTo>
                  <a:lnTo>
                    <a:pt x="1" y="65"/>
                  </a:lnTo>
                  <a:lnTo>
                    <a:pt x="117622" y="65"/>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8"/>
            <p:cNvSpPr/>
            <p:nvPr/>
          </p:nvSpPr>
          <p:spPr>
            <a:xfrm>
              <a:off x="635875" y="2305825"/>
              <a:ext cx="2940550" cy="1425"/>
            </a:xfrm>
            <a:custGeom>
              <a:avLst/>
              <a:gdLst/>
              <a:ahLst/>
              <a:cxnLst/>
              <a:rect l="l" t="t" r="r" b="b"/>
              <a:pathLst>
                <a:path w="117622" h="57"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8"/>
            <p:cNvSpPr/>
            <p:nvPr/>
          </p:nvSpPr>
          <p:spPr>
            <a:xfrm>
              <a:off x="635875" y="2213850"/>
              <a:ext cx="2940550" cy="1675"/>
            </a:xfrm>
            <a:custGeom>
              <a:avLst/>
              <a:gdLst/>
              <a:ahLst/>
              <a:cxnLst/>
              <a:rect l="l" t="t" r="r" b="b"/>
              <a:pathLst>
                <a:path w="117622" h="67" extrusionOk="0">
                  <a:moveTo>
                    <a:pt x="1" y="1"/>
                  </a:moveTo>
                  <a:lnTo>
                    <a:pt x="1" y="66"/>
                  </a:lnTo>
                  <a:lnTo>
                    <a:pt x="117622" y="66"/>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8"/>
            <p:cNvSpPr/>
            <p:nvPr/>
          </p:nvSpPr>
          <p:spPr>
            <a:xfrm>
              <a:off x="635875" y="2122100"/>
              <a:ext cx="2940550" cy="1450"/>
            </a:xfrm>
            <a:custGeom>
              <a:avLst/>
              <a:gdLst/>
              <a:ahLst/>
              <a:cxnLst/>
              <a:rect l="l" t="t" r="r" b="b"/>
              <a:pathLst>
                <a:path w="117622" h="58" extrusionOk="0">
                  <a:moveTo>
                    <a:pt x="1" y="1"/>
                  </a:moveTo>
                  <a:lnTo>
                    <a:pt x="1" y="58"/>
                  </a:lnTo>
                  <a:lnTo>
                    <a:pt x="117622" y="58"/>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8"/>
            <p:cNvSpPr/>
            <p:nvPr/>
          </p:nvSpPr>
          <p:spPr>
            <a:xfrm>
              <a:off x="635875" y="2030350"/>
              <a:ext cx="2940550" cy="1450"/>
            </a:xfrm>
            <a:custGeom>
              <a:avLst/>
              <a:gdLst/>
              <a:ahLst/>
              <a:cxnLst/>
              <a:rect l="l" t="t" r="r" b="b"/>
              <a:pathLst>
                <a:path w="117622" h="58" extrusionOk="0">
                  <a:moveTo>
                    <a:pt x="1" y="1"/>
                  </a:moveTo>
                  <a:lnTo>
                    <a:pt x="1" y="58"/>
                  </a:lnTo>
                  <a:lnTo>
                    <a:pt x="117622" y="58"/>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8"/>
            <p:cNvSpPr/>
            <p:nvPr/>
          </p:nvSpPr>
          <p:spPr>
            <a:xfrm>
              <a:off x="635875" y="1938400"/>
              <a:ext cx="2940550" cy="1475"/>
            </a:xfrm>
            <a:custGeom>
              <a:avLst/>
              <a:gdLst/>
              <a:ahLst/>
              <a:cxnLst/>
              <a:rect l="l" t="t" r="r" b="b"/>
              <a:pathLst>
                <a:path w="117622" h="59" extrusionOk="0">
                  <a:moveTo>
                    <a:pt x="1" y="0"/>
                  </a:moveTo>
                  <a:lnTo>
                    <a:pt x="1" y="59"/>
                  </a:lnTo>
                  <a:lnTo>
                    <a:pt x="117622" y="59"/>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8"/>
            <p:cNvSpPr/>
            <p:nvPr/>
          </p:nvSpPr>
          <p:spPr>
            <a:xfrm>
              <a:off x="635875" y="1846650"/>
              <a:ext cx="2940550" cy="1450"/>
            </a:xfrm>
            <a:custGeom>
              <a:avLst/>
              <a:gdLst/>
              <a:ahLst/>
              <a:cxnLst/>
              <a:rect l="l" t="t" r="r" b="b"/>
              <a:pathLst>
                <a:path w="117622" h="58"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8"/>
            <p:cNvSpPr/>
            <p:nvPr/>
          </p:nvSpPr>
          <p:spPr>
            <a:xfrm>
              <a:off x="635875" y="1754675"/>
              <a:ext cx="2940550" cy="1500"/>
            </a:xfrm>
            <a:custGeom>
              <a:avLst/>
              <a:gdLst/>
              <a:ahLst/>
              <a:cxnLst/>
              <a:rect l="l" t="t" r="r" b="b"/>
              <a:pathLst>
                <a:path w="117622" h="60" extrusionOk="0">
                  <a:moveTo>
                    <a:pt x="1" y="1"/>
                  </a:moveTo>
                  <a:lnTo>
                    <a:pt x="1" y="59"/>
                  </a:lnTo>
                  <a:lnTo>
                    <a:pt x="117622" y="59"/>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8"/>
            <p:cNvSpPr/>
            <p:nvPr/>
          </p:nvSpPr>
          <p:spPr>
            <a:xfrm>
              <a:off x="635875" y="1662925"/>
              <a:ext cx="2940550" cy="1450"/>
            </a:xfrm>
            <a:custGeom>
              <a:avLst/>
              <a:gdLst/>
              <a:ahLst/>
              <a:cxnLst/>
              <a:rect l="l" t="t" r="r" b="b"/>
              <a:pathLst>
                <a:path w="117622" h="58" extrusionOk="0">
                  <a:moveTo>
                    <a:pt x="1" y="1"/>
                  </a:moveTo>
                  <a:lnTo>
                    <a:pt x="1" y="58"/>
                  </a:lnTo>
                  <a:lnTo>
                    <a:pt x="117622" y="58"/>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8"/>
            <p:cNvSpPr/>
            <p:nvPr/>
          </p:nvSpPr>
          <p:spPr>
            <a:xfrm>
              <a:off x="635875" y="1571025"/>
              <a:ext cx="2940550" cy="1600"/>
            </a:xfrm>
            <a:custGeom>
              <a:avLst/>
              <a:gdLst/>
              <a:ahLst/>
              <a:cxnLst/>
              <a:rect l="l" t="t" r="r" b="b"/>
              <a:pathLst>
                <a:path w="117622" h="64" extrusionOk="0">
                  <a:moveTo>
                    <a:pt x="1" y="0"/>
                  </a:moveTo>
                  <a:lnTo>
                    <a:pt x="1" y="64"/>
                  </a:lnTo>
                  <a:lnTo>
                    <a:pt x="117622" y="64"/>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8"/>
            <p:cNvSpPr/>
            <p:nvPr/>
          </p:nvSpPr>
          <p:spPr>
            <a:xfrm>
              <a:off x="635875" y="1479225"/>
              <a:ext cx="2940550" cy="1500"/>
            </a:xfrm>
            <a:custGeom>
              <a:avLst/>
              <a:gdLst/>
              <a:ahLst/>
              <a:cxnLst/>
              <a:rect l="l" t="t" r="r" b="b"/>
              <a:pathLst>
                <a:path w="117622" h="60" extrusionOk="0">
                  <a:moveTo>
                    <a:pt x="1" y="1"/>
                  </a:moveTo>
                  <a:lnTo>
                    <a:pt x="1" y="59"/>
                  </a:lnTo>
                  <a:lnTo>
                    <a:pt x="117622" y="59"/>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8"/>
            <p:cNvSpPr/>
            <p:nvPr/>
          </p:nvSpPr>
          <p:spPr>
            <a:xfrm>
              <a:off x="635875" y="1387475"/>
              <a:ext cx="2940550" cy="1450"/>
            </a:xfrm>
            <a:custGeom>
              <a:avLst/>
              <a:gdLst/>
              <a:ahLst/>
              <a:cxnLst/>
              <a:rect l="l" t="t" r="r" b="b"/>
              <a:pathLst>
                <a:path w="117622" h="58" extrusionOk="0">
                  <a:moveTo>
                    <a:pt x="1" y="1"/>
                  </a:moveTo>
                  <a:lnTo>
                    <a:pt x="1" y="57"/>
                  </a:lnTo>
                  <a:lnTo>
                    <a:pt x="117622" y="57"/>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8"/>
            <p:cNvSpPr/>
            <p:nvPr/>
          </p:nvSpPr>
          <p:spPr>
            <a:xfrm>
              <a:off x="635875" y="1295525"/>
              <a:ext cx="2940550" cy="1475"/>
            </a:xfrm>
            <a:custGeom>
              <a:avLst/>
              <a:gdLst/>
              <a:ahLst/>
              <a:cxnLst/>
              <a:rect l="l" t="t" r="r" b="b"/>
              <a:pathLst>
                <a:path w="117622" h="59" extrusionOk="0">
                  <a:moveTo>
                    <a:pt x="1" y="0"/>
                  </a:moveTo>
                  <a:lnTo>
                    <a:pt x="1" y="59"/>
                  </a:lnTo>
                  <a:lnTo>
                    <a:pt x="117622" y="59"/>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8"/>
            <p:cNvSpPr/>
            <p:nvPr/>
          </p:nvSpPr>
          <p:spPr>
            <a:xfrm>
              <a:off x="635875" y="1203775"/>
              <a:ext cx="2940550" cy="1425"/>
            </a:xfrm>
            <a:custGeom>
              <a:avLst/>
              <a:gdLst/>
              <a:ahLst/>
              <a:cxnLst/>
              <a:rect l="l" t="t" r="r" b="b"/>
              <a:pathLst>
                <a:path w="117622" h="57"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8"/>
            <p:cNvSpPr/>
            <p:nvPr/>
          </p:nvSpPr>
          <p:spPr>
            <a:xfrm>
              <a:off x="635875" y="1111850"/>
              <a:ext cx="2940550" cy="1450"/>
            </a:xfrm>
            <a:custGeom>
              <a:avLst/>
              <a:gdLst/>
              <a:ahLst/>
              <a:cxnLst/>
              <a:rect l="l" t="t" r="r" b="b"/>
              <a:pathLst>
                <a:path w="117622" h="58"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8"/>
            <p:cNvSpPr/>
            <p:nvPr/>
          </p:nvSpPr>
          <p:spPr>
            <a:xfrm>
              <a:off x="773700" y="1065050"/>
              <a:ext cx="1475" cy="4410900"/>
            </a:xfrm>
            <a:custGeom>
              <a:avLst/>
              <a:gdLst/>
              <a:ahLst/>
              <a:cxnLst/>
              <a:rect l="l" t="t" r="r" b="b"/>
              <a:pathLst>
                <a:path w="59" h="176436" extrusionOk="0">
                  <a:moveTo>
                    <a:pt x="0" y="0"/>
                  </a:moveTo>
                  <a:lnTo>
                    <a:pt x="0" y="176435"/>
                  </a:lnTo>
                  <a:lnTo>
                    <a:pt x="59" y="176435"/>
                  </a:lnTo>
                  <a:lnTo>
                    <a:pt x="59"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8"/>
            <p:cNvSpPr/>
            <p:nvPr/>
          </p:nvSpPr>
          <p:spPr>
            <a:xfrm>
              <a:off x="681950" y="1065050"/>
              <a:ext cx="1450" cy="4410900"/>
            </a:xfrm>
            <a:custGeom>
              <a:avLst/>
              <a:gdLst/>
              <a:ahLst/>
              <a:cxnLst/>
              <a:rect l="l" t="t" r="r" b="b"/>
              <a:pathLst>
                <a:path w="58" h="176436" extrusionOk="0">
                  <a:moveTo>
                    <a:pt x="1" y="0"/>
                  </a:moveTo>
                  <a:lnTo>
                    <a:pt x="1"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8"/>
            <p:cNvSpPr/>
            <p:nvPr/>
          </p:nvSpPr>
          <p:spPr>
            <a:xfrm>
              <a:off x="865650" y="1065050"/>
              <a:ext cx="1450" cy="4410900"/>
            </a:xfrm>
            <a:custGeom>
              <a:avLst/>
              <a:gdLst/>
              <a:ahLst/>
              <a:cxnLst/>
              <a:rect l="l" t="t" r="r" b="b"/>
              <a:pathLst>
                <a:path w="58" h="176436" extrusionOk="0">
                  <a:moveTo>
                    <a:pt x="1" y="0"/>
                  </a:moveTo>
                  <a:lnTo>
                    <a:pt x="1" y="176435"/>
                  </a:lnTo>
                  <a:lnTo>
                    <a:pt x="58" y="176435"/>
                  </a:lnTo>
                  <a:lnTo>
                    <a:pt x="58"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8"/>
            <p:cNvSpPr/>
            <p:nvPr/>
          </p:nvSpPr>
          <p:spPr>
            <a:xfrm>
              <a:off x="957400" y="1065050"/>
              <a:ext cx="1500" cy="4410900"/>
            </a:xfrm>
            <a:custGeom>
              <a:avLst/>
              <a:gdLst/>
              <a:ahLst/>
              <a:cxnLst/>
              <a:rect l="l" t="t" r="r" b="b"/>
              <a:pathLst>
                <a:path w="60" h="176436" extrusionOk="0">
                  <a:moveTo>
                    <a:pt x="1" y="0"/>
                  </a:moveTo>
                  <a:lnTo>
                    <a:pt x="1" y="176435"/>
                  </a:lnTo>
                  <a:lnTo>
                    <a:pt x="59" y="176435"/>
                  </a:lnTo>
                  <a:lnTo>
                    <a:pt x="59"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8"/>
            <p:cNvSpPr/>
            <p:nvPr/>
          </p:nvSpPr>
          <p:spPr>
            <a:xfrm>
              <a:off x="1049375" y="1065050"/>
              <a:ext cx="1450" cy="4410900"/>
            </a:xfrm>
            <a:custGeom>
              <a:avLst/>
              <a:gdLst/>
              <a:ahLst/>
              <a:cxnLst/>
              <a:rect l="l" t="t" r="r" b="b"/>
              <a:pathLst>
                <a:path w="58" h="176436" extrusionOk="0">
                  <a:moveTo>
                    <a:pt x="0" y="0"/>
                  </a:moveTo>
                  <a:lnTo>
                    <a:pt x="0"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8"/>
            <p:cNvSpPr/>
            <p:nvPr/>
          </p:nvSpPr>
          <p:spPr>
            <a:xfrm>
              <a:off x="1141125" y="1065050"/>
              <a:ext cx="1450" cy="4410900"/>
            </a:xfrm>
            <a:custGeom>
              <a:avLst/>
              <a:gdLst/>
              <a:ahLst/>
              <a:cxnLst/>
              <a:rect l="l" t="t" r="r" b="b"/>
              <a:pathLst>
                <a:path w="58" h="176436" extrusionOk="0">
                  <a:moveTo>
                    <a:pt x="0" y="0"/>
                  </a:moveTo>
                  <a:lnTo>
                    <a:pt x="0"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8"/>
            <p:cNvSpPr/>
            <p:nvPr/>
          </p:nvSpPr>
          <p:spPr>
            <a:xfrm>
              <a:off x="1232875" y="1065050"/>
              <a:ext cx="1650" cy="4410900"/>
            </a:xfrm>
            <a:custGeom>
              <a:avLst/>
              <a:gdLst/>
              <a:ahLst/>
              <a:cxnLst/>
              <a:rect l="l" t="t" r="r" b="b"/>
              <a:pathLst>
                <a:path w="66" h="176436" extrusionOk="0">
                  <a:moveTo>
                    <a:pt x="0" y="0"/>
                  </a:moveTo>
                  <a:lnTo>
                    <a:pt x="0" y="176435"/>
                  </a:lnTo>
                  <a:lnTo>
                    <a:pt x="66" y="176435"/>
                  </a:lnTo>
                  <a:lnTo>
                    <a:pt x="66"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8"/>
            <p:cNvSpPr/>
            <p:nvPr/>
          </p:nvSpPr>
          <p:spPr>
            <a:xfrm>
              <a:off x="1324825" y="1065050"/>
              <a:ext cx="1450" cy="4410900"/>
            </a:xfrm>
            <a:custGeom>
              <a:avLst/>
              <a:gdLst/>
              <a:ahLst/>
              <a:cxnLst/>
              <a:rect l="l" t="t" r="r" b="b"/>
              <a:pathLst>
                <a:path w="58" h="176436" extrusionOk="0">
                  <a:moveTo>
                    <a:pt x="1" y="0"/>
                  </a:moveTo>
                  <a:lnTo>
                    <a:pt x="1" y="176435"/>
                  </a:lnTo>
                  <a:lnTo>
                    <a:pt x="58" y="176435"/>
                  </a:lnTo>
                  <a:lnTo>
                    <a:pt x="58"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8"/>
            <p:cNvSpPr/>
            <p:nvPr/>
          </p:nvSpPr>
          <p:spPr>
            <a:xfrm>
              <a:off x="1416575" y="1065050"/>
              <a:ext cx="1500" cy="4410900"/>
            </a:xfrm>
            <a:custGeom>
              <a:avLst/>
              <a:gdLst/>
              <a:ahLst/>
              <a:cxnLst/>
              <a:rect l="l" t="t" r="r" b="b"/>
              <a:pathLst>
                <a:path w="60" h="176436" extrusionOk="0">
                  <a:moveTo>
                    <a:pt x="1" y="0"/>
                  </a:moveTo>
                  <a:lnTo>
                    <a:pt x="1" y="176435"/>
                  </a:lnTo>
                  <a:lnTo>
                    <a:pt x="59" y="176435"/>
                  </a:lnTo>
                  <a:lnTo>
                    <a:pt x="59"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8"/>
            <p:cNvSpPr/>
            <p:nvPr/>
          </p:nvSpPr>
          <p:spPr>
            <a:xfrm>
              <a:off x="1508550" y="1065050"/>
              <a:ext cx="1425" cy="4410900"/>
            </a:xfrm>
            <a:custGeom>
              <a:avLst/>
              <a:gdLst/>
              <a:ahLst/>
              <a:cxnLst/>
              <a:rect l="l" t="t" r="r" b="b"/>
              <a:pathLst>
                <a:path w="57" h="176436" extrusionOk="0">
                  <a:moveTo>
                    <a:pt x="0" y="0"/>
                  </a:moveTo>
                  <a:lnTo>
                    <a:pt x="0"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8"/>
            <p:cNvSpPr/>
            <p:nvPr/>
          </p:nvSpPr>
          <p:spPr>
            <a:xfrm>
              <a:off x="1600300" y="1065050"/>
              <a:ext cx="1425" cy="4410900"/>
            </a:xfrm>
            <a:custGeom>
              <a:avLst/>
              <a:gdLst/>
              <a:ahLst/>
              <a:cxnLst/>
              <a:rect l="l" t="t" r="r" b="b"/>
              <a:pathLst>
                <a:path w="57" h="176436" extrusionOk="0">
                  <a:moveTo>
                    <a:pt x="0" y="0"/>
                  </a:moveTo>
                  <a:lnTo>
                    <a:pt x="0"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8"/>
            <p:cNvSpPr/>
            <p:nvPr/>
          </p:nvSpPr>
          <p:spPr>
            <a:xfrm>
              <a:off x="1692250" y="1065050"/>
              <a:ext cx="1450" cy="4410900"/>
            </a:xfrm>
            <a:custGeom>
              <a:avLst/>
              <a:gdLst/>
              <a:ahLst/>
              <a:cxnLst/>
              <a:rect l="l" t="t" r="r" b="b"/>
              <a:pathLst>
                <a:path w="58" h="176436" extrusionOk="0">
                  <a:moveTo>
                    <a:pt x="1" y="0"/>
                  </a:moveTo>
                  <a:lnTo>
                    <a:pt x="1"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8"/>
            <p:cNvSpPr/>
            <p:nvPr/>
          </p:nvSpPr>
          <p:spPr>
            <a:xfrm>
              <a:off x="1784000" y="1065050"/>
              <a:ext cx="1450" cy="4410900"/>
            </a:xfrm>
            <a:custGeom>
              <a:avLst/>
              <a:gdLst/>
              <a:ahLst/>
              <a:cxnLst/>
              <a:rect l="l" t="t" r="r" b="b"/>
              <a:pathLst>
                <a:path w="58" h="176436" extrusionOk="0">
                  <a:moveTo>
                    <a:pt x="0" y="0"/>
                  </a:moveTo>
                  <a:lnTo>
                    <a:pt x="0"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8"/>
            <p:cNvSpPr/>
            <p:nvPr/>
          </p:nvSpPr>
          <p:spPr>
            <a:xfrm>
              <a:off x="1875750" y="1065050"/>
              <a:ext cx="1650" cy="4410900"/>
            </a:xfrm>
            <a:custGeom>
              <a:avLst/>
              <a:gdLst/>
              <a:ahLst/>
              <a:cxnLst/>
              <a:rect l="l" t="t" r="r" b="b"/>
              <a:pathLst>
                <a:path w="66" h="176436" extrusionOk="0">
                  <a:moveTo>
                    <a:pt x="0" y="0"/>
                  </a:moveTo>
                  <a:lnTo>
                    <a:pt x="0" y="176435"/>
                  </a:lnTo>
                  <a:lnTo>
                    <a:pt x="66" y="176435"/>
                  </a:lnTo>
                  <a:lnTo>
                    <a:pt x="66"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8"/>
            <p:cNvSpPr/>
            <p:nvPr/>
          </p:nvSpPr>
          <p:spPr>
            <a:xfrm>
              <a:off x="1967700" y="1065050"/>
              <a:ext cx="1450" cy="4410900"/>
            </a:xfrm>
            <a:custGeom>
              <a:avLst/>
              <a:gdLst/>
              <a:ahLst/>
              <a:cxnLst/>
              <a:rect l="l" t="t" r="r" b="b"/>
              <a:pathLst>
                <a:path w="58" h="176436" extrusionOk="0">
                  <a:moveTo>
                    <a:pt x="1" y="0"/>
                  </a:moveTo>
                  <a:lnTo>
                    <a:pt x="1" y="176435"/>
                  </a:lnTo>
                  <a:lnTo>
                    <a:pt x="58" y="176435"/>
                  </a:lnTo>
                  <a:lnTo>
                    <a:pt x="58"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8"/>
            <p:cNvSpPr/>
            <p:nvPr/>
          </p:nvSpPr>
          <p:spPr>
            <a:xfrm>
              <a:off x="2059450" y="1065050"/>
              <a:ext cx="1675" cy="4410900"/>
            </a:xfrm>
            <a:custGeom>
              <a:avLst/>
              <a:gdLst/>
              <a:ahLst/>
              <a:cxnLst/>
              <a:rect l="l" t="t" r="r" b="b"/>
              <a:pathLst>
                <a:path w="67" h="176436" extrusionOk="0">
                  <a:moveTo>
                    <a:pt x="1" y="0"/>
                  </a:moveTo>
                  <a:lnTo>
                    <a:pt x="1" y="176435"/>
                  </a:lnTo>
                  <a:lnTo>
                    <a:pt x="66" y="176435"/>
                  </a:lnTo>
                  <a:lnTo>
                    <a:pt x="66"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8"/>
            <p:cNvSpPr/>
            <p:nvPr/>
          </p:nvSpPr>
          <p:spPr>
            <a:xfrm>
              <a:off x="2151425" y="1065050"/>
              <a:ext cx="1450" cy="4410900"/>
            </a:xfrm>
            <a:custGeom>
              <a:avLst/>
              <a:gdLst/>
              <a:ahLst/>
              <a:cxnLst/>
              <a:rect l="l" t="t" r="r" b="b"/>
              <a:pathLst>
                <a:path w="58" h="176436" extrusionOk="0">
                  <a:moveTo>
                    <a:pt x="0" y="0"/>
                  </a:moveTo>
                  <a:lnTo>
                    <a:pt x="0"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8"/>
            <p:cNvSpPr/>
            <p:nvPr/>
          </p:nvSpPr>
          <p:spPr>
            <a:xfrm>
              <a:off x="2243175" y="1065050"/>
              <a:ext cx="1425" cy="4410900"/>
            </a:xfrm>
            <a:custGeom>
              <a:avLst/>
              <a:gdLst/>
              <a:ahLst/>
              <a:cxnLst/>
              <a:rect l="l" t="t" r="r" b="b"/>
              <a:pathLst>
                <a:path w="57" h="176436" extrusionOk="0">
                  <a:moveTo>
                    <a:pt x="0" y="0"/>
                  </a:moveTo>
                  <a:lnTo>
                    <a:pt x="0"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8"/>
            <p:cNvSpPr/>
            <p:nvPr/>
          </p:nvSpPr>
          <p:spPr>
            <a:xfrm>
              <a:off x="2335075" y="1065050"/>
              <a:ext cx="1500" cy="4410900"/>
            </a:xfrm>
            <a:custGeom>
              <a:avLst/>
              <a:gdLst/>
              <a:ahLst/>
              <a:cxnLst/>
              <a:rect l="l" t="t" r="r" b="b"/>
              <a:pathLst>
                <a:path w="60" h="176436" extrusionOk="0">
                  <a:moveTo>
                    <a:pt x="1" y="0"/>
                  </a:moveTo>
                  <a:lnTo>
                    <a:pt x="1" y="176435"/>
                  </a:lnTo>
                  <a:lnTo>
                    <a:pt x="59" y="176435"/>
                  </a:lnTo>
                  <a:lnTo>
                    <a:pt x="59"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8"/>
            <p:cNvSpPr/>
            <p:nvPr/>
          </p:nvSpPr>
          <p:spPr>
            <a:xfrm>
              <a:off x="2426875" y="1065050"/>
              <a:ext cx="1450" cy="4410900"/>
            </a:xfrm>
            <a:custGeom>
              <a:avLst/>
              <a:gdLst/>
              <a:ahLst/>
              <a:cxnLst/>
              <a:rect l="l" t="t" r="r" b="b"/>
              <a:pathLst>
                <a:path w="58" h="176436" extrusionOk="0">
                  <a:moveTo>
                    <a:pt x="1" y="0"/>
                  </a:moveTo>
                  <a:lnTo>
                    <a:pt x="1"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8"/>
            <p:cNvSpPr/>
            <p:nvPr/>
          </p:nvSpPr>
          <p:spPr>
            <a:xfrm>
              <a:off x="2518800" y="1065050"/>
              <a:ext cx="1475" cy="4410900"/>
            </a:xfrm>
            <a:custGeom>
              <a:avLst/>
              <a:gdLst/>
              <a:ahLst/>
              <a:cxnLst/>
              <a:rect l="l" t="t" r="r" b="b"/>
              <a:pathLst>
                <a:path w="59" h="176436" extrusionOk="0">
                  <a:moveTo>
                    <a:pt x="0" y="0"/>
                  </a:moveTo>
                  <a:lnTo>
                    <a:pt x="0" y="176435"/>
                  </a:lnTo>
                  <a:lnTo>
                    <a:pt x="59" y="176435"/>
                  </a:lnTo>
                  <a:lnTo>
                    <a:pt x="59"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8"/>
            <p:cNvSpPr/>
            <p:nvPr/>
          </p:nvSpPr>
          <p:spPr>
            <a:xfrm>
              <a:off x="2610600" y="1065050"/>
              <a:ext cx="1425" cy="4410900"/>
            </a:xfrm>
            <a:custGeom>
              <a:avLst/>
              <a:gdLst/>
              <a:ahLst/>
              <a:cxnLst/>
              <a:rect l="l" t="t" r="r" b="b"/>
              <a:pathLst>
                <a:path w="57" h="176436" extrusionOk="0">
                  <a:moveTo>
                    <a:pt x="0" y="0"/>
                  </a:moveTo>
                  <a:lnTo>
                    <a:pt x="0"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8"/>
            <p:cNvSpPr/>
            <p:nvPr/>
          </p:nvSpPr>
          <p:spPr>
            <a:xfrm>
              <a:off x="2702325" y="1065050"/>
              <a:ext cx="1625" cy="4410900"/>
            </a:xfrm>
            <a:custGeom>
              <a:avLst/>
              <a:gdLst/>
              <a:ahLst/>
              <a:cxnLst/>
              <a:rect l="l" t="t" r="r" b="b"/>
              <a:pathLst>
                <a:path w="65" h="176436" extrusionOk="0">
                  <a:moveTo>
                    <a:pt x="1" y="0"/>
                  </a:moveTo>
                  <a:lnTo>
                    <a:pt x="1" y="176435"/>
                  </a:lnTo>
                  <a:lnTo>
                    <a:pt x="65" y="176435"/>
                  </a:lnTo>
                  <a:lnTo>
                    <a:pt x="65"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8"/>
            <p:cNvSpPr/>
            <p:nvPr/>
          </p:nvSpPr>
          <p:spPr>
            <a:xfrm>
              <a:off x="2794250" y="1065050"/>
              <a:ext cx="1500" cy="4410900"/>
            </a:xfrm>
            <a:custGeom>
              <a:avLst/>
              <a:gdLst/>
              <a:ahLst/>
              <a:cxnLst/>
              <a:rect l="l" t="t" r="r" b="b"/>
              <a:pathLst>
                <a:path w="60" h="176436" extrusionOk="0">
                  <a:moveTo>
                    <a:pt x="1" y="0"/>
                  </a:moveTo>
                  <a:lnTo>
                    <a:pt x="1" y="176435"/>
                  </a:lnTo>
                  <a:lnTo>
                    <a:pt x="59" y="176435"/>
                  </a:lnTo>
                  <a:lnTo>
                    <a:pt x="59"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8"/>
            <p:cNvSpPr/>
            <p:nvPr/>
          </p:nvSpPr>
          <p:spPr>
            <a:xfrm>
              <a:off x="2886050" y="1065050"/>
              <a:ext cx="1625" cy="4410900"/>
            </a:xfrm>
            <a:custGeom>
              <a:avLst/>
              <a:gdLst/>
              <a:ahLst/>
              <a:cxnLst/>
              <a:rect l="l" t="t" r="r" b="b"/>
              <a:pathLst>
                <a:path w="65" h="176436" extrusionOk="0">
                  <a:moveTo>
                    <a:pt x="0" y="0"/>
                  </a:moveTo>
                  <a:lnTo>
                    <a:pt x="0" y="176435"/>
                  </a:lnTo>
                  <a:lnTo>
                    <a:pt x="64" y="176435"/>
                  </a:lnTo>
                  <a:lnTo>
                    <a:pt x="64"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8"/>
            <p:cNvSpPr/>
            <p:nvPr/>
          </p:nvSpPr>
          <p:spPr>
            <a:xfrm>
              <a:off x="2977975" y="1065050"/>
              <a:ext cx="1475" cy="4410900"/>
            </a:xfrm>
            <a:custGeom>
              <a:avLst/>
              <a:gdLst/>
              <a:ahLst/>
              <a:cxnLst/>
              <a:rect l="l" t="t" r="r" b="b"/>
              <a:pathLst>
                <a:path w="59" h="176436" extrusionOk="0">
                  <a:moveTo>
                    <a:pt x="0" y="0"/>
                  </a:moveTo>
                  <a:lnTo>
                    <a:pt x="0" y="176435"/>
                  </a:lnTo>
                  <a:lnTo>
                    <a:pt x="59" y="176435"/>
                  </a:lnTo>
                  <a:lnTo>
                    <a:pt x="59"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8"/>
            <p:cNvSpPr/>
            <p:nvPr/>
          </p:nvSpPr>
          <p:spPr>
            <a:xfrm>
              <a:off x="3069750" y="1065050"/>
              <a:ext cx="1450" cy="4410900"/>
            </a:xfrm>
            <a:custGeom>
              <a:avLst/>
              <a:gdLst/>
              <a:ahLst/>
              <a:cxnLst/>
              <a:rect l="l" t="t" r="r" b="b"/>
              <a:pathLst>
                <a:path w="58" h="176436" extrusionOk="0">
                  <a:moveTo>
                    <a:pt x="1" y="0"/>
                  </a:moveTo>
                  <a:lnTo>
                    <a:pt x="1" y="176435"/>
                  </a:lnTo>
                  <a:lnTo>
                    <a:pt x="58" y="176435"/>
                  </a:lnTo>
                  <a:lnTo>
                    <a:pt x="58"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8"/>
            <p:cNvSpPr/>
            <p:nvPr/>
          </p:nvSpPr>
          <p:spPr>
            <a:xfrm>
              <a:off x="3161675" y="1065050"/>
              <a:ext cx="1450" cy="4410900"/>
            </a:xfrm>
            <a:custGeom>
              <a:avLst/>
              <a:gdLst/>
              <a:ahLst/>
              <a:cxnLst/>
              <a:rect l="l" t="t" r="r" b="b"/>
              <a:pathLst>
                <a:path w="58" h="176436" extrusionOk="0">
                  <a:moveTo>
                    <a:pt x="1" y="0"/>
                  </a:moveTo>
                  <a:lnTo>
                    <a:pt x="1"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8"/>
            <p:cNvSpPr/>
            <p:nvPr/>
          </p:nvSpPr>
          <p:spPr>
            <a:xfrm>
              <a:off x="3253425" y="1065050"/>
              <a:ext cx="1475" cy="4410900"/>
            </a:xfrm>
            <a:custGeom>
              <a:avLst/>
              <a:gdLst/>
              <a:ahLst/>
              <a:cxnLst/>
              <a:rect l="l" t="t" r="r" b="b"/>
              <a:pathLst>
                <a:path w="59" h="176436" extrusionOk="0">
                  <a:moveTo>
                    <a:pt x="0" y="0"/>
                  </a:moveTo>
                  <a:lnTo>
                    <a:pt x="0" y="176435"/>
                  </a:lnTo>
                  <a:lnTo>
                    <a:pt x="59" y="176435"/>
                  </a:lnTo>
                  <a:lnTo>
                    <a:pt x="59"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8"/>
            <p:cNvSpPr/>
            <p:nvPr/>
          </p:nvSpPr>
          <p:spPr>
            <a:xfrm>
              <a:off x="3345375" y="1065050"/>
              <a:ext cx="1450" cy="4410900"/>
            </a:xfrm>
            <a:custGeom>
              <a:avLst/>
              <a:gdLst/>
              <a:ahLst/>
              <a:cxnLst/>
              <a:rect l="l" t="t" r="r" b="b"/>
              <a:pathLst>
                <a:path w="58" h="176436" extrusionOk="0">
                  <a:moveTo>
                    <a:pt x="1" y="0"/>
                  </a:moveTo>
                  <a:lnTo>
                    <a:pt x="1" y="176435"/>
                  </a:lnTo>
                  <a:lnTo>
                    <a:pt x="58" y="176435"/>
                  </a:lnTo>
                  <a:lnTo>
                    <a:pt x="58"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8"/>
            <p:cNvSpPr/>
            <p:nvPr/>
          </p:nvSpPr>
          <p:spPr>
            <a:xfrm>
              <a:off x="3437125" y="1065050"/>
              <a:ext cx="1500" cy="4410900"/>
            </a:xfrm>
            <a:custGeom>
              <a:avLst/>
              <a:gdLst/>
              <a:ahLst/>
              <a:cxnLst/>
              <a:rect l="l" t="t" r="r" b="b"/>
              <a:pathLst>
                <a:path w="60" h="176436" extrusionOk="0">
                  <a:moveTo>
                    <a:pt x="1" y="0"/>
                  </a:moveTo>
                  <a:lnTo>
                    <a:pt x="1" y="176435"/>
                  </a:lnTo>
                  <a:lnTo>
                    <a:pt x="59" y="176435"/>
                  </a:lnTo>
                  <a:lnTo>
                    <a:pt x="59"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8"/>
            <p:cNvSpPr/>
            <p:nvPr/>
          </p:nvSpPr>
          <p:spPr>
            <a:xfrm>
              <a:off x="3528925" y="1065050"/>
              <a:ext cx="1625" cy="4410900"/>
            </a:xfrm>
            <a:custGeom>
              <a:avLst/>
              <a:gdLst/>
              <a:ahLst/>
              <a:cxnLst/>
              <a:rect l="l" t="t" r="r" b="b"/>
              <a:pathLst>
                <a:path w="65" h="176436" extrusionOk="0">
                  <a:moveTo>
                    <a:pt x="1" y="0"/>
                  </a:moveTo>
                  <a:lnTo>
                    <a:pt x="1" y="176435"/>
                  </a:lnTo>
                  <a:lnTo>
                    <a:pt x="64" y="176435"/>
                  </a:lnTo>
                  <a:lnTo>
                    <a:pt x="64"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118" name="Google Shape;5118;p8"/>
          <p:cNvSpPr txBox="1">
            <a:spLocks noGrp="1"/>
          </p:cNvSpPr>
          <p:nvPr>
            <p:ph type="title"/>
          </p:nvPr>
        </p:nvSpPr>
        <p:spPr>
          <a:xfrm>
            <a:off x="1115550" y="1506000"/>
            <a:ext cx="6912900" cy="2131500"/>
          </a:xfrm>
          <a:prstGeom prst="rect">
            <a:avLst/>
          </a:prstGeom>
        </p:spPr>
        <p:txBody>
          <a:bodyPr spcFirstLastPara="1" wrap="square" lIns="91425" tIns="91425" rIns="91425" bIns="91425" anchor="ctr" anchorCtr="0">
            <a:noAutofit/>
          </a:bodyPr>
          <a:lstStyle>
            <a:lvl1pPr lvl="0" algn="ctr">
              <a:lnSpc>
                <a:spcPct val="80000"/>
              </a:lnSpc>
              <a:spcBef>
                <a:spcPts val="0"/>
              </a:spcBef>
              <a:spcAft>
                <a:spcPts val="0"/>
              </a:spcAft>
              <a:buSzPts val="4800"/>
              <a:buNone/>
              <a:defRPr sz="85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a:r>
              <a:rPr lang="en-US"/>
              <a:t>Click to edit Master title style</a:t>
            </a:r>
            <a:endParaRPr/>
          </a:p>
        </p:txBody>
      </p:sp>
      <p:grpSp>
        <p:nvGrpSpPr>
          <p:cNvPr id="5119" name="Google Shape;5119;p8"/>
          <p:cNvGrpSpPr/>
          <p:nvPr/>
        </p:nvGrpSpPr>
        <p:grpSpPr>
          <a:xfrm rot="5400000">
            <a:off x="2712145" y="-2074329"/>
            <a:ext cx="347597" cy="4345456"/>
            <a:chOff x="-136402" y="-175976"/>
            <a:chExt cx="347597" cy="4345456"/>
          </a:xfrm>
        </p:grpSpPr>
        <p:sp>
          <p:nvSpPr>
            <p:cNvPr id="5120" name="Google Shape;5120;p8"/>
            <p:cNvSpPr/>
            <p:nvPr/>
          </p:nvSpPr>
          <p:spPr>
            <a:xfrm>
              <a:off x="-136402" y="-175976"/>
              <a:ext cx="273965" cy="273814"/>
            </a:xfrm>
            <a:custGeom>
              <a:avLst/>
              <a:gdLst/>
              <a:ahLst/>
              <a:cxnLst/>
              <a:rect l="l" t="t" r="r" b="b"/>
              <a:pathLst>
                <a:path w="3624" h="3622" extrusionOk="0">
                  <a:moveTo>
                    <a:pt x="1515" y="0"/>
                  </a:moveTo>
                  <a:lnTo>
                    <a:pt x="1" y="1513"/>
                  </a:lnTo>
                  <a:lnTo>
                    <a:pt x="1" y="3621"/>
                  </a:lnTo>
                  <a:lnTo>
                    <a:pt x="36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8"/>
            <p:cNvSpPr/>
            <p:nvPr/>
          </p:nvSpPr>
          <p:spPr>
            <a:xfrm>
              <a:off x="-136402" y="1778994"/>
              <a:ext cx="347597" cy="506503"/>
            </a:xfrm>
            <a:custGeom>
              <a:avLst/>
              <a:gdLst/>
              <a:ahLst/>
              <a:cxnLst/>
              <a:rect l="l" t="t" r="r" b="b"/>
              <a:pathLst>
                <a:path w="4598" h="6700" extrusionOk="0">
                  <a:moveTo>
                    <a:pt x="4597" y="1"/>
                  </a:moveTo>
                  <a:lnTo>
                    <a:pt x="1" y="4597"/>
                  </a:lnTo>
                  <a:lnTo>
                    <a:pt x="1" y="6699"/>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8"/>
            <p:cNvSpPr/>
            <p:nvPr/>
          </p:nvSpPr>
          <p:spPr>
            <a:xfrm>
              <a:off x="-136402" y="2326153"/>
              <a:ext cx="347597" cy="506276"/>
            </a:xfrm>
            <a:custGeom>
              <a:avLst/>
              <a:gdLst/>
              <a:ahLst/>
              <a:cxnLst/>
              <a:rect l="l" t="t" r="r" b="b"/>
              <a:pathLst>
                <a:path w="4598" h="6697" extrusionOk="0">
                  <a:moveTo>
                    <a:pt x="4597" y="0"/>
                  </a:moveTo>
                  <a:lnTo>
                    <a:pt x="1" y="4597"/>
                  </a:lnTo>
                  <a:lnTo>
                    <a:pt x="1" y="6697"/>
                  </a:lnTo>
                  <a:lnTo>
                    <a:pt x="4597" y="2108"/>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8"/>
            <p:cNvSpPr/>
            <p:nvPr/>
          </p:nvSpPr>
          <p:spPr>
            <a:xfrm>
              <a:off x="-136402" y="-175976"/>
              <a:ext cx="91624" cy="91473"/>
            </a:xfrm>
            <a:custGeom>
              <a:avLst/>
              <a:gdLst/>
              <a:ahLst/>
              <a:cxnLst/>
              <a:rect l="l" t="t" r="r" b="b"/>
              <a:pathLst>
                <a:path w="1212" h="1210" extrusionOk="0">
                  <a:moveTo>
                    <a:pt x="1" y="0"/>
                  </a:moveTo>
                  <a:lnTo>
                    <a:pt x="1" y="1209"/>
                  </a:lnTo>
                  <a:lnTo>
                    <a:pt x="12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8"/>
            <p:cNvSpPr/>
            <p:nvPr/>
          </p:nvSpPr>
          <p:spPr>
            <a:xfrm>
              <a:off x="-136402" y="3602504"/>
              <a:ext cx="347597" cy="506428"/>
            </a:xfrm>
            <a:custGeom>
              <a:avLst/>
              <a:gdLst/>
              <a:ahLst/>
              <a:cxnLst/>
              <a:rect l="l" t="t" r="r" b="b"/>
              <a:pathLst>
                <a:path w="4598" h="6699" extrusionOk="0">
                  <a:moveTo>
                    <a:pt x="4597" y="1"/>
                  </a:moveTo>
                  <a:lnTo>
                    <a:pt x="1" y="4597"/>
                  </a:lnTo>
                  <a:lnTo>
                    <a:pt x="1" y="6699"/>
                  </a:lnTo>
                  <a:lnTo>
                    <a:pt x="4597" y="2102"/>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8"/>
            <p:cNvSpPr/>
            <p:nvPr/>
          </p:nvSpPr>
          <p:spPr>
            <a:xfrm>
              <a:off x="-136402" y="3420168"/>
              <a:ext cx="347597" cy="506352"/>
            </a:xfrm>
            <a:custGeom>
              <a:avLst/>
              <a:gdLst/>
              <a:ahLst/>
              <a:cxnLst/>
              <a:rect l="l" t="t" r="r" b="b"/>
              <a:pathLst>
                <a:path w="4598" h="6698" extrusionOk="0">
                  <a:moveTo>
                    <a:pt x="4597" y="1"/>
                  </a:moveTo>
                  <a:lnTo>
                    <a:pt x="1" y="4597"/>
                  </a:lnTo>
                  <a:lnTo>
                    <a:pt x="1" y="6697"/>
                  </a:lnTo>
                  <a:lnTo>
                    <a:pt x="4597" y="2103"/>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8"/>
            <p:cNvSpPr/>
            <p:nvPr/>
          </p:nvSpPr>
          <p:spPr>
            <a:xfrm>
              <a:off x="-136402" y="3237908"/>
              <a:ext cx="347597" cy="506276"/>
            </a:xfrm>
            <a:custGeom>
              <a:avLst/>
              <a:gdLst/>
              <a:ahLst/>
              <a:cxnLst/>
              <a:rect l="l" t="t" r="r" b="b"/>
              <a:pathLst>
                <a:path w="4598" h="6697" extrusionOk="0">
                  <a:moveTo>
                    <a:pt x="4597" y="0"/>
                  </a:moveTo>
                  <a:lnTo>
                    <a:pt x="1" y="4596"/>
                  </a:lnTo>
                  <a:lnTo>
                    <a:pt x="1" y="6696"/>
                  </a:lnTo>
                  <a:lnTo>
                    <a:pt x="4597" y="2100"/>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8"/>
            <p:cNvSpPr/>
            <p:nvPr/>
          </p:nvSpPr>
          <p:spPr>
            <a:xfrm>
              <a:off x="-136402" y="3055572"/>
              <a:ext cx="347597" cy="506276"/>
            </a:xfrm>
            <a:custGeom>
              <a:avLst/>
              <a:gdLst/>
              <a:ahLst/>
              <a:cxnLst/>
              <a:rect l="l" t="t" r="r" b="b"/>
              <a:pathLst>
                <a:path w="4598" h="6697" extrusionOk="0">
                  <a:moveTo>
                    <a:pt x="4597" y="0"/>
                  </a:moveTo>
                  <a:lnTo>
                    <a:pt x="1" y="4595"/>
                  </a:lnTo>
                  <a:lnTo>
                    <a:pt x="1" y="6697"/>
                  </a:lnTo>
                  <a:lnTo>
                    <a:pt x="4597" y="2107"/>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8"/>
            <p:cNvSpPr/>
            <p:nvPr/>
          </p:nvSpPr>
          <p:spPr>
            <a:xfrm>
              <a:off x="-136402" y="-175976"/>
              <a:ext cx="347597" cy="456155"/>
            </a:xfrm>
            <a:custGeom>
              <a:avLst/>
              <a:gdLst/>
              <a:ahLst/>
              <a:cxnLst/>
              <a:rect l="l" t="t" r="r" b="b"/>
              <a:pathLst>
                <a:path w="4598" h="6034" extrusionOk="0">
                  <a:moveTo>
                    <a:pt x="3927" y="0"/>
                  </a:moveTo>
                  <a:lnTo>
                    <a:pt x="1" y="3925"/>
                  </a:lnTo>
                  <a:lnTo>
                    <a:pt x="1" y="6033"/>
                  </a:lnTo>
                  <a:lnTo>
                    <a:pt x="4597" y="1437"/>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8"/>
            <p:cNvSpPr/>
            <p:nvPr/>
          </p:nvSpPr>
          <p:spPr>
            <a:xfrm>
              <a:off x="-136402" y="2690749"/>
              <a:ext cx="347597" cy="506428"/>
            </a:xfrm>
            <a:custGeom>
              <a:avLst/>
              <a:gdLst/>
              <a:ahLst/>
              <a:cxnLst/>
              <a:rect l="l" t="t" r="r" b="b"/>
              <a:pathLst>
                <a:path w="4598" h="6699" extrusionOk="0">
                  <a:moveTo>
                    <a:pt x="4597" y="1"/>
                  </a:moveTo>
                  <a:lnTo>
                    <a:pt x="1" y="4597"/>
                  </a:lnTo>
                  <a:lnTo>
                    <a:pt x="1" y="6699"/>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8"/>
            <p:cNvSpPr/>
            <p:nvPr/>
          </p:nvSpPr>
          <p:spPr>
            <a:xfrm>
              <a:off x="-136402" y="1232062"/>
              <a:ext cx="347597" cy="506957"/>
            </a:xfrm>
            <a:custGeom>
              <a:avLst/>
              <a:gdLst/>
              <a:ahLst/>
              <a:cxnLst/>
              <a:rect l="l" t="t" r="r" b="b"/>
              <a:pathLst>
                <a:path w="4598" h="6706" extrusionOk="0">
                  <a:moveTo>
                    <a:pt x="4597" y="0"/>
                  </a:moveTo>
                  <a:lnTo>
                    <a:pt x="1" y="4597"/>
                  </a:lnTo>
                  <a:lnTo>
                    <a:pt x="1" y="6705"/>
                  </a:lnTo>
                  <a:lnTo>
                    <a:pt x="4597" y="2109"/>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8"/>
            <p:cNvSpPr/>
            <p:nvPr/>
          </p:nvSpPr>
          <p:spPr>
            <a:xfrm>
              <a:off x="-136402" y="2508489"/>
              <a:ext cx="347597" cy="506428"/>
            </a:xfrm>
            <a:custGeom>
              <a:avLst/>
              <a:gdLst/>
              <a:ahLst/>
              <a:cxnLst/>
              <a:rect l="l" t="t" r="r" b="b"/>
              <a:pathLst>
                <a:path w="4598" h="6699" extrusionOk="0">
                  <a:moveTo>
                    <a:pt x="4597" y="0"/>
                  </a:moveTo>
                  <a:lnTo>
                    <a:pt x="1" y="4596"/>
                  </a:lnTo>
                  <a:lnTo>
                    <a:pt x="1" y="6698"/>
                  </a:lnTo>
                  <a:lnTo>
                    <a:pt x="4597" y="2108"/>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8"/>
            <p:cNvSpPr/>
            <p:nvPr/>
          </p:nvSpPr>
          <p:spPr>
            <a:xfrm>
              <a:off x="-136402" y="1049726"/>
              <a:ext cx="347597" cy="506806"/>
            </a:xfrm>
            <a:custGeom>
              <a:avLst/>
              <a:gdLst/>
              <a:ahLst/>
              <a:cxnLst/>
              <a:rect l="l" t="t" r="r" b="b"/>
              <a:pathLst>
                <a:path w="4598" h="6704" extrusionOk="0">
                  <a:moveTo>
                    <a:pt x="4597" y="1"/>
                  </a:moveTo>
                  <a:lnTo>
                    <a:pt x="1" y="4597"/>
                  </a:lnTo>
                  <a:lnTo>
                    <a:pt x="1" y="6704"/>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8"/>
            <p:cNvSpPr/>
            <p:nvPr/>
          </p:nvSpPr>
          <p:spPr>
            <a:xfrm>
              <a:off x="-136402" y="503172"/>
              <a:ext cx="347597" cy="506428"/>
            </a:xfrm>
            <a:custGeom>
              <a:avLst/>
              <a:gdLst/>
              <a:ahLst/>
              <a:cxnLst/>
              <a:rect l="l" t="t" r="r" b="b"/>
              <a:pathLst>
                <a:path w="4598" h="6699" extrusionOk="0">
                  <a:moveTo>
                    <a:pt x="4597" y="0"/>
                  </a:moveTo>
                  <a:lnTo>
                    <a:pt x="1" y="4590"/>
                  </a:lnTo>
                  <a:lnTo>
                    <a:pt x="1" y="6698"/>
                  </a:lnTo>
                  <a:lnTo>
                    <a:pt x="4597" y="2102"/>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8"/>
            <p:cNvSpPr/>
            <p:nvPr/>
          </p:nvSpPr>
          <p:spPr>
            <a:xfrm>
              <a:off x="-136402" y="2143817"/>
              <a:ext cx="347597" cy="506276"/>
            </a:xfrm>
            <a:custGeom>
              <a:avLst/>
              <a:gdLst/>
              <a:ahLst/>
              <a:cxnLst/>
              <a:rect l="l" t="t" r="r" b="b"/>
              <a:pathLst>
                <a:path w="4598" h="6697" extrusionOk="0">
                  <a:moveTo>
                    <a:pt x="4597" y="0"/>
                  </a:moveTo>
                  <a:lnTo>
                    <a:pt x="1" y="4597"/>
                  </a:lnTo>
                  <a:lnTo>
                    <a:pt x="1" y="6697"/>
                  </a:lnTo>
                  <a:lnTo>
                    <a:pt x="4597" y="2109"/>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8"/>
            <p:cNvSpPr/>
            <p:nvPr/>
          </p:nvSpPr>
          <p:spPr>
            <a:xfrm>
              <a:off x="-136402" y="1596734"/>
              <a:ext cx="347597" cy="506428"/>
            </a:xfrm>
            <a:custGeom>
              <a:avLst/>
              <a:gdLst/>
              <a:ahLst/>
              <a:cxnLst/>
              <a:rect l="l" t="t" r="r" b="b"/>
              <a:pathLst>
                <a:path w="4598" h="6699" extrusionOk="0">
                  <a:moveTo>
                    <a:pt x="4597" y="0"/>
                  </a:moveTo>
                  <a:lnTo>
                    <a:pt x="1" y="4597"/>
                  </a:lnTo>
                  <a:lnTo>
                    <a:pt x="1" y="6698"/>
                  </a:lnTo>
                  <a:lnTo>
                    <a:pt x="4597" y="2108"/>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8"/>
            <p:cNvSpPr/>
            <p:nvPr/>
          </p:nvSpPr>
          <p:spPr>
            <a:xfrm>
              <a:off x="-136402" y="320836"/>
              <a:ext cx="347597" cy="506428"/>
            </a:xfrm>
            <a:custGeom>
              <a:avLst/>
              <a:gdLst/>
              <a:ahLst/>
              <a:cxnLst/>
              <a:rect l="l" t="t" r="r" b="b"/>
              <a:pathLst>
                <a:path w="4598" h="6699" extrusionOk="0">
                  <a:moveTo>
                    <a:pt x="4597" y="0"/>
                  </a:moveTo>
                  <a:lnTo>
                    <a:pt x="1" y="4590"/>
                  </a:lnTo>
                  <a:lnTo>
                    <a:pt x="1" y="6698"/>
                  </a:lnTo>
                  <a:lnTo>
                    <a:pt x="4597" y="2102"/>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8"/>
            <p:cNvSpPr/>
            <p:nvPr/>
          </p:nvSpPr>
          <p:spPr>
            <a:xfrm>
              <a:off x="-136402" y="3784840"/>
              <a:ext cx="347597" cy="384640"/>
            </a:xfrm>
            <a:custGeom>
              <a:avLst/>
              <a:gdLst/>
              <a:ahLst/>
              <a:cxnLst/>
              <a:rect l="l" t="t" r="r" b="b"/>
              <a:pathLst>
                <a:path w="4598" h="5088" extrusionOk="0">
                  <a:moveTo>
                    <a:pt x="4597" y="1"/>
                  </a:moveTo>
                  <a:lnTo>
                    <a:pt x="1" y="4597"/>
                  </a:lnTo>
                  <a:lnTo>
                    <a:pt x="1" y="5088"/>
                  </a:lnTo>
                  <a:lnTo>
                    <a:pt x="1611" y="5088"/>
                  </a:lnTo>
                  <a:lnTo>
                    <a:pt x="4597" y="2102"/>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8"/>
            <p:cNvSpPr/>
            <p:nvPr/>
          </p:nvSpPr>
          <p:spPr>
            <a:xfrm>
              <a:off x="-136402" y="1414398"/>
              <a:ext cx="347597" cy="506957"/>
            </a:xfrm>
            <a:custGeom>
              <a:avLst/>
              <a:gdLst/>
              <a:ahLst/>
              <a:cxnLst/>
              <a:rect l="l" t="t" r="r" b="b"/>
              <a:pathLst>
                <a:path w="4598" h="6706" extrusionOk="0">
                  <a:moveTo>
                    <a:pt x="4597" y="0"/>
                  </a:moveTo>
                  <a:lnTo>
                    <a:pt x="1" y="4597"/>
                  </a:lnTo>
                  <a:lnTo>
                    <a:pt x="1" y="6705"/>
                  </a:lnTo>
                  <a:lnTo>
                    <a:pt x="4597" y="2109"/>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8"/>
            <p:cNvSpPr/>
            <p:nvPr/>
          </p:nvSpPr>
          <p:spPr>
            <a:xfrm>
              <a:off x="-136402" y="685583"/>
              <a:ext cx="347597" cy="506276"/>
            </a:xfrm>
            <a:custGeom>
              <a:avLst/>
              <a:gdLst/>
              <a:ahLst/>
              <a:cxnLst/>
              <a:rect l="l" t="t" r="r" b="b"/>
              <a:pathLst>
                <a:path w="4598" h="6697" extrusionOk="0">
                  <a:moveTo>
                    <a:pt x="4597" y="1"/>
                  </a:moveTo>
                  <a:lnTo>
                    <a:pt x="1" y="4589"/>
                  </a:lnTo>
                  <a:lnTo>
                    <a:pt x="1" y="6697"/>
                  </a:lnTo>
                  <a:lnTo>
                    <a:pt x="4597" y="2101"/>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8"/>
            <p:cNvSpPr/>
            <p:nvPr/>
          </p:nvSpPr>
          <p:spPr>
            <a:xfrm>
              <a:off x="-136402" y="2873085"/>
              <a:ext cx="347597" cy="506428"/>
            </a:xfrm>
            <a:custGeom>
              <a:avLst/>
              <a:gdLst/>
              <a:ahLst/>
              <a:cxnLst/>
              <a:rect l="l" t="t" r="r" b="b"/>
              <a:pathLst>
                <a:path w="4598" h="6699" extrusionOk="0">
                  <a:moveTo>
                    <a:pt x="4597" y="1"/>
                  </a:moveTo>
                  <a:lnTo>
                    <a:pt x="1" y="4597"/>
                  </a:lnTo>
                  <a:lnTo>
                    <a:pt x="1" y="6699"/>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8"/>
            <p:cNvSpPr/>
            <p:nvPr/>
          </p:nvSpPr>
          <p:spPr>
            <a:xfrm>
              <a:off x="-136402" y="-43836"/>
              <a:ext cx="347597" cy="506276"/>
            </a:xfrm>
            <a:custGeom>
              <a:avLst/>
              <a:gdLst/>
              <a:ahLst/>
              <a:cxnLst/>
              <a:rect l="l" t="t" r="r" b="b"/>
              <a:pathLst>
                <a:path w="4598" h="6697" extrusionOk="0">
                  <a:moveTo>
                    <a:pt x="4597" y="1"/>
                  </a:moveTo>
                  <a:lnTo>
                    <a:pt x="1" y="4590"/>
                  </a:lnTo>
                  <a:lnTo>
                    <a:pt x="1" y="6697"/>
                  </a:lnTo>
                  <a:lnTo>
                    <a:pt x="4597" y="2102"/>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8"/>
            <p:cNvSpPr/>
            <p:nvPr/>
          </p:nvSpPr>
          <p:spPr>
            <a:xfrm>
              <a:off x="8971" y="3967175"/>
              <a:ext cx="202223" cy="202299"/>
            </a:xfrm>
            <a:custGeom>
              <a:avLst/>
              <a:gdLst/>
              <a:ahLst/>
              <a:cxnLst/>
              <a:rect l="l" t="t" r="r" b="b"/>
              <a:pathLst>
                <a:path w="2675" h="2676" extrusionOk="0">
                  <a:moveTo>
                    <a:pt x="2674" y="0"/>
                  </a:moveTo>
                  <a:lnTo>
                    <a:pt x="0" y="2676"/>
                  </a:lnTo>
                  <a:lnTo>
                    <a:pt x="2100" y="2676"/>
                  </a:lnTo>
                  <a:lnTo>
                    <a:pt x="2674" y="2102"/>
                  </a:lnTo>
                  <a:lnTo>
                    <a:pt x="267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8"/>
            <p:cNvSpPr/>
            <p:nvPr/>
          </p:nvSpPr>
          <p:spPr>
            <a:xfrm>
              <a:off x="-136402" y="1961481"/>
              <a:ext cx="347597" cy="506276"/>
            </a:xfrm>
            <a:custGeom>
              <a:avLst/>
              <a:gdLst/>
              <a:ahLst/>
              <a:cxnLst/>
              <a:rect l="l" t="t" r="r" b="b"/>
              <a:pathLst>
                <a:path w="4598" h="6697" extrusionOk="0">
                  <a:moveTo>
                    <a:pt x="4597" y="0"/>
                  </a:moveTo>
                  <a:lnTo>
                    <a:pt x="1" y="4595"/>
                  </a:lnTo>
                  <a:lnTo>
                    <a:pt x="1" y="6697"/>
                  </a:lnTo>
                  <a:lnTo>
                    <a:pt x="4597" y="2107"/>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8"/>
            <p:cNvSpPr/>
            <p:nvPr/>
          </p:nvSpPr>
          <p:spPr>
            <a:xfrm>
              <a:off x="-136402" y="867919"/>
              <a:ext cx="347597" cy="506276"/>
            </a:xfrm>
            <a:custGeom>
              <a:avLst/>
              <a:gdLst/>
              <a:ahLst/>
              <a:cxnLst/>
              <a:rect l="l" t="t" r="r" b="b"/>
              <a:pathLst>
                <a:path w="4598" h="6697" extrusionOk="0">
                  <a:moveTo>
                    <a:pt x="4597" y="0"/>
                  </a:moveTo>
                  <a:lnTo>
                    <a:pt x="1" y="4589"/>
                  </a:lnTo>
                  <a:lnTo>
                    <a:pt x="1" y="6697"/>
                  </a:lnTo>
                  <a:lnTo>
                    <a:pt x="4597" y="2100"/>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8"/>
            <p:cNvSpPr/>
            <p:nvPr/>
          </p:nvSpPr>
          <p:spPr>
            <a:xfrm>
              <a:off x="-136402" y="138500"/>
              <a:ext cx="347597" cy="506428"/>
            </a:xfrm>
            <a:custGeom>
              <a:avLst/>
              <a:gdLst/>
              <a:ahLst/>
              <a:cxnLst/>
              <a:rect l="l" t="t" r="r" b="b"/>
              <a:pathLst>
                <a:path w="4598" h="6699" extrusionOk="0">
                  <a:moveTo>
                    <a:pt x="4597" y="0"/>
                  </a:moveTo>
                  <a:lnTo>
                    <a:pt x="1" y="4590"/>
                  </a:lnTo>
                  <a:lnTo>
                    <a:pt x="1" y="6698"/>
                  </a:lnTo>
                  <a:lnTo>
                    <a:pt x="4597" y="2102"/>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8"/>
            <p:cNvSpPr/>
            <p:nvPr/>
          </p:nvSpPr>
          <p:spPr>
            <a:xfrm>
              <a:off x="191311" y="4149587"/>
              <a:ext cx="19882" cy="19882"/>
            </a:xfrm>
            <a:custGeom>
              <a:avLst/>
              <a:gdLst/>
              <a:ahLst/>
              <a:cxnLst/>
              <a:rect l="l" t="t" r="r" b="b"/>
              <a:pathLst>
                <a:path w="263" h="263" extrusionOk="0">
                  <a:moveTo>
                    <a:pt x="262" y="1"/>
                  </a:moveTo>
                  <a:lnTo>
                    <a:pt x="0" y="263"/>
                  </a:lnTo>
                  <a:lnTo>
                    <a:pt x="262" y="263"/>
                  </a:lnTo>
                  <a:lnTo>
                    <a:pt x="26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47" name="Google Shape;5147;p8"/>
          <p:cNvGrpSpPr/>
          <p:nvPr/>
        </p:nvGrpSpPr>
        <p:grpSpPr>
          <a:xfrm rot="5400000">
            <a:off x="2712147" y="-2074327"/>
            <a:ext cx="347597" cy="4345451"/>
            <a:chOff x="-136402" y="-175976"/>
            <a:chExt cx="347597" cy="4345451"/>
          </a:xfrm>
        </p:grpSpPr>
        <p:sp>
          <p:nvSpPr>
            <p:cNvPr id="5148" name="Google Shape;5148;p8"/>
            <p:cNvSpPr/>
            <p:nvPr/>
          </p:nvSpPr>
          <p:spPr>
            <a:xfrm>
              <a:off x="-136402" y="3579069"/>
              <a:ext cx="347597" cy="371033"/>
            </a:xfrm>
            <a:custGeom>
              <a:avLst/>
              <a:gdLst/>
              <a:ahLst/>
              <a:cxnLst/>
              <a:rect l="l" t="t" r="r" b="b"/>
              <a:pathLst>
                <a:path w="4598" h="4908" extrusionOk="0">
                  <a:moveTo>
                    <a:pt x="4597" y="1"/>
                  </a:moveTo>
                  <a:lnTo>
                    <a:pt x="1" y="4595"/>
                  </a:lnTo>
                  <a:lnTo>
                    <a:pt x="1" y="4907"/>
                  </a:lnTo>
                  <a:lnTo>
                    <a:pt x="4597" y="311"/>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8"/>
            <p:cNvSpPr/>
            <p:nvPr/>
          </p:nvSpPr>
          <p:spPr>
            <a:xfrm>
              <a:off x="-136402" y="2850179"/>
              <a:ext cx="347597" cy="370503"/>
            </a:xfrm>
            <a:custGeom>
              <a:avLst/>
              <a:gdLst/>
              <a:ahLst/>
              <a:cxnLst/>
              <a:rect l="l" t="t" r="r" b="b"/>
              <a:pathLst>
                <a:path w="4598" h="4901" extrusionOk="0">
                  <a:moveTo>
                    <a:pt x="4597" y="0"/>
                  </a:moveTo>
                  <a:lnTo>
                    <a:pt x="1" y="4590"/>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8"/>
            <p:cNvSpPr/>
            <p:nvPr/>
          </p:nvSpPr>
          <p:spPr>
            <a:xfrm>
              <a:off x="-14615" y="3943741"/>
              <a:ext cx="225810" cy="225734"/>
            </a:xfrm>
            <a:custGeom>
              <a:avLst/>
              <a:gdLst/>
              <a:ahLst/>
              <a:cxnLst/>
              <a:rect l="l" t="t" r="r" b="b"/>
              <a:pathLst>
                <a:path w="2987" h="2986" extrusionOk="0">
                  <a:moveTo>
                    <a:pt x="2986" y="0"/>
                  </a:moveTo>
                  <a:lnTo>
                    <a:pt x="0" y="2986"/>
                  </a:lnTo>
                  <a:lnTo>
                    <a:pt x="312" y="2986"/>
                  </a:lnTo>
                  <a:lnTo>
                    <a:pt x="2986" y="310"/>
                  </a:lnTo>
                  <a:lnTo>
                    <a:pt x="29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8"/>
            <p:cNvSpPr/>
            <p:nvPr/>
          </p:nvSpPr>
          <p:spPr>
            <a:xfrm>
              <a:off x="-136402" y="3214775"/>
              <a:ext cx="347597" cy="370655"/>
            </a:xfrm>
            <a:custGeom>
              <a:avLst/>
              <a:gdLst/>
              <a:ahLst/>
              <a:cxnLst/>
              <a:rect l="l" t="t" r="r" b="b"/>
              <a:pathLst>
                <a:path w="4598" h="4903" extrusionOk="0">
                  <a:moveTo>
                    <a:pt x="4597" y="1"/>
                  </a:moveTo>
                  <a:lnTo>
                    <a:pt x="1" y="4591"/>
                  </a:lnTo>
                  <a:lnTo>
                    <a:pt x="1" y="4902"/>
                  </a:lnTo>
                  <a:lnTo>
                    <a:pt x="4597" y="306"/>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8"/>
            <p:cNvSpPr/>
            <p:nvPr/>
          </p:nvSpPr>
          <p:spPr>
            <a:xfrm>
              <a:off x="-136402" y="2485508"/>
              <a:ext cx="347597" cy="370503"/>
            </a:xfrm>
            <a:custGeom>
              <a:avLst/>
              <a:gdLst/>
              <a:ahLst/>
              <a:cxnLst/>
              <a:rect l="l" t="t" r="r" b="b"/>
              <a:pathLst>
                <a:path w="4598" h="4901" extrusionOk="0">
                  <a:moveTo>
                    <a:pt x="4597" y="0"/>
                  </a:moveTo>
                  <a:lnTo>
                    <a:pt x="1" y="4589"/>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8"/>
            <p:cNvSpPr/>
            <p:nvPr/>
          </p:nvSpPr>
          <p:spPr>
            <a:xfrm>
              <a:off x="-136402" y="2120760"/>
              <a:ext cx="347597" cy="370579"/>
            </a:xfrm>
            <a:custGeom>
              <a:avLst/>
              <a:gdLst/>
              <a:ahLst/>
              <a:cxnLst/>
              <a:rect l="l" t="t" r="r" b="b"/>
              <a:pathLst>
                <a:path w="4598" h="4902" extrusionOk="0">
                  <a:moveTo>
                    <a:pt x="4597" y="0"/>
                  </a:moveTo>
                  <a:lnTo>
                    <a:pt x="1" y="4590"/>
                  </a:lnTo>
                  <a:lnTo>
                    <a:pt x="1" y="4902"/>
                  </a:lnTo>
                  <a:lnTo>
                    <a:pt x="4597" y="305"/>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8"/>
            <p:cNvSpPr/>
            <p:nvPr/>
          </p:nvSpPr>
          <p:spPr>
            <a:xfrm>
              <a:off x="-136402" y="1756088"/>
              <a:ext cx="347597" cy="370503"/>
            </a:xfrm>
            <a:custGeom>
              <a:avLst/>
              <a:gdLst/>
              <a:ahLst/>
              <a:cxnLst/>
              <a:rect l="l" t="t" r="r" b="b"/>
              <a:pathLst>
                <a:path w="4598" h="4901" extrusionOk="0">
                  <a:moveTo>
                    <a:pt x="4597" y="0"/>
                  </a:moveTo>
                  <a:lnTo>
                    <a:pt x="1" y="4590"/>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8"/>
            <p:cNvSpPr/>
            <p:nvPr/>
          </p:nvSpPr>
          <p:spPr>
            <a:xfrm>
              <a:off x="-136402" y="1391417"/>
              <a:ext cx="347597" cy="370503"/>
            </a:xfrm>
            <a:custGeom>
              <a:avLst/>
              <a:gdLst/>
              <a:ahLst/>
              <a:cxnLst/>
              <a:rect l="l" t="t" r="r" b="b"/>
              <a:pathLst>
                <a:path w="4598" h="4901" extrusionOk="0">
                  <a:moveTo>
                    <a:pt x="4597" y="1"/>
                  </a:moveTo>
                  <a:lnTo>
                    <a:pt x="1" y="4597"/>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8"/>
            <p:cNvSpPr/>
            <p:nvPr/>
          </p:nvSpPr>
          <p:spPr>
            <a:xfrm>
              <a:off x="-136402" y="1026669"/>
              <a:ext cx="347597" cy="370655"/>
            </a:xfrm>
            <a:custGeom>
              <a:avLst/>
              <a:gdLst/>
              <a:ahLst/>
              <a:cxnLst/>
              <a:rect l="l" t="t" r="r" b="b"/>
              <a:pathLst>
                <a:path w="4598" h="4903" extrusionOk="0">
                  <a:moveTo>
                    <a:pt x="4597" y="0"/>
                  </a:moveTo>
                  <a:lnTo>
                    <a:pt x="1" y="4597"/>
                  </a:lnTo>
                  <a:lnTo>
                    <a:pt x="1" y="4902"/>
                  </a:lnTo>
                  <a:lnTo>
                    <a:pt x="4597" y="306"/>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8"/>
            <p:cNvSpPr/>
            <p:nvPr/>
          </p:nvSpPr>
          <p:spPr>
            <a:xfrm>
              <a:off x="-136402" y="661998"/>
              <a:ext cx="347597" cy="370503"/>
            </a:xfrm>
            <a:custGeom>
              <a:avLst/>
              <a:gdLst/>
              <a:ahLst/>
              <a:cxnLst/>
              <a:rect l="l" t="t" r="r" b="b"/>
              <a:pathLst>
                <a:path w="4598" h="4901" extrusionOk="0">
                  <a:moveTo>
                    <a:pt x="4597" y="1"/>
                  </a:moveTo>
                  <a:lnTo>
                    <a:pt x="1" y="4597"/>
                  </a:lnTo>
                  <a:lnTo>
                    <a:pt x="1" y="4901"/>
                  </a:lnTo>
                  <a:lnTo>
                    <a:pt x="4597" y="313"/>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8"/>
            <p:cNvSpPr/>
            <p:nvPr/>
          </p:nvSpPr>
          <p:spPr>
            <a:xfrm>
              <a:off x="-136402" y="297402"/>
              <a:ext cx="347597" cy="370503"/>
            </a:xfrm>
            <a:custGeom>
              <a:avLst/>
              <a:gdLst/>
              <a:ahLst/>
              <a:cxnLst/>
              <a:rect l="l" t="t" r="r" b="b"/>
              <a:pathLst>
                <a:path w="4598" h="4901" extrusionOk="0">
                  <a:moveTo>
                    <a:pt x="4597" y="0"/>
                  </a:moveTo>
                  <a:lnTo>
                    <a:pt x="1" y="4596"/>
                  </a:lnTo>
                  <a:lnTo>
                    <a:pt x="1" y="4900"/>
                  </a:lnTo>
                  <a:lnTo>
                    <a:pt x="4597" y="310"/>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8"/>
            <p:cNvSpPr/>
            <p:nvPr/>
          </p:nvSpPr>
          <p:spPr>
            <a:xfrm>
              <a:off x="-136402" y="-67421"/>
              <a:ext cx="347597" cy="370655"/>
            </a:xfrm>
            <a:custGeom>
              <a:avLst/>
              <a:gdLst/>
              <a:ahLst/>
              <a:cxnLst/>
              <a:rect l="l" t="t" r="r" b="b"/>
              <a:pathLst>
                <a:path w="4598" h="4903" extrusionOk="0">
                  <a:moveTo>
                    <a:pt x="4597" y="1"/>
                  </a:moveTo>
                  <a:lnTo>
                    <a:pt x="1" y="4597"/>
                  </a:lnTo>
                  <a:lnTo>
                    <a:pt x="1" y="4902"/>
                  </a:lnTo>
                  <a:lnTo>
                    <a:pt x="4597" y="313"/>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8"/>
            <p:cNvSpPr/>
            <p:nvPr/>
          </p:nvSpPr>
          <p:spPr>
            <a:xfrm>
              <a:off x="-136402" y="-175976"/>
              <a:ext cx="114606" cy="114379"/>
            </a:xfrm>
            <a:custGeom>
              <a:avLst/>
              <a:gdLst/>
              <a:ahLst/>
              <a:cxnLst/>
              <a:rect l="l" t="t" r="r" b="b"/>
              <a:pathLst>
                <a:path w="1516" h="1513" extrusionOk="0">
                  <a:moveTo>
                    <a:pt x="1212" y="0"/>
                  </a:moveTo>
                  <a:lnTo>
                    <a:pt x="1" y="1209"/>
                  </a:lnTo>
                  <a:lnTo>
                    <a:pt x="1" y="1513"/>
                  </a:lnTo>
                  <a:lnTo>
                    <a:pt x="15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8"/>
            <p:cNvSpPr/>
            <p:nvPr/>
          </p:nvSpPr>
          <p:spPr>
            <a:xfrm>
              <a:off x="167725" y="4126077"/>
              <a:ext cx="43469" cy="43393"/>
            </a:xfrm>
            <a:custGeom>
              <a:avLst/>
              <a:gdLst/>
              <a:ahLst/>
              <a:cxnLst/>
              <a:rect l="l" t="t" r="r" b="b"/>
              <a:pathLst>
                <a:path w="575" h="574" extrusionOk="0">
                  <a:moveTo>
                    <a:pt x="574" y="0"/>
                  </a:moveTo>
                  <a:lnTo>
                    <a:pt x="0" y="574"/>
                  </a:lnTo>
                  <a:lnTo>
                    <a:pt x="312" y="574"/>
                  </a:lnTo>
                  <a:lnTo>
                    <a:pt x="574" y="312"/>
                  </a:lnTo>
                  <a:lnTo>
                    <a:pt x="57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8"/>
            <p:cNvSpPr/>
            <p:nvPr/>
          </p:nvSpPr>
          <p:spPr>
            <a:xfrm>
              <a:off x="-136402" y="3396658"/>
              <a:ext cx="347597" cy="371108"/>
            </a:xfrm>
            <a:custGeom>
              <a:avLst/>
              <a:gdLst/>
              <a:ahLst/>
              <a:cxnLst/>
              <a:rect l="l" t="t" r="r" b="b"/>
              <a:pathLst>
                <a:path w="4598" h="4909" extrusionOk="0">
                  <a:moveTo>
                    <a:pt x="4597" y="0"/>
                  </a:moveTo>
                  <a:lnTo>
                    <a:pt x="1" y="4596"/>
                  </a:lnTo>
                  <a:lnTo>
                    <a:pt x="1" y="4908"/>
                  </a:lnTo>
                  <a:lnTo>
                    <a:pt x="4597" y="312"/>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8"/>
            <p:cNvSpPr/>
            <p:nvPr/>
          </p:nvSpPr>
          <p:spPr>
            <a:xfrm>
              <a:off x="-136402" y="2667843"/>
              <a:ext cx="347597" cy="370503"/>
            </a:xfrm>
            <a:custGeom>
              <a:avLst/>
              <a:gdLst/>
              <a:ahLst/>
              <a:cxnLst/>
              <a:rect l="l" t="t" r="r" b="b"/>
              <a:pathLst>
                <a:path w="4598" h="4901" extrusionOk="0">
                  <a:moveTo>
                    <a:pt x="4597" y="0"/>
                  </a:moveTo>
                  <a:lnTo>
                    <a:pt x="1" y="4590"/>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8"/>
            <p:cNvSpPr/>
            <p:nvPr/>
          </p:nvSpPr>
          <p:spPr>
            <a:xfrm>
              <a:off x="-136402" y="1938424"/>
              <a:ext cx="347597" cy="370503"/>
            </a:xfrm>
            <a:custGeom>
              <a:avLst/>
              <a:gdLst/>
              <a:ahLst/>
              <a:cxnLst/>
              <a:rect l="l" t="t" r="r" b="b"/>
              <a:pathLst>
                <a:path w="4598" h="4901" extrusionOk="0">
                  <a:moveTo>
                    <a:pt x="4597" y="0"/>
                  </a:moveTo>
                  <a:lnTo>
                    <a:pt x="1" y="4590"/>
                  </a:lnTo>
                  <a:lnTo>
                    <a:pt x="1" y="4900"/>
                  </a:lnTo>
                  <a:lnTo>
                    <a:pt x="4597" y="305"/>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8"/>
            <p:cNvSpPr/>
            <p:nvPr/>
          </p:nvSpPr>
          <p:spPr>
            <a:xfrm>
              <a:off x="-136402" y="1209081"/>
              <a:ext cx="347597" cy="370503"/>
            </a:xfrm>
            <a:custGeom>
              <a:avLst/>
              <a:gdLst/>
              <a:ahLst/>
              <a:cxnLst/>
              <a:rect l="l" t="t" r="r" b="b"/>
              <a:pathLst>
                <a:path w="4598" h="4901" extrusionOk="0">
                  <a:moveTo>
                    <a:pt x="4597" y="1"/>
                  </a:moveTo>
                  <a:lnTo>
                    <a:pt x="1" y="4596"/>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8"/>
            <p:cNvSpPr/>
            <p:nvPr/>
          </p:nvSpPr>
          <p:spPr>
            <a:xfrm>
              <a:off x="-136402" y="479662"/>
              <a:ext cx="347597" cy="370503"/>
            </a:xfrm>
            <a:custGeom>
              <a:avLst/>
              <a:gdLst/>
              <a:ahLst/>
              <a:cxnLst/>
              <a:rect l="l" t="t" r="r" b="b"/>
              <a:pathLst>
                <a:path w="4598" h="4901" extrusionOk="0">
                  <a:moveTo>
                    <a:pt x="4597" y="1"/>
                  </a:moveTo>
                  <a:lnTo>
                    <a:pt x="1" y="4597"/>
                  </a:lnTo>
                  <a:lnTo>
                    <a:pt x="1" y="4901"/>
                  </a:lnTo>
                  <a:lnTo>
                    <a:pt x="4597" y="311"/>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8"/>
            <p:cNvSpPr/>
            <p:nvPr/>
          </p:nvSpPr>
          <p:spPr>
            <a:xfrm>
              <a:off x="-136402" y="3761405"/>
              <a:ext cx="347597" cy="370957"/>
            </a:xfrm>
            <a:custGeom>
              <a:avLst/>
              <a:gdLst/>
              <a:ahLst/>
              <a:cxnLst/>
              <a:rect l="l" t="t" r="r" b="b"/>
              <a:pathLst>
                <a:path w="4598" h="4907" extrusionOk="0">
                  <a:moveTo>
                    <a:pt x="4597" y="0"/>
                  </a:moveTo>
                  <a:lnTo>
                    <a:pt x="1" y="4597"/>
                  </a:lnTo>
                  <a:lnTo>
                    <a:pt x="1" y="4907"/>
                  </a:lnTo>
                  <a:lnTo>
                    <a:pt x="4597" y="311"/>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8"/>
            <p:cNvSpPr/>
            <p:nvPr/>
          </p:nvSpPr>
          <p:spPr>
            <a:xfrm>
              <a:off x="-136402" y="3032440"/>
              <a:ext cx="347597" cy="370503"/>
            </a:xfrm>
            <a:custGeom>
              <a:avLst/>
              <a:gdLst/>
              <a:ahLst/>
              <a:cxnLst/>
              <a:rect l="l" t="t" r="r" b="b"/>
              <a:pathLst>
                <a:path w="4598" h="4901" extrusionOk="0">
                  <a:moveTo>
                    <a:pt x="4597" y="1"/>
                  </a:moveTo>
                  <a:lnTo>
                    <a:pt x="1" y="4591"/>
                  </a:lnTo>
                  <a:lnTo>
                    <a:pt x="1" y="4901"/>
                  </a:lnTo>
                  <a:lnTo>
                    <a:pt x="4597" y="306"/>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8"/>
            <p:cNvSpPr/>
            <p:nvPr/>
          </p:nvSpPr>
          <p:spPr>
            <a:xfrm>
              <a:off x="-136402" y="2303172"/>
              <a:ext cx="347597" cy="370503"/>
            </a:xfrm>
            <a:custGeom>
              <a:avLst/>
              <a:gdLst/>
              <a:ahLst/>
              <a:cxnLst/>
              <a:rect l="l" t="t" r="r" b="b"/>
              <a:pathLst>
                <a:path w="4598" h="4901" extrusionOk="0">
                  <a:moveTo>
                    <a:pt x="4597" y="1"/>
                  </a:moveTo>
                  <a:lnTo>
                    <a:pt x="1" y="4589"/>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8"/>
            <p:cNvSpPr/>
            <p:nvPr/>
          </p:nvSpPr>
          <p:spPr>
            <a:xfrm>
              <a:off x="-136402" y="1573753"/>
              <a:ext cx="347597" cy="370503"/>
            </a:xfrm>
            <a:custGeom>
              <a:avLst/>
              <a:gdLst/>
              <a:ahLst/>
              <a:cxnLst/>
              <a:rect l="l" t="t" r="r" b="b"/>
              <a:pathLst>
                <a:path w="4598" h="4901" extrusionOk="0">
                  <a:moveTo>
                    <a:pt x="4597" y="1"/>
                  </a:moveTo>
                  <a:lnTo>
                    <a:pt x="1" y="4597"/>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8"/>
            <p:cNvSpPr/>
            <p:nvPr/>
          </p:nvSpPr>
          <p:spPr>
            <a:xfrm>
              <a:off x="-136402" y="844334"/>
              <a:ext cx="347597" cy="370503"/>
            </a:xfrm>
            <a:custGeom>
              <a:avLst/>
              <a:gdLst/>
              <a:ahLst/>
              <a:cxnLst/>
              <a:rect l="l" t="t" r="r" b="b"/>
              <a:pathLst>
                <a:path w="4598" h="4901" extrusionOk="0">
                  <a:moveTo>
                    <a:pt x="4597" y="1"/>
                  </a:moveTo>
                  <a:lnTo>
                    <a:pt x="1" y="4597"/>
                  </a:lnTo>
                  <a:lnTo>
                    <a:pt x="1" y="4901"/>
                  </a:lnTo>
                  <a:lnTo>
                    <a:pt x="4597" y="312"/>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8"/>
            <p:cNvSpPr/>
            <p:nvPr/>
          </p:nvSpPr>
          <p:spPr>
            <a:xfrm>
              <a:off x="-136402" y="115066"/>
              <a:ext cx="347597" cy="370503"/>
            </a:xfrm>
            <a:custGeom>
              <a:avLst/>
              <a:gdLst/>
              <a:ahLst/>
              <a:cxnLst/>
              <a:rect l="l" t="t" r="r" b="b"/>
              <a:pathLst>
                <a:path w="4598" h="4901" extrusionOk="0">
                  <a:moveTo>
                    <a:pt x="4597" y="0"/>
                  </a:moveTo>
                  <a:lnTo>
                    <a:pt x="1" y="4595"/>
                  </a:lnTo>
                  <a:lnTo>
                    <a:pt x="1" y="4900"/>
                  </a:lnTo>
                  <a:lnTo>
                    <a:pt x="4597" y="310"/>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8"/>
            <p:cNvSpPr/>
            <p:nvPr/>
          </p:nvSpPr>
          <p:spPr>
            <a:xfrm>
              <a:off x="-136402" y="-175976"/>
              <a:ext cx="296947" cy="296720"/>
            </a:xfrm>
            <a:custGeom>
              <a:avLst/>
              <a:gdLst/>
              <a:ahLst/>
              <a:cxnLst/>
              <a:rect l="l" t="t" r="r" b="b"/>
              <a:pathLst>
                <a:path w="3928" h="3925" extrusionOk="0">
                  <a:moveTo>
                    <a:pt x="3624" y="0"/>
                  </a:moveTo>
                  <a:lnTo>
                    <a:pt x="1" y="3621"/>
                  </a:lnTo>
                  <a:lnTo>
                    <a:pt x="1" y="3925"/>
                  </a:lnTo>
                  <a:lnTo>
                    <a:pt x="39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174" name="Google Shape;5174;p8"/>
          <p:cNvSpPr/>
          <p:nvPr/>
        </p:nvSpPr>
        <p:spPr>
          <a:xfrm rot="5400000">
            <a:off x="2712120" y="-2074348"/>
            <a:ext cx="347700" cy="43455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8"/>
          <p:cNvSpPr/>
          <p:nvPr/>
        </p:nvSpPr>
        <p:spPr>
          <a:xfrm rot="10800000" flipH="1">
            <a:off x="3699275" y="4528850"/>
            <a:ext cx="4680600" cy="8010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792022068"/>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bg>
      <p:bgPr>
        <a:solidFill>
          <a:schemeClr val="dk1"/>
        </a:solidFill>
        <a:effectLst/>
      </p:bgPr>
    </p:bg>
    <p:spTree>
      <p:nvGrpSpPr>
        <p:cNvPr id="1" name="Shape 5176"/>
        <p:cNvGrpSpPr/>
        <p:nvPr/>
      </p:nvGrpSpPr>
      <p:grpSpPr>
        <a:xfrm>
          <a:off x="0" y="0"/>
          <a:ext cx="0" cy="0"/>
          <a:chOff x="0" y="0"/>
          <a:chExt cx="0" cy="0"/>
        </a:xfrm>
      </p:grpSpPr>
      <p:grpSp>
        <p:nvGrpSpPr>
          <p:cNvPr id="5177" name="Google Shape;5177;p9"/>
          <p:cNvGrpSpPr/>
          <p:nvPr/>
        </p:nvGrpSpPr>
        <p:grpSpPr>
          <a:xfrm rot="5400000">
            <a:off x="1416205" y="-2099758"/>
            <a:ext cx="6311597" cy="9467556"/>
            <a:chOff x="635875" y="1065050"/>
            <a:chExt cx="2940550" cy="4410900"/>
          </a:xfrm>
        </p:grpSpPr>
        <p:sp>
          <p:nvSpPr>
            <p:cNvPr id="5178" name="Google Shape;5178;p9"/>
            <p:cNvSpPr/>
            <p:nvPr/>
          </p:nvSpPr>
          <p:spPr>
            <a:xfrm>
              <a:off x="676400" y="11059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9"/>
            <p:cNvSpPr/>
            <p:nvPr/>
          </p:nvSpPr>
          <p:spPr>
            <a:xfrm>
              <a:off x="768325" y="1105900"/>
              <a:ext cx="12400" cy="12600"/>
            </a:xfrm>
            <a:custGeom>
              <a:avLst/>
              <a:gdLst/>
              <a:ahLst/>
              <a:cxnLst/>
              <a:rect l="l" t="t" r="r" b="b"/>
              <a:pathLst>
                <a:path w="496" h="504"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9"/>
            <p:cNvSpPr/>
            <p:nvPr/>
          </p:nvSpPr>
          <p:spPr>
            <a:xfrm>
              <a:off x="860125" y="1105900"/>
              <a:ext cx="12525" cy="12600"/>
            </a:xfrm>
            <a:custGeom>
              <a:avLst/>
              <a:gdLst/>
              <a:ahLst/>
              <a:cxnLst/>
              <a:rect l="l" t="t" r="r" b="b"/>
              <a:pathLst>
                <a:path w="501" h="504"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9"/>
            <p:cNvSpPr/>
            <p:nvPr/>
          </p:nvSpPr>
          <p:spPr>
            <a:xfrm>
              <a:off x="951850" y="11059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9"/>
            <p:cNvSpPr/>
            <p:nvPr/>
          </p:nvSpPr>
          <p:spPr>
            <a:xfrm>
              <a:off x="1043825" y="110590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9"/>
            <p:cNvSpPr/>
            <p:nvPr/>
          </p:nvSpPr>
          <p:spPr>
            <a:xfrm>
              <a:off x="1135575" y="110590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9"/>
            <p:cNvSpPr/>
            <p:nvPr/>
          </p:nvSpPr>
          <p:spPr>
            <a:xfrm>
              <a:off x="1227500" y="1105900"/>
              <a:ext cx="12400" cy="12600"/>
            </a:xfrm>
            <a:custGeom>
              <a:avLst/>
              <a:gdLst/>
              <a:ahLst/>
              <a:cxnLst/>
              <a:rect l="l" t="t" r="r" b="b"/>
              <a:pathLst>
                <a:path w="496" h="504"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9"/>
            <p:cNvSpPr/>
            <p:nvPr/>
          </p:nvSpPr>
          <p:spPr>
            <a:xfrm>
              <a:off x="1319275" y="110590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9"/>
            <p:cNvSpPr/>
            <p:nvPr/>
          </p:nvSpPr>
          <p:spPr>
            <a:xfrm>
              <a:off x="1411200" y="1105900"/>
              <a:ext cx="12425" cy="12600"/>
            </a:xfrm>
            <a:custGeom>
              <a:avLst/>
              <a:gdLst/>
              <a:ahLst/>
              <a:cxnLst/>
              <a:rect l="l" t="t" r="r" b="b"/>
              <a:pathLst>
                <a:path w="497" h="504"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9"/>
            <p:cNvSpPr/>
            <p:nvPr/>
          </p:nvSpPr>
          <p:spPr>
            <a:xfrm>
              <a:off x="1503000" y="1105900"/>
              <a:ext cx="12525" cy="12600"/>
            </a:xfrm>
            <a:custGeom>
              <a:avLst/>
              <a:gdLst/>
              <a:ahLst/>
              <a:cxnLst/>
              <a:rect l="l" t="t" r="r" b="b"/>
              <a:pathLst>
                <a:path w="501" h="504"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9"/>
            <p:cNvSpPr/>
            <p:nvPr/>
          </p:nvSpPr>
          <p:spPr>
            <a:xfrm>
              <a:off x="1594750" y="110590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9"/>
            <p:cNvSpPr/>
            <p:nvPr/>
          </p:nvSpPr>
          <p:spPr>
            <a:xfrm>
              <a:off x="1686650" y="11059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9"/>
            <p:cNvSpPr/>
            <p:nvPr/>
          </p:nvSpPr>
          <p:spPr>
            <a:xfrm>
              <a:off x="1778450" y="110590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9"/>
            <p:cNvSpPr/>
            <p:nvPr/>
          </p:nvSpPr>
          <p:spPr>
            <a:xfrm>
              <a:off x="1870375" y="1105900"/>
              <a:ext cx="12400" cy="12600"/>
            </a:xfrm>
            <a:custGeom>
              <a:avLst/>
              <a:gdLst/>
              <a:ahLst/>
              <a:cxnLst/>
              <a:rect l="l" t="t" r="r" b="b"/>
              <a:pathLst>
                <a:path w="496" h="504"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9"/>
            <p:cNvSpPr/>
            <p:nvPr/>
          </p:nvSpPr>
          <p:spPr>
            <a:xfrm>
              <a:off x="1962150" y="110590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9"/>
            <p:cNvSpPr/>
            <p:nvPr/>
          </p:nvSpPr>
          <p:spPr>
            <a:xfrm>
              <a:off x="2054075" y="1105900"/>
              <a:ext cx="12425" cy="12600"/>
            </a:xfrm>
            <a:custGeom>
              <a:avLst/>
              <a:gdLst/>
              <a:ahLst/>
              <a:cxnLst/>
              <a:rect l="l" t="t" r="r" b="b"/>
              <a:pathLst>
                <a:path w="497" h="504"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9"/>
            <p:cNvSpPr/>
            <p:nvPr/>
          </p:nvSpPr>
          <p:spPr>
            <a:xfrm>
              <a:off x="2145825" y="11059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9"/>
            <p:cNvSpPr/>
            <p:nvPr/>
          </p:nvSpPr>
          <p:spPr>
            <a:xfrm>
              <a:off x="2237800" y="1105900"/>
              <a:ext cx="12350" cy="12600"/>
            </a:xfrm>
            <a:custGeom>
              <a:avLst/>
              <a:gdLst/>
              <a:ahLst/>
              <a:cxnLst/>
              <a:rect l="l" t="t" r="r" b="b"/>
              <a:pathLst>
                <a:path w="494" h="504"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9"/>
            <p:cNvSpPr/>
            <p:nvPr/>
          </p:nvSpPr>
          <p:spPr>
            <a:xfrm>
              <a:off x="2329550" y="110590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9"/>
            <p:cNvSpPr/>
            <p:nvPr/>
          </p:nvSpPr>
          <p:spPr>
            <a:xfrm>
              <a:off x="2421325" y="110590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9"/>
            <p:cNvSpPr/>
            <p:nvPr/>
          </p:nvSpPr>
          <p:spPr>
            <a:xfrm>
              <a:off x="2513250" y="1105900"/>
              <a:ext cx="12575" cy="12600"/>
            </a:xfrm>
            <a:custGeom>
              <a:avLst/>
              <a:gdLst/>
              <a:ahLst/>
              <a:cxnLst/>
              <a:rect l="l" t="t" r="r" b="b"/>
              <a:pathLst>
                <a:path w="503" h="504"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9"/>
            <p:cNvSpPr/>
            <p:nvPr/>
          </p:nvSpPr>
          <p:spPr>
            <a:xfrm>
              <a:off x="2605000" y="110590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9"/>
            <p:cNvSpPr/>
            <p:nvPr/>
          </p:nvSpPr>
          <p:spPr>
            <a:xfrm>
              <a:off x="2696950" y="1105900"/>
              <a:ext cx="12375" cy="12600"/>
            </a:xfrm>
            <a:custGeom>
              <a:avLst/>
              <a:gdLst/>
              <a:ahLst/>
              <a:cxnLst/>
              <a:rect l="l" t="t" r="r" b="b"/>
              <a:pathLst>
                <a:path w="495" h="504"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9"/>
            <p:cNvSpPr/>
            <p:nvPr/>
          </p:nvSpPr>
          <p:spPr>
            <a:xfrm>
              <a:off x="2788700" y="11059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9"/>
            <p:cNvSpPr/>
            <p:nvPr/>
          </p:nvSpPr>
          <p:spPr>
            <a:xfrm>
              <a:off x="2880675" y="1105900"/>
              <a:ext cx="12375" cy="12600"/>
            </a:xfrm>
            <a:custGeom>
              <a:avLst/>
              <a:gdLst/>
              <a:ahLst/>
              <a:cxnLst/>
              <a:rect l="l" t="t" r="r" b="b"/>
              <a:pathLst>
                <a:path w="495" h="504"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9"/>
            <p:cNvSpPr/>
            <p:nvPr/>
          </p:nvSpPr>
          <p:spPr>
            <a:xfrm>
              <a:off x="2972425" y="110590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9"/>
            <p:cNvSpPr/>
            <p:nvPr/>
          </p:nvSpPr>
          <p:spPr>
            <a:xfrm>
              <a:off x="3064375" y="1105900"/>
              <a:ext cx="12375" cy="12600"/>
            </a:xfrm>
            <a:custGeom>
              <a:avLst/>
              <a:gdLst/>
              <a:ahLst/>
              <a:cxnLst/>
              <a:rect l="l" t="t" r="r" b="b"/>
              <a:pathLst>
                <a:path w="495" h="504"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9"/>
            <p:cNvSpPr/>
            <p:nvPr/>
          </p:nvSpPr>
          <p:spPr>
            <a:xfrm>
              <a:off x="3156125" y="11059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9"/>
            <p:cNvSpPr/>
            <p:nvPr/>
          </p:nvSpPr>
          <p:spPr>
            <a:xfrm>
              <a:off x="3247875" y="1105900"/>
              <a:ext cx="12575" cy="12600"/>
            </a:xfrm>
            <a:custGeom>
              <a:avLst/>
              <a:gdLst/>
              <a:ahLst/>
              <a:cxnLst/>
              <a:rect l="l" t="t" r="r" b="b"/>
              <a:pathLst>
                <a:path w="503"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9"/>
            <p:cNvSpPr/>
            <p:nvPr/>
          </p:nvSpPr>
          <p:spPr>
            <a:xfrm>
              <a:off x="3339850" y="1105900"/>
              <a:ext cx="12525" cy="12600"/>
            </a:xfrm>
            <a:custGeom>
              <a:avLst/>
              <a:gdLst/>
              <a:ahLst/>
              <a:cxnLst/>
              <a:rect l="l" t="t" r="r" b="b"/>
              <a:pathLst>
                <a:path w="501" h="504"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9"/>
            <p:cNvSpPr/>
            <p:nvPr/>
          </p:nvSpPr>
          <p:spPr>
            <a:xfrm>
              <a:off x="3431575" y="11059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9"/>
            <p:cNvSpPr/>
            <p:nvPr/>
          </p:nvSpPr>
          <p:spPr>
            <a:xfrm>
              <a:off x="3523550" y="110590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9"/>
            <p:cNvSpPr/>
            <p:nvPr/>
          </p:nvSpPr>
          <p:spPr>
            <a:xfrm>
              <a:off x="676400" y="1197875"/>
              <a:ext cx="12600" cy="12375"/>
            </a:xfrm>
            <a:custGeom>
              <a:avLst/>
              <a:gdLst/>
              <a:ahLst/>
              <a:cxnLst/>
              <a:rect l="l" t="t" r="r" b="b"/>
              <a:pathLst>
                <a:path w="504" h="495" extrusionOk="0">
                  <a:moveTo>
                    <a:pt x="252" y="0"/>
                  </a:moveTo>
                  <a:cubicBezTo>
                    <a:pt x="116" y="0"/>
                    <a:pt x="1" y="107"/>
                    <a:pt x="1" y="243"/>
                  </a:cubicBezTo>
                  <a:cubicBezTo>
                    <a:pt x="1" y="388"/>
                    <a:pt x="116" y="494"/>
                    <a:pt x="252" y="494"/>
                  </a:cubicBezTo>
                  <a:cubicBezTo>
                    <a:pt x="388" y="494"/>
                    <a:pt x="503" y="388"/>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9"/>
            <p:cNvSpPr/>
            <p:nvPr/>
          </p:nvSpPr>
          <p:spPr>
            <a:xfrm>
              <a:off x="768325" y="1197875"/>
              <a:ext cx="12400" cy="12375"/>
            </a:xfrm>
            <a:custGeom>
              <a:avLst/>
              <a:gdLst/>
              <a:ahLst/>
              <a:cxnLst/>
              <a:rect l="l" t="t" r="r" b="b"/>
              <a:pathLst>
                <a:path w="496" h="495" extrusionOk="0">
                  <a:moveTo>
                    <a:pt x="245" y="0"/>
                  </a:moveTo>
                  <a:cubicBezTo>
                    <a:pt x="109" y="0"/>
                    <a:pt x="0" y="107"/>
                    <a:pt x="0" y="243"/>
                  </a:cubicBezTo>
                  <a:cubicBezTo>
                    <a:pt x="0" y="388"/>
                    <a:pt x="109" y="494"/>
                    <a:pt x="245" y="494"/>
                  </a:cubicBezTo>
                  <a:cubicBezTo>
                    <a:pt x="388" y="494"/>
                    <a:pt x="496" y="388"/>
                    <a:pt x="496" y="243"/>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9"/>
            <p:cNvSpPr/>
            <p:nvPr/>
          </p:nvSpPr>
          <p:spPr>
            <a:xfrm>
              <a:off x="860125" y="1197875"/>
              <a:ext cx="12525" cy="12375"/>
            </a:xfrm>
            <a:custGeom>
              <a:avLst/>
              <a:gdLst/>
              <a:ahLst/>
              <a:cxnLst/>
              <a:rect l="l" t="t" r="r" b="b"/>
              <a:pathLst>
                <a:path w="501" h="495" extrusionOk="0">
                  <a:moveTo>
                    <a:pt x="251" y="0"/>
                  </a:moveTo>
                  <a:cubicBezTo>
                    <a:pt x="114" y="0"/>
                    <a:pt x="0" y="107"/>
                    <a:pt x="0" y="243"/>
                  </a:cubicBezTo>
                  <a:cubicBezTo>
                    <a:pt x="0" y="388"/>
                    <a:pt x="114" y="494"/>
                    <a:pt x="251" y="494"/>
                  </a:cubicBezTo>
                  <a:cubicBezTo>
                    <a:pt x="387" y="494"/>
                    <a:pt x="501" y="388"/>
                    <a:pt x="501" y="243"/>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9"/>
            <p:cNvSpPr/>
            <p:nvPr/>
          </p:nvSpPr>
          <p:spPr>
            <a:xfrm>
              <a:off x="951850" y="1197875"/>
              <a:ext cx="12600" cy="12375"/>
            </a:xfrm>
            <a:custGeom>
              <a:avLst/>
              <a:gdLst/>
              <a:ahLst/>
              <a:cxnLst/>
              <a:rect l="l" t="t" r="r" b="b"/>
              <a:pathLst>
                <a:path w="504" h="495" extrusionOk="0">
                  <a:moveTo>
                    <a:pt x="252" y="0"/>
                  </a:moveTo>
                  <a:cubicBezTo>
                    <a:pt x="116" y="0"/>
                    <a:pt x="1" y="107"/>
                    <a:pt x="1" y="243"/>
                  </a:cubicBezTo>
                  <a:cubicBezTo>
                    <a:pt x="1" y="388"/>
                    <a:pt x="116" y="494"/>
                    <a:pt x="252" y="494"/>
                  </a:cubicBezTo>
                  <a:cubicBezTo>
                    <a:pt x="388" y="494"/>
                    <a:pt x="503" y="388"/>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9"/>
            <p:cNvSpPr/>
            <p:nvPr/>
          </p:nvSpPr>
          <p:spPr>
            <a:xfrm>
              <a:off x="1043825" y="1197875"/>
              <a:ext cx="12375" cy="12375"/>
            </a:xfrm>
            <a:custGeom>
              <a:avLst/>
              <a:gdLst/>
              <a:ahLst/>
              <a:cxnLst/>
              <a:rect l="l" t="t" r="r" b="b"/>
              <a:pathLst>
                <a:path w="495" h="495" extrusionOk="0">
                  <a:moveTo>
                    <a:pt x="250" y="0"/>
                  </a:moveTo>
                  <a:cubicBezTo>
                    <a:pt x="107" y="0"/>
                    <a:pt x="0" y="107"/>
                    <a:pt x="0" y="243"/>
                  </a:cubicBezTo>
                  <a:cubicBezTo>
                    <a:pt x="0" y="388"/>
                    <a:pt x="107" y="494"/>
                    <a:pt x="250" y="494"/>
                  </a:cubicBezTo>
                  <a:cubicBezTo>
                    <a:pt x="388" y="494"/>
                    <a:pt x="494" y="388"/>
                    <a:pt x="494" y="243"/>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9"/>
            <p:cNvSpPr/>
            <p:nvPr/>
          </p:nvSpPr>
          <p:spPr>
            <a:xfrm>
              <a:off x="1135575" y="1197875"/>
              <a:ext cx="12575" cy="12375"/>
            </a:xfrm>
            <a:custGeom>
              <a:avLst/>
              <a:gdLst/>
              <a:ahLst/>
              <a:cxnLst/>
              <a:rect l="l" t="t" r="r" b="b"/>
              <a:pathLst>
                <a:path w="503" h="495" extrusionOk="0">
                  <a:moveTo>
                    <a:pt x="252" y="0"/>
                  </a:moveTo>
                  <a:cubicBezTo>
                    <a:pt x="116" y="0"/>
                    <a:pt x="0" y="107"/>
                    <a:pt x="0" y="243"/>
                  </a:cubicBezTo>
                  <a:cubicBezTo>
                    <a:pt x="0" y="388"/>
                    <a:pt x="116" y="494"/>
                    <a:pt x="252" y="494"/>
                  </a:cubicBezTo>
                  <a:cubicBezTo>
                    <a:pt x="387" y="494"/>
                    <a:pt x="503" y="388"/>
                    <a:pt x="503" y="243"/>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9"/>
            <p:cNvSpPr/>
            <p:nvPr/>
          </p:nvSpPr>
          <p:spPr>
            <a:xfrm>
              <a:off x="1227500" y="1197875"/>
              <a:ext cx="12400" cy="12375"/>
            </a:xfrm>
            <a:custGeom>
              <a:avLst/>
              <a:gdLst/>
              <a:ahLst/>
              <a:cxnLst/>
              <a:rect l="l" t="t" r="r" b="b"/>
              <a:pathLst>
                <a:path w="496" h="495" extrusionOk="0">
                  <a:moveTo>
                    <a:pt x="251" y="0"/>
                  </a:moveTo>
                  <a:cubicBezTo>
                    <a:pt x="109" y="0"/>
                    <a:pt x="0" y="107"/>
                    <a:pt x="0" y="243"/>
                  </a:cubicBezTo>
                  <a:cubicBezTo>
                    <a:pt x="0" y="388"/>
                    <a:pt x="109" y="494"/>
                    <a:pt x="251" y="494"/>
                  </a:cubicBezTo>
                  <a:cubicBezTo>
                    <a:pt x="387" y="494"/>
                    <a:pt x="496" y="388"/>
                    <a:pt x="496" y="243"/>
                  </a:cubicBezTo>
                  <a:cubicBezTo>
                    <a:pt x="496"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9"/>
            <p:cNvSpPr/>
            <p:nvPr/>
          </p:nvSpPr>
          <p:spPr>
            <a:xfrm>
              <a:off x="1319275" y="1197875"/>
              <a:ext cx="12550" cy="12375"/>
            </a:xfrm>
            <a:custGeom>
              <a:avLst/>
              <a:gdLst/>
              <a:ahLst/>
              <a:cxnLst/>
              <a:rect l="l" t="t" r="r" b="b"/>
              <a:pathLst>
                <a:path w="502" h="495" extrusionOk="0">
                  <a:moveTo>
                    <a:pt x="252" y="0"/>
                  </a:moveTo>
                  <a:cubicBezTo>
                    <a:pt x="114" y="0"/>
                    <a:pt x="1" y="107"/>
                    <a:pt x="1" y="243"/>
                  </a:cubicBezTo>
                  <a:cubicBezTo>
                    <a:pt x="1" y="388"/>
                    <a:pt x="114" y="494"/>
                    <a:pt x="252" y="494"/>
                  </a:cubicBezTo>
                  <a:cubicBezTo>
                    <a:pt x="388" y="494"/>
                    <a:pt x="501" y="388"/>
                    <a:pt x="501" y="243"/>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9"/>
            <p:cNvSpPr/>
            <p:nvPr/>
          </p:nvSpPr>
          <p:spPr>
            <a:xfrm>
              <a:off x="1411200" y="1197875"/>
              <a:ext cx="12425" cy="12375"/>
            </a:xfrm>
            <a:custGeom>
              <a:avLst/>
              <a:gdLst/>
              <a:ahLst/>
              <a:cxnLst/>
              <a:rect l="l" t="t" r="r" b="b"/>
              <a:pathLst>
                <a:path w="497" h="495" extrusionOk="0">
                  <a:moveTo>
                    <a:pt x="245" y="0"/>
                  </a:moveTo>
                  <a:cubicBezTo>
                    <a:pt x="109" y="0"/>
                    <a:pt x="1" y="107"/>
                    <a:pt x="1" y="243"/>
                  </a:cubicBezTo>
                  <a:cubicBezTo>
                    <a:pt x="1" y="388"/>
                    <a:pt x="109" y="494"/>
                    <a:pt x="245" y="494"/>
                  </a:cubicBezTo>
                  <a:cubicBezTo>
                    <a:pt x="388" y="494"/>
                    <a:pt x="496" y="388"/>
                    <a:pt x="496" y="243"/>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9"/>
            <p:cNvSpPr/>
            <p:nvPr/>
          </p:nvSpPr>
          <p:spPr>
            <a:xfrm>
              <a:off x="1503000" y="1197875"/>
              <a:ext cx="12525" cy="12375"/>
            </a:xfrm>
            <a:custGeom>
              <a:avLst/>
              <a:gdLst/>
              <a:ahLst/>
              <a:cxnLst/>
              <a:rect l="l" t="t" r="r" b="b"/>
              <a:pathLst>
                <a:path w="501" h="495" extrusionOk="0">
                  <a:moveTo>
                    <a:pt x="250" y="0"/>
                  </a:moveTo>
                  <a:cubicBezTo>
                    <a:pt x="114" y="0"/>
                    <a:pt x="0" y="107"/>
                    <a:pt x="0" y="243"/>
                  </a:cubicBezTo>
                  <a:cubicBezTo>
                    <a:pt x="0" y="388"/>
                    <a:pt x="114" y="494"/>
                    <a:pt x="250" y="494"/>
                  </a:cubicBezTo>
                  <a:cubicBezTo>
                    <a:pt x="387" y="494"/>
                    <a:pt x="501" y="388"/>
                    <a:pt x="501" y="243"/>
                  </a:cubicBezTo>
                  <a:cubicBezTo>
                    <a:pt x="501" y="107"/>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9"/>
            <p:cNvSpPr/>
            <p:nvPr/>
          </p:nvSpPr>
          <p:spPr>
            <a:xfrm>
              <a:off x="1594750" y="1197875"/>
              <a:ext cx="12575" cy="12375"/>
            </a:xfrm>
            <a:custGeom>
              <a:avLst/>
              <a:gdLst/>
              <a:ahLst/>
              <a:cxnLst/>
              <a:rect l="l" t="t" r="r" b="b"/>
              <a:pathLst>
                <a:path w="503" h="495" extrusionOk="0">
                  <a:moveTo>
                    <a:pt x="251" y="0"/>
                  </a:moveTo>
                  <a:cubicBezTo>
                    <a:pt x="115" y="0"/>
                    <a:pt x="0" y="107"/>
                    <a:pt x="0" y="243"/>
                  </a:cubicBezTo>
                  <a:cubicBezTo>
                    <a:pt x="0" y="388"/>
                    <a:pt x="115" y="494"/>
                    <a:pt x="251" y="494"/>
                  </a:cubicBezTo>
                  <a:cubicBezTo>
                    <a:pt x="394" y="494"/>
                    <a:pt x="503" y="388"/>
                    <a:pt x="503" y="243"/>
                  </a:cubicBezTo>
                  <a:cubicBezTo>
                    <a:pt x="503" y="107"/>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9"/>
            <p:cNvSpPr/>
            <p:nvPr/>
          </p:nvSpPr>
          <p:spPr>
            <a:xfrm>
              <a:off x="1686650" y="1197875"/>
              <a:ext cx="12600" cy="12375"/>
            </a:xfrm>
            <a:custGeom>
              <a:avLst/>
              <a:gdLst/>
              <a:ahLst/>
              <a:cxnLst/>
              <a:rect l="l" t="t" r="r" b="b"/>
              <a:pathLst>
                <a:path w="504" h="495" extrusionOk="0">
                  <a:moveTo>
                    <a:pt x="252" y="0"/>
                  </a:moveTo>
                  <a:cubicBezTo>
                    <a:pt x="116" y="0"/>
                    <a:pt x="1" y="107"/>
                    <a:pt x="1" y="243"/>
                  </a:cubicBezTo>
                  <a:cubicBezTo>
                    <a:pt x="1" y="388"/>
                    <a:pt x="116" y="494"/>
                    <a:pt x="252" y="494"/>
                  </a:cubicBezTo>
                  <a:cubicBezTo>
                    <a:pt x="388" y="494"/>
                    <a:pt x="503" y="388"/>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9"/>
            <p:cNvSpPr/>
            <p:nvPr/>
          </p:nvSpPr>
          <p:spPr>
            <a:xfrm>
              <a:off x="1778450" y="1197875"/>
              <a:ext cx="12550" cy="12375"/>
            </a:xfrm>
            <a:custGeom>
              <a:avLst/>
              <a:gdLst/>
              <a:ahLst/>
              <a:cxnLst/>
              <a:rect l="l" t="t" r="r" b="b"/>
              <a:pathLst>
                <a:path w="502" h="495" extrusionOk="0">
                  <a:moveTo>
                    <a:pt x="252" y="0"/>
                  </a:moveTo>
                  <a:cubicBezTo>
                    <a:pt x="114" y="0"/>
                    <a:pt x="1" y="107"/>
                    <a:pt x="1" y="243"/>
                  </a:cubicBezTo>
                  <a:cubicBezTo>
                    <a:pt x="1" y="388"/>
                    <a:pt x="114" y="494"/>
                    <a:pt x="252" y="494"/>
                  </a:cubicBezTo>
                  <a:cubicBezTo>
                    <a:pt x="388" y="494"/>
                    <a:pt x="501" y="388"/>
                    <a:pt x="501" y="243"/>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9"/>
            <p:cNvSpPr/>
            <p:nvPr/>
          </p:nvSpPr>
          <p:spPr>
            <a:xfrm>
              <a:off x="1870375" y="1197875"/>
              <a:ext cx="12400" cy="12375"/>
            </a:xfrm>
            <a:custGeom>
              <a:avLst/>
              <a:gdLst/>
              <a:ahLst/>
              <a:cxnLst/>
              <a:rect l="l" t="t" r="r" b="b"/>
              <a:pathLst>
                <a:path w="496" h="495" extrusionOk="0">
                  <a:moveTo>
                    <a:pt x="252" y="0"/>
                  </a:moveTo>
                  <a:cubicBezTo>
                    <a:pt x="109" y="0"/>
                    <a:pt x="0" y="107"/>
                    <a:pt x="0" y="243"/>
                  </a:cubicBezTo>
                  <a:cubicBezTo>
                    <a:pt x="0" y="388"/>
                    <a:pt x="109" y="494"/>
                    <a:pt x="252" y="494"/>
                  </a:cubicBezTo>
                  <a:cubicBezTo>
                    <a:pt x="387" y="494"/>
                    <a:pt x="496" y="388"/>
                    <a:pt x="496" y="243"/>
                  </a:cubicBezTo>
                  <a:cubicBezTo>
                    <a:pt x="496"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9"/>
            <p:cNvSpPr/>
            <p:nvPr/>
          </p:nvSpPr>
          <p:spPr>
            <a:xfrm>
              <a:off x="1962150" y="1197875"/>
              <a:ext cx="12550" cy="12375"/>
            </a:xfrm>
            <a:custGeom>
              <a:avLst/>
              <a:gdLst/>
              <a:ahLst/>
              <a:cxnLst/>
              <a:rect l="l" t="t" r="r" b="b"/>
              <a:pathLst>
                <a:path w="502" h="495" extrusionOk="0">
                  <a:moveTo>
                    <a:pt x="250" y="0"/>
                  </a:moveTo>
                  <a:cubicBezTo>
                    <a:pt x="114" y="0"/>
                    <a:pt x="1" y="107"/>
                    <a:pt x="1" y="243"/>
                  </a:cubicBezTo>
                  <a:cubicBezTo>
                    <a:pt x="1" y="388"/>
                    <a:pt x="114" y="494"/>
                    <a:pt x="250" y="494"/>
                  </a:cubicBezTo>
                  <a:cubicBezTo>
                    <a:pt x="388" y="494"/>
                    <a:pt x="502" y="388"/>
                    <a:pt x="502" y="243"/>
                  </a:cubicBezTo>
                  <a:cubicBezTo>
                    <a:pt x="502"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9"/>
            <p:cNvSpPr/>
            <p:nvPr/>
          </p:nvSpPr>
          <p:spPr>
            <a:xfrm>
              <a:off x="2054075" y="1197875"/>
              <a:ext cx="12425" cy="12375"/>
            </a:xfrm>
            <a:custGeom>
              <a:avLst/>
              <a:gdLst/>
              <a:ahLst/>
              <a:cxnLst/>
              <a:rect l="l" t="t" r="r" b="b"/>
              <a:pathLst>
                <a:path w="497" h="495" extrusionOk="0">
                  <a:moveTo>
                    <a:pt x="252" y="0"/>
                  </a:moveTo>
                  <a:cubicBezTo>
                    <a:pt x="109" y="0"/>
                    <a:pt x="1" y="107"/>
                    <a:pt x="1" y="243"/>
                  </a:cubicBezTo>
                  <a:cubicBezTo>
                    <a:pt x="1" y="388"/>
                    <a:pt x="109" y="494"/>
                    <a:pt x="252" y="494"/>
                  </a:cubicBezTo>
                  <a:cubicBezTo>
                    <a:pt x="388" y="494"/>
                    <a:pt x="496" y="388"/>
                    <a:pt x="496" y="243"/>
                  </a:cubicBezTo>
                  <a:cubicBezTo>
                    <a:pt x="496"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9"/>
            <p:cNvSpPr/>
            <p:nvPr/>
          </p:nvSpPr>
          <p:spPr>
            <a:xfrm>
              <a:off x="2145825" y="1197875"/>
              <a:ext cx="12600" cy="12375"/>
            </a:xfrm>
            <a:custGeom>
              <a:avLst/>
              <a:gdLst/>
              <a:ahLst/>
              <a:cxnLst/>
              <a:rect l="l" t="t" r="r" b="b"/>
              <a:pathLst>
                <a:path w="504" h="495" extrusionOk="0">
                  <a:moveTo>
                    <a:pt x="252" y="0"/>
                  </a:moveTo>
                  <a:cubicBezTo>
                    <a:pt x="116" y="0"/>
                    <a:pt x="1" y="107"/>
                    <a:pt x="1" y="243"/>
                  </a:cubicBezTo>
                  <a:cubicBezTo>
                    <a:pt x="1" y="388"/>
                    <a:pt x="116" y="494"/>
                    <a:pt x="252" y="494"/>
                  </a:cubicBezTo>
                  <a:cubicBezTo>
                    <a:pt x="388" y="494"/>
                    <a:pt x="503" y="388"/>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9"/>
            <p:cNvSpPr/>
            <p:nvPr/>
          </p:nvSpPr>
          <p:spPr>
            <a:xfrm>
              <a:off x="2237800" y="1197875"/>
              <a:ext cx="12350" cy="12375"/>
            </a:xfrm>
            <a:custGeom>
              <a:avLst/>
              <a:gdLst/>
              <a:ahLst/>
              <a:cxnLst/>
              <a:rect l="l" t="t" r="r" b="b"/>
              <a:pathLst>
                <a:path w="494" h="495" extrusionOk="0">
                  <a:moveTo>
                    <a:pt x="244" y="0"/>
                  </a:moveTo>
                  <a:cubicBezTo>
                    <a:pt x="107" y="0"/>
                    <a:pt x="0" y="107"/>
                    <a:pt x="0" y="243"/>
                  </a:cubicBezTo>
                  <a:cubicBezTo>
                    <a:pt x="0" y="388"/>
                    <a:pt x="107" y="494"/>
                    <a:pt x="244" y="494"/>
                  </a:cubicBezTo>
                  <a:cubicBezTo>
                    <a:pt x="387" y="494"/>
                    <a:pt x="494" y="388"/>
                    <a:pt x="494" y="243"/>
                  </a:cubicBezTo>
                  <a:cubicBezTo>
                    <a:pt x="494" y="107"/>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9"/>
            <p:cNvSpPr/>
            <p:nvPr/>
          </p:nvSpPr>
          <p:spPr>
            <a:xfrm>
              <a:off x="2329550" y="1197875"/>
              <a:ext cx="12575" cy="12375"/>
            </a:xfrm>
            <a:custGeom>
              <a:avLst/>
              <a:gdLst/>
              <a:ahLst/>
              <a:cxnLst/>
              <a:rect l="l" t="t" r="r" b="b"/>
              <a:pathLst>
                <a:path w="503" h="495" extrusionOk="0">
                  <a:moveTo>
                    <a:pt x="251" y="0"/>
                  </a:moveTo>
                  <a:cubicBezTo>
                    <a:pt x="115" y="0"/>
                    <a:pt x="0" y="107"/>
                    <a:pt x="0" y="243"/>
                  </a:cubicBezTo>
                  <a:cubicBezTo>
                    <a:pt x="0" y="388"/>
                    <a:pt x="115" y="494"/>
                    <a:pt x="251" y="494"/>
                  </a:cubicBezTo>
                  <a:cubicBezTo>
                    <a:pt x="387" y="494"/>
                    <a:pt x="502" y="388"/>
                    <a:pt x="502" y="243"/>
                  </a:cubicBezTo>
                  <a:cubicBezTo>
                    <a:pt x="502"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9"/>
            <p:cNvSpPr/>
            <p:nvPr/>
          </p:nvSpPr>
          <p:spPr>
            <a:xfrm>
              <a:off x="2421325" y="1197875"/>
              <a:ext cx="12550" cy="12375"/>
            </a:xfrm>
            <a:custGeom>
              <a:avLst/>
              <a:gdLst/>
              <a:ahLst/>
              <a:cxnLst/>
              <a:rect l="l" t="t" r="r" b="b"/>
              <a:pathLst>
                <a:path w="502" h="495" extrusionOk="0">
                  <a:moveTo>
                    <a:pt x="250" y="0"/>
                  </a:moveTo>
                  <a:cubicBezTo>
                    <a:pt x="114" y="0"/>
                    <a:pt x="1" y="107"/>
                    <a:pt x="1" y="243"/>
                  </a:cubicBezTo>
                  <a:cubicBezTo>
                    <a:pt x="1" y="388"/>
                    <a:pt x="114" y="494"/>
                    <a:pt x="250" y="494"/>
                  </a:cubicBezTo>
                  <a:cubicBezTo>
                    <a:pt x="395" y="494"/>
                    <a:pt x="501" y="388"/>
                    <a:pt x="501" y="243"/>
                  </a:cubicBezTo>
                  <a:cubicBezTo>
                    <a:pt x="501" y="107"/>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9"/>
            <p:cNvSpPr/>
            <p:nvPr/>
          </p:nvSpPr>
          <p:spPr>
            <a:xfrm>
              <a:off x="2513250" y="1197875"/>
              <a:ext cx="12575" cy="12375"/>
            </a:xfrm>
            <a:custGeom>
              <a:avLst/>
              <a:gdLst/>
              <a:ahLst/>
              <a:cxnLst/>
              <a:rect l="l" t="t" r="r" b="b"/>
              <a:pathLst>
                <a:path w="503" h="495" extrusionOk="0">
                  <a:moveTo>
                    <a:pt x="252" y="0"/>
                  </a:moveTo>
                  <a:cubicBezTo>
                    <a:pt x="109" y="0"/>
                    <a:pt x="0" y="107"/>
                    <a:pt x="0" y="243"/>
                  </a:cubicBezTo>
                  <a:cubicBezTo>
                    <a:pt x="0" y="388"/>
                    <a:pt x="109" y="494"/>
                    <a:pt x="252" y="494"/>
                  </a:cubicBezTo>
                  <a:cubicBezTo>
                    <a:pt x="388" y="494"/>
                    <a:pt x="503" y="388"/>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9"/>
            <p:cNvSpPr/>
            <p:nvPr/>
          </p:nvSpPr>
          <p:spPr>
            <a:xfrm>
              <a:off x="2605000" y="1197875"/>
              <a:ext cx="12575" cy="12375"/>
            </a:xfrm>
            <a:custGeom>
              <a:avLst/>
              <a:gdLst/>
              <a:ahLst/>
              <a:cxnLst/>
              <a:rect l="l" t="t" r="r" b="b"/>
              <a:pathLst>
                <a:path w="503" h="495" extrusionOk="0">
                  <a:moveTo>
                    <a:pt x="252" y="0"/>
                  </a:moveTo>
                  <a:cubicBezTo>
                    <a:pt x="116" y="0"/>
                    <a:pt x="0" y="107"/>
                    <a:pt x="0" y="243"/>
                  </a:cubicBezTo>
                  <a:cubicBezTo>
                    <a:pt x="0" y="388"/>
                    <a:pt x="116" y="494"/>
                    <a:pt x="252" y="494"/>
                  </a:cubicBezTo>
                  <a:cubicBezTo>
                    <a:pt x="387" y="494"/>
                    <a:pt x="503" y="388"/>
                    <a:pt x="503" y="243"/>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9"/>
            <p:cNvSpPr/>
            <p:nvPr/>
          </p:nvSpPr>
          <p:spPr>
            <a:xfrm>
              <a:off x="2696950" y="1197875"/>
              <a:ext cx="12375" cy="12375"/>
            </a:xfrm>
            <a:custGeom>
              <a:avLst/>
              <a:gdLst/>
              <a:ahLst/>
              <a:cxnLst/>
              <a:rect l="l" t="t" r="r" b="b"/>
              <a:pathLst>
                <a:path w="495" h="495" extrusionOk="0">
                  <a:moveTo>
                    <a:pt x="252" y="0"/>
                  </a:moveTo>
                  <a:cubicBezTo>
                    <a:pt x="108" y="0"/>
                    <a:pt x="1" y="107"/>
                    <a:pt x="1" y="243"/>
                  </a:cubicBezTo>
                  <a:cubicBezTo>
                    <a:pt x="1" y="388"/>
                    <a:pt x="108" y="494"/>
                    <a:pt x="252" y="494"/>
                  </a:cubicBezTo>
                  <a:cubicBezTo>
                    <a:pt x="388" y="494"/>
                    <a:pt x="495" y="388"/>
                    <a:pt x="495" y="243"/>
                  </a:cubicBezTo>
                  <a:cubicBezTo>
                    <a:pt x="495"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9"/>
            <p:cNvSpPr/>
            <p:nvPr/>
          </p:nvSpPr>
          <p:spPr>
            <a:xfrm>
              <a:off x="2788700" y="1197875"/>
              <a:ext cx="12600" cy="12375"/>
            </a:xfrm>
            <a:custGeom>
              <a:avLst/>
              <a:gdLst/>
              <a:ahLst/>
              <a:cxnLst/>
              <a:rect l="l" t="t" r="r" b="b"/>
              <a:pathLst>
                <a:path w="504" h="495" extrusionOk="0">
                  <a:moveTo>
                    <a:pt x="252" y="0"/>
                  </a:moveTo>
                  <a:cubicBezTo>
                    <a:pt x="116" y="0"/>
                    <a:pt x="1" y="107"/>
                    <a:pt x="1" y="243"/>
                  </a:cubicBezTo>
                  <a:cubicBezTo>
                    <a:pt x="1" y="388"/>
                    <a:pt x="116" y="494"/>
                    <a:pt x="252" y="494"/>
                  </a:cubicBezTo>
                  <a:cubicBezTo>
                    <a:pt x="388" y="494"/>
                    <a:pt x="503" y="388"/>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9"/>
            <p:cNvSpPr/>
            <p:nvPr/>
          </p:nvSpPr>
          <p:spPr>
            <a:xfrm>
              <a:off x="2880675" y="1197875"/>
              <a:ext cx="12375" cy="12375"/>
            </a:xfrm>
            <a:custGeom>
              <a:avLst/>
              <a:gdLst/>
              <a:ahLst/>
              <a:cxnLst/>
              <a:rect l="l" t="t" r="r" b="b"/>
              <a:pathLst>
                <a:path w="495" h="495" extrusionOk="0">
                  <a:moveTo>
                    <a:pt x="243" y="0"/>
                  </a:moveTo>
                  <a:cubicBezTo>
                    <a:pt x="107" y="0"/>
                    <a:pt x="0" y="107"/>
                    <a:pt x="0" y="243"/>
                  </a:cubicBezTo>
                  <a:cubicBezTo>
                    <a:pt x="0" y="388"/>
                    <a:pt x="107" y="494"/>
                    <a:pt x="243" y="494"/>
                  </a:cubicBezTo>
                  <a:cubicBezTo>
                    <a:pt x="387" y="494"/>
                    <a:pt x="494" y="388"/>
                    <a:pt x="494" y="243"/>
                  </a:cubicBezTo>
                  <a:cubicBezTo>
                    <a:pt x="494" y="107"/>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9"/>
            <p:cNvSpPr/>
            <p:nvPr/>
          </p:nvSpPr>
          <p:spPr>
            <a:xfrm>
              <a:off x="2972425" y="1197875"/>
              <a:ext cx="12575" cy="12375"/>
            </a:xfrm>
            <a:custGeom>
              <a:avLst/>
              <a:gdLst/>
              <a:ahLst/>
              <a:cxnLst/>
              <a:rect l="l" t="t" r="r" b="b"/>
              <a:pathLst>
                <a:path w="503" h="495" extrusionOk="0">
                  <a:moveTo>
                    <a:pt x="251" y="0"/>
                  </a:moveTo>
                  <a:cubicBezTo>
                    <a:pt x="115" y="0"/>
                    <a:pt x="0" y="107"/>
                    <a:pt x="0" y="243"/>
                  </a:cubicBezTo>
                  <a:cubicBezTo>
                    <a:pt x="0" y="388"/>
                    <a:pt x="115" y="494"/>
                    <a:pt x="251" y="494"/>
                  </a:cubicBezTo>
                  <a:cubicBezTo>
                    <a:pt x="387" y="494"/>
                    <a:pt x="503" y="388"/>
                    <a:pt x="503" y="243"/>
                  </a:cubicBezTo>
                  <a:cubicBezTo>
                    <a:pt x="503"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9"/>
            <p:cNvSpPr/>
            <p:nvPr/>
          </p:nvSpPr>
          <p:spPr>
            <a:xfrm>
              <a:off x="3064375" y="1197875"/>
              <a:ext cx="12375" cy="12375"/>
            </a:xfrm>
            <a:custGeom>
              <a:avLst/>
              <a:gdLst/>
              <a:ahLst/>
              <a:cxnLst/>
              <a:rect l="l" t="t" r="r" b="b"/>
              <a:pathLst>
                <a:path w="495" h="495" extrusionOk="0">
                  <a:moveTo>
                    <a:pt x="243" y="0"/>
                  </a:moveTo>
                  <a:cubicBezTo>
                    <a:pt x="107" y="0"/>
                    <a:pt x="1" y="107"/>
                    <a:pt x="1" y="243"/>
                  </a:cubicBezTo>
                  <a:cubicBezTo>
                    <a:pt x="1" y="388"/>
                    <a:pt x="107" y="494"/>
                    <a:pt x="243" y="494"/>
                  </a:cubicBezTo>
                  <a:cubicBezTo>
                    <a:pt x="388" y="494"/>
                    <a:pt x="495" y="388"/>
                    <a:pt x="495" y="243"/>
                  </a:cubicBezTo>
                  <a:cubicBezTo>
                    <a:pt x="495" y="107"/>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9"/>
            <p:cNvSpPr/>
            <p:nvPr/>
          </p:nvSpPr>
          <p:spPr>
            <a:xfrm>
              <a:off x="3156125" y="1197875"/>
              <a:ext cx="12600" cy="12375"/>
            </a:xfrm>
            <a:custGeom>
              <a:avLst/>
              <a:gdLst/>
              <a:ahLst/>
              <a:cxnLst/>
              <a:rect l="l" t="t" r="r" b="b"/>
              <a:pathLst>
                <a:path w="504" h="495" extrusionOk="0">
                  <a:moveTo>
                    <a:pt x="252" y="0"/>
                  </a:moveTo>
                  <a:cubicBezTo>
                    <a:pt x="116" y="0"/>
                    <a:pt x="1" y="107"/>
                    <a:pt x="1" y="243"/>
                  </a:cubicBezTo>
                  <a:cubicBezTo>
                    <a:pt x="1" y="388"/>
                    <a:pt x="116" y="494"/>
                    <a:pt x="252" y="494"/>
                  </a:cubicBezTo>
                  <a:cubicBezTo>
                    <a:pt x="388" y="494"/>
                    <a:pt x="503" y="388"/>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9"/>
            <p:cNvSpPr/>
            <p:nvPr/>
          </p:nvSpPr>
          <p:spPr>
            <a:xfrm>
              <a:off x="3247875" y="1197875"/>
              <a:ext cx="12575" cy="12375"/>
            </a:xfrm>
            <a:custGeom>
              <a:avLst/>
              <a:gdLst/>
              <a:ahLst/>
              <a:cxnLst/>
              <a:rect l="l" t="t" r="r" b="b"/>
              <a:pathLst>
                <a:path w="503" h="495" extrusionOk="0">
                  <a:moveTo>
                    <a:pt x="252" y="0"/>
                  </a:moveTo>
                  <a:cubicBezTo>
                    <a:pt x="116" y="0"/>
                    <a:pt x="1" y="107"/>
                    <a:pt x="1" y="243"/>
                  </a:cubicBezTo>
                  <a:cubicBezTo>
                    <a:pt x="1" y="388"/>
                    <a:pt x="116" y="494"/>
                    <a:pt x="252" y="494"/>
                  </a:cubicBezTo>
                  <a:cubicBezTo>
                    <a:pt x="388" y="494"/>
                    <a:pt x="503" y="388"/>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9"/>
            <p:cNvSpPr/>
            <p:nvPr/>
          </p:nvSpPr>
          <p:spPr>
            <a:xfrm>
              <a:off x="3339850" y="1197875"/>
              <a:ext cx="12525" cy="12375"/>
            </a:xfrm>
            <a:custGeom>
              <a:avLst/>
              <a:gdLst/>
              <a:ahLst/>
              <a:cxnLst/>
              <a:rect l="l" t="t" r="r" b="b"/>
              <a:pathLst>
                <a:path w="501" h="495" extrusionOk="0">
                  <a:moveTo>
                    <a:pt x="251" y="0"/>
                  </a:moveTo>
                  <a:cubicBezTo>
                    <a:pt x="107" y="0"/>
                    <a:pt x="0" y="107"/>
                    <a:pt x="0" y="243"/>
                  </a:cubicBezTo>
                  <a:cubicBezTo>
                    <a:pt x="0" y="388"/>
                    <a:pt x="107" y="494"/>
                    <a:pt x="251" y="494"/>
                  </a:cubicBezTo>
                  <a:cubicBezTo>
                    <a:pt x="387" y="494"/>
                    <a:pt x="501" y="388"/>
                    <a:pt x="501" y="243"/>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9"/>
            <p:cNvSpPr/>
            <p:nvPr/>
          </p:nvSpPr>
          <p:spPr>
            <a:xfrm>
              <a:off x="3431575" y="1197875"/>
              <a:ext cx="12600" cy="12375"/>
            </a:xfrm>
            <a:custGeom>
              <a:avLst/>
              <a:gdLst/>
              <a:ahLst/>
              <a:cxnLst/>
              <a:rect l="l" t="t" r="r" b="b"/>
              <a:pathLst>
                <a:path w="504" h="495" extrusionOk="0">
                  <a:moveTo>
                    <a:pt x="252" y="0"/>
                  </a:moveTo>
                  <a:cubicBezTo>
                    <a:pt x="116" y="0"/>
                    <a:pt x="1" y="107"/>
                    <a:pt x="1" y="243"/>
                  </a:cubicBezTo>
                  <a:cubicBezTo>
                    <a:pt x="1" y="388"/>
                    <a:pt x="116" y="494"/>
                    <a:pt x="252" y="494"/>
                  </a:cubicBezTo>
                  <a:cubicBezTo>
                    <a:pt x="388" y="494"/>
                    <a:pt x="503" y="388"/>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9"/>
            <p:cNvSpPr/>
            <p:nvPr/>
          </p:nvSpPr>
          <p:spPr>
            <a:xfrm>
              <a:off x="3523550" y="1197875"/>
              <a:ext cx="12375" cy="12375"/>
            </a:xfrm>
            <a:custGeom>
              <a:avLst/>
              <a:gdLst/>
              <a:ahLst/>
              <a:cxnLst/>
              <a:rect l="l" t="t" r="r" b="b"/>
              <a:pathLst>
                <a:path w="495" h="495" extrusionOk="0">
                  <a:moveTo>
                    <a:pt x="250" y="0"/>
                  </a:moveTo>
                  <a:cubicBezTo>
                    <a:pt x="107" y="0"/>
                    <a:pt x="0" y="107"/>
                    <a:pt x="0" y="243"/>
                  </a:cubicBezTo>
                  <a:cubicBezTo>
                    <a:pt x="0" y="388"/>
                    <a:pt x="107" y="494"/>
                    <a:pt x="250" y="494"/>
                  </a:cubicBezTo>
                  <a:cubicBezTo>
                    <a:pt x="388" y="494"/>
                    <a:pt x="494" y="388"/>
                    <a:pt x="494" y="243"/>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9"/>
            <p:cNvSpPr/>
            <p:nvPr/>
          </p:nvSpPr>
          <p:spPr>
            <a:xfrm>
              <a:off x="676400" y="12896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9"/>
            <p:cNvSpPr/>
            <p:nvPr/>
          </p:nvSpPr>
          <p:spPr>
            <a:xfrm>
              <a:off x="768325" y="1289625"/>
              <a:ext cx="12400" cy="12575"/>
            </a:xfrm>
            <a:custGeom>
              <a:avLst/>
              <a:gdLst/>
              <a:ahLst/>
              <a:cxnLst/>
              <a:rect l="l" t="t" r="r" b="b"/>
              <a:pathLst>
                <a:path w="496" h="503" extrusionOk="0">
                  <a:moveTo>
                    <a:pt x="245" y="0"/>
                  </a:moveTo>
                  <a:cubicBezTo>
                    <a:pt x="109" y="0"/>
                    <a:pt x="0" y="116"/>
                    <a:pt x="0" y="252"/>
                  </a:cubicBezTo>
                  <a:cubicBezTo>
                    <a:pt x="0" y="387"/>
                    <a:pt x="109" y="503"/>
                    <a:pt x="245" y="503"/>
                  </a:cubicBezTo>
                  <a:cubicBezTo>
                    <a:pt x="388" y="503"/>
                    <a:pt x="496" y="387"/>
                    <a:pt x="496" y="252"/>
                  </a:cubicBezTo>
                  <a:cubicBezTo>
                    <a:pt x="496" y="116"/>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9"/>
            <p:cNvSpPr/>
            <p:nvPr/>
          </p:nvSpPr>
          <p:spPr>
            <a:xfrm>
              <a:off x="860125" y="1289625"/>
              <a:ext cx="12525" cy="12575"/>
            </a:xfrm>
            <a:custGeom>
              <a:avLst/>
              <a:gdLst/>
              <a:ahLst/>
              <a:cxnLst/>
              <a:rect l="l" t="t" r="r" b="b"/>
              <a:pathLst>
                <a:path w="501" h="503" extrusionOk="0">
                  <a:moveTo>
                    <a:pt x="251" y="0"/>
                  </a:moveTo>
                  <a:cubicBezTo>
                    <a:pt x="114" y="0"/>
                    <a:pt x="0" y="116"/>
                    <a:pt x="0" y="252"/>
                  </a:cubicBezTo>
                  <a:cubicBezTo>
                    <a:pt x="0" y="387"/>
                    <a:pt x="114" y="503"/>
                    <a:pt x="251" y="503"/>
                  </a:cubicBezTo>
                  <a:cubicBezTo>
                    <a:pt x="387" y="503"/>
                    <a:pt x="501" y="387"/>
                    <a:pt x="501" y="252"/>
                  </a:cubicBezTo>
                  <a:cubicBezTo>
                    <a:pt x="501"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9"/>
            <p:cNvSpPr/>
            <p:nvPr/>
          </p:nvSpPr>
          <p:spPr>
            <a:xfrm>
              <a:off x="951850" y="12896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9"/>
            <p:cNvSpPr/>
            <p:nvPr/>
          </p:nvSpPr>
          <p:spPr>
            <a:xfrm>
              <a:off x="1043825" y="1289625"/>
              <a:ext cx="12375" cy="12575"/>
            </a:xfrm>
            <a:custGeom>
              <a:avLst/>
              <a:gdLst/>
              <a:ahLst/>
              <a:cxnLst/>
              <a:rect l="l" t="t" r="r" b="b"/>
              <a:pathLst>
                <a:path w="495" h="503" extrusionOk="0">
                  <a:moveTo>
                    <a:pt x="250" y="0"/>
                  </a:moveTo>
                  <a:cubicBezTo>
                    <a:pt x="107" y="0"/>
                    <a:pt x="0" y="116"/>
                    <a:pt x="0" y="252"/>
                  </a:cubicBezTo>
                  <a:cubicBezTo>
                    <a:pt x="0" y="387"/>
                    <a:pt x="107" y="503"/>
                    <a:pt x="250" y="503"/>
                  </a:cubicBezTo>
                  <a:cubicBezTo>
                    <a:pt x="388" y="503"/>
                    <a:pt x="494" y="387"/>
                    <a:pt x="494" y="252"/>
                  </a:cubicBezTo>
                  <a:cubicBezTo>
                    <a:pt x="494"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9"/>
            <p:cNvSpPr/>
            <p:nvPr/>
          </p:nvSpPr>
          <p:spPr>
            <a:xfrm>
              <a:off x="1135575" y="1289625"/>
              <a:ext cx="12575" cy="12575"/>
            </a:xfrm>
            <a:custGeom>
              <a:avLst/>
              <a:gdLst/>
              <a:ahLst/>
              <a:cxnLst/>
              <a:rect l="l" t="t" r="r" b="b"/>
              <a:pathLst>
                <a:path w="503" h="503" extrusionOk="0">
                  <a:moveTo>
                    <a:pt x="252" y="0"/>
                  </a:moveTo>
                  <a:cubicBezTo>
                    <a:pt x="116" y="0"/>
                    <a:pt x="0" y="116"/>
                    <a:pt x="0" y="252"/>
                  </a:cubicBezTo>
                  <a:cubicBezTo>
                    <a:pt x="0" y="387"/>
                    <a:pt x="116" y="503"/>
                    <a:pt x="252" y="503"/>
                  </a:cubicBezTo>
                  <a:cubicBezTo>
                    <a:pt x="387" y="503"/>
                    <a:pt x="503" y="387"/>
                    <a:pt x="503" y="252"/>
                  </a:cubicBezTo>
                  <a:cubicBezTo>
                    <a:pt x="503"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9"/>
            <p:cNvSpPr/>
            <p:nvPr/>
          </p:nvSpPr>
          <p:spPr>
            <a:xfrm>
              <a:off x="1227500" y="1289625"/>
              <a:ext cx="12400" cy="12575"/>
            </a:xfrm>
            <a:custGeom>
              <a:avLst/>
              <a:gdLst/>
              <a:ahLst/>
              <a:cxnLst/>
              <a:rect l="l" t="t" r="r" b="b"/>
              <a:pathLst>
                <a:path w="496" h="503" extrusionOk="0">
                  <a:moveTo>
                    <a:pt x="251" y="0"/>
                  </a:moveTo>
                  <a:cubicBezTo>
                    <a:pt x="109" y="0"/>
                    <a:pt x="0" y="116"/>
                    <a:pt x="0" y="252"/>
                  </a:cubicBezTo>
                  <a:cubicBezTo>
                    <a:pt x="0" y="387"/>
                    <a:pt x="109" y="503"/>
                    <a:pt x="251" y="503"/>
                  </a:cubicBezTo>
                  <a:cubicBezTo>
                    <a:pt x="387" y="503"/>
                    <a:pt x="496" y="387"/>
                    <a:pt x="496" y="252"/>
                  </a:cubicBezTo>
                  <a:cubicBezTo>
                    <a:pt x="496"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9"/>
            <p:cNvSpPr/>
            <p:nvPr/>
          </p:nvSpPr>
          <p:spPr>
            <a:xfrm>
              <a:off x="1319275" y="1289625"/>
              <a:ext cx="12550" cy="12575"/>
            </a:xfrm>
            <a:custGeom>
              <a:avLst/>
              <a:gdLst/>
              <a:ahLst/>
              <a:cxnLst/>
              <a:rect l="l" t="t" r="r" b="b"/>
              <a:pathLst>
                <a:path w="502" h="503" extrusionOk="0">
                  <a:moveTo>
                    <a:pt x="252" y="0"/>
                  </a:moveTo>
                  <a:cubicBezTo>
                    <a:pt x="114" y="0"/>
                    <a:pt x="1" y="116"/>
                    <a:pt x="1" y="252"/>
                  </a:cubicBezTo>
                  <a:cubicBezTo>
                    <a:pt x="1" y="387"/>
                    <a:pt x="114" y="503"/>
                    <a:pt x="252" y="503"/>
                  </a:cubicBezTo>
                  <a:cubicBezTo>
                    <a:pt x="388" y="503"/>
                    <a:pt x="501" y="387"/>
                    <a:pt x="501" y="252"/>
                  </a:cubicBezTo>
                  <a:cubicBezTo>
                    <a:pt x="501"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9"/>
            <p:cNvSpPr/>
            <p:nvPr/>
          </p:nvSpPr>
          <p:spPr>
            <a:xfrm>
              <a:off x="1411200" y="1289625"/>
              <a:ext cx="12425" cy="12575"/>
            </a:xfrm>
            <a:custGeom>
              <a:avLst/>
              <a:gdLst/>
              <a:ahLst/>
              <a:cxnLst/>
              <a:rect l="l" t="t" r="r" b="b"/>
              <a:pathLst>
                <a:path w="497" h="503" extrusionOk="0">
                  <a:moveTo>
                    <a:pt x="245" y="0"/>
                  </a:moveTo>
                  <a:cubicBezTo>
                    <a:pt x="109" y="0"/>
                    <a:pt x="1" y="116"/>
                    <a:pt x="1" y="252"/>
                  </a:cubicBezTo>
                  <a:cubicBezTo>
                    <a:pt x="1" y="387"/>
                    <a:pt x="109" y="503"/>
                    <a:pt x="245" y="503"/>
                  </a:cubicBezTo>
                  <a:cubicBezTo>
                    <a:pt x="388" y="503"/>
                    <a:pt x="496" y="387"/>
                    <a:pt x="496" y="252"/>
                  </a:cubicBezTo>
                  <a:cubicBezTo>
                    <a:pt x="496" y="116"/>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9"/>
            <p:cNvSpPr/>
            <p:nvPr/>
          </p:nvSpPr>
          <p:spPr>
            <a:xfrm>
              <a:off x="1503000" y="1289625"/>
              <a:ext cx="12525" cy="12575"/>
            </a:xfrm>
            <a:custGeom>
              <a:avLst/>
              <a:gdLst/>
              <a:ahLst/>
              <a:cxnLst/>
              <a:rect l="l" t="t" r="r" b="b"/>
              <a:pathLst>
                <a:path w="501" h="503" extrusionOk="0">
                  <a:moveTo>
                    <a:pt x="250" y="0"/>
                  </a:moveTo>
                  <a:cubicBezTo>
                    <a:pt x="114" y="0"/>
                    <a:pt x="0" y="116"/>
                    <a:pt x="0" y="252"/>
                  </a:cubicBezTo>
                  <a:cubicBezTo>
                    <a:pt x="0" y="387"/>
                    <a:pt x="114" y="503"/>
                    <a:pt x="250" y="503"/>
                  </a:cubicBezTo>
                  <a:cubicBezTo>
                    <a:pt x="387" y="503"/>
                    <a:pt x="501" y="387"/>
                    <a:pt x="501" y="252"/>
                  </a:cubicBezTo>
                  <a:cubicBezTo>
                    <a:pt x="501" y="116"/>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9"/>
            <p:cNvSpPr/>
            <p:nvPr/>
          </p:nvSpPr>
          <p:spPr>
            <a:xfrm>
              <a:off x="1594750" y="1289625"/>
              <a:ext cx="12575" cy="12575"/>
            </a:xfrm>
            <a:custGeom>
              <a:avLst/>
              <a:gdLst/>
              <a:ahLst/>
              <a:cxnLst/>
              <a:rect l="l" t="t" r="r" b="b"/>
              <a:pathLst>
                <a:path w="503" h="503" extrusionOk="0">
                  <a:moveTo>
                    <a:pt x="251" y="0"/>
                  </a:moveTo>
                  <a:cubicBezTo>
                    <a:pt x="115" y="0"/>
                    <a:pt x="0" y="116"/>
                    <a:pt x="0" y="252"/>
                  </a:cubicBezTo>
                  <a:cubicBezTo>
                    <a:pt x="0" y="387"/>
                    <a:pt x="115" y="503"/>
                    <a:pt x="251" y="503"/>
                  </a:cubicBezTo>
                  <a:cubicBezTo>
                    <a:pt x="394" y="503"/>
                    <a:pt x="503" y="387"/>
                    <a:pt x="503" y="252"/>
                  </a:cubicBezTo>
                  <a:cubicBezTo>
                    <a:pt x="503" y="116"/>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9"/>
            <p:cNvSpPr/>
            <p:nvPr/>
          </p:nvSpPr>
          <p:spPr>
            <a:xfrm>
              <a:off x="1686650" y="12896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9"/>
            <p:cNvSpPr/>
            <p:nvPr/>
          </p:nvSpPr>
          <p:spPr>
            <a:xfrm>
              <a:off x="1778450" y="1289625"/>
              <a:ext cx="12550" cy="12575"/>
            </a:xfrm>
            <a:custGeom>
              <a:avLst/>
              <a:gdLst/>
              <a:ahLst/>
              <a:cxnLst/>
              <a:rect l="l" t="t" r="r" b="b"/>
              <a:pathLst>
                <a:path w="502" h="503" extrusionOk="0">
                  <a:moveTo>
                    <a:pt x="252" y="0"/>
                  </a:moveTo>
                  <a:cubicBezTo>
                    <a:pt x="114" y="0"/>
                    <a:pt x="1" y="116"/>
                    <a:pt x="1" y="252"/>
                  </a:cubicBezTo>
                  <a:cubicBezTo>
                    <a:pt x="1" y="387"/>
                    <a:pt x="114" y="503"/>
                    <a:pt x="252" y="503"/>
                  </a:cubicBezTo>
                  <a:cubicBezTo>
                    <a:pt x="388" y="503"/>
                    <a:pt x="501" y="387"/>
                    <a:pt x="501" y="252"/>
                  </a:cubicBezTo>
                  <a:cubicBezTo>
                    <a:pt x="501"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9"/>
            <p:cNvSpPr/>
            <p:nvPr/>
          </p:nvSpPr>
          <p:spPr>
            <a:xfrm>
              <a:off x="1870375" y="1289625"/>
              <a:ext cx="12400" cy="12575"/>
            </a:xfrm>
            <a:custGeom>
              <a:avLst/>
              <a:gdLst/>
              <a:ahLst/>
              <a:cxnLst/>
              <a:rect l="l" t="t" r="r" b="b"/>
              <a:pathLst>
                <a:path w="496" h="503" extrusionOk="0">
                  <a:moveTo>
                    <a:pt x="252" y="0"/>
                  </a:moveTo>
                  <a:cubicBezTo>
                    <a:pt x="109" y="0"/>
                    <a:pt x="0" y="116"/>
                    <a:pt x="0" y="252"/>
                  </a:cubicBezTo>
                  <a:cubicBezTo>
                    <a:pt x="0" y="387"/>
                    <a:pt x="109" y="503"/>
                    <a:pt x="252" y="503"/>
                  </a:cubicBezTo>
                  <a:cubicBezTo>
                    <a:pt x="387" y="503"/>
                    <a:pt x="496" y="387"/>
                    <a:pt x="496" y="252"/>
                  </a:cubicBezTo>
                  <a:cubicBezTo>
                    <a:pt x="496"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9"/>
            <p:cNvSpPr/>
            <p:nvPr/>
          </p:nvSpPr>
          <p:spPr>
            <a:xfrm>
              <a:off x="1962150" y="1289625"/>
              <a:ext cx="12550" cy="12575"/>
            </a:xfrm>
            <a:custGeom>
              <a:avLst/>
              <a:gdLst/>
              <a:ahLst/>
              <a:cxnLst/>
              <a:rect l="l" t="t" r="r" b="b"/>
              <a:pathLst>
                <a:path w="502" h="503" extrusionOk="0">
                  <a:moveTo>
                    <a:pt x="250" y="0"/>
                  </a:moveTo>
                  <a:cubicBezTo>
                    <a:pt x="114" y="0"/>
                    <a:pt x="1" y="116"/>
                    <a:pt x="1" y="252"/>
                  </a:cubicBezTo>
                  <a:cubicBezTo>
                    <a:pt x="1" y="387"/>
                    <a:pt x="114" y="503"/>
                    <a:pt x="250" y="503"/>
                  </a:cubicBezTo>
                  <a:cubicBezTo>
                    <a:pt x="388" y="503"/>
                    <a:pt x="502" y="387"/>
                    <a:pt x="502" y="252"/>
                  </a:cubicBezTo>
                  <a:cubicBezTo>
                    <a:pt x="502"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9"/>
            <p:cNvSpPr/>
            <p:nvPr/>
          </p:nvSpPr>
          <p:spPr>
            <a:xfrm>
              <a:off x="2054075" y="1289625"/>
              <a:ext cx="12425" cy="12575"/>
            </a:xfrm>
            <a:custGeom>
              <a:avLst/>
              <a:gdLst/>
              <a:ahLst/>
              <a:cxnLst/>
              <a:rect l="l" t="t" r="r" b="b"/>
              <a:pathLst>
                <a:path w="497" h="503" extrusionOk="0">
                  <a:moveTo>
                    <a:pt x="252" y="0"/>
                  </a:moveTo>
                  <a:cubicBezTo>
                    <a:pt x="109" y="0"/>
                    <a:pt x="1" y="116"/>
                    <a:pt x="1" y="252"/>
                  </a:cubicBezTo>
                  <a:cubicBezTo>
                    <a:pt x="1" y="387"/>
                    <a:pt x="109" y="503"/>
                    <a:pt x="252" y="503"/>
                  </a:cubicBezTo>
                  <a:cubicBezTo>
                    <a:pt x="388" y="503"/>
                    <a:pt x="496" y="387"/>
                    <a:pt x="496" y="252"/>
                  </a:cubicBezTo>
                  <a:cubicBezTo>
                    <a:pt x="496"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9"/>
            <p:cNvSpPr/>
            <p:nvPr/>
          </p:nvSpPr>
          <p:spPr>
            <a:xfrm>
              <a:off x="2145825" y="12896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9"/>
            <p:cNvSpPr/>
            <p:nvPr/>
          </p:nvSpPr>
          <p:spPr>
            <a:xfrm>
              <a:off x="2237800" y="1289625"/>
              <a:ext cx="12350" cy="12575"/>
            </a:xfrm>
            <a:custGeom>
              <a:avLst/>
              <a:gdLst/>
              <a:ahLst/>
              <a:cxnLst/>
              <a:rect l="l" t="t" r="r" b="b"/>
              <a:pathLst>
                <a:path w="494" h="503" extrusionOk="0">
                  <a:moveTo>
                    <a:pt x="244" y="0"/>
                  </a:moveTo>
                  <a:cubicBezTo>
                    <a:pt x="107" y="0"/>
                    <a:pt x="0" y="116"/>
                    <a:pt x="0" y="252"/>
                  </a:cubicBezTo>
                  <a:cubicBezTo>
                    <a:pt x="0" y="387"/>
                    <a:pt x="107" y="503"/>
                    <a:pt x="244" y="503"/>
                  </a:cubicBezTo>
                  <a:cubicBezTo>
                    <a:pt x="387" y="503"/>
                    <a:pt x="494" y="387"/>
                    <a:pt x="494" y="252"/>
                  </a:cubicBezTo>
                  <a:cubicBezTo>
                    <a:pt x="494" y="116"/>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9"/>
            <p:cNvSpPr/>
            <p:nvPr/>
          </p:nvSpPr>
          <p:spPr>
            <a:xfrm>
              <a:off x="2329550" y="1289625"/>
              <a:ext cx="12575" cy="12575"/>
            </a:xfrm>
            <a:custGeom>
              <a:avLst/>
              <a:gdLst/>
              <a:ahLst/>
              <a:cxnLst/>
              <a:rect l="l" t="t" r="r" b="b"/>
              <a:pathLst>
                <a:path w="503" h="503" extrusionOk="0">
                  <a:moveTo>
                    <a:pt x="251" y="0"/>
                  </a:moveTo>
                  <a:cubicBezTo>
                    <a:pt x="115" y="0"/>
                    <a:pt x="0" y="116"/>
                    <a:pt x="0" y="252"/>
                  </a:cubicBezTo>
                  <a:cubicBezTo>
                    <a:pt x="0" y="387"/>
                    <a:pt x="115" y="503"/>
                    <a:pt x="251" y="503"/>
                  </a:cubicBezTo>
                  <a:cubicBezTo>
                    <a:pt x="387" y="503"/>
                    <a:pt x="502" y="387"/>
                    <a:pt x="502" y="252"/>
                  </a:cubicBezTo>
                  <a:cubicBezTo>
                    <a:pt x="502"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9"/>
            <p:cNvSpPr/>
            <p:nvPr/>
          </p:nvSpPr>
          <p:spPr>
            <a:xfrm>
              <a:off x="2421325" y="1289625"/>
              <a:ext cx="12550" cy="12575"/>
            </a:xfrm>
            <a:custGeom>
              <a:avLst/>
              <a:gdLst/>
              <a:ahLst/>
              <a:cxnLst/>
              <a:rect l="l" t="t" r="r" b="b"/>
              <a:pathLst>
                <a:path w="502" h="503" extrusionOk="0">
                  <a:moveTo>
                    <a:pt x="250" y="0"/>
                  </a:moveTo>
                  <a:cubicBezTo>
                    <a:pt x="114" y="0"/>
                    <a:pt x="1" y="116"/>
                    <a:pt x="1" y="252"/>
                  </a:cubicBezTo>
                  <a:cubicBezTo>
                    <a:pt x="1" y="387"/>
                    <a:pt x="114" y="503"/>
                    <a:pt x="250" y="503"/>
                  </a:cubicBezTo>
                  <a:cubicBezTo>
                    <a:pt x="395" y="503"/>
                    <a:pt x="501" y="387"/>
                    <a:pt x="501" y="252"/>
                  </a:cubicBezTo>
                  <a:cubicBezTo>
                    <a:pt x="501" y="116"/>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9"/>
            <p:cNvSpPr/>
            <p:nvPr/>
          </p:nvSpPr>
          <p:spPr>
            <a:xfrm>
              <a:off x="2513250" y="1289625"/>
              <a:ext cx="12575" cy="12575"/>
            </a:xfrm>
            <a:custGeom>
              <a:avLst/>
              <a:gdLst/>
              <a:ahLst/>
              <a:cxnLst/>
              <a:rect l="l" t="t" r="r" b="b"/>
              <a:pathLst>
                <a:path w="503" h="503" extrusionOk="0">
                  <a:moveTo>
                    <a:pt x="252" y="0"/>
                  </a:moveTo>
                  <a:cubicBezTo>
                    <a:pt x="109" y="0"/>
                    <a:pt x="0" y="116"/>
                    <a:pt x="0" y="252"/>
                  </a:cubicBezTo>
                  <a:cubicBezTo>
                    <a:pt x="0" y="387"/>
                    <a:pt x="109"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9"/>
            <p:cNvSpPr/>
            <p:nvPr/>
          </p:nvSpPr>
          <p:spPr>
            <a:xfrm>
              <a:off x="2605000" y="1289625"/>
              <a:ext cx="12575" cy="12575"/>
            </a:xfrm>
            <a:custGeom>
              <a:avLst/>
              <a:gdLst/>
              <a:ahLst/>
              <a:cxnLst/>
              <a:rect l="l" t="t" r="r" b="b"/>
              <a:pathLst>
                <a:path w="503" h="503" extrusionOk="0">
                  <a:moveTo>
                    <a:pt x="252" y="0"/>
                  </a:moveTo>
                  <a:cubicBezTo>
                    <a:pt x="116" y="0"/>
                    <a:pt x="0" y="116"/>
                    <a:pt x="0" y="252"/>
                  </a:cubicBezTo>
                  <a:cubicBezTo>
                    <a:pt x="0" y="387"/>
                    <a:pt x="116" y="503"/>
                    <a:pt x="252" y="503"/>
                  </a:cubicBezTo>
                  <a:cubicBezTo>
                    <a:pt x="387" y="503"/>
                    <a:pt x="503" y="387"/>
                    <a:pt x="503" y="252"/>
                  </a:cubicBezTo>
                  <a:cubicBezTo>
                    <a:pt x="503"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9"/>
            <p:cNvSpPr/>
            <p:nvPr/>
          </p:nvSpPr>
          <p:spPr>
            <a:xfrm>
              <a:off x="2696950" y="1289625"/>
              <a:ext cx="12375" cy="12575"/>
            </a:xfrm>
            <a:custGeom>
              <a:avLst/>
              <a:gdLst/>
              <a:ahLst/>
              <a:cxnLst/>
              <a:rect l="l" t="t" r="r" b="b"/>
              <a:pathLst>
                <a:path w="495" h="503" extrusionOk="0">
                  <a:moveTo>
                    <a:pt x="252" y="0"/>
                  </a:moveTo>
                  <a:cubicBezTo>
                    <a:pt x="108" y="0"/>
                    <a:pt x="1" y="116"/>
                    <a:pt x="1" y="252"/>
                  </a:cubicBezTo>
                  <a:cubicBezTo>
                    <a:pt x="1" y="387"/>
                    <a:pt x="108" y="503"/>
                    <a:pt x="252" y="503"/>
                  </a:cubicBezTo>
                  <a:cubicBezTo>
                    <a:pt x="388" y="503"/>
                    <a:pt x="495" y="387"/>
                    <a:pt x="495" y="252"/>
                  </a:cubicBezTo>
                  <a:cubicBezTo>
                    <a:pt x="495"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9"/>
            <p:cNvSpPr/>
            <p:nvPr/>
          </p:nvSpPr>
          <p:spPr>
            <a:xfrm>
              <a:off x="2788700" y="12896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9"/>
            <p:cNvSpPr/>
            <p:nvPr/>
          </p:nvSpPr>
          <p:spPr>
            <a:xfrm>
              <a:off x="2880675" y="1289625"/>
              <a:ext cx="12375" cy="12575"/>
            </a:xfrm>
            <a:custGeom>
              <a:avLst/>
              <a:gdLst/>
              <a:ahLst/>
              <a:cxnLst/>
              <a:rect l="l" t="t" r="r" b="b"/>
              <a:pathLst>
                <a:path w="495" h="503" extrusionOk="0">
                  <a:moveTo>
                    <a:pt x="243" y="0"/>
                  </a:moveTo>
                  <a:cubicBezTo>
                    <a:pt x="107" y="0"/>
                    <a:pt x="0" y="116"/>
                    <a:pt x="0" y="252"/>
                  </a:cubicBezTo>
                  <a:cubicBezTo>
                    <a:pt x="0" y="387"/>
                    <a:pt x="107" y="503"/>
                    <a:pt x="243" y="503"/>
                  </a:cubicBezTo>
                  <a:cubicBezTo>
                    <a:pt x="387" y="503"/>
                    <a:pt x="494" y="387"/>
                    <a:pt x="494" y="252"/>
                  </a:cubicBezTo>
                  <a:cubicBezTo>
                    <a:pt x="494" y="116"/>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9"/>
            <p:cNvSpPr/>
            <p:nvPr/>
          </p:nvSpPr>
          <p:spPr>
            <a:xfrm>
              <a:off x="2972425" y="1289625"/>
              <a:ext cx="12575" cy="12575"/>
            </a:xfrm>
            <a:custGeom>
              <a:avLst/>
              <a:gdLst/>
              <a:ahLst/>
              <a:cxnLst/>
              <a:rect l="l" t="t" r="r" b="b"/>
              <a:pathLst>
                <a:path w="503" h="503" extrusionOk="0">
                  <a:moveTo>
                    <a:pt x="251" y="0"/>
                  </a:moveTo>
                  <a:cubicBezTo>
                    <a:pt x="115" y="0"/>
                    <a:pt x="0" y="116"/>
                    <a:pt x="0" y="252"/>
                  </a:cubicBezTo>
                  <a:cubicBezTo>
                    <a:pt x="0" y="387"/>
                    <a:pt x="115" y="503"/>
                    <a:pt x="251" y="503"/>
                  </a:cubicBezTo>
                  <a:cubicBezTo>
                    <a:pt x="387" y="503"/>
                    <a:pt x="503" y="387"/>
                    <a:pt x="503" y="252"/>
                  </a:cubicBezTo>
                  <a:cubicBezTo>
                    <a:pt x="503"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9"/>
            <p:cNvSpPr/>
            <p:nvPr/>
          </p:nvSpPr>
          <p:spPr>
            <a:xfrm>
              <a:off x="3064375" y="1289625"/>
              <a:ext cx="12375" cy="12575"/>
            </a:xfrm>
            <a:custGeom>
              <a:avLst/>
              <a:gdLst/>
              <a:ahLst/>
              <a:cxnLst/>
              <a:rect l="l" t="t" r="r" b="b"/>
              <a:pathLst>
                <a:path w="495" h="503" extrusionOk="0">
                  <a:moveTo>
                    <a:pt x="243" y="0"/>
                  </a:moveTo>
                  <a:cubicBezTo>
                    <a:pt x="107" y="0"/>
                    <a:pt x="1" y="116"/>
                    <a:pt x="1" y="252"/>
                  </a:cubicBezTo>
                  <a:cubicBezTo>
                    <a:pt x="1" y="387"/>
                    <a:pt x="107" y="503"/>
                    <a:pt x="243" y="503"/>
                  </a:cubicBezTo>
                  <a:cubicBezTo>
                    <a:pt x="388" y="503"/>
                    <a:pt x="495" y="387"/>
                    <a:pt x="495" y="252"/>
                  </a:cubicBezTo>
                  <a:cubicBezTo>
                    <a:pt x="495" y="116"/>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9"/>
            <p:cNvSpPr/>
            <p:nvPr/>
          </p:nvSpPr>
          <p:spPr>
            <a:xfrm>
              <a:off x="3156125" y="12896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9"/>
            <p:cNvSpPr/>
            <p:nvPr/>
          </p:nvSpPr>
          <p:spPr>
            <a:xfrm>
              <a:off x="3247875" y="1289625"/>
              <a:ext cx="12575" cy="12575"/>
            </a:xfrm>
            <a:custGeom>
              <a:avLst/>
              <a:gdLst/>
              <a:ahLst/>
              <a:cxnLst/>
              <a:rect l="l" t="t" r="r" b="b"/>
              <a:pathLst>
                <a:path w="503"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9"/>
            <p:cNvSpPr/>
            <p:nvPr/>
          </p:nvSpPr>
          <p:spPr>
            <a:xfrm>
              <a:off x="3339850" y="1289625"/>
              <a:ext cx="12525" cy="12575"/>
            </a:xfrm>
            <a:custGeom>
              <a:avLst/>
              <a:gdLst/>
              <a:ahLst/>
              <a:cxnLst/>
              <a:rect l="l" t="t" r="r" b="b"/>
              <a:pathLst>
                <a:path w="501" h="503" extrusionOk="0">
                  <a:moveTo>
                    <a:pt x="251" y="0"/>
                  </a:moveTo>
                  <a:cubicBezTo>
                    <a:pt x="107" y="0"/>
                    <a:pt x="0" y="116"/>
                    <a:pt x="0" y="252"/>
                  </a:cubicBezTo>
                  <a:cubicBezTo>
                    <a:pt x="0" y="387"/>
                    <a:pt x="107" y="503"/>
                    <a:pt x="251" y="503"/>
                  </a:cubicBezTo>
                  <a:cubicBezTo>
                    <a:pt x="387" y="503"/>
                    <a:pt x="501" y="387"/>
                    <a:pt x="501" y="252"/>
                  </a:cubicBezTo>
                  <a:cubicBezTo>
                    <a:pt x="501"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9"/>
            <p:cNvSpPr/>
            <p:nvPr/>
          </p:nvSpPr>
          <p:spPr>
            <a:xfrm>
              <a:off x="3431575" y="12896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9"/>
            <p:cNvSpPr/>
            <p:nvPr/>
          </p:nvSpPr>
          <p:spPr>
            <a:xfrm>
              <a:off x="3523550" y="1289625"/>
              <a:ext cx="12375" cy="12575"/>
            </a:xfrm>
            <a:custGeom>
              <a:avLst/>
              <a:gdLst/>
              <a:ahLst/>
              <a:cxnLst/>
              <a:rect l="l" t="t" r="r" b="b"/>
              <a:pathLst>
                <a:path w="495" h="503" extrusionOk="0">
                  <a:moveTo>
                    <a:pt x="250" y="0"/>
                  </a:moveTo>
                  <a:cubicBezTo>
                    <a:pt x="107" y="0"/>
                    <a:pt x="0" y="116"/>
                    <a:pt x="0" y="252"/>
                  </a:cubicBezTo>
                  <a:cubicBezTo>
                    <a:pt x="0" y="387"/>
                    <a:pt x="107" y="503"/>
                    <a:pt x="250" y="503"/>
                  </a:cubicBezTo>
                  <a:cubicBezTo>
                    <a:pt x="388" y="503"/>
                    <a:pt x="494" y="387"/>
                    <a:pt x="494" y="252"/>
                  </a:cubicBezTo>
                  <a:cubicBezTo>
                    <a:pt x="494"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9"/>
            <p:cNvSpPr/>
            <p:nvPr/>
          </p:nvSpPr>
          <p:spPr>
            <a:xfrm>
              <a:off x="676400" y="1381375"/>
              <a:ext cx="12600" cy="12575"/>
            </a:xfrm>
            <a:custGeom>
              <a:avLst/>
              <a:gdLst/>
              <a:ahLst/>
              <a:cxnLst/>
              <a:rect l="l" t="t" r="r" b="b"/>
              <a:pathLst>
                <a:path w="504" h="503" extrusionOk="0">
                  <a:moveTo>
                    <a:pt x="252" y="0"/>
                  </a:moveTo>
                  <a:cubicBezTo>
                    <a:pt x="116" y="0"/>
                    <a:pt x="1" y="116"/>
                    <a:pt x="1" y="251"/>
                  </a:cubicBezTo>
                  <a:cubicBezTo>
                    <a:pt x="1" y="394"/>
                    <a:pt x="116" y="503"/>
                    <a:pt x="252" y="503"/>
                  </a:cubicBezTo>
                  <a:cubicBezTo>
                    <a:pt x="388" y="503"/>
                    <a:pt x="503" y="394"/>
                    <a:pt x="503" y="251"/>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9"/>
            <p:cNvSpPr/>
            <p:nvPr/>
          </p:nvSpPr>
          <p:spPr>
            <a:xfrm>
              <a:off x="768325" y="1381375"/>
              <a:ext cx="12400" cy="12575"/>
            </a:xfrm>
            <a:custGeom>
              <a:avLst/>
              <a:gdLst/>
              <a:ahLst/>
              <a:cxnLst/>
              <a:rect l="l" t="t" r="r" b="b"/>
              <a:pathLst>
                <a:path w="496" h="503" extrusionOk="0">
                  <a:moveTo>
                    <a:pt x="245" y="0"/>
                  </a:moveTo>
                  <a:cubicBezTo>
                    <a:pt x="109" y="0"/>
                    <a:pt x="0" y="116"/>
                    <a:pt x="0" y="251"/>
                  </a:cubicBezTo>
                  <a:cubicBezTo>
                    <a:pt x="0" y="394"/>
                    <a:pt x="109" y="503"/>
                    <a:pt x="245" y="503"/>
                  </a:cubicBezTo>
                  <a:cubicBezTo>
                    <a:pt x="388" y="503"/>
                    <a:pt x="496" y="394"/>
                    <a:pt x="496" y="251"/>
                  </a:cubicBezTo>
                  <a:cubicBezTo>
                    <a:pt x="496" y="116"/>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9"/>
            <p:cNvSpPr/>
            <p:nvPr/>
          </p:nvSpPr>
          <p:spPr>
            <a:xfrm>
              <a:off x="860125" y="1381375"/>
              <a:ext cx="12525" cy="12575"/>
            </a:xfrm>
            <a:custGeom>
              <a:avLst/>
              <a:gdLst/>
              <a:ahLst/>
              <a:cxnLst/>
              <a:rect l="l" t="t" r="r" b="b"/>
              <a:pathLst>
                <a:path w="501" h="503" extrusionOk="0">
                  <a:moveTo>
                    <a:pt x="251" y="0"/>
                  </a:moveTo>
                  <a:cubicBezTo>
                    <a:pt x="114" y="0"/>
                    <a:pt x="0" y="116"/>
                    <a:pt x="0" y="251"/>
                  </a:cubicBezTo>
                  <a:cubicBezTo>
                    <a:pt x="0" y="394"/>
                    <a:pt x="114" y="503"/>
                    <a:pt x="251" y="503"/>
                  </a:cubicBezTo>
                  <a:cubicBezTo>
                    <a:pt x="387" y="503"/>
                    <a:pt x="501" y="394"/>
                    <a:pt x="501" y="251"/>
                  </a:cubicBezTo>
                  <a:cubicBezTo>
                    <a:pt x="501"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9"/>
            <p:cNvSpPr/>
            <p:nvPr/>
          </p:nvSpPr>
          <p:spPr>
            <a:xfrm>
              <a:off x="951850" y="1381375"/>
              <a:ext cx="12600" cy="12575"/>
            </a:xfrm>
            <a:custGeom>
              <a:avLst/>
              <a:gdLst/>
              <a:ahLst/>
              <a:cxnLst/>
              <a:rect l="l" t="t" r="r" b="b"/>
              <a:pathLst>
                <a:path w="504" h="503" extrusionOk="0">
                  <a:moveTo>
                    <a:pt x="252" y="0"/>
                  </a:moveTo>
                  <a:cubicBezTo>
                    <a:pt x="116" y="0"/>
                    <a:pt x="1" y="116"/>
                    <a:pt x="1" y="251"/>
                  </a:cubicBezTo>
                  <a:cubicBezTo>
                    <a:pt x="1" y="394"/>
                    <a:pt x="116" y="503"/>
                    <a:pt x="252" y="503"/>
                  </a:cubicBezTo>
                  <a:cubicBezTo>
                    <a:pt x="388" y="503"/>
                    <a:pt x="503" y="394"/>
                    <a:pt x="503" y="251"/>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9"/>
            <p:cNvSpPr/>
            <p:nvPr/>
          </p:nvSpPr>
          <p:spPr>
            <a:xfrm>
              <a:off x="1043825" y="1381375"/>
              <a:ext cx="12375" cy="12575"/>
            </a:xfrm>
            <a:custGeom>
              <a:avLst/>
              <a:gdLst/>
              <a:ahLst/>
              <a:cxnLst/>
              <a:rect l="l" t="t" r="r" b="b"/>
              <a:pathLst>
                <a:path w="495" h="503" extrusionOk="0">
                  <a:moveTo>
                    <a:pt x="250" y="0"/>
                  </a:moveTo>
                  <a:cubicBezTo>
                    <a:pt x="107" y="0"/>
                    <a:pt x="0" y="116"/>
                    <a:pt x="0" y="251"/>
                  </a:cubicBezTo>
                  <a:cubicBezTo>
                    <a:pt x="0" y="394"/>
                    <a:pt x="107" y="503"/>
                    <a:pt x="250" y="503"/>
                  </a:cubicBezTo>
                  <a:cubicBezTo>
                    <a:pt x="388" y="503"/>
                    <a:pt x="494" y="394"/>
                    <a:pt x="494" y="251"/>
                  </a:cubicBezTo>
                  <a:cubicBezTo>
                    <a:pt x="494"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9"/>
            <p:cNvSpPr/>
            <p:nvPr/>
          </p:nvSpPr>
          <p:spPr>
            <a:xfrm>
              <a:off x="1135575" y="1381375"/>
              <a:ext cx="12575" cy="12575"/>
            </a:xfrm>
            <a:custGeom>
              <a:avLst/>
              <a:gdLst/>
              <a:ahLst/>
              <a:cxnLst/>
              <a:rect l="l" t="t" r="r" b="b"/>
              <a:pathLst>
                <a:path w="503" h="503" extrusionOk="0">
                  <a:moveTo>
                    <a:pt x="252" y="0"/>
                  </a:moveTo>
                  <a:cubicBezTo>
                    <a:pt x="116" y="0"/>
                    <a:pt x="0" y="116"/>
                    <a:pt x="0" y="251"/>
                  </a:cubicBezTo>
                  <a:cubicBezTo>
                    <a:pt x="0" y="394"/>
                    <a:pt x="116" y="503"/>
                    <a:pt x="252" y="503"/>
                  </a:cubicBezTo>
                  <a:cubicBezTo>
                    <a:pt x="387" y="503"/>
                    <a:pt x="503" y="394"/>
                    <a:pt x="503" y="251"/>
                  </a:cubicBezTo>
                  <a:cubicBezTo>
                    <a:pt x="503"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9"/>
            <p:cNvSpPr/>
            <p:nvPr/>
          </p:nvSpPr>
          <p:spPr>
            <a:xfrm>
              <a:off x="1227500" y="1381375"/>
              <a:ext cx="12400" cy="12575"/>
            </a:xfrm>
            <a:custGeom>
              <a:avLst/>
              <a:gdLst/>
              <a:ahLst/>
              <a:cxnLst/>
              <a:rect l="l" t="t" r="r" b="b"/>
              <a:pathLst>
                <a:path w="496" h="503" extrusionOk="0">
                  <a:moveTo>
                    <a:pt x="251" y="0"/>
                  </a:moveTo>
                  <a:cubicBezTo>
                    <a:pt x="109" y="0"/>
                    <a:pt x="0" y="116"/>
                    <a:pt x="0" y="251"/>
                  </a:cubicBezTo>
                  <a:cubicBezTo>
                    <a:pt x="0" y="394"/>
                    <a:pt x="109" y="503"/>
                    <a:pt x="251" y="503"/>
                  </a:cubicBezTo>
                  <a:cubicBezTo>
                    <a:pt x="387" y="503"/>
                    <a:pt x="496" y="394"/>
                    <a:pt x="496" y="251"/>
                  </a:cubicBezTo>
                  <a:cubicBezTo>
                    <a:pt x="496"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9"/>
            <p:cNvSpPr/>
            <p:nvPr/>
          </p:nvSpPr>
          <p:spPr>
            <a:xfrm>
              <a:off x="1319275" y="1381375"/>
              <a:ext cx="12550" cy="12575"/>
            </a:xfrm>
            <a:custGeom>
              <a:avLst/>
              <a:gdLst/>
              <a:ahLst/>
              <a:cxnLst/>
              <a:rect l="l" t="t" r="r" b="b"/>
              <a:pathLst>
                <a:path w="502" h="503" extrusionOk="0">
                  <a:moveTo>
                    <a:pt x="252" y="0"/>
                  </a:moveTo>
                  <a:cubicBezTo>
                    <a:pt x="114" y="0"/>
                    <a:pt x="1" y="116"/>
                    <a:pt x="1" y="251"/>
                  </a:cubicBezTo>
                  <a:cubicBezTo>
                    <a:pt x="1" y="394"/>
                    <a:pt x="114" y="503"/>
                    <a:pt x="252" y="503"/>
                  </a:cubicBezTo>
                  <a:cubicBezTo>
                    <a:pt x="388" y="503"/>
                    <a:pt x="501" y="394"/>
                    <a:pt x="501" y="251"/>
                  </a:cubicBezTo>
                  <a:cubicBezTo>
                    <a:pt x="501"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9"/>
            <p:cNvSpPr/>
            <p:nvPr/>
          </p:nvSpPr>
          <p:spPr>
            <a:xfrm>
              <a:off x="1411200" y="1381375"/>
              <a:ext cx="12425" cy="12575"/>
            </a:xfrm>
            <a:custGeom>
              <a:avLst/>
              <a:gdLst/>
              <a:ahLst/>
              <a:cxnLst/>
              <a:rect l="l" t="t" r="r" b="b"/>
              <a:pathLst>
                <a:path w="497" h="503" extrusionOk="0">
                  <a:moveTo>
                    <a:pt x="245" y="0"/>
                  </a:moveTo>
                  <a:cubicBezTo>
                    <a:pt x="109" y="0"/>
                    <a:pt x="1" y="116"/>
                    <a:pt x="1" y="251"/>
                  </a:cubicBezTo>
                  <a:cubicBezTo>
                    <a:pt x="1" y="394"/>
                    <a:pt x="109" y="503"/>
                    <a:pt x="245" y="503"/>
                  </a:cubicBezTo>
                  <a:cubicBezTo>
                    <a:pt x="388" y="503"/>
                    <a:pt x="496" y="394"/>
                    <a:pt x="496" y="251"/>
                  </a:cubicBezTo>
                  <a:cubicBezTo>
                    <a:pt x="496" y="116"/>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9"/>
            <p:cNvSpPr/>
            <p:nvPr/>
          </p:nvSpPr>
          <p:spPr>
            <a:xfrm>
              <a:off x="1503000" y="1381375"/>
              <a:ext cx="12525" cy="12575"/>
            </a:xfrm>
            <a:custGeom>
              <a:avLst/>
              <a:gdLst/>
              <a:ahLst/>
              <a:cxnLst/>
              <a:rect l="l" t="t" r="r" b="b"/>
              <a:pathLst>
                <a:path w="501" h="503" extrusionOk="0">
                  <a:moveTo>
                    <a:pt x="250" y="0"/>
                  </a:moveTo>
                  <a:cubicBezTo>
                    <a:pt x="114" y="0"/>
                    <a:pt x="0" y="116"/>
                    <a:pt x="0" y="251"/>
                  </a:cubicBezTo>
                  <a:cubicBezTo>
                    <a:pt x="0" y="394"/>
                    <a:pt x="114" y="503"/>
                    <a:pt x="250" y="503"/>
                  </a:cubicBezTo>
                  <a:cubicBezTo>
                    <a:pt x="387" y="503"/>
                    <a:pt x="501" y="394"/>
                    <a:pt x="501" y="251"/>
                  </a:cubicBezTo>
                  <a:cubicBezTo>
                    <a:pt x="501" y="116"/>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9"/>
            <p:cNvSpPr/>
            <p:nvPr/>
          </p:nvSpPr>
          <p:spPr>
            <a:xfrm>
              <a:off x="1594750" y="1381375"/>
              <a:ext cx="12575" cy="12575"/>
            </a:xfrm>
            <a:custGeom>
              <a:avLst/>
              <a:gdLst/>
              <a:ahLst/>
              <a:cxnLst/>
              <a:rect l="l" t="t" r="r" b="b"/>
              <a:pathLst>
                <a:path w="503" h="503" extrusionOk="0">
                  <a:moveTo>
                    <a:pt x="251" y="0"/>
                  </a:moveTo>
                  <a:cubicBezTo>
                    <a:pt x="115" y="0"/>
                    <a:pt x="0" y="116"/>
                    <a:pt x="0" y="251"/>
                  </a:cubicBezTo>
                  <a:cubicBezTo>
                    <a:pt x="0" y="394"/>
                    <a:pt x="115" y="503"/>
                    <a:pt x="251" y="503"/>
                  </a:cubicBezTo>
                  <a:cubicBezTo>
                    <a:pt x="394" y="503"/>
                    <a:pt x="503" y="394"/>
                    <a:pt x="503" y="251"/>
                  </a:cubicBezTo>
                  <a:cubicBezTo>
                    <a:pt x="503" y="116"/>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9"/>
            <p:cNvSpPr/>
            <p:nvPr/>
          </p:nvSpPr>
          <p:spPr>
            <a:xfrm>
              <a:off x="1686650" y="1381375"/>
              <a:ext cx="12600" cy="12575"/>
            </a:xfrm>
            <a:custGeom>
              <a:avLst/>
              <a:gdLst/>
              <a:ahLst/>
              <a:cxnLst/>
              <a:rect l="l" t="t" r="r" b="b"/>
              <a:pathLst>
                <a:path w="504" h="503" extrusionOk="0">
                  <a:moveTo>
                    <a:pt x="252" y="0"/>
                  </a:moveTo>
                  <a:cubicBezTo>
                    <a:pt x="116" y="0"/>
                    <a:pt x="1" y="116"/>
                    <a:pt x="1" y="251"/>
                  </a:cubicBezTo>
                  <a:cubicBezTo>
                    <a:pt x="1" y="394"/>
                    <a:pt x="116" y="503"/>
                    <a:pt x="252" y="503"/>
                  </a:cubicBezTo>
                  <a:cubicBezTo>
                    <a:pt x="388" y="503"/>
                    <a:pt x="503" y="394"/>
                    <a:pt x="503" y="251"/>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9"/>
            <p:cNvSpPr/>
            <p:nvPr/>
          </p:nvSpPr>
          <p:spPr>
            <a:xfrm>
              <a:off x="1778450" y="1381375"/>
              <a:ext cx="12550" cy="12575"/>
            </a:xfrm>
            <a:custGeom>
              <a:avLst/>
              <a:gdLst/>
              <a:ahLst/>
              <a:cxnLst/>
              <a:rect l="l" t="t" r="r" b="b"/>
              <a:pathLst>
                <a:path w="502" h="503" extrusionOk="0">
                  <a:moveTo>
                    <a:pt x="252" y="0"/>
                  </a:moveTo>
                  <a:cubicBezTo>
                    <a:pt x="114" y="0"/>
                    <a:pt x="1" y="116"/>
                    <a:pt x="1" y="251"/>
                  </a:cubicBezTo>
                  <a:cubicBezTo>
                    <a:pt x="1" y="394"/>
                    <a:pt x="114" y="503"/>
                    <a:pt x="252" y="503"/>
                  </a:cubicBezTo>
                  <a:cubicBezTo>
                    <a:pt x="388" y="503"/>
                    <a:pt x="501" y="394"/>
                    <a:pt x="501" y="251"/>
                  </a:cubicBezTo>
                  <a:cubicBezTo>
                    <a:pt x="501"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9"/>
            <p:cNvSpPr/>
            <p:nvPr/>
          </p:nvSpPr>
          <p:spPr>
            <a:xfrm>
              <a:off x="1870375" y="1381375"/>
              <a:ext cx="12400" cy="12575"/>
            </a:xfrm>
            <a:custGeom>
              <a:avLst/>
              <a:gdLst/>
              <a:ahLst/>
              <a:cxnLst/>
              <a:rect l="l" t="t" r="r" b="b"/>
              <a:pathLst>
                <a:path w="496" h="503" extrusionOk="0">
                  <a:moveTo>
                    <a:pt x="252" y="0"/>
                  </a:moveTo>
                  <a:cubicBezTo>
                    <a:pt x="109" y="0"/>
                    <a:pt x="0" y="116"/>
                    <a:pt x="0" y="251"/>
                  </a:cubicBezTo>
                  <a:cubicBezTo>
                    <a:pt x="0" y="394"/>
                    <a:pt x="109" y="503"/>
                    <a:pt x="252" y="503"/>
                  </a:cubicBezTo>
                  <a:cubicBezTo>
                    <a:pt x="387" y="503"/>
                    <a:pt x="496" y="394"/>
                    <a:pt x="496" y="251"/>
                  </a:cubicBezTo>
                  <a:cubicBezTo>
                    <a:pt x="496"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9"/>
            <p:cNvSpPr/>
            <p:nvPr/>
          </p:nvSpPr>
          <p:spPr>
            <a:xfrm>
              <a:off x="1962150" y="1381375"/>
              <a:ext cx="12550" cy="12575"/>
            </a:xfrm>
            <a:custGeom>
              <a:avLst/>
              <a:gdLst/>
              <a:ahLst/>
              <a:cxnLst/>
              <a:rect l="l" t="t" r="r" b="b"/>
              <a:pathLst>
                <a:path w="502" h="503" extrusionOk="0">
                  <a:moveTo>
                    <a:pt x="250" y="0"/>
                  </a:moveTo>
                  <a:cubicBezTo>
                    <a:pt x="114" y="0"/>
                    <a:pt x="1" y="116"/>
                    <a:pt x="1" y="251"/>
                  </a:cubicBezTo>
                  <a:cubicBezTo>
                    <a:pt x="1" y="394"/>
                    <a:pt x="114" y="503"/>
                    <a:pt x="250" y="503"/>
                  </a:cubicBezTo>
                  <a:cubicBezTo>
                    <a:pt x="388" y="503"/>
                    <a:pt x="502" y="394"/>
                    <a:pt x="502" y="251"/>
                  </a:cubicBezTo>
                  <a:cubicBezTo>
                    <a:pt x="502"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9"/>
            <p:cNvSpPr/>
            <p:nvPr/>
          </p:nvSpPr>
          <p:spPr>
            <a:xfrm>
              <a:off x="2054075" y="1381375"/>
              <a:ext cx="12425" cy="12575"/>
            </a:xfrm>
            <a:custGeom>
              <a:avLst/>
              <a:gdLst/>
              <a:ahLst/>
              <a:cxnLst/>
              <a:rect l="l" t="t" r="r" b="b"/>
              <a:pathLst>
                <a:path w="497" h="503" extrusionOk="0">
                  <a:moveTo>
                    <a:pt x="252" y="0"/>
                  </a:moveTo>
                  <a:cubicBezTo>
                    <a:pt x="109" y="0"/>
                    <a:pt x="1" y="116"/>
                    <a:pt x="1" y="251"/>
                  </a:cubicBezTo>
                  <a:cubicBezTo>
                    <a:pt x="1" y="394"/>
                    <a:pt x="109" y="503"/>
                    <a:pt x="252" y="503"/>
                  </a:cubicBezTo>
                  <a:cubicBezTo>
                    <a:pt x="388" y="503"/>
                    <a:pt x="496" y="394"/>
                    <a:pt x="496" y="251"/>
                  </a:cubicBezTo>
                  <a:cubicBezTo>
                    <a:pt x="496"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9"/>
            <p:cNvSpPr/>
            <p:nvPr/>
          </p:nvSpPr>
          <p:spPr>
            <a:xfrm>
              <a:off x="2145825" y="1381375"/>
              <a:ext cx="12600" cy="12575"/>
            </a:xfrm>
            <a:custGeom>
              <a:avLst/>
              <a:gdLst/>
              <a:ahLst/>
              <a:cxnLst/>
              <a:rect l="l" t="t" r="r" b="b"/>
              <a:pathLst>
                <a:path w="504" h="503" extrusionOk="0">
                  <a:moveTo>
                    <a:pt x="252" y="0"/>
                  </a:moveTo>
                  <a:cubicBezTo>
                    <a:pt x="116" y="0"/>
                    <a:pt x="1" y="116"/>
                    <a:pt x="1" y="251"/>
                  </a:cubicBezTo>
                  <a:cubicBezTo>
                    <a:pt x="1" y="394"/>
                    <a:pt x="116" y="503"/>
                    <a:pt x="252" y="503"/>
                  </a:cubicBezTo>
                  <a:cubicBezTo>
                    <a:pt x="388" y="503"/>
                    <a:pt x="503" y="394"/>
                    <a:pt x="503" y="251"/>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9"/>
            <p:cNvSpPr/>
            <p:nvPr/>
          </p:nvSpPr>
          <p:spPr>
            <a:xfrm>
              <a:off x="2237800" y="1381375"/>
              <a:ext cx="12350" cy="12575"/>
            </a:xfrm>
            <a:custGeom>
              <a:avLst/>
              <a:gdLst/>
              <a:ahLst/>
              <a:cxnLst/>
              <a:rect l="l" t="t" r="r" b="b"/>
              <a:pathLst>
                <a:path w="494" h="503" extrusionOk="0">
                  <a:moveTo>
                    <a:pt x="244" y="0"/>
                  </a:moveTo>
                  <a:cubicBezTo>
                    <a:pt x="107" y="0"/>
                    <a:pt x="0" y="116"/>
                    <a:pt x="0" y="251"/>
                  </a:cubicBezTo>
                  <a:cubicBezTo>
                    <a:pt x="0" y="394"/>
                    <a:pt x="107" y="503"/>
                    <a:pt x="244" y="503"/>
                  </a:cubicBezTo>
                  <a:cubicBezTo>
                    <a:pt x="387" y="503"/>
                    <a:pt x="494" y="394"/>
                    <a:pt x="494" y="251"/>
                  </a:cubicBezTo>
                  <a:cubicBezTo>
                    <a:pt x="494" y="116"/>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9"/>
            <p:cNvSpPr/>
            <p:nvPr/>
          </p:nvSpPr>
          <p:spPr>
            <a:xfrm>
              <a:off x="2329550" y="1381375"/>
              <a:ext cx="12575" cy="12575"/>
            </a:xfrm>
            <a:custGeom>
              <a:avLst/>
              <a:gdLst/>
              <a:ahLst/>
              <a:cxnLst/>
              <a:rect l="l" t="t" r="r" b="b"/>
              <a:pathLst>
                <a:path w="503" h="503" extrusionOk="0">
                  <a:moveTo>
                    <a:pt x="251" y="0"/>
                  </a:moveTo>
                  <a:cubicBezTo>
                    <a:pt x="115" y="0"/>
                    <a:pt x="0" y="116"/>
                    <a:pt x="0" y="251"/>
                  </a:cubicBezTo>
                  <a:cubicBezTo>
                    <a:pt x="0" y="394"/>
                    <a:pt x="115" y="503"/>
                    <a:pt x="251" y="503"/>
                  </a:cubicBezTo>
                  <a:cubicBezTo>
                    <a:pt x="387" y="503"/>
                    <a:pt x="502" y="394"/>
                    <a:pt x="502" y="251"/>
                  </a:cubicBezTo>
                  <a:cubicBezTo>
                    <a:pt x="502"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9"/>
            <p:cNvSpPr/>
            <p:nvPr/>
          </p:nvSpPr>
          <p:spPr>
            <a:xfrm>
              <a:off x="2421325" y="1381375"/>
              <a:ext cx="12550" cy="12575"/>
            </a:xfrm>
            <a:custGeom>
              <a:avLst/>
              <a:gdLst/>
              <a:ahLst/>
              <a:cxnLst/>
              <a:rect l="l" t="t" r="r" b="b"/>
              <a:pathLst>
                <a:path w="502" h="503" extrusionOk="0">
                  <a:moveTo>
                    <a:pt x="250" y="0"/>
                  </a:moveTo>
                  <a:cubicBezTo>
                    <a:pt x="114" y="0"/>
                    <a:pt x="1" y="116"/>
                    <a:pt x="1" y="251"/>
                  </a:cubicBezTo>
                  <a:cubicBezTo>
                    <a:pt x="1" y="394"/>
                    <a:pt x="114" y="503"/>
                    <a:pt x="250" y="503"/>
                  </a:cubicBezTo>
                  <a:cubicBezTo>
                    <a:pt x="395" y="503"/>
                    <a:pt x="501" y="394"/>
                    <a:pt x="501" y="251"/>
                  </a:cubicBezTo>
                  <a:cubicBezTo>
                    <a:pt x="501" y="116"/>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9"/>
            <p:cNvSpPr/>
            <p:nvPr/>
          </p:nvSpPr>
          <p:spPr>
            <a:xfrm>
              <a:off x="2513250" y="1381375"/>
              <a:ext cx="12575" cy="12575"/>
            </a:xfrm>
            <a:custGeom>
              <a:avLst/>
              <a:gdLst/>
              <a:ahLst/>
              <a:cxnLst/>
              <a:rect l="l" t="t" r="r" b="b"/>
              <a:pathLst>
                <a:path w="503" h="503" extrusionOk="0">
                  <a:moveTo>
                    <a:pt x="252" y="0"/>
                  </a:moveTo>
                  <a:cubicBezTo>
                    <a:pt x="109" y="0"/>
                    <a:pt x="0" y="116"/>
                    <a:pt x="0" y="251"/>
                  </a:cubicBezTo>
                  <a:cubicBezTo>
                    <a:pt x="0" y="394"/>
                    <a:pt x="109" y="503"/>
                    <a:pt x="252" y="503"/>
                  </a:cubicBezTo>
                  <a:cubicBezTo>
                    <a:pt x="388" y="503"/>
                    <a:pt x="503" y="394"/>
                    <a:pt x="503" y="251"/>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9"/>
            <p:cNvSpPr/>
            <p:nvPr/>
          </p:nvSpPr>
          <p:spPr>
            <a:xfrm>
              <a:off x="2605000" y="1381375"/>
              <a:ext cx="12575" cy="12575"/>
            </a:xfrm>
            <a:custGeom>
              <a:avLst/>
              <a:gdLst/>
              <a:ahLst/>
              <a:cxnLst/>
              <a:rect l="l" t="t" r="r" b="b"/>
              <a:pathLst>
                <a:path w="503" h="503" extrusionOk="0">
                  <a:moveTo>
                    <a:pt x="252" y="0"/>
                  </a:moveTo>
                  <a:cubicBezTo>
                    <a:pt x="116" y="0"/>
                    <a:pt x="0" y="116"/>
                    <a:pt x="0" y="251"/>
                  </a:cubicBezTo>
                  <a:cubicBezTo>
                    <a:pt x="0" y="394"/>
                    <a:pt x="116" y="503"/>
                    <a:pt x="252" y="503"/>
                  </a:cubicBezTo>
                  <a:cubicBezTo>
                    <a:pt x="387" y="503"/>
                    <a:pt x="503" y="394"/>
                    <a:pt x="503" y="251"/>
                  </a:cubicBezTo>
                  <a:cubicBezTo>
                    <a:pt x="503"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9"/>
            <p:cNvSpPr/>
            <p:nvPr/>
          </p:nvSpPr>
          <p:spPr>
            <a:xfrm>
              <a:off x="2696950" y="1381375"/>
              <a:ext cx="12375" cy="12575"/>
            </a:xfrm>
            <a:custGeom>
              <a:avLst/>
              <a:gdLst/>
              <a:ahLst/>
              <a:cxnLst/>
              <a:rect l="l" t="t" r="r" b="b"/>
              <a:pathLst>
                <a:path w="495" h="503" extrusionOk="0">
                  <a:moveTo>
                    <a:pt x="252" y="0"/>
                  </a:moveTo>
                  <a:cubicBezTo>
                    <a:pt x="108" y="0"/>
                    <a:pt x="1" y="116"/>
                    <a:pt x="1" y="251"/>
                  </a:cubicBezTo>
                  <a:cubicBezTo>
                    <a:pt x="1" y="394"/>
                    <a:pt x="108" y="503"/>
                    <a:pt x="252" y="503"/>
                  </a:cubicBezTo>
                  <a:cubicBezTo>
                    <a:pt x="388" y="503"/>
                    <a:pt x="495" y="394"/>
                    <a:pt x="495" y="251"/>
                  </a:cubicBezTo>
                  <a:cubicBezTo>
                    <a:pt x="495"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9"/>
            <p:cNvSpPr/>
            <p:nvPr/>
          </p:nvSpPr>
          <p:spPr>
            <a:xfrm>
              <a:off x="2788700" y="1381375"/>
              <a:ext cx="12600" cy="12575"/>
            </a:xfrm>
            <a:custGeom>
              <a:avLst/>
              <a:gdLst/>
              <a:ahLst/>
              <a:cxnLst/>
              <a:rect l="l" t="t" r="r" b="b"/>
              <a:pathLst>
                <a:path w="504" h="503" extrusionOk="0">
                  <a:moveTo>
                    <a:pt x="252" y="0"/>
                  </a:moveTo>
                  <a:cubicBezTo>
                    <a:pt x="116" y="0"/>
                    <a:pt x="1" y="116"/>
                    <a:pt x="1" y="251"/>
                  </a:cubicBezTo>
                  <a:cubicBezTo>
                    <a:pt x="1" y="394"/>
                    <a:pt x="116" y="503"/>
                    <a:pt x="252" y="503"/>
                  </a:cubicBezTo>
                  <a:cubicBezTo>
                    <a:pt x="388" y="503"/>
                    <a:pt x="503" y="394"/>
                    <a:pt x="503" y="251"/>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9"/>
            <p:cNvSpPr/>
            <p:nvPr/>
          </p:nvSpPr>
          <p:spPr>
            <a:xfrm>
              <a:off x="2880675" y="1381375"/>
              <a:ext cx="12375" cy="12575"/>
            </a:xfrm>
            <a:custGeom>
              <a:avLst/>
              <a:gdLst/>
              <a:ahLst/>
              <a:cxnLst/>
              <a:rect l="l" t="t" r="r" b="b"/>
              <a:pathLst>
                <a:path w="495" h="503" extrusionOk="0">
                  <a:moveTo>
                    <a:pt x="243" y="0"/>
                  </a:moveTo>
                  <a:cubicBezTo>
                    <a:pt x="107" y="0"/>
                    <a:pt x="0" y="116"/>
                    <a:pt x="0" y="251"/>
                  </a:cubicBezTo>
                  <a:cubicBezTo>
                    <a:pt x="0" y="394"/>
                    <a:pt x="107" y="503"/>
                    <a:pt x="243" y="503"/>
                  </a:cubicBezTo>
                  <a:cubicBezTo>
                    <a:pt x="387" y="503"/>
                    <a:pt x="494" y="394"/>
                    <a:pt x="494" y="251"/>
                  </a:cubicBezTo>
                  <a:cubicBezTo>
                    <a:pt x="494" y="116"/>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9"/>
            <p:cNvSpPr/>
            <p:nvPr/>
          </p:nvSpPr>
          <p:spPr>
            <a:xfrm>
              <a:off x="2972425" y="1381375"/>
              <a:ext cx="12575" cy="12575"/>
            </a:xfrm>
            <a:custGeom>
              <a:avLst/>
              <a:gdLst/>
              <a:ahLst/>
              <a:cxnLst/>
              <a:rect l="l" t="t" r="r" b="b"/>
              <a:pathLst>
                <a:path w="503" h="503" extrusionOk="0">
                  <a:moveTo>
                    <a:pt x="251" y="0"/>
                  </a:moveTo>
                  <a:cubicBezTo>
                    <a:pt x="115" y="0"/>
                    <a:pt x="0" y="116"/>
                    <a:pt x="0" y="251"/>
                  </a:cubicBezTo>
                  <a:cubicBezTo>
                    <a:pt x="0" y="394"/>
                    <a:pt x="115" y="503"/>
                    <a:pt x="251" y="503"/>
                  </a:cubicBezTo>
                  <a:cubicBezTo>
                    <a:pt x="387" y="503"/>
                    <a:pt x="503" y="394"/>
                    <a:pt x="503" y="251"/>
                  </a:cubicBezTo>
                  <a:cubicBezTo>
                    <a:pt x="503"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9"/>
            <p:cNvSpPr/>
            <p:nvPr/>
          </p:nvSpPr>
          <p:spPr>
            <a:xfrm>
              <a:off x="3064375" y="1381375"/>
              <a:ext cx="12375" cy="12575"/>
            </a:xfrm>
            <a:custGeom>
              <a:avLst/>
              <a:gdLst/>
              <a:ahLst/>
              <a:cxnLst/>
              <a:rect l="l" t="t" r="r" b="b"/>
              <a:pathLst>
                <a:path w="495" h="503" extrusionOk="0">
                  <a:moveTo>
                    <a:pt x="243" y="0"/>
                  </a:moveTo>
                  <a:cubicBezTo>
                    <a:pt x="107" y="0"/>
                    <a:pt x="1" y="116"/>
                    <a:pt x="1" y="251"/>
                  </a:cubicBezTo>
                  <a:cubicBezTo>
                    <a:pt x="1" y="394"/>
                    <a:pt x="107" y="503"/>
                    <a:pt x="243" y="503"/>
                  </a:cubicBezTo>
                  <a:cubicBezTo>
                    <a:pt x="388" y="503"/>
                    <a:pt x="495" y="394"/>
                    <a:pt x="495" y="251"/>
                  </a:cubicBezTo>
                  <a:cubicBezTo>
                    <a:pt x="495" y="116"/>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9"/>
            <p:cNvSpPr/>
            <p:nvPr/>
          </p:nvSpPr>
          <p:spPr>
            <a:xfrm>
              <a:off x="3156125" y="1381375"/>
              <a:ext cx="12600" cy="12575"/>
            </a:xfrm>
            <a:custGeom>
              <a:avLst/>
              <a:gdLst/>
              <a:ahLst/>
              <a:cxnLst/>
              <a:rect l="l" t="t" r="r" b="b"/>
              <a:pathLst>
                <a:path w="504" h="503" extrusionOk="0">
                  <a:moveTo>
                    <a:pt x="252" y="0"/>
                  </a:moveTo>
                  <a:cubicBezTo>
                    <a:pt x="116" y="0"/>
                    <a:pt x="1" y="116"/>
                    <a:pt x="1" y="251"/>
                  </a:cubicBezTo>
                  <a:cubicBezTo>
                    <a:pt x="1" y="394"/>
                    <a:pt x="116" y="503"/>
                    <a:pt x="252" y="503"/>
                  </a:cubicBezTo>
                  <a:cubicBezTo>
                    <a:pt x="388" y="503"/>
                    <a:pt x="503" y="394"/>
                    <a:pt x="503" y="251"/>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9"/>
            <p:cNvSpPr/>
            <p:nvPr/>
          </p:nvSpPr>
          <p:spPr>
            <a:xfrm>
              <a:off x="3247875" y="1381375"/>
              <a:ext cx="12575" cy="12575"/>
            </a:xfrm>
            <a:custGeom>
              <a:avLst/>
              <a:gdLst/>
              <a:ahLst/>
              <a:cxnLst/>
              <a:rect l="l" t="t" r="r" b="b"/>
              <a:pathLst>
                <a:path w="503" h="503" extrusionOk="0">
                  <a:moveTo>
                    <a:pt x="252" y="0"/>
                  </a:moveTo>
                  <a:cubicBezTo>
                    <a:pt x="116" y="0"/>
                    <a:pt x="1" y="116"/>
                    <a:pt x="1" y="251"/>
                  </a:cubicBezTo>
                  <a:cubicBezTo>
                    <a:pt x="1" y="394"/>
                    <a:pt x="116" y="503"/>
                    <a:pt x="252" y="503"/>
                  </a:cubicBezTo>
                  <a:cubicBezTo>
                    <a:pt x="388" y="503"/>
                    <a:pt x="503" y="394"/>
                    <a:pt x="503" y="251"/>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9"/>
            <p:cNvSpPr/>
            <p:nvPr/>
          </p:nvSpPr>
          <p:spPr>
            <a:xfrm>
              <a:off x="3339850" y="1381375"/>
              <a:ext cx="12525" cy="12575"/>
            </a:xfrm>
            <a:custGeom>
              <a:avLst/>
              <a:gdLst/>
              <a:ahLst/>
              <a:cxnLst/>
              <a:rect l="l" t="t" r="r" b="b"/>
              <a:pathLst>
                <a:path w="501" h="503" extrusionOk="0">
                  <a:moveTo>
                    <a:pt x="251" y="0"/>
                  </a:moveTo>
                  <a:cubicBezTo>
                    <a:pt x="107" y="0"/>
                    <a:pt x="0" y="116"/>
                    <a:pt x="0" y="251"/>
                  </a:cubicBezTo>
                  <a:cubicBezTo>
                    <a:pt x="0" y="394"/>
                    <a:pt x="107" y="503"/>
                    <a:pt x="251" y="503"/>
                  </a:cubicBezTo>
                  <a:cubicBezTo>
                    <a:pt x="387" y="503"/>
                    <a:pt x="501" y="394"/>
                    <a:pt x="501" y="251"/>
                  </a:cubicBezTo>
                  <a:cubicBezTo>
                    <a:pt x="501"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9"/>
            <p:cNvSpPr/>
            <p:nvPr/>
          </p:nvSpPr>
          <p:spPr>
            <a:xfrm>
              <a:off x="3431575" y="1381375"/>
              <a:ext cx="12600" cy="12575"/>
            </a:xfrm>
            <a:custGeom>
              <a:avLst/>
              <a:gdLst/>
              <a:ahLst/>
              <a:cxnLst/>
              <a:rect l="l" t="t" r="r" b="b"/>
              <a:pathLst>
                <a:path w="504" h="503" extrusionOk="0">
                  <a:moveTo>
                    <a:pt x="252" y="0"/>
                  </a:moveTo>
                  <a:cubicBezTo>
                    <a:pt x="116" y="0"/>
                    <a:pt x="1" y="116"/>
                    <a:pt x="1" y="251"/>
                  </a:cubicBezTo>
                  <a:cubicBezTo>
                    <a:pt x="1" y="394"/>
                    <a:pt x="116" y="503"/>
                    <a:pt x="252" y="503"/>
                  </a:cubicBezTo>
                  <a:cubicBezTo>
                    <a:pt x="388" y="503"/>
                    <a:pt x="503" y="394"/>
                    <a:pt x="503" y="251"/>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9"/>
            <p:cNvSpPr/>
            <p:nvPr/>
          </p:nvSpPr>
          <p:spPr>
            <a:xfrm>
              <a:off x="3523550" y="1381375"/>
              <a:ext cx="12375" cy="12575"/>
            </a:xfrm>
            <a:custGeom>
              <a:avLst/>
              <a:gdLst/>
              <a:ahLst/>
              <a:cxnLst/>
              <a:rect l="l" t="t" r="r" b="b"/>
              <a:pathLst>
                <a:path w="495" h="503" extrusionOk="0">
                  <a:moveTo>
                    <a:pt x="250" y="0"/>
                  </a:moveTo>
                  <a:cubicBezTo>
                    <a:pt x="107" y="0"/>
                    <a:pt x="0" y="116"/>
                    <a:pt x="0" y="251"/>
                  </a:cubicBezTo>
                  <a:cubicBezTo>
                    <a:pt x="0" y="394"/>
                    <a:pt x="107" y="503"/>
                    <a:pt x="250" y="503"/>
                  </a:cubicBezTo>
                  <a:cubicBezTo>
                    <a:pt x="388" y="503"/>
                    <a:pt x="494" y="394"/>
                    <a:pt x="494" y="251"/>
                  </a:cubicBezTo>
                  <a:cubicBezTo>
                    <a:pt x="494"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9"/>
            <p:cNvSpPr/>
            <p:nvPr/>
          </p:nvSpPr>
          <p:spPr>
            <a:xfrm>
              <a:off x="676400" y="1473325"/>
              <a:ext cx="12600" cy="12550"/>
            </a:xfrm>
            <a:custGeom>
              <a:avLst/>
              <a:gdLst/>
              <a:ahLst/>
              <a:cxnLst/>
              <a:rect l="l" t="t" r="r" b="b"/>
              <a:pathLst>
                <a:path w="504" h="502" extrusionOk="0">
                  <a:moveTo>
                    <a:pt x="252" y="1"/>
                  </a:moveTo>
                  <a:cubicBezTo>
                    <a:pt x="116" y="1"/>
                    <a:pt x="1" y="107"/>
                    <a:pt x="1" y="252"/>
                  </a:cubicBezTo>
                  <a:cubicBezTo>
                    <a:pt x="1" y="388"/>
                    <a:pt x="116" y="501"/>
                    <a:pt x="252" y="501"/>
                  </a:cubicBezTo>
                  <a:cubicBezTo>
                    <a:pt x="388" y="501"/>
                    <a:pt x="503" y="388"/>
                    <a:pt x="503" y="252"/>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9"/>
            <p:cNvSpPr/>
            <p:nvPr/>
          </p:nvSpPr>
          <p:spPr>
            <a:xfrm>
              <a:off x="768325" y="1473325"/>
              <a:ext cx="12400" cy="12550"/>
            </a:xfrm>
            <a:custGeom>
              <a:avLst/>
              <a:gdLst/>
              <a:ahLst/>
              <a:cxnLst/>
              <a:rect l="l" t="t" r="r" b="b"/>
              <a:pathLst>
                <a:path w="496" h="502" extrusionOk="0">
                  <a:moveTo>
                    <a:pt x="245" y="1"/>
                  </a:moveTo>
                  <a:cubicBezTo>
                    <a:pt x="109" y="1"/>
                    <a:pt x="0" y="107"/>
                    <a:pt x="0" y="252"/>
                  </a:cubicBezTo>
                  <a:cubicBezTo>
                    <a:pt x="0" y="388"/>
                    <a:pt x="109" y="501"/>
                    <a:pt x="245" y="501"/>
                  </a:cubicBezTo>
                  <a:cubicBezTo>
                    <a:pt x="388" y="501"/>
                    <a:pt x="496" y="388"/>
                    <a:pt x="496" y="252"/>
                  </a:cubicBezTo>
                  <a:cubicBezTo>
                    <a:pt x="496" y="107"/>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9"/>
            <p:cNvSpPr/>
            <p:nvPr/>
          </p:nvSpPr>
          <p:spPr>
            <a:xfrm>
              <a:off x="860125" y="1473325"/>
              <a:ext cx="12525" cy="12550"/>
            </a:xfrm>
            <a:custGeom>
              <a:avLst/>
              <a:gdLst/>
              <a:ahLst/>
              <a:cxnLst/>
              <a:rect l="l" t="t" r="r" b="b"/>
              <a:pathLst>
                <a:path w="501" h="502" extrusionOk="0">
                  <a:moveTo>
                    <a:pt x="251" y="1"/>
                  </a:moveTo>
                  <a:cubicBezTo>
                    <a:pt x="114" y="1"/>
                    <a:pt x="0" y="107"/>
                    <a:pt x="0" y="252"/>
                  </a:cubicBezTo>
                  <a:cubicBezTo>
                    <a:pt x="0" y="388"/>
                    <a:pt x="114" y="501"/>
                    <a:pt x="251" y="501"/>
                  </a:cubicBezTo>
                  <a:cubicBezTo>
                    <a:pt x="387" y="501"/>
                    <a:pt x="501" y="388"/>
                    <a:pt x="501" y="252"/>
                  </a:cubicBezTo>
                  <a:cubicBezTo>
                    <a:pt x="501"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9"/>
            <p:cNvSpPr/>
            <p:nvPr/>
          </p:nvSpPr>
          <p:spPr>
            <a:xfrm>
              <a:off x="951850" y="1473325"/>
              <a:ext cx="12600" cy="12550"/>
            </a:xfrm>
            <a:custGeom>
              <a:avLst/>
              <a:gdLst/>
              <a:ahLst/>
              <a:cxnLst/>
              <a:rect l="l" t="t" r="r" b="b"/>
              <a:pathLst>
                <a:path w="504" h="502" extrusionOk="0">
                  <a:moveTo>
                    <a:pt x="252" y="1"/>
                  </a:moveTo>
                  <a:cubicBezTo>
                    <a:pt x="116" y="1"/>
                    <a:pt x="1" y="107"/>
                    <a:pt x="1" y="252"/>
                  </a:cubicBezTo>
                  <a:cubicBezTo>
                    <a:pt x="1" y="388"/>
                    <a:pt x="116" y="501"/>
                    <a:pt x="252" y="501"/>
                  </a:cubicBezTo>
                  <a:cubicBezTo>
                    <a:pt x="388" y="501"/>
                    <a:pt x="503" y="388"/>
                    <a:pt x="503" y="252"/>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9"/>
            <p:cNvSpPr/>
            <p:nvPr/>
          </p:nvSpPr>
          <p:spPr>
            <a:xfrm>
              <a:off x="1043825" y="1473325"/>
              <a:ext cx="12375" cy="12550"/>
            </a:xfrm>
            <a:custGeom>
              <a:avLst/>
              <a:gdLst/>
              <a:ahLst/>
              <a:cxnLst/>
              <a:rect l="l" t="t" r="r" b="b"/>
              <a:pathLst>
                <a:path w="495" h="502" extrusionOk="0">
                  <a:moveTo>
                    <a:pt x="250" y="1"/>
                  </a:moveTo>
                  <a:cubicBezTo>
                    <a:pt x="107" y="1"/>
                    <a:pt x="0" y="107"/>
                    <a:pt x="0" y="252"/>
                  </a:cubicBezTo>
                  <a:cubicBezTo>
                    <a:pt x="0" y="388"/>
                    <a:pt x="107" y="501"/>
                    <a:pt x="250" y="501"/>
                  </a:cubicBezTo>
                  <a:cubicBezTo>
                    <a:pt x="388" y="501"/>
                    <a:pt x="494" y="388"/>
                    <a:pt x="494" y="252"/>
                  </a:cubicBezTo>
                  <a:cubicBezTo>
                    <a:pt x="494" y="107"/>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9"/>
            <p:cNvSpPr/>
            <p:nvPr/>
          </p:nvSpPr>
          <p:spPr>
            <a:xfrm>
              <a:off x="1135575" y="1473325"/>
              <a:ext cx="12575" cy="12550"/>
            </a:xfrm>
            <a:custGeom>
              <a:avLst/>
              <a:gdLst/>
              <a:ahLst/>
              <a:cxnLst/>
              <a:rect l="l" t="t" r="r" b="b"/>
              <a:pathLst>
                <a:path w="503" h="502" extrusionOk="0">
                  <a:moveTo>
                    <a:pt x="252" y="1"/>
                  </a:moveTo>
                  <a:cubicBezTo>
                    <a:pt x="116" y="1"/>
                    <a:pt x="0" y="107"/>
                    <a:pt x="0" y="252"/>
                  </a:cubicBezTo>
                  <a:cubicBezTo>
                    <a:pt x="0" y="388"/>
                    <a:pt x="116" y="501"/>
                    <a:pt x="252" y="501"/>
                  </a:cubicBezTo>
                  <a:cubicBezTo>
                    <a:pt x="387" y="501"/>
                    <a:pt x="503" y="388"/>
                    <a:pt x="503" y="252"/>
                  </a:cubicBezTo>
                  <a:cubicBezTo>
                    <a:pt x="503" y="107"/>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9"/>
            <p:cNvSpPr/>
            <p:nvPr/>
          </p:nvSpPr>
          <p:spPr>
            <a:xfrm>
              <a:off x="1227500" y="1473325"/>
              <a:ext cx="12400" cy="12550"/>
            </a:xfrm>
            <a:custGeom>
              <a:avLst/>
              <a:gdLst/>
              <a:ahLst/>
              <a:cxnLst/>
              <a:rect l="l" t="t" r="r" b="b"/>
              <a:pathLst>
                <a:path w="496" h="502" extrusionOk="0">
                  <a:moveTo>
                    <a:pt x="251" y="1"/>
                  </a:moveTo>
                  <a:cubicBezTo>
                    <a:pt x="109" y="1"/>
                    <a:pt x="0" y="107"/>
                    <a:pt x="0" y="252"/>
                  </a:cubicBezTo>
                  <a:cubicBezTo>
                    <a:pt x="0" y="388"/>
                    <a:pt x="109" y="501"/>
                    <a:pt x="251" y="501"/>
                  </a:cubicBezTo>
                  <a:cubicBezTo>
                    <a:pt x="387" y="501"/>
                    <a:pt x="496" y="388"/>
                    <a:pt x="496" y="252"/>
                  </a:cubicBezTo>
                  <a:cubicBezTo>
                    <a:pt x="496"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9"/>
            <p:cNvSpPr/>
            <p:nvPr/>
          </p:nvSpPr>
          <p:spPr>
            <a:xfrm>
              <a:off x="1319275" y="1473325"/>
              <a:ext cx="12550" cy="12550"/>
            </a:xfrm>
            <a:custGeom>
              <a:avLst/>
              <a:gdLst/>
              <a:ahLst/>
              <a:cxnLst/>
              <a:rect l="l" t="t" r="r" b="b"/>
              <a:pathLst>
                <a:path w="502" h="502" extrusionOk="0">
                  <a:moveTo>
                    <a:pt x="252" y="1"/>
                  </a:moveTo>
                  <a:cubicBezTo>
                    <a:pt x="114" y="1"/>
                    <a:pt x="1" y="107"/>
                    <a:pt x="1" y="252"/>
                  </a:cubicBezTo>
                  <a:cubicBezTo>
                    <a:pt x="1" y="388"/>
                    <a:pt x="114" y="501"/>
                    <a:pt x="252" y="501"/>
                  </a:cubicBezTo>
                  <a:cubicBezTo>
                    <a:pt x="388" y="501"/>
                    <a:pt x="501" y="388"/>
                    <a:pt x="501" y="252"/>
                  </a:cubicBezTo>
                  <a:cubicBezTo>
                    <a:pt x="501"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9"/>
            <p:cNvSpPr/>
            <p:nvPr/>
          </p:nvSpPr>
          <p:spPr>
            <a:xfrm>
              <a:off x="1411200" y="1473325"/>
              <a:ext cx="12425" cy="12550"/>
            </a:xfrm>
            <a:custGeom>
              <a:avLst/>
              <a:gdLst/>
              <a:ahLst/>
              <a:cxnLst/>
              <a:rect l="l" t="t" r="r" b="b"/>
              <a:pathLst>
                <a:path w="497" h="502" extrusionOk="0">
                  <a:moveTo>
                    <a:pt x="245" y="1"/>
                  </a:moveTo>
                  <a:cubicBezTo>
                    <a:pt x="109" y="1"/>
                    <a:pt x="1" y="107"/>
                    <a:pt x="1" y="252"/>
                  </a:cubicBezTo>
                  <a:cubicBezTo>
                    <a:pt x="1" y="388"/>
                    <a:pt x="109" y="501"/>
                    <a:pt x="245" y="501"/>
                  </a:cubicBezTo>
                  <a:cubicBezTo>
                    <a:pt x="388" y="501"/>
                    <a:pt x="496" y="388"/>
                    <a:pt x="496" y="252"/>
                  </a:cubicBezTo>
                  <a:cubicBezTo>
                    <a:pt x="496" y="107"/>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9"/>
            <p:cNvSpPr/>
            <p:nvPr/>
          </p:nvSpPr>
          <p:spPr>
            <a:xfrm>
              <a:off x="1503000" y="1473325"/>
              <a:ext cx="12525" cy="12550"/>
            </a:xfrm>
            <a:custGeom>
              <a:avLst/>
              <a:gdLst/>
              <a:ahLst/>
              <a:cxnLst/>
              <a:rect l="l" t="t" r="r" b="b"/>
              <a:pathLst>
                <a:path w="501" h="502" extrusionOk="0">
                  <a:moveTo>
                    <a:pt x="250" y="1"/>
                  </a:moveTo>
                  <a:cubicBezTo>
                    <a:pt x="114" y="1"/>
                    <a:pt x="0" y="107"/>
                    <a:pt x="0" y="252"/>
                  </a:cubicBezTo>
                  <a:cubicBezTo>
                    <a:pt x="0" y="388"/>
                    <a:pt x="114" y="501"/>
                    <a:pt x="250" y="501"/>
                  </a:cubicBezTo>
                  <a:cubicBezTo>
                    <a:pt x="387" y="501"/>
                    <a:pt x="501" y="388"/>
                    <a:pt x="501" y="252"/>
                  </a:cubicBezTo>
                  <a:cubicBezTo>
                    <a:pt x="501" y="107"/>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9"/>
            <p:cNvSpPr/>
            <p:nvPr/>
          </p:nvSpPr>
          <p:spPr>
            <a:xfrm>
              <a:off x="1594750" y="1473325"/>
              <a:ext cx="12575" cy="12550"/>
            </a:xfrm>
            <a:custGeom>
              <a:avLst/>
              <a:gdLst/>
              <a:ahLst/>
              <a:cxnLst/>
              <a:rect l="l" t="t" r="r" b="b"/>
              <a:pathLst>
                <a:path w="503" h="502" extrusionOk="0">
                  <a:moveTo>
                    <a:pt x="251" y="1"/>
                  </a:moveTo>
                  <a:cubicBezTo>
                    <a:pt x="115" y="1"/>
                    <a:pt x="0" y="107"/>
                    <a:pt x="0" y="252"/>
                  </a:cubicBezTo>
                  <a:cubicBezTo>
                    <a:pt x="0" y="388"/>
                    <a:pt x="115" y="501"/>
                    <a:pt x="251" y="501"/>
                  </a:cubicBezTo>
                  <a:cubicBezTo>
                    <a:pt x="394" y="501"/>
                    <a:pt x="503" y="388"/>
                    <a:pt x="503" y="252"/>
                  </a:cubicBezTo>
                  <a:cubicBezTo>
                    <a:pt x="503" y="107"/>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9"/>
            <p:cNvSpPr/>
            <p:nvPr/>
          </p:nvSpPr>
          <p:spPr>
            <a:xfrm>
              <a:off x="1686650" y="1473325"/>
              <a:ext cx="12600" cy="12550"/>
            </a:xfrm>
            <a:custGeom>
              <a:avLst/>
              <a:gdLst/>
              <a:ahLst/>
              <a:cxnLst/>
              <a:rect l="l" t="t" r="r" b="b"/>
              <a:pathLst>
                <a:path w="504" h="502" extrusionOk="0">
                  <a:moveTo>
                    <a:pt x="252" y="1"/>
                  </a:moveTo>
                  <a:cubicBezTo>
                    <a:pt x="116" y="1"/>
                    <a:pt x="1" y="107"/>
                    <a:pt x="1" y="252"/>
                  </a:cubicBezTo>
                  <a:cubicBezTo>
                    <a:pt x="1" y="388"/>
                    <a:pt x="116" y="501"/>
                    <a:pt x="252" y="501"/>
                  </a:cubicBezTo>
                  <a:cubicBezTo>
                    <a:pt x="388" y="501"/>
                    <a:pt x="503" y="388"/>
                    <a:pt x="503" y="252"/>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9"/>
            <p:cNvSpPr/>
            <p:nvPr/>
          </p:nvSpPr>
          <p:spPr>
            <a:xfrm>
              <a:off x="1778450" y="1473325"/>
              <a:ext cx="12550" cy="12550"/>
            </a:xfrm>
            <a:custGeom>
              <a:avLst/>
              <a:gdLst/>
              <a:ahLst/>
              <a:cxnLst/>
              <a:rect l="l" t="t" r="r" b="b"/>
              <a:pathLst>
                <a:path w="502" h="502" extrusionOk="0">
                  <a:moveTo>
                    <a:pt x="252" y="1"/>
                  </a:moveTo>
                  <a:cubicBezTo>
                    <a:pt x="114" y="1"/>
                    <a:pt x="1" y="107"/>
                    <a:pt x="1" y="252"/>
                  </a:cubicBezTo>
                  <a:cubicBezTo>
                    <a:pt x="1" y="388"/>
                    <a:pt x="114" y="501"/>
                    <a:pt x="252" y="501"/>
                  </a:cubicBezTo>
                  <a:cubicBezTo>
                    <a:pt x="388" y="501"/>
                    <a:pt x="501" y="388"/>
                    <a:pt x="501" y="252"/>
                  </a:cubicBezTo>
                  <a:cubicBezTo>
                    <a:pt x="501"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9"/>
            <p:cNvSpPr/>
            <p:nvPr/>
          </p:nvSpPr>
          <p:spPr>
            <a:xfrm>
              <a:off x="1870375" y="1473325"/>
              <a:ext cx="12400" cy="12550"/>
            </a:xfrm>
            <a:custGeom>
              <a:avLst/>
              <a:gdLst/>
              <a:ahLst/>
              <a:cxnLst/>
              <a:rect l="l" t="t" r="r" b="b"/>
              <a:pathLst>
                <a:path w="496" h="502" extrusionOk="0">
                  <a:moveTo>
                    <a:pt x="252" y="1"/>
                  </a:moveTo>
                  <a:cubicBezTo>
                    <a:pt x="109" y="1"/>
                    <a:pt x="0" y="107"/>
                    <a:pt x="0" y="252"/>
                  </a:cubicBezTo>
                  <a:cubicBezTo>
                    <a:pt x="0" y="388"/>
                    <a:pt x="109" y="501"/>
                    <a:pt x="252" y="501"/>
                  </a:cubicBezTo>
                  <a:cubicBezTo>
                    <a:pt x="387" y="501"/>
                    <a:pt x="496" y="388"/>
                    <a:pt x="496" y="252"/>
                  </a:cubicBezTo>
                  <a:cubicBezTo>
                    <a:pt x="496" y="107"/>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9"/>
            <p:cNvSpPr/>
            <p:nvPr/>
          </p:nvSpPr>
          <p:spPr>
            <a:xfrm>
              <a:off x="1962150" y="1473325"/>
              <a:ext cx="12550" cy="12550"/>
            </a:xfrm>
            <a:custGeom>
              <a:avLst/>
              <a:gdLst/>
              <a:ahLst/>
              <a:cxnLst/>
              <a:rect l="l" t="t" r="r" b="b"/>
              <a:pathLst>
                <a:path w="502" h="502" extrusionOk="0">
                  <a:moveTo>
                    <a:pt x="250" y="1"/>
                  </a:moveTo>
                  <a:cubicBezTo>
                    <a:pt x="114" y="1"/>
                    <a:pt x="1" y="107"/>
                    <a:pt x="1" y="252"/>
                  </a:cubicBezTo>
                  <a:cubicBezTo>
                    <a:pt x="1" y="388"/>
                    <a:pt x="114" y="501"/>
                    <a:pt x="250" y="501"/>
                  </a:cubicBezTo>
                  <a:cubicBezTo>
                    <a:pt x="388" y="501"/>
                    <a:pt x="502" y="388"/>
                    <a:pt x="502" y="252"/>
                  </a:cubicBezTo>
                  <a:cubicBezTo>
                    <a:pt x="502" y="107"/>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9"/>
            <p:cNvSpPr/>
            <p:nvPr/>
          </p:nvSpPr>
          <p:spPr>
            <a:xfrm>
              <a:off x="2054075" y="1473325"/>
              <a:ext cx="12425" cy="12550"/>
            </a:xfrm>
            <a:custGeom>
              <a:avLst/>
              <a:gdLst/>
              <a:ahLst/>
              <a:cxnLst/>
              <a:rect l="l" t="t" r="r" b="b"/>
              <a:pathLst>
                <a:path w="497" h="502" extrusionOk="0">
                  <a:moveTo>
                    <a:pt x="252" y="1"/>
                  </a:moveTo>
                  <a:cubicBezTo>
                    <a:pt x="109" y="1"/>
                    <a:pt x="1" y="107"/>
                    <a:pt x="1" y="252"/>
                  </a:cubicBezTo>
                  <a:cubicBezTo>
                    <a:pt x="1" y="388"/>
                    <a:pt x="109" y="501"/>
                    <a:pt x="252" y="501"/>
                  </a:cubicBezTo>
                  <a:cubicBezTo>
                    <a:pt x="388" y="501"/>
                    <a:pt x="496" y="388"/>
                    <a:pt x="496" y="252"/>
                  </a:cubicBezTo>
                  <a:cubicBezTo>
                    <a:pt x="496"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9"/>
            <p:cNvSpPr/>
            <p:nvPr/>
          </p:nvSpPr>
          <p:spPr>
            <a:xfrm>
              <a:off x="2145825" y="1473325"/>
              <a:ext cx="12600" cy="12550"/>
            </a:xfrm>
            <a:custGeom>
              <a:avLst/>
              <a:gdLst/>
              <a:ahLst/>
              <a:cxnLst/>
              <a:rect l="l" t="t" r="r" b="b"/>
              <a:pathLst>
                <a:path w="504" h="502" extrusionOk="0">
                  <a:moveTo>
                    <a:pt x="252" y="1"/>
                  </a:moveTo>
                  <a:cubicBezTo>
                    <a:pt x="116" y="1"/>
                    <a:pt x="1" y="107"/>
                    <a:pt x="1" y="252"/>
                  </a:cubicBezTo>
                  <a:cubicBezTo>
                    <a:pt x="1" y="388"/>
                    <a:pt x="116" y="501"/>
                    <a:pt x="252" y="501"/>
                  </a:cubicBezTo>
                  <a:cubicBezTo>
                    <a:pt x="388" y="501"/>
                    <a:pt x="503" y="388"/>
                    <a:pt x="503" y="252"/>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9"/>
            <p:cNvSpPr/>
            <p:nvPr/>
          </p:nvSpPr>
          <p:spPr>
            <a:xfrm>
              <a:off x="2237800" y="1473325"/>
              <a:ext cx="12350" cy="12550"/>
            </a:xfrm>
            <a:custGeom>
              <a:avLst/>
              <a:gdLst/>
              <a:ahLst/>
              <a:cxnLst/>
              <a:rect l="l" t="t" r="r" b="b"/>
              <a:pathLst>
                <a:path w="494" h="502" extrusionOk="0">
                  <a:moveTo>
                    <a:pt x="244" y="1"/>
                  </a:moveTo>
                  <a:cubicBezTo>
                    <a:pt x="107" y="1"/>
                    <a:pt x="0" y="107"/>
                    <a:pt x="0" y="252"/>
                  </a:cubicBezTo>
                  <a:cubicBezTo>
                    <a:pt x="0" y="388"/>
                    <a:pt x="107" y="501"/>
                    <a:pt x="244" y="501"/>
                  </a:cubicBezTo>
                  <a:cubicBezTo>
                    <a:pt x="387" y="501"/>
                    <a:pt x="494" y="388"/>
                    <a:pt x="494" y="252"/>
                  </a:cubicBezTo>
                  <a:cubicBezTo>
                    <a:pt x="494" y="107"/>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9"/>
            <p:cNvSpPr/>
            <p:nvPr/>
          </p:nvSpPr>
          <p:spPr>
            <a:xfrm>
              <a:off x="2329550" y="1473325"/>
              <a:ext cx="12575" cy="12550"/>
            </a:xfrm>
            <a:custGeom>
              <a:avLst/>
              <a:gdLst/>
              <a:ahLst/>
              <a:cxnLst/>
              <a:rect l="l" t="t" r="r" b="b"/>
              <a:pathLst>
                <a:path w="503" h="502" extrusionOk="0">
                  <a:moveTo>
                    <a:pt x="251" y="1"/>
                  </a:moveTo>
                  <a:cubicBezTo>
                    <a:pt x="115" y="1"/>
                    <a:pt x="0" y="107"/>
                    <a:pt x="0" y="252"/>
                  </a:cubicBezTo>
                  <a:cubicBezTo>
                    <a:pt x="0" y="388"/>
                    <a:pt x="115" y="501"/>
                    <a:pt x="251" y="501"/>
                  </a:cubicBezTo>
                  <a:cubicBezTo>
                    <a:pt x="387" y="501"/>
                    <a:pt x="502" y="388"/>
                    <a:pt x="502" y="252"/>
                  </a:cubicBezTo>
                  <a:cubicBezTo>
                    <a:pt x="502"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9"/>
            <p:cNvSpPr/>
            <p:nvPr/>
          </p:nvSpPr>
          <p:spPr>
            <a:xfrm>
              <a:off x="2421325" y="1473325"/>
              <a:ext cx="12550" cy="12550"/>
            </a:xfrm>
            <a:custGeom>
              <a:avLst/>
              <a:gdLst/>
              <a:ahLst/>
              <a:cxnLst/>
              <a:rect l="l" t="t" r="r" b="b"/>
              <a:pathLst>
                <a:path w="502" h="502" extrusionOk="0">
                  <a:moveTo>
                    <a:pt x="250" y="1"/>
                  </a:moveTo>
                  <a:cubicBezTo>
                    <a:pt x="114" y="1"/>
                    <a:pt x="1" y="107"/>
                    <a:pt x="1" y="252"/>
                  </a:cubicBezTo>
                  <a:cubicBezTo>
                    <a:pt x="1" y="388"/>
                    <a:pt x="114" y="501"/>
                    <a:pt x="250" y="501"/>
                  </a:cubicBezTo>
                  <a:cubicBezTo>
                    <a:pt x="395" y="501"/>
                    <a:pt x="501" y="388"/>
                    <a:pt x="501" y="252"/>
                  </a:cubicBezTo>
                  <a:cubicBezTo>
                    <a:pt x="501" y="107"/>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9"/>
            <p:cNvSpPr/>
            <p:nvPr/>
          </p:nvSpPr>
          <p:spPr>
            <a:xfrm>
              <a:off x="2513250" y="1473325"/>
              <a:ext cx="12575" cy="12550"/>
            </a:xfrm>
            <a:custGeom>
              <a:avLst/>
              <a:gdLst/>
              <a:ahLst/>
              <a:cxnLst/>
              <a:rect l="l" t="t" r="r" b="b"/>
              <a:pathLst>
                <a:path w="503" h="502" extrusionOk="0">
                  <a:moveTo>
                    <a:pt x="252" y="1"/>
                  </a:moveTo>
                  <a:cubicBezTo>
                    <a:pt x="109" y="1"/>
                    <a:pt x="0" y="107"/>
                    <a:pt x="0" y="252"/>
                  </a:cubicBezTo>
                  <a:cubicBezTo>
                    <a:pt x="0" y="388"/>
                    <a:pt x="109" y="501"/>
                    <a:pt x="252" y="501"/>
                  </a:cubicBezTo>
                  <a:cubicBezTo>
                    <a:pt x="388" y="501"/>
                    <a:pt x="503" y="388"/>
                    <a:pt x="503" y="252"/>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9"/>
            <p:cNvSpPr/>
            <p:nvPr/>
          </p:nvSpPr>
          <p:spPr>
            <a:xfrm>
              <a:off x="2605000" y="1473325"/>
              <a:ext cx="12575" cy="12550"/>
            </a:xfrm>
            <a:custGeom>
              <a:avLst/>
              <a:gdLst/>
              <a:ahLst/>
              <a:cxnLst/>
              <a:rect l="l" t="t" r="r" b="b"/>
              <a:pathLst>
                <a:path w="503" h="502" extrusionOk="0">
                  <a:moveTo>
                    <a:pt x="252" y="1"/>
                  </a:moveTo>
                  <a:cubicBezTo>
                    <a:pt x="116" y="1"/>
                    <a:pt x="0" y="107"/>
                    <a:pt x="0" y="252"/>
                  </a:cubicBezTo>
                  <a:cubicBezTo>
                    <a:pt x="0" y="388"/>
                    <a:pt x="116" y="501"/>
                    <a:pt x="252" y="501"/>
                  </a:cubicBezTo>
                  <a:cubicBezTo>
                    <a:pt x="387" y="501"/>
                    <a:pt x="503" y="388"/>
                    <a:pt x="503" y="252"/>
                  </a:cubicBezTo>
                  <a:cubicBezTo>
                    <a:pt x="503" y="107"/>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9"/>
            <p:cNvSpPr/>
            <p:nvPr/>
          </p:nvSpPr>
          <p:spPr>
            <a:xfrm>
              <a:off x="2696950" y="1473325"/>
              <a:ext cx="12375" cy="12550"/>
            </a:xfrm>
            <a:custGeom>
              <a:avLst/>
              <a:gdLst/>
              <a:ahLst/>
              <a:cxnLst/>
              <a:rect l="l" t="t" r="r" b="b"/>
              <a:pathLst>
                <a:path w="495" h="502" extrusionOk="0">
                  <a:moveTo>
                    <a:pt x="252" y="1"/>
                  </a:moveTo>
                  <a:cubicBezTo>
                    <a:pt x="108" y="1"/>
                    <a:pt x="1" y="107"/>
                    <a:pt x="1" y="252"/>
                  </a:cubicBezTo>
                  <a:cubicBezTo>
                    <a:pt x="1" y="388"/>
                    <a:pt x="108" y="501"/>
                    <a:pt x="252" y="501"/>
                  </a:cubicBezTo>
                  <a:cubicBezTo>
                    <a:pt x="388" y="501"/>
                    <a:pt x="495" y="388"/>
                    <a:pt x="495" y="252"/>
                  </a:cubicBezTo>
                  <a:cubicBezTo>
                    <a:pt x="495"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9"/>
            <p:cNvSpPr/>
            <p:nvPr/>
          </p:nvSpPr>
          <p:spPr>
            <a:xfrm>
              <a:off x="2788700" y="1473325"/>
              <a:ext cx="12600" cy="12550"/>
            </a:xfrm>
            <a:custGeom>
              <a:avLst/>
              <a:gdLst/>
              <a:ahLst/>
              <a:cxnLst/>
              <a:rect l="l" t="t" r="r" b="b"/>
              <a:pathLst>
                <a:path w="504" h="502" extrusionOk="0">
                  <a:moveTo>
                    <a:pt x="252" y="1"/>
                  </a:moveTo>
                  <a:cubicBezTo>
                    <a:pt x="116" y="1"/>
                    <a:pt x="1" y="107"/>
                    <a:pt x="1" y="252"/>
                  </a:cubicBezTo>
                  <a:cubicBezTo>
                    <a:pt x="1" y="388"/>
                    <a:pt x="116" y="501"/>
                    <a:pt x="252" y="501"/>
                  </a:cubicBezTo>
                  <a:cubicBezTo>
                    <a:pt x="388" y="501"/>
                    <a:pt x="503" y="388"/>
                    <a:pt x="503" y="252"/>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9"/>
            <p:cNvSpPr/>
            <p:nvPr/>
          </p:nvSpPr>
          <p:spPr>
            <a:xfrm>
              <a:off x="2880675" y="1473325"/>
              <a:ext cx="12375" cy="12550"/>
            </a:xfrm>
            <a:custGeom>
              <a:avLst/>
              <a:gdLst/>
              <a:ahLst/>
              <a:cxnLst/>
              <a:rect l="l" t="t" r="r" b="b"/>
              <a:pathLst>
                <a:path w="495" h="502" extrusionOk="0">
                  <a:moveTo>
                    <a:pt x="243" y="1"/>
                  </a:moveTo>
                  <a:cubicBezTo>
                    <a:pt x="107" y="1"/>
                    <a:pt x="0" y="107"/>
                    <a:pt x="0" y="252"/>
                  </a:cubicBezTo>
                  <a:cubicBezTo>
                    <a:pt x="0" y="388"/>
                    <a:pt x="107" y="501"/>
                    <a:pt x="243" y="501"/>
                  </a:cubicBezTo>
                  <a:cubicBezTo>
                    <a:pt x="387" y="501"/>
                    <a:pt x="494" y="388"/>
                    <a:pt x="494" y="252"/>
                  </a:cubicBezTo>
                  <a:cubicBezTo>
                    <a:pt x="494" y="107"/>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9"/>
            <p:cNvSpPr/>
            <p:nvPr/>
          </p:nvSpPr>
          <p:spPr>
            <a:xfrm>
              <a:off x="2972425" y="1473325"/>
              <a:ext cx="12575" cy="12550"/>
            </a:xfrm>
            <a:custGeom>
              <a:avLst/>
              <a:gdLst/>
              <a:ahLst/>
              <a:cxnLst/>
              <a:rect l="l" t="t" r="r" b="b"/>
              <a:pathLst>
                <a:path w="503" h="502" extrusionOk="0">
                  <a:moveTo>
                    <a:pt x="251" y="1"/>
                  </a:moveTo>
                  <a:cubicBezTo>
                    <a:pt x="115" y="1"/>
                    <a:pt x="0" y="107"/>
                    <a:pt x="0" y="252"/>
                  </a:cubicBezTo>
                  <a:cubicBezTo>
                    <a:pt x="0" y="388"/>
                    <a:pt x="115" y="501"/>
                    <a:pt x="251" y="501"/>
                  </a:cubicBezTo>
                  <a:cubicBezTo>
                    <a:pt x="387" y="501"/>
                    <a:pt x="503" y="388"/>
                    <a:pt x="503" y="252"/>
                  </a:cubicBezTo>
                  <a:cubicBezTo>
                    <a:pt x="503"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9"/>
            <p:cNvSpPr/>
            <p:nvPr/>
          </p:nvSpPr>
          <p:spPr>
            <a:xfrm>
              <a:off x="3064375" y="1473325"/>
              <a:ext cx="12375" cy="12550"/>
            </a:xfrm>
            <a:custGeom>
              <a:avLst/>
              <a:gdLst/>
              <a:ahLst/>
              <a:cxnLst/>
              <a:rect l="l" t="t" r="r" b="b"/>
              <a:pathLst>
                <a:path w="495" h="502" extrusionOk="0">
                  <a:moveTo>
                    <a:pt x="243" y="1"/>
                  </a:moveTo>
                  <a:cubicBezTo>
                    <a:pt x="107" y="1"/>
                    <a:pt x="1" y="107"/>
                    <a:pt x="1" y="252"/>
                  </a:cubicBezTo>
                  <a:cubicBezTo>
                    <a:pt x="1" y="388"/>
                    <a:pt x="107" y="501"/>
                    <a:pt x="243" y="501"/>
                  </a:cubicBezTo>
                  <a:cubicBezTo>
                    <a:pt x="388" y="501"/>
                    <a:pt x="495" y="388"/>
                    <a:pt x="495" y="252"/>
                  </a:cubicBezTo>
                  <a:cubicBezTo>
                    <a:pt x="495" y="107"/>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9"/>
            <p:cNvSpPr/>
            <p:nvPr/>
          </p:nvSpPr>
          <p:spPr>
            <a:xfrm>
              <a:off x="3156125" y="1473325"/>
              <a:ext cx="12600" cy="12550"/>
            </a:xfrm>
            <a:custGeom>
              <a:avLst/>
              <a:gdLst/>
              <a:ahLst/>
              <a:cxnLst/>
              <a:rect l="l" t="t" r="r" b="b"/>
              <a:pathLst>
                <a:path w="504" h="502" extrusionOk="0">
                  <a:moveTo>
                    <a:pt x="252" y="1"/>
                  </a:moveTo>
                  <a:cubicBezTo>
                    <a:pt x="116" y="1"/>
                    <a:pt x="1" y="107"/>
                    <a:pt x="1" y="252"/>
                  </a:cubicBezTo>
                  <a:cubicBezTo>
                    <a:pt x="1" y="388"/>
                    <a:pt x="116" y="501"/>
                    <a:pt x="252" y="501"/>
                  </a:cubicBezTo>
                  <a:cubicBezTo>
                    <a:pt x="388" y="501"/>
                    <a:pt x="503" y="388"/>
                    <a:pt x="503" y="252"/>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9"/>
            <p:cNvSpPr/>
            <p:nvPr/>
          </p:nvSpPr>
          <p:spPr>
            <a:xfrm>
              <a:off x="3247875" y="1473325"/>
              <a:ext cx="12575" cy="12550"/>
            </a:xfrm>
            <a:custGeom>
              <a:avLst/>
              <a:gdLst/>
              <a:ahLst/>
              <a:cxnLst/>
              <a:rect l="l" t="t" r="r" b="b"/>
              <a:pathLst>
                <a:path w="503" h="502" extrusionOk="0">
                  <a:moveTo>
                    <a:pt x="252" y="1"/>
                  </a:moveTo>
                  <a:cubicBezTo>
                    <a:pt x="116" y="1"/>
                    <a:pt x="1" y="107"/>
                    <a:pt x="1" y="252"/>
                  </a:cubicBezTo>
                  <a:cubicBezTo>
                    <a:pt x="1" y="388"/>
                    <a:pt x="116" y="501"/>
                    <a:pt x="252" y="501"/>
                  </a:cubicBezTo>
                  <a:cubicBezTo>
                    <a:pt x="388" y="501"/>
                    <a:pt x="503" y="388"/>
                    <a:pt x="503" y="252"/>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9"/>
            <p:cNvSpPr/>
            <p:nvPr/>
          </p:nvSpPr>
          <p:spPr>
            <a:xfrm>
              <a:off x="3339850" y="1473325"/>
              <a:ext cx="12525" cy="12550"/>
            </a:xfrm>
            <a:custGeom>
              <a:avLst/>
              <a:gdLst/>
              <a:ahLst/>
              <a:cxnLst/>
              <a:rect l="l" t="t" r="r" b="b"/>
              <a:pathLst>
                <a:path w="501" h="502" extrusionOk="0">
                  <a:moveTo>
                    <a:pt x="251" y="1"/>
                  </a:moveTo>
                  <a:cubicBezTo>
                    <a:pt x="107" y="1"/>
                    <a:pt x="0" y="107"/>
                    <a:pt x="0" y="252"/>
                  </a:cubicBezTo>
                  <a:cubicBezTo>
                    <a:pt x="0" y="388"/>
                    <a:pt x="107" y="501"/>
                    <a:pt x="251" y="501"/>
                  </a:cubicBezTo>
                  <a:cubicBezTo>
                    <a:pt x="387" y="501"/>
                    <a:pt x="501" y="388"/>
                    <a:pt x="501" y="252"/>
                  </a:cubicBezTo>
                  <a:cubicBezTo>
                    <a:pt x="501"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9"/>
            <p:cNvSpPr/>
            <p:nvPr/>
          </p:nvSpPr>
          <p:spPr>
            <a:xfrm>
              <a:off x="3431575" y="1473325"/>
              <a:ext cx="12600" cy="12550"/>
            </a:xfrm>
            <a:custGeom>
              <a:avLst/>
              <a:gdLst/>
              <a:ahLst/>
              <a:cxnLst/>
              <a:rect l="l" t="t" r="r" b="b"/>
              <a:pathLst>
                <a:path w="504" h="502" extrusionOk="0">
                  <a:moveTo>
                    <a:pt x="252" y="1"/>
                  </a:moveTo>
                  <a:cubicBezTo>
                    <a:pt x="116" y="1"/>
                    <a:pt x="1" y="107"/>
                    <a:pt x="1" y="252"/>
                  </a:cubicBezTo>
                  <a:cubicBezTo>
                    <a:pt x="1" y="388"/>
                    <a:pt x="116" y="501"/>
                    <a:pt x="252" y="501"/>
                  </a:cubicBezTo>
                  <a:cubicBezTo>
                    <a:pt x="388" y="501"/>
                    <a:pt x="503" y="388"/>
                    <a:pt x="503" y="252"/>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9"/>
            <p:cNvSpPr/>
            <p:nvPr/>
          </p:nvSpPr>
          <p:spPr>
            <a:xfrm>
              <a:off x="3523550" y="1473325"/>
              <a:ext cx="12375" cy="12550"/>
            </a:xfrm>
            <a:custGeom>
              <a:avLst/>
              <a:gdLst/>
              <a:ahLst/>
              <a:cxnLst/>
              <a:rect l="l" t="t" r="r" b="b"/>
              <a:pathLst>
                <a:path w="495" h="502" extrusionOk="0">
                  <a:moveTo>
                    <a:pt x="250" y="1"/>
                  </a:moveTo>
                  <a:cubicBezTo>
                    <a:pt x="107" y="1"/>
                    <a:pt x="0" y="107"/>
                    <a:pt x="0" y="252"/>
                  </a:cubicBezTo>
                  <a:cubicBezTo>
                    <a:pt x="0" y="388"/>
                    <a:pt x="107" y="501"/>
                    <a:pt x="250" y="501"/>
                  </a:cubicBezTo>
                  <a:cubicBezTo>
                    <a:pt x="388" y="501"/>
                    <a:pt x="494" y="388"/>
                    <a:pt x="494" y="252"/>
                  </a:cubicBezTo>
                  <a:cubicBezTo>
                    <a:pt x="494" y="107"/>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9"/>
            <p:cNvSpPr/>
            <p:nvPr/>
          </p:nvSpPr>
          <p:spPr>
            <a:xfrm>
              <a:off x="676400" y="15650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9"/>
            <p:cNvSpPr/>
            <p:nvPr/>
          </p:nvSpPr>
          <p:spPr>
            <a:xfrm>
              <a:off x="768325" y="1565075"/>
              <a:ext cx="12400" cy="12600"/>
            </a:xfrm>
            <a:custGeom>
              <a:avLst/>
              <a:gdLst/>
              <a:ahLst/>
              <a:cxnLst/>
              <a:rect l="l" t="t" r="r" b="b"/>
              <a:pathLst>
                <a:path w="496" h="504"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9"/>
            <p:cNvSpPr/>
            <p:nvPr/>
          </p:nvSpPr>
          <p:spPr>
            <a:xfrm>
              <a:off x="860125" y="1565075"/>
              <a:ext cx="12525" cy="12600"/>
            </a:xfrm>
            <a:custGeom>
              <a:avLst/>
              <a:gdLst/>
              <a:ahLst/>
              <a:cxnLst/>
              <a:rect l="l" t="t" r="r" b="b"/>
              <a:pathLst>
                <a:path w="501" h="504"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9"/>
            <p:cNvSpPr/>
            <p:nvPr/>
          </p:nvSpPr>
          <p:spPr>
            <a:xfrm>
              <a:off x="951850" y="15650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9"/>
            <p:cNvSpPr/>
            <p:nvPr/>
          </p:nvSpPr>
          <p:spPr>
            <a:xfrm>
              <a:off x="1043825" y="1565075"/>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9"/>
            <p:cNvSpPr/>
            <p:nvPr/>
          </p:nvSpPr>
          <p:spPr>
            <a:xfrm>
              <a:off x="1135575" y="1565075"/>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9"/>
            <p:cNvSpPr/>
            <p:nvPr/>
          </p:nvSpPr>
          <p:spPr>
            <a:xfrm>
              <a:off x="1227500" y="1565075"/>
              <a:ext cx="12400" cy="12600"/>
            </a:xfrm>
            <a:custGeom>
              <a:avLst/>
              <a:gdLst/>
              <a:ahLst/>
              <a:cxnLst/>
              <a:rect l="l" t="t" r="r" b="b"/>
              <a:pathLst>
                <a:path w="496" h="504"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9"/>
            <p:cNvSpPr/>
            <p:nvPr/>
          </p:nvSpPr>
          <p:spPr>
            <a:xfrm>
              <a:off x="1319275" y="1565075"/>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9"/>
            <p:cNvSpPr/>
            <p:nvPr/>
          </p:nvSpPr>
          <p:spPr>
            <a:xfrm>
              <a:off x="1411200" y="1565075"/>
              <a:ext cx="12425" cy="12600"/>
            </a:xfrm>
            <a:custGeom>
              <a:avLst/>
              <a:gdLst/>
              <a:ahLst/>
              <a:cxnLst/>
              <a:rect l="l" t="t" r="r" b="b"/>
              <a:pathLst>
                <a:path w="497" h="504"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9"/>
            <p:cNvSpPr/>
            <p:nvPr/>
          </p:nvSpPr>
          <p:spPr>
            <a:xfrm>
              <a:off x="1503000" y="1565075"/>
              <a:ext cx="12525" cy="12600"/>
            </a:xfrm>
            <a:custGeom>
              <a:avLst/>
              <a:gdLst/>
              <a:ahLst/>
              <a:cxnLst/>
              <a:rect l="l" t="t" r="r" b="b"/>
              <a:pathLst>
                <a:path w="501" h="504"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9"/>
            <p:cNvSpPr/>
            <p:nvPr/>
          </p:nvSpPr>
          <p:spPr>
            <a:xfrm>
              <a:off x="1594750" y="1565075"/>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9"/>
            <p:cNvSpPr/>
            <p:nvPr/>
          </p:nvSpPr>
          <p:spPr>
            <a:xfrm>
              <a:off x="1686650" y="15650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9"/>
            <p:cNvSpPr/>
            <p:nvPr/>
          </p:nvSpPr>
          <p:spPr>
            <a:xfrm>
              <a:off x="1778450" y="1565075"/>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9"/>
            <p:cNvSpPr/>
            <p:nvPr/>
          </p:nvSpPr>
          <p:spPr>
            <a:xfrm>
              <a:off x="1870375" y="1565075"/>
              <a:ext cx="12400" cy="12600"/>
            </a:xfrm>
            <a:custGeom>
              <a:avLst/>
              <a:gdLst/>
              <a:ahLst/>
              <a:cxnLst/>
              <a:rect l="l" t="t" r="r" b="b"/>
              <a:pathLst>
                <a:path w="496" h="504"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9"/>
            <p:cNvSpPr/>
            <p:nvPr/>
          </p:nvSpPr>
          <p:spPr>
            <a:xfrm>
              <a:off x="1962150" y="1565075"/>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9"/>
            <p:cNvSpPr/>
            <p:nvPr/>
          </p:nvSpPr>
          <p:spPr>
            <a:xfrm>
              <a:off x="2054075" y="1565075"/>
              <a:ext cx="12425" cy="12600"/>
            </a:xfrm>
            <a:custGeom>
              <a:avLst/>
              <a:gdLst/>
              <a:ahLst/>
              <a:cxnLst/>
              <a:rect l="l" t="t" r="r" b="b"/>
              <a:pathLst>
                <a:path w="497" h="504"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9"/>
            <p:cNvSpPr/>
            <p:nvPr/>
          </p:nvSpPr>
          <p:spPr>
            <a:xfrm>
              <a:off x="2145825" y="15650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9"/>
            <p:cNvSpPr/>
            <p:nvPr/>
          </p:nvSpPr>
          <p:spPr>
            <a:xfrm>
              <a:off x="2237800" y="1565075"/>
              <a:ext cx="12350" cy="12600"/>
            </a:xfrm>
            <a:custGeom>
              <a:avLst/>
              <a:gdLst/>
              <a:ahLst/>
              <a:cxnLst/>
              <a:rect l="l" t="t" r="r" b="b"/>
              <a:pathLst>
                <a:path w="494" h="504"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9"/>
            <p:cNvSpPr/>
            <p:nvPr/>
          </p:nvSpPr>
          <p:spPr>
            <a:xfrm>
              <a:off x="2329550" y="1565075"/>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9"/>
            <p:cNvSpPr/>
            <p:nvPr/>
          </p:nvSpPr>
          <p:spPr>
            <a:xfrm>
              <a:off x="2421325" y="1565075"/>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9"/>
            <p:cNvSpPr/>
            <p:nvPr/>
          </p:nvSpPr>
          <p:spPr>
            <a:xfrm>
              <a:off x="2513250" y="1565075"/>
              <a:ext cx="12575" cy="12600"/>
            </a:xfrm>
            <a:custGeom>
              <a:avLst/>
              <a:gdLst/>
              <a:ahLst/>
              <a:cxnLst/>
              <a:rect l="l" t="t" r="r" b="b"/>
              <a:pathLst>
                <a:path w="503" h="504"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9"/>
            <p:cNvSpPr/>
            <p:nvPr/>
          </p:nvSpPr>
          <p:spPr>
            <a:xfrm>
              <a:off x="2605000" y="1565075"/>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9"/>
            <p:cNvSpPr/>
            <p:nvPr/>
          </p:nvSpPr>
          <p:spPr>
            <a:xfrm>
              <a:off x="2696950" y="1565075"/>
              <a:ext cx="12375" cy="12600"/>
            </a:xfrm>
            <a:custGeom>
              <a:avLst/>
              <a:gdLst/>
              <a:ahLst/>
              <a:cxnLst/>
              <a:rect l="l" t="t" r="r" b="b"/>
              <a:pathLst>
                <a:path w="495" h="504"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9"/>
            <p:cNvSpPr/>
            <p:nvPr/>
          </p:nvSpPr>
          <p:spPr>
            <a:xfrm>
              <a:off x="2788700" y="15650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9"/>
            <p:cNvSpPr/>
            <p:nvPr/>
          </p:nvSpPr>
          <p:spPr>
            <a:xfrm>
              <a:off x="2880675" y="1565075"/>
              <a:ext cx="12375" cy="12600"/>
            </a:xfrm>
            <a:custGeom>
              <a:avLst/>
              <a:gdLst/>
              <a:ahLst/>
              <a:cxnLst/>
              <a:rect l="l" t="t" r="r" b="b"/>
              <a:pathLst>
                <a:path w="495" h="504"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9"/>
            <p:cNvSpPr/>
            <p:nvPr/>
          </p:nvSpPr>
          <p:spPr>
            <a:xfrm>
              <a:off x="2972425" y="1565075"/>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9"/>
            <p:cNvSpPr/>
            <p:nvPr/>
          </p:nvSpPr>
          <p:spPr>
            <a:xfrm>
              <a:off x="3064375" y="1565075"/>
              <a:ext cx="12375" cy="12600"/>
            </a:xfrm>
            <a:custGeom>
              <a:avLst/>
              <a:gdLst/>
              <a:ahLst/>
              <a:cxnLst/>
              <a:rect l="l" t="t" r="r" b="b"/>
              <a:pathLst>
                <a:path w="495" h="504"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9"/>
            <p:cNvSpPr/>
            <p:nvPr/>
          </p:nvSpPr>
          <p:spPr>
            <a:xfrm>
              <a:off x="3156125" y="15650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9"/>
            <p:cNvSpPr/>
            <p:nvPr/>
          </p:nvSpPr>
          <p:spPr>
            <a:xfrm>
              <a:off x="3247875" y="1565075"/>
              <a:ext cx="12575" cy="12600"/>
            </a:xfrm>
            <a:custGeom>
              <a:avLst/>
              <a:gdLst/>
              <a:ahLst/>
              <a:cxnLst/>
              <a:rect l="l" t="t" r="r" b="b"/>
              <a:pathLst>
                <a:path w="503"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9"/>
            <p:cNvSpPr/>
            <p:nvPr/>
          </p:nvSpPr>
          <p:spPr>
            <a:xfrm>
              <a:off x="3339850" y="1565075"/>
              <a:ext cx="12525" cy="12600"/>
            </a:xfrm>
            <a:custGeom>
              <a:avLst/>
              <a:gdLst/>
              <a:ahLst/>
              <a:cxnLst/>
              <a:rect l="l" t="t" r="r" b="b"/>
              <a:pathLst>
                <a:path w="501" h="504"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9"/>
            <p:cNvSpPr/>
            <p:nvPr/>
          </p:nvSpPr>
          <p:spPr>
            <a:xfrm>
              <a:off x="3431575" y="15650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9"/>
            <p:cNvSpPr/>
            <p:nvPr/>
          </p:nvSpPr>
          <p:spPr>
            <a:xfrm>
              <a:off x="3523550" y="1565075"/>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9"/>
            <p:cNvSpPr/>
            <p:nvPr/>
          </p:nvSpPr>
          <p:spPr>
            <a:xfrm>
              <a:off x="676400" y="1657050"/>
              <a:ext cx="12600" cy="12375"/>
            </a:xfrm>
            <a:custGeom>
              <a:avLst/>
              <a:gdLst/>
              <a:ahLst/>
              <a:cxnLst/>
              <a:rect l="l" t="t" r="r" b="b"/>
              <a:pathLst>
                <a:path w="504" h="495" extrusionOk="0">
                  <a:moveTo>
                    <a:pt x="252" y="0"/>
                  </a:moveTo>
                  <a:cubicBezTo>
                    <a:pt x="116" y="0"/>
                    <a:pt x="1" y="107"/>
                    <a:pt x="1" y="250"/>
                  </a:cubicBezTo>
                  <a:cubicBezTo>
                    <a:pt x="1" y="387"/>
                    <a:pt x="116" y="494"/>
                    <a:pt x="252" y="494"/>
                  </a:cubicBezTo>
                  <a:cubicBezTo>
                    <a:pt x="388" y="494"/>
                    <a:pt x="503" y="387"/>
                    <a:pt x="503" y="250"/>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9"/>
            <p:cNvSpPr/>
            <p:nvPr/>
          </p:nvSpPr>
          <p:spPr>
            <a:xfrm>
              <a:off x="768325" y="1657050"/>
              <a:ext cx="12400" cy="12375"/>
            </a:xfrm>
            <a:custGeom>
              <a:avLst/>
              <a:gdLst/>
              <a:ahLst/>
              <a:cxnLst/>
              <a:rect l="l" t="t" r="r" b="b"/>
              <a:pathLst>
                <a:path w="496" h="495" extrusionOk="0">
                  <a:moveTo>
                    <a:pt x="245" y="0"/>
                  </a:moveTo>
                  <a:cubicBezTo>
                    <a:pt x="109" y="0"/>
                    <a:pt x="0" y="107"/>
                    <a:pt x="0" y="250"/>
                  </a:cubicBezTo>
                  <a:cubicBezTo>
                    <a:pt x="0" y="387"/>
                    <a:pt x="109" y="494"/>
                    <a:pt x="245" y="494"/>
                  </a:cubicBezTo>
                  <a:cubicBezTo>
                    <a:pt x="388" y="494"/>
                    <a:pt x="496" y="387"/>
                    <a:pt x="496" y="250"/>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9"/>
            <p:cNvSpPr/>
            <p:nvPr/>
          </p:nvSpPr>
          <p:spPr>
            <a:xfrm>
              <a:off x="860125" y="1657050"/>
              <a:ext cx="12525" cy="12375"/>
            </a:xfrm>
            <a:custGeom>
              <a:avLst/>
              <a:gdLst/>
              <a:ahLst/>
              <a:cxnLst/>
              <a:rect l="l" t="t" r="r" b="b"/>
              <a:pathLst>
                <a:path w="501" h="495" extrusionOk="0">
                  <a:moveTo>
                    <a:pt x="251" y="0"/>
                  </a:moveTo>
                  <a:cubicBezTo>
                    <a:pt x="114" y="0"/>
                    <a:pt x="0" y="107"/>
                    <a:pt x="0" y="250"/>
                  </a:cubicBezTo>
                  <a:cubicBezTo>
                    <a:pt x="0" y="387"/>
                    <a:pt x="114" y="494"/>
                    <a:pt x="251" y="494"/>
                  </a:cubicBezTo>
                  <a:cubicBezTo>
                    <a:pt x="387" y="494"/>
                    <a:pt x="501" y="387"/>
                    <a:pt x="501" y="250"/>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9"/>
            <p:cNvSpPr/>
            <p:nvPr/>
          </p:nvSpPr>
          <p:spPr>
            <a:xfrm>
              <a:off x="951850" y="1657050"/>
              <a:ext cx="12600" cy="12375"/>
            </a:xfrm>
            <a:custGeom>
              <a:avLst/>
              <a:gdLst/>
              <a:ahLst/>
              <a:cxnLst/>
              <a:rect l="l" t="t" r="r" b="b"/>
              <a:pathLst>
                <a:path w="504" h="495" extrusionOk="0">
                  <a:moveTo>
                    <a:pt x="252" y="0"/>
                  </a:moveTo>
                  <a:cubicBezTo>
                    <a:pt x="116" y="0"/>
                    <a:pt x="1" y="107"/>
                    <a:pt x="1" y="250"/>
                  </a:cubicBezTo>
                  <a:cubicBezTo>
                    <a:pt x="1" y="387"/>
                    <a:pt x="116" y="494"/>
                    <a:pt x="252" y="494"/>
                  </a:cubicBezTo>
                  <a:cubicBezTo>
                    <a:pt x="388" y="494"/>
                    <a:pt x="503" y="387"/>
                    <a:pt x="503" y="250"/>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9"/>
            <p:cNvSpPr/>
            <p:nvPr/>
          </p:nvSpPr>
          <p:spPr>
            <a:xfrm>
              <a:off x="1043825" y="1657050"/>
              <a:ext cx="12375" cy="12375"/>
            </a:xfrm>
            <a:custGeom>
              <a:avLst/>
              <a:gdLst/>
              <a:ahLst/>
              <a:cxnLst/>
              <a:rect l="l" t="t" r="r" b="b"/>
              <a:pathLst>
                <a:path w="495" h="495" extrusionOk="0">
                  <a:moveTo>
                    <a:pt x="250" y="0"/>
                  </a:moveTo>
                  <a:cubicBezTo>
                    <a:pt x="107" y="0"/>
                    <a:pt x="0" y="107"/>
                    <a:pt x="0" y="250"/>
                  </a:cubicBezTo>
                  <a:cubicBezTo>
                    <a:pt x="0" y="387"/>
                    <a:pt x="107" y="494"/>
                    <a:pt x="250" y="494"/>
                  </a:cubicBezTo>
                  <a:cubicBezTo>
                    <a:pt x="388" y="494"/>
                    <a:pt x="494" y="387"/>
                    <a:pt x="494" y="250"/>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9"/>
            <p:cNvSpPr/>
            <p:nvPr/>
          </p:nvSpPr>
          <p:spPr>
            <a:xfrm>
              <a:off x="1135575" y="1657050"/>
              <a:ext cx="12575" cy="12375"/>
            </a:xfrm>
            <a:custGeom>
              <a:avLst/>
              <a:gdLst/>
              <a:ahLst/>
              <a:cxnLst/>
              <a:rect l="l" t="t" r="r" b="b"/>
              <a:pathLst>
                <a:path w="503" h="495" extrusionOk="0">
                  <a:moveTo>
                    <a:pt x="252" y="0"/>
                  </a:moveTo>
                  <a:cubicBezTo>
                    <a:pt x="116" y="0"/>
                    <a:pt x="0" y="107"/>
                    <a:pt x="0" y="250"/>
                  </a:cubicBezTo>
                  <a:cubicBezTo>
                    <a:pt x="0" y="387"/>
                    <a:pt x="116" y="494"/>
                    <a:pt x="252" y="494"/>
                  </a:cubicBezTo>
                  <a:cubicBezTo>
                    <a:pt x="387" y="494"/>
                    <a:pt x="503" y="387"/>
                    <a:pt x="503" y="250"/>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9"/>
            <p:cNvSpPr/>
            <p:nvPr/>
          </p:nvSpPr>
          <p:spPr>
            <a:xfrm>
              <a:off x="1227500" y="1657050"/>
              <a:ext cx="12400" cy="12375"/>
            </a:xfrm>
            <a:custGeom>
              <a:avLst/>
              <a:gdLst/>
              <a:ahLst/>
              <a:cxnLst/>
              <a:rect l="l" t="t" r="r" b="b"/>
              <a:pathLst>
                <a:path w="496" h="495" extrusionOk="0">
                  <a:moveTo>
                    <a:pt x="251" y="0"/>
                  </a:moveTo>
                  <a:cubicBezTo>
                    <a:pt x="109" y="0"/>
                    <a:pt x="0" y="107"/>
                    <a:pt x="0" y="250"/>
                  </a:cubicBezTo>
                  <a:cubicBezTo>
                    <a:pt x="0" y="387"/>
                    <a:pt x="109" y="494"/>
                    <a:pt x="251" y="494"/>
                  </a:cubicBezTo>
                  <a:cubicBezTo>
                    <a:pt x="387" y="494"/>
                    <a:pt x="496" y="387"/>
                    <a:pt x="496" y="250"/>
                  </a:cubicBezTo>
                  <a:cubicBezTo>
                    <a:pt x="496"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9"/>
            <p:cNvSpPr/>
            <p:nvPr/>
          </p:nvSpPr>
          <p:spPr>
            <a:xfrm>
              <a:off x="1319275" y="1657050"/>
              <a:ext cx="12550" cy="12375"/>
            </a:xfrm>
            <a:custGeom>
              <a:avLst/>
              <a:gdLst/>
              <a:ahLst/>
              <a:cxnLst/>
              <a:rect l="l" t="t" r="r" b="b"/>
              <a:pathLst>
                <a:path w="502" h="495" extrusionOk="0">
                  <a:moveTo>
                    <a:pt x="252" y="0"/>
                  </a:moveTo>
                  <a:cubicBezTo>
                    <a:pt x="114" y="0"/>
                    <a:pt x="1" y="107"/>
                    <a:pt x="1" y="250"/>
                  </a:cubicBezTo>
                  <a:cubicBezTo>
                    <a:pt x="1" y="387"/>
                    <a:pt x="114" y="494"/>
                    <a:pt x="252" y="494"/>
                  </a:cubicBezTo>
                  <a:cubicBezTo>
                    <a:pt x="388" y="494"/>
                    <a:pt x="501" y="387"/>
                    <a:pt x="501" y="250"/>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9"/>
            <p:cNvSpPr/>
            <p:nvPr/>
          </p:nvSpPr>
          <p:spPr>
            <a:xfrm>
              <a:off x="1411200" y="1657050"/>
              <a:ext cx="12425" cy="12375"/>
            </a:xfrm>
            <a:custGeom>
              <a:avLst/>
              <a:gdLst/>
              <a:ahLst/>
              <a:cxnLst/>
              <a:rect l="l" t="t" r="r" b="b"/>
              <a:pathLst>
                <a:path w="497" h="495" extrusionOk="0">
                  <a:moveTo>
                    <a:pt x="245" y="0"/>
                  </a:moveTo>
                  <a:cubicBezTo>
                    <a:pt x="109" y="0"/>
                    <a:pt x="1" y="107"/>
                    <a:pt x="1" y="250"/>
                  </a:cubicBezTo>
                  <a:cubicBezTo>
                    <a:pt x="1" y="387"/>
                    <a:pt x="109" y="494"/>
                    <a:pt x="245" y="494"/>
                  </a:cubicBezTo>
                  <a:cubicBezTo>
                    <a:pt x="388" y="494"/>
                    <a:pt x="496" y="387"/>
                    <a:pt x="496" y="250"/>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9"/>
            <p:cNvSpPr/>
            <p:nvPr/>
          </p:nvSpPr>
          <p:spPr>
            <a:xfrm>
              <a:off x="1503000" y="1657050"/>
              <a:ext cx="12525" cy="12375"/>
            </a:xfrm>
            <a:custGeom>
              <a:avLst/>
              <a:gdLst/>
              <a:ahLst/>
              <a:cxnLst/>
              <a:rect l="l" t="t" r="r" b="b"/>
              <a:pathLst>
                <a:path w="501" h="495" extrusionOk="0">
                  <a:moveTo>
                    <a:pt x="250" y="0"/>
                  </a:moveTo>
                  <a:cubicBezTo>
                    <a:pt x="114" y="0"/>
                    <a:pt x="0" y="107"/>
                    <a:pt x="0" y="250"/>
                  </a:cubicBezTo>
                  <a:cubicBezTo>
                    <a:pt x="0" y="387"/>
                    <a:pt x="114" y="494"/>
                    <a:pt x="250" y="494"/>
                  </a:cubicBezTo>
                  <a:cubicBezTo>
                    <a:pt x="387" y="494"/>
                    <a:pt x="501" y="387"/>
                    <a:pt x="501" y="250"/>
                  </a:cubicBezTo>
                  <a:cubicBezTo>
                    <a:pt x="501" y="107"/>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9"/>
            <p:cNvSpPr/>
            <p:nvPr/>
          </p:nvSpPr>
          <p:spPr>
            <a:xfrm>
              <a:off x="1594750" y="1657050"/>
              <a:ext cx="12575" cy="12375"/>
            </a:xfrm>
            <a:custGeom>
              <a:avLst/>
              <a:gdLst/>
              <a:ahLst/>
              <a:cxnLst/>
              <a:rect l="l" t="t" r="r" b="b"/>
              <a:pathLst>
                <a:path w="503" h="495" extrusionOk="0">
                  <a:moveTo>
                    <a:pt x="251" y="0"/>
                  </a:moveTo>
                  <a:cubicBezTo>
                    <a:pt x="115" y="0"/>
                    <a:pt x="0" y="107"/>
                    <a:pt x="0" y="250"/>
                  </a:cubicBezTo>
                  <a:cubicBezTo>
                    <a:pt x="0" y="387"/>
                    <a:pt x="115" y="494"/>
                    <a:pt x="251" y="494"/>
                  </a:cubicBezTo>
                  <a:cubicBezTo>
                    <a:pt x="394" y="494"/>
                    <a:pt x="503" y="387"/>
                    <a:pt x="503" y="250"/>
                  </a:cubicBezTo>
                  <a:cubicBezTo>
                    <a:pt x="503" y="107"/>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9"/>
            <p:cNvSpPr/>
            <p:nvPr/>
          </p:nvSpPr>
          <p:spPr>
            <a:xfrm>
              <a:off x="1686650" y="1657050"/>
              <a:ext cx="12600" cy="12375"/>
            </a:xfrm>
            <a:custGeom>
              <a:avLst/>
              <a:gdLst/>
              <a:ahLst/>
              <a:cxnLst/>
              <a:rect l="l" t="t" r="r" b="b"/>
              <a:pathLst>
                <a:path w="504" h="495" extrusionOk="0">
                  <a:moveTo>
                    <a:pt x="252" y="0"/>
                  </a:moveTo>
                  <a:cubicBezTo>
                    <a:pt x="116" y="0"/>
                    <a:pt x="1" y="107"/>
                    <a:pt x="1" y="250"/>
                  </a:cubicBezTo>
                  <a:cubicBezTo>
                    <a:pt x="1" y="387"/>
                    <a:pt x="116" y="494"/>
                    <a:pt x="252" y="494"/>
                  </a:cubicBezTo>
                  <a:cubicBezTo>
                    <a:pt x="388" y="494"/>
                    <a:pt x="503" y="387"/>
                    <a:pt x="503" y="250"/>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9"/>
            <p:cNvSpPr/>
            <p:nvPr/>
          </p:nvSpPr>
          <p:spPr>
            <a:xfrm>
              <a:off x="1778450" y="1657050"/>
              <a:ext cx="12550" cy="12375"/>
            </a:xfrm>
            <a:custGeom>
              <a:avLst/>
              <a:gdLst/>
              <a:ahLst/>
              <a:cxnLst/>
              <a:rect l="l" t="t" r="r" b="b"/>
              <a:pathLst>
                <a:path w="502" h="495" extrusionOk="0">
                  <a:moveTo>
                    <a:pt x="252" y="0"/>
                  </a:moveTo>
                  <a:cubicBezTo>
                    <a:pt x="114" y="0"/>
                    <a:pt x="1" y="107"/>
                    <a:pt x="1" y="250"/>
                  </a:cubicBezTo>
                  <a:cubicBezTo>
                    <a:pt x="1" y="387"/>
                    <a:pt x="114" y="494"/>
                    <a:pt x="252" y="494"/>
                  </a:cubicBezTo>
                  <a:cubicBezTo>
                    <a:pt x="388" y="494"/>
                    <a:pt x="501" y="387"/>
                    <a:pt x="501" y="250"/>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9"/>
            <p:cNvSpPr/>
            <p:nvPr/>
          </p:nvSpPr>
          <p:spPr>
            <a:xfrm>
              <a:off x="1870375" y="1657050"/>
              <a:ext cx="12400" cy="12375"/>
            </a:xfrm>
            <a:custGeom>
              <a:avLst/>
              <a:gdLst/>
              <a:ahLst/>
              <a:cxnLst/>
              <a:rect l="l" t="t" r="r" b="b"/>
              <a:pathLst>
                <a:path w="496" h="495" extrusionOk="0">
                  <a:moveTo>
                    <a:pt x="252" y="0"/>
                  </a:moveTo>
                  <a:cubicBezTo>
                    <a:pt x="109" y="0"/>
                    <a:pt x="0" y="107"/>
                    <a:pt x="0" y="250"/>
                  </a:cubicBezTo>
                  <a:cubicBezTo>
                    <a:pt x="0" y="387"/>
                    <a:pt x="109" y="494"/>
                    <a:pt x="252" y="494"/>
                  </a:cubicBezTo>
                  <a:cubicBezTo>
                    <a:pt x="387" y="494"/>
                    <a:pt x="496" y="387"/>
                    <a:pt x="496" y="250"/>
                  </a:cubicBezTo>
                  <a:cubicBezTo>
                    <a:pt x="496"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9"/>
            <p:cNvSpPr/>
            <p:nvPr/>
          </p:nvSpPr>
          <p:spPr>
            <a:xfrm>
              <a:off x="1962150" y="1657050"/>
              <a:ext cx="12550" cy="12375"/>
            </a:xfrm>
            <a:custGeom>
              <a:avLst/>
              <a:gdLst/>
              <a:ahLst/>
              <a:cxnLst/>
              <a:rect l="l" t="t" r="r" b="b"/>
              <a:pathLst>
                <a:path w="502" h="495" extrusionOk="0">
                  <a:moveTo>
                    <a:pt x="250" y="0"/>
                  </a:moveTo>
                  <a:cubicBezTo>
                    <a:pt x="114" y="0"/>
                    <a:pt x="1" y="107"/>
                    <a:pt x="1" y="250"/>
                  </a:cubicBezTo>
                  <a:cubicBezTo>
                    <a:pt x="1" y="387"/>
                    <a:pt x="114" y="494"/>
                    <a:pt x="250" y="494"/>
                  </a:cubicBezTo>
                  <a:cubicBezTo>
                    <a:pt x="388" y="494"/>
                    <a:pt x="502" y="387"/>
                    <a:pt x="502" y="250"/>
                  </a:cubicBezTo>
                  <a:cubicBezTo>
                    <a:pt x="502"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9"/>
            <p:cNvSpPr/>
            <p:nvPr/>
          </p:nvSpPr>
          <p:spPr>
            <a:xfrm>
              <a:off x="2054075" y="1657050"/>
              <a:ext cx="12425" cy="12375"/>
            </a:xfrm>
            <a:custGeom>
              <a:avLst/>
              <a:gdLst/>
              <a:ahLst/>
              <a:cxnLst/>
              <a:rect l="l" t="t" r="r" b="b"/>
              <a:pathLst>
                <a:path w="497" h="495" extrusionOk="0">
                  <a:moveTo>
                    <a:pt x="252" y="0"/>
                  </a:moveTo>
                  <a:cubicBezTo>
                    <a:pt x="109" y="0"/>
                    <a:pt x="1" y="107"/>
                    <a:pt x="1" y="250"/>
                  </a:cubicBezTo>
                  <a:cubicBezTo>
                    <a:pt x="1" y="387"/>
                    <a:pt x="109" y="494"/>
                    <a:pt x="252" y="494"/>
                  </a:cubicBezTo>
                  <a:cubicBezTo>
                    <a:pt x="388" y="494"/>
                    <a:pt x="496" y="387"/>
                    <a:pt x="496" y="250"/>
                  </a:cubicBezTo>
                  <a:cubicBezTo>
                    <a:pt x="496"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9"/>
            <p:cNvSpPr/>
            <p:nvPr/>
          </p:nvSpPr>
          <p:spPr>
            <a:xfrm>
              <a:off x="2145825" y="1657050"/>
              <a:ext cx="12600" cy="12375"/>
            </a:xfrm>
            <a:custGeom>
              <a:avLst/>
              <a:gdLst/>
              <a:ahLst/>
              <a:cxnLst/>
              <a:rect l="l" t="t" r="r" b="b"/>
              <a:pathLst>
                <a:path w="504" h="495" extrusionOk="0">
                  <a:moveTo>
                    <a:pt x="252" y="0"/>
                  </a:moveTo>
                  <a:cubicBezTo>
                    <a:pt x="116" y="0"/>
                    <a:pt x="1" y="107"/>
                    <a:pt x="1" y="250"/>
                  </a:cubicBezTo>
                  <a:cubicBezTo>
                    <a:pt x="1" y="387"/>
                    <a:pt x="116" y="494"/>
                    <a:pt x="252" y="494"/>
                  </a:cubicBezTo>
                  <a:cubicBezTo>
                    <a:pt x="388" y="494"/>
                    <a:pt x="503" y="387"/>
                    <a:pt x="503" y="250"/>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9"/>
            <p:cNvSpPr/>
            <p:nvPr/>
          </p:nvSpPr>
          <p:spPr>
            <a:xfrm>
              <a:off x="2237800" y="1657050"/>
              <a:ext cx="12350" cy="12375"/>
            </a:xfrm>
            <a:custGeom>
              <a:avLst/>
              <a:gdLst/>
              <a:ahLst/>
              <a:cxnLst/>
              <a:rect l="l" t="t" r="r" b="b"/>
              <a:pathLst>
                <a:path w="494" h="495" extrusionOk="0">
                  <a:moveTo>
                    <a:pt x="244" y="0"/>
                  </a:moveTo>
                  <a:cubicBezTo>
                    <a:pt x="107" y="0"/>
                    <a:pt x="0" y="107"/>
                    <a:pt x="0" y="250"/>
                  </a:cubicBezTo>
                  <a:cubicBezTo>
                    <a:pt x="0" y="387"/>
                    <a:pt x="107" y="494"/>
                    <a:pt x="244" y="494"/>
                  </a:cubicBezTo>
                  <a:cubicBezTo>
                    <a:pt x="387" y="494"/>
                    <a:pt x="494" y="387"/>
                    <a:pt x="494" y="250"/>
                  </a:cubicBezTo>
                  <a:cubicBezTo>
                    <a:pt x="494" y="107"/>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9"/>
            <p:cNvSpPr/>
            <p:nvPr/>
          </p:nvSpPr>
          <p:spPr>
            <a:xfrm>
              <a:off x="2329550" y="1657050"/>
              <a:ext cx="12575" cy="12375"/>
            </a:xfrm>
            <a:custGeom>
              <a:avLst/>
              <a:gdLst/>
              <a:ahLst/>
              <a:cxnLst/>
              <a:rect l="l" t="t" r="r" b="b"/>
              <a:pathLst>
                <a:path w="503" h="495" extrusionOk="0">
                  <a:moveTo>
                    <a:pt x="251" y="0"/>
                  </a:moveTo>
                  <a:cubicBezTo>
                    <a:pt x="115" y="0"/>
                    <a:pt x="0" y="107"/>
                    <a:pt x="0" y="250"/>
                  </a:cubicBezTo>
                  <a:cubicBezTo>
                    <a:pt x="0" y="387"/>
                    <a:pt x="115" y="494"/>
                    <a:pt x="251" y="494"/>
                  </a:cubicBezTo>
                  <a:cubicBezTo>
                    <a:pt x="387" y="494"/>
                    <a:pt x="502" y="387"/>
                    <a:pt x="502" y="250"/>
                  </a:cubicBezTo>
                  <a:cubicBezTo>
                    <a:pt x="502"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9"/>
            <p:cNvSpPr/>
            <p:nvPr/>
          </p:nvSpPr>
          <p:spPr>
            <a:xfrm>
              <a:off x="2421325" y="1657050"/>
              <a:ext cx="12550" cy="12375"/>
            </a:xfrm>
            <a:custGeom>
              <a:avLst/>
              <a:gdLst/>
              <a:ahLst/>
              <a:cxnLst/>
              <a:rect l="l" t="t" r="r" b="b"/>
              <a:pathLst>
                <a:path w="502" h="495" extrusionOk="0">
                  <a:moveTo>
                    <a:pt x="250" y="0"/>
                  </a:moveTo>
                  <a:cubicBezTo>
                    <a:pt x="114" y="0"/>
                    <a:pt x="1" y="107"/>
                    <a:pt x="1" y="250"/>
                  </a:cubicBezTo>
                  <a:cubicBezTo>
                    <a:pt x="1" y="387"/>
                    <a:pt x="114" y="494"/>
                    <a:pt x="250" y="494"/>
                  </a:cubicBezTo>
                  <a:cubicBezTo>
                    <a:pt x="395" y="494"/>
                    <a:pt x="501" y="387"/>
                    <a:pt x="501" y="250"/>
                  </a:cubicBezTo>
                  <a:cubicBezTo>
                    <a:pt x="501" y="107"/>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9"/>
            <p:cNvSpPr/>
            <p:nvPr/>
          </p:nvSpPr>
          <p:spPr>
            <a:xfrm>
              <a:off x="2513250" y="1657050"/>
              <a:ext cx="12575" cy="12375"/>
            </a:xfrm>
            <a:custGeom>
              <a:avLst/>
              <a:gdLst/>
              <a:ahLst/>
              <a:cxnLst/>
              <a:rect l="l" t="t" r="r" b="b"/>
              <a:pathLst>
                <a:path w="503" h="495" extrusionOk="0">
                  <a:moveTo>
                    <a:pt x="252" y="0"/>
                  </a:moveTo>
                  <a:cubicBezTo>
                    <a:pt x="109" y="0"/>
                    <a:pt x="0" y="107"/>
                    <a:pt x="0" y="250"/>
                  </a:cubicBezTo>
                  <a:cubicBezTo>
                    <a:pt x="0" y="387"/>
                    <a:pt x="109" y="494"/>
                    <a:pt x="252" y="494"/>
                  </a:cubicBezTo>
                  <a:cubicBezTo>
                    <a:pt x="388" y="494"/>
                    <a:pt x="503" y="387"/>
                    <a:pt x="503" y="250"/>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9"/>
            <p:cNvSpPr/>
            <p:nvPr/>
          </p:nvSpPr>
          <p:spPr>
            <a:xfrm>
              <a:off x="2605000" y="1657050"/>
              <a:ext cx="12575" cy="12375"/>
            </a:xfrm>
            <a:custGeom>
              <a:avLst/>
              <a:gdLst/>
              <a:ahLst/>
              <a:cxnLst/>
              <a:rect l="l" t="t" r="r" b="b"/>
              <a:pathLst>
                <a:path w="503" h="495" extrusionOk="0">
                  <a:moveTo>
                    <a:pt x="252" y="0"/>
                  </a:moveTo>
                  <a:cubicBezTo>
                    <a:pt x="116" y="0"/>
                    <a:pt x="0" y="107"/>
                    <a:pt x="0" y="250"/>
                  </a:cubicBezTo>
                  <a:cubicBezTo>
                    <a:pt x="0" y="387"/>
                    <a:pt x="116" y="494"/>
                    <a:pt x="252" y="494"/>
                  </a:cubicBezTo>
                  <a:cubicBezTo>
                    <a:pt x="387" y="494"/>
                    <a:pt x="503" y="387"/>
                    <a:pt x="503" y="250"/>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9"/>
            <p:cNvSpPr/>
            <p:nvPr/>
          </p:nvSpPr>
          <p:spPr>
            <a:xfrm>
              <a:off x="2696950" y="1657050"/>
              <a:ext cx="12375" cy="12375"/>
            </a:xfrm>
            <a:custGeom>
              <a:avLst/>
              <a:gdLst/>
              <a:ahLst/>
              <a:cxnLst/>
              <a:rect l="l" t="t" r="r" b="b"/>
              <a:pathLst>
                <a:path w="495" h="495" extrusionOk="0">
                  <a:moveTo>
                    <a:pt x="252" y="0"/>
                  </a:moveTo>
                  <a:cubicBezTo>
                    <a:pt x="108" y="0"/>
                    <a:pt x="1" y="107"/>
                    <a:pt x="1" y="250"/>
                  </a:cubicBezTo>
                  <a:cubicBezTo>
                    <a:pt x="1" y="387"/>
                    <a:pt x="108" y="494"/>
                    <a:pt x="252" y="494"/>
                  </a:cubicBezTo>
                  <a:cubicBezTo>
                    <a:pt x="388" y="494"/>
                    <a:pt x="495" y="387"/>
                    <a:pt x="495" y="250"/>
                  </a:cubicBezTo>
                  <a:cubicBezTo>
                    <a:pt x="495"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9"/>
            <p:cNvSpPr/>
            <p:nvPr/>
          </p:nvSpPr>
          <p:spPr>
            <a:xfrm>
              <a:off x="2788700" y="1657050"/>
              <a:ext cx="12600" cy="12375"/>
            </a:xfrm>
            <a:custGeom>
              <a:avLst/>
              <a:gdLst/>
              <a:ahLst/>
              <a:cxnLst/>
              <a:rect l="l" t="t" r="r" b="b"/>
              <a:pathLst>
                <a:path w="504" h="495" extrusionOk="0">
                  <a:moveTo>
                    <a:pt x="252" y="0"/>
                  </a:moveTo>
                  <a:cubicBezTo>
                    <a:pt x="116" y="0"/>
                    <a:pt x="1" y="107"/>
                    <a:pt x="1" y="250"/>
                  </a:cubicBezTo>
                  <a:cubicBezTo>
                    <a:pt x="1" y="387"/>
                    <a:pt x="116" y="494"/>
                    <a:pt x="252" y="494"/>
                  </a:cubicBezTo>
                  <a:cubicBezTo>
                    <a:pt x="388" y="494"/>
                    <a:pt x="503" y="387"/>
                    <a:pt x="503" y="250"/>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9"/>
            <p:cNvSpPr/>
            <p:nvPr/>
          </p:nvSpPr>
          <p:spPr>
            <a:xfrm>
              <a:off x="2880675" y="1657050"/>
              <a:ext cx="12375" cy="12375"/>
            </a:xfrm>
            <a:custGeom>
              <a:avLst/>
              <a:gdLst/>
              <a:ahLst/>
              <a:cxnLst/>
              <a:rect l="l" t="t" r="r" b="b"/>
              <a:pathLst>
                <a:path w="495" h="495" extrusionOk="0">
                  <a:moveTo>
                    <a:pt x="243" y="0"/>
                  </a:moveTo>
                  <a:cubicBezTo>
                    <a:pt x="107" y="0"/>
                    <a:pt x="0" y="107"/>
                    <a:pt x="0" y="250"/>
                  </a:cubicBezTo>
                  <a:cubicBezTo>
                    <a:pt x="0" y="387"/>
                    <a:pt x="107" y="494"/>
                    <a:pt x="243" y="494"/>
                  </a:cubicBezTo>
                  <a:cubicBezTo>
                    <a:pt x="387" y="494"/>
                    <a:pt x="494" y="387"/>
                    <a:pt x="494" y="250"/>
                  </a:cubicBezTo>
                  <a:cubicBezTo>
                    <a:pt x="494" y="107"/>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9"/>
            <p:cNvSpPr/>
            <p:nvPr/>
          </p:nvSpPr>
          <p:spPr>
            <a:xfrm>
              <a:off x="2972425" y="1657050"/>
              <a:ext cx="12575" cy="12375"/>
            </a:xfrm>
            <a:custGeom>
              <a:avLst/>
              <a:gdLst/>
              <a:ahLst/>
              <a:cxnLst/>
              <a:rect l="l" t="t" r="r" b="b"/>
              <a:pathLst>
                <a:path w="503" h="495" extrusionOk="0">
                  <a:moveTo>
                    <a:pt x="251" y="0"/>
                  </a:moveTo>
                  <a:cubicBezTo>
                    <a:pt x="115" y="0"/>
                    <a:pt x="0" y="107"/>
                    <a:pt x="0" y="250"/>
                  </a:cubicBezTo>
                  <a:cubicBezTo>
                    <a:pt x="0" y="387"/>
                    <a:pt x="115" y="494"/>
                    <a:pt x="251" y="494"/>
                  </a:cubicBezTo>
                  <a:cubicBezTo>
                    <a:pt x="387" y="494"/>
                    <a:pt x="503" y="387"/>
                    <a:pt x="503" y="250"/>
                  </a:cubicBezTo>
                  <a:cubicBezTo>
                    <a:pt x="503"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9"/>
            <p:cNvSpPr/>
            <p:nvPr/>
          </p:nvSpPr>
          <p:spPr>
            <a:xfrm>
              <a:off x="3064375" y="1657050"/>
              <a:ext cx="12375" cy="12375"/>
            </a:xfrm>
            <a:custGeom>
              <a:avLst/>
              <a:gdLst/>
              <a:ahLst/>
              <a:cxnLst/>
              <a:rect l="l" t="t" r="r" b="b"/>
              <a:pathLst>
                <a:path w="495" h="495" extrusionOk="0">
                  <a:moveTo>
                    <a:pt x="243" y="0"/>
                  </a:moveTo>
                  <a:cubicBezTo>
                    <a:pt x="107" y="0"/>
                    <a:pt x="1" y="107"/>
                    <a:pt x="1" y="250"/>
                  </a:cubicBezTo>
                  <a:cubicBezTo>
                    <a:pt x="1" y="387"/>
                    <a:pt x="107" y="494"/>
                    <a:pt x="243" y="494"/>
                  </a:cubicBezTo>
                  <a:cubicBezTo>
                    <a:pt x="388" y="494"/>
                    <a:pt x="495" y="387"/>
                    <a:pt x="495" y="250"/>
                  </a:cubicBezTo>
                  <a:cubicBezTo>
                    <a:pt x="495" y="107"/>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9"/>
            <p:cNvSpPr/>
            <p:nvPr/>
          </p:nvSpPr>
          <p:spPr>
            <a:xfrm>
              <a:off x="3156125" y="1657050"/>
              <a:ext cx="12600" cy="12375"/>
            </a:xfrm>
            <a:custGeom>
              <a:avLst/>
              <a:gdLst/>
              <a:ahLst/>
              <a:cxnLst/>
              <a:rect l="l" t="t" r="r" b="b"/>
              <a:pathLst>
                <a:path w="504" h="495" extrusionOk="0">
                  <a:moveTo>
                    <a:pt x="252" y="0"/>
                  </a:moveTo>
                  <a:cubicBezTo>
                    <a:pt x="116" y="0"/>
                    <a:pt x="1" y="107"/>
                    <a:pt x="1" y="250"/>
                  </a:cubicBezTo>
                  <a:cubicBezTo>
                    <a:pt x="1" y="387"/>
                    <a:pt x="116" y="494"/>
                    <a:pt x="252" y="494"/>
                  </a:cubicBezTo>
                  <a:cubicBezTo>
                    <a:pt x="388" y="494"/>
                    <a:pt x="503" y="387"/>
                    <a:pt x="503" y="250"/>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9"/>
            <p:cNvSpPr/>
            <p:nvPr/>
          </p:nvSpPr>
          <p:spPr>
            <a:xfrm>
              <a:off x="3247875" y="1657050"/>
              <a:ext cx="12575" cy="12375"/>
            </a:xfrm>
            <a:custGeom>
              <a:avLst/>
              <a:gdLst/>
              <a:ahLst/>
              <a:cxnLst/>
              <a:rect l="l" t="t" r="r" b="b"/>
              <a:pathLst>
                <a:path w="503" h="495" extrusionOk="0">
                  <a:moveTo>
                    <a:pt x="252" y="0"/>
                  </a:moveTo>
                  <a:cubicBezTo>
                    <a:pt x="116" y="0"/>
                    <a:pt x="1" y="107"/>
                    <a:pt x="1" y="250"/>
                  </a:cubicBezTo>
                  <a:cubicBezTo>
                    <a:pt x="1" y="387"/>
                    <a:pt x="116" y="494"/>
                    <a:pt x="252" y="494"/>
                  </a:cubicBezTo>
                  <a:cubicBezTo>
                    <a:pt x="388" y="494"/>
                    <a:pt x="503" y="387"/>
                    <a:pt x="503" y="250"/>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9"/>
            <p:cNvSpPr/>
            <p:nvPr/>
          </p:nvSpPr>
          <p:spPr>
            <a:xfrm>
              <a:off x="3339850" y="1657050"/>
              <a:ext cx="12525" cy="12375"/>
            </a:xfrm>
            <a:custGeom>
              <a:avLst/>
              <a:gdLst/>
              <a:ahLst/>
              <a:cxnLst/>
              <a:rect l="l" t="t" r="r" b="b"/>
              <a:pathLst>
                <a:path w="501" h="495" extrusionOk="0">
                  <a:moveTo>
                    <a:pt x="251" y="0"/>
                  </a:moveTo>
                  <a:cubicBezTo>
                    <a:pt x="107" y="0"/>
                    <a:pt x="0" y="107"/>
                    <a:pt x="0" y="250"/>
                  </a:cubicBezTo>
                  <a:cubicBezTo>
                    <a:pt x="0" y="387"/>
                    <a:pt x="107" y="494"/>
                    <a:pt x="251" y="494"/>
                  </a:cubicBezTo>
                  <a:cubicBezTo>
                    <a:pt x="387" y="494"/>
                    <a:pt x="501" y="387"/>
                    <a:pt x="501" y="250"/>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9"/>
            <p:cNvSpPr/>
            <p:nvPr/>
          </p:nvSpPr>
          <p:spPr>
            <a:xfrm>
              <a:off x="3431575" y="1657050"/>
              <a:ext cx="12600" cy="12375"/>
            </a:xfrm>
            <a:custGeom>
              <a:avLst/>
              <a:gdLst/>
              <a:ahLst/>
              <a:cxnLst/>
              <a:rect l="l" t="t" r="r" b="b"/>
              <a:pathLst>
                <a:path w="504" h="495" extrusionOk="0">
                  <a:moveTo>
                    <a:pt x="252" y="0"/>
                  </a:moveTo>
                  <a:cubicBezTo>
                    <a:pt x="116" y="0"/>
                    <a:pt x="1" y="107"/>
                    <a:pt x="1" y="250"/>
                  </a:cubicBezTo>
                  <a:cubicBezTo>
                    <a:pt x="1" y="387"/>
                    <a:pt x="116" y="494"/>
                    <a:pt x="252" y="494"/>
                  </a:cubicBezTo>
                  <a:cubicBezTo>
                    <a:pt x="388" y="494"/>
                    <a:pt x="503" y="387"/>
                    <a:pt x="503" y="250"/>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9"/>
            <p:cNvSpPr/>
            <p:nvPr/>
          </p:nvSpPr>
          <p:spPr>
            <a:xfrm>
              <a:off x="3523550" y="1657050"/>
              <a:ext cx="12375" cy="12375"/>
            </a:xfrm>
            <a:custGeom>
              <a:avLst/>
              <a:gdLst/>
              <a:ahLst/>
              <a:cxnLst/>
              <a:rect l="l" t="t" r="r" b="b"/>
              <a:pathLst>
                <a:path w="495" h="495" extrusionOk="0">
                  <a:moveTo>
                    <a:pt x="250" y="0"/>
                  </a:moveTo>
                  <a:cubicBezTo>
                    <a:pt x="107" y="0"/>
                    <a:pt x="0" y="107"/>
                    <a:pt x="0" y="250"/>
                  </a:cubicBezTo>
                  <a:cubicBezTo>
                    <a:pt x="0" y="387"/>
                    <a:pt x="107" y="494"/>
                    <a:pt x="250" y="494"/>
                  </a:cubicBezTo>
                  <a:cubicBezTo>
                    <a:pt x="388" y="494"/>
                    <a:pt x="494" y="387"/>
                    <a:pt x="494" y="250"/>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9"/>
            <p:cNvSpPr/>
            <p:nvPr/>
          </p:nvSpPr>
          <p:spPr>
            <a:xfrm>
              <a:off x="676400" y="17488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9"/>
            <p:cNvSpPr/>
            <p:nvPr/>
          </p:nvSpPr>
          <p:spPr>
            <a:xfrm>
              <a:off x="768325" y="1748800"/>
              <a:ext cx="12400" cy="12575"/>
            </a:xfrm>
            <a:custGeom>
              <a:avLst/>
              <a:gdLst/>
              <a:ahLst/>
              <a:cxnLst/>
              <a:rect l="l" t="t" r="r" b="b"/>
              <a:pathLst>
                <a:path w="496" h="503" extrusionOk="0">
                  <a:moveTo>
                    <a:pt x="245" y="0"/>
                  </a:moveTo>
                  <a:cubicBezTo>
                    <a:pt x="109" y="0"/>
                    <a:pt x="0" y="115"/>
                    <a:pt x="0" y="251"/>
                  </a:cubicBezTo>
                  <a:cubicBezTo>
                    <a:pt x="0" y="387"/>
                    <a:pt x="109" y="503"/>
                    <a:pt x="245" y="503"/>
                  </a:cubicBezTo>
                  <a:cubicBezTo>
                    <a:pt x="388" y="503"/>
                    <a:pt x="496" y="387"/>
                    <a:pt x="496" y="251"/>
                  </a:cubicBezTo>
                  <a:cubicBezTo>
                    <a:pt x="496" y="115"/>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9"/>
            <p:cNvSpPr/>
            <p:nvPr/>
          </p:nvSpPr>
          <p:spPr>
            <a:xfrm>
              <a:off x="860125" y="1748800"/>
              <a:ext cx="12525" cy="12575"/>
            </a:xfrm>
            <a:custGeom>
              <a:avLst/>
              <a:gdLst/>
              <a:ahLst/>
              <a:cxnLst/>
              <a:rect l="l" t="t" r="r" b="b"/>
              <a:pathLst>
                <a:path w="501" h="503" extrusionOk="0">
                  <a:moveTo>
                    <a:pt x="251" y="0"/>
                  </a:moveTo>
                  <a:cubicBezTo>
                    <a:pt x="114" y="0"/>
                    <a:pt x="0" y="115"/>
                    <a:pt x="0" y="251"/>
                  </a:cubicBezTo>
                  <a:cubicBezTo>
                    <a:pt x="0" y="387"/>
                    <a:pt x="114" y="503"/>
                    <a:pt x="251" y="503"/>
                  </a:cubicBezTo>
                  <a:cubicBezTo>
                    <a:pt x="387" y="503"/>
                    <a:pt x="501" y="387"/>
                    <a:pt x="501" y="251"/>
                  </a:cubicBezTo>
                  <a:cubicBezTo>
                    <a:pt x="501"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9"/>
            <p:cNvSpPr/>
            <p:nvPr/>
          </p:nvSpPr>
          <p:spPr>
            <a:xfrm>
              <a:off x="951850" y="17488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9"/>
            <p:cNvSpPr/>
            <p:nvPr/>
          </p:nvSpPr>
          <p:spPr>
            <a:xfrm>
              <a:off x="1043825" y="1748800"/>
              <a:ext cx="12375" cy="12575"/>
            </a:xfrm>
            <a:custGeom>
              <a:avLst/>
              <a:gdLst/>
              <a:ahLst/>
              <a:cxnLst/>
              <a:rect l="l" t="t" r="r" b="b"/>
              <a:pathLst>
                <a:path w="495" h="503" extrusionOk="0">
                  <a:moveTo>
                    <a:pt x="250" y="0"/>
                  </a:moveTo>
                  <a:cubicBezTo>
                    <a:pt x="107" y="0"/>
                    <a:pt x="0" y="115"/>
                    <a:pt x="0" y="251"/>
                  </a:cubicBezTo>
                  <a:cubicBezTo>
                    <a:pt x="0" y="387"/>
                    <a:pt x="107" y="503"/>
                    <a:pt x="250" y="503"/>
                  </a:cubicBezTo>
                  <a:cubicBezTo>
                    <a:pt x="388" y="503"/>
                    <a:pt x="494" y="387"/>
                    <a:pt x="494" y="251"/>
                  </a:cubicBezTo>
                  <a:cubicBezTo>
                    <a:pt x="494" y="115"/>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9"/>
            <p:cNvSpPr/>
            <p:nvPr/>
          </p:nvSpPr>
          <p:spPr>
            <a:xfrm>
              <a:off x="1135575" y="1748800"/>
              <a:ext cx="12575" cy="12575"/>
            </a:xfrm>
            <a:custGeom>
              <a:avLst/>
              <a:gdLst/>
              <a:ahLst/>
              <a:cxnLst/>
              <a:rect l="l" t="t" r="r" b="b"/>
              <a:pathLst>
                <a:path w="503" h="503" extrusionOk="0">
                  <a:moveTo>
                    <a:pt x="252" y="0"/>
                  </a:moveTo>
                  <a:cubicBezTo>
                    <a:pt x="116" y="0"/>
                    <a:pt x="0" y="115"/>
                    <a:pt x="0" y="251"/>
                  </a:cubicBezTo>
                  <a:cubicBezTo>
                    <a:pt x="0" y="387"/>
                    <a:pt x="116" y="503"/>
                    <a:pt x="252" y="503"/>
                  </a:cubicBezTo>
                  <a:cubicBezTo>
                    <a:pt x="387" y="503"/>
                    <a:pt x="503" y="387"/>
                    <a:pt x="503" y="251"/>
                  </a:cubicBezTo>
                  <a:cubicBezTo>
                    <a:pt x="503" y="115"/>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9"/>
            <p:cNvSpPr/>
            <p:nvPr/>
          </p:nvSpPr>
          <p:spPr>
            <a:xfrm>
              <a:off x="1227500" y="1748800"/>
              <a:ext cx="12400" cy="12575"/>
            </a:xfrm>
            <a:custGeom>
              <a:avLst/>
              <a:gdLst/>
              <a:ahLst/>
              <a:cxnLst/>
              <a:rect l="l" t="t" r="r" b="b"/>
              <a:pathLst>
                <a:path w="496" h="503" extrusionOk="0">
                  <a:moveTo>
                    <a:pt x="251" y="0"/>
                  </a:moveTo>
                  <a:cubicBezTo>
                    <a:pt x="109" y="0"/>
                    <a:pt x="0" y="115"/>
                    <a:pt x="0" y="251"/>
                  </a:cubicBezTo>
                  <a:cubicBezTo>
                    <a:pt x="0" y="387"/>
                    <a:pt x="109" y="503"/>
                    <a:pt x="251" y="503"/>
                  </a:cubicBezTo>
                  <a:cubicBezTo>
                    <a:pt x="387" y="503"/>
                    <a:pt x="496" y="387"/>
                    <a:pt x="496" y="251"/>
                  </a:cubicBezTo>
                  <a:cubicBezTo>
                    <a:pt x="496"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9"/>
            <p:cNvSpPr/>
            <p:nvPr/>
          </p:nvSpPr>
          <p:spPr>
            <a:xfrm>
              <a:off x="1319275" y="1748800"/>
              <a:ext cx="12550" cy="12575"/>
            </a:xfrm>
            <a:custGeom>
              <a:avLst/>
              <a:gdLst/>
              <a:ahLst/>
              <a:cxnLst/>
              <a:rect l="l" t="t" r="r" b="b"/>
              <a:pathLst>
                <a:path w="502" h="503" extrusionOk="0">
                  <a:moveTo>
                    <a:pt x="252" y="0"/>
                  </a:moveTo>
                  <a:cubicBezTo>
                    <a:pt x="114" y="0"/>
                    <a:pt x="1" y="115"/>
                    <a:pt x="1" y="251"/>
                  </a:cubicBezTo>
                  <a:cubicBezTo>
                    <a:pt x="1" y="387"/>
                    <a:pt x="114" y="503"/>
                    <a:pt x="252" y="503"/>
                  </a:cubicBezTo>
                  <a:cubicBezTo>
                    <a:pt x="388" y="503"/>
                    <a:pt x="501" y="387"/>
                    <a:pt x="501" y="251"/>
                  </a:cubicBezTo>
                  <a:cubicBezTo>
                    <a:pt x="501"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9"/>
            <p:cNvSpPr/>
            <p:nvPr/>
          </p:nvSpPr>
          <p:spPr>
            <a:xfrm>
              <a:off x="1411200" y="1748800"/>
              <a:ext cx="12425" cy="12575"/>
            </a:xfrm>
            <a:custGeom>
              <a:avLst/>
              <a:gdLst/>
              <a:ahLst/>
              <a:cxnLst/>
              <a:rect l="l" t="t" r="r" b="b"/>
              <a:pathLst>
                <a:path w="497" h="503" extrusionOk="0">
                  <a:moveTo>
                    <a:pt x="245" y="0"/>
                  </a:moveTo>
                  <a:cubicBezTo>
                    <a:pt x="109" y="0"/>
                    <a:pt x="1" y="115"/>
                    <a:pt x="1" y="251"/>
                  </a:cubicBezTo>
                  <a:cubicBezTo>
                    <a:pt x="1" y="387"/>
                    <a:pt x="109" y="503"/>
                    <a:pt x="245" y="503"/>
                  </a:cubicBezTo>
                  <a:cubicBezTo>
                    <a:pt x="388" y="503"/>
                    <a:pt x="496" y="387"/>
                    <a:pt x="496" y="251"/>
                  </a:cubicBezTo>
                  <a:cubicBezTo>
                    <a:pt x="496" y="115"/>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9"/>
            <p:cNvSpPr/>
            <p:nvPr/>
          </p:nvSpPr>
          <p:spPr>
            <a:xfrm>
              <a:off x="1503000" y="1748800"/>
              <a:ext cx="12525" cy="12575"/>
            </a:xfrm>
            <a:custGeom>
              <a:avLst/>
              <a:gdLst/>
              <a:ahLst/>
              <a:cxnLst/>
              <a:rect l="l" t="t" r="r" b="b"/>
              <a:pathLst>
                <a:path w="501" h="503" extrusionOk="0">
                  <a:moveTo>
                    <a:pt x="250" y="0"/>
                  </a:moveTo>
                  <a:cubicBezTo>
                    <a:pt x="114" y="0"/>
                    <a:pt x="0" y="115"/>
                    <a:pt x="0" y="251"/>
                  </a:cubicBezTo>
                  <a:cubicBezTo>
                    <a:pt x="0" y="387"/>
                    <a:pt x="114" y="503"/>
                    <a:pt x="250" y="503"/>
                  </a:cubicBezTo>
                  <a:cubicBezTo>
                    <a:pt x="387" y="503"/>
                    <a:pt x="501" y="387"/>
                    <a:pt x="501" y="251"/>
                  </a:cubicBezTo>
                  <a:cubicBezTo>
                    <a:pt x="501" y="115"/>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9"/>
            <p:cNvSpPr/>
            <p:nvPr/>
          </p:nvSpPr>
          <p:spPr>
            <a:xfrm>
              <a:off x="1594750" y="1748800"/>
              <a:ext cx="12575" cy="12575"/>
            </a:xfrm>
            <a:custGeom>
              <a:avLst/>
              <a:gdLst/>
              <a:ahLst/>
              <a:cxnLst/>
              <a:rect l="l" t="t" r="r" b="b"/>
              <a:pathLst>
                <a:path w="503" h="503" extrusionOk="0">
                  <a:moveTo>
                    <a:pt x="251" y="0"/>
                  </a:moveTo>
                  <a:cubicBezTo>
                    <a:pt x="115" y="0"/>
                    <a:pt x="0" y="115"/>
                    <a:pt x="0" y="251"/>
                  </a:cubicBezTo>
                  <a:cubicBezTo>
                    <a:pt x="0" y="387"/>
                    <a:pt x="115" y="503"/>
                    <a:pt x="251" y="503"/>
                  </a:cubicBezTo>
                  <a:cubicBezTo>
                    <a:pt x="394" y="503"/>
                    <a:pt x="503" y="387"/>
                    <a:pt x="503" y="251"/>
                  </a:cubicBezTo>
                  <a:cubicBezTo>
                    <a:pt x="503" y="115"/>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9"/>
            <p:cNvSpPr/>
            <p:nvPr/>
          </p:nvSpPr>
          <p:spPr>
            <a:xfrm>
              <a:off x="1686650" y="17488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9"/>
            <p:cNvSpPr/>
            <p:nvPr/>
          </p:nvSpPr>
          <p:spPr>
            <a:xfrm>
              <a:off x="1778450" y="1748800"/>
              <a:ext cx="12550" cy="12575"/>
            </a:xfrm>
            <a:custGeom>
              <a:avLst/>
              <a:gdLst/>
              <a:ahLst/>
              <a:cxnLst/>
              <a:rect l="l" t="t" r="r" b="b"/>
              <a:pathLst>
                <a:path w="502" h="503" extrusionOk="0">
                  <a:moveTo>
                    <a:pt x="252" y="0"/>
                  </a:moveTo>
                  <a:cubicBezTo>
                    <a:pt x="114" y="0"/>
                    <a:pt x="1" y="115"/>
                    <a:pt x="1" y="251"/>
                  </a:cubicBezTo>
                  <a:cubicBezTo>
                    <a:pt x="1" y="387"/>
                    <a:pt x="114" y="503"/>
                    <a:pt x="252" y="503"/>
                  </a:cubicBezTo>
                  <a:cubicBezTo>
                    <a:pt x="388" y="503"/>
                    <a:pt x="501" y="387"/>
                    <a:pt x="501" y="251"/>
                  </a:cubicBezTo>
                  <a:cubicBezTo>
                    <a:pt x="501"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9"/>
            <p:cNvSpPr/>
            <p:nvPr/>
          </p:nvSpPr>
          <p:spPr>
            <a:xfrm>
              <a:off x="1870375" y="1748800"/>
              <a:ext cx="12400" cy="12575"/>
            </a:xfrm>
            <a:custGeom>
              <a:avLst/>
              <a:gdLst/>
              <a:ahLst/>
              <a:cxnLst/>
              <a:rect l="l" t="t" r="r" b="b"/>
              <a:pathLst>
                <a:path w="496" h="503" extrusionOk="0">
                  <a:moveTo>
                    <a:pt x="252" y="0"/>
                  </a:moveTo>
                  <a:cubicBezTo>
                    <a:pt x="109" y="0"/>
                    <a:pt x="0" y="115"/>
                    <a:pt x="0" y="251"/>
                  </a:cubicBezTo>
                  <a:cubicBezTo>
                    <a:pt x="0" y="387"/>
                    <a:pt x="109" y="503"/>
                    <a:pt x="252" y="503"/>
                  </a:cubicBezTo>
                  <a:cubicBezTo>
                    <a:pt x="387" y="503"/>
                    <a:pt x="496" y="387"/>
                    <a:pt x="496" y="251"/>
                  </a:cubicBezTo>
                  <a:cubicBezTo>
                    <a:pt x="496" y="115"/>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9"/>
            <p:cNvSpPr/>
            <p:nvPr/>
          </p:nvSpPr>
          <p:spPr>
            <a:xfrm>
              <a:off x="1962150" y="1748800"/>
              <a:ext cx="12550" cy="12575"/>
            </a:xfrm>
            <a:custGeom>
              <a:avLst/>
              <a:gdLst/>
              <a:ahLst/>
              <a:cxnLst/>
              <a:rect l="l" t="t" r="r" b="b"/>
              <a:pathLst>
                <a:path w="502" h="503" extrusionOk="0">
                  <a:moveTo>
                    <a:pt x="250" y="0"/>
                  </a:moveTo>
                  <a:cubicBezTo>
                    <a:pt x="114" y="0"/>
                    <a:pt x="1" y="115"/>
                    <a:pt x="1" y="251"/>
                  </a:cubicBezTo>
                  <a:cubicBezTo>
                    <a:pt x="1" y="387"/>
                    <a:pt x="114" y="503"/>
                    <a:pt x="250" y="503"/>
                  </a:cubicBezTo>
                  <a:cubicBezTo>
                    <a:pt x="388" y="503"/>
                    <a:pt x="502" y="387"/>
                    <a:pt x="502" y="251"/>
                  </a:cubicBezTo>
                  <a:cubicBezTo>
                    <a:pt x="502" y="115"/>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9"/>
            <p:cNvSpPr/>
            <p:nvPr/>
          </p:nvSpPr>
          <p:spPr>
            <a:xfrm>
              <a:off x="2054075" y="1748800"/>
              <a:ext cx="12425" cy="12575"/>
            </a:xfrm>
            <a:custGeom>
              <a:avLst/>
              <a:gdLst/>
              <a:ahLst/>
              <a:cxnLst/>
              <a:rect l="l" t="t" r="r" b="b"/>
              <a:pathLst>
                <a:path w="497" h="503" extrusionOk="0">
                  <a:moveTo>
                    <a:pt x="252" y="0"/>
                  </a:moveTo>
                  <a:cubicBezTo>
                    <a:pt x="109" y="0"/>
                    <a:pt x="1" y="115"/>
                    <a:pt x="1" y="251"/>
                  </a:cubicBezTo>
                  <a:cubicBezTo>
                    <a:pt x="1" y="387"/>
                    <a:pt x="109" y="503"/>
                    <a:pt x="252" y="503"/>
                  </a:cubicBezTo>
                  <a:cubicBezTo>
                    <a:pt x="388" y="503"/>
                    <a:pt x="496" y="387"/>
                    <a:pt x="496" y="251"/>
                  </a:cubicBezTo>
                  <a:cubicBezTo>
                    <a:pt x="496"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9"/>
            <p:cNvSpPr/>
            <p:nvPr/>
          </p:nvSpPr>
          <p:spPr>
            <a:xfrm>
              <a:off x="2145825" y="17488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9"/>
            <p:cNvSpPr/>
            <p:nvPr/>
          </p:nvSpPr>
          <p:spPr>
            <a:xfrm>
              <a:off x="2237800" y="1748800"/>
              <a:ext cx="12350" cy="12575"/>
            </a:xfrm>
            <a:custGeom>
              <a:avLst/>
              <a:gdLst/>
              <a:ahLst/>
              <a:cxnLst/>
              <a:rect l="l" t="t" r="r" b="b"/>
              <a:pathLst>
                <a:path w="494" h="503" extrusionOk="0">
                  <a:moveTo>
                    <a:pt x="244" y="0"/>
                  </a:moveTo>
                  <a:cubicBezTo>
                    <a:pt x="107" y="0"/>
                    <a:pt x="0" y="115"/>
                    <a:pt x="0" y="251"/>
                  </a:cubicBezTo>
                  <a:cubicBezTo>
                    <a:pt x="0" y="387"/>
                    <a:pt x="107" y="503"/>
                    <a:pt x="244" y="503"/>
                  </a:cubicBezTo>
                  <a:cubicBezTo>
                    <a:pt x="387" y="503"/>
                    <a:pt x="494" y="387"/>
                    <a:pt x="494" y="251"/>
                  </a:cubicBezTo>
                  <a:cubicBezTo>
                    <a:pt x="494" y="115"/>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9"/>
            <p:cNvSpPr/>
            <p:nvPr/>
          </p:nvSpPr>
          <p:spPr>
            <a:xfrm>
              <a:off x="2329550" y="1748800"/>
              <a:ext cx="12575" cy="12575"/>
            </a:xfrm>
            <a:custGeom>
              <a:avLst/>
              <a:gdLst/>
              <a:ahLst/>
              <a:cxnLst/>
              <a:rect l="l" t="t" r="r" b="b"/>
              <a:pathLst>
                <a:path w="503" h="503" extrusionOk="0">
                  <a:moveTo>
                    <a:pt x="251" y="0"/>
                  </a:moveTo>
                  <a:cubicBezTo>
                    <a:pt x="115" y="0"/>
                    <a:pt x="0" y="115"/>
                    <a:pt x="0" y="251"/>
                  </a:cubicBezTo>
                  <a:cubicBezTo>
                    <a:pt x="0" y="387"/>
                    <a:pt x="115" y="503"/>
                    <a:pt x="251" y="503"/>
                  </a:cubicBezTo>
                  <a:cubicBezTo>
                    <a:pt x="387" y="503"/>
                    <a:pt x="502" y="387"/>
                    <a:pt x="502" y="251"/>
                  </a:cubicBezTo>
                  <a:cubicBezTo>
                    <a:pt x="502"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9"/>
            <p:cNvSpPr/>
            <p:nvPr/>
          </p:nvSpPr>
          <p:spPr>
            <a:xfrm>
              <a:off x="2421325" y="1748800"/>
              <a:ext cx="12550" cy="12575"/>
            </a:xfrm>
            <a:custGeom>
              <a:avLst/>
              <a:gdLst/>
              <a:ahLst/>
              <a:cxnLst/>
              <a:rect l="l" t="t" r="r" b="b"/>
              <a:pathLst>
                <a:path w="502" h="503" extrusionOk="0">
                  <a:moveTo>
                    <a:pt x="250" y="0"/>
                  </a:moveTo>
                  <a:cubicBezTo>
                    <a:pt x="114" y="0"/>
                    <a:pt x="1" y="115"/>
                    <a:pt x="1" y="251"/>
                  </a:cubicBezTo>
                  <a:cubicBezTo>
                    <a:pt x="1" y="387"/>
                    <a:pt x="114" y="503"/>
                    <a:pt x="250" y="503"/>
                  </a:cubicBezTo>
                  <a:cubicBezTo>
                    <a:pt x="395" y="503"/>
                    <a:pt x="501" y="387"/>
                    <a:pt x="501" y="251"/>
                  </a:cubicBezTo>
                  <a:cubicBezTo>
                    <a:pt x="501" y="115"/>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9"/>
            <p:cNvSpPr/>
            <p:nvPr/>
          </p:nvSpPr>
          <p:spPr>
            <a:xfrm>
              <a:off x="2513250" y="1748800"/>
              <a:ext cx="12575" cy="12575"/>
            </a:xfrm>
            <a:custGeom>
              <a:avLst/>
              <a:gdLst/>
              <a:ahLst/>
              <a:cxnLst/>
              <a:rect l="l" t="t" r="r" b="b"/>
              <a:pathLst>
                <a:path w="503" h="503" extrusionOk="0">
                  <a:moveTo>
                    <a:pt x="252" y="0"/>
                  </a:moveTo>
                  <a:cubicBezTo>
                    <a:pt x="109" y="0"/>
                    <a:pt x="0" y="115"/>
                    <a:pt x="0" y="251"/>
                  </a:cubicBezTo>
                  <a:cubicBezTo>
                    <a:pt x="0" y="387"/>
                    <a:pt x="109"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9"/>
            <p:cNvSpPr/>
            <p:nvPr/>
          </p:nvSpPr>
          <p:spPr>
            <a:xfrm>
              <a:off x="2605000" y="1748800"/>
              <a:ext cx="12575" cy="12575"/>
            </a:xfrm>
            <a:custGeom>
              <a:avLst/>
              <a:gdLst/>
              <a:ahLst/>
              <a:cxnLst/>
              <a:rect l="l" t="t" r="r" b="b"/>
              <a:pathLst>
                <a:path w="503" h="503" extrusionOk="0">
                  <a:moveTo>
                    <a:pt x="252" y="0"/>
                  </a:moveTo>
                  <a:cubicBezTo>
                    <a:pt x="116" y="0"/>
                    <a:pt x="0" y="115"/>
                    <a:pt x="0" y="251"/>
                  </a:cubicBezTo>
                  <a:cubicBezTo>
                    <a:pt x="0" y="387"/>
                    <a:pt x="116" y="503"/>
                    <a:pt x="252" y="503"/>
                  </a:cubicBezTo>
                  <a:cubicBezTo>
                    <a:pt x="387" y="503"/>
                    <a:pt x="503" y="387"/>
                    <a:pt x="503" y="251"/>
                  </a:cubicBezTo>
                  <a:cubicBezTo>
                    <a:pt x="503" y="115"/>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9"/>
            <p:cNvSpPr/>
            <p:nvPr/>
          </p:nvSpPr>
          <p:spPr>
            <a:xfrm>
              <a:off x="2696950" y="1748800"/>
              <a:ext cx="12375" cy="12575"/>
            </a:xfrm>
            <a:custGeom>
              <a:avLst/>
              <a:gdLst/>
              <a:ahLst/>
              <a:cxnLst/>
              <a:rect l="l" t="t" r="r" b="b"/>
              <a:pathLst>
                <a:path w="495" h="503" extrusionOk="0">
                  <a:moveTo>
                    <a:pt x="252" y="0"/>
                  </a:moveTo>
                  <a:cubicBezTo>
                    <a:pt x="108" y="0"/>
                    <a:pt x="1" y="115"/>
                    <a:pt x="1" y="251"/>
                  </a:cubicBezTo>
                  <a:cubicBezTo>
                    <a:pt x="1" y="387"/>
                    <a:pt x="108" y="503"/>
                    <a:pt x="252" y="503"/>
                  </a:cubicBezTo>
                  <a:cubicBezTo>
                    <a:pt x="388" y="503"/>
                    <a:pt x="495" y="387"/>
                    <a:pt x="495" y="251"/>
                  </a:cubicBezTo>
                  <a:cubicBezTo>
                    <a:pt x="495"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9"/>
            <p:cNvSpPr/>
            <p:nvPr/>
          </p:nvSpPr>
          <p:spPr>
            <a:xfrm>
              <a:off x="2788700" y="17488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9"/>
            <p:cNvSpPr/>
            <p:nvPr/>
          </p:nvSpPr>
          <p:spPr>
            <a:xfrm>
              <a:off x="2880675" y="1748800"/>
              <a:ext cx="12375" cy="12575"/>
            </a:xfrm>
            <a:custGeom>
              <a:avLst/>
              <a:gdLst/>
              <a:ahLst/>
              <a:cxnLst/>
              <a:rect l="l" t="t" r="r" b="b"/>
              <a:pathLst>
                <a:path w="495" h="503" extrusionOk="0">
                  <a:moveTo>
                    <a:pt x="243" y="0"/>
                  </a:moveTo>
                  <a:cubicBezTo>
                    <a:pt x="107" y="0"/>
                    <a:pt x="0" y="115"/>
                    <a:pt x="0" y="251"/>
                  </a:cubicBezTo>
                  <a:cubicBezTo>
                    <a:pt x="0" y="387"/>
                    <a:pt x="107" y="503"/>
                    <a:pt x="243" y="503"/>
                  </a:cubicBezTo>
                  <a:cubicBezTo>
                    <a:pt x="387" y="503"/>
                    <a:pt x="494" y="387"/>
                    <a:pt x="494" y="251"/>
                  </a:cubicBezTo>
                  <a:cubicBezTo>
                    <a:pt x="494" y="115"/>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9"/>
            <p:cNvSpPr/>
            <p:nvPr/>
          </p:nvSpPr>
          <p:spPr>
            <a:xfrm>
              <a:off x="2972425" y="1748800"/>
              <a:ext cx="12575" cy="12575"/>
            </a:xfrm>
            <a:custGeom>
              <a:avLst/>
              <a:gdLst/>
              <a:ahLst/>
              <a:cxnLst/>
              <a:rect l="l" t="t" r="r" b="b"/>
              <a:pathLst>
                <a:path w="503" h="503" extrusionOk="0">
                  <a:moveTo>
                    <a:pt x="251" y="0"/>
                  </a:moveTo>
                  <a:cubicBezTo>
                    <a:pt x="115" y="0"/>
                    <a:pt x="0" y="115"/>
                    <a:pt x="0" y="251"/>
                  </a:cubicBezTo>
                  <a:cubicBezTo>
                    <a:pt x="0" y="387"/>
                    <a:pt x="115" y="503"/>
                    <a:pt x="251" y="503"/>
                  </a:cubicBezTo>
                  <a:cubicBezTo>
                    <a:pt x="387" y="503"/>
                    <a:pt x="503" y="387"/>
                    <a:pt x="503" y="251"/>
                  </a:cubicBezTo>
                  <a:cubicBezTo>
                    <a:pt x="503"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9"/>
            <p:cNvSpPr/>
            <p:nvPr/>
          </p:nvSpPr>
          <p:spPr>
            <a:xfrm>
              <a:off x="3064375" y="1748800"/>
              <a:ext cx="12375" cy="12575"/>
            </a:xfrm>
            <a:custGeom>
              <a:avLst/>
              <a:gdLst/>
              <a:ahLst/>
              <a:cxnLst/>
              <a:rect l="l" t="t" r="r" b="b"/>
              <a:pathLst>
                <a:path w="495" h="503" extrusionOk="0">
                  <a:moveTo>
                    <a:pt x="243" y="0"/>
                  </a:moveTo>
                  <a:cubicBezTo>
                    <a:pt x="107" y="0"/>
                    <a:pt x="1" y="115"/>
                    <a:pt x="1" y="251"/>
                  </a:cubicBezTo>
                  <a:cubicBezTo>
                    <a:pt x="1" y="387"/>
                    <a:pt x="107" y="503"/>
                    <a:pt x="243" y="503"/>
                  </a:cubicBezTo>
                  <a:cubicBezTo>
                    <a:pt x="388" y="503"/>
                    <a:pt x="495" y="387"/>
                    <a:pt x="495" y="251"/>
                  </a:cubicBezTo>
                  <a:cubicBezTo>
                    <a:pt x="495" y="115"/>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9"/>
            <p:cNvSpPr/>
            <p:nvPr/>
          </p:nvSpPr>
          <p:spPr>
            <a:xfrm>
              <a:off x="3156125" y="17488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9"/>
            <p:cNvSpPr/>
            <p:nvPr/>
          </p:nvSpPr>
          <p:spPr>
            <a:xfrm>
              <a:off x="3247875" y="1748800"/>
              <a:ext cx="12575" cy="12575"/>
            </a:xfrm>
            <a:custGeom>
              <a:avLst/>
              <a:gdLst/>
              <a:ahLst/>
              <a:cxnLst/>
              <a:rect l="l" t="t" r="r" b="b"/>
              <a:pathLst>
                <a:path w="503"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9"/>
            <p:cNvSpPr/>
            <p:nvPr/>
          </p:nvSpPr>
          <p:spPr>
            <a:xfrm>
              <a:off x="3339850" y="1748800"/>
              <a:ext cx="12525" cy="12575"/>
            </a:xfrm>
            <a:custGeom>
              <a:avLst/>
              <a:gdLst/>
              <a:ahLst/>
              <a:cxnLst/>
              <a:rect l="l" t="t" r="r" b="b"/>
              <a:pathLst>
                <a:path w="501" h="503" extrusionOk="0">
                  <a:moveTo>
                    <a:pt x="251" y="0"/>
                  </a:moveTo>
                  <a:cubicBezTo>
                    <a:pt x="107" y="0"/>
                    <a:pt x="0" y="115"/>
                    <a:pt x="0" y="251"/>
                  </a:cubicBezTo>
                  <a:cubicBezTo>
                    <a:pt x="0" y="387"/>
                    <a:pt x="107" y="503"/>
                    <a:pt x="251" y="503"/>
                  </a:cubicBezTo>
                  <a:cubicBezTo>
                    <a:pt x="387" y="503"/>
                    <a:pt x="501" y="387"/>
                    <a:pt x="501" y="251"/>
                  </a:cubicBezTo>
                  <a:cubicBezTo>
                    <a:pt x="501"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9"/>
            <p:cNvSpPr/>
            <p:nvPr/>
          </p:nvSpPr>
          <p:spPr>
            <a:xfrm>
              <a:off x="3431575" y="17488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9"/>
            <p:cNvSpPr/>
            <p:nvPr/>
          </p:nvSpPr>
          <p:spPr>
            <a:xfrm>
              <a:off x="3523550" y="1748800"/>
              <a:ext cx="12375" cy="12575"/>
            </a:xfrm>
            <a:custGeom>
              <a:avLst/>
              <a:gdLst/>
              <a:ahLst/>
              <a:cxnLst/>
              <a:rect l="l" t="t" r="r" b="b"/>
              <a:pathLst>
                <a:path w="495" h="503" extrusionOk="0">
                  <a:moveTo>
                    <a:pt x="250" y="0"/>
                  </a:moveTo>
                  <a:cubicBezTo>
                    <a:pt x="107" y="0"/>
                    <a:pt x="0" y="115"/>
                    <a:pt x="0" y="251"/>
                  </a:cubicBezTo>
                  <a:cubicBezTo>
                    <a:pt x="0" y="387"/>
                    <a:pt x="107" y="503"/>
                    <a:pt x="250" y="503"/>
                  </a:cubicBezTo>
                  <a:cubicBezTo>
                    <a:pt x="388" y="503"/>
                    <a:pt x="494" y="387"/>
                    <a:pt x="494" y="251"/>
                  </a:cubicBezTo>
                  <a:cubicBezTo>
                    <a:pt x="494" y="115"/>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9"/>
            <p:cNvSpPr/>
            <p:nvPr/>
          </p:nvSpPr>
          <p:spPr>
            <a:xfrm>
              <a:off x="676400" y="18407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9"/>
            <p:cNvSpPr/>
            <p:nvPr/>
          </p:nvSpPr>
          <p:spPr>
            <a:xfrm>
              <a:off x="768325" y="1840700"/>
              <a:ext cx="12400" cy="12425"/>
            </a:xfrm>
            <a:custGeom>
              <a:avLst/>
              <a:gdLst/>
              <a:ahLst/>
              <a:cxnLst/>
              <a:rect l="l" t="t" r="r" b="b"/>
              <a:pathLst>
                <a:path w="496" h="497" extrusionOk="0">
                  <a:moveTo>
                    <a:pt x="245" y="1"/>
                  </a:moveTo>
                  <a:cubicBezTo>
                    <a:pt x="109" y="1"/>
                    <a:pt x="0" y="109"/>
                    <a:pt x="0" y="245"/>
                  </a:cubicBezTo>
                  <a:cubicBezTo>
                    <a:pt x="0" y="388"/>
                    <a:pt x="109" y="496"/>
                    <a:pt x="245" y="496"/>
                  </a:cubicBezTo>
                  <a:cubicBezTo>
                    <a:pt x="388" y="496"/>
                    <a:pt x="496" y="388"/>
                    <a:pt x="496" y="245"/>
                  </a:cubicBezTo>
                  <a:cubicBezTo>
                    <a:pt x="496" y="109"/>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9"/>
            <p:cNvSpPr/>
            <p:nvPr/>
          </p:nvSpPr>
          <p:spPr>
            <a:xfrm>
              <a:off x="860125" y="1840700"/>
              <a:ext cx="12525" cy="12425"/>
            </a:xfrm>
            <a:custGeom>
              <a:avLst/>
              <a:gdLst/>
              <a:ahLst/>
              <a:cxnLst/>
              <a:rect l="l" t="t" r="r" b="b"/>
              <a:pathLst>
                <a:path w="501" h="497" extrusionOk="0">
                  <a:moveTo>
                    <a:pt x="251" y="1"/>
                  </a:moveTo>
                  <a:cubicBezTo>
                    <a:pt x="114" y="1"/>
                    <a:pt x="0" y="109"/>
                    <a:pt x="0" y="245"/>
                  </a:cubicBezTo>
                  <a:cubicBezTo>
                    <a:pt x="0" y="388"/>
                    <a:pt x="114" y="496"/>
                    <a:pt x="251" y="496"/>
                  </a:cubicBezTo>
                  <a:cubicBezTo>
                    <a:pt x="387" y="496"/>
                    <a:pt x="501" y="388"/>
                    <a:pt x="501" y="245"/>
                  </a:cubicBezTo>
                  <a:cubicBezTo>
                    <a:pt x="501"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9"/>
            <p:cNvSpPr/>
            <p:nvPr/>
          </p:nvSpPr>
          <p:spPr>
            <a:xfrm>
              <a:off x="951850" y="18407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9"/>
            <p:cNvSpPr/>
            <p:nvPr/>
          </p:nvSpPr>
          <p:spPr>
            <a:xfrm>
              <a:off x="1043825" y="1840700"/>
              <a:ext cx="12375" cy="12425"/>
            </a:xfrm>
            <a:custGeom>
              <a:avLst/>
              <a:gdLst/>
              <a:ahLst/>
              <a:cxnLst/>
              <a:rect l="l" t="t" r="r" b="b"/>
              <a:pathLst>
                <a:path w="495" h="497" extrusionOk="0">
                  <a:moveTo>
                    <a:pt x="250" y="1"/>
                  </a:moveTo>
                  <a:cubicBezTo>
                    <a:pt x="107" y="1"/>
                    <a:pt x="0" y="109"/>
                    <a:pt x="0" y="245"/>
                  </a:cubicBezTo>
                  <a:cubicBezTo>
                    <a:pt x="0" y="388"/>
                    <a:pt x="107" y="496"/>
                    <a:pt x="250" y="496"/>
                  </a:cubicBezTo>
                  <a:cubicBezTo>
                    <a:pt x="388" y="496"/>
                    <a:pt x="494" y="388"/>
                    <a:pt x="494" y="245"/>
                  </a:cubicBezTo>
                  <a:cubicBezTo>
                    <a:pt x="494"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9"/>
            <p:cNvSpPr/>
            <p:nvPr/>
          </p:nvSpPr>
          <p:spPr>
            <a:xfrm>
              <a:off x="1135575" y="1840700"/>
              <a:ext cx="12575" cy="12425"/>
            </a:xfrm>
            <a:custGeom>
              <a:avLst/>
              <a:gdLst/>
              <a:ahLst/>
              <a:cxnLst/>
              <a:rect l="l" t="t" r="r" b="b"/>
              <a:pathLst>
                <a:path w="503" h="497" extrusionOk="0">
                  <a:moveTo>
                    <a:pt x="252" y="1"/>
                  </a:moveTo>
                  <a:cubicBezTo>
                    <a:pt x="116" y="1"/>
                    <a:pt x="0" y="109"/>
                    <a:pt x="0" y="245"/>
                  </a:cubicBezTo>
                  <a:cubicBezTo>
                    <a:pt x="0" y="388"/>
                    <a:pt x="116" y="496"/>
                    <a:pt x="252" y="496"/>
                  </a:cubicBezTo>
                  <a:cubicBezTo>
                    <a:pt x="387" y="496"/>
                    <a:pt x="503" y="388"/>
                    <a:pt x="503" y="245"/>
                  </a:cubicBezTo>
                  <a:cubicBezTo>
                    <a:pt x="503"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9"/>
            <p:cNvSpPr/>
            <p:nvPr/>
          </p:nvSpPr>
          <p:spPr>
            <a:xfrm>
              <a:off x="1227500" y="1840700"/>
              <a:ext cx="12400" cy="12425"/>
            </a:xfrm>
            <a:custGeom>
              <a:avLst/>
              <a:gdLst/>
              <a:ahLst/>
              <a:cxnLst/>
              <a:rect l="l" t="t" r="r" b="b"/>
              <a:pathLst>
                <a:path w="496" h="497" extrusionOk="0">
                  <a:moveTo>
                    <a:pt x="251" y="1"/>
                  </a:moveTo>
                  <a:cubicBezTo>
                    <a:pt x="109" y="1"/>
                    <a:pt x="0" y="109"/>
                    <a:pt x="0" y="245"/>
                  </a:cubicBezTo>
                  <a:cubicBezTo>
                    <a:pt x="0" y="388"/>
                    <a:pt x="109" y="496"/>
                    <a:pt x="251" y="496"/>
                  </a:cubicBezTo>
                  <a:cubicBezTo>
                    <a:pt x="387" y="496"/>
                    <a:pt x="496" y="388"/>
                    <a:pt x="496" y="245"/>
                  </a:cubicBezTo>
                  <a:cubicBezTo>
                    <a:pt x="496"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9"/>
            <p:cNvSpPr/>
            <p:nvPr/>
          </p:nvSpPr>
          <p:spPr>
            <a:xfrm>
              <a:off x="1319275" y="1840700"/>
              <a:ext cx="12550" cy="12425"/>
            </a:xfrm>
            <a:custGeom>
              <a:avLst/>
              <a:gdLst/>
              <a:ahLst/>
              <a:cxnLst/>
              <a:rect l="l" t="t" r="r" b="b"/>
              <a:pathLst>
                <a:path w="502" h="497" extrusionOk="0">
                  <a:moveTo>
                    <a:pt x="252" y="1"/>
                  </a:moveTo>
                  <a:cubicBezTo>
                    <a:pt x="114" y="1"/>
                    <a:pt x="1" y="109"/>
                    <a:pt x="1" y="245"/>
                  </a:cubicBezTo>
                  <a:cubicBezTo>
                    <a:pt x="1" y="388"/>
                    <a:pt x="114" y="496"/>
                    <a:pt x="252" y="496"/>
                  </a:cubicBezTo>
                  <a:cubicBezTo>
                    <a:pt x="388" y="496"/>
                    <a:pt x="501" y="388"/>
                    <a:pt x="501" y="245"/>
                  </a:cubicBezTo>
                  <a:cubicBezTo>
                    <a:pt x="501"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9"/>
            <p:cNvSpPr/>
            <p:nvPr/>
          </p:nvSpPr>
          <p:spPr>
            <a:xfrm>
              <a:off x="1411200" y="1840700"/>
              <a:ext cx="12425" cy="12425"/>
            </a:xfrm>
            <a:custGeom>
              <a:avLst/>
              <a:gdLst/>
              <a:ahLst/>
              <a:cxnLst/>
              <a:rect l="l" t="t" r="r" b="b"/>
              <a:pathLst>
                <a:path w="497" h="497" extrusionOk="0">
                  <a:moveTo>
                    <a:pt x="245" y="1"/>
                  </a:moveTo>
                  <a:cubicBezTo>
                    <a:pt x="109" y="1"/>
                    <a:pt x="1" y="109"/>
                    <a:pt x="1" y="245"/>
                  </a:cubicBezTo>
                  <a:cubicBezTo>
                    <a:pt x="1" y="388"/>
                    <a:pt x="109" y="496"/>
                    <a:pt x="245" y="496"/>
                  </a:cubicBezTo>
                  <a:cubicBezTo>
                    <a:pt x="388" y="496"/>
                    <a:pt x="496" y="388"/>
                    <a:pt x="496" y="245"/>
                  </a:cubicBezTo>
                  <a:cubicBezTo>
                    <a:pt x="496" y="109"/>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9"/>
            <p:cNvSpPr/>
            <p:nvPr/>
          </p:nvSpPr>
          <p:spPr>
            <a:xfrm>
              <a:off x="1503000" y="1840700"/>
              <a:ext cx="12525" cy="12425"/>
            </a:xfrm>
            <a:custGeom>
              <a:avLst/>
              <a:gdLst/>
              <a:ahLst/>
              <a:cxnLst/>
              <a:rect l="l" t="t" r="r" b="b"/>
              <a:pathLst>
                <a:path w="501" h="497" extrusionOk="0">
                  <a:moveTo>
                    <a:pt x="250" y="1"/>
                  </a:moveTo>
                  <a:cubicBezTo>
                    <a:pt x="114" y="1"/>
                    <a:pt x="0" y="109"/>
                    <a:pt x="0" y="245"/>
                  </a:cubicBezTo>
                  <a:cubicBezTo>
                    <a:pt x="0" y="388"/>
                    <a:pt x="114" y="496"/>
                    <a:pt x="250" y="496"/>
                  </a:cubicBezTo>
                  <a:cubicBezTo>
                    <a:pt x="387" y="496"/>
                    <a:pt x="501" y="388"/>
                    <a:pt x="501" y="245"/>
                  </a:cubicBezTo>
                  <a:cubicBezTo>
                    <a:pt x="501" y="109"/>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9"/>
            <p:cNvSpPr/>
            <p:nvPr/>
          </p:nvSpPr>
          <p:spPr>
            <a:xfrm>
              <a:off x="1594750" y="1840700"/>
              <a:ext cx="12575" cy="12425"/>
            </a:xfrm>
            <a:custGeom>
              <a:avLst/>
              <a:gdLst/>
              <a:ahLst/>
              <a:cxnLst/>
              <a:rect l="l" t="t" r="r" b="b"/>
              <a:pathLst>
                <a:path w="503" h="497" extrusionOk="0">
                  <a:moveTo>
                    <a:pt x="251" y="1"/>
                  </a:moveTo>
                  <a:cubicBezTo>
                    <a:pt x="115" y="1"/>
                    <a:pt x="0" y="109"/>
                    <a:pt x="0" y="245"/>
                  </a:cubicBezTo>
                  <a:cubicBezTo>
                    <a:pt x="0" y="388"/>
                    <a:pt x="115" y="496"/>
                    <a:pt x="251" y="496"/>
                  </a:cubicBezTo>
                  <a:cubicBezTo>
                    <a:pt x="394" y="496"/>
                    <a:pt x="503" y="388"/>
                    <a:pt x="503" y="245"/>
                  </a:cubicBezTo>
                  <a:cubicBezTo>
                    <a:pt x="503" y="109"/>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9"/>
            <p:cNvSpPr/>
            <p:nvPr/>
          </p:nvSpPr>
          <p:spPr>
            <a:xfrm>
              <a:off x="1686650" y="18407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9"/>
            <p:cNvSpPr/>
            <p:nvPr/>
          </p:nvSpPr>
          <p:spPr>
            <a:xfrm>
              <a:off x="1778450" y="1840700"/>
              <a:ext cx="12550" cy="12425"/>
            </a:xfrm>
            <a:custGeom>
              <a:avLst/>
              <a:gdLst/>
              <a:ahLst/>
              <a:cxnLst/>
              <a:rect l="l" t="t" r="r" b="b"/>
              <a:pathLst>
                <a:path w="502" h="497" extrusionOk="0">
                  <a:moveTo>
                    <a:pt x="252" y="1"/>
                  </a:moveTo>
                  <a:cubicBezTo>
                    <a:pt x="114" y="1"/>
                    <a:pt x="1" y="109"/>
                    <a:pt x="1" y="245"/>
                  </a:cubicBezTo>
                  <a:cubicBezTo>
                    <a:pt x="1" y="388"/>
                    <a:pt x="114" y="496"/>
                    <a:pt x="252" y="496"/>
                  </a:cubicBezTo>
                  <a:cubicBezTo>
                    <a:pt x="388" y="496"/>
                    <a:pt x="501" y="388"/>
                    <a:pt x="501" y="245"/>
                  </a:cubicBezTo>
                  <a:cubicBezTo>
                    <a:pt x="501"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9"/>
            <p:cNvSpPr/>
            <p:nvPr/>
          </p:nvSpPr>
          <p:spPr>
            <a:xfrm>
              <a:off x="1870375" y="1840700"/>
              <a:ext cx="12400" cy="12425"/>
            </a:xfrm>
            <a:custGeom>
              <a:avLst/>
              <a:gdLst/>
              <a:ahLst/>
              <a:cxnLst/>
              <a:rect l="l" t="t" r="r" b="b"/>
              <a:pathLst>
                <a:path w="496" h="497" extrusionOk="0">
                  <a:moveTo>
                    <a:pt x="252" y="1"/>
                  </a:moveTo>
                  <a:cubicBezTo>
                    <a:pt x="109" y="1"/>
                    <a:pt x="0" y="109"/>
                    <a:pt x="0" y="245"/>
                  </a:cubicBezTo>
                  <a:cubicBezTo>
                    <a:pt x="0" y="388"/>
                    <a:pt x="109" y="496"/>
                    <a:pt x="252" y="496"/>
                  </a:cubicBezTo>
                  <a:cubicBezTo>
                    <a:pt x="387" y="496"/>
                    <a:pt x="496" y="388"/>
                    <a:pt x="496" y="245"/>
                  </a:cubicBezTo>
                  <a:cubicBezTo>
                    <a:pt x="496"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9"/>
            <p:cNvSpPr/>
            <p:nvPr/>
          </p:nvSpPr>
          <p:spPr>
            <a:xfrm>
              <a:off x="1962150" y="1840700"/>
              <a:ext cx="12550" cy="12425"/>
            </a:xfrm>
            <a:custGeom>
              <a:avLst/>
              <a:gdLst/>
              <a:ahLst/>
              <a:cxnLst/>
              <a:rect l="l" t="t" r="r" b="b"/>
              <a:pathLst>
                <a:path w="502" h="497" extrusionOk="0">
                  <a:moveTo>
                    <a:pt x="250" y="1"/>
                  </a:moveTo>
                  <a:cubicBezTo>
                    <a:pt x="114" y="1"/>
                    <a:pt x="1" y="109"/>
                    <a:pt x="1" y="245"/>
                  </a:cubicBezTo>
                  <a:cubicBezTo>
                    <a:pt x="1" y="388"/>
                    <a:pt x="114" y="496"/>
                    <a:pt x="250" y="496"/>
                  </a:cubicBezTo>
                  <a:cubicBezTo>
                    <a:pt x="388" y="496"/>
                    <a:pt x="502" y="388"/>
                    <a:pt x="502" y="245"/>
                  </a:cubicBezTo>
                  <a:cubicBezTo>
                    <a:pt x="502"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9"/>
            <p:cNvSpPr/>
            <p:nvPr/>
          </p:nvSpPr>
          <p:spPr>
            <a:xfrm>
              <a:off x="2054075" y="1840700"/>
              <a:ext cx="12425" cy="12425"/>
            </a:xfrm>
            <a:custGeom>
              <a:avLst/>
              <a:gdLst/>
              <a:ahLst/>
              <a:cxnLst/>
              <a:rect l="l" t="t" r="r" b="b"/>
              <a:pathLst>
                <a:path w="497" h="497" extrusionOk="0">
                  <a:moveTo>
                    <a:pt x="252" y="1"/>
                  </a:moveTo>
                  <a:cubicBezTo>
                    <a:pt x="109" y="1"/>
                    <a:pt x="1" y="109"/>
                    <a:pt x="1" y="245"/>
                  </a:cubicBezTo>
                  <a:cubicBezTo>
                    <a:pt x="1" y="388"/>
                    <a:pt x="109" y="496"/>
                    <a:pt x="252" y="496"/>
                  </a:cubicBezTo>
                  <a:cubicBezTo>
                    <a:pt x="388" y="496"/>
                    <a:pt x="496" y="388"/>
                    <a:pt x="496" y="245"/>
                  </a:cubicBezTo>
                  <a:cubicBezTo>
                    <a:pt x="496"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9"/>
            <p:cNvSpPr/>
            <p:nvPr/>
          </p:nvSpPr>
          <p:spPr>
            <a:xfrm>
              <a:off x="2145825" y="18407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9"/>
            <p:cNvSpPr/>
            <p:nvPr/>
          </p:nvSpPr>
          <p:spPr>
            <a:xfrm>
              <a:off x="2237800" y="1840700"/>
              <a:ext cx="12350" cy="12425"/>
            </a:xfrm>
            <a:custGeom>
              <a:avLst/>
              <a:gdLst/>
              <a:ahLst/>
              <a:cxnLst/>
              <a:rect l="l" t="t" r="r" b="b"/>
              <a:pathLst>
                <a:path w="494" h="497" extrusionOk="0">
                  <a:moveTo>
                    <a:pt x="244" y="1"/>
                  </a:moveTo>
                  <a:cubicBezTo>
                    <a:pt x="107" y="1"/>
                    <a:pt x="0" y="109"/>
                    <a:pt x="0" y="245"/>
                  </a:cubicBezTo>
                  <a:cubicBezTo>
                    <a:pt x="0" y="388"/>
                    <a:pt x="107" y="496"/>
                    <a:pt x="244" y="496"/>
                  </a:cubicBezTo>
                  <a:cubicBezTo>
                    <a:pt x="387" y="496"/>
                    <a:pt x="494" y="388"/>
                    <a:pt x="494" y="245"/>
                  </a:cubicBezTo>
                  <a:cubicBezTo>
                    <a:pt x="494" y="109"/>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9"/>
            <p:cNvSpPr/>
            <p:nvPr/>
          </p:nvSpPr>
          <p:spPr>
            <a:xfrm>
              <a:off x="2329550" y="1840700"/>
              <a:ext cx="12575" cy="12425"/>
            </a:xfrm>
            <a:custGeom>
              <a:avLst/>
              <a:gdLst/>
              <a:ahLst/>
              <a:cxnLst/>
              <a:rect l="l" t="t" r="r" b="b"/>
              <a:pathLst>
                <a:path w="503" h="497" extrusionOk="0">
                  <a:moveTo>
                    <a:pt x="251" y="1"/>
                  </a:moveTo>
                  <a:cubicBezTo>
                    <a:pt x="115" y="1"/>
                    <a:pt x="0" y="109"/>
                    <a:pt x="0" y="245"/>
                  </a:cubicBezTo>
                  <a:cubicBezTo>
                    <a:pt x="0" y="388"/>
                    <a:pt x="115" y="496"/>
                    <a:pt x="251" y="496"/>
                  </a:cubicBezTo>
                  <a:cubicBezTo>
                    <a:pt x="387" y="496"/>
                    <a:pt x="502" y="388"/>
                    <a:pt x="502" y="245"/>
                  </a:cubicBezTo>
                  <a:cubicBezTo>
                    <a:pt x="502"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9"/>
            <p:cNvSpPr/>
            <p:nvPr/>
          </p:nvSpPr>
          <p:spPr>
            <a:xfrm>
              <a:off x="2421325" y="1840700"/>
              <a:ext cx="12550" cy="12425"/>
            </a:xfrm>
            <a:custGeom>
              <a:avLst/>
              <a:gdLst/>
              <a:ahLst/>
              <a:cxnLst/>
              <a:rect l="l" t="t" r="r" b="b"/>
              <a:pathLst>
                <a:path w="502" h="497" extrusionOk="0">
                  <a:moveTo>
                    <a:pt x="250" y="1"/>
                  </a:moveTo>
                  <a:cubicBezTo>
                    <a:pt x="114" y="1"/>
                    <a:pt x="1" y="109"/>
                    <a:pt x="1" y="245"/>
                  </a:cubicBezTo>
                  <a:cubicBezTo>
                    <a:pt x="1" y="388"/>
                    <a:pt x="114" y="496"/>
                    <a:pt x="250" y="496"/>
                  </a:cubicBezTo>
                  <a:cubicBezTo>
                    <a:pt x="395" y="496"/>
                    <a:pt x="501" y="388"/>
                    <a:pt x="501" y="245"/>
                  </a:cubicBezTo>
                  <a:cubicBezTo>
                    <a:pt x="501" y="109"/>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9"/>
            <p:cNvSpPr/>
            <p:nvPr/>
          </p:nvSpPr>
          <p:spPr>
            <a:xfrm>
              <a:off x="2513250" y="1840700"/>
              <a:ext cx="12575" cy="12425"/>
            </a:xfrm>
            <a:custGeom>
              <a:avLst/>
              <a:gdLst/>
              <a:ahLst/>
              <a:cxnLst/>
              <a:rect l="l" t="t" r="r" b="b"/>
              <a:pathLst>
                <a:path w="503" h="497" extrusionOk="0">
                  <a:moveTo>
                    <a:pt x="252" y="1"/>
                  </a:moveTo>
                  <a:cubicBezTo>
                    <a:pt x="109" y="1"/>
                    <a:pt x="0" y="109"/>
                    <a:pt x="0" y="245"/>
                  </a:cubicBezTo>
                  <a:cubicBezTo>
                    <a:pt x="0" y="388"/>
                    <a:pt x="109"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9"/>
            <p:cNvSpPr/>
            <p:nvPr/>
          </p:nvSpPr>
          <p:spPr>
            <a:xfrm>
              <a:off x="2605000" y="1840700"/>
              <a:ext cx="12575" cy="12425"/>
            </a:xfrm>
            <a:custGeom>
              <a:avLst/>
              <a:gdLst/>
              <a:ahLst/>
              <a:cxnLst/>
              <a:rect l="l" t="t" r="r" b="b"/>
              <a:pathLst>
                <a:path w="503" h="497" extrusionOk="0">
                  <a:moveTo>
                    <a:pt x="252" y="1"/>
                  </a:moveTo>
                  <a:cubicBezTo>
                    <a:pt x="116" y="1"/>
                    <a:pt x="0" y="109"/>
                    <a:pt x="0" y="245"/>
                  </a:cubicBezTo>
                  <a:cubicBezTo>
                    <a:pt x="0" y="388"/>
                    <a:pt x="116" y="496"/>
                    <a:pt x="252" y="496"/>
                  </a:cubicBezTo>
                  <a:cubicBezTo>
                    <a:pt x="387" y="496"/>
                    <a:pt x="503" y="388"/>
                    <a:pt x="503" y="245"/>
                  </a:cubicBezTo>
                  <a:cubicBezTo>
                    <a:pt x="503"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9"/>
            <p:cNvSpPr/>
            <p:nvPr/>
          </p:nvSpPr>
          <p:spPr>
            <a:xfrm>
              <a:off x="2696950" y="1840700"/>
              <a:ext cx="12375" cy="12425"/>
            </a:xfrm>
            <a:custGeom>
              <a:avLst/>
              <a:gdLst/>
              <a:ahLst/>
              <a:cxnLst/>
              <a:rect l="l" t="t" r="r" b="b"/>
              <a:pathLst>
                <a:path w="495" h="497" extrusionOk="0">
                  <a:moveTo>
                    <a:pt x="252" y="1"/>
                  </a:moveTo>
                  <a:cubicBezTo>
                    <a:pt x="108" y="1"/>
                    <a:pt x="1" y="109"/>
                    <a:pt x="1" y="245"/>
                  </a:cubicBezTo>
                  <a:cubicBezTo>
                    <a:pt x="1" y="388"/>
                    <a:pt x="108" y="496"/>
                    <a:pt x="252" y="496"/>
                  </a:cubicBezTo>
                  <a:cubicBezTo>
                    <a:pt x="388" y="496"/>
                    <a:pt x="495" y="388"/>
                    <a:pt x="495" y="245"/>
                  </a:cubicBezTo>
                  <a:cubicBezTo>
                    <a:pt x="495"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9"/>
            <p:cNvSpPr/>
            <p:nvPr/>
          </p:nvSpPr>
          <p:spPr>
            <a:xfrm>
              <a:off x="2788700" y="18407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9"/>
            <p:cNvSpPr/>
            <p:nvPr/>
          </p:nvSpPr>
          <p:spPr>
            <a:xfrm>
              <a:off x="2880675" y="1840700"/>
              <a:ext cx="12375" cy="12425"/>
            </a:xfrm>
            <a:custGeom>
              <a:avLst/>
              <a:gdLst/>
              <a:ahLst/>
              <a:cxnLst/>
              <a:rect l="l" t="t" r="r" b="b"/>
              <a:pathLst>
                <a:path w="495" h="497" extrusionOk="0">
                  <a:moveTo>
                    <a:pt x="243" y="1"/>
                  </a:moveTo>
                  <a:cubicBezTo>
                    <a:pt x="107" y="1"/>
                    <a:pt x="0" y="109"/>
                    <a:pt x="0" y="245"/>
                  </a:cubicBezTo>
                  <a:cubicBezTo>
                    <a:pt x="0" y="388"/>
                    <a:pt x="107" y="496"/>
                    <a:pt x="243" y="496"/>
                  </a:cubicBezTo>
                  <a:cubicBezTo>
                    <a:pt x="387" y="496"/>
                    <a:pt x="494" y="388"/>
                    <a:pt x="494" y="245"/>
                  </a:cubicBezTo>
                  <a:cubicBezTo>
                    <a:pt x="494" y="109"/>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9"/>
            <p:cNvSpPr/>
            <p:nvPr/>
          </p:nvSpPr>
          <p:spPr>
            <a:xfrm>
              <a:off x="2972425" y="1840700"/>
              <a:ext cx="12575" cy="12425"/>
            </a:xfrm>
            <a:custGeom>
              <a:avLst/>
              <a:gdLst/>
              <a:ahLst/>
              <a:cxnLst/>
              <a:rect l="l" t="t" r="r" b="b"/>
              <a:pathLst>
                <a:path w="503" h="497" extrusionOk="0">
                  <a:moveTo>
                    <a:pt x="251" y="1"/>
                  </a:moveTo>
                  <a:cubicBezTo>
                    <a:pt x="115" y="1"/>
                    <a:pt x="0" y="109"/>
                    <a:pt x="0" y="245"/>
                  </a:cubicBezTo>
                  <a:cubicBezTo>
                    <a:pt x="0" y="388"/>
                    <a:pt x="115" y="496"/>
                    <a:pt x="251" y="496"/>
                  </a:cubicBezTo>
                  <a:cubicBezTo>
                    <a:pt x="387" y="496"/>
                    <a:pt x="503" y="388"/>
                    <a:pt x="503" y="245"/>
                  </a:cubicBezTo>
                  <a:cubicBezTo>
                    <a:pt x="503"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9"/>
            <p:cNvSpPr/>
            <p:nvPr/>
          </p:nvSpPr>
          <p:spPr>
            <a:xfrm>
              <a:off x="3064375" y="1840700"/>
              <a:ext cx="12375" cy="12425"/>
            </a:xfrm>
            <a:custGeom>
              <a:avLst/>
              <a:gdLst/>
              <a:ahLst/>
              <a:cxnLst/>
              <a:rect l="l" t="t" r="r" b="b"/>
              <a:pathLst>
                <a:path w="495" h="497" extrusionOk="0">
                  <a:moveTo>
                    <a:pt x="243" y="1"/>
                  </a:moveTo>
                  <a:cubicBezTo>
                    <a:pt x="107" y="1"/>
                    <a:pt x="1" y="109"/>
                    <a:pt x="1" y="245"/>
                  </a:cubicBezTo>
                  <a:cubicBezTo>
                    <a:pt x="1" y="388"/>
                    <a:pt x="107" y="496"/>
                    <a:pt x="243" y="496"/>
                  </a:cubicBezTo>
                  <a:cubicBezTo>
                    <a:pt x="388" y="496"/>
                    <a:pt x="495" y="388"/>
                    <a:pt x="495" y="245"/>
                  </a:cubicBezTo>
                  <a:cubicBezTo>
                    <a:pt x="495" y="109"/>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9"/>
            <p:cNvSpPr/>
            <p:nvPr/>
          </p:nvSpPr>
          <p:spPr>
            <a:xfrm>
              <a:off x="3156125" y="18407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9"/>
            <p:cNvSpPr/>
            <p:nvPr/>
          </p:nvSpPr>
          <p:spPr>
            <a:xfrm>
              <a:off x="3247875" y="1840700"/>
              <a:ext cx="12575" cy="12425"/>
            </a:xfrm>
            <a:custGeom>
              <a:avLst/>
              <a:gdLst/>
              <a:ahLst/>
              <a:cxnLst/>
              <a:rect l="l" t="t" r="r" b="b"/>
              <a:pathLst>
                <a:path w="503"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9"/>
            <p:cNvSpPr/>
            <p:nvPr/>
          </p:nvSpPr>
          <p:spPr>
            <a:xfrm>
              <a:off x="3339850" y="1840700"/>
              <a:ext cx="12525" cy="12425"/>
            </a:xfrm>
            <a:custGeom>
              <a:avLst/>
              <a:gdLst/>
              <a:ahLst/>
              <a:cxnLst/>
              <a:rect l="l" t="t" r="r" b="b"/>
              <a:pathLst>
                <a:path w="501" h="497" extrusionOk="0">
                  <a:moveTo>
                    <a:pt x="251" y="1"/>
                  </a:moveTo>
                  <a:cubicBezTo>
                    <a:pt x="107" y="1"/>
                    <a:pt x="0" y="109"/>
                    <a:pt x="0" y="245"/>
                  </a:cubicBezTo>
                  <a:cubicBezTo>
                    <a:pt x="0" y="388"/>
                    <a:pt x="107" y="496"/>
                    <a:pt x="251" y="496"/>
                  </a:cubicBezTo>
                  <a:cubicBezTo>
                    <a:pt x="387" y="496"/>
                    <a:pt x="501" y="388"/>
                    <a:pt x="501" y="245"/>
                  </a:cubicBezTo>
                  <a:cubicBezTo>
                    <a:pt x="501"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9"/>
            <p:cNvSpPr/>
            <p:nvPr/>
          </p:nvSpPr>
          <p:spPr>
            <a:xfrm>
              <a:off x="3431575" y="18407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9"/>
            <p:cNvSpPr/>
            <p:nvPr/>
          </p:nvSpPr>
          <p:spPr>
            <a:xfrm>
              <a:off x="3523550" y="1840700"/>
              <a:ext cx="12375" cy="12425"/>
            </a:xfrm>
            <a:custGeom>
              <a:avLst/>
              <a:gdLst/>
              <a:ahLst/>
              <a:cxnLst/>
              <a:rect l="l" t="t" r="r" b="b"/>
              <a:pathLst>
                <a:path w="495" h="497" extrusionOk="0">
                  <a:moveTo>
                    <a:pt x="250" y="1"/>
                  </a:moveTo>
                  <a:cubicBezTo>
                    <a:pt x="107" y="1"/>
                    <a:pt x="0" y="109"/>
                    <a:pt x="0" y="245"/>
                  </a:cubicBezTo>
                  <a:cubicBezTo>
                    <a:pt x="0" y="388"/>
                    <a:pt x="107" y="496"/>
                    <a:pt x="250" y="496"/>
                  </a:cubicBezTo>
                  <a:cubicBezTo>
                    <a:pt x="388" y="496"/>
                    <a:pt x="494" y="388"/>
                    <a:pt x="494" y="245"/>
                  </a:cubicBezTo>
                  <a:cubicBezTo>
                    <a:pt x="494"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9"/>
            <p:cNvSpPr/>
            <p:nvPr/>
          </p:nvSpPr>
          <p:spPr>
            <a:xfrm>
              <a:off x="676400" y="19325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9"/>
            <p:cNvSpPr/>
            <p:nvPr/>
          </p:nvSpPr>
          <p:spPr>
            <a:xfrm>
              <a:off x="768325" y="1932500"/>
              <a:ext cx="12400" cy="12550"/>
            </a:xfrm>
            <a:custGeom>
              <a:avLst/>
              <a:gdLst/>
              <a:ahLst/>
              <a:cxnLst/>
              <a:rect l="l" t="t" r="r" b="b"/>
              <a:pathLst>
                <a:path w="496" h="502" extrusionOk="0">
                  <a:moveTo>
                    <a:pt x="245" y="1"/>
                  </a:moveTo>
                  <a:cubicBezTo>
                    <a:pt x="109" y="1"/>
                    <a:pt x="0" y="114"/>
                    <a:pt x="0" y="252"/>
                  </a:cubicBezTo>
                  <a:cubicBezTo>
                    <a:pt x="0" y="388"/>
                    <a:pt x="109" y="501"/>
                    <a:pt x="245" y="501"/>
                  </a:cubicBezTo>
                  <a:cubicBezTo>
                    <a:pt x="388" y="501"/>
                    <a:pt x="496" y="388"/>
                    <a:pt x="496" y="252"/>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9"/>
            <p:cNvSpPr/>
            <p:nvPr/>
          </p:nvSpPr>
          <p:spPr>
            <a:xfrm>
              <a:off x="860125" y="1932500"/>
              <a:ext cx="12525" cy="12550"/>
            </a:xfrm>
            <a:custGeom>
              <a:avLst/>
              <a:gdLst/>
              <a:ahLst/>
              <a:cxnLst/>
              <a:rect l="l" t="t" r="r" b="b"/>
              <a:pathLst>
                <a:path w="501" h="502" extrusionOk="0">
                  <a:moveTo>
                    <a:pt x="251" y="1"/>
                  </a:moveTo>
                  <a:cubicBezTo>
                    <a:pt x="114" y="1"/>
                    <a:pt x="0" y="114"/>
                    <a:pt x="0" y="252"/>
                  </a:cubicBezTo>
                  <a:cubicBezTo>
                    <a:pt x="0" y="388"/>
                    <a:pt x="114" y="501"/>
                    <a:pt x="251" y="501"/>
                  </a:cubicBezTo>
                  <a:cubicBezTo>
                    <a:pt x="387" y="501"/>
                    <a:pt x="501" y="388"/>
                    <a:pt x="501" y="252"/>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9"/>
            <p:cNvSpPr/>
            <p:nvPr/>
          </p:nvSpPr>
          <p:spPr>
            <a:xfrm>
              <a:off x="951850" y="19325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9"/>
            <p:cNvSpPr/>
            <p:nvPr/>
          </p:nvSpPr>
          <p:spPr>
            <a:xfrm>
              <a:off x="1043825" y="1932500"/>
              <a:ext cx="12375" cy="12550"/>
            </a:xfrm>
            <a:custGeom>
              <a:avLst/>
              <a:gdLst/>
              <a:ahLst/>
              <a:cxnLst/>
              <a:rect l="l" t="t" r="r" b="b"/>
              <a:pathLst>
                <a:path w="495" h="502" extrusionOk="0">
                  <a:moveTo>
                    <a:pt x="250" y="1"/>
                  </a:moveTo>
                  <a:cubicBezTo>
                    <a:pt x="107" y="1"/>
                    <a:pt x="0" y="114"/>
                    <a:pt x="0" y="252"/>
                  </a:cubicBezTo>
                  <a:cubicBezTo>
                    <a:pt x="0" y="388"/>
                    <a:pt x="107" y="501"/>
                    <a:pt x="250" y="501"/>
                  </a:cubicBezTo>
                  <a:cubicBezTo>
                    <a:pt x="388" y="501"/>
                    <a:pt x="494" y="388"/>
                    <a:pt x="494" y="252"/>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9"/>
            <p:cNvSpPr/>
            <p:nvPr/>
          </p:nvSpPr>
          <p:spPr>
            <a:xfrm>
              <a:off x="1135575" y="1932500"/>
              <a:ext cx="12575" cy="12550"/>
            </a:xfrm>
            <a:custGeom>
              <a:avLst/>
              <a:gdLst/>
              <a:ahLst/>
              <a:cxnLst/>
              <a:rect l="l" t="t" r="r" b="b"/>
              <a:pathLst>
                <a:path w="503" h="502" extrusionOk="0">
                  <a:moveTo>
                    <a:pt x="252" y="1"/>
                  </a:moveTo>
                  <a:cubicBezTo>
                    <a:pt x="116" y="1"/>
                    <a:pt x="0" y="114"/>
                    <a:pt x="0" y="252"/>
                  </a:cubicBezTo>
                  <a:cubicBezTo>
                    <a:pt x="0" y="388"/>
                    <a:pt x="116" y="501"/>
                    <a:pt x="252" y="501"/>
                  </a:cubicBezTo>
                  <a:cubicBezTo>
                    <a:pt x="387" y="501"/>
                    <a:pt x="503" y="388"/>
                    <a:pt x="503" y="252"/>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9"/>
            <p:cNvSpPr/>
            <p:nvPr/>
          </p:nvSpPr>
          <p:spPr>
            <a:xfrm>
              <a:off x="1227500" y="1932500"/>
              <a:ext cx="12400" cy="12550"/>
            </a:xfrm>
            <a:custGeom>
              <a:avLst/>
              <a:gdLst/>
              <a:ahLst/>
              <a:cxnLst/>
              <a:rect l="l" t="t" r="r" b="b"/>
              <a:pathLst>
                <a:path w="496" h="502" extrusionOk="0">
                  <a:moveTo>
                    <a:pt x="251" y="1"/>
                  </a:moveTo>
                  <a:cubicBezTo>
                    <a:pt x="109" y="1"/>
                    <a:pt x="0" y="114"/>
                    <a:pt x="0" y="252"/>
                  </a:cubicBezTo>
                  <a:cubicBezTo>
                    <a:pt x="0" y="388"/>
                    <a:pt x="109" y="501"/>
                    <a:pt x="251" y="501"/>
                  </a:cubicBezTo>
                  <a:cubicBezTo>
                    <a:pt x="387" y="501"/>
                    <a:pt x="496" y="388"/>
                    <a:pt x="496" y="252"/>
                  </a:cubicBezTo>
                  <a:cubicBezTo>
                    <a:pt x="496"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9"/>
            <p:cNvSpPr/>
            <p:nvPr/>
          </p:nvSpPr>
          <p:spPr>
            <a:xfrm>
              <a:off x="1319275" y="1932500"/>
              <a:ext cx="12550" cy="12550"/>
            </a:xfrm>
            <a:custGeom>
              <a:avLst/>
              <a:gdLst/>
              <a:ahLst/>
              <a:cxnLst/>
              <a:rect l="l" t="t" r="r" b="b"/>
              <a:pathLst>
                <a:path w="502" h="502" extrusionOk="0">
                  <a:moveTo>
                    <a:pt x="252" y="1"/>
                  </a:moveTo>
                  <a:cubicBezTo>
                    <a:pt x="114" y="1"/>
                    <a:pt x="1" y="114"/>
                    <a:pt x="1" y="252"/>
                  </a:cubicBezTo>
                  <a:cubicBezTo>
                    <a:pt x="1" y="388"/>
                    <a:pt x="114" y="501"/>
                    <a:pt x="252" y="501"/>
                  </a:cubicBezTo>
                  <a:cubicBezTo>
                    <a:pt x="388" y="501"/>
                    <a:pt x="501" y="388"/>
                    <a:pt x="501" y="252"/>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9"/>
            <p:cNvSpPr/>
            <p:nvPr/>
          </p:nvSpPr>
          <p:spPr>
            <a:xfrm>
              <a:off x="1411200" y="1932500"/>
              <a:ext cx="12425" cy="12550"/>
            </a:xfrm>
            <a:custGeom>
              <a:avLst/>
              <a:gdLst/>
              <a:ahLst/>
              <a:cxnLst/>
              <a:rect l="l" t="t" r="r" b="b"/>
              <a:pathLst>
                <a:path w="497" h="502" extrusionOk="0">
                  <a:moveTo>
                    <a:pt x="245" y="1"/>
                  </a:moveTo>
                  <a:cubicBezTo>
                    <a:pt x="109" y="1"/>
                    <a:pt x="1" y="114"/>
                    <a:pt x="1" y="252"/>
                  </a:cubicBezTo>
                  <a:cubicBezTo>
                    <a:pt x="1" y="388"/>
                    <a:pt x="109" y="501"/>
                    <a:pt x="245" y="501"/>
                  </a:cubicBezTo>
                  <a:cubicBezTo>
                    <a:pt x="388" y="501"/>
                    <a:pt x="496" y="388"/>
                    <a:pt x="496" y="252"/>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9"/>
            <p:cNvSpPr/>
            <p:nvPr/>
          </p:nvSpPr>
          <p:spPr>
            <a:xfrm>
              <a:off x="1503000" y="1932500"/>
              <a:ext cx="12525" cy="12550"/>
            </a:xfrm>
            <a:custGeom>
              <a:avLst/>
              <a:gdLst/>
              <a:ahLst/>
              <a:cxnLst/>
              <a:rect l="l" t="t" r="r" b="b"/>
              <a:pathLst>
                <a:path w="501" h="502" extrusionOk="0">
                  <a:moveTo>
                    <a:pt x="250" y="1"/>
                  </a:moveTo>
                  <a:cubicBezTo>
                    <a:pt x="114" y="1"/>
                    <a:pt x="0" y="114"/>
                    <a:pt x="0" y="252"/>
                  </a:cubicBezTo>
                  <a:cubicBezTo>
                    <a:pt x="0" y="388"/>
                    <a:pt x="114" y="501"/>
                    <a:pt x="250" y="501"/>
                  </a:cubicBezTo>
                  <a:cubicBezTo>
                    <a:pt x="387" y="501"/>
                    <a:pt x="501" y="388"/>
                    <a:pt x="501" y="252"/>
                  </a:cubicBezTo>
                  <a:cubicBezTo>
                    <a:pt x="501" y="114"/>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9"/>
            <p:cNvSpPr/>
            <p:nvPr/>
          </p:nvSpPr>
          <p:spPr>
            <a:xfrm>
              <a:off x="1594750" y="1932500"/>
              <a:ext cx="12575" cy="12550"/>
            </a:xfrm>
            <a:custGeom>
              <a:avLst/>
              <a:gdLst/>
              <a:ahLst/>
              <a:cxnLst/>
              <a:rect l="l" t="t" r="r" b="b"/>
              <a:pathLst>
                <a:path w="503" h="502" extrusionOk="0">
                  <a:moveTo>
                    <a:pt x="251" y="1"/>
                  </a:moveTo>
                  <a:cubicBezTo>
                    <a:pt x="115" y="1"/>
                    <a:pt x="0" y="114"/>
                    <a:pt x="0" y="252"/>
                  </a:cubicBezTo>
                  <a:cubicBezTo>
                    <a:pt x="0" y="388"/>
                    <a:pt x="115" y="501"/>
                    <a:pt x="251" y="501"/>
                  </a:cubicBezTo>
                  <a:cubicBezTo>
                    <a:pt x="394" y="501"/>
                    <a:pt x="503" y="388"/>
                    <a:pt x="503" y="252"/>
                  </a:cubicBezTo>
                  <a:cubicBezTo>
                    <a:pt x="503" y="114"/>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9"/>
            <p:cNvSpPr/>
            <p:nvPr/>
          </p:nvSpPr>
          <p:spPr>
            <a:xfrm>
              <a:off x="1686650" y="19325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9"/>
            <p:cNvSpPr/>
            <p:nvPr/>
          </p:nvSpPr>
          <p:spPr>
            <a:xfrm>
              <a:off x="1778450" y="1932500"/>
              <a:ext cx="12550" cy="12550"/>
            </a:xfrm>
            <a:custGeom>
              <a:avLst/>
              <a:gdLst/>
              <a:ahLst/>
              <a:cxnLst/>
              <a:rect l="l" t="t" r="r" b="b"/>
              <a:pathLst>
                <a:path w="502" h="502" extrusionOk="0">
                  <a:moveTo>
                    <a:pt x="252" y="1"/>
                  </a:moveTo>
                  <a:cubicBezTo>
                    <a:pt x="114" y="1"/>
                    <a:pt x="1" y="114"/>
                    <a:pt x="1" y="252"/>
                  </a:cubicBezTo>
                  <a:cubicBezTo>
                    <a:pt x="1" y="388"/>
                    <a:pt x="114" y="501"/>
                    <a:pt x="252" y="501"/>
                  </a:cubicBezTo>
                  <a:cubicBezTo>
                    <a:pt x="388" y="501"/>
                    <a:pt x="501" y="388"/>
                    <a:pt x="501" y="252"/>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9"/>
            <p:cNvSpPr/>
            <p:nvPr/>
          </p:nvSpPr>
          <p:spPr>
            <a:xfrm>
              <a:off x="1870375" y="1932500"/>
              <a:ext cx="12400" cy="12550"/>
            </a:xfrm>
            <a:custGeom>
              <a:avLst/>
              <a:gdLst/>
              <a:ahLst/>
              <a:cxnLst/>
              <a:rect l="l" t="t" r="r" b="b"/>
              <a:pathLst>
                <a:path w="496" h="502" extrusionOk="0">
                  <a:moveTo>
                    <a:pt x="252" y="1"/>
                  </a:moveTo>
                  <a:cubicBezTo>
                    <a:pt x="109" y="1"/>
                    <a:pt x="0" y="114"/>
                    <a:pt x="0" y="252"/>
                  </a:cubicBezTo>
                  <a:cubicBezTo>
                    <a:pt x="0" y="388"/>
                    <a:pt x="109" y="501"/>
                    <a:pt x="252" y="501"/>
                  </a:cubicBezTo>
                  <a:cubicBezTo>
                    <a:pt x="387" y="501"/>
                    <a:pt x="496" y="388"/>
                    <a:pt x="496" y="252"/>
                  </a:cubicBezTo>
                  <a:cubicBezTo>
                    <a:pt x="496"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9"/>
            <p:cNvSpPr/>
            <p:nvPr/>
          </p:nvSpPr>
          <p:spPr>
            <a:xfrm>
              <a:off x="1962150" y="1932500"/>
              <a:ext cx="12550" cy="12550"/>
            </a:xfrm>
            <a:custGeom>
              <a:avLst/>
              <a:gdLst/>
              <a:ahLst/>
              <a:cxnLst/>
              <a:rect l="l" t="t" r="r" b="b"/>
              <a:pathLst>
                <a:path w="502" h="502" extrusionOk="0">
                  <a:moveTo>
                    <a:pt x="250" y="1"/>
                  </a:moveTo>
                  <a:cubicBezTo>
                    <a:pt x="114" y="1"/>
                    <a:pt x="1" y="114"/>
                    <a:pt x="1" y="252"/>
                  </a:cubicBezTo>
                  <a:cubicBezTo>
                    <a:pt x="1" y="388"/>
                    <a:pt x="114" y="501"/>
                    <a:pt x="250" y="501"/>
                  </a:cubicBezTo>
                  <a:cubicBezTo>
                    <a:pt x="388" y="501"/>
                    <a:pt x="502" y="388"/>
                    <a:pt x="502" y="252"/>
                  </a:cubicBezTo>
                  <a:cubicBezTo>
                    <a:pt x="502"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9"/>
            <p:cNvSpPr/>
            <p:nvPr/>
          </p:nvSpPr>
          <p:spPr>
            <a:xfrm>
              <a:off x="2054075" y="1932500"/>
              <a:ext cx="12425" cy="12550"/>
            </a:xfrm>
            <a:custGeom>
              <a:avLst/>
              <a:gdLst/>
              <a:ahLst/>
              <a:cxnLst/>
              <a:rect l="l" t="t" r="r" b="b"/>
              <a:pathLst>
                <a:path w="497" h="502" extrusionOk="0">
                  <a:moveTo>
                    <a:pt x="252" y="1"/>
                  </a:moveTo>
                  <a:cubicBezTo>
                    <a:pt x="109" y="1"/>
                    <a:pt x="1" y="114"/>
                    <a:pt x="1" y="252"/>
                  </a:cubicBezTo>
                  <a:cubicBezTo>
                    <a:pt x="1" y="388"/>
                    <a:pt x="109" y="501"/>
                    <a:pt x="252" y="501"/>
                  </a:cubicBezTo>
                  <a:cubicBezTo>
                    <a:pt x="388" y="501"/>
                    <a:pt x="496" y="388"/>
                    <a:pt x="496" y="252"/>
                  </a:cubicBezTo>
                  <a:cubicBezTo>
                    <a:pt x="496"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9"/>
            <p:cNvSpPr/>
            <p:nvPr/>
          </p:nvSpPr>
          <p:spPr>
            <a:xfrm>
              <a:off x="2145825" y="19325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9"/>
            <p:cNvSpPr/>
            <p:nvPr/>
          </p:nvSpPr>
          <p:spPr>
            <a:xfrm>
              <a:off x="2237800" y="1932500"/>
              <a:ext cx="12350" cy="12550"/>
            </a:xfrm>
            <a:custGeom>
              <a:avLst/>
              <a:gdLst/>
              <a:ahLst/>
              <a:cxnLst/>
              <a:rect l="l" t="t" r="r" b="b"/>
              <a:pathLst>
                <a:path w="494" h="502" extrusionOk="0">
                  <a:moveTo>
                    <a:pt x="244" y="1"/>
                  </a:moveTo>
                  <a:cubicBezTo>
                    <a:pt x="107" y="1"/>
                    <a:pt x="0" y="114"/>
                    <a:pt x="0" y="252"/>
                  </a:cubicBezTo>
                  <a:cubicBezTo>
                    <a:pt x="0" y="388"/>
                    <a:pt x="107" y="501"/>
                    <a:pt x="244" y="501"/>
                  </a:cubicBezTo>
                  <a:cubicBezTo>
                    <a:pt x="387" y="501"/>
                    <a:pt x="494" y="388"/>
                    <a:pt x="494" y="252"/>
                  </a:cubicBezTo>
                  <a:cubicBezTo>
                    <a:pt x="494" y="114"/>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9"/>
            <p:cNvSpPr/>
            <p:nvPr/>
          </p:nvSpPr>
          <p:spPr>
            <a:xfrm>
              <a:off x="2329550" y="1932500"/>
              <a:ext cx="12575" cy="12550"/>
            </a:xfrm>
            <a:custGeom>
              <a:avLst/>
              <a:gdLst/>
              <a:ahLst/>
              <a:cxnLst/>
              <a:rect l="l" t="t" r="r" b="b"/>
              <a:pathLst>
                <a:path w="503" h="502" extrusionOk="0">
                  <a:moveTo>
                    <a:pt x="251" y="1"/>
                  </a:moveTo>
                  <a:cubicBezTo>
                    <a:pt x="115" y="1"/>
                    <a:pt x="0" y="114"/>
                    <a:pt x="0" y="252"/>
                  </a:cubicBezTo>
                  <a:cubicBezTo>
                    <a:pt x="0" y="388"/>
                    <a:pt x="115" y="501"/>
                    <a:pt x="251" y="501"/>
                  </a:cubicBezTo>
                  <a:cubicBezTo>
                    <a:pt x="387" y="501"/>
                    <a:pt x="502" y="388"/>
                    <a:pt x="502" y="252"/>
                  </a:cubicBezTo>
                  <a:cubicBezTo>
                    <a:pt x="502"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9"/>
            <p:cNvSpPr/>
            <p:nvPr/>
          </p:nvSpPr>
          <p:spPr>
            <a:xfrm>
              <a:off x="2421325" y="1932500"/>
              <a:ext cx="12550" cy="12550"/>
            </a:xfrm>
            <a:custGeom>
              <a:avLst/>
              <a:gdLst/>
              <a:ahLst/>
              <a:cxnLst/>
              <a:rect l="l" t="t" r="r" b="b"/>
              <a:pathLst>
                <a:path w="502" h="502" extrusionOk="0">
                  <a:moveTo>
                    <a:pt x="250" y="1"/>
                  </a:moveTo>
                  <a:cubicBezTo>
                    <a:pt x="114" y="1"/>
                    <a:pt x="1" y="114"/>
                    <a:pt x="1" y="252"/>
                  </a:cubicBezTo>
                  <a:cubicBezTo>
                    <a:pt x="1" y="388"/>
                    <a:pt x="114" y="501"/>
                    <a:pt x="250" y="501"/>
                  </a:cubicBezTo>
                  <a:cubicBezTo>
                    <a:pt x="395" y="501"/>
                    <a:pt x="501" y="388"/>
                    <a:pt x="501" y="252"/>
                  </a:cubicBezTo>
                  <a:cubicBezTo>
                    <a:pt x="501" y="114"/>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9"/>
            <p:cNvSpPr/>
            <p:nvPr/>
          </p:nvSpPr>
          <p:spPr>
            <a:xfrm>
              <a:off x="2513250" y="1932500"/>
              <a:ext cx="12575" cy="12550"/>
            </a:xfrm>
            <a:custGeom>
              <a:avLst/>
              <a:gdLst/>
              <a:ahLst/>
              <a:cxnLst/>
              <a:rect l="l" t="t" r="r" b="b"/>
              <a:pathLst>
                <a:path w="503" h="502" extrusionOk="0">
                  <a:moveTo>
                    <a:pt x="252" y="1"/>
                  </a:moveTo>
                  <a:cubicBezTo>
                    <a:pt x="109" y="1"/>
                    <a:pt x="0" y="114"/>
                    <a:pt x="0" y="252"/>
                  </a:cubicBezTo>
                  <a:cubicBezTo>
                    <a:pt x="0" y="388"/>
                    <a:pt x="109"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9"/>
            <p:cNvSpPr/>
            <p:nvPr/>
          </p:nvSpPr>
          <p:spPr>
            <a:xfrm>
              <a:off x="2605000" y="1932500"/>
              <a:ext cx="12575" cy="12550"/>
            </a:xfrm>
            <a:custGeom>
              <a:avLst/>
              <a:gdLst/>
              <a:ahLst/>
              <a:cxnLst/>
              <a:rect l="l" t="t" r="r" b="b"/>
              <a:pathLst>
                <a:path w="503" h="502" extrusionOk="0">
                  <a:moveTo>
                    <a:pt x="252" y="1"/>
                  </a:moveTo>
                  <a:cubicBezTo>
                    <a:pt x="116" y="1"/>
                    <a:pt x="0" y="114"/>
                    <a:pt x="0" y="252"/>
                  </a:cubicBezTo>
                  <a:cubicBezTo>
                    <a:pt x="0" y="388"/>
                    <a:pt x="116" y="501"/>
                    <a:pt x="252" y="501"/>
                  </a:cubicBezTo>
                  <a:cubicBezTo>
                    <a:pt x="387" y="501"/>
                    <a:pt x="503" y="388"/>
                    <a:pt x="503" y="252"/>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9"/>
            <p:cNvSpPr/>
            <p:nvPr/>
          </p:nvSpPr>
          <p:spPr>
            <a:xfrm>
              <a:off x="2696950" y="1932500"/>
              <a:ext cx="12375" cy="12550"/>
            </a:xfrm>
            <a:custGeom>
              <a:avLst/>
              <a:gdLst/>
              <a:ahLst/>
              <a:cxnLst/>
              <a:rect l="l" t="t" r="r" b="b"/>
              <a:pathLst>
                <a:path w="495" h="502" extrusionOk="0">
                  <a:moveTo>
                    <a:pt x="252" y="1"/>
                  </a:moveTo>
                  <a:cubicBezTo>
                    <a:pt x="108" y="1"/>
                    <a:pt x="1" y="114"/>
                    <a:pt x="1" y="252"/>
                  </a:cubicBezTo>
                  <a:cubicBezTo>
                    <a:pt x="1" y="388"/>
                    <a:pt x="108" y="501"/>
                    <a:pt x="252" y="501"/>
                  </a:cubicBezTo>
                  <a:cubicBezTo>
                    <a:pt x="388" y="501"/>
                    <a:pt x="495" y="388"/>
                    <a:pt x="495" y="252"/>
                  </a:cubicBezTo>
                  <a:cubicBezTo>
                    <a:pt x="495"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9"/>
            <p:cNvSpPr/>
            <p:nvPr/>
          </p:nvSpPr>
          <p:spPr>
            <a:xfrm>
              <a:off x="2788700" y="19325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9"/>
            <p:cNvSpPr/>
            <p:nvPr/>
          </p:nvSpPr>
          <p:spPr>
            <a:xfrm>
              <a:off x="2880675" y="1932500"/>
              <a:ext cx="12375" cy="12550"/>
            </a:xfrm>
            <a:custGeom>
              <a:avLst/>
              <a:gdLst/>
              <a:ahLst/>
              <a:cxnLst/>
              <a:rect l="l" t="t" r="r" b="b"/>
              <a:pathLst>
                <a:path w="495" h="502" extrusionOk="0">
                  <a:moveTo>
                    <a:pt x="243" y="1"/>
                  </a:moveTo>
                  <a:cubicBezTo>
                    <a:pt x="107" y="1"/>
                    <a:pt x="0" y="114"/>
                    <a:pt x="0" y="252"/>
                  </a:cubicBezTo>
                  <a:cubicBezTo>
                    <a:pt x="0" y="388"/>
                    <a:pt x="107" y="501"/>
                    <a:pt x="243" y="501"/>
                  </a:cubicBezTo>
                  <a:cubicBezTo>
                    <a:pt x="387" y="501"/>
                    <a:pt x="494" y="388"/>
                    <a:pt x="494" y="252"/>
                  </a:cubicBezTo>
                  <a:cubicBezTo>
                    <a:pt x="494" y="114"/>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9"/>
            <p:cNvSpPr/>
            <p:nvPr/>
          </p:nvSpPr>
          <p:spPr>
            <a:xfrm>
              <a:off x="2972425" y="1932500"/>
              <a:ext cx="12575" cy="12550"/>
            </a:xfrm>
            <a:custGeom>
              <a:avLst/>
              <a:gdLst/>
              <a:ahLst/>
              <a:cxnLst/>
              <a:rect l="l" t="t" r="r" b="b"/>
              <a:pathLst>
                <a:path w="503" h="502" extrusionOk="0">
                  <a:moveTo>
                    <a:pt x="251" y="1"/>
                  </a:moveTo>
                  <a:cubicBezTo>
                    <a:pt x="115" y="1"/>
                    <a:pt x="0" y="114"/>
                    <a:pt x="0" y="252"/>
                  </a:cubicBezTo>
                  <a:cubicBezTo>
                    <a:pt x="0" y="388"/>
                    <a:pt x="115" y="501"/>
                    <a:pt x="251" y="501"/>
                  </a:cubicBezTo>
                  <a:cubicBezTo>
                    <a:pt x="387" y="501"/>
                    <a:pt x="503" y="388"/>
                    <a:pt x="503" y="252"/>
                  </a:cubicBezTo>
                  <a:cubicBezTo>
                    <a:pt x="503"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9"/>
            <p:cNvSpPr/>
            <p:nvPr/>
          </p:nvSpPr>
          <p:spPr>
            <a:xfrm>
              <a:off x="3064375" y="1932500"/>
              <a:ext cx="12375" cy="12550"/>
            </a:xfrm>
            <a:custGeom>
              <a:avLst/>
              <a:gdLst/>
              <a:ahLst/>
              <a:cxnLst/>
              <a:rect l="l" t="t" r="r" b="b"/>
              <a:pathLst>
                <a:path w="495" h="502" extrusionOk="0">
                  <a:moveTo>
                    <a:pt x="243" y="1"/>
                  </a:moveTo>
                  <a:cubicBezTo>
                    <a:pt x="107" y="1"/>
                    <a:pt x="1" y="114"/>
                    <a:pt x="1" y="252"/>
                  </a:cubicBezTo>
                  <a:cubicBezTo>
                    <a:pt x="1" y="388"/>
                    <a:pt x="107" y="501"/>
                    <a:pt x="243" y="501"/>
                  </a:cubicBezTo>
                  <a:cubicBezTo>
                    <a:pt x="388" y="501"/>
                    <a:pt x="495" y="388"/>
                    <a:pt x="495" y="252"/>
                  </a:cubicBezTo>
                  <a:cubicBezTo>
                    <a:pt x="495" y="114"/>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9"/>
            <p:cNvSpPr/>
            <p:nvPr/>
          </p:nvSpPr>
          <p:spPr>
            <a:xfrm>
              <a:off x="3156125" y="19325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9"/>
            <p:cNvSpPr/>
            <p:nvPr/>
          </p:nvSpPr>
          <p:spPr>
            <a:xfrm>
              <a:off x="3247875" y="1932500"/>
              <a:ext cx="12575" cy="12550"/>
            </a:xfrm>
            <a:custGeom>
              <a:avLst/>
              <a:gdLst/>
              <a:ahLst/>
              <a:cxnLst/>
              <a:rect l="l" t="t" r="r" b="b"/>
              <a:pathLst>
                <a:path w="503"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9"/>
            <p:cNvSpPr/>
            <p:nvPr/>
          </p:nvSpPr>
          <p:spPr>
            <a:xfrm>
              <a:off x="3339850" y="1932500"/>
              <a:ext cx="12525" cy="12550"/>
            </a:xfrm>
            <a:custGeom>
              <a:avLst/>
              <a:gdLst/>
              <a:ahLst/>
              <a:cxnLst/>
              <a:rect l="l" t="t" r="r" b="b"/>
              <a:pathLst>
                <a:path w="501" h="502" extrusionOk="0">
                  <a:moveTo>
                    <a:pt x="251" y="1"/>
                  </a:moveTo>
                  <a:cubicBezTo>
                    <a:pt x="107" y="1"/>
                    <a:pt x="0" y="114"/>
                    <a:pt x="0" y="252"/>
                  </a:cubicBezTo>
                  <a:cubicBezTo>
                    <a:pt x="0" y="388"/>
                    <a:pt x="107" y="501"/>
                    <a:pt x="251" y="501"/>
                  </a:cubicBezTo>
                  <a:cubicBezTo>
                    <a:pt x="387" y="501"/>
                    <a:pt x="501" y="388"/>
                    <a:pt x="501" y="252"/>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9"/>
            <p:cNvSpPr/>
            <p:nvPr/>
          </p:nvSpPr>
          <p:spPr>
            <a:xfrm>
              <a:off x="3431575" y="19325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9"/>
            <p:cNvSpPr/>
            <p:nvPr/>
          </p:nvSpPr>
          <p:spPr>
            <a:xfrm>
              <a:off x="3523550" y="1932500"/>
              <a:ext cx="12375" cy="12550"/>
            </a:xfrm>
            <a:custGeom>
              <a:avLst/>
              <a:gdLst/>
              <a:ahLst/>
              <a:cxnLst/>
              <a:rect l="l" t="t" r="r" b="b"/>
              <a:pathLst>
                <a:path w="495" h="502" extrusionOk="0">
                  <a:moveTo>
                    <a:pt x="250" y="1"/>
                  </a:moveTo>
                  <a:cubicBezTo>
                    <a:pt x="107" y="1"/>
                    <a:pt x="0" y="114"/>
                    <a:pt x="0" y="252"/>
                  </a:cubicBezTo>
                  <a:cubicBezTo>
                    <a:pt x="0" y="388"/>
                    <a:pt x="107" y="501"/>
                    <a:pt x="250" y="501"/>
                  </a:cubicBezTo>
                  <a:cubicBezTo>
                    <a:pt x="388" y="501"/>
                    <a:pt x="494" y="388"/>
                    <a:pt x="494" y="252"/>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9"/>
            <p:cNvSpPr/>
            <p:nvPr/>
          </p:nvSpPr>
          <p:spPr>
            <a:xfrm>
              <a:off x="676400" y="20244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9"/>
            <p:cNvSpPr/>
            <p:nvPr/>
          </p:nvSpPr>
          <p:spPr>
            <a:xfrm>
              <a:off x="768325" y="2024425"/>
              <a:ext cx="12400" cy="12400"/>
            </a:xfrm>
            <a:custGeom>
              <a:avLst/>
              <a:gdLst/>
              <a:ahLst/>
              <a:cxnLst/>
              <a:rect l="l" t="t" r="r" b="b"/>
              <a:pathLst>
                <a:path w="496" h="496" extrusionOk="0">
                  <a:moveTo>
                    <a:pt x="245" y="0"/>
                  </a:moveTo>
                  <a:cubicBezTo>
                    <a:pt x="109" y="0"/>
                    <a:pt x="0" y="109"/>
                    <a:pt x="0" y="245"/>
                  </a:cubicBezTo>
                  <a:cubicBezTo>
                    <a:pt x="0" y="388"/>
                    <a:pt x="109" y="496"/>
                    <a:pt x="245" y="496"/>
                  </a:cubicBezTo>
                  <a:cubicBezTo>
                    <a:pt x="388" y="496"/>
                    <a:pt x="496" y="388"/>
                    <a:pt x="496" y="245"/>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9"/>
            <p:cNvSpPr/>
            <p:nvPr/>
          </p:nvSpPr>
          <p:spPr>
            <a:xfrm>
              <a:off x="860125" y="2024425"/>
              <a:ext cx="12525" cy="12400"/>
            </a:xfrm>
            <a:custGeom>
              <a:avLst/>
              <a:gdLst/>
              <a:ahLst/>
              <a:cxnLst/>
              <a:rect l="l" t="t" r="r" b="b"/>
              <a:pathLst>
                <a:path w="501" h="496" extrusionOk="0">
                  <a:moveTo>
                    <a:pt x="251" y="0"/>
                  </a:moveTo>
                  <a:cubicBezTo>
                    <a:pt x="114" y="0"/>
                    <a:pt x="0" y="109"/>
                    <a:pt x="0" y="245"/>
                  </a:cubicBezTo>
                  <a:cubicBezTo>
                    <a:pt x="0" y="388"/>
                    <a:pt x="114" y="496"/>
                    <a:pt x="251" y="496"/>
                  </a:cubicBezTo>
                  <a:cubicBezTo>
                    <a:pt x="387" y="496"/>
                    <a:pt x="501" y="388"/>
                    <a:pt x="501" y="245"/>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9"/>
            <p:cNvSpPr/>
            <p:nvPr/>
          </p:nvSpPr>
          <p:spPr>
            <a:xfrm>
              <a:off x="951850" y="20244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9"/>
            <p:cNvSpPr/>
            <p:nvPr/>
          </p:nvSpPr>
          <p:spPr>
            <a:xfrm>
              <a:off x="1043825" y="2024425"/>
              <a:ext cx="12375" cy="12400"/>
            </a:xfrm>
            <a:custGeom>
              <a:avLst/>
              <a:gdLst/>
              <a:ahLst/>
              <a:cxnLst/>
              <a:rect l="l" t="t" r="r" b="b"/>
              <a:pathLst>
                <a:path w="495" h="496" extrusionOk="0">
                  <a:moveTo>
                    <a:pt x="250" y="0"/>
                  </a:moveTo>
                  <a:cubicBezTo>
                    <a:pt x="107" y="0"/>
                    <a:pt x="0" y="109"/>
                    <a:pt x="0" y="245"/>
                  </a:cubicBezTo>
                  <a:cubicBezTo>
                    <a:pt x="0" y="388"/>
                    <a:pt x="107" y="496"/>
                    <a:pt x="250" y="496"/>
                  </a:cubicBezTo>
                  <a:cubicBezTo>
                    <a:pt x="388" y="496"/>
                    <a:pt x="494" y="388"/>
                    <a:pt x="494" y="245"/>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9"/>
            <p:cNvSpPr/>
            <p:nvPr/>
          </p:nvSpPr>
          <p:spPr>
            <a:xfrm>
              <a:off x="1135575" y="2024425"/>
              <a:ext cx="12575" cy="12400"/>
            </a:xfrm>
            <a:custGeom>
              <a:avLst/>
              <a:gdLst/>
              <a:ahLst/>
              <a:cxnLst/>
              <a:rect l="l" t="t" r="r" b="b"/>
              <a:pathLst>
                <a:path w="503" h="496" extrusionOk="0">
                  <a:moveTo>
                    <a:pt x="252" y="0"/>
                  </a:moveTo>
                  <a:cubicBezTo>
                    <a:pt x="116" y="0"/>
                    <a:pt x="0" y="109"/>
                    <a:pt x="0" y="245"/>
                  </a:cubicBezTo>
                  <a:cubicBezTo>
                    <a:pt x="0" y="388"/>
                    <a:pt x="116" y="496"/>
                    <a:pt x="252" y="496"/>
                  </a:cubicBezTo>
                  <a:cubicBezTo>
                    <a:pt x="387" y="496"/>
                    <a:pt x="503" y="388"/>
                    <a:pt x="503" y="245"/>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9"/>
            <p:cNvSpPr/>
            <p:nvPr/>
          </p:nvSpPr>
          <p:spPr>
            <a:xfrm>
              <a:off x="1227500" y="2024425"/>
              <a:ext cx="12400" cy="12400"/>
            </a:xfrm>
            <a:custGeom>
              <a:avLst/>
              <a:gdLst/>
              <a:ahLst/>
              <a:cxnLst/>
              <a:rect l="l" t="t" r="r" b="b"/>
              <a:pathLst>
                <a:path w="496" h="496" extrusionOk="0">
                  <a:moveTo>
                    <a:pt x="251" y="0"/>
                  </a:moveTo>
                  <a:cubicBezTo>
                    <a:pt x="109" y="0"/>
                    <a:pt x="0" y="109"/>
                    <a:pt x="0" y="245"/>
                  </a:cubicBezTo>
                  <a:cubicBezTo>
                    <a:pt x="0" y="388"/>
                    <a:pt x="109" y="496"/>
                    <a:pt x="251" y="496"/>
                  </a:cubicBezTo>
                  <a:cubicBezTo>
                    <a:pt x="387" y="496"/>
                    <a:pt x="496" y="388"/>
                    <a:pt x="496" y="245"/>
                  </a:cubicBezTo>
                  <a:cubicBezTo>
                    <a:pt x="496"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9"/>
            <p:cNvSpPr/>
            <p:nvPr/>
          </p:nvSpPr>
          <p:spPr>
            <a:xfrm>
              <a:off x="1319275" y="2024425"/>
              <a:ext cx="12550" cy="12400"/>
            </a:xfrm>
            <a:custGeom>
              <a:avLst/>
              <a:gdLst/>
              <a:ahLst/>
              <a:cxnLst/>
              <a:rect l="l" t="t" r="r" b="b"/>
              <a:pathLst>
                <a:path w="502" h="496" extrusionOk="0">
                  <a:moveTo>
                    <a:pt x="252" y="0"/>
                  </a:moveTo>
                  <a:cubicBezTo>
                    <a:pt x="114" y="0"/>
                    <a:pt x="1" y="109"/>
                    <a:pt x="1" y="245"/>
                  </a:cubicBezTo>
                  <a:cubicBezTo>
                    <a:pt x="1" y="388"/>
                    <a:pt x="114" y="496"/>
                    <a:pt x="252" y="496"/>
                  </a:cubicBezTo>
                  <a:cubicBezTo>
                    <a:pt x="388" y="496"/>
                    <a:pt x="501" y="388"/>
                    <a:pt x="501" y="245"/>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9"/>
            <p:cNvSpPr/>
            <p:nvPr/>
          </p:nvSpPr>
          <p:spPr>
            <a:xfrm>
              <a:off x="1411200" y="2024425"/>
              <a:ext cx="12425" cy="12400"/>
            </a:xfrm>
            <a:custGeom>
              <a:avLst/>
              <a:gdLst/>
              <a:ahLst/>
              <a:cxnLst/>
              <a:rect l="l" t="t" r="r" b="b"/>
              <a:pathLst>
                <a:path w="497" h="496" extrusionOk="0">
                  <a:moveTo>
                    <a:pt x="245" y="0"/>
                  </a:moveTo>
                  <a:cubicBezTo>
                    <a:pt x="109" y="0"/>
                    <a:pt x="1" y="109"/>
                    <a:pt x="1" y="245"/>
                  </a:cubicBezTo>
                  <a:cubicBezTo>
                    <a:pt x="1" y="388"/>
                    <a:pt x="109" y="496"/>
                    <a:pt x="245" y="496"/>
                  </a:cubicBezTo>
                  <a:cubicBezTo>
                    <a:pt x="388" y="496"/>
                    <a:pt x="496" y="388"/>
                    <a:pt x="496" y="245"/>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9"/>
            <p:cNvSpPr/>
            <p:nvPr/>
          </p:nvSpPr>
          <p:spPr>
            <a:xfrm>
              <a:off x="1503000" y="2024425"/>
              <a:ext cx="12525" cy="12400"/>
            </a:xfrm>
            <a:custGeom>
              <a:avLst/>
              <a:gdLst/>
              <a:ahLst/>
              <a:cxnLst/>
              <a:rect l="l" t="t" r="r" b="b"/>
              <a:pathLst>
                <a:path w="501" h="496" extrusionOk="0">
                  <a:moveTo>
                    <a:pt x="250" y="0"/>
                  </a:moveTo>
                  <a:cubicBezTo>
                    <a:pt x="114" y="0"/>
                    <a:pt x="0" y="109"/>
                    <a:pt x="0" y="245"/>
                  </a:cubicBezTo>
                  <a:cubicBezTo>
                    <a:pt x="0" y="388"/>
                    <a:pt x="114" y="496"/>
                    <a:pt x="250" y="496"/>
                  </a:cubicBezTo>
                  <a:cubicBezTo>
                    <a:pt x="387" y="496"/>
                    <a:pt x="501" y="388"/>
                    <a:pt x="501" y="245"/>
                  </a:cubicBezTo>
                  <a:cubicBezTo>
                    <a:pt x="501" y="109"/>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9"/>
            <p:cNvSpPr/>
            <p:nvPr/>
          </p:nvSpPr>
          <p:spPr>
            <a:xfrm>
              <a:off x="1594750" y="2024425"/>
              <a:ext cx="12575" cy="12400"/>
            </a:xfrm>
            <a:custGeom>
              <a:avLst/>
              <a:gdLst/>
              <a:ahLst/>
              <a:cxnLst/>
              <a:rect l="l" t="t" r="r" b="b"/>
              <a:pathLst>
                <a:path w="503" h="496" extrusionOk="0">
                  <a:moveTo>
                    <a:pt x="251" y="0"/>
                  </a:moveTo>
                  <a:cubicBezTo>
                    <a:pt x="115" y="0"/>
                    <a:pt x="0" y="109"/>
                    <a:pt x="0" y="245"/>
                  </a:cubicBezTo>
                  <a:cubicBezTo>
                    <a:pt x="0" y="388"/>
                    <a:pt x="115" y="496"/>
                    <a:pt x="251" y="496"/>
                  </a:cubicBezTo>
                  <a:cubicBezTo>
                    <a:pt x="394" y="496"/>
                    <a:pt x="503" y="388"/>
                    <a:pt x="503" y="245"/>
                  </a:cubicBezTo>
                  <a:cubicBezTo>
                    <a:pt x="503" y="109"/>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9"/>
            <p:cNvSpPr/>
            <p:nvPr/>
          </p:nvSpPr>
          <p:spPr>
            <a:xfrm>
              <a:off x="1686650" y="20244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9"/>
            <p:cNvSpPr/>
            <p:nvPr/>
          </p:nvSpPr>
          <p:spPr>
            <a:xfrm>
              <a:off x="1778450" y="2024425"/>
              <a:ext cx="12550" cy="12400"/>
            </a:xfrm>
            <a:custGeom>
              <a:avLst/>
              <a:gdLst/>
              <a:ahLst/>
              <a:cxnLst/>
              <a:rect l="l" t="t" r="r" b="b"/>
              <a:pathLst>
                <a:path w="502" h="496" extrusionOk="0">
                  <a:moveTo>
                    <a:pt x="252" y="0"/>
                  </a:moveTo>
                  <a:cubicBezTo>
                    <a:pt x="114" y="0"/>
                    <a:pt x="1" y="109"/>
                    <a:pt x="1" y="245"/>
                  </a:cubicBezTo>
                  <a:cubicBezTo>
                    <a:pt x="1" y="388"/>
                    <a:pt x="114" y="496"/>
                    <a:pt x="252" y="496"/>
                  </a:cubicBezTo>
                  <a:cubicBezTo>
                    <a:pt x="388" y="496"/>
                    <a:pt x="501" y="388"/>
                    <a:pt x="501" y="245"/>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9"/>
            <p:cNvSpPr/>
            <p:nvPr/>
          </p:nvSpPr>
          <p:spPr>
            <a:xfrm>
              <a:off x="1870375" y="2024425"/>
              <a:ext cx="12400" cy="12400"/>
            </a:xfrm>
            <a:custGeom>
              <a:avLst/>
              <a:gdLst/>
              <a:ahLst/>
              <a:cxnLst/>
              <a:rect l="l" t="t" r="r" b="b"/>
              <a:pathLst>
                <a:path w="496" h="496" extrusionOk="0">
                  <a:moveTo>
                    <a:pt x="252" y="0"/>
                  </a:moveTo>
                  <a:cubicBezTo>
                    <a:pt x="109" y="0"/>
                    <a:pt x="0" y="109"/>
                    <a:pt x="0" y="245"/>
                  </a:cubicBezTo>
                  <a:cubicBezTo>
                    <a:pt x="0" y="388"/>
                    <a:pt x="109" y="496"/>
                    <a:pt x="252" y="496"/>
                  </a:cubicBezTo>
                  <a:cubicBezTo>
                    <a:pt x="387" y="496"/>
                    <a:pt x="496" y="388"/>
                    <a:pt x="496" y="245"/>
                  </a:cubicBezTo>
                  <a:cubicBezTo>
                    <a:pt x="496"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9"/>
            <p:cNvSpPr/>
            <p:nvPr/>
          </p:nvSpPr>
          <p:spPr>
            <a:xfrm>
              <a:off x="1962150" y="2024425"/>
              <a:ext cx="12550" cy="12400"/>
            </a:xfrm>
            <a:custGeom>
              <a:avLst/>
              <a:gdLst/>
              <a:ahLst/>
              <a:cxnLst/>
              <a:rect l="l" t="t" r="r" b="b"/>
              <a:pathLst>
                <a:path w="502" h="496" extrusionOk="0">
                  <a:moveTo>
                    <a:pt x="250" y="0"/>
                  </a:moveTo>
                  <a:cubicBezTo>
                    <a:pt x="114" y="0"/>
                    <a:pt x="1" y="109"/>
                    <a:pt x="1" y="245"/>
                  </a:cubicBezTo>
                  <a:cubicBezTo>
                    <a:pt x="1" y="388"/>
                    <a:pt x="114" y="496"/>
                    <a:pt x="250" y="496"/>
                  </a:cubicBezTo>
                  <a:cubicBezTo>
                    <a:pt x="388" y="496"/>
                    <a:pt x="502" y="388"/>
                    <a:pt x="502" y="245"/>
                  </a:cubicBezTo>
                  <a:cubicBezTo>
                    <a:pt x="502"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9"/>
            <p:cNvSpPr/>
            <p:nvPr/>
          </p:nvSpPr>
          <p:spPr>
            <a:xfrm>
              <a:off x="2054075" y="2024425"/>
              <a:ext cx="12425" cy="12400"/>
            </a:xfrm>
            <a:custGeom>
              <a:avLst/>
              <a:gdLst/>
              <a:ahLst/>
              <a:cxnLst/>
              <a:rect l="l" t="t" r="r" b="b"/>
              <a:pathLst>
                <a:path w="497" h="496" extrusionOk="0">
                  <a:moveTo>
                    <a:pt x="252" y="0"/>
                  </a:moveTo>
                  <a:cubicBezTo>
                    <a:pt x="109" y="0"/>
                    <a:pt x="1" y="109"/>
                    <a:pt x="1" y="245"/>
                  </a:cubicBezTo>
                  <a:cubicBezTo>
                    <a:pt x="1" y="388"/>
                    <a:pt x="109" y="496"/>
                    <a:pt x="252" y="496"/>
                  </a:cubicBezTo>
                  <a:cubicBezTo>
                    <a:pt x="388" y="496"/>
                    <a:pt x="496" y="388"/>
                    <a:pt x="496" y="245"/>
                  </a:cubicBezTo>
                  <a:cubicBezTo>
                    <a:pt x="496"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9"/>
            <p:cNvSpPr/>
            <p:nvPr/>
          </p:nvSpPr>
          <p:spPr>
            <a:xfrm>
              <a:off x="2145825" y="20244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9"/>
            <p:cNvSpPr/>
            <p:nvPr/>
          </p:nvSpPr>
          <p:spPr>
            <a:xfrm>
              <a:off x="2237800" y="2024425"/>
              <a:ext cx="12350" cy="12400"/>
            </a:xfrm>
            <a:custGeom>
              <a:avLst/>
              <a:gdLst/>
              <a:ahLst/>
              <a:cxnLst/>
              <a:rect l="l" t="t" r="r" b="b"/>
              <a:pathLst>
                <a:path w="494" h="496" extrusionOk="0">
                  <a:moveTo>
                    <a:pt x="244" y="0"/>
                  </a:moveTo>
                  <a:cubicBezTo>
                    <a:pt x="107" y="0"/>
                    <a:pt x="0" y="109"/>
                    <a:pt x="0" y="245"/>
                  </a:cubicBezTo>
                  <a:cubicBezTo>
                    <a:pt x="0" y="388"/>
                    <a:pt x="107" y="496"/>
                    <a:pt x="244" y="496"/>
                  </a:cubicBezTo>
                  <a:cubicBezTo>
                    <a:pt x="387" y="496"/>
                    <a:pt x="494" y="388"/>
                    <a:pt x="494" y="245"/>
                  </a:cubicBezTo>
                  <a:cubicBezTo>
                    <a:pt x="494" y="109"/>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9"/>
            <p:cNvSpPr/>
            <p:nvPr/>
          </p:nvSpPr>
          <p:spPr>
            <a:xfrm>
              <a:off x="2329550" y="2024425"/>
              <a:ext cx="12575" cy="12400"/>
            </a:xfrm>
            <a:custGeom>
              <a:avLst/>
              <a:gdLst/>
              <a:ahLst/>
              <a:cxnLst/>
              <a:rect l="l" t="t" r="r" b="b"/>
              <a:pathLst>
                <a:path w="503" h="496" extrusionOk="0">
                  <a:moveTo>
                    <a:pt x="251" y="0"/>
                  </a:moveTo>
                  <a:cubicBezTo>
                    <a:pt x="115" y="0"/>
                    <a:pt x="0" y="109"/>
                    <a:pt x="0" y="245"/>
                  </a:cubicBezTo>
                  <a:cubicBezTo>
                    <a:pt x="0" y="388"/>
                    <a:pt x="115" y="496"/>
                    <a:pt x="251" y="496"/>
                  </a:cubicBezTo>
                  <a:cubicBezTo>
                    <a:pt x="387" y="496"/>
                    <a:pt x="502" y="388"/>
                    <a:pt x="502" y="245"/>
                  </a:cubicBezTo>
                  <a:cubicBezTo>
                    <a:pt x="502"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9"/>
            <p:cNvSpPr/>
            <p:nvPr/>
          </p:nvSpPr>
          <p:spPr>
            <a:xfrm>
              <a:off x="2421325" y="2024425"/>
              <a:ext cx="12550" cy="12400"/>
            </a:xfrm>
            <a:custGeom>
              <a:avLst/>
              <a:gdLst/>
              <a:ahLst/>
              <a:cxnLst/>
              <a:rect l="l" t="t" r="r" b="b"/>
              <a:pathLst>
                <a:path w="502" h="496" extrusionOk="0">
                  <a:moveTo>
                    <a:pt x="250" y="0"/>
                  </a:moveTo>
                  <a:cubicBezTo>
                    <a:pt x="114" y="0"/>
                    <a:pt x="1" y="109"/>
                    <a:pt x="1" y="245"/>
                  </a:cubicBezTo>
                  <a:cubicBezTo>
                    <a:pt x="1" y="388"/>
                    <a:pt x="114" y="496"/>
                    <a:pt x="250" y="496"/>
                  </a:cubicBezTo>
                  <a:cubicBezTo>
                    <a:pt x="395" y="496"/>
                    <a:pt x="501" y="388"/>
                    <a:pt x="501" y="245"/>
                  </a:cubicBezTo>
                  <a:cubicBezTo>
                    <a:pt x="501" y="109"/>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9"/>
            <p:cNvSpPr/>
            <p:nvPr/>
          </p:nvSpPr>
          <p:spPr>
            <a:xfrm>
              <a:off x="2513250" y="2024425"/>
              <a:ext cx="12575" cy="12400"/>
            </a:xfrm>
            <a:custGeom>
              <a:avLst/>
              <a:gdLst/>
              <a:ahLst/>
              <a:cxnLst/>
              <a:rect l="l" t="t" r="r" b="b"/>
              <a:pathLst>
                <a:path w="503" h="496" extrusionOk="0">
                  <a:moveTo>
                    <a:pt x="252" y="0"/>
                  </a:moveTo>
                  <a:cubicBezTo>
                    <a:pt x="109" y="0"/>
                    <a:pt x="0" y="109"/>
                    <a:pt x="0" y="245"/>
                  </a:cubicBezTo>
                  <a:cubicBezTo>
                    <a:pt x="0" y="388"/>
                    <a:pt x="109"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9"/>
            <p:cNvSpPr/>
            <p:nvPr/>
          </p:nvSpPr>
          <p:spPr>
            <a:xfrm>
              <a:off x="2605000" y="2024425"/>
              <a:ext cx="12575" cy="12400"/>
            </a:xfrm>
            <a:custGeom>
              <a:avLst/>
              <a:gdLst/>
              <a:ahLst/>
              <a:cxnLst/>
              <a:rect l="l" t="t" r="r" b="b"/>
              <a:pathLst>
                <a:path w="503" h="496" extrusionOk="0">
                  <a:moveTo>
                    <a:pt x="252" y="0"/>
                  </a:moveTo>
                  <a:cubicBezTo>
                    <a:pt x="116" y="0"/>
                    <a:pt x="0" y="109"/>
                    <a:pt x="0" y="245"/>
                  </a:cubicBezTo>
                  <a:cubicBezTo>
                    <a:pt x="0" y="388"/>
                    <a:pt x="116" y="496"/>
                    <a:pt x="252" y="496"/>
                  </a:cubicBezTo>
                  <a:cubicBezTo>
                    <a:pt x="387" y="496"/>
                    <a:pt x="503" y="388"/>
                    <a:pt x="503" y="245"/>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9"/>
            <p:cNvSpPr/>
            <p:nvPr/>
          </p:nvSpPr>
          <p:spPr>
            <a:xfrm>
              <a:off x="2696950" y="2024425"/>
              <a:ext cx="12375" cy="12400"/>
            </a:xfrm>
            <a:custGeom>
              <a:avLst/>
              <a:gdLst/>
              <a:ahLst/>
              <a:cxnLst/>
              <a:rect l="l" t="t" r="r" b="b"/>
              <a:pathLst>
                <a:path w="495" h="496" extrusionOk="0">
                  <a:moveTo>
                    <a:pt x="252" y="0"/>
                  </a:moveTo>
                  <a:cubicBezTo>
                    <a:pt x="108" y="0"/>
                    <a:pt x="1" y="109"/>
                    <a:pt x="1" y="245"/>
                  </a:cubicBezTo>
                  <a:cubicBezTo>
                    <a:pt x="1" y="388"/>
                    <a:pt x="108" y="496"/>
                    <a:pt x="252" y="496"/>
                  </a:cubicBezTo>
                  <a:cubicBezTo>
                    <a:pt x="388" y="496"/>
                    <a:pt x="495" y="388"/>
                    <a:pt x="495" y="245"/>
                  </a:cubicBezTo>
                  <a:cubicBezTo>
                    <a:pt x="495"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9"/>
            <p:cNvSpPr/>
            <p:nvPr/>
          </p:nvSpPr>
          <p:spPr>
            <a:xfrm>
              <a:off x="2788700" y="20244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9"/>
            <p:cNvSpPr/>
            <p:nvPr/>
          </p:nvSpPr>
          <p:spPr>
            <a:xfrm>
              <a:off x="2880675" y="2024425"/>
              <a:ext cx="12375" cy="12400"/>
            </a:xfrm>
            <a:custGeom>
              <a:avLst/>
              <a:gdLst/>
              <a:ahLst/>
              <a:cxnLst/>
              <a:rect l="l" t="t" r="r" b="b"/>
              <a:pathLst>
                <a:path w="495" h="496" extrusionOk="0">
                  <a:moveTo>
                    <a:pt x="243" y="0"/>
                  </a:moveTo>
                  <a:cubicBezTo>
                    <a:pt x="107" y="0"/>
                    <a:pt x="0" y="109"/>
                    <a:pt x="0" y="245"/>
                  </a:cubicBezTo>
                  <a:cubicBezTo>
                    <a:pt x="0" y="388"/>
                    <a:pt x="107" y="496"/>
                    <a:pt x="243" y="496"/>
                  </a:cubicBezTo>
                  <a:cubicBezTo>
                    <a:pt x="387" y="496"/>
                    <a:pt x="494" y="388"/>
                    <a:pt x="494" y="245"/>
                  </a:cubicBezTo>
                  <a:cubicBezTo>
                    <a:pt x="494" y="109"/>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9"/>
            <p:cNvSpPr/>
            <p:nvPr/>
          </p:nvSpPr>
          <p:spPr>
            <a:xfrm>
              <a:off x="2972425" y="2024425"/>
              <a:ext cx="12575" cy="12400"/>
            </a:xfrm>
            <a:custGeom>
              <a:avLst/>
              <a:gdLst/>
              <a:ahLst/>
              <a:cxnLst/>
              <a:rect l="l" t="t" r="r" b="b"/>
              <a:pathLst>
                <a:path w="503" h="496" extrusionOk="0">
                  <a:moveTo>
                    <a:pt x="251" y="0"/>
                  </a:moveTo>
                  <a:cubicBezTo>
                    <a:pt x="115" y="0"/>
                    <a:pt x="0" y="109"/>
                    <a:pt x="0" y="245"/>
                  </a:cubicBezTo>
                  <a:cubicBezTo>
                    <a:pt x="0" y="388"/>
                    <a:pt x="115" y="496"/>
                    <a:pt x="251" y="496"/>
                  </a:cubicBezTo>
                  <a:cubicBezTo>
                    <a:pt x="387" y="496"/>
                    <a:pt x="503" y="388"/>
                    <a:pt x="503" y="245"/>
                  </a:cubicBezTo>
                  <a:cubicBezTo>
                    <a:pt x="503"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9"/>
            <p:cNvSpPr/>
            <p:nvPr/>
          </p:nvSpPr>
          <p:spPr>
            <a:xfrm>
              <a:off x="3064375" y="2024425"/>
              <a:ext cx="12375" cy="12400"/>
            </a:xfrm>
            <a:custGeom>
              <a:avLst/>
              <a:gdLst/>
              <a:ahLst/>
              <a:cxnLst/>
              <a:rect l="l" t="t" r="r" b="b"/>
              <a:pathLst>
                <a:path w="495" h="496" extrusionOk="0">
                  <a:moveTo>
                    <a:pt x="243" y="0"/>
                  </a:moveTo>
                  <a:cubicBezTo>
                    <a:pt x="107" y="0"/>
                    <a:pt x="1" y="109"/>
                    <a:pt x="1" y="245"/>
                  </a:cubicBezTo>
                  <a:cubicBezTo>
                    <a:pt x="1" y="388"/>
                    <a:pt x="107" y="496"/>
                    <a:pt x="243" y="496"/>
                  </a:cubicBezTo>
                  <a:cubicBezTo>
                    <a:pt x="388" y="496"/>
                    <a:pt x="495" y="388"/>
                    <a:pt x="495" y="245"/>
                  </a:cubicBezTo>
                  <a:cubicBezTo>
                    <a:pt x="495" y="109"/>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9"/>
            <p:cNvSpPr/>
            <p:nvPr/>
          </p:nvSpPr>
          <p:spPr>
            <a:xfrm>
              <a:off x="3156125" y="20244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9"/>
            <p:cNvSpPr/>
            <p:nvPr/>
          </p:nvSpPr>
          <p:spPr>
            <a:xfrm>
              <a:off x="3247875" y="2024425"/>
              <a:ext cx="12575" cy="12400"/>
            </a:xfrm>
            <a:custGeom>
              <a:avLst/>
              <a:gdLst/>
              <a:ahLst/>
              <a:cxnLst/>
              <a:rect l="l" t="t" r="r" b="b"/>
              <a:pathLst>
                <a:path w="503"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9"/>
            <p:cNvSpPr/>
            <p:nvPr/>
          </p:nvSpPr>
          <p:spPr>
            <a:xfrm>
              <a:off x="3339850" y="2024425"/>
              <a:ext cx="12525" cy="12400"/>
            </a:xfrm>
            <a:custGeom>
              <a:avLst/>
              <a:gdLst/>
              <a:ahLst/>
              <a:cxnLst/>
              <a:rect l="l" t="t" r="r" b="b"/>
              <a:pathLst>
                <a:path w="501" h="496" extrusionOk="0">
                  <a:moveTo>
                    <a:pt x="251" y="0"/>
                  </a:moveTo>
                  <a:cubicBezTo>
                    <a:pt x="107" y="0"/>
                    <a:pt x="0" y="109"/>
                    <a:pt x="0" y="245"/>
                  </a:cubicBezTo>
                  <a:cubicBezTo>
                    <a:pt x="0" y="388"/>
                    <a:pt x="107" y="496"/>
                    <a:pt x="251" y="496"/>
                  </a:cubicBezTo>
                  <a:cubicBezTo>
                    <a:pt x="387" y="496"/>
                    <a:pt x="501" y="388"/>
                    <a:pt x="501" y="245"/>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9"/>
            <p:cNvSpPr/>
            <p:nvPr/>
          </p:nvSpPr>
          <p:spPr>
            <a:xfrm>
              <a:off x="3431575" y="20244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9"/>
            <p:cNvSpPr/>
            <p:nvPr/>
          </p:nvSpPr>
          <p:spPr>
            <a:xfrm>
              <a:off x="3523550" y="2024425"/>
              <a:ext cx="12375" cy="12400"/>
            </a:xfrm>
            <a:custGeom>
              <a:avLst/>
              <a:gdLst/>
              <a:ahLst/>
              <a:cxnLst/>
              <a:rect l="l" t="t" r="r" b="b"/>
              <a:pathLst>
                <a:path w="495" h="496" extrusionOk="0">
                  <a:moveTo>
                    <a:pt x="250" y="0"/>
                  </a:moveTo>
                  <a:cubicBezTo>
                    <a:pt x="107" y="0"/>
                    <a:pt x="0" y="109"/>
                    <a:pt x="0" y="245"/>
                  </a:cubicBezTo>
                  <a:cubicBezTo>
                    <a:pt x="0" y="388"/>
                    <a:pt x="107" y="496"/>
                    <a:pt x="250" y="496"/>
                  </a:cubicBezTo>
                  <a:cubicBezTo>
                    <a:pt x="388" y="496"/>
                    <a:pt x="494" y="388"/>
                    <a:pt x="494" y="245"/>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9"/>
            <p:cNvSpPr/>
            <p:nvPr/>
          </p:nvSpPr>
          <p:spPr>
            <a:xfrm>
              <a:off x="676400" y="21162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9"/>
            <p:cNvSpPr/>
            <p:nvPr/>
          </p:nvSpPr>
          <p:spPr>
            <a:xfrm>
              <a:off x="768325" y="2116225"/>
              <a:ext cx="12400" cy="12525"/>
            </a:xfrm>
            <a:custGeom>
              <a:avLst/>
              <a:gdLst/>
              <a:ahLst/>
              <a:cxnLst/>
              <a:rect l="l" t="t" r="r" b="b"/>
              <a:pathLst>
                <a:path w="496" h="501" extrusionOk="0">
                  <a:moveTo>
                    <a:pt x="245" y="0"/>
                  </a:moveTo>
                  <a:cubicBezTo>
                    <a:pt x="109" y="0"/>
                    <a:pt x="0" y="114"/>
                    <a:pt x="0" y="250"/>
                  </a:cubicBezTo>
                  <a:cubicBezTo>
                    <a:pt x="0" y="387"/>
                    <a:pt x="109" y="501"/>
                    <a:pt x="245" y="501"/>
                  </a:cubicBezTo>
                  <a:cubicBezTo>
                    <a:pt x="388" y="501"/>
                    <a:pt x="496" y="387"/>
                    <a:pt x="496" y="250"/>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9"/>
            <p:cNvSpPr/>
            <p:nvPr/>
          </p:nvSpPr>
          <p:spPr>
            <a:xfrm>
              <a:off x="860125" y="2116225"/>
              <a:ext cx="12525" cy="12525"/>
            </a:xfrm>
            <a:custGeom>
              <a:avLst/>
              <a:gdLst/>
              <a:ahLst/>
              <a:cxnLst/>
              <a:rect l="l" t="t" r="r" b="b"/>
              <a:pathLst>
                <a:path w="501" h="501" extrusionOk="0">
                  <a:moveTo>
                    <a:pt x="251" y="0"/>
                  </a:moveTo>
                  <a:cubicBezTo>
                    <a:pt x="114" y="0"/>
                    <a:pt x="0" y="114"/>
                    <a:pt x="0" y="250"/>
                  </a:cubicBezTo>
                  <a:cubicBezTo>
                    <a:pt x="0" y="387"/>
                    <a:pt x="114" y="501"/>
                    <a:pt x="251" y="501"/>
                  </a:cubicBezTo>
                  <a:cubicBezTo>
                    <a:pt x="387" y="501"/>
                    <a:pt x="501" y="387"/>
                    <a:pt x="501" y="250"/>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9"/>
            <p:cNvSpPr/>
            <p:nvPr/>
          </p:nvSpPr>
          <p:spPr>
            <a:xfrm>
              <a:off x="951850" y="21162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9"/>
            <p:cNvSpPr/>
            <p:nvPr/>
          </p:nvSpPr>
          <p:spPr>
            <a:xfrm>
              <a:off x="1043825" y="2116225"/>
              <a:ext cx="12375" cy="12525"/>
            </a:xfrm>
            <a:custGeom>
              <a:avLst/>
              <a:gdLst/>
              <a:ahLst/>
              <a:cxnLst/>
              <a:rect l="l" t="t" r="r" b="b"/>
              <a:pathLst>
                <a:path w="495" h="501" extrusionOk="0">
                  <a:moveTo>
                    <a:pt x="250" y="0"/>
                  </a:moveTo>
                  <a:cubicBezTo>
                    <a:pt x="107" y="0"/>
                    <a:pt x="0" y="114"/>
                    <a:pt x="0" y="250"/>
                  </a:cubicBezTo>
                  <a:cubicBezTo>
                    <a:pt x="0" y="387"/>
                    <a:pt x="107" y="501"/>
                    <a:pt x="250" y="501"/>
                  </a:cubicBezTo>
                  <a:cubicBezTo>
                    <a:pt x="388" y="501"/>
                    <a:pt x="494" y="387"/>
                    <a:pt x="494" y="250"/>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9"/>
            <p:cNvSpPr/>
            <p:nvPr/>
          </p:nvSpPr>
          <p:spPr>
            <a:xfrm>
              <a:off x="1135575" y="2116225"/>
              <a:ext cx="12575" cy="12525"/>
            </a:xfrm>
            <a:custGeom>
              <a:avLst/>
              <a:gdLst/>
              <a:ahLst/>
              <a:cxnLst/>
              <a:rect l="l" t="t" r="r" b="b"/>
              <a:pathLst>
                <a:path w="503" h="501" extrusionOk="0">
                  <a:moveTo>
                    <a:pt x="252" y="0"/>
                  </a:moveTo>
                  <a:cubicBezTo>
                    <a:pt x="116" y="0"/>
                    <a:pt x="0" y="114"/>
                    <a:pt x="0" y="250"/>
                  </a:cubicBezTo>
                  <a:cubicBezTo>
                    <a:pt x="0" y="387"/>
                    <a:pt x="116" y="501"/>
                    <a:pt x="252" y="501"/>
                  </a:cubicBezTo>
                  <a:cubicBezTo>
                    <a:pt x="387" y="501"/>
                    <a:pt x="503" y="387"/>
                    <a:pt x="503" y="250"/>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9"/>
            <p:cNvSpPr/>
            <p:nvPr/>
          </p:nvSpPr>
          <p:spPr>
            <a:xfrm>
              <a:off x="1227500" y="2116225"/>
              <a:ext cx="12400" cy="12525"/>
            </a:xfrm>
            <a:custGeom>
              <a:avLst/>
              <a:gdLst/>
              <a:ahLst/>
              <a:cxnLst/>
              <a:rect l="l" t="t" r="r" b="b"/>
              <a:pathLst>
                <a:path w="496" h="501" extrusionOk="0">
                  <a:moveTo>
                    <a:pt x="251" y="0"/>
                  </a:moveTo>
                  <a:cubicBezTo>
                    <a:pt x="109" y="0"/>
                    <a:pt x="0" y="114"/>
                    <a:pt x="0" y="250"/>
                  </a:cubicBezTo>
                  <a:cubicBezTo>
                    <a:pt x="0" y="387"/>
                    <a:pt x="109" y="501"/>
                    <a:pt x="251" y="501"/>
                  </a:cubicBezTo>
                  <a:cubicBezTo>
                    <a:pt x="387" y="501"/>
                    <a:pt x="496" y="387"/>
                    <a:pt x="496" y="250"/>
                  </a:cubicBezTo>
                  <a:cubicBezTo>
                    <a:pt x="496"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9"/>
            <p:cNvSpPr/>
            <p:nvPr/>
          </p:nvSpPr>
          <p:spPr>
            <a:xfrm>
              <a:off x="1319275" y="2116225"/>
              <a:ext cx="12550" cy="12525"/>
            </a:xfrm>
            <a:custGeom>
              <a:avLst/>
              <a:gdLst/>
              <a:ahLst/>
              <a:cxnLst/>
              <a:rect l="l" t="t" r="r" b="b"/>
              <a:pathLst>
                <a:path w="502" h="501" extrusionOk="0">
                  <a:moveTo>
                    <a:pt x="252" y="0"/>
                  </a:moveTo>
                  <a:cubicBezTo>
                    <a:pt x="114" y="0"/>
                    <a:pt x="1" y="114"/>
                    <a:pt x="1" y="250"/>
                  </a:cubicBezTo>
                  <a:cubicBezTo>
                    <a:pt x="1" y="387"/>
                    <a:pt x="114" y="501"/>
                    <a:pt x="252" y="501"/>
                  </a:cubicBezTo>
                  <a:cubicBezTo>
                    <a:pt x="388" y="501"/>
                    <a:pt x="501" y="387"/>
                    <a:pt x="501" y="250"/>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9"/>
            <p:cNvSpPr/>
            <p:nvPr/>
          </p:nvSpPr>
          <p:spPr>
            <a:xfrm>
              <a:off x="1411200" y="2116225"/>
              <a:ext cx="12425" cy="12525"/>
            </a:xfrm>
            <a:custGeom>
              <a:avLst/>
              <a:gdLst/>
              <a:ahLst/>
              <a:cxnLst/>
              <a:rect l="l" t="t" r="r" b="b"/>
              <a:pathLst>
                <a:path w="497" h="501" extrusionOk="0">
                  <a:moveTo>
                    <a:pt x="245" y="0"/>
                  </a:moveTo>
                  <a:cubicBezTo>
                    <a:pt x="109" y="0"/>
                    <a:pt x="1" y="114"/>
                    <a:pt x="1" y="250"/>
                  </a:cubicBezTo>
                  <a:cubicBezTo>
                    <a:pt x="1" y="387"/>
                    <a:pt x="109" y="501"/>
                    <a:pt x="245" y="501"/>
                  </a:cubicBezTo>
                  <a:cubicBezTo>
                    <a:pt x="388" y="501"/>
                    <a:pt x="496" y="387"/>
                    <a:pt x="496" y="250"/>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9"/>
            <p:cNvSpPr/>
            <p:nvPr/>
          </p:nvSpPr>
          <p:spPr>
            <a:xfrm>
              <a:off x="1503000" y="2116225"/>
              <a:ext cx="12525" cy="12525"/>
            </a:xfrm>
            <a:custGeom>
              <a:avLst/>
              <a:gdLst/>
              <a:ahLst/>
              <a:cxnLst/>
              <a:rect l="l" t="t" r="r" b="b"/>
              <a:pathLst>
                <a:path w="501" h="501" extrusionOk="0">
                  <a:moveTo>
                    <a:pt x="250" y="0"/>
                  </a:moveTo>
                  <a:cubicBezTo>
                    <a:pt x="114" y="0"/>
                    <a:pt x="0" y="114"/>
                    <a:pt x="0" y="250"/>
                  </a:cubicBezTo>
                  <a:cubicBezTo>
                    <a:pt x="0" y="387"/>
                    <a:pt x="114" y="501"/>
                    <a:pt x="250" y="501"/>
                  </a:cubicBezTo>
                  <a:cubicBezTo>
                    <a:pt x="387" y="501"/>
                    <a:pt x="501" y="387"/>
                    <a:pt x="501" y="250"/>
                  </a:cubicBezTo>
                  <a:cubicBezTo>
                    <a:pt x="501" y="114"/>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9"/>
            <p:cNvSpPr/>
            <p:nvPr/>
          </p:nvSpPr>
          <p:spPr>
            <a:xfrm>
              <a:off x="1594750" y="2116225"/>
              <a:ext cx="12575" cy="12525"/>
            </a:xfrm>
            <a:custGeom>
              <a:avLst/>
              <a:gdLst/>
              <a:ahLst/>
              <a:cxnLst/>
              <a:rect l="l" t="t" r="r" b="b"/>
              <a:pathLst>
                <a:path w="503" h="501" extrusionOk="0">
                  <a:moveTo>
                    <a:pt x="251" y="0"/>
                  </a:moveTo>
                  <a:cubicBezTo>
                    <a:pt x="115" y="0"/>
                    <a:pt x="0" y="114"/>
                    <a:pt x="0" y="250"/>
                  </a:cubicBezTo>
                  <a:cubicBezTo>
                    <a:pt x="0" y="387"/>
                    <a:pt x="115" y="501"/>
                    <a:pt x="251" y="501"/>
                  </a:cubicBezTo>
                  <a:cubicBezTo>
                    <a:pt x="394" y="501"/>
                    <a:pt x="503" y="387"/>
                    <a:pt x="503" y="250"/>
                  </a:cubicBezTo>
                  <a:cubicBezTo>
                    <a:pt x="503" y="114"/>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9"/>
            <p:cNvSpPr/>
            <p:nvPr/>
          </p:nvSpPr>
          <p:spPr>
            <a:xfrm>
              <a:off x="1686650" y="21162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9"/>
            <p:cNvSpPr/>
            <p:nvPr/>
          </p:nvSpPr>
          <p:spPr>
            <a:xfrm>
              <a:off x="1778450" y="2116225"/>
              <a:ext cx="12550" cy="12525"/>
            </a:xfrm>
            <a:custGeom>
              <a:avLst/>
              <a:gdLst/>
              <a:ahLst/>
              <a:cxnLst/>
              <a:rect l="l" t="t" r="r" b="b"/>
              <a:pathLst>
                <a:path w="502" h="501" extrusionOk="0">
                  <a:moveTo>
                    <a:pt x="252" y="0"/>
                  </a:moveTo>
                  <a:cubicBezTo>
                    <a:pt x="114" y="0"/>
                    <a:pt x="1" y="114"/>
                    <a:pt x="1" y="250"/>
                  </a:cubicBezTo>
                  <a:cubicBezTo>
                    <a:pt x="1" y="387"/>
                    <a:pt x="114" y="501"/>
                    <a:pt x="252" y="501"/>
                  </a:cubicBezTo>
                  <a:cubicBezTo>
                    <a:pt x="388" y="501"/>
                    <a:pt x="501" y="387"/>
                    <a:pt x="501" y="250"/>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9"/>
            <p:cNvSpPr/>
            <p:nvPr/>
          </p:nvSpPr>
          <p:spPr>
            <a:xfrm>
              <a:off x="1870375" y="2116225"/>
              <a:ext cx="12400" cy="12525"/>
            </a:xfrm>
            <a:custGeom>
              <a:avLst/>
              <a:gdLst/>
              <a:ahLst/>
              <a:cxnLst/>
              <a:rect l="l" t="t" r="r" b="b"/>
              <a:pathLst>
                <a:path w="496" h="501" extrusionOk="0">
                  <a:moveTo>
                    <a:pt x="252" y="0"/>
                  </a:moveTo>
                  <a:cubicBezTo>
                    <a:pt x="109" y="0"/>
                    <a:pt x="0" y="114"/>
                    <a:pt x="0" y="250"/>
                  </a:cubicBezTo>
                  <a:cubicBezTo>
                    <a:pt x="0" y="387"/>
                    <a:pt x="109" y="501"/>
                    <a:pt x="252" y="501"/>
                  </a:cubicBezTo>
                  <a:cubicBezTo>
                    <a:pt x="387" y="501"/>
                    <a:pt x="496" y="387"/>
                    <a:pt x="496" y="250"/>
                  </a:cubicBezTo>
                  <a:cubicBezTo>
                    <a:pt x="496"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9"/>
            <p:cNvSpPr/>
            <p:nvPr/>
          </p:nvSpPr>
          <p:spPr>
            <a:xfrm>
              <a:off x="1962150" y="2116225"/>
              <a:ext cx="12550" cy="12525"/>
            </a:xfrm>
            <a:custGeom>
              <a:avLst/>
              <a:gdLst/>
              <a:ahLst/>
              <a:cxnLst/>
              <a:rect l="l" t="t" r="r" b="b"/>
              <a:pathLst>
                <a:path w="502" h="501" extrusionOk="0">
                  <a:moveTo>
                    <a:pt x="250" y="0"/>
                  </a:moveTo>
                  <a:cubicBezTo>
                    <a:pt x="114" y="0"/>
                    <a:pt x="1" y="114"/>
                    <a:pt x="1" y="250"/>
                  </a:cubicBezTo>
                  <a:cubicBezTo>
                    <a:pt x="1" y="387"/>
                    <a:pt x="114" y="501"/>
                    <a:pt x="250" y="501"/>
                  </a:cubicBezTo>
                  <a:cubicBezTo>
                    <a:pt x="388" y="501"/>
                    <a:pt x="502" y="387"/>
                    <a:pt x="502" y="250"/>
                  </a:cubicBezTo>
                  <a:cubicBezTo>
                    <a:pt x="502"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9"/>
            <p:cNvSpPr/>
            <p:nvPr/>
          </p:nvSpPr>
          <p:spPr>
            <a:xfrm>
              <a:off x="2054075" y="2116225"/>
              <a:ext cx="12425" cy="12525"/>
            </a:xfrm>
            <a:custGeom>
              <a:avLst/>
              <a:gdLst/>
              <a:ahLst/>
              <a:cxnLst/>
              <a:rect l="l" t="t" r="r" b="b"/>
              <a:pathLst>
                <a:path w="497" h="501" extrusionOk="0">
                  <a:moveTo>
                    <a:pt x="252" y="0"/>
                  </a:moveTo>
                  <a:cubicBezTo>
                    <a:pt x="109" y="0"/>
                    <a:pt x="1" y="114"/>
                    <a:pt x="1" y="250"/>
                  </a:cubicBezTo>
                  <a:cubicBezTo>
                    <a:pt x="1" y="387"/>
                    <a:pt x="109" y="501"/>
                    <a:pt x="252" y="501"/>
                  </a:cubicBezTo>
                  <a:cubicBezTo>
                    <a:pt x="388" y="501"/>
                    <a:pt x="496" y="387"/>
                    <a:pt x="496" y="250"/>
                  </a:cubicBezTo>
                  <a:cubicBezTo>
                    <a:pt x="496"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9"/>
            <p:cNvSpPr/>
            <p:nvPr/>
          </p:nvSpPr>
          <p:spPr>
            <a:xfrm>
              <a:off x="2145825" y="21162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9"/>
            <p:cNvSpPr/>
            <p:nvPr/>
          </p:nvSpPr>
          <p:spPr>
            <a:xfrm>
              <a:off x="2237800" y="2116225"/>
              <a:ext cx="12350" cy="12525"/>
            </a:xfrm>
            <a:custGeom>
              <a:avLst/>
              <a:gdLst/>
              <a:ahLst/>
              <a:cxnLst/>
              <a:rect l="l" t="t" r="r" b="b"/>
              <a:pathLst>
                <a:path w="494" h="501" extrusionOk="0">
                  <a:moveTo>
                    <a:pt x="244" y="0"/>
                  </a:moveTo>
                  <a:cubicBezTo>
                    <a:pt x="107" y="0"/>
                    <a:pt x="0" y="114"/>
                    <a:pt x="0" y="250"/>
                  </a:cubicBezTo>
                  <a:cubicBezTo>
                    <a:pt x="0" y="387"/>
                    <a:pt x="107" y="501"/>
                    <a:pt x="244" y="501"/>
                  </a:cubicBezTo>
                  <a:cubicBezTo>
                    <a:pt x="387" y="501"/>
                    <a:pt x="494" y="387"/>
                    <a:pt x="494" y="250"/>
                  </a:cubicBezTo>
                  <a:cubicBezTo>
                    <a:pt x="494" y="114"/>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9"/>
            <p:cNvSpPr/>
            <p:nvPr/>
          </p:nvSpPr>
          <p:spPr>
            <a:xfrm>
              <a:off x="2329550" y="2116225"/>
              <a:ext cx="12575" cy="12525"/>
            </a:xfrm>
            <a:custGeom>
              <a:avLst/>
              <a:gdLst/>
              <a:ahLst/>
              <a:cxnLst/>
              <a:rect l="l" t="t" r="r" b="b"/>
              <a:pathLst>
                <a:path w="503" h="501" extrusionOk="0">
                  <a:moveTo>
                    <a:pt x="251" y="0"/>
                  </a:moveTo>
                  <a:cubicBezTo>
                    <a:pt x="115" y="0"/>
                    <a:pt x="0" y="114"/>
                    <a:pt x="0" y="250"/>
                  </a:cubicBezTo>
                  <a:cubicBezTo>
                    <a:pt x="0" y="387"/>
                    <a:pt x="115" y="501"/>
                    <a:pt x="251" y="501"/>
                  </a:cubicBezTo>
                  <a:cubicBezTo>
                    <a:pt x="387" y="501"/>
                    <a:pt x="502" y="387"/>
                    <a:pt x="502" y="250"/>
                  </a:cubicBezTo>
                  <a:cubicBezTo>
                    <a:pt x="502"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9"/>
            <p:cNvSpPr/>
            <p:nvPr/>
          </p:nvSpPr>
          <p:spPr>
            <a:xfrm>
              <a:off x="2421325" y="2116225"/>
              <a:ext cx="12550" cy="12525"/>
            </a:xfrm>
            <a:custGeom>
              <a:avLst/>
              <a:gdLst/>
              <a:ahLst/>
              <a:cxnLst/>
              <a:rect l="l" t="t" r="r" b="b"/>
              <a:pathLst>
                <a:path w="502" h="501" extrusionOk="0">
                  <a:moveTo>
                    <a:pt x="250" y="0"/>
                  </a:moveTo>
                  <a:cubicBezTo>
                    <a:pt x="114" y="0"/>
                    <a:pt x="1" y="114"/>
                    <a:pt x="1" y="250"/>
                  </a:cubicBezTo>
                  <a:cubicBezTo>
                    <a:pt x="1" y="387"/>
                    <a:pt x="114" y="501"/>
                    <a:pt x="250" y="501"/>
                  </a:cubicBezTo>
                  <a:cubicBezTo>
                    <a:pt x="395" y="501"/>
                    <a:pt x="501" y="387"/>
                    <a:pt x="501" y="250"/>
                  </a:cubicBezTo>
                  <a:cubicBezTo>
                    <a:pt x="501" y="114"/>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9"/>
            <p:cNvSpPr/>
            <p:nvPr/>
          </p:nvSpPr>
          <p:spPr>
            <a:xfrm>
              <a:off x="2513250" y="2116225"/>
              <a:ext cx="12575" cy="12525"/>
            </a:xfrm>
            <a:custGeom>
              <a:avLst/>
              <a:gdLst/>
              <a:ahLst/>
              <a:cxnLst/>
              <a:rect l="l" t="t" r="r" b="b"/>
              <a:pathLst>
                <a:path w="503" h="501" extrusionOk="0">
                  <a:moveTo>
                    <a:pt x="252" y="0"/>
                  </a:moveTo>
                  <a:cubicBezTo>
                    <a:pt x="109" y="0"/>
                    <a:pt x="0" y="114"/>
                    <a:pt x="0" y="250"/>
                  </a:cubicBezTo>
                  <a:cubicBezTo>
                    <a:pt x="0" y="387"/>
                    <a:pt x="109"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9"/>
            <p:cNvSpPr/>
            <p:nvPr/>
          </p:nvSpPr>
          <p:spPr>
            <a:xfrm>
              <a:off x="2605000" y="2116225"/>
              <a:ext cx="12575" cy="12525"/>
            </a:xfrm>
            <a:custGeom>
              <a:avLst/>
              <a:gdLst/>
              <a:ahLst/>
              <a:cxnLst/>
              <a:rect l="l" t="t" r="r" b="b"/>
              <a:pathLst>
                <a:path w="503" h="501" extrusionOk="0">
                  <a:moveTo>
                    <a:pt x="252" y="0"/>
                  </a:moveTo>
                  <a:cubicBezTo>
                    <a:pt x="116" y="0"/>
                    <a:pt x="0" y="114"/>
                    <a:pt x="0" y="250"/>
                  </a:cubicBezTo>
                  <a:cubicBezTo>
                    <a:pt x="0" y="387"/>
                    <a:pt x="116" y="501"/>
                    <a:pt x="252" y="501"/>
                  </a:cubicBezTo>
                  <a:cubicBezTo>
                    <a:pt x="387" y="501"/>
                    <a:pt x="503" y="387"/>
                    <a:pt x="503" y="250"/>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9"/>
            <p:cNvSpPr/>
            <p:nvPr/>
          </p:nvSpPr>
          <p:spPr>
            <a:xfrm>
              <a:off x="2696950" y="2116225"/>
              <a:ext cx="12375" cy="12525"/>
            </a:xfrm>
            <a:custGeom>
              <a:avLst/>
              <a:gdLst/>
              <a:ahLst/>
              <a:cxnLst/>
              <a:rect l="l" t="t" r="r" b="b"/>
              <a:pathLst>
                <a:path w="495" h="501" extrusionOk="0">
                  <a:moveTo>
                    <a:pt x="252" y="0"/>
                  </a:moveTo>
                  <a:cubicBezTo>
                    <a:pt x="108" y="0"/>
                    <a:pt x="1" y="114"/>
                    <a:pt x="1" y="250"/>
                  </a:cubicBezTo>
                  <a:cubicBezTo>
                    <a:pt x="1" y="387"/>
                    <a:pt x="108" y="501"/>
                    <a:pt x="252" y="501"/>
                  </a:cubicBezTo>
                  <a:cubicBezTo>
                    <a:pt x="388" y="501"/>
                    <a:pt x="495" y="387"/>
                    <a:pt x="495" y="250"/>
                  </a:cubicBezTo>
                  <a:cubicBezTo>
                    <a:pt x="495"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9"/>
            <p:cNvSpPr/>
            <p:nvPr/>
          </p:nvSpPr>
          <p:spPr>
            <a:xfrm>
              <a:off x="2788700" y="21162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9"/>
            <p:cNvSpPr/>
            <p:nvPr/>
          </p:nvSpPr>
          <p:spPr>
            <a:xfrm>
              <a:off x="2880675" y="2116225"/>
              <a:ext cx="12375" cy="12525"/>
            </a:xfrm>
            <a:custGeom>
              <a:avLst/>
              <a:gdLst/>
              <a:ahLst/>
              <a:cxnLst/>
              <a:rect l="l" t="t" r="r" b="b"/>
              <a:pathLst>
                <a:path w="495" h="501" extrusionOk="0">
                  <a:moveTo>
                    <a:pt x="243" y="0"/>
                  </a:moveTo>
                  <a:cubicBezTo>
                    <a:pt x="107" y="0"/>
                    <a:pt x="0" y="114"/>
                    <a:pt x="0" y="250"/>
                  </a:cubicBezTo>
                  <a:cubicBezTo>
                    <a:pt x="0" y="387"/>
                    <a:pt x="107" y="501"/>
                    <a:pt x="243" y="501"/>
                  </a:cubicBezTo>
                  <a:cubicBezTo>
                    <a:pt x="387" y="501"/>
                    <a:pt x="494" y="387"/>
                    <a:pt x="494" y="250"/>
                  </a:cubicBezTo>
                  <a:cubicBezTo>
                    <a:pt x="494" y="114"/>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9"/>
            <p:cNvSpPr/>
            <p:nvPr/>
          </p:nvSpPr>
          <p:spPr>
            <a:xfrm>
              <a:off x="2972425" y="2116225"/>
              <a:ext cx="12575" cy="12525"/>
            </a:xfrm>
            <a:custGeom>
              <a:avLst/>
              <a:gdLst/>
              <a:ahLst/>
              <a:cxnLst/>
              <a:rect l="l" t="t" r="r" b="b"/>
              <a:pathLst>
                <a:path w="503" h="501" extrusionOk="0">
                  <a:moveTo>
                    <a:pt x="251" y="0"/>
                  </a:moveTo>
                  <a:cubicBezTo>
                    <a:pt x="115" y="0"/>
                    <a:pt x="0" y="114"/>
                    <a:pt x="0" y="250"/>
                  </a:cubicBezTo>
                  <a:cubicBezTo>
                    <a:pt x="0" y="387"/>
                    <a:pt x="115" y="501"/>
                    <a:pt x="251" y="501"/>
                  </a:cubicBezTo>
                  <a:cubicBezTo>
                    <a:pt x="387" y="501"/>
                    <a:pt x="503" y="387"/>
                    <a:pt x="503" y="250"/>
                  </a:cubicBezTo>
                  <a:cubicBezTo>
                    <a:pt x="503"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9"/>
            <p:cNvSpPr/>
            <p:nvPr/>
          </p:nvSpPr>
          <p:spPr>
            <a:xfrm>
              <a:off x="3064375" y="2116225"/>
              <a:ext cx="12375" cy="12525"/>
            </a:xfrm>
            <a:custGeom>
              <a:avLst/>
              <a:gdLst/>
              <a:ahLst/>
              <a:cxnLst/>
              <a:rect l="l" t="t" r="r" b="b"/>
              <a:pathLst>
                <a:path w="495" h="501" extrusionOk="0">
                  <a:moveTo>
                    <a:pt x="243" y="0"/>
                  </a:moveTo>
                  <a:cubicBezTo>
                    <a:pt x="107" y="0"/>
                    <a:pt x="1" y="114"/>
                    <a:pt x="1" y="250"/>
                  </a:cubicBezTo>
                  <a:cubicBezTo>
                    <a:pt x="1" y="387"/>
                    <a:pt x="107" y="501"/>
                    <a:pt x="243" y="501"/>
                  </a:cubicBezTo>
                  <a:cubicBezTo>
                    <a:pt x="388" y="501"/>
                    <a:pt x="495" y="387"/>
                    <a:pt x="495" y="250"/>
                  </a:cubicBezTo>
                  <a:cubicBezTo>
                    <a:pt x="495" y="114"/>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9"/>
            <p:cNvSpPr/>
            <p:nvPr/>
          </p:nvSpPr>
          <p:spPr>
            <a:xfrm>
              <a:off x="3156125" y="21162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9"/>
            <p:cNvSpPr/>
            <p:nvPr/>
          </p:nvSpPr>
          <p:spPr>
            <a:xfrm>
              <a:off x="3247875" y="2116225"/>
              <a:ext cx="12575" cy="12525"/>
            </a:xfrm>
            <a:custGeom>
              <a:avLst/>
              <a:gdLst/>
              <a:ahLst/>
              <a:cxnLst/>
              <a:rect l="l" t="t" r="r" b="b"/>
              <a:pathLst>
                <a:path w="503"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9"/>
            <p:cNvSpPr/>
            <p:nvPr/>
          </p:nvSpPr>
          <p:spPr>
            <a:xfrm>
              <a:off x="3339850" y="2116225"/>
              <a:ext cx="12525" cy="12525"/>
            </a:xfrm>
            <a:custGeom>
              <a:avLst/>
              <a:gdLst/>
              <a:ahLst/>
              <a:cxnLst/>
              <a:rect l="l" t="t" r="r" b="b"/>
              <a:pathLst>
                <a:path w="501" h="501" extrusionOk="0">
                  <a:moveTo>
                    <a:pt x="251" y="0"/>
                  </a:moveTo>
                  <a:cubicBezTo>
                    <a:pt x="107" y="0"/>
                    <a:pt x="0" y="114"/>
                    <a:pt x="0" y="250"/>
                  </a:cubicBezTo>
                  <a:cubicBezTo>
                    <a:pt x="0" y="387"/>
                    <a:pt x="107" y="501"/>
                    <a:pt x="251" y="501"/>
                  </a:cubicBezTo>
                  <a:cubicBezTo>
                    <a:pt x="387" y="501"/>
                    <a:pt x="501" y="387"/>
                    <a:pt x="501" y="250"/>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9"/>
            <p:cNvSpPr/>
            <p:nvPr/>
          </p:nvSpPr>
          <p:spPr>
            <a:xfrm>
              <a:off x="3431575" y="21162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9"/>
            <p:cNvSpPr/>
            <p:nvPr/>
          </p:nvSpPr>
          <p:spPr>
            <a:xfrm>
              <a:off x="3523550" y="2116225"/>
              <a:ext cx="12375" cy="12525"/>
            </a:xfrm>
            <a:custGeom>
              <a:avLst/>
              <a:gdLst/>
              <a:ahLst/>
              <a:cxnLst/>
              <a:rect l="l" t="t" r="r" b="b"/>
              <a:pathLst>
                <a:path w="495" h="501" extrusionOk="0">
                  <a:moveTo>
                    <a:pt x="250" y="0"/>
                  </a:moveTo>
                  <a:cubicBezTo>
                    <a:pt x="107" y="0"/>
                    <a:pt x="0" y="114"/>
                    <a:pt x="0" y="250"/>
                  </a:cubicBezTo>
                  <a:cubicBezTo>
                    <a:pt x="0" y="387"/>
                    <a:pt x="107" y="501"/>
                    <a:pt x="250" y="501"/>
                  </a:cubicBezTo>
                  <a:cubicBezTo>
                    <a:pt x="388" y="501"/>
                    <a:pt x="494" y="387"/>
                    <a:pt x="494" y="250"/>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9"/>
            <p:cNvSpPr/>
            <p:nvPr/>
          </p:nvSpPr>
          <p:spPr>
            <a:xfrm>
              <a:off x="676400" y="22079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9"/>
            <p:cNvSpPr/>
            <p:nvPr/>
          </p:nvSpPr>
          <p:spPr>
            <a:xfrm>
              <a:off x="768325" y="2207950"/>
              <a:ext cx="12400" cy="12600"/>
            </a:xfrm>
            <a:custGeom>
              <a:avLst/>
              <a:gdLst/>
              <a:ahLst/>
              <a:cxnLst/>
              <a:rect l="l" t="t" r="r" b="b"/>
              <a:pathLst>
                <a:path w="496" h="504"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9"/>
            <p:cNvSpPr/>
            <p:nvPr/>
          </p:nvSpPr>
          <p:spPr>
            <a:xfrm>
              <a:off x="860125" y="2207950"/>
              <a:ext cx="12525" cy="12600"/>
            </a:xfrm>
            <a:custGeom>
              <a:avLst/>
              <a:gdLst/>
              <a:ahLst/>
              <a:cxnLst/>
              <a:rect l="l" t="t" r="r" b="b"/>
              <a:pathLst>
                <a:path w="501" h="504"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9"/>
            <p:cNvSpPr/>
            <p:nvPr/>
          </p:nvSpPr>
          <p:spPr>
            <a:xfrm>
              <a:off x="951850" y="22079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9"/>
            <p:cNvSpPr/>
            <p:nvPr/>
          </p:nvSpPr>
          <p:spPr>
            <a:xfrm>
              <a:off x="1043825" y="220795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9"/>
            <p:cNvSpPr/>
            <p:nvPr/>
          </p:nvSpPr>
          <p:spPr>
            <a:xfrm>
              <a:off x="1135575" y="220795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9"/>
            <p:cNvSpPr/>
            <p:nvPr/>
          </p:nvSpPr>
          <p:spPr>
            <a:xfrm>
              <a:off x="1227500" y="2207950"/>
              <a:ext cx="12400" cy="12600"/>
            </a:xfrm>
            <a:custGeom>
              <a:avLst/>
              <a:gdLst/>
              <a:ahLst/>
              <a:cxnLst/>
              <a:rect l="l" t="t" r="r" b="b"/>
              <a:pathLst>
                <a:path w="496" h="504"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9"/>
            <p:cNvSpPr/>
            <p:nvPr/>
          </p:nvSpPr>
          <p:spPr>
            <a:xfrm>
              <a:off x="1319275" y="220795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9"/>
            <p:cNvSpPr/>
            <p:nvPr/>
          </p:nvSpPr>
          <p:spPr>
            <a:xfrm>
              <a:off x="1411200" y="2207950"/>
              <a:ext cx="12425" cy="12600"/>
            </a:xfrm>
            <a:custGeom>
              <a:avLst/>
              <a:gdLst/>
              <a:ahLst/>
              <a:cxnLst/>
              <a:rect l="l" t="t" r="r" b="b"/>
              <a:pathLst>
                <a:path w="497" h="504"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9"/>
            <p:cNvSpPr/>
            <p:nvPr/>
          </p:nvSpPr>
          <p:spPr>
            <a:xfrm>
              <a:off x="1503000" y="2207950"/>
              <a:ext cx="12525" cy="12600"/>
            </a:xfrm>
            <a:custGeom>
              <a:avLst/>
              <a:gdLst/>
              <a:ahLst/>
              <a:cxnLst/>
              <a:rect l="l" t="t" r="r" b="b"/>
              <a:pathLst>
                <a:path w="501" h="504"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9"/>
            <p:cNvSpPr/>
            <p:nvPr/>
          </p:nvSpPr>
          <p:spPr>
            <a:xfrm>
              <a:off x="1594750" y="220795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9"/>
            <p:cNvSpPr/>
            <p:nvPr/>
          </p:nvSpPr>
          <p:spPr>
            <a:xfrm>
              <a:off x="1686650" y="22079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9"/>
            <p:cNvSpPr/>
            <p:nvPr/>
          </p:nvSpPr>
          <p:spPr>
            <a:xfrm>
              <a:off x="1778450" y="220795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9"/>
            <p:cNvSpPr/>
            <p:nvPr/>
          </p:nvSpPr>
          <p:spPr>
            <a:xfrm>
              <a:off x="1870375" y="2207950"/>
              <a:ext cx="12400" cy="12600"/>
            </a:xfrm>
            <a:custGeom>
              <a:avLst/>
              <a:gdLst/>
              <a:ahLst/>
              <a:cxnLst/>
              <a:rect l="l" t="t" r="r" b="b"/>
              <a:pathLst>
                <a:path w="496" h="504"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9"/>
            <p:cNvSpPr/>
            <p:nvPr/>
          </p:nvSpPr>
          <p:spPr>
            <a:xfrm>
              <a:off x="1962150" y="220795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9"/>
            <p:cNvSpPr/>
            <p:nvPr/>
          </p:nvSpPr>
          <p:spPr>
            <a:xfrm>
              <a:off x="2054075" y="2207950"/>
              <a:ext cx="12425" cy="12600"/>
            </a:xfrm>
            <a:custGeom>
              <a:avLst/>
              <a:gdLst/>
              <a:ahLst/>
              <a:cxnLst/>
              <a:rect l="l" t="t" r="r" b="b"/>
              <a:pathLst>
                <a:path w="497" h="504"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9"/>
            <p:cNvSpPr/>
            <p:nvPr/>
          </p:nvSpPr>
          <p:spPr>
            <a:xfrm>
              <a:off x="2145825" y="22079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9"/>
            <p:cNvSpPr/>
            <p:nvPr/>
          </p:nvSpPr>
          <p:spPr>
            <a:xfrm>
              <a:off x="2237800" y="2207950"/>
              <a:ext cx="12350" cy="12600"/>
            </a:xfrm>
            <a:custGeom>
              <a:avLst/>
              <a:gdLst/>
              <a:ahLst/>
              <a:cxnLst/>
              <a:rect l="l" t="t" r="r" b="b"/>
              <a:pathLst>
                <a:path w="494" h="504"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9"/>
            <p:cNvSpPr/>
            <p:nvPr/>
          </p:nvSpPr>
          <p:spPr>
            <a:xfrm>
              <a:off x="2329550" y="220795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9"/>
            <p:cNvSpPr/>
            <p:nvPr/>
          </p:nvSpPr>
          <p:spPr>
            <a:xfrm>
              <a:off x="2421325" y="220795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9"/>
            <p:cNvSpPr/>
            <p:nvPr/>
          </p:nvSpPr>
          <p:spPr>
            <a:xfrm>
              <a:off x="2513250" y="2207950"/>
              <a:ext cx="12575" cy="12600"/>
            </a:xfrm>
            <a:custGeom>
              <a:avLst/>
              <a:gdLst/>
              <a:ahLst/>
              <a:cxnLst/>
              <a:rect l="l" t="t" r="r" b="b"/>
              <a:pathLst>
                <a:path w="503" h="504"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9"/>
            <p:cNvSpPr/>
            <p:nvPr/>
          </p:nvSpPr>
          <p:spPr>
            <a:xfrm>
              <a:off x="2605000" y="220795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9"/>
            <p:cNvSpPr/>
            <p:nvPr/>
          </p:nvSpPr>
          <p:spPr>
            <a:xfrm>
              <a:off x="2696950" y="2207950"/>
              <a:ext cx="12375" cy="12600"/>
            </a:xfrm>
            <a:custGeom>
              <a:avLst/>
              <a:gdLst/>
              <a:ahLst/>
              <a:cxnLst/>
              <a:rect l="l" t="t" r="r" b="b"/>
              <a:pathLst>
                <a:path w="495" h="504"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9"/>
            <p:cNvSpPr/>
            <p:nvPr/>
          </p:nvSpPr>
          <p:spPr>
            <a:xfrm>
              <a:off x="2788700" y="22079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9"/>
            <p:cNvSpPr/>
            <p:nvPr/>
          </p:nvSpPr>
          <p:spPr>
            <a:xfrm>
              <a:off x="2880675" y="2207950"/>
              <a:ext cx="12375" cy="12600"/>
            </a:xfrm>
            <a:custGeom>
              <a:avLst/>
              <a:gdLst/>
              <a:ahLst/>
              <a:cxnLst/>
              <a:rect l="l" t="t" r="r" b="b"/>
              <a:pathLst>
                <a:path w="495" h="504"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9"/>
            <p:cNvSpPr/>
            <p:nvPr/>
          </p:nvSpPr>
          <p:spPr>
            <a:xfrm>
              <a:off x="2972425" y="220795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9"/>
            <p:cNvSpPr/>
            <p:nvPr/>
          </p:nvSpPr>
          <p:spPr>
            <a:xfrm>
              <a:off x="3064375" y="2207950"/>
              <a:ext cx="12375" cy="12600"/>
            </a:xfrm>
            <a:custGeom>
              <a:avLst/>
              <a:gdLst/>
              <a:ahLst/>
              <a:cxnLst/>
              <a:rect l="l" t="t" r="r" b="b"/>
              <a:pathLst>
                <a:path w="495" h="504"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9"/>
            <p:cNvSpPr/>
            <p:nvPr/>
          </p:nvSpPr>
          <p:spPr>
            <a:xfrm>
              <a:off x="3156125" y="22079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9"/>
            <p:cNvSpPr/>
            <p:nvPr/>
          </p:nvSpPr>
          <p:spPr>
            <a:xfrm>
              <a:off x="3247875" y="2207950"/>
              <a:ext cx="12575" cy="12600"/>
            </a:xfrm>
            <a:custGeom>
              <a:avLst/>
              <a:gdLst/>
              <a:ahLst/>
              <a:cxnLst/>
              <a:rect l="l" t="t" r="r" b="b"/>
              <a:pathLst>
                <a:path w="503"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9"/>
            <p:cNvSpPr/>
            <p:nvPr/>
          </p:nvSpPr>
          <p:spPr>
            <a:xfrm>
              <a:off x="3339850" y="2207950"/>
              <a:ext cx="12525" cy="12600"/>
            </a:xfrm>
            <a:custGeom>
              <a:avLst/>
              <a:gdLst/>
              <a:ahLst/>
              <a:cxnLst/>
              <a:rect l="l" t="t" r="r" b="b"/>
              <a:pathLst>
                <a:path w="501" h="504"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9"/>
            <p:cNvSpPr/>
            <p:nvPr/>
          </p:nvSpPr>
          <p:spPr>
            <a:xfrm>
              <a:off x="3431575" y="22079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9"/>
            <p:cNvSpPr/>
            <p:nvPr/>
          </p:nvSpPr>
          <p:spPr>
            <a:xfrm>
              <a:off x="3523550" y="220795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9"/>
            <p:cNvSpPr/>
            <p:nvPr/>
          </p:nvSpPr>
          <p:spPr>
            <a:xfrm>
              <a:off x="676400" y="2299875"/>
              <a:ext cx="12600" cy="12600"/>
            </a:xfrm>
            <a:custGeom>
              <a:avLst/>
              <a:gdLst/>
              <a:ahLst/>
              <a:cxnLst/>
              <a:rect l="l" t="t" r="r" b="b"/>
              <a:pathLst>
                <a:path w="504" h="504" extrusionOk="0">
                  <a:moveTo>
                    <a:pt x="252" y="1"/>
                  </a:moveTo>
                  <a:cubicBezTo>
                    <a:pt x="116" y="1"/>
                    <a:pt x="1" y="109"/>
                    <a:pt x="1" y="252"/>
                  </a:cubicBezTo>
                  <a:cubicBezTo>
                    <a:pt x="1" y="388"/>
                    <a:pt x="116" y="503"/>
                    <a:pt x="252" y="503"/>
                  </a:cubicBezTo>
                  <a:cubicBezTo>
                    <a:pt x="388" y="503"/>
                    <a:pt x="503" y="388"/>
                    <a:pt x="503" y="252"/>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9"/>
            <p:cNvSpPr/>
            <p:nvPr/>
          </p:nvSpPr>
          <p:spPr>
            <a:xfrm>
              <a:off x="768325" y="2299875"/>
              <a:ext cx="12400" cy="12600"/>
            </a:xfrm>
            <a:custGeom>
              <a:avLst/>
              <a:gdLst/>
              <a:ahLst/>
              <a:cxnLst/>
              <a:rect l="l" t="t" r="r" b="b"/>
              <a:pathLst>
                <a:path w="496" h="504" extrusionOk="0">
                  <a:moveTo>
                    <a:pt x="245" y="1"/>
                  </a:moveTo>
                  <a:cubicBezTo>
                    <a:pt x="109" y="1"/>
                    <a:pt x="0" y="109"/>
                    <a:pt x="0" y="252"/>
                  </a:cubicBezTo>
                  <a:cubicBezTo>
                    <a:pt x="0" y="388"/>
                    <a:pt x="109" y="503"/>
                    <a:pt x="245" y="503"/>
                  </a:cubicBezTo>
                  <a:cubicBezTo>
                    <a:pt x="388" y="503"/>
                    <a:pt x="496" y="388"/>
                    <a:pt x="496" y="252"/>
                  </a:cubicBezTo>
                  <a:cubicBezTo>
                    <a:pt x="496" y="109"/>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9"/>
            <p:cNvSpPr/>
            <p:nvPr/>
          </p:nvSpPr>
          <p:spPr>
            <a:xfrm>
              <a:off x="860125" y="2299875"/>
              <a:ext cx="12525" cy="12600"/>
            </a:xfrm>
            <a:custGeom>
              <a:avLst/>
              <a:gdLst/>
              <a:ahLst/>
              <a:cxnLst/>
              <a:rect l="l" t="t" r="r" b="b"/>
              <a:pathLst>
                <a:path w="501" h="504" extrusionOk="0">
                  <a:moveTo>
                    <a:pt x="251" y="1"/>
                  </a:moveTo>
                  <a:cubicBezTo>
                    <a:pt x="114" y="1"/>
                    <a:pt x="0" y="109"/>
                    <a:pt x="0" y="252"/>
                  </a:cubicBezTo>
                  <a:cubicBezTo>
                    <a:pt x="0" y="388"/>
                    <a:pt x="114" y="503"/>
                    <a:pt x="251" y="503"/>
                  </a:cubicBezTo>
                  <a:cubicBezTo>
                    <a:pt x="387" y="503"/>
                    <a:pt x="501" y="388"/>
                    <a:pt x="501" y="252"/>
                  </a:cubicBezTo>
                  <a:cubicBezTo>
                    <a:pt x="501"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9"/>
            <p:cNvSpPr/>
            <p:nvPr/>
          </p:nvSpPr>
          <p:spPr>
            <a:xfrm>
              <a:off x="951850" y="2299875"/>
              <a:ext cx="12600" cy="12600"/>
            </a:xfrm>
            <a:custGeom>
              <a:avLst/>
              <a:gdLst/>
              <a:ahLst/>
              <a:cxnLst/>
              <a:rect l="l" t="t" r="r" b="b"/>
              <a:pathLst>
                <a:path w="504" h="504" extrusionOk="0">
                  <a:moveTo>
                    <a:pt x="252" y="1"/>
                  </a:moveTo>
                  <a:cubicBezTo>
                    <a:pt x="116" y="1"/>
                    <a:pt x="1" y="109"/>
                    <a:pt x="1" y="252"/>
                  </a:cubicBezTo>
                  <a:cubicBezTo>
                    <a:pt x="1" y="388"/>
                    <a:pt x="116" y="503"/>
                    <a:pt x="252" y="503"/>
                  </a:cubicBezTo>
                  <a:cubicBezTo>
                    <a:pt x="388" y="503"/>
                    <a:pt x="503" y="388"/>
                    <a:pt x="503" y="252"/>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9"/>
            <p:cNvSpPr/>
            <p:nvPr/>
          </p:nvSpPr>
          <p:spPr>
            <a:xfrm>
              <a:off x="1043825" y="2299875"/>
              <a:ext cx="12375" cy="12600"/>
            </a:xfrm>
            <a:custGeom>
              <a:avLst/>
              <a:gdLst/>
              <a:ahLst/>
              <a:cxnLst/>
              <a:rect l="l" t="t" r="r" b="b"/>
              <a:pathLst>
                <a:path w="495" h="504" extrusionOk="0">
                  <a:moveTo>
                    <a:pt x="250" y="1"/>
                  </a:moveTo>
                  <a:cubicBezTo>
                    <a:pt x="107" y="1"/>
                    <a:pt x="0" y="109"/>
                    <a:pt x="0" y="252"/>
                  </a:cubicBezTo>
                  <a:cubicBezTo>
                    <a:pt x="0" y="388"/>
                    <a:pt x="107" y="503"/>
                    <a:pt x="250" y="503"/>
                  </a:cubicBezTo>
                  <a:cubicBezTo>
                    <a:pt x="388" y="503"/>
                    <a:pt x="494" y="388"/>
                    <a:pt x="494" y="252"/>
                  </a:cubicBezTo>
                  <a:cubicBezTo>
                    <a:pt x="494"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9"/>
            <p:cNvSpPr/>
            <p:nvPr/>
          </p:nvSpPr>
          <p:spPr>
            <a:xfrm>
              <a:off x="1135575" y="2299875"/>
              <a:ext cx="12575" cy="12600"/>
            </a:xfrm>
            <a:custGeom>
              <a:avLst/>
              <a:gdLst/>
              <a:ahLst/>
              <a:cxnLst/>
              <a:rect l="l" t="t" r="r" b="b"/>
              <a:pathLst>
                <a:path w="503" h="504" extrusionOk="0">
                  <a:moveTo>
                    <a:pt x="252" y="1"/>
                  </a:moveTo>
                  <a:cubicBezTo>
                    <a:pt x="116" y="1"/>
                    <a:pt x="0" y="109"/>
                    <a:pt x="0" y="252"/>
                  </a:cubicBezTo>
                  <a:cubicBezTo>
                    <a:pt x="0" y="388"/>
                    <a:pt x="116" y="503"/>
                    <a:pt x="252" y="503"/>
                  </a:cubicBezTo>
                  <a:cubicBezTo>
                    <a:pt x="387" y="503"/>
                    <a:pt x="503" y="388"/>
                    <a:pt x="503" y="252"/>
                  </a:cubicBezTo>
                  <a:cubicBezTo>
                    <a:pt x="503"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9"/>
            <p:cNvSpPr/>
            <p:nvPr/>
          </p:nvSpPr>
          <p:spPr>
            <a:xfrm>
              <a:off x="1227500" y="2299875"/>
              <a:ext cx="12400" cy="12600"/>
            </a:xfrm>
            <a:custGeom>
              <a:avLst/>
              <a:gdLst/>
              <a:ahLst/>
              <a:cxnLst/>
              <a:rect l="l" t="t" r="r" b="b"/>
              <a:pathLst>
                <a:path w="496" h="504" extrusionOk="0">
                  <a:moveTo>
                    <a:pt x="251" y="1"/>
                  </a:moveTo>
                  <a:cubicBezTo>
                    <a:pt x="109" y="1"/>
                    <a:pt x="0" y="109"/>
                    <a:pt x="0" y="252"/>
                  </a:cubicBezTo>
                  <a:cubicBezTo>
                    <a:pt x="0" y="388"/>
                    <a:pt x="109" y="503"/>
                    <a:pt x="251" y="503"/>
                  </a:cubicBezTo>
                  <a:cubicBezTo>
                    <a:pt x="387" y="503"/>
                    <a:pt x="496" y="388"/>
                    <a:pt x="496" y="252"/>
                  </a:cubicBezTo>
                  <a:cubicBezTo>
                    <a:pt x="496"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9"/>
            <p:cNvSpPr/>
            <p:nvPr/>
          </p:nvSpPr>
          <p:spPr>
            <a:xfrm>
              <a:off x="1319275" y="2299875"/>
              <a:ext cx="12550" cy="12600"/>
            </a:xfrm>
            <a:custGeom>
              <a:avLst/>
              <a:gdLst/>
              <a:ahLst/>
              <a:cxnLst/>
              <a:rect l="l" t="t" r="r" b="b"/>
              <a:pathLst>
                <a:path w="502" h="504" extrusionOk="0">
                  <a:moveTo>
                    <a:pt x="252" y="1"/>
                  </a:moveTo>
                  <a:cubicBezTo>
                    <a:pt x="114" y="1"/>
                    <a:pt x="1" y="109"/>
                    <a:pt x="1" y="252"/>
                  </a:cubicBezTo>
                  <a:cubicBezTo>
                    <a:pt x="1" y="388"/>
                    <a:pt x="114" y="503"/>
                    <a:pt x="252" y="503"/>
                  </a:cubicBezTo>
                  <a:cubicBezTo>
                    <a:pt x="388" y="503"/>
                    <a:pt x="501" y="388"/>
                    <a:pt x="501" y="252"/>
                  </a:cubicBezTo>
                  <a:cubicBezTo>
                    <a:pt x="501"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9"/>
            <p:cNvSpPr/>
            <p:nvPr/>
          </p:nvSpPr>
          <p:spPr>
            <a:xfrm>
              <a:off x="1411200" y="2299875"/>
              <a:ext cx="12425" cy="12600"/>
            </a:xfrm>
            <a:custGeom>
              <a:avLst/>
              <a:gdLst/>
              <a:ahLst/>
              <a:cxnLst/>
              <a:rect l="l" t="t" r="r" b="b"/>
              <a:pathLst>
                <a:path w="497" h="504" extrusionOk="0">
                  <a:moveTo>
                    <a:pt x="245" y="1"/>
                  </a:moveTo>
                  <a:cubicBezTo>
                    <a:pt x="109" y="1"/>
                    <a:pt x="1" y="109"/>
                    <a:pt x="1" y="252"/>
                  </a:cubicBezTo>
                  <a:cubicBezTo>
                    <a:pt x="1" y="388"/>
                    <a:pt x="109" y="503"/>
                    <a:pt x="245" y="503"/>
                  </a:cubicBezTo>
                  <a:cubicBezTo>
                    <a:pt x="388" y="503"/>
                    <a:pt x="496" y="388"/>
                    <a:pt x="496" y="252"/>
                  </a:cubicBezTo>
                  <a:cubicBezTo>
                    <a:pt x="496" y="109"/>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9"/>
            <p:cNvSpPr/>
            <p:nvPr/>
          </p:nvSpPr>
          <p:spPr>
            <a:xfrm>
              <a:off x="1503000" y="2299875"/>
              <a:ext cx="12525" cy="12600"/>
            </a:xfrm>
            <a:custGeom>
              <a:avLst/>
              <a:gdLst/>
              <a:ahLst/>
              <a:cxnLst/>
              <a:rect l="l" t="t" r="r" b="b"/>
              <a:pathLst>
                <a:path w="501" h="504" extrusionOk="0">
                  <a:moveTo>
                    <a:pt x="250" y="1"/>
                  </a:moveTo>
                  <a:cubicBezTo>
                    <a:pt x="114" y="1"/>
                    <a:pt x="0" y="109"/>
                    <a:pt x="0" y="252"/>
                  </a:cubicBezTo>
                  <a:cubicBezTo>
                    <a:pt x="0" y="388"/>
                    <a:pt x="114" y="503"/>
                    <a:pt x="250" y="503"/>
                  </a:cubicBezTo>
                  <a:cubicBezTo>
                    <a:pt x="387" y="503"/>
                    <a:pt x="501" y="388"/>
                    <a:pt x="501" y="252"/>
                  </a:cubicBezTo>
                  <a:cubicBezTo>
                    <a:pt x="501" y="109"/>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9"/>
            <p:cNvSpPr/>
            <p:nvPr/>
          </p:nvSpPr>
          <p:spPr>
            <a:xfrm>
              <a:off x="1594750" y="2299875"/>
              <a:ext cx="12575" cy="12600"/>
            </a:xfrm>
            <a:custGeom>
              <a:avLst/>
              <a:gdLst/>
              <a:ahLst/>
              <a:cxnLst/>
              <a:rect l="l" t="t" r="r" b="b"/>
              <a:pathLst>
                <a:path w="503" h="504" extrusionOk="0">
                  <a:moveTo>
                    <a:pt x="251" y="1"/>
                  </a:moveTo>
                  <a:cubicBezTo>
                    <a:pt x="115" y="1"/>
                    <a:pt x="0" y="109"/>
                    <a:pt x="0" y="252"/>
                  </a:cubicBezTo>
                  <a:cubicBezTo>
                    <a:pt x="0" y="388"/>
                    <a:pt x="115" y="503"/>
                    <a:pt x="251" y="503"/>
                  </a:cubicBezTo>
                  <a:cubicBezTo>
                    <a:pt x="394" y="503"/>
                    <a:pt x="503" y="388"/>
                    <a:pt x="503" y="252"/>
                  </a:cubicBezTo>
                  <a:cubicBezTo>
                    <a:pt x="503" y="109"/>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9"/>
            <p:cNvSpPr/>
            <p:nvPr/>
          </p:nvSpPr>
          <p:spPr>
            <a:xfrm>
              <a:off x="1686650" y="2299875"/>
              <a:ext cx="12600" cy="12600"/>
            </a:xfrm>
            <a:custGeom>
              <a:avLst/>
              <a:gdLst/>
              <a:ahLst/>
              <a:cxnLst/>
              <a:rect l="l" t="t" r="r" b="b"/>
              <a:pathLst>
                <a:path w="504" h="504" extrusionOk="0">
                  <a:moveTo>
                    <a:pt x="252" y="1"/>
                  </a:moveTo>
                  <a:cubicBezTo>
                    <a:pt x="116" y="1"/>
                    <a:pt x="1" y="109"/>
                    <a:pt x="1" y="252"/>
                  </a:cubicBezTo>
                  <a:cubicBezTo>
                    <a:pt x="1" y="388"/>
                    <a:pt x="116" y="503"/>
                    <a:pt x="252" y="503"/>
                  </a:cubicBezTo>
                  <a:cubicBezTo>
                    <a:pt x="388" y="503"/>
                    <a:pt x="503" y="388"/>
                    <a:pt x="503" y="252"/>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9"/>
            <p:cNvSpPr/>
            <p:nvPr/>
          </p:nvSpPr>
          <p:spPr>
            <a:xfrm>
              <a:off x="1778450" y="2299875"/>
              <a:ext cx="12550" cy="12600"/>
            </a:xfrm>
            <a:custGeom>
              <a:avLst/>
              <a:gdLst/>
              <a:ahLst/>
              <a:cxnLst/>
              <a:rect l="l" t="t" r="r" b="b"/>
              <a:pathLst>
                <a:path w="502" h="504" extrusionOk="0">
                  <a:moveTo>
                    <a:pt x="252" y="1"/>
                  </a:moveTo>
                  <a:cubicBezTo>
                    <a:pt x="114" y="1"/>
                    <a:pt x="1" y="109"/>
                    <a:pt x="1" y="252"/>
                  </a:cubicBezTo>
                  <a:cubicBezTo>
                    <a:pt x="1" y="388"/>
                    <a:pt x="114" y="503"/>
                    <a:pt x="252" y="503"/>
                  </a:cubicBezTo>
                  <a:cubicBezTo>
                    <a:pt x="388" y="503"/>
                    <a:pt x="501" y="388"/>
                    <a:pt x="501" y="252"/>
                  </a:cubicBezTo>
                  <a:cubicBezTo>
                    <a:pt x="501"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9"/>
            <p:cNvSpPr/>
            <p:nvPr/>
          </p:nvSpPr>
          <p:spPr>
            <a:xfrm>
              <a:off x="1870375" y="2299875"/>
              <a:ext cx="12400" cy="12600"/>
            </a:xfrm>
            <a:custGeom>
              <a:avLst/>
              <a:gdLst/>
              <a:ahLst/>
              <a:cxnLst/>
              <a:rect l="l" t="t" r="r" b="b"/>
              <a:pathLst>
                <a:path w="496" h="504" extrusionOk="0">
                  <a:moveTo>
                    <a:pt x="252" y="1"/>
                  </a:moveTo>
                  <a:cubicBezTo>
                    <a:pt x="109" y="1"/>
                    <a:pt x="0" y="109"/>
                    <a:pt x="0" y="252"/>
                  </a:cubicBezTo>
                  <a:cubicBezTo>
                    <a:pt x="0" y="388"/>
                    <a:pt x="109" y="503"/>
                    <a:pt x="252" y="503"/>
                  </a:cubicBezTo>
                  <a:cubicBezTo>
                    <a:pt x="387" y="503"/>
                    <a:pt x="496" y="388"/>
                    <a:pt x="496" y="252"/>
                  </a:cubicBezTo>
                  <a:cubicBezTo>
                    <a:pt x="496"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9"/>
            <p:cNvSpPr/>
            <p:nvPr/>
          </p:nvSpPr>
          <p:spPr>
            <a:xfrm>
              <a:off x="1962150" y="2299875"/>
              <a:ext cx="12550" cy="12600"/>
            </a:xfrm>
            <a:custGeom>
              <a:avLst/>
              <a:gdLst/>
              <a:ahLst/>
              <a:cxnLst/>
              <a:rect l="l" t="t" r="r" b="b"/>
              <a:pathLst>
                <a:path w="502" h="504" extrusionOk="0">
                  <a:moveTo>
                    <a:pt x="250" y="1"/>
                  </a:moveTo>
                  <a:cubicBezTo>
                    <a:pt x="114" y="1"/>
                    <a:pt x="1" y="109"/>
                    <a:pt x="1" y="252"/>
                  </a:cubicBezTo>
                  <a:cubicBezTo>
                    <a:pt x="1" y="388"/>
                    <a:pt x="114" y="503"/>
                    <a:pt x="250" y="503"/>
                  </a:cubicBezTo>
                  <a:cubicBezTo>
                    <a:pt x="388" y="503"/>
                    <a:pt x="502" y="388"/>
                    <a:pt x="502" y="252"/>
                  </a:cubicBezTo>
                  <a:cubicBezTo>
                    <a:pt x="502"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9"/>
            <p:cNvSpPr/>
            <p:nvPr/>
          </p:nvSpPr>
          <p:spPr>
            <a:xfrm>
              <a:off x="2054075" y="2299875"/>
              <a:ext cx="12425" cy="12600"/>
            </a:xfrm>
            <a:custGeom>
              <a:avLst/>
              <a:gdLst/>
              <a:ahLst/>
              <a:cxnLst/>
              <a:rect l="l" t="t" r="r" b="b"/>
              <a:pathLst>
                <a:path w="497" h="504" extrusionOk="0">
                  <a:moveTo>
                    <a:pt x="252" y="1"/>
                  </a:moveTo>
                  <a:cubicBezTo>
                    <a:pt x="109" y="1"/>
                    <a:pt x="1" y="109"/>
                    <a:pt x="1" y="252"/>
                  </a:cubicBezTo>
                  <a:cubicBezTo>
                    <a:pt x="1" y="388"/>
                    <a:pt x="109" y="503"/>
                    <a:pt x="252" y="503"/>
                  </a:cubicBezTo>
                  <a:cubicBezTo>
                    <a:pt x="388" y="503"/>
                    <a:pt x="496" y="388"/>
                    <a:pt x="496" y="252"/>
                  </a:cubicBezTo>
                  <a:cubicBezTo>
                    <a:pt x="496"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9"/>
            <p:cNvSpPr/>
            <p:nvPr/>
          </p:nvSpPr>
          <p:spPr>
            <a:xfrm>
              <a:off x="2145825" y="2299875"/>
              <a:ext cx="12600" cy="12600"/>
            </a:xfrm>
            <a:custGeom>
              <a:avLst/>
              <a:gdLst/>
              <a:ahLst/>
              <a:cxnLst/>
              <a:rect l="l" t="t" r="r" b="b"/>
              <a:pathLst>
                <a:path w="504" h="504" extrusionOk="0">
                  <a:moveTo>
                    <a:pt x="252" y="1"/>
                  </a:moveTo>
                  <a:cubicBezTo>
                    <a:pt x="116" y="1"/>
                    <a:pt x="1" y="109"/>
                    <a:pt x="1" y="252"/>
                  </a:cubicBezTo>
                  <a:cubicBezTo>
                    <a:pt x="1" y="388"/>
                    <a:pt x="116" y="503"/>
                    <a:pt x="252" y="503"/>
                  </a:cubicBezTo>
                  <a:cubicBezTo>
                    <a:pt x="388" y="503"/>
                    <a:pt x="503" y="388"/>
                    <a:pt x="503" y="252"/>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9"/>
            <p:cNvSpPr/>
            <p:nvPr/>
          </p:nvSpPr>
          <p:spPr>
            <a:xfrm>
              <a:off x="2237800" y="2299875"/>
              <a:ext cx="12350" cy="12600"/>
            </a:xfrm>
            <a:custGeom>
              <a:avLst/>
              <a:gdLst/>
              <a:ahLst/>
              <a:cxnLst/>
              <a:rect l="l" t="t" r="r" b="b"/>
              <a:pathLst>
                <a:path w="494" h="504" extrusionOk="0">
                  <a:moveTo>
                    <a:pt x="244" y="1"/>
                  </a:moveTo>
                  <a:cubicBezTo>
                    <a:pt x="107" y="1"/>
                    <a:pt x="0" y="109"/>
                    <a:pt x="0" y="252"/>
                  </a:cubicBezTo>
                  <a:cubicBezTo>
                    <a:pt x="0" y="388"/>
                    <a:pt x="107" y="503"/>
                    <a:pt x="244" y="503"/>
                  </a:cubicBezTo>
                  <a:cubicBezTo>
                    <a:pt x="387" y="503"/>
                    <a:pt x="494" y="388"/>
                    <a:pt x="494" y="252"/>
                  </a:cubicBezTo>
                  <a:cubicBezTo>
                    <a:pt x="494" y="109"/>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9"/>
            <p:cNvSpPr/>
            <p:nvPr/>
          </p:nvSpPr>
          <p:spPr>
            <a:xfrm>
              <a:off x="2329550" y="2299875"/>
              <a:ext cx="12575" cy="12600"/>
            </a:xfrm>
            <a:custGeom>
              <a:avLst/>
              <a:gdLst/>
              <a:ahLst/>
              <a:cxnLst/>
              <a:rect l="l" t="t" r="r" b="b"/>
              <a:pathLst>
                <a:path w="503" h="504" extrusionOk="0">
                  <a:moveTo>
                    <a:pt x="251" y="1"/>
                  </a:moveTo>
                  <a:cubicBezTo>
                    <a:pt x="115" y="1"/>
                    <a:pt x="0" y="109"/>
                    <a:pt x="0" y="252"/>
                  </a:cubicBezTo>
                  <a:cubicBezTo>
                    <a:pt x="0" y="388"/>
                    <a:pt x="115" y="503"/>
                    <a:pt x="251" y="503"/>
                  </a:cubicBezTo>
                  <a:cubicBezTo>
                    <a:pt x="387" y="503"/>
                    <a:pt x="502" y="388"/>
                    <a:pt x="502" y="252"/>
                  </a:cubicBezTo>
                  <a:cubicBezTo>
                    <a:pt x="502"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9"/>
            <p:cNvSpPr/>
            <p:nvPr/>
          </p:nvSpPr>
          <p:spPr>
            <a:xfrm>
              <a:off x="2421325" y="2299875"/>
              <a:ext cx="12550" cy="12600"/>
            </a:xfrm>
            <a:custGeom>
              <a:avLst/>
              <a:gdLst/>
              <a:ahLst/>
              <a:cxnLst/>
              <a:rect l="l" t="t" r="r" b="b"/>
              <a:pathLst>
                <a:path w="502" h="504" extrusionOk="0">
                  <a:moveTo>
                    <a:pt x="250" y="1"/>
                  </a:moveTo>
                  <a:cubicBezTo>
                    <a:pt x="114" y="1"/>
                    <a:pt x="1" y="109"/>
                    <a:pt x="1" y="252"/>
                  </a:cubicBezTo>
                  <a:cubicBezTo>
                    <a:pt x="1" y="388"/>
                    <a:pt x="114" y="503"/>
                    <a:pt x="250" y="503"/>
                  </a:cubicBezTo>
                  <a:cubicBezTo>
                    <a:pt x="395" y="503"/>
                    <a:pt x="501" y="388"/>
                    <a:pt x="501" y="252"/>
                  </a:cubicBezTo>
                  <a:cubicBezTo>
                    <a:pt x="501" y="109"/>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9"/>
            <p:cNvSpPr/>
            <p:nvPr/>
          </p:nvSpPr>
          <p:spPr>
            <a:xfrm>
              <a:off x="2513250" y="2299875"/>
              <a:ext cx="12575" cy="12600"/>
            </a:xfrm>
            <a:custGeom>
              <a:avLst/>
              <a:gdLst/>
              <a:ahLst/>
              <a:cxnLst/>
              <a:rect l="l" t="t" r="r" b="b"/>
              <a:pathLst>
                <a:path w="503" h="504" extrusionOk="0">
                  <a:moveTo>
                    <a:pt x="252" y="1"/>
                  </a:moveTo>
                  <a:cubicBezTo>
                    <a:pt x="109" y="1"/>
                    <a:pt x="0" y="109"/>
                    <a:pt x="0" y="252"/>
                  </a:cubicBezTo>
                  <a:cubicBezTo>
                    <a:pt x="0" y="388"/>
                    <a:pt x="109" y="503"/>
                    <a:pt x="252" y="503"/>
                  </a:cubicBezTo>
                  <a:cubicBezTo>
                    <a:pt x="388" y="503"/>
                    <a:pt x="503" y="388"/>
                    <a:pt x="503" y="252"/>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9"/>
            <p:cNvSpPr/>
            <p:nvPr/>
          </p:nvSpPr>
          <p:spPr>
            <a:xfrm>
              <a:off x="2605000" y="2299875"/>
              <a:ext cx="12575" cy="12600"/>
            </a:xfrm>
            <a:custGeom>
              <a:avLst/>
              <a:gdLst/>
              <a:ahLst/>
              <a:cxnLst/>
              <a:rect l="l" t="t" r="r" b="b"/>
              <a:pathLst>
                <a:path w="503" h="504" extrusionOk="0">
                  <a:moveTo>
                    <a:pt x="252" y="1"/>
                  </a:moveTo>
                  <a:cubicBezTo>
                    <a:pt x="116" y="1"/>
                    <a:pt x="0" y="109"/>
                    <a:pt x="0" y="252"/>
                  </a:cubicBezTo>
                  <a:cubicBezTo>
                    <a:pt x="0" y="388"/>
                    <a:pt x="116" y="503"/>
                    <a:pt x="252" y="503"/>
                  </a:cubicBezTo>
                  <a:cubicBezTo>
                    <a:pt x="387" y="503"/>
                    <a:pt x="503" y="388"/>
                    <a:pt x="503" y="252"/>
                  </a:cubicBezTo>
                  <a:cubicBezTo>
                    <a:pt x="503"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9"/>
            <p:cNvSpPr/>
            <p:nvPr/>
          </p:nvSpPr>
          <p:spPr>
            <a:xfrm>
              <a:off x="2696950" y="2299875"/>
              <a:ext cx="12375" cy="12600"/>
            </a:xfrm>
            <a:custGeom>
              <a:avLst/>
              <a:gdLst/>
              <a:ahLst/>
              <a:cxnLst/>
              <a:rect l="l" t="t" r="r" b="b"/>
              <a:pathLst>
                <a:path w="495" h="504" extrusionOk="0">
                  <a:moveTo>
                    <a:pt x="252" y="1"/>
                  </a:moveTo>
                  <a:cubicBezTo>
                    <a:pt x="108" y="1"/>
                    <a:pt x="1" y="109"/>
                    <a:pt x="1" y="252"/>
                  </a:cubicBezTo>
                  <a:cubicBezTo>
                    <a:pt x="1" y="388"/>
                    <a:pt x="108" y="503"/>
                    <a:pt x="252" y="503"/>
                  </a:cubicBezTo>
                  <a:cubicBezTo>
                    <a:pt x="388" y="503"/>
                    <a:pt x="495" y="388"/>
                    <a:pt x="495" y="252"/>
                  </a:cubicBezTo>
                  <a:cubicBezTo>
                    <a:pt x="495"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9"/>
            <p:cNvSpPr/>
            <p:nvPr/>
          </p:nvSpPr>
          <p:spPr>
            <a:xfrm>
              <a:off x="2788700" y="2299875"/>
              <a:ext cx="12600" cy="12600"/>
            </a:xfrm>
            <a:custGeom>
              <a:avLst/>
              <a:gdLst/>
              <a:ahLst/>
              <a:cxnLst/>
              <a:rect l="l" t="t" r="r" b="b"/>
              <a:pathLst>
                <a:path w="504" h="504" extrusionOk="0">
                  <a:moveTo>
                    <a:pt x="252" y="1"/>
                  </a:moveTo>
                  <a:cubicBezTo>
                    <a:pt x="116" y="1"/>
                    <a:pt x="1" y="109"/>
                    <a:pt x="1" y="252"/>
                  </a:cubicBezTo>
                  <a:cubicBezTo>
                    <a:pt x="1" y="388"/>
                    <a:pt x="116" y="503"/>
                    <a:pt x="252" y="503"/>
                  </a:cubicBezTo>
                  <a:cubicBezTo>
                    <a:pt x="388" y="503"/>
                    <a:pt x="503" y="388"/>
                    <a:pt x="503" y="252"/>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9"/>
            <p:cNvSpPr/>
            <p:nvPr/>
          </p:nvSpPr>
          <p:spPr>
            <a:xfrm>
              <a:off x="2880675" y="2299875"/>
              <a:ext cx="12375" cy="12600"/>
            </a:xfrm>
            <a:custGeom>
              <a:avLst/>
              <a:gdLst/>
              <a:ahLst/>
              <a:cxnLst/>
              <a:rect l="l" t="t" r="r" b="b"/>
              <a:pathLst>
                <a:path w="495" h="504" extrusionOk="0">
                  <a:moveTo>
                    <a:pt x="243" y="1"/>
                  </a:moveTo>
                  <a:cubicBezTo>
                    <a:pt x="107" y="1"/>
                    <a:pt x="0" y="109"/>
                    <a:pt x="0" y="252"/>
                  </a:cubicBezTo>
                  <a:cubicBezTo>
                    <a:pt x="0" y="388"/>
                    <a:pt x="107" y="503"/>
                    <a:pt x="243" y="503"/>
                  </a:cubicBezTo>
                  <a:cubicBezTo>
                    <a:pt x="387" y="503"/>
                    <a:pt x="494" y="388"/>
                    <a:pt x="494" y="252"/>
                  </a:cubicBezTo>
                  <a:cubicBezTo>
                    <a:pt x="494" y="109"/>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9"/>
            <p:cNvSpPr/>
            <p:nvPr/>
          </p:nvSpPr>
          <p:spPr>
            <a:xfrm>
              <a:off x="2972425" y="2299875"/>
              <a:ext cx="12575" cy="12600"/>
            </a:xfrm>
            <a:custGeom>
              <a:avLst/>
              <a:gdLst/>
              <a:ahLst/>
              <a:cxnLst/>
              <a:rect l="l" t="t" r="r" b="b"/>
              <a:pathLst>
                <a:path w="503" h="504" extrusionOk="0">
                  <a:moveTo>
                    <a:pt x="251" y="1"/>
                  </a:moveTo>
                  <a:cubicBezTo>
                    <a:pt x="115" y="1"/>
                    <a:pt x="0" y="109"/>
                    <a:pt x="0" y="252"/>
                  </a:cubicBezTo>
                  <a:cubicBezTo>
                    <a:pt x="0" y="388"/>
                    <a:pt x="115" y="503"/>
                    <a:pt x="251" y="503"/>
                  </a:cubicBezTo>
                  <a:cubicBezTo>
                    <a:pt x="387" y="503"/>
                    <a:pt x="503" y="388"/>
                    <a:pt x="503" y="252"/>
                  </a:cubicBezTo>
                  <a:cubicBezTo>
                    <a:pt x="503"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9"/>
            <p:cNvSpPr/>
            <p:nvPr/>
          </p:nvSpPr>
          <p:spPr>
            <a:xfrm>
              <a:off x="3064375" y="2299875"/>
              <a:ext cx="12375" cy="12600"/>
            </a:xfrm>
            <a:custGeom>
              <a:avLst/>
              <a:gdLst/>
              <a:ahLst/>
              <a:cxnLst/>
              <a:rect l="l" t="t" r="r" b="b"/>
              <a:pathLst>
                <a:path w="495" h="504" extrusionOk="0">
                  <a:moveTo>
                    <a:pt x="243" y="1"/>
                  </a:moveTo>
                  <a:cubicBezTo>
                    <a:pt x="107" y="1"/>
                    <a:pt x="1" y="109"/>
                    <a:pt x="1" y="252"/>
                  </a:cubicBezTo>
                  <a:cubicBezTo>
                    <a:pt x="1" y="388"/>
                    <a:pt x="107" y="503"/>
                    <a:pt x="243" y="503"/>
                  </a:cubicBezTo>
                  <a:cubicBezTo>
                    <a:pt x="388" y="503"/>
                    <a:pt x="495" y="388"/>
                    <a:pt x="495" y="252"/>
                  </a:cubicBezTo>
                  <a:cubicBezTo>
                    <a:pt x="495" y="109"/>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9"/>
            <p:cNvSpPr/>
            <p:nvPr/>
          </p:nvSpPr>
          <p:spPr>
            <a:xfrm>
              <a:off x="3156125" y="2299875"/>
              <a:ext cx="12600" cy="12600"/>
            </a:xfrm>
            <a:custGeom>
              <a:avLst/>
              <a:gdLst/>
              <a:ahLst/>
              <a:cxnLst/>
              <a:rect l="l" t="t" r="r" b="b"/>
              <a:pathLst>
                <a:path w="504" h="504" extrusionOk="0">
                  <a:moveTo>
                    <a:pt x="252" y="1"/>
                  </a:moveTo>
                  <a:cubicBezTo>
                    <a:pt x="116" y="1"/>
                    <a:pt x="1" y="109"/>
                    <a:pt x="1" y="252"/>
                  </a:cubicBezTo>
                  <a:cubicBezTo>
                    <a:pt x="1" y="388"/>
                    <a:pt x="116" y="503"/>
                    <a:pt x="252" y="503"/>
                  </a:cubicBezTo>
                  <a:cubicBezTo>
                    <a:pt x="388" y="503"/>
                    <a:pt x="503" y="388"/>
                    <a:pt x="503" y="252"/>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9"/>
            <p:cNvSpPr/>
            <p:nvPr/>
          </p:nvSpPr>
          <p:spPr>
            <a:xfrm>
              <a:off x="3247875" y="2299875"/>
              <a:ext cx="12575" cy="12600"/>
            </a:xfrm>
            <a:custGeom>
              <a:avLst/>
              <a:gdLst/>
              <a:ahLst/>
              <a:cxnLst/>
              <a:rect l="l" t="t" r="r" b="b"/>
              <a:pathLst>
                <a:path w="503" h="504" extrusionOk="0">
                  <a:moveTo>
                    <a:pt x="252" y="1"/>
                  </a:moveTo>
                  <a:cubicBezTo>
                    <a:pt x="116" y="1"/>
                    <a:pt x="1" y="109"/>
                    <a:pt x="1" y="252"/>
                  </a:cubicBezTo>
                  <a:cubicBezTo>
                    <a:pt x="1" y="388"/>
                    <a:pt x="116" y="503"/>
                    <a:pt x="252" y="503"/>
                  </a:cubicBezTo>
                  <a:cubicBezTo>
                    <a:pt x="388" y="503"/>
                    <a:pt x="503" y="388"/>
                    <a:pt x="503" y="252"/>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9"/>
            <p:cNvSpPr/>
            <p:nvPr/>
          </p:nvSpPr>
          <p:spPr>
            <a:xfrm>
              <a:off x="3339850" y="2299875"/>
              <a:ext cx="12525" cy="12600"/>
            </a:xfrm>
            <a:custGeom>
              <a:avLst/>
              <a:gdLst/>
              <a:ahLst/>
              <a:cxnLst/>
              <a:rect l="l" t="t" r="r" b="b"/>
              <a:pathLst>
                <a:path w="501" h="504" extrusionOk="0">
                  <a:moveTo>
                    <a:pt x="251" y="1"/>
                  </a:moveTo>
                  <a:cubicBezTo>
                    <a:pt x="107" y="1"/>
                    <a:pt x="0" y="109"/>
                    <a:pt x="0" y="252"/>
                  </a:cubicBezTo>
                  <a:cubicBezTo>
                    <a:pt x="0" y="388"/>
                    <a:pt x="107" y="503"/>
                    <a:pt x="251" y="503"/>
                  </a:cubicBezTo>
                  <a:cubicBezTo>
                    <a:pt x="387" y="503"/>
                    <a:pt x="501" y="388"/>
                    <a:pt x="501" y="252"/>
                  </a:cubicBezTo>
                  <a:cubicBezTo>
                    <a:pt x="501"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9"/>
            <p:cNvSpPr/>
            <p:nvPr/>
          </p:nvSpPr>
          <p:spPr>
            <a:xfrm>
              <a:off x="3431575" y="2299875"/>
              <a:ext cx="12600" cy="12600"/>
            </a:xfrm>
            <a:custGeom>
              <a:avLst/>
              <a:gdLst/>
              <a:ahLst/>
              <a:cxnLst/>
              <a:rect l="l" t="t" r="r" b="b"/>
              <a:pathLst>
                <a:path w="504" h="504" extrusionOk="0">
                  <a:moveTo>
                    <a:pt x="252" y="1"/>
                  </a:moveTo>
                  <a:cubicBezTo>
                    <a:pt x="116" y="1"/>
                    <a:pt x="1" y="109"/>
                    <a:pt x="1" y="252"/>
                  </a:cubicBezTo>
                  <a:cubicBezTo>
                    <a:pt x="1" y="388"/>
                    <a:pt x="116" y="503"/>
                    <a:pt x="252" y="503"/>
                  </a:cubicBezTo>
                  <a:cubicBezTo>
                    <a:pt x="388" y="503"/>
                    <a:pt x="503" y="388"/>
                    <a:pt x="503" y="252"/>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9"/>
            <p:cNvSpPr/>
            <p:nvPr/>
          </p:nvSpPr>
          <p:spPr>
            <a:xfrm>
              <a:off x="3523550" y="2299875"/>
              <a:ext cx="12375" cy="12600"/>
            </a:xfrm>
            <a:custGeom>
              <a:avLst/>
              <a:gdLst/>
              <a:ahLst/>
              <a:cxnLst/>
              <a:rect l="l" t="t" r="r" b="b"/>
              <a:pathLst>
                <a:path w="495" h="504" extrusionOk="0">
                  <a:moveTo>
                    <a:pt x="250" y="1"/>
                  </a:moveTo>
                  <a:cubicBezTo>
                    <a:pt x="107" y="1"/>
                    <a:pt x="0" y="109"/>
                    <a:pt x="0" y="252"/>
                  </a:cubicBezTo>
                  <a:cubicBezTo>
                    <a:pt x="0" y="388"/>
                    <a:pt x="107" y="503"/>
                    <a:pt x="250" y="503"/>
                  </a:cubicBezTo>
                  <a:cubicBezTo>
                    <a:pt x="388" y="503"/>
                    <a:pt x="494" y="388"/>
                    <a:pt x="494" y="252"/>
                  </a:cubicBezTo>
                  <a:cubicBezTo>
                    <a:pt x="494"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9"/>
            <p:cNvSpPr/>
            <p:nvPr/>
          </p:nvSpPr>
          <p:spPr>
            <a:xfrm>
              <a:off x="676400" y="23916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9"/>
            <p:cNvSpPr/>
            <p:nvPr/>
          </p:nvSpPr>
          <p:spPr>
            <a:xfrm>
              <a:off x="768325" y="2391675"/>
              <a:ext cx="12400" cy="12550"/>
            </a:xfrm>
            <a:custGeom>
              <a:avLst/>
              <a:gdLst/>
              <a:ahLst/>
              <a:cxnLst/>
              <a:rect l="l" t="t" r="r" b="b"/>
              <a:pathLst>
                <a:path w="496" h="502" extrusionOk="0">
                  <a:moveTo>
                    <a:pt x="245" y="0"/>
                  </a:moveTo>
                  <a:cubicBezTo>
                    <a:pt x="109" y="0"/>
                    <a:pt x="0" y="114"/>
                    <a:pt x="0" y="252"/>
                  </a:cubicBezTo>
                  <a:cubicBezTo>
                    <a:pt x="0" y="388"/>
                    <a:pt x="109" y="501"/>
                    <a:pt x="245" y="501"/>
                  </a:cubicBezTo>
                  <a:cubicBezTo>
                    <a:pt x="388" y="501"/>
                    <a:pt x="496" y="388"/>
                    <a:pt x="496" y="252"/>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9"/>
            <p:cNvSpPr/>
            <p:nvPr/>
          </p:nvSpPr>
          <p:spPr>
            <a:xfrm>
              <a:off x="860125" y="2391675"/>
              <a:ext cx="12525" cy="12550"/>
            </a:xfrm>
            <a:custGeom>
              <a:avLst/>
              <a:gdLst/>
              <a:ahLst/>
              <a:cxnLst/>
              <a:rect l="l" t="t" r="r" b="b"/>
              <a:pathLst>
                <a:path w="501" h="502" extrusionOk="0">
                  <a:moveTo>
                    <a:pt x="251" y="0"/>
                  </a:moveTo>
                  <a:cubicBezTo>
                    <a:pt x="114" y="0"/>
                    <a:pt x="0" y="114"/>
                    <a:pt x="0" y="252"/>
                  </a:cubicBezTo>
                  <a:cubicBezTo>
                    <a:pt x="0" y="388"/>
                    <a:pt x="114" y="501"/>
                    <a:pt x="251" y="501"/>
                  </a:cubicBezTo>
                  <a:cubicBezTo>
                    <a:pt x="387" y="501"/>
                    <a:pt x="501" y="388"/>
                    <a:pt x="501" y="252"/>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9"/>
            <p:cNvSpPr/>
            <p:nvPr/>
          </p:nvSpPr>
          <p:spPr>
            <a:xfrm>
              <a:off x="951850" y="23916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9"/>
            <p:cNvSpPr/>
            <p:nvPr/>
          </p:nvSpPr>
          <p:spPr>
            <a:xfrm>
              <a:off x="1043825" y="2391675"/>
              <a:ext cx="12375" cy="12550"/>
            </a:xfrm>
            <a:custGeom>
              <a:avLst/>
              <a:gdLst/>
              <a:ahLst/>
              <a:cxnLst/>
              <a:rect l="l" t="t" r="r" b="b"/>
              <a:pathLst>
                <a:path w="495" h="502" extrusionOk="0">
                  <a:moveTo>
                    <a:pt x="250" y="0"/>
                  </a:moveTo>
                  <a:cubicBezTo>
                    <a:pt x="107" y="0"/>
                    <a:pt x="0" y="114"/>
                    <a:pt x="0" y="252"/>
                  </a:cubicBezTo>
                  <a:cubicBezTo>
                    <a:pt x="0" y="388"/>
                    <a:pt x="107" y="501"/>
                    <a:pt x="250" y="501"/>
                  </a:cubicBezTo>
                  <a:cubicBezTo>
                    <a:pt x="388" y="501"/>
                    <a:pt x="494" y="388"/>
                    <a:pt x="494" y="252"/>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9"/>
            <p:cNvSpPr/>
            <p:nvPr/>
          </p:nvSpPr>
          <p:spPr>
            <a:xfrm>
              <a:off x="1135575" y="2391675"/>
              <a:ext cx="12575" cy="12550"/>
            </a:xfrm>
            <a:custGeom>
              <a:avLst/>
              <a:gdLst/>
              <a:ahLst/>
              <a:cxnLst/>
              <a:rect l="l" t="t" r="r" b="b"/>
              <a:pathLst>
                <a:path w="503" h="502" extrusionOk="0">
                  <a:moveTo>
                    <a:pt x="252" y="0"/>
                  </a:moveTo>
                  <a:cubicBezTo>
                    <a:pt x="116" y="0"/>
                    <a:pt x="0" y="114"/>
                    <a:pt x="0" y="252"/>
                  </a:cubicBezTo>
                  <a:cubicBezTo>
                    <a:pt x="0" y="388"/>
                    <a:pt x="116" y="501"/>
                    <a:pt x="252" y="501"/>
                  </a:cubicBezTo>
                  <a:cubicBezTo>
                    <a:pt x="387" y="501"/>
                    <a:pt x="503" y="388"/>
                    <a:pt x="503" y="252"/>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9"/>
            <p:cNvSpPr/>
            <p:nvPr/>
          </p:nvSpPr>
          <p:spPr>
            <a:xfrm>
              <a:off x="1227500" y="2391675"/>
              <a:ext cx="12400" cy="12550"/>
            </a:xfrm>
            <a:custGeom>
              <a:avLst/>
              <a:gdLst/>
              <a:ahLst/>
              <a:cxnLst/>
              <a:rect l="l" t="t" r="r" b="b"/>
              <a:pathLst>
                <a:path w="496" h="502" extrusionOk="0">
                  <a:moveTo>
                    <a:pt x="251" y="0"/>
                  </a:moveTo>
                  <a:cubicBezTo>
                    <a:pt x="109" y="0"/>
                    <a:pt x="0" y="114"/>
                    <a:pt x="0" y="252"/>
                  </a:cubicBezTo>
                  <a:cubicBezTo>
                    <a:pt x="0" y="388"/>
                    <a:pt x="109" y="501"/>
                    <a:pt x="251" y="501"/>
                  </a:cubicBezTo>
                  <a:cubicBezTo>
                    <a:pt x="387" y="501"/>
                    <a:pt x="496" y="388"/>
                    <a:pt x="496" y="252"/>
                  </a:cubicBezTo>
                  <a:cubicBezTo>
                    <a:pt x="496"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9"/>
            <p:cNvSpPr/>
            <p:nvPr/>
          </p:nvSpPr>
          <p:spPr>
            <a:xfrm>
              <a:off x="1319275" y="2391675"/>
              <a:ext cx="12550" cy="12550"/>
            </a:xfrm>
            <a:custGeom>
              <a:avLst/>
              <a:gdLst/>
              <a:ahLst/>
              <a:cxnLst/>
              <a:rect l="l" t="t" r="r" b="b"/>
              <a:pathLst>
                <a:path w="502" h="502" extrusionOk="0">
                  <a:moveTo>
                    <a:pt x="252" y="0"/>
                  </a:moveTo>
                  <a:cubicBezTo>
                    <a:pt x="114" y="0"/>
                    <a:pt x="1" y="114"/>
                    <a:pt x="1" y="252"/>
                  </a:cubicBezTo>
                  <a:cubicBezTo>
                    <a:pt x="1" y="388"/>
                    <a:pt x="114" y="501"/>
                    <a:pt x="252" y="501"/>
                  </a:cubicBezTo>
                  <a:cubicBezTo>
                    <a:pt x="388" y="501"/>
                    <a:pt x="501" y="388"/>
                    <a:pt x="501" y="252"/>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9"/>
            <p:cNvSpPr/>
            <p:nvPr/>
          </p:nvSpPr>
          <p:spPr>
            <a:xfrm>
              <a:off x="1411200" y="2391675"/>
              <a:ext cx="12425" cy="12550"/>
            </a:xfrm>
            <a:custGeom>
              <a:avLst/>
              <a:gdLst/>
              <a:ahLst/>
              <a:cxnLst/>
              <a:rect l="l" t="t" r="r" b="b"/>
              <a:pathLst>
                <a:path w="497" h="502" extrusionOk="0">
                  <a:moveTo>
                    <a:pt x="245" y="0"/>
                  </a:moveTo>
                  <a:cubicBezTo>
                    <a:pt x="109" y="0"/>
                    <a:pt x="1" y="114"/>
                    <a:pt x="1" y="252"/>
                  </a:cubicBezTo>
                  <a:cubicBezTo>
                    <a:pt x="1" y="388"/>
                    <a:pt x="109" y="501"/>
                    <a:pt x="245" y="501"/>
                  </a:cubicBezTo>
                  <a:cubicBezTo>
                    <a:pt x="388" y="501"/>
                    <a:pt x="496" y="388"/>
                    <a:pt x="496" y="252"/>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9"/>
            <p:cNvSpPr/>
            <p:nvPr/>
          </p:nvSpPr>
          <p:spPr>
            <a:xfrm>
              <a:off x="1503000" y="2391675"/>
              <a:ext cx="12525" cy="12550"/>
            </a:xfrm>
            <a:custGeom>
              <a:avLst/>
              <a:gdLst/>
              <a:ahLst/>
              <a:cxnLst/>
              <a:rect l="l" t="t" r="r" b="b"/>
              <a:pathLst>
                <a:path w="501" h="502" extrusionOk="0">
                  <a:moveTo>
                    <a:pt x="250" y="0"/>
                  </a:moveTo>
                  <a:cubicBezTo>
                    <a:pt x="114" y="0"/>
                    <a:pt x="0" y="114"/>
                    <a:pt x="0" y="252"/>
                  </a:cubicBezTo>
                  <a:cubicBezTo>
                    <a:pt x="0" y="388"/>
                    <a:pt x="114" y="501"/>
                    <a:pt x="250" y="501"/>
                  </a:cubicBezTo>
                  <a:cubicBezTo>
                    <a:pt x="387" y="501"/>
                    <a:pt x="501" y="388"/>
                    <a:pt x="501" y="252"/>
                  </a:cubicBezTo>
                  <a:cubicBezTo>
                    <a:pt x="501" y="114"/>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9"/>
            <p:cNvSpPr/>
            <p:nvPr/>
          </p:nvSpPr>
          <p:spPr>
            <a:xfrm>
              <a:off x="1594750" y="2391675"/>
              <a:ext cx="12575" cy="12550"/>
            </a:xfrm>
            <a:custGeom>
              <a:avLst/>
              <a:gdLst/>
              <a:ahLst/>
              <a:cxnLst/>
              <a:rect l="l" t="t" r="r" b="b"/>
              <a:pathLst>
                <a:path w="503" h="502" extrusionOk="0">
                  <a:moveTo>
                    <a:pt x="251" y="0"/>
                  </a:moveTo>
                  <a:cubicBezTo>
                    <a:pt x="115" y="0"/>
                    <a:pt x="0" y="114"/>
                    <a:pt x="0" y="252"/>
                  </a:cubicBezTo>
                  <a:cubicBezTo>
                    <a:pt x="0" y="388"/>
                    <a:pt x="115" y="501"/>
                    <a:pt x="251" y="501"/>
                  </a:cubicBezTo>
                  <a:cubicBezTo>
                    <a:pt x="394" y="501"/>
                    <a:pt x="503" y="388"/>
                    <a:pt x="503" y="252"/>
                  </a:cubicBezTo>
                  <a:cubicBezTo>
                    <a:pt x="503" y="114"/>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9"/>
            <p:cNvSpPr/>
            <p:nvPr/>
          </p:nvSpPr>
          <p:spPr>
            <a:xfrm>
              <a:off x="1686650" y="23916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9"/>
            <p:cNvSpPr/>
            <p:nvPr/>
          </p:nvSpPr>
          <p:spPr>
            <a:xfrm>
              <a:off x="1778450" y="2391675"/>
              <a:ext cx="12550" cy="12550"/>
            </a:xfrm>
            <a:custGeom>
              <a:avLst/>
              <a:gdLst/>
              <a:ahLst/>
              <a:cxnLst/>
              <a:rect l="l" t="t" r="r" b="b"/>
              <a:pathLst>
                <a:path w="502" h="502" extrusionOk="0">
                  <a:moveTo>
                    <a:pt x="252" y="0"/>
                  </a:moveTo>
                  <a:cubicBezTo>
                    <a:pt x="114" y="0"/>
                    <a:pt x="1" y="114"/>
                    <a:pt x="1" y="252"/>
                  </a:cubicBezTo>
                  <a:cubicBezTo>
                    <a:pt x="1" y="388"/>
                    <a:pt x="114" y="501"/>
                    <a:pt x="252" y="501"/>
                  </a:cubicBezTo>
                  <a:cubicBezTo>
                    <a:pt x="388" y="501"/>
                    <a:pt x="501" y="388"/>
                    <a:pt x="501" y="252"/>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9"/>
            <p:cNvSpPr/>
            <p:nvPr/>
          </p:nvSpPr>
          <p:spPr>
            <a:xfrm>
              <a:off x="1870375" y="2391675"/>
              <a:ext cx="12400" cy="12550"/>
            </a:xfrm>
            <a:custGeom>
              <a:avLst/>
              <a:gdLst/>
              <a:ahLst/>
              <a:cxnLst/>
              <a:rect l="l" t="t" r="r" b="b"/>
              <a:pathLst>
                <a:path w="496" h="502" extrusionOk="0">
                  <a:moveTo>
                    <a:pt x="252" y="0"/>
                  </a:moveTo>
                  <a:cubicBezTo>
                    <a:pt x="109" y="0"/>
                    <a:pt x="0" y="114"/>
                    <a:pt x="0" y="252"/>
                  </a:cubicBezTo>
                  <a:cubicBezTo>
                    <a:pt x="0" y="388"/>
                    <a:pt x="109" y="501"/>
                    <a:pt x="252" y="501"/>
                  </a:cubicBezTo>
                  <a:cubicBezTo>
                    <a:pt x="387" y="501"/>
                    <a:pt x="496" y="388"/>
                    <a:pt x="496" y="252"/>
                  </a:cubicBezTo>
                  <a:cubicBezTo>
                    <a:pt x="496"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9"/>
            <p:cNvSpPr/>
            <p:nvPr/>
          </p:nvSpPr>
          <p:spPr>
            <a:xfrm>
              <a:off x="1962150" y="2391675"/>
              <a:ext cx="12550" cy="12550"/>
            </a:xfrm>
            <a:custGeom>
              <a:avLst/>
              <a:gdLst/>
              <a:ahLst/>
              <a:cxnLst/>
              <a:rect l="l" t="t" r="r" b="b"/>
              <a:pathLst>
                <a:path w="502" h="502" extrusionOk="0">
                  <a:moveTo>
                    <a:pt x="250" y="0"/>
                  </a:moveTo>
                  <a:cubicBezTo>
                    <a:pt x="114" y="0"/>
                    <a:pt x="1" y="114"/>
                    <a:pt x="1" y="252"/>
                  </a:cubicBezTo>
                  <a:cubicBezTo>
                    <a:pt x="1" y="388"/>
                    <a:pt x="114" y="501"/>
                    <a:pt x="250" y="501"/>
                  </a:cubicBezTo>
                  <a:cubicBezTo>
                    <a:pt x="388" y="501"/>
                    <a:pt x="502" y="388"/>
                    <a:pt x="502" y="252"/>
                  </a:cubicBezTo>
                  <a:cubicBezTo>
                    <a:pt x="502"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9"/>
            <p:cNvSpPr/>
            <p:nvPr/>
          </p:nvSpPr>
          <p:spPr>
            <a:xfrm>
              <a:off x="2054075" y="2391675"/>
              <a:ext cx="12425" cy="12550"/>
            </a:xfrm>
            <a:custGeom>
              <a:avLst/>
              <a:gdLst/>
              <a:ahLst/>
              <a:cxnLst/>
              <a:rect l="l" t="t" r="r" b="b"/>
              <a:pathLst>
                <a:path w="497" h="502" extrusionOk="0">
                  <a:moveTo>
                    <a:pt x="252" y="0"/>
                  </a:moveTo>
                  <a:cubicBezTo>
                    <a:pt x="109" y="0"/>
                    <a:pt x="1" y="114"/>
                    <a:pt x="1" y="252"/>
                  </a:cubicBezTo>
                  <a:cubicBezTo>
                    <a:pt x="1" y="388"/>
                    <a:pt x="109" y="501"/>
                    <a:pt x="252" y="501"/>
                  </a:cubicBezTo>
                  <a:cubicBezTo>
                    <a:pt x="388" y="501"/>
                    <a:pt x="496" y="388"/>
                    <a:pt x="496" y="252"/>
                  </a:cubicBezTo>
                  <a:cubicBezTo>
                    <a:pt x="496"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9"/>
            <p:cNvSpPr/>
            <p:nvPr/>
          </p:nvSpPr>
          <p:spPr>
            <a:xfrm>
              <a:off x="2145825" y="23916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9"/>
            <p:cNvSpPr/>
            <p:nvPr/>
          </p:nvSpPr>
          <p:spPr>
            <a:xfrm>
              <a:off x="2237800" y="2391675"/>
              <a:ext cx="12350" cy="12550"/>
            </a:xfrm>
            <a:custGeom>
              <a:avLst/>
              <a:gdLst/>
              <a:ahLst/>
              <a:cxnLst/>
              <a:rect l="l" t="t" r="r" b="b"/>
              <a:pathLst>
                <a:path w="494" h="502" extrusionOk="0">
                  <a:moveTo>
                    <a:pt x="244" y="0"/>
                  </a:moveTo>
                  <a:cubicBezTo>
                    <a:pt x="107" y="0"/>
                    <a:pt x="0" y="114"/>
                    <a:pt x="0" y="252"/>
                  </a:cubicBezTo>
                  <a:cubicBezTo>
                    <a:pt x="0" y="388"/>
                    <a:pt x="107" y="501"/>
                    <a:pt x="244" y="501"/>
                  </a:cubicBezTo>
                  <a:cubicBezTo>
                    <a:pt x="387" y="501"/>
                    <a:pt x="494" y="388"/>
                    <a:pt x="494" y="252"/>
                  </a:cubicBezTo>
                  <a:cubicBezTo>
                    <a:pt x="494" y="114"/>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9"/>
            <p:cNvSpPr/>
            <p:nvPr/>
          </p:nvSpPr>
          <p:spPr>
            <a:xfrm>
              <a:off x="2329550" y="2391675"/>
              <a:ext cx="12575" cy="12550"/>
            </a:xfrm>
            <a:custGeom>
              <a:avLst/>
              <a:gdLst/>
              <a:ahLst/>
              <a:cxnLst/>
              <a:rect l="l" t="t" r="r" b="b"/>
              <a:pathLst>
                <a:path w="503" h="502" extrusionOk="0">
                  <a:moveTo>
                    <a:pt x="251" y="0"/>
                  </a:moveTo>
                  <a:cubicBezTo>
                    <a:pt x="115" y="0"/>
                    <a:pt x="0" y="114"/>
                    <a:pt x="0" y="252"/>
                  </a:cubicBezTo>
                  <a:cubicBezTo>
                    <a:pt x="0" y="388"/>
                    <a:pt x="115" y="501"/>
                    <a:pt x="251" y="501"/>
                  </a:cubicBezTo>
                  <a:cubicBezTo>
                    <a:pt x="387" y="501"/>
                    <a:pt x="502" y="388"/>
                    <a:pt x="502" y="252"/>
                  </a:cubicBezTo>
                  <a:cubicBezTo>
                    <a:pt x="502"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9"/>
            <p:cNvSpPr/>
            <p:nvPr/>
          </p:nvSpPr>
          <p:spPr>
            <a:xfrm>
              <a:off x="2421325" y="2391675"/>
              <a:ext cx="12550" cy="12550"/>
            </a:xfrm>
            <a:custGeom>
              <a:avLst/>
              <a:gdLst/>
              <a:ahLst/>
              <a:cxnLst/>
              <a:rect l="l" t="t" r="r" b="b"/>
              <a:pathLst>
                <a:path w="502" h="502" extrusionOk="0">
                  <a:moveTo>
                    <a:pt x="250" y="0"/>
                  </a:moveTo>
                  <a:cubicBezTo>
                    <a:pt x="114" y="0"/>
                    <a:pt x="1" y="114"/>
                    <a:pt x="1" y="252"/>
                  </a:cubicBezTo>
                  <a:cubicBezTo>
                    <a:pt x="1" y="388"/>
                    <a:pt x="114" y="501"/>
                    <a:pt x="250" y="501"/>
                  </a:cubicBezTo>
                  <a:cubicBezTo>
                    <a:pt x="395" y="501"/>
                    <a:pt x="501" y="388"/>
                    <a:pt x="501" y="252"/>
                  </a:cubicBezTo>
                  <a:cubicBezTo>
                    <a:pt x="501" y="114"/>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9"/>
            <p:cNvSpPr/>
            <p:nvPr/>
          </p:nvSpPr>
          <p:spPr>
            <a:xfrm>
              <a:off x="2513250" y="2391675"/>
              <a:ext cx="12575" cy="12550"/>
            </a:xfrm>
            <a:custGeom>
              <a:avLst/>
              <a:gdLst/>
              <a:ahLst/>
              <a:cxnLst/>
              <a:rect l="l" t="t" r="r" b="b"/>
              <a:pathLst>
                <a:path w="503" h="502" extrusionOk="0">
                  <a:moveTo>
                    <a:pt x="252" y="0"/>
                  </a:moveTo>
                  <a:cubicBezTo>
                    <a:pt x="109" y="0"/>
                    <a:pt x="0" y="114"/>
                    <a:pt x="0" y="252"/>
                  </a:cubicBezTo>
                  <a:cubicBezTo>
                    <a:pt x="0" y="388"/>
                    <a:pt x="109"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9"/>
            <p:cNvSpPr/>
            <p:nvPr/>
          </p:nvSpPr>
          <p:spPr>
            <a:xfrm>
              <a:off x="2605000" y="2391675"/>
              <a:ext cx="12575" cy="12550"/>
            </a:xfrm>
            <a:custGeom>
              <a:avLst/>
              <a:gdLst/>
              <a:ahLst/>
              <a:cxnLst/>
              <a:rect l="l" t="t" r="r" b="b"/>
              <a:pathLst>
                <a:path w="503" h="502" extrusionOk="0">
                  <a:moveTo>
                    <a:pt x="252" y="0"/>
                  </a:moveTo>
                  <a:cubicBezTo>
                    <a:pt x="116" y="0"/>
                    <a:pt x="0" y="114"/>
                    <a:pt x="0" y="252"/>
                  </a:cubicBezTo>
                  <a:cubicBezTo>
                    <a:pt x="0" y="388"/>
                    <a:pt x="116" y="501"/>
                    <a:pt x="252" y="501"/>
                  </a:cubicBezTo>
                  <a:cubicBezTo>
                    <a:pt x="387" y="501"/>
                    <a:pt x="503" y="388"/>
                    <a:pt x="503" y="252"/>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9"/>
            <p:cNvSpPr/>
            <p:nvPr/>
          </p:nvSpPr>
          <p:spPr>
            <a:xfrm>
              <a:off x="2696950" y="2391675"/>
              <a:ext cx="12375" cy="12550"/>
            </a:xfrm>
            <a:custGeom>
              <a:avLst/>
              <a:gdLst/>
              <a:ahLst/>
              <a:cxnLst/>
              <a:rect l="l" t="t" r="r" b="b"/>
              <a:pathLst>
                <a:path w="495" h="502" extrusionOk="0">
                  <a:moveTo>
                    <a:pt x="252" y="0"/>
                  </a:moveTo>
                  <a:cubicBezTo>
                    <a:pt x="108" y="0"/>
                    <a:pt x="1" y="114"/>
                    <a:pt x="1" y="252"/>
                  </a:cubicBezTo>
                  <a:cubicBezTo>
                    <a:pt x="1" y="388"/>
                    <a:pt x="108" y="501"/>
                    <a:pt x="252" y="501"/>
                  </a:cubicBezTo>
                  <a:cubicBezTo>
                    <a:pt x="388" y="501"/>
                    <a:pt x="495" y="388"/>
                    <a:pt x="495" y="252"/>
                  </a:cubicBezTo>
                  <a:cubicBezTo>
                    <a:pt x="495"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9"/>
            <p:cNvSpPr/>
            <p:nvPr/>
          </p:nvSpPr>
          <p:spPr>
            <a:xfrm>
              <a:off x="2788700" y="23916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9"/>
            <p:cNvSpPr/>
            <p:nvPr/>
          </p:nvSpPr>
          <p:spPr>
            <a:xfrm>
              <a:off x="2880675" y="2391675"/>
              <a:ext cx="12375" cy="12550"/>
            </a:xfrm>
            <a:custGeom>
              <a:avLst/>
              <a:gdLst/>
              <a:ahLst/>
              <a:cxnLst/>
              <a:rect l="l" t="t" r="r" b="b"/>
              <a:pathLst>
                <a:path w="495" h="502" extrusionOk="0">
                  <a:moveTo>
                    <a:pt x="243" y="0"/>
                  </a:moveTo>
                  <a:cubicBezTo>
                    <a:pt x="107" y="0"/>
                    <a:pt x="0" y="114"/>
                    <a:pt x="0" y="252"/>
                  </a:cubicBezTo>
                  <a:cubicBezTo>
                    <a:pt x="0" y="388"/>
                    <a:pt x="107" y="501"/>
                    <a:pt x="243" y="501"/>
                  </a:cubicBezTo>
                  <a:cubicBezTo>
                    <a:pt x="387" y="501"/>
                    <a:pt x="494" y="388"/>
                    <a:pt x="494" y="252"/>
                  </a:cubicBezTo>
                  <a:cubicBezTo>
                    <a:pt x="494" y="114"/>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9"/>
            <p:cNvSpPr/>
            <p:nvPr/>
          </p:nvSpPr>
          <p:spPr>
            <a:xfrm>
              <a:off x="2972425" y="2391675"/>
              <a:ext cx="12575" cy="12550"/>
            </a:xfrm>
            <a:custGeom>
              <a:avLst/>
              <a:gdLst/>
              <a:ahLst/>
              <a:cxnLst/>
              <a:rect l="l" t="t" r="r" b="b"/>
              <a:pathLst>
                <a:path w="503" h="502" extrusionOk="0">
                  <a:moveTo>
                    <a:pt x="251" y="0"/>
                  </a:moveTo>
                  <a:cubicBezTo>
                    <a:pt x="115" y="0"/>
                    <a:pt x="0" y="114"/>
                    <a:pt x="0" y="252"/>
                  </a:cubicBezTo>
                  <a:cubicBezTo>
                    <a:pt x="0" y="388"/>
                    <a:pt x="115" y="501"/>
                    <a:pt x="251" y="501"/>
                  </a:cubicBezTo>
                  <a:cubicBezTo>
                    <a:pt x="387" y="501"/>
                    <a:pt x="503" y="388"/>
                    <a:pt x="503" y="252"/>
                  </a:cubicBezTo>
                  <a:cubicBezTo>
                    <a:pt x="503"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9"/>
            <p:cNvSpPr/>
            <p:nvPr/>
          </p:nvSpPr>
          <p:spPr>
            <a:xfrm>
              <a:off x="3064375" y="2391675"/>
              <a:ext cx="12375" cy="12550"/>
            </a:xfrm>
            <a:custGeom>
              <a:avLst/>
              <a:gdLst/>
              <a:ahLst/>
              <a:cxnLst/>
              <a:rect l="l" t="t" r="r" b="b"/>
              <a:pathLst>
                <a:path w="495" h="502" extrusionOk="0">
                  <a:moveTo>
                    <a:pt x="243" y="0"/>
                  </a:moveTo>
                  <a:cubicBezTo>
                    <a:pt x="107" y="0"/>
                    <a:pt x="1" y="114"/>
                    <a:pt x="1" y="252"/>
                  </a:cubicBezTo>
                  <a:cubicBezTo>
                    <a:pt x="1" y="388"/>
                    <a:pt x="107" y="501"/>
                    <a:pt x="243" y="501"/>
                  </a:cubicBezTo>
                  <a:cubicBezTo>
                    <a:pt x="388" y="501"/>
                    <a:pt x="495" y="388"/>
                    <a:pt x="495" y="252"/>
                  </a:cubicBezTo>
                  <a:cubicBezTo>
                    <a:pt x="495" y="114"/>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9"/>
            <p:cNvSpPr/>
            <p:nvPr/>
          </p:nvSpPr>
          <p:spPr>
            <a:xfrm>
              <a:off x="3156125" y="23916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9"/>
            <p:cNvSpPr/>
            <p:nvPr/>
          </p:nvSpPr>
          <p:spPr>
            <a:xfrm>
              <a:off x="3247875" y="2391675"/>
              <a:ext cx="12575" cy="12550"/>
            </a:xfrm>
            <a:custGeom>
              <a:avLst/>
              <a:gdLst/>
              <a:ahLst/>
              <a:cxnLst/>
              <a:rect l="l" t="t" r="r" b="b"/>
              <a:pathLst>
                <a:path w="503"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9"/>
            <p:cNvSpPr/>
            <p:nvPr/>
          </p:nvSpPr>
          <p:spPr>
            <a:xfrm>
              <a:off x="3339850" y="2391675"/>
              <a:ext cx="12525" cy="12550"/>
            </a:xfrm>
            <a:custGeom>
              <a:avLst/>
              <a:gdLst/>
              <a:ahLst/>
              <a:cxnLst/>
              <a:rect l="l" t="t" r="r" b="b"/>
              <a:pathLst>
                <a:path w="501" h="502" extrusionOk="0">
                  <a:moveTo>
                    <a:pt x="251" y="0"/>
                  </a:moveTo>
                  <a:cubicBezTo>
                    <a:pt x="107" y="0"/>
                    <a:pt x="0" y="114"/>
                    <a:pt x="0" y="252"/>
                  </a:cubicBezTo>
                  <a:cubicBezTo>
                    <a:pt x="0" y="388"/>
                    <a:pt x="107" y="501"/>
                    <a:pt x="251" y="501"/>
                  </a:cubicBezTo>
                  <a:cubicBezTo>
                    <a:pt x="387" y="501"/>
                    <a:pt x="501" y="388"/>
                    <a:pt x="501" y="252"/>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9"/>
            <p:cNvSpPr/>
            <p:nvPr/>
          </p:nvSpPr>
          <p:spPr>
            <a:xfrm>
              <a:off x="3431575" y="23916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9"/>
            <p:cNvSpPr/>
            <p:nvPr/>
          </p:nvSpPr>
          <p:spPr>
            <a:xfrm>
              <a:off x="3523550" y="2391675"/>
              <a:ext cx="12375" cy="12550"/>
            </a:xfrm>
            <a:custGeom>
              <a:avLst/>
              <a:gdLst/>
              <a:ahLst/>
              <a:cxnLst/>
              <a:rect l="l" t="t" r="r" b="b"/>
              <a:pathLst>
                <a:path w="495" h="502" extrusionOk="0">
                  <a:moveTo>
                    <a:pt x="250" y="0"/>
                  </a:moveTo>
                  <a:cubicBezTo>
                    <a:pt x="107" y="0"/>
                    <a:pt x="0" y="114"/>
                    <a:pt x="0" y="252"/>
                  </a:cubicBezTo>
                  <a:cubicBezTo>
                    <a:pt x="0" y="388"/>
                    <a:pt x="107" y="501"/>
                    <a:pt x="250" y="501"/>
                  </a:cubicBezTo>
                  <a:cubicBezTo>
                    <a:pt x="388" y="501"/>
                    <a:pt x="494" y="388"/>
                    <a:pt x="494" y="252"/>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9"/>
            <p:cNvSpPr/>
            <p:nvPr/>
          </p:nvSpPr>
          <p:spPr>
            <a:xfrm>
              <a:off x="676400" y="2483600"/>
              <a:ext cx="12600" cy="12400"/>
            </a:xfrm>
            <a:custGeom>
              <a:avLst/>
              <a:gdLst/>
              <a:ahLst/>
              <a:cxnLst/>
              <a:rect l="l" t="t" r="r" b="b"/>
              <a:pathLst>
                <a:path w="504" h="496" extrusionOk="0">
                  <a:moveTo>
                    <a:pt x="252" y="0"/>
                  </a:moveTo>
                  <a:cubicBezTo>
                    <a:pt x="116" y="0"/>
                    <a:pt x="1" y="109"/>
                    <a:pt x="1" y="251"/>
                  </a:cubicBezTo>
                  <a:cubicBezTo>
                    <a:pt x="1" y="387"/>
                    <a:pt x="116" y="496"/>
                    <a:pt x="252" y="496"/>
                  </a:cubicBezTo>
                  <a:cubicBezTo>
                    <a:pt x="388" y="496"/>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9"/>
            <p:cNvSpPr/>
            <p:nvPr/>
          </p:nvSpPr>
          <p:spPr>
            <a:xfrm>
              <a:off x="768325" y="2483600"/>
              <a:ext cx="12400" cy="12400"/>
            </a:xfrm>
            <a:custGeom>
              <a:avLst/>
              <a:gdLst/>
              <a:ahLst/>
              <a:cxnLst/>
              <a:rect l="l" t="t" r="r" b="b"/>
              <a:pathLst>
                <a:path w="496" h="496" extrusionOk="0">
                  <a:moveTo>
                    <a:pt x="245" y="0"/>
                  </a:moveTo>
                  <a:cubicBezTo>
                    <a:pt x="109" y="0"/>
                    <a:pt x="0" y="109"/>
                    <a:pt x="0" y="251"/>
                  </a:cubicBezTo>
                  <a:cubicBezTo>
                    <a:pt x="0" y="387"/>
                    <a:pt x="109" y="496"/>
                    <a:pt x="245" y="496"/>
                  </a:cubicBezTo>
                  <a:cubicBezTo>
                    <a:pt x="388" y="496"/>
                    <a:pt x="496" y="387"/>
                    <a:pt x="496" y="251"/>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9"/>
            <p:cNvSpPr/>
            <p:nvPr/>
          </p:nvSpPr>
          <p:spPr>
            <a:xfrm>
              <a:off x="860125" y="2483600"/>
              <a:ext cx="12525" cy="12400"/>
            </a:xfrm>
            <a:custGeom>
              <a:avLst/>
              <a:gdLst/>
              <a:ahLst/>
              <a:cxnLst/>
              <a:rect l="l" t="t" r="r" b="b"/>
              <a:pathLst>
                <a:path w="501" h="496" extrusionOk="0">
                  <a:moveTo>
                    <a:pt x="251" y="0"/>
                  </a:moveTo>
                  <a:cubicBezTo>
                    <a:pt x="114" y="0"/>
                    <a:pt x="0" y="109"/>
                    <a:pt x="0" y="251"/>
                  </a:cubicBezTo>
                  <a:cubicBezTo>
                    <a:pt x="0" y="387"/>
                    <a:pt x="114" y="496"/>
                    <a:pt x="251" y="496"/>
                  </a:cubicBezTo>
                  <a:cubicBezTo>
                    <a:pt x="387" y="496"/>
                    <a:pt x="501" y="387"/>
                    <a:pt x="501" y="251"/>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9"/>
            <p:cNvSpPr/>
            <p:nvPr/>
          </p:nvSpPr>
          <p:spPr>
            <a:xfrm>
              <a:off x="951850" y="2483600"/>
              <a:ext cx="12600" cy="12400"/>
            </a:xfrm>
            <a:custGeom>
              <a:avLst/>
              <a:gdLst/>
              <a:ahLst/>
              <a:cxnLst/>
              <a:rect l="l" t="t" r="r" b="b"/>
              <a:pathLst>
                <a:path w="504" h="496" extrusionOk="0">
                  <a:moveTo>
                    <a:pt x="252" y="0"/>
                  </a:moveTo>
                  <a:cubicBezTo>
                    <a:pt x="116" y="0"/>
                    <a:pt x="1" y="109"/>
                    <a:pt x="1" y="251"/>
                  </a:cubicBezTo>
                  <a:cubicBezTo>
                    <a:pt x="1" y="387"/>
                    <a:pt x="116" y="496"/>
                    <a:pt x="252" y="496"/>
                  </a:cubicBezTo>
                  <a:cubicBezTo>
                    <a:pt x="388" y="496"/>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9"/>
            <p:cNvSpPr/>
            <p:nvPr/>
          </p:nvSpPr>
          <p:spPr>
            <a:xfrm>
              <a:off x="1043825" y="2483600"/>
              <a:ext cx="12375" cy="12400"/>
            </a:xfrm>
            <a:custGeom>
              <a:avLst/>
              <a:gdLst/>
              <a:ahLst/>
              <a:cxnLst/>
              <a:rect l="l" t="t" r="r" b="b"/>
              <a:pathLst>
                <a:path w="495" h="496" extrusionOk="0">
                  <a:moveTo>
                    <a:pt x="250" y="0"/>
                  </a:moveTo>
                  <a:cubicBezTo>
                    <a:pt x="107" y="0"/>
                    <a:pt x="0" y="109"/>
                    <a:pt x="0" y="251"/>
                  </a:cubicBezTo>
                  <a:cubicBezTo>
                    <a:pt x="0" y="387"/>
                    <a:pt x="107" y="496"/>
                    <a:pt x="250" y="496"/>
                  </a:cubicBezTo>
                  <a:cubicBezTo>
                    <a:pt x="388" y="496"/>
                    <a:pt x="494" y="387"/>
                    <a:pt x="494" y="251"/>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9"/>
            <p:cNvSpPr/>
            <p:nvPr/>
          </p:nvSpPr>
          <p:spPr>
            <a:xfrm>
              <a:off x="1135575" y="2483600"/>
              <a:ext cx="12575" cy="12400"/>
            </a:xfrm>
            <a:custGeom>
              <a:avLst/>
              <a:gdLst/>
              <a:ahLst/>
              <a:cxnLst/>
              <a:rect l="l" t="t" r="r" b="b"/>
              <a:pathLst>
                <a:path w="503" h="496" extrusionOk="0">
                  <a:moveTo>
                    <a:pt x="252" y="0"/>
                  </a:moveTo>
                  <a:cubicBezTo>
                    <a:pt x="116" y="0"/>
                    <a:pt x="0" y="109"/>
                    <a:pt x="0" y="251"/>
                  </a:cubicBezTo>
                  <a:cubicBezTo>
                    <a:pt x="0" y="387"/>
                    <a:pt x="116" y="496"/>
                    <a:pt x="252" y="496"/>
                  </a:cubicBezTo>
                  <a:cubicBezTo>
                    <a:pt x="387" y="496"/>
                    <a:pt x="503" y="387"/>
                    <a:pt x="503" y="251"/>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9"/>
            <p:cNvSpPr/>
            <p:nvPr/>
          </p:nvSpPr>
          <p:spPr>
            <a:xfrm>
              <a:off x="1227500" y="2483600"/>
              <a:ext cx="12400" cy="12400"/>
            </a:xfrm>
            <a:custGeom>
              <a:avLst/>
              <a:gdLst/>
              <a:ahLst/>
              <a:cxnLst/>
              <a:rect l="l" t="t" r="r" b="b"/>
              <a:pathLst>
                <a:path w="496" h="496" extrusionOk="0">
                  <a:moveTo>
                    <a:pt x="251" y="0"/>
                  </a:moveTo>
                  <a:cubicBezTo>
                    <a:pt x="109" y="0"/>
                    <a:pt x="0" y="109"/>
                    <a:pt x="0" y="251"/>
                  </a:cubicBezTo>
                  <a:cubicBezTo>
                    <a:pt x="0" y="387"/>
                    <a:pt x="109" y="496"/>
                    <a:pt x="251" y="496"/>
                  </a:cubicBezTo>
                  <a:cubicBezTo>
                    <a:pt x="387" y="496"/>
                    <a:pt x="496" y="387"/>
                    <a:pt x="496" y="251"/>
                  </a:cubicBezTo>
                  <a:cubicBezTo>
                    <a:pt x="496"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9"/>
            <p:cNvSpPr/>
            <p:nvPr/>
          </p:nvSpPr>
          <p:spPr>
            <a:xfrm>
              <a:off x="1319275" y="2483600"/>
              <a:ext cx="12550" cy="12400"/>
            </a:xfrm>
            <a:custGeom>
              <a:avLst/>
              <a:gdLst/>
              <a:ahLst/>
              <a:cxnLst/>
              <a:rect l="l" t="t" r="r" b="b"/>
              <a:pathLst>
                <a:path w="502" h="496" extrusionOk="0">
                  <a:moveTo>
                    <a:pt x="252" y="0"/>
                  </a:moveTo>
                  <a:cubicBezTo>
                    <a:pt x="114" y="0"/>
                    <a:pt x="1" y="109"/>
                    <a:pt x="1" y="251"/>
                  </a:cubicBezTo>
                  <a:cubicBezTo>
                    <a:pt x="1" y="387"/>
                    <a:pt x="114" y="496"/>
                    <a:pt x="252" y="496"/>
                  </a:cubicBezTo>
                  <a:cubicBezTo>
                    <a:pt x="388" y="496"/>
                    <a:pt x="501" y="387"/>
                    <a:pt x="501" y="251"/>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9"/>
            <p:cNvSpPr/>
            <p:nvPr/>
          </p:nvSpPr>
          <p:spPr>
            <a:xfrm>
              <a:off x="1411200" y="2483600"/>
              <a:ext cx="12425" cy="12400"/>
            </a:xfrm>
            <a:custGeom>
              <a:avLst/>
              <a:gdLst/>
              <a:ahLst/>
              <a:cxnLst/>
              <a:rect l="l" t="t" r="r" b="b"/>
              <a:pathLst>
                <a:path w="497" h="496" extrusionOk="0">
                  <a:moveTo>
                    <a:pt x="245" y="0"/>
                  </a:moveTo>
                  <a:cubicBezTo>
                    <a:pt x="109" y="0"/>
                    <a:pt x="1" y="109"/>
                    <a:pt x="1" y="251"/>
                  </a:cubicBezTo>
                  <a:cubicBezTo>
                    <a:pt x="1" y="387"/>
                    <a:pt x="109" y="496"/>
                    <a:pt x="245" y="496"/>
                  </a:cubicBezTo>
                  <a:cubicBezTo>
                    <a:pt x="388" y="496"/>
                    <a:pt x="496" y="387"/>
                    <a:pt x="496" y="251"/>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9"/>
            <p:cNvSpPr/>
            <p:nvPr/>
          </p:nvSpPr>
          <p:spPr>
            <a:xfrm>
              <a:off x="1503000" y="2483600"/>
              <a:ext cx="12525" cy="12400"/>
            </a:xfrm>
            <a:custGeom>
              <a:avLst/>
              <a:gdLst/>
              <a:ahLst/>
              <a:cxnLst/>
              <a:rect l="l" t="t" r="r" b="b"/>
              <a:pathLst>
                <a:path w="501" h="496" extrusionOk="0">
                  <a:moveTo>
                    <a:pt x="250" y="0"/>
                  </a:moveTo>
                  <a:cubicBezTo>
                    <a:pt x="114" y="0"/>
                    <a:pt x="0" y="109"/>
                    <a:pt x="0" y="251"/>
                  </a:cubicBezTo>
                  <a:cubicBezTo>
                    <a:pt x="0" y="387"/>
                    <a:pt x="114" y="496"/>
                    <a:pt x="250" y="496"/>
                  </a:cubicBezTo>
                  <a:cubicBezTo>
                    <a:pt x="387" y="496"/>
                    <a:pt x="501" y="387"/>
                    <a:pt x="501" y="251"/>
                  </a:cubicBezTo>
                  <a:cubicBezTo>
                    <a:pt x="501" y="109"/>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9"/>
            <p:cNvSpPr/>
            <p:nvPr/>
          </p:nvSpPr>
          <p:spPr>
            <a:xfrm>
              <a:off x="1594750" y="2483600"/>
              <a:ext cx="12575" cy="12400"/>
            </a:xfrm>
            <a:custGeom>
              <a:avLst/>
              <a:gdLst/>
              <a:ahLst/>
              <a:cxnLst/>
              <a:rect l="l" t="t" r="r" b="b"/>
              <a:pathLst>
                <a:path w="503" h="496" extrusionOk="0">
                  <a:moveTo>
                    <a:pt x="251" y="0"/>
                  </a:moveTo>
                  <a:cubicBezTo>
                    <a:pt x="115" y="0"/>
                    <a:pt x="0" y="109"/>
                    <a:pt x="0" y="251"/>
                  </a:cubicBezTo>
                  <a:cubicBezTo>
                    <a:pt x="0" y="387"/>
                    <a:pt x="115" y="496"/>
                    <a:pt x="251" y="496"/>
                  </a:cubicBezTo>
                  <a:cubicBezTo>
                    <a:pt x="394" y="496"/>
                    <a:pt x="503" y="387"/>
                    <a:pt x="503" y="251"/>
                  </a:cubicBezTo>
                  <a:cubicBezTo>
                    <a:pt x="503" y="109"/>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9"/>
            <p:cNvSpPr/>
            <p:nvPr/>
          </p:nvSpPr>
          <p:spPr>
            <a:xfrm>
              <a:off x="1686650" y="2483600"/>
              <a:ext cx="12600" cy="12400"/>
            </a:xfrm>
            <a:custGeom>
              <a:avLst/>
              <a:gdLst/>
              <a:ahLst/>
              <a:cxnLst/>
              <a:rect l="l" t="t" r="r" b="b"/>
              <a:pathLst>
                <a:path w="504" h="496" extrusionOk="0">
                  <a:moveTo>
                    <a:pt x="252" y="0"/>
                  </a:moveTo>
                  <a:cubicBezTo>
                    <a:pt x="116" y="0"/>
                    <a:pt x="1" y="109"/>
                    <a:pt x="1" y="251"/>
                  </a:cubicBezTo>
                  <a:cubicBezTo>
                    <a:pt x="1" y="387"/>
                    <a:pt x="116" y="496"/>
                    <a:pt x="252" y="496"/>
                  </a:cubicBezTo>
                  <a:cubicBezTo>
                    <a:pt x="388" y="496"/>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9"/>
            <p:cNvSpPr/>
            <p:nvPr/>
          </p:nvSpPr>
          <p:spPr>
            <a:xfrm>
              <a:off x="1778450" y="2483600"/>
              <a:ext cx="12550" cy="12400"/>
            </a:xfrm>
            <a:custGeom>
              <a:avLst/>
              <a:gdLst/>
              <a:ahLst/>
              <a:cxnLst/>
              <a:rect l="l" t="t" r="r" b="b"/>
              <a:pathLst>
                <a:path w="502" h="496" extrusionOk="0">
                  <a:moveTo>
                    <a:pt x="252" y="0"/>
                  </a:moveTo>
                  <a:cubicBezTo>
                    <a:pt x="114" y="0"/>
                    <a:pt x="1" y="109"/>
                    <a:pt x="1" y="251"/>
                  </a:cubicBezTo>
                  <a:cubicBezTo>
                    <a:pt x="1" y="387"/>
                    <a:pt x="114" y="496"/>
                    <a:pt x="252" y="496"/>
                  </a:cubicBezTo>
                  <a:cubicBezTo>
                    <a:pt x="388" y="496"/>
                    <a:pt x="501" y="387"/>
                    <a:pt x="501" y="251"/>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9"/>
            <p:cNvSpPr/>
            <p:nvPr/>
          </p:nvSpPr>
          <p:spPr>
            <a:xfrm>
              <a:off x="1870375" y="2483600"/>
              <a:ext cx="12400" cy="12400"/>
            </a:xfrm>
            <a:custGeom>
              <a:avLst/>
              <a:gdLst/>
              <a:ahLst/>
              <a:cxnLst/>
              <a:rect l="l" t="t" r="r" b="b"/>
              <a:pathLst>
                <a:path w="496" h="496" extrusionOk="0">
                  <a:moveTo>
                    <a:pt x="252" y="0"/>
                  </a:moveTo>
                  <a:cubicBezTo>
                    <a:pt x="109" y="0"/>
                    <a:pt x="0" y="109"/>
                    <a:pt x="0" y="251"/>
                  </a:cubicBezTo>
                  <a:cubicBezTo>
                    <a:pt x="0" y="387"/>
                    <a:pt x="109" y="496"/>
                    <a:pt x="252" y="496"/>
                  </a:cubicBezTo>
                  <a:cubicBezTo>
                    <a:pt x="387" y="496"/>
                    <a:pt x="496" y="387"/>
                    <a:pt x="496" y="251"/>
                  </a:cubicBezTo>
                  <a:cubicBezTo>
                    <a:pt x="496"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9"/>
            <p:cNvSpPr/>
            <p:nvPr/>
          </p:nvSpPr>
          <p:spPr>
            <a:xfrm>
              <a:off x="1962150" y="2483600"/>
              <a:ext cx="12550" cy="12400"/>
            </a:xfrm>
            <a:custGeom>
              <a:avLst/>
              <a:gdLst/>
              <a:ahLst/>
              <a:cxnLst/>
              <a:rect l="l" t="t" r="r" b="b"/>
              <a:pathLst>
                <a:path w="502" h="496" extrusionOk="0">
                  <a:moveTo>
                    <a:pt x="250" y="0"/>
                  </a:moveTo>
                  <a:cubicBezTo>
                    <a:pt x="114" y="0"/>
                    <a:pt x="1" y="109"/>
                    <a:pt x="1" y="251"/>
                  </a:cubicBezTo>
                  <a:cubicBezTo>
                    <a:pt x="1" y="387"/>
                    <a:pt x="114" y="496"/>
                    <a:pt x="250" y="496"/>
                  </a:cubicBezTo>
                  <a:cubicBezTo>
                    <a:pt x="388" y="496"/>
                    <a:pt x="502" y="387"/>
                    <a:pt x="502" y="251"/>
                  </a:cubicBezTo>
                  <a:cubicBezTo>
                    <a:pt x="502"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9"/>
            <p:cNvSpPr/>
            <p:nvPr/>
          </p:nvSpPr>
          <p:spPr>
            <a:xfrm>
              <a:off x="2054075" y="2483600"/>
              <a:ext cx="12425" cy="12400"/>
            </a:xfrm>
            <a:custGeom>
              <a:avLst/>
              <a:gdLst/>
              <a:ahLst/>
              <a:cxnLst/>
              <a:rect l="l" t="t" r="r" b="b"/>
              <a:pathLst>
                <a:path w="497" h="496" extrusionOk="0">
                  <a:moveTo>
                    <a:pt x="252" y="0"/>
                  </a:moveTo>
                  <a:cubicBezTo>
                    <a:pt x="109" y="0"/>
                    <a:pt x="1" y="109"/>
                    <a:pt x="1" y="251"/>
                  </a:cubicBezTo>
                  <a:cubicBezTo>
                    <a:pt x="1" y="387"/>
                    <a:pt x="109" y="496"/>
                    <a:pt x="252" y="496"/>
                  </a:cubicBezTo>
                  <a:cubicBezTo>
                    <a:pt x="388" y="496"/>
                    <a:pt x="496" y="387"/>
                    <a:pt x="496" y="251"/>
                  </a:cubicBezTo>
                  <a:cubicBezTo>
                    <a:pt x="496"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9"/>
            <p:cNvSpPr/>
            <p:nvPr/>
          </p:nvSpPr>
          <p:spPr>
            <a:xfrm>
              <a:off x="2145825" y="2483600"/>
              <a:ext cx="12600" cy="12400"/>
            </a:xfrm>
            <a:custGeom>
              <a:avLst/>
              <a:gdLst/>
              <a:ahLst/>
              <a:cxnLst/>
              <a:rect l="l" t="t" r="r" b="b"/>
              <a:pathLst>
                <a:path w="504" h="496" extrusionOk="0">
                  <a:moveTo>
                    <a:pt x="252" y="0"/>
                  </a:moveTo>
                  <a:cubicBezTo>
                    <a:pt x="116" y="0"/>
                    <a:pt x="1" y="109"/>
                    <a:pt x="1" y="251"/>
                  </a:cubicBezTo>
                  <a:cubicBezTo>
                    <a:pt x="1" y="387"/>
                    <a:pt x="116" y="496"/>
                    <a:pt x="252" y="496"/>
                  </a:cubicBezTo>
                  <a:cubicBezTo>
                    <a:pt x="388" y="496"/>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9"/>
            <p:cNvSpPr/>
            <p:nvPr/>
          </p:nvSpPr>
          <p:spPr>
            <a:xfrm>
              <a:off x="2237800" y="2483600"/>
              <a:ext cx="12350" cy="12400"/>
            </a:xfrm>
            <a:custGeom>
              <a:avLst/>
              <a:gdLst/>
              <a:ahLst/>
              <a:cxnLst/>
              <a:rect l="l" t="t" r="r" b="b"/>
              <a:pathLst>
                <a:path w="494" h="496" extrusionOk="0">
                  <a:moveTo>
                    <a:pt x="244" y="0"/>
                  </a:moveTo>
                  <a:cubicBezTo>
                    <a:pt x="107" y="0"/>
                    <a:pt x="0" y="109"/>
                    <a:pt x="0" y="251"/>
                  </a:cubicBezTo>
                  <a:cubicBezTo>
                    <a:pt x="0" y="387"/>
                    <a:pt x="107" y="496"/>
                    <a:pt x="244" y="496"/>
                  </a:cubicBezTo>
                  <a:cubicBezTo>
                    <a:pt x="387" y="496"/>
                    <a:pt x="494" y="387"/>
                    <a:pt x="494" y="251"/>
                  </a:cubicBezTo>
                  <a:cubicBezTo>
                    <a:pt x="494" y="109"/>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9"/>
            <p:cNvSpPr/>
            <p:nvPr/>
          </p:nvSpPr>
          <p:spPr>
            <a:xfrm>
              <a:off x="2329550" y="2483600"/>
              <a:ext cx="12575" cy="12400"/>
            </a:xfrm>
            <a:custGeom>
              <a:avLst/>
              <a:gdLst/>
              <a:ahLst/>
              <a:cxnLst/>
              <a:rect l="l" t="t" r="r" b="b"/>
              <a:pathLst>
                <a:path w="503" h="496" extrusionOk="0">
                  <a:moveTo>
                    <a:pt x="251" y="0"/>
                  </a:moveTo>
                  <a:cubicBezTo>
                    <a:pt x="115" y="0"/>
                    <a:pt x="0" y="109"/>
                    <a:pt x="0" y="251"/>
                  </a:cubicBezTo>
                  <a:cubicBezTo>
                    <a:pt x="0" y="387"/>
                    <a:pt x="115" y="496"/>
                    <a:pt x="251" y="496"/>
                  </a:cubicBezTo>
                  <a:cubicBezTo>
                    <a:pt x="387" y="496"/>
                    <a:pt x="502" y="387"/>
                    <a:pt x="502" y="251"/>
                  </a:cubicBezTo>
                  <a:cubicBezTo>
                    <a:pt x="502"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9"/>
            <p:cNvSpPr/>
            <p:nvPr/>
          </p:nvSpPr>
          <p:spPr>
            <a:xfrm>
              <a:off x="2421325" y="2483600"/>
              <a:ext cx="12550" cy="12400"/>
            </a:xfrm>
            <a:custGeom>
              <a:avLst/>
              <a:gdLst/>
              <a:ahLst/>
              <a:cxnLst/>
              <a:rect l="l" t="t" r="r" b="b"/>
              <a:pathLst>
                <a:path w="502" h="496" extrusionOk="0">
                  <a:moveTo>
                    <a:pt x="250" y="0"/>
                  </a:moveTo>
                  <a:cubicBezTo>
                    <a:pt x="114" y="0"/>
                    <a:pt x="1" y="109"/>
                    <a:pt x="1" y="251"/>
                  </a:cubicBezTo>
                  <a:cubicBezTo>
                    <a:pt x="1" y="387"/>
                    <a:pt x="114" y="496"/>
                    <a:pt x="250" y="496"/>
                  </a:cubicBezTo>
                  <a:cubicBezTo>
                    <a:pt x="395" y="496"/>
                    <a:pt x="501" y="387"/>
                    <a:pt x="501" y="251"/>
                  </a:cubicBezTo>
                  <a:cubicBezTo>
                    <a:pt x="501" y="109"/>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9"/>
            <p:cNvSpPr/>
            <p:nvPr/>
          </p:nvSpPr>
          <p:spPr>
            <a:xfrm>
              <a:off x="2513250" y="2483600"/>
              <a:ext cx="12575" cy="12400"/>
            </a:xfrm>
            <a:custGeom>
              <a:avLst/>
              <a:gdLst/>
              <a:ahLst/>
              <a:cxnLst/>
              <a:rect l="l" t="t" r="r" b="b"/>
              <a:pathLst>
                <a:path w="503" h="496" extrusionOk="0">
                  <a:moveTo>
                    <a:pt x="252" y="0"/>
                  </a:moveTo>
                  <a:cubicBezTo>
                    <a:pt x="109" y="0"/>
                    <a:pt x="0" y="109"/>
                    <a:pt x="0" y="251"/>
                  </a:cubicBezTo>
                  <a:cubicBezTo>
                    <a:pt x="0" y="387"/>
                    <a:pt x="109" y="496"/>
                    <a:pt x="252" y="496"/>
                  </a:cubicBezTo>
                  <a:cubicBezTo>
                    <a:pt x="388" y="496"/>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9"/>
            <p:cNvSpPr/>
            <p:nvPr/>
          </p:nvSpPr>
          <p:spPr>
            <a:xfrm>
              <a:off x="2605000" y="2483600"/>
              <a:ext cx="12575" cy="12400"/>
            </a:xfrm>
            <a:custGeom>
              <a:avLst/>
              <a:gdLst/>
              <a:ahLst/>
              <a:cxnLst/>
              <a:rect l="l" t="t" r="r" b="b"/>
              <a:pathLst>
                <a:path w="503" h="496" extrusionOk="0">
                  <a:moveTo>
                    <a:pt x="252" y="0"/>
                  </a:moveTo>
                  <a:cubicBezTo>
                    <a:pt x="116" y="0"/>
                    <a:pt x="0" y="109"/>
                    <a:pt x="0" y="251"/>
                  </a:cubicBezTo>
                  <a:cubicBezTo>
                    <a:pt x="0" y="387"/>
                    <a:pt x="116" y="496"/>
                    <a:pt x="252" y="496"/>
                  </a:cubicBezTo>
                  <a:cubicBezTo>
                    <a:pt x="387" y="496"/>
                    <a:pt x="503" y="387"/>
                    <a:pt x="503" y="251"/>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9"/>
            <p:cNvSpPr/>
            <p:nvPr/>
          </p:nvSpPr>
          <p:spPr>
            <a:xfrm>
              <a:off x="2696950" y="2483600"/>
              <a:ext cx="12375" cy="12400"/>
            </a:xfrm>
            <a:custGeom>
              <a:avLst/>
              <a:gdLst/>
              <a:ahLst/>
              <a:cxnLst/>
              <a:rect l="l" t="t" r="r" b="b"/>
              <a:pathLst>
                <a:path w="495" h="496" extrusionOk="0">
                  <a:moveTo>
                    <a:pt x="252" y="0"/>
                  </a:moveTo>
                  <a:cubicBezTo>
                    <a:pt x="108" y="0"/>
                    <a:pt x="1" y="109"/>
                    <a:pt x="1" y="251"/>
                  </a:cubicBezTo>
                  <a:cubicBezTo>
                    <a:pt x="1" y="387"/>
                    <a:pt x="108" y="496"/>
                    <a:pt x="252" y="496"/>
                  </a:cubicBezTo>
                  <a:cubicBezTo>
                    <a:pt x="388" y="496"/>
                    <a:pt x="495" y="387"/>
                    <a:pt x="495" y="251"/>
                  </a:cubicBezTo>
                  <a:cubicBezTo>
                    <a:pt x="495"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9"/>
            <p:cNvSpPr/>
            <p:nvPr/>
          </p:nvSpPr>
          <p:spPr>
            <a:xfrm>
              <a:off x="2788700" y="2483600"/>
              <a:ext cx="12600" cy="12400"/>
            </a:xfrm>
            <a:custGeom>
              <a:avLst/>
              <a:gdLst/>
              <a:ahLst/>
              <a:cxnLst/>
              <a:rect l="l" t="t" r="r" b="b"/>
              <a:pathLst>
                <a:path w="504" h="496" extrusionOk="0">
                  <a:moveTo>
                    <a:pt x="252" y="0"/>
                  </a:moveTo>
                  <a:cubicBezTo>
                    <a:pt x="116" y="0"/>
                    <a:pt x="1" y="109"/>
                    <a:pt x="1" y="251"/>
                  </a:cubicBezTo>
                  <a:cubicBezTo>
                    <a:pt x="1" y="387"/>
                    <a:pt x="116" y="496"/>
                    <a:pt x="252" y="496"/>
                  </a:cubicBezTo>
                  <a:cubicBezTo>
                    <a:pt x="388" y="496"/>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9"/>
            <p:cNvSpPr/>
            <p:nvPr/>
          </p:nvSpPr>
          <p:spPr>
            <a:xfrm>
              <a:off x="2880675" y="2483600"/>
              <a:ext cx="12375" cy="12400"/>
            </a:xfrm>
            <a:custGeom>
              <a:avLst/>
              <a:gdLst/>
              <a:ahLst/>
              <a:cxnLst/>
              <a:rect l="l" t="t" r="r" b="b"/>
              <a:pathLst>
                <a:path w="495" h="496" extrusionOk="0">
                  <a:moveTo>
                    <a:pt x="243" y="0"/>
                  </a:moveTo>
                  <a:cubicBezTo>
                    <a:pt x="107" y="0"/>
                    <a:pt x="0" y="109"/>
                    <a:pt x="0" y="251"/>
                  </a:cubicBezTo>
                  <a:cubicBezTo>
                    <a:pt x="0" y="387"/>
                    <a:pt x="107" y="496"/>
                    <a:pt x="243" y="496"/>
                  </a:cubicBezTo>
                  <a:cubicBezTo>
                    <a:pt x="387" y="496"/>
                    <a:pt x="494" y="387"/>
                    <a:pt x="494" y="251"/>
                  </a:cubicBezTo>
                  <a:cubicBezTo>
                    <a:pt x="494" y="109"/>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9"/>
            <p:cNvSpPr/>
            <p:nvPr/>
          </p:nvSpPr>
          <p:spPr>
            <a:xfrm>
              <a:off x="2972425" y="2483600"/>
              <a:ext cx="12575" cy="12400"/>
            </a:xfrm>
            <a:custGeom>
              <a:avLst/>
              <a:gdLst/>
              <a:ahLst/>
              <a:cxnLst/>
              <a:rect l="l" t="t" r="r" b="b"/>
              <a:pathLst>
                <a:path w="503" h="496" extrusionOk="0">
                  <a:moveTo>
                    <a:pt x="251" y="0"/>
                  </a:moveTo>
                  <a:cubicBezTo>
                    <a:pt x="115" y="0"/>
                    <a:pt x="0" y="109"/>
                    <a:pt x="0" y="251"/>
                  </a:cubicBezTo>
                  <a:cubicBezTo>
                    <a:pt x="0" y="387"/>
                    <a:pt x="115" y="496"/>
                    <a:pt x="251" y="496"/>
                  </a:cubicBezTo>
                  <a:cubicBezTo>
                    <a:pt x="387" y="496"/>
                    <a:pt x="503" y="387"/>
                    <a:pt x="503" y="251"/>
                  </a:cubicBezTo>
                  <a:cubicBezTo>
                    <a:pt x="503"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9"/>
            <p:cNvSpPr/>
            <p:nvPr/>
          </p:nvSpPr>
          <p:spPr>
            <a:xfrm>
              <a:off x="3064375" y="2483600"/>
              <a:ext cx="12375" cy="12400"/>
            </a:xfrm>
            <a:custGeom>
              <a:avLst/>
              <a:gdLst/>
              <a:ahLst/>
              <a:cxnLst/>
              <a:rect l="l" t="t" r="r" b="b"/>
              <a:pathLst>
                <a:path w="495" h="496" extrusionOk="0">
                  <a:moveTo>
                    <a:pt x="243" y="0"/>
                  </a:moveTo>
                  <a:cubicBezTo>
                    <a:pt x="107" y="0"/>
                    <a:pt x="1" y="109"/>
                    <a:pt x="1" y="251"/>
                  </a:cubicBezTo>
                  <a:cubicBezTo>
                    <a:pt x="1" y="387"/>
                    <a:pt x="107" y="496"/>
                    <a:pt x="243" y="496"/>
                  </a:cubicBezTo>
                  <a:cubicBezTo>
                    <a:pt x="388" y="496"/>
                    <a:pt x="495" y="387"/>
                    <a:pt x="495" y="251"/>
                  </a:cubicBezTo>
                  <a:cubicBezTo>
                    <a:pt x="495" y="109"/>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9"/>
            <p:cNvSpPr/>
            <p:nvPr/>
          </p:nvSpPr>
          <p:spPr>
            <a:xfrm>
              <a:off x="3156125" y="2483600"/>
              <a:ext cx="12600" cy="12400"/>
            </a:xfrm>
            <a:custGeom>
              <a:avLst/>
              <a:gdLst/>
              <a:ahLst/>
              <a:cxnLst/>
              <a:rect l="l" t="t" r="r" b="b"/>
              <a:pathLst>
                <a:path w="504" h="496" extrusionOk="0">
                  <a:moveTo>
                    <a:pt x="252" y="0"/>
                  </a:moveTo>
                  <a:cubicBezTo>
                    <a:pt x="116" y="0"/>
                    <a:pt x="1" y="109"/>
                    <a:pt x="1" y="251"/>
                  </a:cubicBezTo>
                  <a:cubicBezTo>
                    <a:pt x="1" y="387"/>
                    <a:pt x="116" y="496"/>
                    <a:pt x="252" y="496"/>
                  </a:cubicBezTo>
                  <a:cubicBezTo>
                    <a:pt x="388" y="496"/>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9"/>
            <p:cNvSpPr/>
            <p:nvPr/>
          </p:nvSpPr>
          <p:spPr>
            <a:xfrm>
              <a:off x="3247875" y="2483600"/>
              <a:ext cx="12575" cy="12400"/>
            </a:xfrm>
            <a:custGeom>
              <a:avLst/>
              <a:gdLst/>
              <a:ahLst/>
              <a:cxnLst/>
              <a:rect l="l" t="t" r="r" b="b"/>
              <a:pathLst>
                <a:path w="503" h="496" extrusionOk="0">
                  <a:moveTo>
                    <a:pt x="252" y="0"/>
                  </a:moveTo>
                  <a:cubicBezTo>
                    <a:pt x="116" y="0"/>
                    <a:pt x="1" y="109"/>
                    <a:pt x="1" y="251"/>
                  </a:cubicBezTo>
                  <a:cubicBezTo>
                    <a:pt x="1" y="387"/>
                    <a:pt x="116" y="496"/>
                    <a:pt x="252" y="496"/>
                  </a:cubicBezTo>
                  <a:cubicBezTo>
                    <a:pt x="388" y="496"/>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9"/>
            <p:cNvSpPr/>
            <p:nvPr/>
          </p:nvSpPr>
          <p:spPr>
            <a:xfrm>
              <a:off x="3339850" y="2483600"/>
              <a:ext cx="12525" cy="12400"/>
            </a:xfrm>
            <a:custGeom>
              <a:avLst/>
              <a:gdLst/>
              <a:ahLst/>
              <a:cxnLst/>
              <a:rect l="l" t="t" r="r" b="b"/>
              <a:pathLst>
                <a:path w="501" h="496" extrusionOk="0">
                  <a:moveTo>
                    <a:pt x="251" y="0"/>
                  </a:moveTo>
                  <a:cubicBezTo>
                    <a:pt x="107" y="0"/>
                    <a:pt x="0" y="109"/>
                    <a:pt x="0" y="251"/>
                  </a:cubicBezTo>
                  <a:cubicBezTo>
                    <a:pt x="0" y="387"/>
                    <a:pt x="107" y="496"/>
                    <a:pt x="251" y="496"/>
                  </a:cubicBezTo>
                  <a:cubicBezTo>
                    <a:pt x="387" y="496"/>
                    <a:pt x="501" y="387"/>
                    <a:pt x="501" y="251"/>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9"/>
            <p:cNvSpPr/>
            <p:nvPr/>
          </p:nvSpPr>
          <p:spPr>
            <a:xfrm>
              <a:off x="3431575" y="2483600"/>
              <a:ext cx="12600" cy="12400"/>
            </a:xfrm>
            <a:custGeom>
              <a:avLst/>
              <a:gdLst/>
              <a:ahLst/>
              <a:cxnLst/>
              <a:rect l="l" t="t" r="r" b="b"/>
              <a:pathLst>
                <a:path w="504" h="496" extrusionOk="0">
                  <a:moveTo>
                    <a:pt x="252" y="0"/>
                  </a:moveTo>
                  <a:cubicBezTo>
                    <a:pt x="116" y="0"/>
                    <a:pt x="1" y="109"/>
                    <a:pt x="1" y="251"/>
                  </a:cubicBezTo>
                  <a:cubicBezTo>
                    <a:pt x="1" y="387"/>
                    <a:pt x="116" y="496"/>
                    <a:pt x="252" y="496"/>
                  </a:cubicBezTo>
                  <a:cubicBezTo>
                    <a:pt x="388" y="496"/>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9"/>
            <p:cNvSpPr/>
            <p:nvPr/>
          </p:nvSpPr>
          <p:spPr>
            <a:xfrm>
              <a:off x="3523550" y="2483600"/>
              <a:ext cx="12375" cy="12400"/>
            </a:xfrm>
            <a:custGeom>
              <a:avLst/>
              <a:gdLst/>
              <a:ahLst/>
              <a:cxnLst/>
              <a:rect l="l" t="t" r="r" b="b"/>
              <a:pathLst>
                <a:path w="495" h="496" extrusionOk="0">
                  <a:moveTo>
                    <a:pt x="250" y="0"/>
                  </a:moveTo>
                  <a:cubicBezTo>
                    <a:pt x="107" y="0"/>
                    <a:pt x="0" y="109"/>
                    <a:pt x="0" y="251"/>
                  </a:cubicBezTo>
                  <a:cubicBezTo>
                    <a:pt x="0" y="387"/>
                    <a:pt x="107" y="496"/>
                    <a:pt x="250" y="496"/>
                  </a:cubicBezTo>
                  <a:cubicBezTo>
                    <a:pt x="388" y="496"/>
                    <a:pt x="494" y="387"/>
                    <a:pt x="494" y="251"/>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9"/>
            <p:cNvSpPr/>
            <p:nvPr/>
          </p:nvSpPr>
          <p:spPr>
            <a:xfrm>
              <a:off x="676400" y="2575375"/>
              <a:ext cx="12600" cy="12550"/>
            </a:xfrm>
            <a:custGeom>
              <a:avLst/>
              <a:gdLst/>
              <a:ahLst/>
              <a:cxnLst/>
              <a:rect l="l" t="t" r="r" b="b"/>
              <a:pathLst>
                <a:path w="504" h="502" extrusionOk="0">
                  <a:moveTo>
                    <a:pt x="252" y="1"/>
                  </a:moveTo>
                  <a:cubicBezTo>
                    <a:pt x="116" y="1"/>
                    <a:pt x="1" y="114"/>
                    <a:pt x="1" y="250"/>
                  </a:cubicBezTo>
                  <a:cubicBezTo>
                    <a:pt x="1" y="388"/>
                    <a:pt x="116" y="502"/>
                    <a:pt x="252" y="502"/>
                  </a:cubicBezTo>
                  <a:cubicBezTo>
                    <a:pt x="388" y="502"/>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9"/>
            <p:cNvSpPr/>
            <p:nvPr/>
          </p:nvSpPr>
          <p:spPr>
            <a:xfrm>
              <a:off x="768325" y="2575375"/>
              <a:ext cx="12400" cy="12550"/>
            </a:xfrm>
            <a:custGeom>
              <a:avLst/>
              <a:gdLst/>
              <a:ahLst/>
              <a:cxnLst/>
              <a:rect l="l" t="t" r="r" b="b"/>
              <a:pathLst>
                <a:path w="496" h="502" extrusionOk="0">
                  <a:moveTo>
                    <a:pt x="245" y="1"/>
                  </a:moveTo>
                  <a:cubicBezTo>
                    <a:pt x="109" y="1"/>
                    <a:pt x="0" y="114"/>
                    <a:pt x="0" y="250"/>
                  </a:cubicBezTo>
                  <a:cubicBezTo>
                    <a:pt x="0" y="388"/>
                    <a:pt x="109" y="502"/>
                    <a:pt x="245" y="502"/>
                  </a:cubicBezTo>
                  <a:cubicBezTo>
                    <a:pt x="388" y="502"/>
                    <a:pt x="496" y="388"/>
                    <a:pt x="496" y="250"/>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9"/>
            <p:cNvSpPr/>
            <p:nvPr/>
          </p:nvSpPr>
          <p:spPr>
            <a:xfrm>
              <a:off x="860125" y="2575375"/>
              <a:ext cx="12525" cy="12550"/>
            </a:xfrm>
            <a:custGeom>
              <a:avLst/>
              <a:gdLst/>
              <a:ahLst/>
              <a:cxnLst/>
              <a:rect l="l" t="t" r="r" b="b"/>
              <a:pathLst>
                <a:path w="501" h="502" extrusionOk="0">
                  <a:moveTo>
                    <a:pt x="251" y="1"/>
                  </a:moveTo>
                  <a:cubicBezTo>
                    <a:pt x="114" y="1"/>
                    <a:pt x="0" y="114"/>
                    <a:pt x="0" y="250"/>
                  </a:cubicBezTo>
                  <a:cubicBezTo>
                    <a:pt x="0" y="388"/>
                    <a:pt x="114" y="502"/>
                    <a:pt x="251" y="502"/>
                  </a:cubicBezTo>
                  <a:cubicBezTo>
                    <a:pt x="387" y="502"/>
                    <a:pt x="501" y="388"/>
                    <a:pt x="501" y="250"/>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9"/>
            <p:cNvSpPr/>
            <p:nvPr/>
          </p:nvSpPr>
          <p:spPr>
            <a:xfrm>
              <a:off x="951850" y="2575375"/>
              <a:ext cx="12600" cy="12550"/>
            </a:xfrm>
            <a:custGeom>
              <a:avLst/>
              <a:gdLst/>
              <a:ahLst/>
              <a:cxnLst/>
              <a:rect l="l" t="t" r="r" b="b"/>
              <a:pathLst>
                <a:path w="504" h="502" extrusionOk="0">
                  <a:moveTo>
                    <a:pt x="252" y="1"/>
                  </a:moveTo>
                  <a:cubicBezTo>
                    <a:pt x="116" y="1"/>
                    <a:pt x="1" y="114"/>
                    <a:pt x="1" y="250"/>
                  </a:cubicBezTo>
                  <a:cubicBezTo>
                    <a:pt x="1" y="388"/>
                    <a:pt x="116" y="502"/>
                    <a:pt x="252" y="502"/>
                  </a:cubicBezTo>
                  <a:cubicBezTo>
                    <a:pt x="388" y="502"/>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9"/>
            <p:cNvSpPr/>
            <p:nvPr/>
          </p:nvSpPr>
          <p:spPr>
            <a:xfrm>
              <a:off x="1043825" y="2575375"/>
              <a:ext cx="12375" cy="12550"/>
            </a:xfrm>
            <a:custGeom>
              <a:avLst/>
              <a:gdLst/>
              <a:ahLst/>
              <a:cxnLst/>
              <a:rect l="l" t="t" r="r" b="b"/>
              <a:pathLst>
                <a:path w="495" h="502" extrusionOk="0">
                  <a:moveTo>
                    <a:pt x="250" y="1"/>
                  </a:moveTo>
                  <a:cubicBezTo>
                    <a:pt x="107" y="1"/>
                    <a:pt x="0" y="114"/>
                    <a:pt x="0" y="250"/>
                  </a:cubicBezTo>
                  <a:cubicBezTo>
                    <a:pt x="0" y="388"/>
                    <a:pt x="107" y="502"/>
                    <a:pt x="250" y="502"/>
                  </a:cubicBezTo>
                  <a:cubicBezTo>
                    <a:pt x="388" y="502"/>
                    <a:pt x="494" y="388"/>
                    <a:pt x="494" y="250"/>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9"/>
            <p:cNvSpPr/>
            <p:nvPr/>
          </p:nvSpPr>
          <p:spPr>
            <a:xfrm>
              <a:off x="1135575" y="2575375"/>
              <a:ext cx="12575" cy="12550"/>
            </a:xfrm>
            <a:custGeom>
              <a:avLst/>
              <a:gdLst/>
              <a:ahLst/>
              <a:cxnLst/>
              <a:rect l="l" t="t" r="r" b="b"/>
              <a:pathLst>
                <a:path w="503" h="502" extrusionOk="0">
                  <a:moveTo>
                    <a:pt x="252" y="1"/>
                  </a:moveTo>
                  <a:cubicBezTo>
                    <a:pt x="116" y="1"/>
                    <a:pt x="0" y="114"/>
                    <a:pt x="0" y="250"/>
                  </a:cubicBezTo>
                  <a:cubicBezTo>
                    <a:pt x="0" y="388"/>
                    <a:pt x="116" y="502"/>
                    <a:pt x="252" y="502"/>
                  </a:cubicBezTo>
                  <a:cubicBezTo>
                    <a:pt x="387" y="502"/>
                    <a:pt x="503" y="388"/>
                    <a:pt x="503" y="250"/>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9"/>
            <p:cNvSpPr/>
            <p:nvPr/>
          </p:nvSpPr>
          <p:spPr>
            <a:xfrm>
              <a:off x="1227500" y="2575375"/>
              <a:ext cx="12400" cy="12550"/>
            </a:xfrm>
            <a:custGeom>
              <a:avLst/>
              <a:gdLst/>
              <a:ahLst/>
              <a:cxnLst/>
              <a:rect l="l" t="t" r="r" b="b"/>
              <a:pathLst>
                <a:path w="496" h="502" extrusionOk="0">
                  <a:moveTo>
                    <a:pt x="251" y="1"/>
                  </a:moveTo>
                  <a:cubicBezTo>
                    <a:pt x="109" y="1"/>
                    <a:pt x="0" y="114"/>
                    <a:pt x="0" y="250"/>
                  </a:cubicBezTo>
                  <a:cubicBezTo>
                    <a:pt x="0" y="388"/>
                    <a:pt x="109" y="502"/>
                    <a:pt x="251" y="502"/>
                  </a:cubicBezTo>
                  <a:cubicBezTo>
                    <a:pt x="387" y="502"/>
                    <a:pt x="496" y="388"/>
                    <a:pt x="496" y="250"/>
                  </a:cubicBezTo>
                  <a:cubicBezTo>
                    <a:pt x="496"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9"/>
            <p:cNvSpPr/>
            <p:nvPr/>
          </p:nvSpPr>
          <p:spPr>
            <a:xfrm>
              <a:off x="1319275" y="2575375"/>
              <a:ext cx="12550" cy="12550"/>
            </a:xfrm>
            <a:custGeom>
              <a:avLst/>
              <a:gdLst/>
              <a:ahLst/>
              <a:cxnLst/>
              <a:rect l="l" t="t" r="r" b="b"/>
              <a:pathLst>
                <a:path w="502" h="502" extrusionOk="0">
                  <a:moveTo>
                    <a:pt x="252" y="1"/>
                  </a:moveTo>
                  <a:cubicBezTo>
                    <a:pt x="114" y="1"/>
                    <a:pt x="1" y="114"/>
                    <a:pt x="1" y="250"/>
                  </a:cubicBezTo>
                  <a:cubicBezTo>
                    <a:pt x="1" y="388"/>
                    <a:pt x="114" y="502"/>
                    <a:pt x="252" y="502"/>
                  </a:cubicBezTo>
                  <a:cubicBezTo>
                    <a:pt x="388" y="502"/>
                    <a:pt x="501" y="388"/>
                    <a:pt x="501" y="250"/>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9"/>
            <p:cNvSpPr/>
            <p:nvPr/>
          </p:nvSpPr>
          <p:spPr>
            <a:xfrm>
              <a:off x="1411200" y="2575375"/>
              <a:ext cx="12425" cy="12550"/>
            </a:xfrm>
            <a:custGeom>
              <a:avLst/>
              <a:gdLst/>
              <a:ahLst/>
              <a:cxnLst/>
              <a:rect l="l" t="t" r="r" b="b"/>
              <a:pathLst>
                <a:path w="497" h="502" extrusionOk="0">
                  <a:moveTo>
                    <a:pt x="245" y="1"/>
                  </a:moveTo>
                  <a:cubicBezTo>
                    <a:pt x="109" y="1"/>
                    <a:pt x="1" y="114"/>
                    <a:pt x="1" y="250"/>
                  </a:cubicBezTo>
                  <a:cubicBezTo>
                    <a:pt x="1" y="388"/>
                    <a:pt x="109" y="502"/>
                    <a:pt x="245" y="502"/>
                  </a:cubicBezTo>
                  <a:cubicBezTo>
                    <a:pt x="388" y="502"/>
                    <a:pt x="496" y="388"/>
                    <a:pt x="496" y="250"/>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9"/>
            <p:cNvSpPr/>
            <p:nvPr/>
          </p:nvSpPr>
          <p:spPr>
            <a:xfrm>
              <a:off x="1503000" y="2575375"/>
              <a:ext cx="12525" cy="12550"/>
            </a:xfrm>
            <a:custGeom>
              <a:avLst/>
              <a:gdLst/>
              <a:ahLst/>
              <a:cxnLst/>
              <a:rect l="l" t="t" r="r" b="b"/>
              <a:pathLst>
                <a:path w="501" h="502" extrusionOk="0">
                  <a:moveTo>
                    <a:pt x="250" y="1"/>
                  </a:moveTo>
                  <a:cubicBezTo>
                    <a:pt x="114" y="1"/>
                    <a:pt x="0" y="114"/>
                    <a:pt x="0" y="250"/>
                  </a:cubicBezTo>
                  <a:cubicBezTo>
                    <a:pt x="0" y="388"/>
                    <a:pt x="114" y="502"/>
                    <a:pt x="250" y="502"/>
                  </a:cubicBezTo>
                  <a:cubicBezTo>
                    <a:pt x="387" y="502"/>
                    <a:pt x="501" y="388"/>
                    <a:pt x="501" y="250"/>
                  </a:cubicBezTo>
                  <a:cubicBezTo>
                    <a:pt x="501" y="114"/>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9"/>
            <p:cNvSpPr/>
            <p:nvPr/>
          </p:nvSpPr>
          <p:spPr>
            <a:xfrm>
              <a:off x="1594750" y="2575375"/>
              <a:ext cx="12575" cy="12550"/>
            </a:xfrm>
            <a:custGeom>
              <a:avLst/>
              <a:gdLst/>
              <a:ahLst/>
              <a:cxnLst/>
              <a:rect l="l" t="t" r="r" b="b"/>
              <a:pathLst>
                <a:path w="503" h="502" extrusionOk="0">
                  <a:moveTo>
                    <a:pt x="251" y="1"/>
                  </a:moveTo>
                  <a:cubicBezTo>
                    <a:pt x="115" y="1"/>
                    <a:pt x="0" y="114"/>
                    <a:pt x="0" y="250"/>
                  </a:cubicBezTo>
                  <a:cubicBezTo>
                    <a:pt x="0" y="388"/>
                    <a:pt x="115" y="502"/>
                    <a:pt x="251" y="502"/>
                  </a:cubicBezTo>
                  <a:cubicBezTo>
                    <a:pt x="394" y="502"/>
                    <a:pt x="503" y="388"/>
                    <a:pt x="503" y="250"/>
                  </a:cubicBezTo>
                  <a:cubicBezTo>
                    <a:pt x="503" y="114"/>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9"/>
            <p:cNvSpPr/>
            <p:nvPr/>
          </p:nvSpPr>
          <p:spPr>
            <a:xfrm>
              <a:off x="1686650" y="2575375"/>
              <a:ext cx="12600" cy="12550"/>
            </a:xfrm>
            <a:custGeom>
              <a:avLst/>
              <a:gdLst/>
              <a:ahLst/>
              <a:cxnLst/>
              <a:rect l="l" t="t" r="r" b="b"/>
              <a:pathLst>
                <a:path w="504" h="502" extrusionOk="0">
                  <a:moveTo>
                    <a:pt x="252" y="1"/>
                  </a:moveTo>
                  <a:cubicBezTo>
                    <a:pt x="116" y="1"/>
                    <a:pt x="1" y="114"/>
                    <a:pt x="1" y="250"/>
                  </a:cubicBezTo>
                  <a:cubicBezTo>
                    <a:pt x="1" y="388"/>
                    <a:pt x="116" y="502"/>
                    <a:pt x="252" y="502"/>
                  </a:cubicBezTo>
                  <a:cubicBezTo>
                    <a:pt x="388" y="502"/>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9"/>
            <p:cNvSpPr/>
            <p:nvPr/>
          </p:nvSpPr>
          <p:spPr>
            <a:xfrm>
              <a:off x="1778450" y="2575375"/>
              <a:ext cx="12550" cy="12550"/>
            </a:xfrm>
            <a:custGeom>
              <a:avLst/>
              <a:gdLst/>
              <a:ahLst/>
              <a:cxnLst/>
              <a:rect l="l" t="t" r="r" b="b"/>
              <a:pathLst>
                <a:path w="502" h="502" extrusionOk="0">
                  <a:moveTo>
                    <a:pt x="252" y="1"/>
                  </a:moveTo>
                  <a:cubicBezTo>
                    <a:pt x="114" y="1"/>
                    <a:pt x="1" y="114"/>
                    <a:pt x="1" y="250"/>
                  </a:cubicBezTo>
                  <a:cubicBezTo>
                    <a:pt x="1" y="388"/>
                    <a:pt x="114" y="502"/>
                    <a:pt x="252" y="502"/>
                  </a:cubicBezTo>
                  <a:cubicBezTo>
                    <a:pt x="388" y="502"/>
                    <a:pt x="501" y="388"/>
                    <a:pt x="501" y="250"/>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9"/>
            <p:cNvSpPr/>
            <p:nvPr/>
          </p:nvSpPr>
          <p:spPr>
            <a:xfrm>
              <a:off x="1870375" y="2575375"/>
              <a:ext cx="12400" cy="12550"/>
            </a:xfrm>
            <a:custGeom>
              <a:avLst/>
              <a:gdLst/>
              <a:ahLst/>
              <a:cxnLst/>
              <a:rect l="l" t="t" r="r" b="b"/>
              <a:pathLst>
                <a:path w="496" h="502" extrusionOk="0">
                  <a:moveTo>
                    <a:pt x="252" y="1"/>
                  </a:moveTo>
                  <a:cubicBezTo>
                    <a:pt x="109" y="1"/>
                    <a:pt x="0" y="114"/>
                    <a:pt x="0" y="250"/>
                  </a:cubicBezTo>
                  <a:cubicBezTo>
                    <a:pt x="0" y="388"/>
                    <a:pt x="109" y="502"/>
                    <a:pt x="252" y="502"/>
                  </a:cubicBezTo>
                  <a:cubicBezTo>
                    <a:pt x="387" y="502"/>
                    <a:pt x="496" y="388"/>
                    <a:pt x="496" y="250"/>
                  </a:cubicBezTo>
                  <a:cubicBezTo>
                    <a:pt x="496"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9"/>
            <p:cNvSpPr/>
            <p:nvPr/>
          </p:nvSpPr>
          <p:spPr>
            <a:xfrm>
              <a:off x="1962150" y="2575375"/>
              <a:ext cx="12550" cy="12550"/>
            </a:xfrm>
            <a:custGeom>
              <a:avLst/>
              <a:gdLst/>
              <a:ahLst/>
              <a:cxnLst/>
              <a:rect l="l" t="t" r="r" b="b"/>
              <a:pathLst>
                <a:path w="502" h="502" extrusionOk="0">
                  <a:moveTo>
                    <a:pt x="250" y="1"/>
                  </a:moveTo>
                  <a:cubicBezTo>
                    <a:pt x="114" y="1"/>
                    <a:pt x="1" y="114"/>
                    <a:pt x="1" y="250"/>
                  </a:cubicBezTo>
                  <a:cubicBezTo>
                    <a:pt x="1" y="388"/>
                    <a:pt x="114" y="502"/>
                    <a:pt x="250" y="502"/>
                  </a:cubicBezTo>
                  <a:cubicBezTo>
                    <a:pt x="388" y="502"/>
                    <a:pt x="502" y="388"/>
                    <a:pt x="502" y="250"/>
                  </a:cubicBezTo>
                  <a:cubicBezTo>
                    <a:pt x="502"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9"/>
            <p:cNvSpPr/>
            <p:nvPr/>
          </p:nvSpPr>
          <p:spPr>
            <a:xfrm>
              <a:off x="2054075" y="2575375"/>
              <a:ext cx="12425" cy="12550"/>
            </a:xfrm>
            <a:custGeom>
              <a:avLst/>
              <a:gdLst/>
              <a:ahLst/>
              <a:cxnLst/>
              <a:rect l="l" t="t" r="r" b="b"/>
              <a:pathLst>
                <a:path w="497" h="502" extrusionOk="0">
                  <a:moveTo>
                    <a:pt x="252" y="1"/>
                  </a:moveTo>
                  <a:cubicBezTo>
                    <a:pt x="109" y="1"/>
                    <a:pt x="1" y="114"/>
                    <a:pt x="1" y="250"/>
                  </a:cubicBezTo>
                  <a:cubicBezTo>
                    <a:pt x="1" y="388"/>
                    <a:pt x="109" y="502"/>
                    <a:pt x="252" y="502"/>
                  </a:cubicBezTo>
                  <a:cubicBezTo>
                    <a:pt x="388" y="502"/>
                    <a:pt x="496" y="388"/>
                    <a:pt x="496" y="250"/>
                  </a:cubicBezTo>
                  <a:cubicBezTo>
                    <a:pt x="496"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9"/>
            <p:cNvSpPr/>
            <p:nvPr/>
          </p:nvSpPr>
          <p:spPr>
            <a:xfrm>
              <a:off x="2145825" y="2575375"/>
              <a:ext cx="12600" cy="12550"/>
            </a:xfrm>
            <a:custGeom>
              <a:avLst/>
              <a:gdLst/>
              <a:ahLst/>
              <a:cxnLst/>
              <a:rect l="l" t="t" r="r" b="b"/>
              <a:pathLst>
                <a:path w="504" h="502" extrusionOk="0">
                  <a:moveTo>
                    <a:pt x="252" y="1"/>
                  </a:moveTo>
                  <a:cubicBezTo>
                    <a:pt x="116" y="1"/>
                    <a:pt x="1" y="114"/>
                    <a:pt x="1" y="250"/>
                  </a:cubicBezTo>
                  <a:cubicBezTo>
                    <a:pt x="1" y="388"/>
                    <a:pt x="116" y="502"/>
                    <a:pt x="252" y="502"/>
                  </a:cubicBezTo>
                  <a:cubicBezTo>
                    <a:pt x="388" y="502"/>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9"/>
            <p:cNvSpPr/>
            <p:nvPr/>
          </p:nvSpPr>
          <p:spPr>
            <a:xfrm>
              <a:off x="2237800" y="2575375"/>
              <a:ext cx="12350" cy="12550"/>
            </a:xfrm>
            <a:custGeom>
              <a:avLst/>
              <a:gdLst/>
              <a:ahLst/>
              <a:cxnLst/>
              <a:rect l="l" t="t" r="r" b="b"/>
              <a:pathLst>
                <a:path w="494" h="502" extrusionOk="0">
                  <a:moveTo>
                    <a:pt x="244" y="1"/>
                  </a:moveTo>
                  <a:cubicBezTo>
                    <a:pt x="107" y="1"/>
                    <a:pt x="0" y="114"/>
                    <a:pt x="0" y="250"/>
                  </a:cubicBezTo>
                  <a:cubicBezTo>
                    <a:pt x="0" y="388"/>
                    <a:pt x="107" y="502"/>
                    <a:pt x="244" y="502"/>
                  </a:cubicBezTo>
                  <a:cubicBezTo>
                    <a:pt x="387" y="502"/>
                    <a:pt x="494" y="388"/>
                    <a:pt x="494" y="250"/>
                  </a:cubicBezTo>
                  <a:cubicBezTo>
                    <a:pt x="494" y="114"/>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9"/>
            <p:cNvSpPr/>
            <p:nvPr/>
          </p:nvSpPr>
          <p:spPr>
            <a:xfrm>
              <a:off x="2329550" y="2575375"/>
              <a:ext cx="12575" cy="12550"/>
            </a:xfrm>
            <a:custGeom>
              <a:avLst/>
              <a:gdLst/>
              <a:ahLst/>
              <a:cxnLst/>
              <a:rect l="l" t="t" r="r" b="b"/>
              <a:pathLst>
                <a:path w="503" h="502" extrusionOk="0">
                  <a:moveTo>
                    <a:pt x="251" y="1"/>
                  </a:moveTo>
                  <a:cubicBezTo>
                    <a:pt x="115" y="1"/>
                    <a:pt x="0" y="114"/>
                    <a:pt x="0" y="250"/>
                  </a:cubicBezTo>
                  <a:cubicBezTo>
                    <a:pt x="0" y="388"/>
                    <a:pt x="115" y="502"/>
                    <a:pt x="251" y="502"/>
                  </a:cubicBezTo>
                  <a:cubicBezTo>
                    <a:pt x="387" y="502"/>
                    <a:pt x="502" y="388"/>
                    <a:pt x="502" y="250"/>
                  </a:cubicBezTo>
                  <a:cubicBezTo>
                    <a:pt x="502"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9"/>
            <p:cNvSpPr/>
            <p:nvPr/>
          </p:nvSpPr>
          <p:spPr>
            <a:xfrm>
              <a:off x="2421325" y="2575375"/>
              <a:ext cx="12550" cy="12550"/>
            </a:xfrm>
            <a:custGeom>
              <a:avLst/>
              <a:gdLst/>
              <a:ahLst/>
              <a:cxnLst/>
              <a:rect l="l" t="t" r="r" b="b"/>
              <a:pathLst>
                <a:path w="502" h="502" extrusionOk="0">
                  <a:moveTo>
                    <a:pt x="250" y="1"/>
                  </a:moveTo>
                  <a:cubicBezTo>
                    <a:pt x="114" y="1"/>
                    <a:pt x="1" y="114"/>
                    <a:pt x="1" y="250"/>
                  </a:cubicBezTo>
                  <a:cubicBezTo>
                    <a:pt x="1" y="388"/>
                    <a:pt x="114" y="502"/>
                    <a:pt x="250" y="502"/>
                  </a:cubicBezTo>
                  <a:cubicBezTo>
                    <a:pt x="395" y="502"/>
                    <a:pt x="501" y="388"/>
                    <a:pt x="501" y="250"/>
                  </a:cubicBezTo>
                  <a:cubicBezTo>
                    <a:pt x="501" y="114"/>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9"/>
            <p:cNvSpPr/>
            <p:nvPr/>
          </p:nvSpPr>
          <p:spPr>
            <a:xfrm>
              <a:off x="2513250" y="2575375"/>
              <a:ext cx="12575" cy="12550"/>
            </a:xfrm>
            <a:custGeom>
              <a:avLst/>
              <a:gdLst/>
              <a:ahLst/>
              <a:cxnLst/>
              <a:rect l="l" t="t" r="r" b="b"/>
              <a:pathLst>
                <a:path w="503" h="502" extrusionOk="0">
                  <a:moveTo>
                    <a:pt x="252" y="1"/>
                  </a:moveTo>
                  <a:cubicBezTo>
                    <a:pt x="109" y="1"/>
                    <a:pt x="0" y="114"/>
                    <a:pt x="0" y="250"/>
                  </a:cubicBezTo>
                  <a:cubicBezTo>
                    <a:pt x="0" y="388"/>
                    <a:pt x="109" y="502"/>
                    <a:pt x="252" y="502"/>
                  </a:cubicBezTo>
                  <a:cubicBezTo>
                    <a:pt x="388" y="502"/>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9"/>
            <p:cNvSpPr/>
            <p:nvPr/>
          </p:nvSpPr>
          <p:spPr>
            <a:xfrm>
              <a:off x="2605000" y="2575375"/>
              <a:ext cx="12575" cy="12550"/>
            </a:xfrm>
            <a:custGeom>
              <a:avLst/>
              <a:gdLst/>
              <a:ahLst/>
              <a:cxnLst/>
              <a:rect l="l" t="t" r="r" b="b"/>
              <a:pathLst>
                <a:path w="503" h="502" extrusionOk="0">
                  <a:moveTo>
                    <a:pt x="252" y="1"/>
                  </a:moveTo>
                  <a:cubicBezTo>
                    <a:pt x="116" y="1"/>
                    <a:pt x="0" y="114"/>
                    <a:pt x="0" y="250"/>
                  </a:cubicBezTo>
                  <a:cubicBezTo>
                    <a:pt x="0" y="388"/>
                    <a:pt x="116" y="502"/>
                    <a:pt x="252" y="502"/>
                  </a:cubicBezTo>
                  <a:cubicBezTo>
                    <a:pt x="387" y="502"/>
                    <a:pt x="503" y="388"/>
                    <a:pt x="503" y="250"/>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9"/>
            <p:cNvSpPr/>
            <p:nvPr/>
          </p:nvSpPr>
          <p:spPr>
            <a:xfrm>
              <a:off x="2696950" y="2575375"/>
              <a:ext cx="12375" cy="12550"/>
            </a:xfrm>
            <a:custGeom>
              <a:avLst/>
              <a:gdLst/>
              <a:ahLst/>
              <a:cxnLst/>
              <a:rect l="l" t="t" r="r" b="b"/>
              <a:pathLst>
                <a:path w="495" h="502" extrusionOk="0">
                  <a:moveTo>
                    <a:pt x="252" y="1"/>
                  </a:moveTo>
                  <a:cubicBezTo>
                    <a:pt x="108" y="1"/>
                    <a:pt x="1" y="114"/>
                    <a:pt x="1" y="250"/>
                  </a:cubicBezTo>
                  <a:cubicBezTo>
                    <a:pt x="1" y="388"/>
                    <a:pt x="108" y="502"/>
                    <a:pt x="252" y="502"/>
                  </a:cubicBezTo>
                  <a:cubicBezTo>
                    <a:pt x="388" y="502"/>
                    <a:pt x="495" y="388"/>
                    <a:pt x="495" y="250"/>
                  </a:cubicBezTo>
                  <a:cubicBezTo>
                    <a:pt x="495"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9"/>
            <p:cNvSpPr/>
            <p:nvPr/>
          </p:nvSpPr>
          <p:spPr>
            <a:xfrm>
              <a:off x="2788700" y="2575375"/>
              <a:ext cx="12600" cy="12550"/>
            </a:xfrm>
            <a:custGeom>
              <a:avLst/>
              <a:gdLst/>
              <a:ahLst/>
              <a:cxnLst/>
              <a:rect l="l" t="t" r="r" b="b"/>
              <a:pathLst>
                <a:path w="504" h="502" extrusionOk="0">
                  <a:moveTo>
                    <a:pt x="252" y="1"/>
                  </a:moveTo>
                  <a:cubicBezTo>
                    <a:pt x="116" y="1"/>
                    <a:pt x="1" y="114"/>
                    <a:pt x="1" y="250"/>
                  </a:cubicBezTo>
                  <a:cubicBezTo>
                    <a:pt x="1" y="388"/>
                    <a:pt x="116" y="502"/>
                    <a:pt x="252" y="502"/>
                  </a:cubicBezTo>
                  <a:cubicBezTo>
                    <a:pt x="388" y="502"/>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9"/>
            <p:cNvSpPr/>
            <p:nvPr/>
          </p:nvSpPr>
          <p:spPr>
            <a:xfrm>
              <a:off x="2880675" y="2575375"/>
              <a:ext cx="12375" cy="12550"/>
            </a:xfrm>
            <a:custGeom>
              <a:avLst/>
              <a:gdLst/>
              <a:ahLst/>
              <a:cxnLst/>
              <a:rect l="l" t="t" r="r" b="b"/>
              <a:pathLst>
                <a:path w="495" h="502" extrusionOk="0">
                  <a:moveTo>
                    <a:pt x="243" y="1"/>
                  </a:moveTo>
                  <a:cubicBezTo>
                    <a:pt x="107" y="1"/>
                    <a:pt x="0" y="114"/>
                    <a:pt x="0" y="250"/>
                  </a:cubicBezTo>
                  <a:cubicBezTo>
                    <a:pt x="0" y="388"/>
                    <a:pt x="107" y="502"/>
                    <a:pt x="243" y="502"/>
                  </a:cubicBezTo>
                  <a:cubicBezTo>
                    <a:pt x="387" y="502"/>
                    <a:pt x="494" y="388"/>
                    <a:pt x="494" y="250"/>
                  </a:cubicBezTo>
                  <a:cubicBezTo>
                    <a:pt x="494" y="114"/>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9"/>
            <p:cNvSpPr/>
            <p:nvPr/>
          </p:nvSpPr>
          <p:spPr>
            <a:xfrm>
              <a:off x="2972425" y="2575375"/>
              <a:ext cx="12575" cy="12550"/>
            </a:xfrm>
            <a:custGeom>
              <a:avLst/>
              <a:gdLst/>
              <a:ahLst/>
              <a:cxnLst/>
              <a:rect l="l" t="t" r="r" b="b"/>
              <a:pathLst>
                <a:path w="503" h="502" extrusionOk="0">
                  <a:moveTo>
                    <a:pt x="251" y="1"/>
                  </a:moveTo>
                  <a:cubicBezTo>
                    <a:pt x="115" y="1"/>
                    <a:pt x="0" y="114"/>
                    <a:pt x="0" y="250"/>
                  </a:cubicBezTo>
                  <a:cubicBezTo>
                    <a:pt x="0" y="388"/>
                    <a:pt x="115" y="502"/>
                    <a:pt x="251" y="502"/>
                  </a:cubicBezTo>
                  <a:cubicBezTo>
                    <a:pt x="387" y="502"/>
                    <a:pt x="503" y="388"/>
                    <a:pt x="503" y="250"/>
                  </a:cubicBezTo>
                  <a:cubicBezTo>
                    <a:pt x="503"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9"/>
            <p:cNvSpPr/>
            <p:nvPr/>
          </p:nvSpPr>
          <p:spPr>
            <a:xfrm>
              <a:off x="3064375" y="2575375"/>
              <a:ext cx="12375" cy="12550"/>
            </a:xfrm>
            <a:custGeom>
              <a:avLst/>
              <a:gdLst/>
              <a:ahLst/>
              <a:cxnLst/>
              <a:rect l="l" t="t" r="r" b="b"/>
              <a:pathLst>
                <a:path w="495" h="502" extrusionOk="0">
                  <a:moveTo>
                    <a:pt x="243" y="1"/>
                  </a:moveTo>
                  <a:cubicBezTo>
                    <a:pt x="107" y="1"/>
                    <a:pt x="1" y="114"/>
                    <a:pt x="1" y="250"/>
                  </a:cubicBezTo>
                  <a:cubicBezTo>
                    <a:pt x="1" y="388"/>
                    <a:pt x="107" y="502"/>
                    <a:pt x="243" y="502"/>
                  </a:cubicBezTo>
                  <a:cubicBezTo>
                    <a:pt x="388" y="502"/>
                    <a:pt x="495" y="388"/>
                    <a:pt x="495" y="250"/>
                  </a:cubicBezTo>
                  <a:cubicBezTo>
                    <a:pt x="495" y="114"/>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9"/>
            <p:cNvSpPr/>
            <p:nvPr/>
          </p:nvSpPr>
          <p:spPr>
            <a:xfrm>
              <a:off x="3156125" y="2575375"/>
              <a:ext cx="12600" cy="12550"/>
            </a:xfrm>
            <a:custGeom>
              <a:avLst/>
              <a:gdLst/>
              <a:ahLst/>
              <a:cxnLst/>
              <a:rect l="l" t="t" r="r" b="b"/>
              <a:pathLst>
                <a:path w="504" h="502" extrusionOk="0">
                  <a:moveTo>
                    <a:pt x="252" y="1"/>
                  </a:moveTo>
                  <a:cubicBezTo>
                    <a:pt x="116" y="1"/>
                    <a:pt x="1" y="114"/>
                    <a:pt x="1" y="250"/>
                  </a:cubicBezTo>
                  <a:cubicBezTo>
                    <a:pt x="1" y="388"/>
                    <a:pt x="116" y="502"/>
                    <a:pt x="252" y="502"/>
                  </a:cubicBezTo>
                  <a:cubicBezTo>
                    <a:pt x="388" y="502"/>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9"/>
            <p:cNvSpPr/>
            <p:nvPr/>
          </p:nvSpPr>
          <p:spPr>
            <a:xfrm>
              <a:off x="3247875" y="2575375"/>
              <a:ext cx="12575" cy="12550"/>
            </a:xfrm>
            <a:custGeom>
              <a:avLst/>
              <a:gdLst/>
              <a:ahLst/>
              <a:cxnLst/>
              <a:rect l="l" t="t" r="r" b="b"/>
              <a:pathLst>
                <a:path w="503" h="502" extrusionOk="0">
                  <a:moveTo>
                    <a:pt x="252" y="1"/>
                  </a:moveTo>
                  <a:cubicBezTo>
                    <a:pt x="116" y="1"/>
                    <a:pt x="1" y="114"/>
                    <a:pt x="1" y="250"/>
                  </a:cubicBezTo>
                  <a:cubicBezTo>
                    <a:pt x="1" y="388"/>
                    <a:pt x="116" y="502"/>
                    <a:pt x="252" y="502"/>
                  </a:cubicBezTo>
                  <a:cubicBezTo>
                    <a:pt x="388" y="502"/>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9"/>
            <p:cNvSpPr/>
            <p:nvPr/>
          </p:nvSpPr>
          <p:spPr>
            <a:xfrm>
              <a:off x="3339850" y="2575375"/>
              <a:ext cx="12525" cy="12550"/>
            </a:xfrm>
            <a:custGeom>
              <a:avLst/>
              <a:gdLst/>
              <a:ahLst/>
              <a:cxnLst/>
              <a:rect l="l" t="t" r="r" b="b"/>
              <a:pathLst>
                <a:path w="501" h="502" extrusionOk="0">
                  <a:moveTo>
                    <a:pt x="251" y="1"/>
                  </a:moveTo>
                  <a:cubicBezTo>
                    <a:pt x="107" y="1"/>
                    <a:pt x="0" y="114"/>
                    <a:pt x="0" y="250"/>
                  </a:cubicBezTo>
                  <a:cubicBezTo>
                    <a:pt x="0" y="388"/>
                    <a:pt x="107" y="502"/>
                    <a:pt x="251" y="502"/>
                  </a:cubicBezTo>
                  <a:cubicBezTo>
                    <a:pt x="387" y="502"/>
                    <a:pt x="501" y="388"/>
                    <a:pt x="501" y="250"/>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9"/>
            <p:cNvSpPr/>
            <p:nvPr/>
          </p:nvSpPr>
          <p:spPr>
            <a:xfrm>
              <a:off x="3431575" y="2575375"/>
              <a:ext cx="12600" cy="12550"/>
            </a:xfrm>
            <a:custGeom>
              <a:avLst/>
              <a:gdLst/>
              <a:ahLst/>
              <a:cxnLst/>
              <a:rect l="l" t="t" r="r" b="b"/>
              <a:pathLst>
                <a:path w="504" h="502" extrusionOk="0">
                  <a:moveTo>
                    <a:pt x="252" y="1"/>
                  </a:moveTo>
                  <a:cubicBezTo>
                    <a:pt x="116" y="1"/>
                    <a:pt x="1" y="114"/>
                    <a:pt x="1" y="250"/>
                  </a:cubicBezTo>
                  <a:cubicBezTo>
                    <a:pt x="1" y="388"/>
                    <a:pt x="116" y="502"/>
                    <a:pt x="252" y="502"/>
                  </a:cubicBezTo>
                  <a:cubicBezTo>
                    <a:pt x="388" y="502"/>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9"/>
            <p:cNvSpPr/>
            <p:nvPr/>
          </p:nvSpPr>
          <p:spPr>
            <a:xfrm>
              <a:off x="3523550" y="2575375"/>
              <a:ext cx="12375" cy="12550"/>
            </a:xfrm>
            <a:custGeom>
              <a:avLst/>
              <a:gdLst/>
              <a:ahLst/>
              <a:cxnLst/>
              <a:rect l="l" t="t" r="r" b="b"/>
              <a:pathLst>
                <a:path w="495" h="502" extrusionOk="0">
                  <a:moveTo>
                    <a:pt x="250" y="1"/>
                  </a:moveTo>
                  <a:cubicBezTo>
                    <a:pt x="107" y="1"/>
                    <a:pt x="0" y="114"/>
                    <a:pt x="0" y="250"/>
                  </a:cubicBezTo>
                  <a:cubicBezTo>
                    <a:pt x="0" y="388"/>
                    <a:pt x="107" y="502"/>
                    <a:pt x="250" y="502"/>
                  </a:cubicBezTo>
                  <a:cubicBezTo>
                    <a:pt x="388" y="502"/>
                    <a:pt x="494" y="388"/>
                    <a:pt x="494" y="250"/>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9"/>
            <p:cNvSpPr/>
            <p:nvPr/>
          </p:nvSpPr>
          <p:spPr>
            <a:xfrm>
              <a:off x="676400" y="26673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9"/>
            <p:cNvSpPr/>
            <p:nvPr/>
          </p:nvSpPr>
          <p:spPr>
            <a:xfrm>
              <a:off x="768325" y="2667300"/>
              <a:ext cx="12400" cy="12425"/>
            </a:xfrm>
            <a:custGeom>
              <a:avLst/>
              <a:gdLst/>
              <a:ahLst/>
              <a:cxnLst/>
              <a:rect l="l" t="t" r="r" b="b"/>
              <a:pathLst>
                <a:path w="496" h="497" extrusionOk="0">
                  <a:moveTo>
                    <a:pt x="245" y="1"/>
                  </a:moveTo>
                  <a:cubicBezTo>
                    <a:pt x="109" y="1"/>
                    <a:pt x="0" y="109"/>
                    <a:pt x="0" y="245"/>
                  </a:cubicBezTo>
                  <a:cubicBezTo>
                    <a:pt x="0" y="388"/>
                    <a:pt x="109" y="496"/>
                    <a:pt x="245" y="496"/>
                  </a:cubicBezTo>
                  <a:cubicBezTo>
                    <a:pt x="388" y="496"/>
                    <a:pt x="496" y="388"/>
                    <a:pt x="496" y="245"/>
                  </a:cubicBezTo>
                  <a:cubicBezTo>
                    <a:pt x="496" y="109"/>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9"/>
            <p:cNvSpPr/>
            <p:nvPr/>
          </p:nvSpPr>
          <p:spPr>
            <a:xfrm>
              <a:off x="860125" y="2667300"/>
              <a:ext cx="12525" cy="12425"/>
            </a:xfrm>
            <a:custGeom>
              <a:avLst/>
              <a:gdLst/>
              <a:ahLst/>
              <a:cxnLst/>
              <a:rect l="l" t="t" r="r" b="b"/>
              <a:pathLst>
                <a:path w="501" h="497" extrusionOk="0">
                  <a:moveTo>
                    <a:pt x="251" y="1"/>
                  </a:moveTo>
                  <a:cubicBezTo>
                    <a:pt x="114" y="1"/>
                    <a:pt x="0" y="109"/>
                    <a:pt x="0" y="245"/>
                  </a:cubicBezTo>
                  <a:cubicBezTo>
                    <a:pt x="0" y="388"/>
                    <a:pt x="114" y="496"/>
                    <a:pt x="251" y="496"/>
                  </a:cubicBezTo>
                  <a:cubicBezTo>
                    <a:pt x="387" y="496"/>
                    <a:pt x="501" y="388"/>
                    <a:pt x="501" y="245"/>
                  </a:cubicBezTo>
                  <a:cubicBezTo>
                    <a:pt x="501"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9"/>
            <p:cNvSpPr/>
            <p:nvPr/>
          </p:nvSpPr>
          <p:spPr>
            <a:xfrm>
              <a:off x="951850" y="26673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9"/>
            <p:cNvSpPr/>
            <p:nvPr/>
          </p:nvSpPr>
          <p:spPr>
            <a:xfrm>
              <a:off x="1043825" y="2667300"/>
              <a:ext cx="12375" cy="12425"/>
            </a:xfrm>
            <a:custGeom>
              <a:avLst/>
              <a:gdLst/>
              <a:ahLst/>
              <a:cxnLst/>
              <a:rect l="l" t="t" r="r" b="b"/>
              <a:pathLst>
                <a:path w="495" h="497" extrusionOk="0">
                  <a:moveTo>
                    <a:pt x="250" y="1"/>
                  </a:moveTo>
                  <a:cubicBezTo>
                    <a:pt x="107" y="1"/>
                    <a:pt x="0" y="109"/>
                    <a:pt x="0" y="245"/>
                  </a:cubicBezTo>
                  <a:cubicBezTo>
                    <a:pt x="0" y="388"/>
                    <a:pt x="107" y="496"/>
                    <a:pt x="250" y="496"/>
                  </a:cubicBezTo>
                  <a:cubicBezTo>
                    <a:pt x="388" y="496"/>
                    <a:pt x="494" y="388"/>
                    <a:pt x="494" y="245"/>
                  </a:cubicBezTo>
                  <a:cubicBezTo>
                    <a:pt x="494"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9"/>
            <p:cNvSpPr/>
            <p:nvPr/>
          </p:nvSpPr>
          <p:spPr>
            <a:xfrm>
              <a:off x="1135575" y="2667300"/>
              <a:ext cx="12575" cy="12425"/>
            </a:xfrm>
            <a:custGeom>
              <a:avLst/>
              <a:gdLst/>
              <a:ahLst/>
              <a:cxnLst/>
              <a:rect l="l" t="t" r="r" b="b"/>
              <a:pathLst>
                <a:path w="503" h="497" extrusionOk="0">
                  <a:moveTo>
                    <a:pt x="252" y="1"/>
                  </a:moveTo>
                  <a:cubicBezTo>
                    <a:pt x="116" y="1"/>
                    <a:pt x="0" y="109"/>
                    <a:pt x="0" y="245"/>
                  </a:cubicBezTo>
                  <a:cubicBezTo>
                    <a:pt x="0" y="388"/>
                    <a:pt x="116" y="496"/>
                    <a:pt x="252" y="496"/>
                  </a:cubicBezTo>
                  <a:cubicBezTo>
                    <a:pt x="387" y="496"/>
                    <a:pt x="503" y="388"/>
                    <a:pt x="503" y="245"/>
                  </a:cubicBezTo>
                  <a:cubicBezTo>
                    <a:pt x="503"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9"/>
            <p:cNvSpPr/>
            <p:nvPr/>
          </p:nvSpPr>
          <p:spPr>
            <a:xfrm>
              <a:off x="1227500" y="2667300"/>
              <a:ext cx="12400" cy="12425"/>
            </a:xfrm>
            <a:custGeom>
              <a:avLst/>
              <a:gdLst/>
              <a:ahLst/>
              <a:cxnLst/>
              <a:rect l="l" t="t" r="r" b="b"/>
              <a:pathLst>
                <a:path w="496" h="497" extrusionOk="0">
                  <a:moveTo>
                    <a:pt x="251" y="1"/>
                  </a:moveTo>
                  <a:cubicBezTo>
                    <a:pt x="109" y="1"/>
                    <a:pt x="0" y="109"/>
                    <a:pt x="0" y="245"/>
                  </a:cubicBezTo>
                  <a:cubicBezTo>
                    <a:pt x="0" y="388"/>
                    <a:pt x="109" y="496"/>
                    <a:pt x="251" y="496"/>
                  </a:cubicBezTo>
                  <a:cubicBezTo>
                    <a:pt x="387" y="496"/>
                    <a:pt x="496" y="388"/>
                    <a:pt x="496" y="245"/>
                  </a:cubicBezTo>
                  <a:cubicBezTo>
                    <a:pt x="496"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9"/>
            <p:cNvSpPr/>
            <p:nvPr/>
          </p:nvSpPr>
          <p:spPr>
            <a:xfrm>
              <a:off x="1319275" y="2667300"/>
              <a:ext cx="12550" cy="12425"/>
            </a:xfrm>
            <a:custGeom>
              <a:avLst/>
              <a:gdLst/>
              <a:ahLst/>
              <a:cxnLst/>
              <a:rect l="l" t="t" r="r" b="b"/>
              <a:pathLst>
                <a:path w="502" h="497" extrusionOk="0">
                  <a:moveTo>
                    <a:pt x="252" y="1"/>
                  </a:moveTo>
                  <a:cubicBezTo>
                    <a:pt x="114" y="1"/>
                    <a:pt x="1" y="109"/>
                    <a:pt x="1" y="245"/>
                  </a:cubicBezTo>
                  <a:cubicBezTo>
                    <a:pt x="1" y="388"/>
                    <a:pt x="114" y="496"/>
                    <a:pt x="252" y="496"/>
                  </a:cubicBezTo>
                  <a:cubicBezTo>
                    <a:pt x="388" y="496"/>
                    <a:pt x="501" y="388"/>
                    <a:pt x="501" y="245"/>
                  </a:cubicBezTo>
                  <a:cubicBezTo>
                    <a:pt x="501"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9"/>
            <p:cNvSpPr/>
            <p:nvPr/>
          </p:nvSpPr>
          <p:spPr>
            <a:xfrm>
              <a:off x="1411200" y="2667300"/>
              <a:ext cx="12425" cy="12425"/>
            </a:xfrm>
            <a:custGeom>
              <a:avLst/>
              <a:gdLst/>
              <a:ahLst/>
              <a:cxnLst/>
              <a:rect l="l" t="t" r="r" b="b"/>
              <a:pathLst>
                <a:path w="497" h="497" extrusionOk="0">
                  <a:moveTo>
                    <a:pt x="245" y="1"/>
                  </a:moveTo>
                  <a:cubicBezTo>
                    <a:pt x="109" y="1"/>
                    <a:pt x="1" y="109"/>
                    <a:pt x="1" y="245"/>
                  </a:cubicBezTo>
                  <a:cubicBezTo>
                    <a:pt x="1" y="388"/>
                    <a:pt x="109" y="496"/>
                    <a:pt x="245" y="496"/>
                  </a:cubicBezTo>
                  <a:cubicBezTo>
                    <a:pt x="388" y="496"/>
                    <a:pt x="496" y="388"/>
                    <a:pt x="496" y="245"/>
                  </a:cubicBezTo>
                  <a:cubicBezTo>
                    <a:pt x="496" y="109"/>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9"/>
            <p:cNvSpPr/>
            <p:nvPr/>
          </p:nvSpPr>
          <p:spPr>
            <a:xfrm>
              <a:off x="1503000" y="2667300"/>
              <a:ext cx="12525" cy="12425"/>
            </a:xfrm>
            <a:custGeom>
              <a:avLst/>
              <a:gdLst/>
              <a:ahLst/>
              <a:cxnLst/>
              <a:rect l="l" t="t" r="r" b="b"/>
              <a:pathLst>
                <a:path w="501" h="497" extrusionOk="0">
                  <a:moveTo>
                    <a:pt x="250" y="1"/>
                  </a:moveTo>
                  <a:cubicBezTo>
                    <a:pt x="114" y="1"/>
                    <a:pt x="0" y="109"/>
                    <a:pt x="0" y="245"/>
                  </a:cubicBezTo>
                  <a:cubicBezTo>
                    <a:pt x="0" y="388"/>
                    <a:pt x="114" y="496"/>
                    <a:pt x="250" y="496"/>
                  </a:cubicBezTo>
                  <a:cubicBezTo>
                    <a:pt x="387" y="496"/>
                    <a:pt x="501" y="388"/>
                    <a:pt x="501" y="245"/>
                  </a:cubicBezTo>
                  <a:cubicBezTo>
                    <a:pt x="501" y="109"/>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9"/>
            <p:cNvSpPr/>
            <p:nvPr/>
          </p:nvSpPr>
          <p:spPr>
            <a:xfrm>
              <a:off x="1594750" y="2667300"/>
              <a:ext cx="12575" cy="12425"/>
            </a:xfrm>
            <a:custGeom>
              <a:avLst/>
              <a:gdLst/>
              <a:ahLst/>
              <a:cxnLst/>
              <a:rect l="l" t="t" r="r" b="b"/>
              <a:pathLst>
                <a:path w="503" h="497" extrusionOk="0">
                  <a:moveTo>
                    <a:pt x="251" y="1"/>
                  </a:moveTo>
                  <a:cubicBezTo>
                    <a:pt x="115" y="1"/>
                    <a:pt x="0" y="109"/>
                    <a:pt x="0" y="245"/>
                  </a:cubicBezTo>
                  <a:cubicBezTo>
                    <a:pt x="0" y="388"/>
                    <a:pt x="115" y="496"/>
                    <a:pt x="251" y="496"/>
                  </a:cubicBezTo>
                  <a:cubicBezTo>
                    <a:pt x="394" y="496"/>
                    <a:pt x="503" y="388"/>
                    <a:pt x="503" y="245"/>
                  </a:cubicBezTo>
                  <a:cubicBezTo>
                    <a:pt x="503" y="109"/>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9"/>
            <p:cNvSpPr/>
            <p:nvPr/>
          </p:nvSpPr>
          <p:spPr>
            <a:xfrm>
              <a:off x="1686650" y="26673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9"/>
            <p:cNvSpPr/>
            <p:nvPr/>
          </p:nvSpPr>
          <p:spPr>
            <a:xfrm>
              <a:off x="1778450" y="2667300"/>
              <a:ext cx="12550" cy="12425"/>
            </a:xfrm>
            <a:custGeom>
              <a:avLst/>
              <a:gdLst/>
              <a:ahLst/>
              <a:cxnLst/>
              <a:rect l="l" t="t" r="r" b="b"/>
              <a:pathLst>
                <a:path w="502" h="497" extrusionOk="0">
                  <a:moveTo>
                    <a:pt x="252" y="1"/>
                  </a:moveTo>
                  <a:cubicBezTo>
                    <a:pt x="114" y="1"/>
                    <a:pt x="1" y="109"/>
                    <a:pt x="1" y="245"/>
                  </a:cubicBezTo>
                  <a:cubicBezTo>
                    <a:pt x="1" y="388"/>
                    <a:pt x="114" y="496"/>
                    <a:pt x="252" y="496"/>
                  </a:cubicBezTo>
                  <a:cubicBezTo>
                    <a:pt x="388" y="496"/>
                    <a:pt x="501" y="388"/>
                    <a:pt x="501" y="245"/>
                  </a:cubicBezTo>
                  <a:cubicBezTo>
                    <a:pt x="501"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9"/>
            <p:cNvSpPr/>
            <p:nvPr/>
          </p:nvSpPr>
          <p:spPr>
            <a:xfrm>
              <a:off x="1870375" y="2667300"/>
              <a:ext cx="12400" cy="12425"/>
            </a:xfrm>
            <a:custGeom>
              <a:avLst/>
              <a:gdLst/>
              <a:ahLst/>
              <a:cxnLst/>
              <a:rect l="l" t="t" r="r" b="b"/>
              <a:pathLst>
                <a:path w="496" h="497" extrusionOk="0">
                  <a:moveTo>
                    <a:pt x="252" y="1"/>
                  </a:moveTo>
                  <a:cubicBezTo>
                    <a:pt x="109" y="1"/>
                    <a:pt x="0" y="109"/>
                    <a:pt x="0" y="245"/>
                  </a:cubicBezTo>
                  <a:cubicBezTo>
                    <a:pt x="0" y="388"/>
                    <a:pt x="109" y="496"/>
                    <a:pt x="252" y="496"/>
                  </a:cubicBezTo>
                  <a:cubicBezTo>
                    <a:pt x="387" y="496"/>
                    <a:pt x="496" y="388"/>
                    <a:pt x="496" y="245"/>
                  </a:cubicBezTo>
                  <a:cubicBezTo>
                    <a:pt x="496"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9"/>
            <p:cNvSpPr/>
            <p:nvPr/>
          </p:nvSpPr>
          <p:spPr>
            <a:xfrm>
              <a:off x="1962150" y="2667300"/>
              <a:ext cx="12550" cy="12425"/>
            </a:xfrm>
            <a:custGeom>
              <a:avLst/>
              <a:gdLst/>
              <a:ahLst/>
              <a:cxnLst/>
              <a:rect l="l" t="t" r="r" b="b"/>
              <a:pathLst>
                <a:path w="502" h="497" extrusionOk="0">
                  <a:moveTo>
                    <a:pt x="250" y="1"/>
                  </a:moveTo>
                  <a:cubicBezTo>
                    <a:pt x="114" y="1"/>
                    <a:pt x="1" y="109"/>
                    <a:pt x="1" y="245"/>
                  </a:cubicBezTo>
                  <a:cubicBezTo>
                    <a:pt x="1" y="388"/>
                    <a:pt x="114" y="496"/>
                    <a:pt x="250" y="496"/>
                  </a:cubicBezTo>
                  <a:cubicBezTo>
                    <a:pt x="388" y="496"/>
                    <a:pt x="502" y="388"/>
                    <a:pt x="502" y="245"/>
                  </a:cubicBezTo>
                  <a:cubicBezTo>
                    <a:pt x="502"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9"/>
            <p:cNvSpPr/>
            <p:nvPr/>
          </p:nvSpPr>
          <p:spPr>
            <a:xfrm>
              <a:off x="2054075" y="2667300"/>
              <a:ext cx="12425" cy="12425"/>
            </a:xfrm>
            <a:custGeom>
              <a:avLst/>
              <a:gdLst/>
              <a:ahLst/>
              <a:cxnLst/>
              <a:rect l="l" t="t" r="r" b="b"/>
              <a:pathLst>
                <a:path w="497" h="497" extrusionOk="0">
                  <a:moveTo>
                    <a:pt x="252" y="1"/>
                  </a:moveTo>
                  <a:cubicBezTo>
                    <a:pt x="109" y="1"/>
                    <a:pt x="1" y="109"/>
                    <a:pt x="1" y="245"/>
                  </a:cubicBezTo>
                  <a:cubicBezTo>
                    <a:pt x="1" y="388"/>
                    <a:pt x="109" y="496"/>
                    <a:pt x="252" y="496"/>
                  </a:cubicBezTo>
                  <a:cubicBezTo>
                    <a:pt x="388" y="496"/>
                    <a:pt x="496" y="388"/>
                    <a:pt x="496" y="245"/>
                  </a:cubicBezTo>
                  <a:cubicBezTo>
                    <a:pt x="496"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9"/>
            <p:cNvSpPr/>
            <p:nvPr/>
          </p:nvSpPr>
          <p:spPr>
            <a:xfrm>
              <a:off x="2145825" y="26673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9"/>
            <p:cNvSpPr/>
            <p:nvPr/>
          </p:nvSpPr>
          <p:spPr>
            <a:xfrm>
              <a:off x="2237800" y="2667300"/>
              <a:ext cx="12350" cy="12425"/>
            </a:xfrm>
            <a:custGeom>
              <a:avLst/>
              <a:gdLst/>
              <a:ahLst/>
              <a:cxnLst/>
              <a:rect l="l" t="t" r="r" b="b"/>
              <a:pathLst>
                <a:path w="494" h="497" extrusionOk="0">
                  <a:moveTo>
                    <a:pt x="244" y="1"/>
                  </a:moveTo>
                  <a:cubicBezTo>
                    <a:pt x="107" y="1"/>
                    <a:pt x="0" y="109"/>
                    <a:pt x="0" y="245"/>
                  </a:cubicBezTo>
                  <a:cubicBezTo>
                    <a:pt x="0" y="388"/>
                    <a:pt x="107" y="496"/>
                    <a:pt x="244" y="496"/>
                  </a:cubicBezTo>
                  <a:cubicBezTo>
                    <a:pt x="387" y="496"/>
                    <a:pt x="494" y="388"/>
                    <a:pt x="494" y="245"/>
                  </a:cubicBezTo>
                  <a:cubicBezTo>
                    <a:pt x="494" y="109"/>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9"/>
            <p:cNvSpPr/>
            <p:nvPr/>
          </p:nvSpPr>
          <p:spPr>
            <a:xfrm>
              <a:off x="2329550" y="2667300"/>
              <a:ext cx="12575" cy="12425"/>
            </a:xfrm>
            <a:custGeom>
              <a:avLst/>
              <a:gdLst/>
              <a:ahLst/>
              <a:cxnLst/>
              <a:rect l="l" t="t" r="r" b="b"/>
              <a:pathLst>
                <a:path w="503" h="497" extrusionOk="0">
                  <a:moveTo>
                    <a:pt x="251" y="1"/>
                  </a:moveTo>
                  <a:cubicBezTo>
                    <a:pt x="115" y="1"/>
                    <a:pt x="0" y="109"/>
                    <a:pt x="0" y="245"/>
                  </a:cubicBezTo>
                  <a:cubicBezTo>
                    <a:pt x="0" y="388"/>
                    <a:pt x="115" y="496"/>
                    <a:pt x="251" y="496"/>
                  </a:cubicBezTo>
                  <a:cubicBezTo>
                    <a:pt x="387" y="496"/>
                    <a:pt x="502" y="388"/>
                    <a:pt x="502" y="245"/>
                  </a:cubicBezTo>
                  <a:cubicBezTo>
                    <a:pt x="502"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9"/>
            <p:cNvSpPr/>
            <p:nvPr/>
          </p:nvSpPr>
          <p:spPr>
            <a:xfrm>
              <a:off x="2421325" y="2667300"/>
              <a:ext cx="12550" cy="12425"/>
            </a:xfrm>
            <a:custGeom>
              <a:avLst/>
              <a:gdLst/>
              <a:ahLst/>
              <a:cxnLst/>
              <a:rect l="l" t="t" r="r" b="b"/>
              <a:pathLst>
                <a:path w="502" h="497" extrusionOk="0">
                  <a:moveTo>
                    <a:pt x="250" y="1"/>
                  </a:moveTo>
                  <a:cubicBezTo>
                    <a:pt x="114" y="1"/>
                    <a:pt x="1" y="109"/>
                    <a:pt x="1" y="245"/>
                  </a:cubicBezTo>
                  <a:cubicBezTo>
                    <a:pt x="1" y="388"/>
                    <a:pt x="114" y="496"/>
                    <a:pt x="250" y="496"/>
                  </a:cubicBezTo>
                  <a:cubicBezTo>
                    <a:pt x="395" y="496"/>
                    <a:pt x="501" y="388"/>
                    <a:pt x="501" y="245"/>
                  </a:cubicBezTo>
                  <a:cubicBezTo>
                    <a:pt x="501" y="109"/>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9"/>
            <p:cNvSpPr/>
            <p:nvPr/>
          </p:nvSpPr>
          <p:spPr>
            <a:xfrm>
              <a:off x="2513250" y="2667300"/>
              <a:ext cx="12575" cy="12425"/>
            </a:xfrm>
            <a:custGeom>
              <a:avLst/>
              <a:gdLst/>
              <a:ahLst/>
              <a:cxnLst/>
              <a:rect l="l" t="t" r="r" b="b"/>
              <a:pathLst>
                <a:path w="503" h="497" extrusionOk="0">
                  <a:moveTo>
                    <a:pt x="252" y="1"/>
                  </a:moveTo>
                  <a:cubicBezTo>
                    <a:pt x="109" y="1"/>
                    <a:pt x="0" y="109"/>
                    <a:pt x="0" y="245"/>
                  </a:cubicBezTo>
                  <a:cubicBezTo>
                    <a:pt x="0" y="388"/>
                    <a:pt x="109"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9"/>
            <p:cNvSpPr/>
            <p:nvPr/>
          </p:nvSpPr>
          <p:spPr>
            <a:xfrm>
              <a:off x="2605000" y="2667300"/>
              <a:ext cx="12575" cy="12425"/>
            </a:xfrm>
            <a:custGeom>
              <a:avLst/>
              <a:gdLst/>
              <a:ahLst/>
              <a:cxnLst/>
              <a:rect l="l" t="t" r="r" b="b"/>
              <a:pathLst>
                <a:path w="503" h="497" extrusionOk="0">
                  <a:moveTo>
                    <a:pt x="252" y="1"/>
                  </a:moveTo>
                  <a:cubicBezTo>
                    <a:pt x="116" y="1"/>
                    <a:pt x="0" y="109"/>
                    <a:pt x="0" y="245"/>
                  </a:cubicBezTo>
                  <a:cubicBezTo>
                    <a:pt x="0" y="388"/>
                    <a:pt x="116" y="496"/>
                    <a:pt x="252" y="496"/>
                  </a:cubicBezTo>
                  <a:cubicBezTo>
                    <a:pt x="387" y="496"/>
                    <a:pt x="503" y="388"/>
                    <a:pt x="503" y="245"/>
                  </a:cubicBezTo>
                  <a:cubicBezTo>
                    <a:pt x="503"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9"/>
            <p:cNvSpPr/>
            <p:nvPr/>
          </p:nvSpPr>
          <p:spPr>
            <a:xfrm>
              <a:off x="2696950" y="2667300"/>
              <a:ext cx="12375" cy="12425"/>
            </a:xfrm>
            <a:custGeom>
              <a:avLst/>
              <a:gdLst/>
              <a:ahLst/>
              <a:cxnLst/>
              <a:rect l="l" t="t" r="r" b="b"/>
              <a:pathLst>
                <a:path w="495" h="497" extrusionOk="0">
                  <a:moveTo>
                    <a:pt x="252" y="1"/>
                  </a:moveTo>
                  <a:cubicBezTo>
                    <a:pt x="108" y="1"/>
                    <a:pt x="1" y="109"/>
                    <a:pt x="1" y="245"/>
                  </a:cubicBezTo>
                  <a:cubicBezTo>
                    <a:pt x="1" y="388"/>
                    <a:pt x="108" y="496"/>
                    <a:pt x="252" y="496"/>
                  </a:cubicBezTo>
                  <a:cubicBezTo>
                    <a:pt x="388" y="496"/>
                    <a:pt x="495" y="388"/>
                    <a:pt x="495" y="245"/>
                  </a:cubicBezTo>
                  <a:cubicBezTo>
                    <a:pt x="495"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9"/>
            <p:cNvSpPr/>
            <p:nvPr/>
          </p:nvSpPr>
          <p:spPr>
            <a:xfrm>
              <a:off x="2788700" y="26673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9"/>
            <p:cNvSpPr/>
            <p:nvPr/>
          </p:nvSpPr>
          <p:spPr>
            <a:xfrm>
              <a:off x="2880675" y="2667300"/>
              <a:ext cx="12375" cy="12425"/>
            </a:xfrm>
            <a:custGeom>
              <a:avLst/>
              <a:gdLst/>
              <a:ahLst/>
              <a:cxnLst/>
              <a:rect l="l" t="t" r="r" b="b"/>
              <a:pathLst>
                <a:path w="495" h="497" extrusionOk="0">
                  <a:moveTo>
                    <a:pt x="243" y="1"/>
                  </a:moveTo>
                  <a:cubicBezTo>
                    <a:pt x="107" y="1"/>
                    <a:pt x="0" y="109"/>
                    <a:pt x="0" y="245"/>
                  </a:cubicBezTo>
                  <a:cubicBezTo>
                    <a:pt x="0" y="388"/>
                    <a:pt x="107" y="496"/>
                    <a:pt x="243" y="496"/>
                  </a:cubicBezTo>
                  <a:cubicBezTo>
                    <a:pt x="387" y="496"/>
                    <a:pt x="494" y="388"/>
                    <a:pt x="494" y="245"/>
                  </a:cubicBezTo>
                  <a:cubicBezTo>
                    <a:pt x="494" y="109"/>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9"/>
            <p:cNvSpPr/>
            <p:nvPr/>
          </p:nvSpPr>
          <p:spPr>
            <a:xfrm>
              <a:off x="2972425" y="2667300"/>
              <a:ext cx="12575" cy="12425"/>
            </a:xfrm>
            <a:custGeom>
              <a:avLst/>
              <a:gdLst/>
              <a:ahLst/>
              <a:cxnLst/>
              <a:rect l="l" t="t" r="r" b="b"/>
              <a:pathLst>
                <a:path w="503" h="497" extrusionOk="0">
                  <a:moveTo>
                    <a:pt x="251" y="1"/>
                  </a:moveTo>
                  <a:cubicBezTo>
                    <a:pt x="115" y="1"/>
                    <a:pt x="0" y="109"/>
                    <a:pt x="0" y="245"/>
                  </a:cubicBezTo>
                  <a:cubicBezTo>
                    <a:pt x="0" y="388"/>
                    <a:pt x="115" y="496"/>
                    <a:pt x="251" y="496"/>
                  </a:cubicBezTo>
                  <a:cubicBezTo>
                    <a:pt x="387" y="496"/>
                    <a:pt x="503" y="388"/>
                    <a:pt x="503" y="245"/>
                  </a:cubicBezTo>
                  <a:cubicBezTo>
                    <a:pt x="503"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9"/>
            <p:cNvSpPr/>
            <p:nvPr/>
          </p:nvSpPr>
          <p:spPr>
            <a:xfrm>
              <a:off x="3064375" y="2667300"/>
              <a:ext cx="12375" cy="12425"/>
            </a:xfrm>
            <a:custGeom>
              <a:avLst/>
              <a:gdLst/>
              <a:ahLst/>
              <a:cxnLst/>
              <a:rect l="l" t="t" r="r" b="b"/>
              <a:pathLst>
                <a:path w="495" h="497" extrusionOk="0">
                  <a:moveTo>
                    <a:pt x="243" y="1"/>
                  </a:moveTo>
                  <a:cubicBezTo>
                    <a:pt x="107" y="1"/>
                    <a:pt x="1" y="109"/>
                    <a:pt x="1" y="245"/>
                  </a:cubicBezTo>
                  <a:cubicBezTo>
                    <a:pt x="1" y="388"/>
                    <a:pt x="107" y="496"/>
                    <a:pt x="243" y="496"/>
                  </a:cubicBezTo>
                  <a:cubicBezTo>
                    <a:pt x="388" y="496"/>
                    <a:pt x="495" y="388"/>
                    <a:pt x="495" y="245"/>
                  </a:cubicBezTo>
                  <a:cubicBezTo>
                    <a:pt x="495" y="109"/>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9"/>
            <p:cNvSpPr/>
            <p:nvPr/>
          </p:nvSpPr>
          <p:spPr>
            <a:xfrm>
              <a:off x="3156125" y="26673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9"/>
            <p:cNvSpPr/>
            <p:nvPr/>
          </p:nvSpPr>
          <p:spPr>
            <a:xfrm>
              <a:off x="3247875" y="2667300"/>
              <a:ext cx="12575" cy="12425"/>
            </a:xfrm>
            <a:custGeom>
              <a:avLst/>
              <a:gdLst/>
              <a:ahLst/>
              <a:cxnLst/>
              <a:rect l="l" t="t" r="r" b="b"/>
              <a:pathLst>
                <a:path w="503"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9"/>
            <p:cNvSpPr/>
            <p:nvPr/>
          </p:nvSpPr>
          <p:spPr>
            <a:xfrm>
              <a:off x="3339850" y="2667300"/>
              <a:ext cx="12525" cy="12425"/>
            </a:xfrm>
            <a:custGeom>
              <a:avLst/>
              <a:gdLst/>
              <a:ahLst/>
              <a:cxnLst/>
              <a:rect l="l" t="t" r="r" b="b"/>
              <a:pathLst>
                <a:path w="501" h="497" extrusionOk="0">
                  <a:moveTo>
                    <a:pt x="251" y="1"/>
                  </a:moveTo>
                  <a:cubicBezTo>
                    <a:pt x="107" y="1"/>
                    <a:pt x="0" y="109"/>
                    <a:pt x="0" y="245"/>
                  </a:cubicBezTo>
                  <a:cubicBezTo>
                    <a:pt x="0" y="388"/>
                    <a:pt x="107" y="496"/>
                    <a:pt x="251" y="496"/>
                  </a:cubicBezTo>
                  <a:cubicBezTo>
                    <a:pt x="387" y="496"/>
                    <a:pt x="501" y="388"/>
                    <a:pt x="501" y="245"/>
                  </a:cubicBezTo>
                  <a:cubicBezTo>
                    <a:pt x="501"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9"/>
            <p:cNvSpPr/>
            <p:nvPr/>
          </p:nvSpPr>
          <p:spPr>
            <a:xfrm>
              <a:off x="3431575" y="26673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9"/>
            <p:cNvSpPr/>
            <p:nvPr/>
          </p:nvSpPr>
          <p:spPr>
            <a:xfrm>
              <a:off x="3523550" y="2667300"/>
              <a:ext cx="12375" cy="12425"/>
            </a:xfrm>
            <a:custGeom>
              <a:avLst/>
              <a:gdLst/>
              <a:ahLst/>
              <a:cxnLst/>
              <a:rect l="l" t="t" r="r" b="b"/>
              <a:pathLst>
                <a:path w="495" h="497" extrusionOk="0">
                  <a:moveTo>
                    <a:pt x="250" y="1"/>
                  </a:moveTo>
                  <a:cubicBezTo>
                    <a:pt x="107" y="1"/>
                    <a:pt x="0" y="109"/>
                    <a:pt x="0" y="245"/>
                  </a:cubicBezTo>
                  <a:cubicBezTo>
                    <a:pt x="0" y="388"/>
                    <a:pt x="107" y="496"/>
                    <a:pt x="250" y="496"/>
                  </a:cubicBezTo>
                  <a:cubicBezTo>
                    <a:pt x="388" y="496"/>
                    <a:pt x="494" y="388"/>
                    <a:pt x="494" y="245"/>
                  </a:cubicBezTo>
                  <a:cubicBezTo>
                    <a:pt x="494"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9"/>
            <p:cNvSpPr/>
            <p:nvPr/>
          </p:nvSpPr>
          <p:spPr>
            <a:xfrm>
              <a:off x="676400" y="275905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9"/>
            <p:cNvSpPr/>
            <p:nvPr/>
          </p:nvSpPr>
          <p:spPr>
            <a:xfrm>
              <a:off x="768325" y="2759050"/>
              <a:ext cx="12400" cy="12575"/>
            </a:xfrm>
            <a:custGeom>
              <a:avLst/>
              <a:gdLst/>
              <a:ahLst/>
              <a:cxnLst/>
              <a:rect l="l" t="t" r="r" b="b"/>
              <a:pathLst>
                <a:path w="496" h="503"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9"/>
            <p:cNvSpPr/>
            <p:nvPr/>
          </p:nvSpPr>
          <p:spPr>
            <a:xfrm>
              <a:off x="860125" y="2759050"/>
              <a:ext cx="12525" cy="12575"/>
            </a:xfrm>
            <a:custGeom>
              <a:avLst/>
              <a:gdLst/>
              <a:ahLst/>
              <a:cxnLst/>
              <a:rect l="l" t="t" r="r" b="b"/>
              <a:pathLst>
                <a:path w="501" h="503"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9"/>
            <p:cNvSpPr/>
            <p:nvPr/>
          </p:nvSpPr>
          <p:spPr>
            <a:xfrm>
              <a:off x="951850" y="275905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9"/>
            <p:cNvSpPr/>
            <p:nvPr/>
          </p:nvSpPr>
          <p:spPr>
            <a:xfrm>
              <a:off x="1043825" y="2759050"/>
              <a:ext cx="12375" cy="12575"/>
            </a:xfrm>
            <a:custGeom>
              <a:avLst/>
              <a:gdLst/>
              <a:ahLst/>
              <a:cxnLst/>
              <a:rect l="l" t="t" r="r" b="b"/>
              <a:pathLst>
                <a:path w="495" h="503"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9"/>
            <p:cNvSpPr/>
            <p:nvPr/>
          </p:nvSpPr>
          <p:spPr>
            <a:xfrm>
              <a:off x="1135575" y="2759050"/>
              <a:ext cx="12575" cy="12575"/>
            </a:xfrm>
            <a:custGeom>
              <a:avLst/>
              <a:gdLst/>
              <a:ahLst/>
              <a:cxnLst/>
              <a:rect l="l" t="t" r="r" b="b"/>
              <a:pathLst>
                <a:path w="503" h="503"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9"/>
            <p:cNvSpPr/>
            <p:nvPr/>
          </p:nvSpPr>
          <p:spPr>
            <a:xfrm>
              <a:off x="1227500" y="2759050"/>
              <a:ext cx="12400" cy="12575"/>
            </a:xfrm>
            <a:custGeom>
              <a:avLst/>
              <a:gdLst/>
              <a:ahLst/>
              <a:cxnLst/>
              <a:rect l="l" t="t" r="r" b="b"/>
              <a:pathLst>
                <a:path w="496" h="503"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9"/>
            <p:cNvSpPr/>
            <p:nvPr/>
          </p:nvSpPr>
          <p:spPr>
            <a:xfrm>
              <a:off x="1319275" y="2759050"/>
              <a:ext cx="12550" cy="12575"/>
            </a:xfrm>
            <a:custGeom>
              <a:avLst/>
              <a:gdLst/>
              <a:ahLst/>
              <a:cxnLst/>
              <a:rect l="l" t="t" r="r" b="b"/>
              <a:pathLst>
                <a:path w="502" h="503"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9"/>
            <p:cNvSpPr/>
            <p:nvPr/>
          </p:nvSpPr>
          <p:spPr>
            <a:xfrm>
              <a:off x="1411200" y="2759050"/>
              <a:ext cx="12425" cy="12575"/>
            </a:xfrm>
            <a:custGeom>
              <a:avLst/>
              <a:gdLst/>
              <a:ahLst/>
              <a:cxnLst/>
              <a:rect l="l" t="t" r="r" b="b"/>
              <a:pathLst>
                <a:path w="497" h="503"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9"/>
            <p:cNvSpPr/>
            <p:nvPr/>
          </p:nvSpPr>
          <p:spPr>
            <a:xfrm>
              <a:off x="1503000" y="2759050"/>
              <a:ext cx="12525" cy="12575"/>
            </a:xfrm>
            <a:custGeom>
              <a:avLst/>
              <a:gdLst/>
              <a:ahLst/>
              <a:cxnLst/>
              <a:rect l="l" t="t" r="r" b="b"/>
              <a:pathLst>
                <a:path w="501" h="503"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9"/>
            <p:cNvSpPr/>
            <p:nvPr/>
          </p:nvSpPr>
          <p:spPr>
            <a:xfrm>
              <a:off x="1594750" y="2759050"/>
              <a:ext cx="12575" cy="12575"/>
            </a:xfrm>
            <a:custGeom>
              <a:avLst/>
              <a:gdLst/>
              <a:ahLst/>
              <a:cxnLst/>
              <a:rect l="l" t="t" r="r" b="b"/>
              <a:pathLst>
                <a:path w="503" h="503"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9"/>
            <p:cNvSpPr/>
            <p:nvPr/>
          </p:nvSpPr>
          <p:spPr>
            <a:xfrm>
              <a:off x="1686650" y="275905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9"/>
            <p:cNvSpPr/>
            <p:nvPr/>
          </p:nvSpPr>
          <p:spPr>
            <a:xfrm>
              <a:off x="1778450" y="2759050"/>
              <a:ext cx="12550" cy="12575"/>
            </a:xfrm>
            <a:custGeom>
              <a:avLst/>
              <a:gdLst/>
              <a:ahLst/>
              <a:cxnLst/>
              <a:rect l="l" t="t" r="r" b="b"/>
              <a:pathLst>
                <a:path w="502" h="503"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9"/>
            <p:cNvSpPr/>
            <p:nvPr/>
          </p:nvSpPr>
          <p:spPr>
            <a:xfrm>
              <a:off x="1870375" y="2759050"/>
              <a:ext cx="12400" cy="12575"/>
            </a:xfrm>
            <a:custGeom>
              <a:avLst/>
              <a:gdLst/>
              <a:ahLst/>
              <a:cxnLst/>
              <a:rect l="l" t="t" r="r" b="b"/>
              <a:pathLst>
                <a:path w="496" h="503"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9"/>
            <p:cNvSpPr/>
            <p:nvPr/>
          </p:nvSpPr>
          <p:spPr>
            <a:xfrm>
              <a:off x="1962150" y="2759050"/>
              <a:ext cx="12550" cy="12575"/>
            </a:xfrm>
            <a:custGeom>
              <a:avLst/>
              <a:gdLst/>
              <a:ahLst/>
              <a:cxnLst/>
              <a:rect l="l" t="t" r="r" b="b"/>
              <a:pathLst>
                <a:path w="502" h="503"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9"/>
            <p:cNvSpPr/>
            <p:nvPr/>
          </p:nvSpPr>
          <p:spPr>
            <a:xfrm>
              <a:off x="2054075" y="2759050"/>
              <a:ext cx="12425" cy="12575"/>
            </a:xfrm>
            <a:custGeom>
              <a:avLst/>
              <a:gdLst/>
              <a:ahLst/>
              <a:cxnLst/>
              <a:rect l="l" t="t" r="r" b="b"/>
              <a:pathLst>
                <a:path w="497" h="503"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9"/>
            <p:cNvSpPr/>
            <p:nvPr/>
          </p:nvSpPr>
          <p:spPr>
            <a:xfrm>
              <a:off x="2145825" y="275905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9"/>
            <p:cNvSpPr/>
            <p:nvPr/>
          </p:nvSpPr>
          <p:spPr>
            <a:xfrm>
              <a:off x="2237800" y="2759050"/>
              <a:ext cx="12350" cy="12575"/>
            </a:xfrm>
            <a:custGeom>
              <a:avLst/>
              <a:gdLst/>
              <a:ahLst/>
              <a:cxnLst/>
              <a:rect l="l" t="t" r="r" b="b"/>
              <a:pathLst>
                <a:path w="494" h="503"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9"/>
            <p:cNvSpPr/>
            <p:nvPr/>
          </p:nvSpPr>
          <p:spPr>
            <a:xfrm>
              <a:off x="2329550" y="2759050"/>
              <a:ext cx="12575" cy="12575"/>
            </a:xfrm>
            <a:custGeom>
              <a:avLst/>
              <a:gdLst/>
              <a:ahLst/>
              <a:cxnLst/>
              <a:rect l="l" t="t" r="r" b="b"/>
              <a:pathLst>
                <a:path w="503" h="503"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9"/>
            <p:cNvSpPr/>
            <p:nvPr/>
          </p:nvSpPr>
          <p:spPr>
            <a:xfrm>
              <a:off x="2421325" y="2759050"/>
              <a:ext cx="12550" cy="12575"/>
            </a:xfrm>
            <a:custGeom>
              <a:avLst/>
              <a:gdLst/>
              <a:ahLst/>
              <a:cxnLst/>
              <a:rect l="l" t="t" r="r" b="b"/>
              <a:pathLst>
                <a:path w="502" h="503"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9"/>
            <p:cNvSpPr/>
            <p:nvPr/>
          </p:nvSpPr>
          <p:spPr>
            <a:xfrm>
              <a:off x="2513250" y="2759050"/>
              <a:ext cx="12575" cy="12575"/>
            </a:xfrm>
            <a:custGeom>
              <a:avLst/>
              <a:gdLst/>
              <a:ahLst/>
              <a:cxnLst/>
              <a:rect l="l" t="t" r="r" b="b"/>
              <a:pathLst>
                <a:path w="503" h="503"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9"/>
            <p:cNvSpPr/>
            <p:nvPr/>
          </p:nvSpPr>
          <p:spPr>
            <a:xfrm>
              <a:off x="2605000" y="2759050"/>
              <a:ext cx="12575" cy="12575"/>
            </a:xfrm>
            <a:custGeom>
              <a:avLst/>
              <a:gdLst/>
              <a:ahLst/>
              <a:cxnLst/>
              <a:rect l="l" t="t" r="r" b="b"/>
              <a:pathLst>
                <a:path w="503" h="503"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9"/>
            <p:cNvSpPr/>
            <p:nvPr/>
          </p:nvSpPr>
          <p:spPr>
            <a:xfrm>
              <a:off x="2696950" y="2759050"/>
              <a:ext cx="12375" cy="12575"/>
            </a:xfrm>
            <a:custGeom>
              <a:avLst/>
              <a:gdLst/>
              <a:ahLst/>
              <a:cxnLst/>
              <a:rect l="l" t="t" r="r" b="b"/>
              <a:pathLst>
                <a:path w="495" h="503"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9"/>
            <p:cNvSpPr/>
            <p:nvPr/>
          </p:nvSpPr>
          <p:spPr>
            <a:xfrm>
              <a:off x="2788700" y="275905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9"/>
            <p:cNvSpPr/>
            <p:nvPr/>
          </p:nvSpPr>
          <p:spPr>
            <a:xfrm>
              <a:off x="2880675" y="2759050"/>
              <a:ext cx="12375" cy="12575"/>
            </a:xfrm>
            <a:custGeom>
              <a:avLst/>
              <a:gdLst/>
              <a:ahLst/>
              <a:cxnLst/>
              <a:rect l="l" t="t" r="r" b="b"/>
              <a:pathLst>
                <a:path w="495" h="503"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9"/>
            <p:cNvSpPr/>
            <p:nvPr/>
          </p:nvSpPr>
          <p:spPr>
            <a:xfrm>
              <a:off x="2972425" y="2759050"/>
              <a:ext cx="12575" cy="12575"/>
            </a:xfrm>
            <a:custGeom>
              <a:avLst/>
              <a:gdLst/>
              <a:ahLst/>
              <a:cxnLst/>
              <a:rect l="l" t="t" r="r" b="b"/>
              <a:pathLst>
                <a:path w="503" h="503"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9"/>
            <p:cNvSpPr/>
            <p:nvPr/>
          </p:nvSpPr>
          <p:spPr>
            <a:xfrm>
              <a:off x="3064375" y="2759050"/>
              <a:ext cx="12375" cy="12575"/>
            </a:xfrm>
            <a:custGeom>
              <a:avLst/>
              <a:gdLst/>
              <a:ahLst/>
              <a:cxnLst/>
              <a:rect l="l" t="t" r="r" b="b"/>
              <a:pathLst>
                <a:path w="495" h="503"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9"/>
            <p:cNvSpPr/>
            <p:nvPr/>
          </p:nvSpPr>
          <p:spPr>
            <a:xfrm>
              <a:off x="3156125" y="275905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9"/>
            <p:cNvSpPr/>
            <p:nvPr/>
          </p:nvSpPr>
          <p:spPr>
            <a:xfrm>
              <a:off x="3247875" y="2759050"/>
              <a:ext cx="12575" cy="12575"/>
            </a:xfrm>
            <a:custGeom>
              <a:avLst/>
              <a:gdLst/>
              <a:ahLst/>
              <a:cxnLst/>
              <a:rect l="l" t="t" r="r" b="b"/>
              <a:pathLst>
                <a:path w="503"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9"/>
            <p:cNvSpPr/>
            <p:nvPr/>
          </p:nvSpPr>
          <p:spPr>
            <a:xfrm>
              <a:off x="3339850" y="2759050"/>
              <a:ext cx="12525" cy="12575"/>
            </a:xfrm>
            <a:custGeom>
              <a:avLst/>
              <a:gdLst/>
              <a:ahLst/>
              <a:cxnLst/>
              <a:rect l="l" t="t" r="r" b="b"/>
              <a:pathLst>
                <a:path w="501" h="503"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9"/>
            <p:cNvSpPr/>
            <p:nvPr/>
          </p:nvSpPr>
          <p:spPr>
            <a:xfrm>
              <a:off x="3431575" y="275905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9"/>
            <p:cNvSpPr/>
            <p:nvPr/>
          </p:nvSpPr>
          <p:spPr>
            <a:xfrm>
              <a:off x="3523550" y="2759050"/>
              <a:ext cx="12375" cy="12575"/>
            </a:xfrm>
            <a:custGeom>
              <a:avLst/>
              <a:gdLst/>
              <a:ahLst/>
              <a:cxnLst/>
              <a:rect l="l" t="t" r="r" b="b"/>
              <a:pathLst>
                <a:path w="495" h="503"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9"/>
            <p:cNvSpPr/>
            <p:nvPr/>
          </p:nvSpPr>
          <p:spPr>
            <a:xfrm>
              <a:off x="676400" y="2851025"/>
              <a:ext cx="12600" cy="12350"/>
            </a:xfrm>
            <a:custGeom>
              <a:avLst/>
              <a:gdLst/>
              <a:ahLst/>
              <a:cxnLst/>
              <a:rect l="l" t="t" r="r" b="b"/>
              <a:pathLst>
                <a:path w="504" h="494" extrusionOk="0">
                  <a:moveTo>
                    <a:pt x="252" y="0"/>
                  </a:moveTo>
                  <a:cubicBezTo>
                    <a:pt x="116" y="0"/>
                    <a:pt x="1" y="107"/>
                    <a:pt x="1" y="244"/>
                  </a:cubicBezTo>
                  <a:cubicBezTo>
                    <a:pt x="1" y="387"/>
                    <a:pt x="116" y="494"/>
                    <a:pt x="252" y="494"/>
                  </a:cubicBezTo>
                  <a:cubicBezTo>
                    <a:pt x="388" y="494"/>
                    <a:pt x="503" y="387"/>
                    <a:pt x="503" y="244"/>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9"/>
            <p:cNvSpPr/>
            <p:nvPr/>
          </p:nvSpPr>
          <p:spPr>
            <a:xfrm>
              <a:off x="768325" y="2851025"/>
              <a:ext cx="12400" cy="12350"/>
            </a:xfrm>
            <a:custGeom>
              <a:avLst/>
              <a:gdLst/>
              <a:ahLst/>
              <a:cxnLst/>
              <a:rect l="l" t="t" r="r" b="b"/>
              <a:pathLst>
                <a:path w="496" h="494" extrusionOk="0">
                  <a:moveTo>
                    <a:pt x="245" y="0"/>
                  </a:moveTo>
                  <a:cubicBezTo>
                    <a:pt x="109" y="0"/>
                    <a:pt x="0" y="107"/>
                    <a:pt x="0" y="244"/>
                  </a:cubicBezTo>
                  <a:cubicBezTo>
                    <a:pt x="0" y="387"/>
                    <a:pt x="109" y="494"/>
                    <a:pt x="245" y="494"/>
                  </a:cubicBezTo>
                  <a:cubicBezTo>
                    <a:pt x="388" y="494"/>
                    <a:pt x="496" y="387"/>
                    <a:pt x="496" y="244"/>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9"/>
            <p:cNvSpPr/>
            <p:nvPr/>
          </p:nvSpPr>
          <p:spPr>
            <a:xfrm>
              <a:off x="860125" y="2851025"/>
              <a:ext cx="12525" cy="12350"/>
            </a:xfrm>
            <a:custGeom>
              <a:avLst/>
              <a:gdLst/>
              <a:ahLst/>
              <a:cxnLst/>
              <a:rect l="l" t="t" r="r" b="b"/>
              <a:pathLst>
                <a:path w="501" h="494" extrusionOk="0">
                  <a:moveTo>
                    <a:pt x="251" y="0"/>
                  </a:moveTo>
                  <a:cubicBezTo>
                    <a:pt x="114" y="0"/>
                    <a:pt x="0" y="107"/>
                    <a:pt x="0" y="244"/>
                  </a:cubicBezTo>
                  <a:cubicBezTo>
                    <a:pt x="0" y="387"/>
                    <a:pt x="114" y="494"/>
                    <a:pt x="251" y="494"/>
                  </a:cubicBezTo>
                  <a:cubicBezTo>
                    <a:pt x="387" y="494"/>
                    <a:pt x="501" y="387"/>
                    <a:pt x="501" y="244"/>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9"/>
            <p:cNvSpPr/>
            <p:nvPr/>
          </p:nvSpPr>
          <p:spPr>
            <a:xfrm>
              <a:off x="951850" y="2851025"/>
              <a:ext cx="12600" cy="12350"/>
            </a:xfrm>
            <a:custGeom>
              <a:avLst/>
              <a:gdLst/>
              <a:ahLst/>
              <a:cxnLst/>
              <a:rect l="l" t="t" r="r" b="b"/>
              <a:pathLst>
                <a:path w="504" h="494" extrusionOk="0">
                  <a:moveTo>
                    <a:pt x="252" y="0"/>
                  </a:moveTo>
                  <a:cubicBezTo>
                    <a:pt x="116" y="0"/>
                    <a:pt x="1" y="107"/>
                    <a:pt x="1" y="244"/>
                  </a:cubicBezTo>
                  <a:cubicBezTo>
                    <a:pt x="1" y="387"/>
                    <a:pt x="116" y="494"/>
                    <a:pt x="252" y="494"/>
                  </a:cubicBezTo>
                  <a:cubicBezTo>
                    <a:pt x="388" y="494"/>
                    <a:pt x="503" y="387"/>
                    <a:pt x="503" y="244"/>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9"/>
            <p:cNvSpPr/>
            <p:nvPr/>
          </p:nvSpPr>
          <p:spPr>
            <a:xfrm>
              <a:off x="1043825" y="2851025"/>
              <a:ext cx="12375" cy="12350"/>
            </a:xfrm>
            <a:custGeom>
              <a:avLst/>
              <a:gdLst/>
              <a:ahLst/>
              <a:cxnLst/>
              <a:rect l="l" t="t" r="r" b="b"/>
              <a:pathLst>
                <a:path w="495" h="494" extrusionOk="0">
                  <a:moveTo>
                    <a:pt x="250" y="0"/>
                  </a:moveTo>
                  <a:cubicBezTo>
                    <a:pt x="107" y="0"/>
                    <a:pt x="0" y="107"/>
                    <a:pt x="0" y="244"/>
                  </a:cubicBezTo>
                  <a:cubicBezTo>
                    <a:pt x="0" y="387"/>
                    <a:pt x="107" y="494"/>
                    <a:pt x="250" y="494"/>
                  </a:cubicBezTo>
                  <a:cubicBezTo>
                    <a:pt x="388" y="494"/>
                    <a:pt x="494" y="387"/>
                    <a:pt x="494" y="244"/>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9"/>
            <p:cNvSpPr/>
            <p:nvPr/>
          </p:nvSpPr>
          <p:spPr>
            <a:xfrm>
              <a:off x="1135575" y="2851025"/>
              <a:ext cx="12575" cy="12350"/>
            </a:xfrm>
            <a:custGeom>
              <a:avLst/>
              <a:gdLst/>
              <a:ahLst/>
              <a:cxnLst/>
              <a:rect l="l" t="t" r="r" b="b"/>
              <a:pathLst>
                <a:path w="503" h="494" extrusionOk="0">
                  <a:moveTo>
                    <a:pt x="252" y="0"/>
                  </a:moveTo>
                  <a:cubicBezTo>
                    <a:pt x="116" y="0"/>
                    <a:pt x="0" y="107"/>
                    <a:pt x="0" y="244"/>
                  </a:cubicBezTo>
                  <a:cubicBezTo>
                    <a:pt x="0" y="387"/>
                    <a:pt x="116" y="494"/>
                    <a:pt x="252" y="494"/>
                  </a:cubicBezTo>
                  <a:cubicBezTo>
                    <a:pt x="387" y="494"/>
                    <a:pt x="503" y="387"/>
                    <a:pt x="503" y="244"/>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9"/>
            <p:cNvSpPr/>
            <p:nvPr/>
          </p:nvSpPr>
          <p:spPr>
            <a:xfrm>
              <a:off x="1227500" y="2851025"/>
              <a:ext cx="12400" cy="12350"/>
            </a:xfrm>
            <a:custGeom>
              <a:avLst/>
              <a:gdLst/>
              <a:ahLst/>
              <a:cxnLst/>
              <a:rect l="l" t="t" r="r" b="b"/>
              <a:pathLst>
                <a:path w="496" h="494" extrusionOk="0">
                  <a:moveTo>
                    <a:pt x="251" y="0"/>
                  </a:moveTo>
                  <a:cubicBezTo>
                    <a:pt x="109" y="0"/>
                    <a:pt x="0" y="107"/>
                    <a:pt x="0" y="244"/>
                  </a:cubicBezTo>
                  <a:cubicBezTo>
                    <a:pt x="0" y="387"/>
                    <a:pt x="109" y="494"/>
                    <a:pt x="251" y="494"/>
                  </a:cubicBezTo>
                  <a:cubicBezTo>
                    <a:pt x="387" y="494"/>
                    <a:pt x="496" y="387"/>
                    <a:pt x="496" y="244"/>
                  </a:cubicBezTo>
                  <a:cubicBezTo>
                    <a:pt x="496"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9"/>
            <p:cNvSpPr/>
            <p:nvPr/>
          </p:nvSpPr>
          <p:spPr>
            <a:xfrm>
              <a:off x="1319275" y="2851025"/>
              <a:ext cx="12550" cy="12350"/>
            </a:xfrm>
            <a:custGeom>
              <a:avLst/>
              <a:gdLst/>
              <a:ahLst/>
              <a:cxnLst/>
              <a:rect l="l" t="t" r="r" b="b"/>
              <a:pathLst>
                <a:path w="502" h="494" extrusionOk="0">
                  <a:moveTo>
                    <a:pt x="252" y="0"/>
                  </a:moveTo>
                  <a:cubicBezTo>
                    <a:pt x="114" y="0"/>
                    <a:pt x="1" y="107"/>
                    <a:pt x="1" y="244"/>
                  </a:cubicBezTo>
                  <a:cubicBezTo>
                    <a:pt x="1" y="387"/>
                    <a:pt x="114" y="494"/>
                    <a:pt x="252" y="494"/>
                  </a:cubicBezTo>
                  <a:cubicBezTo>
                    <a:pt x="388" y="494"/>
                    <a:pt x="501" y="387"/>
                    <a:pt x="501" y="244"/>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9"/>
            <p:cNvSpPr/>
            <p:nvPr/>
          </p:nvSpPr>
          <p:spPr>
            <a:xfrm>
              <a:off x="1411200" y="2851025"/>
              <a:ext cx="12425" cy="12350"/>
            </a:xfrm>
            <a:custGeom>
              <a:avLst/>
              <a:gdLst/>
              <a:ahLst/>
              <a:cxnLst/>
              <a:rect l="l" t="t" r="r" b="b"/>
              <a:pathLst>
                <a:path w="497" h="494" extrusionOk="0">
                  <a:moveTo>
                    <a:pt x="245" y="0"/>
                  </a:moveTo>
                  <a:cubicBezTo>
                    <a:pt x="109" y="0"/>
                    <a:pt x="1" y="107"/>
                    <a:pt x="1" y="244"/>
                  </a:cubicBezTo>
                  <a:cubicBezTo>
                    <a:pt x="1" y="387"/>
                    <a:pt x="109" y="494"/>
                    <a:pt x="245" y="494"/>
                  </a:cubicBezTo>
                  <a:cubicBezTo>
                    <a:pt x="388" y="494"/>
                    <a:pt x="496" y="387"/>
                    <a:pt x="496" y="244"/>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9"/>
            <p:cNvSpPr/>
            <p:nvPr/>
          </p:nvSpPr>
          <p:spPr>
            <a:xfrm>
              <a:off x="1503000" y="2851025"/>
              <a:ext cx="12525" cy="12350"/>
            </a:xfrm>
            <a:custGeom>
              <a:avLst/>
              <a:gdLst/>
              <a:ahLst/>
              <a:cxnLst/>
              <a:rect l="l" t="t" r="r" b="b"/>
              <a:pathLst>
                <a:path w="501" h="494" extrusionOk="0">
                  <a:moveTo>
                    <a:pt x="250" y="0"/>
                  </a:moveTo>
                  <a:cubicBezTo>
                    <a:pt x="114" y="0"/>
                    <a:pt x="0" y="107"/>
                    <a:pt x="0" y="244"/>
                  </a:cubicBezTo>
                  <a:cubicBezTo>
                    <a:pt x="0" y="387"/>
                    <a:pt x="114" y="494"/>
                    <a:pt x="250" y="494"/>
                  </a:cubicBezTo>
                  <a:cubicBezTo>
                    <a:pt x="387" y="494"/>
                    <a:pt x="501" y="387"/>
                    <a:pt x="501" y="244"/>
                  </a:cubicBezTo>
                  <a:cubicBezTo>
                    <a:pt x="501" y="107"/>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9"/>
            <p:cNvSpPr/>
            <p:nvPr/>
          </p:nvSpPr>
          <p:spPr>
            <a:xfrm>
              <a:off x="1594750" y="2851025"/>
              <a:ext cx="12575" cy="12350"/>
            </a:xfrm>
            <a:custGeom>
              <a:avLst/>
              <a:gdLst/>
              <a:ahLst/>
              <a:cxnLst/>
              <a:rect l="l" t="t" r="r" b="b"/>
              <a:pathLst>
                <a:path w="503" h="494" extrusionOk="0">
                  <a:moveTo>
                    <a:pt x="251" y="0"/>
                  </a:moveTo>
                  <a:cubicBezTo>
                    <a:pt x="115" y="0"/>
                    <a:pt x="0" y="107"/>
                    <a:pt x="0" y="244"/>
                  </a:cubicBezTo>
                  <a:cubicBezTo>
                    <a:pt x="0" y="387"/>
                    <a:pt x="115" y="494"/>
                    <a:pt x="251" y="494"/>
                  </a:cubicBezTo>
                  <a:cubicBezTo>
                    <a:pt x="394" y="494"/>
                    <a:pt x="503" y="387"/>
                    <a:pt x="503" y="244"/>
                  </a:cubicBezTo>
                  <a:cubicBezTo>
                    <a:pt x="503" y="107"/>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9"/>
            <p:cNvSpPr/>
            <p:nvPr/>
          </p:nvSpPr>
          <p:spPr>
            <a:xfrm>
              <a:off x="1686650" y="2851025"/>
              <a:ext cx="12600" cy="12350"/>
            </a:xfrm>
            <a:custGeom>
              <a:avLst/>
              <a:gdLst/>
              <a:ahLst/>
              <a:cxnLst/>
              <a:rect l="l" t="t" r="r" b="b"/>
              <a:pathLst>
                <a:path w="504" h="494" extrusionOk="0">
                  <a:moveTo>
                    <a:pt x="252" y="0"/>
                  </a:moveTo>
                  <a:cubicBezTo>
                    <a:pt x="116" y="0"/>
                    <a:pt x="1" y="107"/>
                    <a:pt x="1" y="244"/>
                  </a:cubicBezTo>
                  <a:cubicBezTo>
                    <a:pt x="1" y="387"/>
                    <a:pt x="116" y="494"/>
                    <a:pt x="252" y="494"/>
                  </a:cubicBezTo>
                  <a:cubicBezTo>
                    <a:pt x="388" y="494"/>
                    <a:pt x="503" y="387"/>
                    <a:pt x="503" y="244"/>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9"/>
            <p:cNvSpPr/>
            <p:nvPr/>
          </p:nvSpPr>
          <p:spPr>
            <a:xfrm>
              <a:off x="1778450" y="2851025"/>
              <a:ext cx="12550" cy="12350"/>
            </a:xfrm>
            <a:custGeom>
              <a:avLst/>
              <a:gdLst/>
              <a:ahLst/>
              <a:cxnLst/>
              <a:rect l="l" t="t" r="r" b="b"/>
              <a:pathLst>
                <a:path w="502" h="494" extrusionOk="0">
                  <a:moveTo>
                    <a:pt x="252" y="0"/>
                  </a:moveTo>
                  <a:cubicBezTo>
                    <a:pt x="114" y="0"/>
                    <a:pt x="1" y="107"/>
                    <a:pt x="1" y="244"/>
                  </a:cubicBezTo>
                  <a:cubicBezTo>
                    <a:pt x="1" y="387"/>
                    <a:pt x="114" y="494"/>
                    <a:pt x="252" y="494"/>
                  </a:cubicBezTo>
                  <a:cubicBezTo>
                    <a:pt x="388" y="494"/>
                    <a:pt x="501" y="387"/>
                    <a:pt x="501" y="244"/>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9"/>
            <p:cNvSpPr/>
            <p:nvPr/>
          </p:nvSpPr>
          <p:spPr>
            <a:xfrm>
              <a:off x="1870375" y="2851025"/>
              <a:ext cx="12400" cy="12350"/>
            </a:xfrm>
            <a:custGeom>
              <a:avLst/>
              <a:gdLst/>
              <a:ahLst/>
              <a:cxnLst/>
              <a:rect l="l" t="t" r="r" b="b"/>
              <a:pathLst>
                <a:path w="496" h="494" extrusionOk="0">
                  <a:moveTo>
                    <a:pt x="252" y="0"/>
                  </a:moveTo>
                  <a:cubicBezTo>
                    <a:pt x="109" y="0"/>
                    <a:pt x="0" y="107"/>
                    <a:pt x="0" y="244"/>
                  </a:cubicBezTo>
                  <a:cubicBezTo>
                    <a:pt x="0" y="387"/>
                    <a:pt x="109" y="494"/>
                    <a:pt x="252" y="494"/>
                  </a:cubicBezTo>
                  <a:cubicBezTo>
                    <a:pt x="387" y="494"/>
                    <a:pt x="496" y="387"/>
                    <a:pt x="496" y="244"/>
                  </a:cubicBezTo>
                  <a:cubicBezTo>
                    <a:pt x="496"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9"/>
            <p:cNvSpPr/>
            <p:nvPr/>
          </p:nvSpPr>
          <p:spPr>
            <a:xfrm>
              <a:off x="1962150" y="2851025"/>
              <a:ext cx="12550" cy="12350"/>
            </a:xfrm>
            <a:custGeom>
              <a:avLst/>
              <a:gdLst/>
              <a:ahLst/>
              <a:cxnLst/>
              <a:rect l="l" t="t" r="r" b="b"/>
              <a:pathLst>
                <a:path w="502" h="494" extrusionOk="0">
                  <a:moveTo>
                    <a:pt x="250" y="0"/>
                  </a:moveTo>
                  <a:cubicBezTo>
                    <a:pt x="114" y="0"/>
                    <a:pt x="1" y="107"/>
                    <a:pt x="1" y="244"/>
                  </a:cubicBezTo>
                  <a:cubicBezTo>
                    <a:pt x="1" y="387"/>
                    <a:pt x="114" y="494"/>
                    <a:pt x="250" y="494"/>
                  </a:cubicBezTo>
                  <a:cubicBezTo>
                    <a:pt x="388" y="494"/>
                    <a:pt x="502" y="387"/>
                    <a:pt x="502" y="244"/>
                  </a:cubicBezTo>
                  <a:cubicBezTo>
                    <a:pt x="502"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9"/>
            <p:cNvSpPr/>
            <p:nvPr/>
          </p:nvSpPr>
          <p:spPr>
            <a:xfrm>
              <a:off x="2054075" y="2851025"/>
              <a:ext cx="12425" cy="12350"/>
            </a:xfrm>
            <a:custGeom>
              <a:avLst/>
              <a:gdLst/>
              <a:ahLst/>
              <a:cxnLst/>
              <a:rect l="l" t="t" r="r" b="b"/>
              <a:pathLst>
                <a:path w="497" h="494" extrusionOk="0">
                  <a:moveTo>
                    <a:pt x="252" y="0"/>
                  </a:moveTo>
                  <a:cubicBezTo>
                    <a:pt x="109" y="0"/>
                    <a:pt x="1" y="107"/>
                    <a:pt x="1" y="244"/>
                  </a:cubicBezTo>
                  <a:cubicBezTo>
                    <a:pt x="1" y="387"/>
                    <a:pt x="109" y="494"/>
                    <a:pt x="252" y="494"/>
                  </a:cubicBezTo>
                  <a:cubicBezTo>
                    <a:pt x="388" y="494"/>
                    <a:pt x="496" y="387"/>
                    <a:pt x="496" y="244"/>
                  </a:cubicBezTo>
                  <a:cubicBezTo>
                    <a:pt x="496"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9"/>
            <p:cNvSpPr/>
            <p:nvPr/>
          </p:nvSpPr>
          <p:spPr>
            <a:xfrm>
              <a:off x="2145825" y="2851025"/>
              <a:ext cx="12600" cy="12350"/>
            </a:xfrm>
            <a:custGeom>
              <a:avLst/>
              <a:gdLst/>
              <a:ahLst/>
              <a:cxnLst/>
              <a:rect l="l" t="t" r="r" b="b"/>
              <a:pathLst>
                <a:path w="504" h="494" extrusionOk="0">
                  <a:moveTo>
                    <a:pt x="252" y="0"/>
                  </a:moveTo>
                  <a:cubicBezTo>
                    <a:pt x="116" y="0"/>
                    <a:pt x="1" y="107"/>
                    <a:pt x="1" y="244"/>
                  </a:cubicBezTo>
                  <a:cubicBezTo>
                    <a:pt x="1" y="387"/>
                    <a:pt x="116" y="494"/>
                    <a:pt x="252" y="494"/>
                  </a:cubicBezTo>
                  <a:cubicBezTo>
                    <a:pt x="388" y="494"/>
                    <a:pt x="503" y="387"/>
                    <a:pt x="503" y="244"/>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9"/>
            <p:cNvSpPr/>
            <p:nvPr/>
          </p:nvSpPr>
          <p:spPr>
            <a:xfrm>
              <a:off x="2237800" y="2851025"/>
              <a:ext cx="12350" cy="12350"/>
            </a:xfrm>
            <a:custGeom>
              <a:avLst/>
              <a:gdLst/>
              <a:ahLst/>
              <a:cxnLst/>
              <a:rect l="l" t="t" r="r" b="b"/>
              <a:pathLst>
                <a:path w="494" h="494" extrusionOk="0">
                  <a:moveTo>
                    <a:pt x="244" y="0"/>
                  </a:moveTo>
                  <a:cubicBezTo>
                    <a:pt x="107" y="0"/>
                    <a:pt x="0" y="107"/>
                    <a:pt x="0" y="244"/>
                  </a:cubicBezTo>
                  <a:cubicBezTo>
                    <a:pt x="0" y="387"/>
                    <a:pt x="107" y="494"/>
                    <a:pt x="244" y="494"/>
                  </a:cubicBezTo>
                  <a:cubicBezTo>
                    <a:pt x="387" y="494"/>
                    <a:pt x="494" y="387"/>
                    <a:pt x="494" y="244"/>
                  </a:cubicBezTo>
                  <a:cubicBezTo>
                    <a:pt x="494" y="107"/>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9"/>
            <p:cNvSpPr/>
            <p:nvPr/>
          </p:nvSpPr>
          <p:spPr>
            <a:xfrm>
              <a:off x="2329550" y="2851025"/>
              <a:ext cx="12575" cy="12350"/>
            </a:xfrm>
            <a:custGeom>
              <a:avLst/>
              <a:gdLst/>
              <a:ahLst/>
              <a:cxnLst/>
              <a:rect l="l" t="t" r="r" b="b"/>
              <a:pathLst>
                <a:path w="503" h="494" extrusionOk="0">
                  <a:moveTo>
                    <a:pt x="251" y="0"/>
                  </a:moveTo>
                  <a:cubicBezTo>
                    <a:pt x="115" y="0"/>
                    <a:pt x="0" y="107"/>
                    <a:pt x="0" y="244"/>
                  </a:cubicBezTo>
                  <a:cubicBezTo>
                    <a:pt x="0" y="387"/>
                    <a:pt x="115" y="494"/>
                    <a:pt x="251" y="494"/>
                  </a:cubicBezTo>
                  <a:cubicBezTo>
                    <a:pt x="387" y="494"/>
                    <a:pt x="502" y="387"/>
                    <a:pt x="502" y="244"/>
                  </a:cubicBezTo>
                  <a:cubicBezTo>
                    <a:pt x="502"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9"/>
            <p:cNvSpPr/>
            <p:nvPr/>
          </p:nvSpPr>
          <p:spPr>
            <a:xfrm>
              <a:off x="2421325" y="2851025"/>
              <a:ext cx="12550" cy="12350"/>
            </a:xfrm>
            <a:custGeom>
              <a:avLst/>
              <a:gdLst/>
              <a:ahLst/>
              <a:cxnLst/>
              <a:rect l="l" t="t" r="r" b="b"/>
              <a:pathLst>
                <a:path w="502" h="494" extrusionOk="0">
                  <a:moveTo>
                    <a:pt x="250" y="0"/>
                  </a:moveTo>
                  <a:cubicBezTo>
                    <a:pt x="114" y="0"/>
                    <a:pt x="1" y="107"/>
                    <a:pt x="1" y="244"/>
                  </a:cubicBezTo>
                  <a:cubicBezTo>
                    <a:pt x="1" y="387"/>
                    <a:pt x="114" y="494"/>
                    <a:pt x="250" y="494"/>
                  </a:cubicBezTo>
                  <a:cubicBezTo>
                    <a:pt x="395" y="494"/>
                    <a:pt x="501" y="387"/>
                    <a:pt x="501" y="244"/>
                  </a:cubicBezTo>
                  <a:cubicBezTo>
                    <a:pt x="501" y="107"/>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9"/>
            <p:cNvSpPr/>
            <p:nvPr/>
          </p:nvSpPr>
          <p:spPr>
            <a:xfrm>
              <a:off x="2513250" y="2851025"/>
              <a:ext cx="12575" cy="12350"/>
            </a:xfrm>
            <a:custGeom>
              <a:avLst/>
              <a:gdLst/>
              <a:ahLst/>
              <a:cxnLst/>
              <a:rect l="l" t="t" r="r" b="b"/>
              <a:pathLst>
                <a:path w="503" h="494" extrusionOk="0">
                  <a:moveTo>
                    <a:pt x="252" y="0"/>
                  </a:moveTo>
                  <a:cubicBezTo>
                    <a:pt x="109" y="0"/>
                    <a:pt x="0" y="107"/>
                    <a:pt x="0" y="244"/>
                  </a:cubicBezTo>
                  <a:cubicBezTo>
                    <a:pt x="0" y="387"/>
                    <a:pt x="109" y="494"/>
                    <a:pt x="252" y="494"/>
                  </a:cubicBezTo>
                  <a:cubicBezTo>
                    <a:pt x="388" y="494"/>
                    <a:pt x="503" y="387"/>
                    <a:pt x="503" y="244"/>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9"/>
            <p:cNvSpPr/>
            <p:nvPr/>
          </p:nvSpPr>
          <p:spPr>
            <a:xfrm>
              <a:off x="2605000" y="2851025"/>
              <a:ext cx="12575" cy="12350"/>
            </a:xfrm>
            <a:custGeom>
              <a:avLst/>
              <a:gdLst/>
              <a:ahLst/>
              <a:cxnLst/>
              <a:rect l="l" t="t" r="r" b="b"/>
              <a:pathLst>
                <a:path w="503" h="494" extrusionOk="0">
                  <a:moveTo>
                    <a:pt x="252" y="0"/>
                  </a:moveTo>
                  <a:cubicBezTo>
                    <a:pt x="116" y="0"/>
                    <a:pt x="0" y="107"/>
                    <a:pt x="0" y="244"/>
                  </a:cubicBezTo>
                  <a:cubicBezTo>
                    <a:pt x="0" y="387"/>
                    <a:pt x="116" y="494"/>
                    <a:pt x="252" y="494"/>
                  </a:cubicBezTo>
                  <a:cubicBezTo>
                    <a:pt x="387" y="494"/>
                    <a:pt x="503" y="387"/>
                    <a:pt x="503" y="244"/>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9"/>
            <p:cNvSpPr/>
            <p:nvPr/>
          </p:nvSpPr>
          <p:spPr>
            <a:xfrm>
              <a:off x="2696950" y="2851025"/>
              <a:ext cx="12375" cy="12350"/>
            </a:xfrm>
            <a:custGeom>
              <a:avLst/>
              <a:gdLst/>
              <a:ahLst/>
              <a:cxnLst/>
              <a:rect l="l" t="t" r="r" b="b"/>
              <a:pathLst>
                <a:path w="495" h="494" extrusionOk="0">
                  <a:moveTo>
                    <a:pt x="252" y="0"/>
                  </a:moveTo>
                  <a:cubicBezTo>
                    <a:pt x="108" y="0"/>
                    <a:pt x="1" y="107"/>
                    <a:pt x="1" y="244"/>
                  </a:cubicBezTo>
                  <a:cubicBezTo>
                    <a:pt x="1" y="387"/>
                    <a:pt x="108" y="494"/>
                    <a:pt x="252" y="494"/>
                  </a:cubicBezTo>
                  <a:cubicBezTo>
                    <a:pt x="388" y="494"/>
                    <a:pt x="495" y="387"/>
                    <a:pt x="495" y="244"/>
                  </a:cubicBezTo>
                  <a:cubicBezTo>
                    <a:pt x="495"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9"/>
            <p:cNvSpPr/>
            <p:nvPr/>
          </p:nvSpPr>
          <p:spPr>
            <a:xfrm>
              <a:off x="2788700" y="2851025"/>
              <a:ext cx="12600" cy="12350"/>
            </a:xfrm>
            <a:custGeom>
              <a:avLst/>
              <a:gdLst/>
              <a:ahLst/>
              <a:cxnLst/>
              <a:rect l="l" t="t" r="r" b="b"/>
              <a:pathLst>
                <a:path w="504" h="494" extrusionOk="0">
                  <a:moveTo>
                    <a:pt x="252" y="0"/>
                  </a:moveTo>
                  <a:cubicBezTo>
                    <a:pt x="116" y="0"/>
                    <a:pt x="1" y="107"/>
                    <a:pt x="1" y="244"/>
                  </a:cubicBezTo>
                  <a:cubicBezTo>
                    <a:pt x="1" y="387"/>
                    <a:pt x="116" y="494"/>
                    <a:pt x="252" y="494"/>
                  </a:cubicBezTo>
                  <a:cubicBezTo>
                    <a:pt x="388" y="494"/>
                    <a:pt x="503" y="387"/>
                    <a:pt x="503" y="244"/>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9"/>
            <p:cNvSpPr/>
            <p:nvPr/>
          </p:nvSpPr>
          <p:spPr>
            <a:xfrm>
              <a:off x="2880675" y="2851025"/>
              <a:ext cx="12375" cy="12350"/>
            </a:xfrm>
            <a:custGeom>
              <a:avLst/>
              <a:gdLst/>
              <a:ahLst/>
              <a:cxnLst/>
              <a:rect l="l" t="t" r="r" b="b"/>
              <a:pathLst>
                <a:path w="495" h="494" extrusionOk="0">
                  <a:moveTo>
                    <a:pt x="243" y="0"/>
                  </a:moveTo>
                  <a:cubicBezTo>
                    <a:pt x="107" y="0"/>
                    <a:pt x="0" y="107"/>
                    <a:pt x="0" y="244"/>
                  </a:cubicBezTo>
                  <a:cubicBezTo>
                    <a:pt x="0" y="387"/>
                    <a:pt x="107" y="494"/>
                    <a:pt x="243" y="494"/>
                  </a:cubicBezTo>
                  <a:cubicBezTo>
                    <a:pt x="387" y="494"/>
                    <a:pt x="494" y="387"/>
                    <a:pt x="494" y="244"/>
                  </a:cubicBezTo>
                  <a:cubicBezTo>
                    <a:pt x="494" y="107"/>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9"/>
            <p:cNvSpPr/>
            <p:nvPr/>
          </p:nvSpPr>
          <p:spPr>
            <a:xfrm>
              <a:off x="2972425" y="2851025"/>
              <a:ext cx="12575" cy="12350"/>
            </a:xfrm>
            <a:custGeom>
              <a:avLst/>
              <a:gdLst/>
              <a:ahLst/>
              <a:cxnLst/>
              <a:rect l="l" t="t" r="r" b="b"/>
              <a:pathLst>
                <a:path w="503" h="494" extrusionOk="0">
                  <a:moveTo>
                    <a:pt x="251" y="0"/>
                  </a:moveTo>
                  <a:cubicBezTo>
                    <a:pt x="115" y="0"/>
                    <a:pt x="0" y="107"/>
                    <a:pt x="0" y="244"/>
                  </a:cubicBezTo>
                  <a:cubicBezTo>
                    <a:pt x="0" y="387"/>
                    <a:pt x="115" y="494"/>
                    <a:pt x="251" y="494"/>
                  </a:cubicBezTo>
                  <a:cubicBezTo>
                    <a:pt x="387" y="494"/>
                    <a:pt x="503" y="387"/>
                    <a:pt x="503" y="244"/>
                  </a:cubicBezTo>
                  <a:cubicBezTo>
                    <a:pt x="503"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9"/>
            <p:cNvSpPr/>
            <p:nvPr/>
          </p:nvSpPr>
          <p:spPr>
            <a:xfrm>
              <a:off x="3064375" y="2851025"/>
              <a:ext cx="12375" cy="12350"/>
            </a:xfrm>
            <a:custGeom>
              <a:avLst/>
              <a:gdLst/>
              <a:ahLst/>
              <a:cxnLst/>
              <a:rect l="l" t="t" r="r" b="b"/>
              <a:pathLst>
                <a:path w="495" h="494" extrusionOk="0">
                  <a:moveTo>
                    <a:pt x="243" y="0"/>
                  </a:moveTo>
                  <a:cubicBezTo>
                    <a:pt x="107" y="0"/>
                    <a:pt x="1" y="107"/>
                    <a:pt x="1" y="244"/>
                  </a:cubicBezTo>
                  <a:cubicBezTo>
                    <a:pt x="1" y="387"/>
                    <a:pt x="107" y="494"/>
                    <a:pt x="243" y="494"/>
                  </a:cubicBezTo>
                  <a:cubicBezTo>
                    <a:pt x="388" y="494"/>
                    <a:pt x="495" y="387"/>
                    <a:pt x="495" y="244"/>
                  </a:cubicBezTo>
                  <a:cubicBezTo>
                    <a:pt x="495" y="107"/>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9"/>
            <p:cNvSpPr/>
            <p:nvPr/>
          </p:nvSpPr>
          <p:spPr>
            <a:xfrm>
              <a:off x="3156125" y="2851025"/>
              <a:ext cx="12600" cy="12350"/>
            </a:xfrm>
            <a:custGeom>
              <a:avLst/>
              <a:gdLst/>
              <a:ahLst/>
              <a:cxnLst/>
              <a:rect l="l" t="t" r="r" b="b"/>
              <a:pathLst>
                <a:path w="504" h="494" extrusionOk="0">
                  <a:moveTo>
                    <a:pt x="252" y="0"/>
                  </a:moveTo>
                  <a:cubicBezTo>
                    <a:pt x="116" y="0"/>
                    <a:pt x="1" y="107"/>
                    <a:pt x="1" y="244"/>
                  </a:cubicBezTo>
                  <a:cubicBezTo>
                    <a:pt x="1" y="387"/>
                    <a:pt x="116" y="494"/>
                    <a:pt x="252" y="494"/>
                  </a:cubicBezTo>
                  <a:cubicBezTo>
                    <a:pt x="388" y="494"/>
                    <a:pt x="503" y="387"/>
                    <a:pt x="503" y="244"/>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9"/>
            <p:cNvSpPr/>
            <p:nvPr/>
          </p:nvSpPr>
          <p:spPr>
            <a:xfrm>
              <a:off x="3247875" y="2851025"/>
              <a:ext cx="12575" cy="12350"/>
            </a:xfrm>
            <a:custGeom>
              <a:avLst/>
              <a:gdLst/>
              <a:ahLst/>
              <a:cxnLst/>
              <a:rect l="l" t="t" r="r" b="b"/>
              <a:pathLst>
                <a:path w="503" h="494" extrusionOk="0">
                  <a:moveTo>
                    <a:pt x="252" y="0"/>
                  </a:moveTo>
                  <a:cubicBezTo>
                    <a:pt x="116" y="0"/>
                    <a:pt x="1" y="107"/>
                    <a:pt x="1" y="244"/>
                  </a:cubicBezTo>
                  <a:cubicBezTo>
                    <a:pt x="1" y="387"/>
                    <a:pt x="116" y="494"/>
                    <a:pt x="252" y="494"/>
                  </a:cubicBezTo>
                  <a:cubicBezTo>
                    <a:pt x="388" y="494"/>
                    <a:pt x="503" y="387"/>
                    <a:pt x="503" y="244"/>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9"/>
            <p:cNvSpPr/>
            <p:nvPr/>
          </p:nvSpPr>
          <p:spPr>
            <a:xfrm>
              <a:off x="3339850" y="2851025"/>
              <a:ext cx="12525" cy="12350"/>
            </a:xfrm>
            <a:custGeom>
              <a:avLst/>
              <a:gdLst/>
              <a:ahLst/>
              <a:cxnLst/>
              <a:rect l="l" t="t" r="r" b="b"/>
              <a:pathLst>
                <a:path w="501" h="494" extrusionOk="0">
                  <a:moveTo>
                    <a:pt x="251" y="0"/>
                  </a:moveTo>
                  <a:cubicBezTo>
                    <a:pt x="107" y="0"/>
                    <a:pt x="0" y="107"/>
                    <a:pt x="0" y="244"/>
                  </a:cubicBezTo>
                  <a:cubicBezTo>
                    <a:pt x="0" y="387"/>
                    <a:pt x="107" y="494"/>
                    <a:pt x="251" y="494"/>
                  </a:cubicBezTo>
                  <a:cubicBezTo>
                    <a:pt x="387" y="494"/>
                    <a:pt x="501" y="387"/>
                    <a:pt x="501" y="244"/>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9"/>
            <p:cNvSpPr/>
            <p:nvPr/>
          </p:nvSpPr>
          <p:spPr>
            <a:xfrm>
              <a:off x="3431575" y="2851025"/>
              <a:ext cx="12600" cy="12350"/>
            </a:xfrm>
            <a:custGeom>
              <a:avLst/>
              <a:gdLst/>
              <a:ahLst/>
              <a:cxnLst/>
              <a:rect l="l" t="t" r="r" b="b"/>
              <a:pathLst>
                <a:path w="504" h="494" extrusionOk="0">
                  <a:moveTo>
                    <a:pt x="252" y="0"/>
                  </a:moveTo>
                  <a:cubicBezTo>
                    <a:pt x="116" y="0"/>
                    <a:pt x="1" y="107"/>
                    <a:pt x="1" y="244"/>
                  </a:cubicBezTo>
                  <a:cubicBezTo>
                    <a:pt x="1" y="387"/>
                    <a:pt x="116" y="494"/>
                    <a:pt x="252" y="494"/>
                  </a:cubicBezTo>
                  <a:cubicBezTo>
                    <a:pt x="388" y="494"/>
                    <a:pt x="503" y="387"/>
                    <a:pt x="503" y="244"/>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9"/>
            <p:cNvSpPr/>
            <p:nvPr/>
          </p:nvSpPr>
          <p:spPr>
            <a:xfrm>
              <a:off x="3523550" y="2851025"/>
              <a:ext cx="12375" cy="12350"/>
            </a:xfrm>
            <a:custGeom>
              <a:avLst/>
              <a:gdLst/>
              <a:ahLst/>
              <a:cxnLst/>
              <a:rect l="l" t="t" r="r" b="b"/>
              <a:pathLst>
                <a:path w="495" h="494" extrusionOk="0">
                  <a:moveTo>
                    <a:pt x="250" y="0"/>
                  </a:moveTo>
                  <a:cubicBezTo>
                    <a:pt x="107" y="0"/>
                    <a:pt x="0" y="107"/>
                    <a:pt x="0" y="244"/>
                  </a:cubicBezTo>
                  <a:cubicBezTo>
                    <a:pt x="0" y="387"/>
                    <a:pt x="107" y="494"/>
                    <a:pt x="250" y="494"/>
                  </a:cubicBezTo>
                  <a:cubicBezTo>
                    <a:pt x="388" y="494"/>
                    <a:pt x="494" y="387"/>
                    <a:pt x="494" y="244"/>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9"/>
            <p:cNvSpPr/>
            <p:nvPr/>
          </p:nvSpPr>
          <p:spPr>
            <a:xfrm>
              <a:off x="676400" y="29427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9"/>
            <p:cNvSpPr/>
            <p:nvPr/>
          </p:nvSpPr>
          <p:spPr>
            <a:xfrm>
              <a:off x="768325" y="2942750"/>
              <a:ext cx="12400" cy="12600"/>
            </a:xfrm>
            <a:custGeom>
              <a:avLst/>
              <a:gdLst/>
              <a:ahLst/>
              <a:cxnLst/>
              <a:rect l="l" t="t" r="r" b="b"/>
              <a:pathLst>
                <a:path w="496" h="504"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9"/>
            <p:cNvSpPr/>
            <p:nvPr/>
          </p:nvSpPr>
          <p:spPr>
            <a:xfrm>
              <a:off x="860125" y="2942750"/>
              <a:ext cx="12525" cy="12600"/>
            </a:xfrm>
            <a:custGeom>
              <a:avLst/>
              <a:gdLst/>
              <a:ahLst/>
              <a:cxnLst/>
              <a:rect l="l" t="t" r="r" b="b"/>
              <a:pathLst>
                <a:path w="501" h="504"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9"/>
            <p:cNvSpPr/>
            <p:nvPr/>
          </p:nvSpPr>
          <p:spPr>
            <a:xfrm>
              <a:off x="951850" y="29427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9"/>
            <p:cNvSpPr/>
            <p:nvPr/>
          </p:nvSpPr>
          <p:spPr>
            <a:xfrm>
              <a:off x="1043825" y="294275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9"/>
            <p:cNvSpPr/>
            <p:nvPr/>
          </p:nvSpPr>
          <p:spPr>
            <a:xfrm>
              <a:off x="1135575" y="294275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9"/>
            <p:cNvSpPr/>
            <p:nvPr/>
          </p:nvSpPr>
          <p:spPr>
            <a:xfrm>
              <a:off x="1227500" y="2942750"/>
              <a:ext cx="12400" cy="12600"/>
            </a:xfrm>
            <a:custGeom>
              <a:avLst/>
              <a:gdLst/>
              <a:ahLst/>
              <a:cxnLst/>
              <a:rect l="l" t="t" r="r" b="b"/>
              <a:pathLst>
                <a:path w="496" h="504"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9"/>
            <p:cNvSpPr/>
            <p:nvPr/>
          </p:nvSpPr>
          <p:spPr>
            <a:xfrm>
              <a:off x="1319275" y="294275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9"/>
            <p:cNvSpPr/>
            <p:nvPr/>
          </p:nvSpPr>
          <p:spPr>
            <a:xfrm>
              <a:off x="1411200" y="2942750"/>
              <a:ext cx="12425" cy="12600"/>
            </a:xfrm>
            <a:custGeom>
              <a:avLst/>
              <a:gdLst/>
              <a:ahLst/>
              <a:cxnLst/>
              <a:rect l="l" t="t" r="r" b="b"/>
              <a:pathLst>
                <a:path w="497" h="504"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9"/>
            <p:cNvSpPr/>
            <p:nvPr/>
          </p:nvSpPr>
          <p:spPr>
            <a:xfrm>
              <a:off x="1503000" y="2942750"/>
              <a:ext cx="12525" cy="12600"/>
            </a:xfrm>
            <a:custGeom>
              <a:avLst/>
              <a:gdLst/>
              <a:ahLst/>
              <a:cxnLst/>
              <a:rect l="l" t="t" r="r" b="b"/>
              <a:pathLst>
                <a:path w="501" h="504"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9"/>
            <p:cNvSpPr/>
            <p:nvPr/>
          </p:nvSpPr>
          <p:spPr>
            <a:xfrm>
              <a:off x="1594750" y="294275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9"/>
            <p:cNvSpPr/>
            <p:nvPr/>
          </p:nvSpPr>
          <p:spPr>
            <a:xfrm>
              <a:off x="1686650" y="29427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9"/>
            <p:cNvSpPr/>
            <p:nvPr/>
          </p:nvSpPr>
          <p:spPr>
            <a:xfrm>
              <a:off x="1778450" y="294275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9"/>
            <p:cNvSpPr/>
            <p:nvPr/>
          </p:nvSpPr>
          <p:spPr>
            <a:xfrm>
              <a:off x="1870375" y="2942750"/>
              <a:ext cx="12400" cy="12600"/>
            </a:xfrm>
            <a:custGeom>
              <a:avLst/>
              <a:gdLst/>
              <a:ahLst/>
              <a:cxnLst/>
              <a:rect l="l" t="t" r="r" b="b"/>
              <a:pathLst>
                <a:path w="496" h="504"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9"/>
            <p:cNvSpPr/>
            <p:nvPr/>
          </p:nvSpPr>
          <p:spPr>
            <a:xfrm>
              <a:off x="1962150" y="294275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9"/>
            <p:cNvSpPr/>
            <p:nvPr/>
          </p:nvSpPr>
          <p:spPr>
            <a:xfrm>
              <a:off x="2054075" y="2942750"/>
              <a:ext cx="12425" cy="12600"/>
            </a:xfrm>
            <a:custGeom>
              <a:avLst/>
              <a:gdLst/>
              <a:ahLst/>
              <a:cxnLst/>
              <a:rect l="l" t="t" r="r" b="b"/>
              <a:pathLst>
                <a:path w="497" h="504"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9"/>
            <p:cNvSpPr/>
            <p:nvPr/>
          </p:nvSpPr>
          <p:spPr>
            <a:xfrm>
              <a:off x="2145825" y="29427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9"/>
            <p:cNvSpPr/>
            <p:nvPr/>
          </p:nvSpPr>
          <p:spPr>
            <a:xfrm>
              <a:off x="2237800" y="2942750"/>
              <a:ext cx="12350" cy="12600"/>
            </a:xfrm>
            <a:custGeom>
              <a:avLst/>
              <a:gdLst/>
              <a:ahLst/>
              <a:cxnLst/>
              <a:rect l="l" t="t" r="r" b="b"/>
              <a:pathLst>
                <a:path w="494" h="504"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9"/>
            <p:cNvSpPr/>
            <p:nvPr/>
          </p:nvSpPr>
          <p:spPr>
            <a:xfrm>
              <a:off x="2329550" y="294275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9"/>
            <p:cNvSpPr/>
            <p:nvPr/>
          </p:nvSpPr>
          <p:spPr>
            <a:xfrm>
              <a:off x="2421325" y="294275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9"/>
            <p:cNvSpPr/>
            <p:nvPr/>
          </p:nvSpPr>
          <p:spPr>
            <a:xfrm>
              <a:off x="2513250" y="2942750"/>
              <a:ext cx="12575" cy="12600"/>
            </a:xfrm>
            <a:custGeom>
              <a:avLst/>
              <a:gdLst/>
              <a:ahLst/>
              <a:cxnLst/>
              <a:rect l="l" t="t" r="r" b="b"/>
              <a:pathLst>
                <a:path w="503" h="504"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9"/>
            <p:cNvSpPr/>
            <p:nvPr/>
          </p:nvSpPr>
          <p:spPr>
            <a:xfrm>
              <a:off x="2605000" y="294275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9"/>
            <p:cNvSpPr/>
            <p:nvPr/>
          </p:nvSpPr>
          <p:spPr>
            <a:xfrm>
              <a:off x="2696950" y="2942750"/>
              <a:ext cx="12375" cy="12600"/>
            </a:xfrm>
            <a:custGeom>
              <a:avLst/>
              <a:gdLst/>
              <a:ahLst/>
              <a:cxnLst/>
              <a:rect l="l" t="t" r="r" b="b"/>
              <a:pathLst>
                <a:path w="495" h="504"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9"/>
            <p:cNvSpPr/>
            <p:nvPr/>
          </p:nvSpPr>
          <p:spPr>
            <a:xfrm>
              <a:off x="2788700" y="29427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9"/>
            <p:cNvSpPr/>
            <p:nvPr/>
          </p:nvSpPr>
          <p:spPr>
            <a:xfrm>
              <a:off x="2880675" y="2942750"/>
              <a:ext cx="12375" cy="12600"/>
            </a:xfrm>
            <a:custGeom>
              <a:avLst/>
              <a:gdLst/>
              <a:ahLst/>
              <a:cxnLst/>
              <a:rect l="l" t="t" r="r" b="b"/>
              <a:pathLst>
                <a:path w="495" h="504"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9"/>
            <p:cNvSpPr/>
            <p:nvPr/>
          </p:nvSpPr>
          <p:spPr>
            <a:xfrm>
              <a:off x="2972425" y="294275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9"/>
            <p:cNvSpPr/>
            <p:nvPr/>
          </p:nvSpPr>
          <p:spPr>
            <a:xfrm>
              <a:off x="3064375" y="2942750"/>
              <a:ext cx="12375" cy="12600"/>
            </a:xfrm>
            <a:custGeom>
              <a:avLst/>
              <a:gdLst/>
              <a:ahLst/>
              <a:cxnLst/>
              <a:rect l="l" t="t" r="r" b="b"/>
              <a:pathLst>
                <a:path w="495" h="504"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9"/>
            <p:cNvSpPr/>
            <p:nvPr/>
          </p:nvSpPr>
          <p:spPr>
            <a:xfrm>
              <a:off x="3156125" y="29427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9"/>
            <p:cNvSpPr/>
            <p:nvPr/>
          </p:nvSpPr>
          <p:spPr>
            <a:xfrm>
              <a:off x="3247875" y="2942750"/>
              <a:ext cx="12575" cy="12600"/>
            </a:xfrm>
            <a:custGeom>
              <a:avLst/>
              <a:gdLst/>
              <a:ahLst/>
              <a:cxnLst/>
              <a:rect l="l" t="t" r="r" b="b"/>
              <a:pathLst>
                <a:path w="503"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9"/>
            <p:cNvSpPr/>
            <p:nvPr/>
          </p:nvSpPr>
          <p:spPr>
            <a:xfrm>
              <a:off x="3339850" y="2942750"/>
              <a:ext cx="12525" cy="12600"/>
            </a:xfrm>
            <a:custGeom>
              <a:avLst/>
              <a:gdLst/>
              <a:ahLst/>
              <a:cxnLst/>
              <a:rect l="l" t="t" r="r" b="b"/>
              <a:pathLst>
                <a:path w="501" h="504"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9"/>
            <p:cNvSpPr/>
            <p:nvPr/>
          </p:nvSpPr>
          <p:spPr>
            <a:xfrm>
              <a:off x="3431575" y="29427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9"/>
            <p:cNvSpPr/>
            <p:nvPr/>
          </p:nvSpPr>
          <p:spPr>
            <a:xfrm>
              <a:off x="3523550" y="294275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9"/>
            <p:cNvSpPr/>
            <p:nvPr/>
          </p:nvSpPr>
          <p:spPr>
            <a:xfrm>
              <a:off x="676400" y="3034550"/>
              <a:ext cx="12600" cy="12550"/>
            </a:xfrm>
            <a:custGeom>
              <a:avLst/>
              <a:gdLst/>
              <a:ahLst/>
              <a:cxnLst/>
              <a:rect l="l" t="t" r="r" b="b"/>
              <a:pathLst>
                <a:path w="504" h="502" extrusionOk="0">
                  <a:moveTo>
                    <a:pt x="252" y="1"/>
                  </a:moveTo>
                  <a:cubicBezTo>
                    <a:pt x="116" y="1"/>
                    <a:pt x="1" y="114"/>
                    <a:pt x="1" y="250"/>
                  </a:cubicBezTo>
                  <a:cubicBezTo>
                    <a:pt x="1" y="388"/>
                    <a:pt x="116" y="501"/>
                    <a:pt x="252" y="501"/>
                  </a:cubicBezTo>
                  <a:cubicBezTo>
                    <a:pt x="388" y="501"/>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9"/>
            <p:cNvSpPr/>
            <p:nvPr/>
          </p:nvSpPr>
          <p:spPr>
            <a:xfrm>
              <a:off x="768325" y="3034550"/>
              <a:ext cx="12400" cy="12550"/>
            </a:xfrm>
            <a:custGeom>
              <a:avLst/>
              <a:gdLst/>
              <a:ahLst/>
              <a:cxnLst/>
              <a:rect l="l" t="t" r="r" b="b"/>
              <a:pathLst>
                <a:path w="496" h="502" extrusionOk="0">
                  <a:moveTo>
                    <a:pt x="245" y="1"/>
                  </a:moveTo>
                  <a:cubicBezTo>
                    <a:pt x="109" y="1"/>
                    <a:pt x="0" y="114"/>
                    <a:pt x="0" y="250"/>
                  </a:cubicBezTo>
                  <a:cubicBezTo>
                    <a:pt x="0" y="388"/>
                    <a:pt x="109" y="501"/>
                    <a:pt x="245" y="501"/>
                  </a:cubicBezTo>
                  <a:cubicBezTo>
                    <a:pt x="388" y="501"/>
                    <a:pt x="496" y="388"/>
                    <a:pt x="496" y="250"/>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9"/>
            <p:cNvSpPr/>
            <p:nvPr/>
          </p:nvSpPr>
          <p:spPr>
            <a:xfrm>
              <a:off x="860125" y="3034550"/>
              <a:ext cx="12525" cy="12550"/>
            </a:xfrm>
            <a:custGeom>
              <a:avLst/>
              <a:gdLst/>
              <a:ahLst/>
              <a:cxnLst/>
              <a:rect l="l" t="t" r="r" b="b"/>
              <a:pathLst>
                <a:path w="501" h="502" extrusionOk="0">
                  <a:moveTo>
                    <a:pt x="251" y="1"/>
                  </a:moveTo>
                  <a:cubicBezTo>
                    <a:pt x="114" y="1"/>
                    <a:pt x="0" y="114"/>
                    <a:pt x="0" y="250"/>
                  </a:cubicBezTo>
                  <a:cubicBezTo>
                    <a:pt x="0" y="388"/>
                    <a:pt x="114" y="501"/>
                    <a:pt x="251" y="501"/>
                  </a:cubicBezTo>
                  <a:cubicBezTo>
                    <a:pt x="387" y="501"/>
                    <a:pt x="501" y="388"/>
                    <a:pt x="501" y="250"/>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9"/>
            <p:cNvSpPr/>
            <p:nvPr/>
          </p:nvSpPr>
          <p:spPr>
            <a:xfrm>
              <a:off x="951850" y="3034550"/>
              <a:ext cx="12600" cy="12550"/>
            </a:xfrm>
            <a:custGeom>
              <a:avLst/>
              <a:gdLst/>
              <a:ahLst/>
              <a:cxnLst/>
              <a:rect l="l" t="t" r="r" b="b"/>
              <a:pathLst>
                <a:path w="504" h="502" extrusionOk="0">
                  <a:moveTo>
                    <a:pt x="252" y="1"/>
                  </a:moveTo>
                  <a:cubicBezTo>
                    <a:pt x="116" y="1"/>
                    <a:pt x="1" y="114"/>
                    <a:pt x="1" y="250"/>
                  </a:cubicBezTo>
                  <a:cubicBezTo>
                    <a:pt x="1" y="388"/>
                    <a:pt x="116" y="501"/>
                    <a:pt x="252" y="501"/>
                  </a:cubicBezTo>
                  <a:cubicBezTo>
                    <a:pt x="388" y="501"/>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9"/>
            <p:cNvSpPr/>
            <p:nvPr/>
          </p:nvSpPr>
          <p:spPr>
            <a:xfrm>
              <a:off x="1043825" y="3034550"/>
              <a:ext cx="12375" cy="12550"/>
            </a:xfrm>
            <a:custGeom>
              <a:avLst/>
              <a:gdLst/>
              <a:ahLst/>
              <a:cxnLst/>
              <a:rect l="l" t="t" r="r" b="b"/>
              <a:pathLst>
                <a:path w="495" h="502" extrusionOk="0">
                  <a:moveTo>
                    <a:pt x="250" y="1"/>
                  </a:moveTo>
                  <a:cubicBezTo>
                    <a:pt x="107" y="1"/>
                    <a:pt x="0" y="114"/>
                    <a:pt x="0" y="250"/>
                  </a:cubicBezTo>
                  <a:cubicBezTo>
                    <a:pt x="0" y="388"/>
                    <a:pt x="107" y="501"/>
                    <a:pt x="250" y="501"/>
                  </a:cubicBezTo>
                  <a:cubicBezTo>
                    <a:pt x="388" y="501"/>
                    <a:pt x="494" y="388"/>
                    <a:pt x="494" y="250"/>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9"/>
            <p:cNvSpPr/>
            <p:nvPr/>
          </p:nvSpPr>
          <p:spPr>
            <a:xfrm>
              <a:off x="1135575" y="3034550"/>
              <a:ext cx="12575" cy="12550"/>
            </a:xfrm>
            <a:custGeom>
              <a:avLst/>
              <a:gdLst/>
              <a:ahLst/>
              <a:cxnLst/>
              <a:rect l="l" t="t" r="r" b="b"/>
              <a:pathLst>
                <a:path w="503" h="502" extrusionOk="0">
                  <a:moveTo>
                    <a:pt x="252" y="1"/>
                  </a:moveTo>
                  <a:cubicBezTo>
                    <a:pt x="116" y="1"/>
                    <a:pt x="0" y="114"/>
                    <a:pt x="0" y="250"/>
                  </a:cubicBezTo>
                  <a:cubicBezTo>
                    <a:pt x="0" y="388"/>
                    <a:pt x="116" y="501"/>
                    <a:pt x="252" y="501"/>
                  </a:cubicBezTo>
                  <a:cubicBezTo>
                    <a:pt x="387" y="501"/>
                    <a:pt x="503" y="388"/>
                    <a:pt x="503" y="250"/>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9"/>
            <p:cNvSpPr/>
            <p:nvPr/>
          </p:nvSpPr>
          <p:spPr>
            <a:xfrm>
              <a:off x="1227500" y="3034550"/>
              <a:ext cx="12400" cy="12550"/>
            </a:xfrm>
            <a:custGeom>
              <a:avLst/>
              <a:gdLst/>
              <a:ahLst/>
              <a:cxnLst/>
              <a:rect l="l" t="t" r="r" b="b"/>
              <a:pathLst>
                <a:path w="496" h="502" extrusionOk="0">
                  <a:moveTo>
                    <a:pt x="251" y="1"/>
                  </a:moveTo>
                  <a:cubicBezTo>
                    <a:pt x="109" y="1"/>
                    <a:pt x="0" y="114"/>
                    <a:pt x="0" y="250"/>
                  </a:cubicBezTo>
                  <a:cubicBezTo>
                    <a:pt x="0" y="388"/>
                    <a:pt x="109" y="501"/>
                    <a:pt x="251" y="501"/>
                  </a:cubicBezTo>
                  <a:cubicBezTo>
                    <a:pt x="387" y="501"/>
                    <a:pt x="496" y="388"/>
                    <a:pt x="496" y="250"/>
                  </a:cubicBezTo>
                  <a:cubicBezTo>
                    <a:pt x="496"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9"/>
            <p:cNvSpPr/>
            <p:nvPr/>
          </p:nvSpPr>
          <p:spPr>
            <a:xfrm>
              <a:off x="1319275" y="3034550"/>
              <a:ext cx="12550" cy="12550"/>
            </a:xfrm>
            <a:custGeom>
              <a:avLst/>
              <a:gdLst/>
              <a:ahLst/>
              <a:cxnLst/>
              <a:rect l="l" t="t" r="r" b="b"/>
              <a:pathLst>
                <a:path w="502" h="502" extrusionOk="0">
                  <a:moveTo>
                    <a:pt x="252" y="1"/>
                  </a:moveTo>
                  <a:cubicBezTo>
                    <a:pt x="114" y="1"/>
                    <a:pt x="1" y="114"/>
                    <a:pt x="1" y="250"/>
                  </a:cubicBezTo>
                  <a:cubicBezTo>
                    <a:pt x="1" y="388"/>
                    <a:pt x="114" y="501"/>
                    <a:pt x="252" y="501"/>
                  </a:cubicBezTo>
                  <a:cubicBezTo>
                    <a:pt x="388" y="501"/>
                    <a:pt x="501" y="388"/>
                    <a:pt x="501" y="250"/>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9"/>
            <p:cNvSpPr/>
            <p:nvPr/>
          </p:nvSpPr>
          <p:spPr>
            <a:xfrm>
              <a:off x="1411200" y="3034550"/>
              <a:ext cx="12425" cy="12550"/>
            </a:xfrm>
            <a:custGeom>
              <a:avLst/>
              <a:gdLst/>
              <a:ahLst/>
              <a:cxnLst/>
              <a:rect l="l" t="t" r="r" b="b"/>
              <a:pathLst>
                <a:path w="497" h="502" extrusionOk="0">
                  <a:moveTo>
                    <a:pt x="245" y="1"/>
                  </a:moveTo>
                  <a:cubicBezTo>
                    <a:pt x="109" y="1"/>
                    <a:pt x="1" y="114"/>
                    <a:pt x="1" y="250"/>
                  </a:cubicBezTo>
                  <a:cubicBezTo>
                    <a:pt x="1" y="388"/>
                    <a:pt x="109" y="501"/>
                    <a:pt x="245" y="501"/>
                  </a:cubicBezTo>
                  <a:cubicBezTo>
                    <a:pt x="388" y="501"/>
                    <a:pt x="496" y="388"/>
                    <a:pt x="496" y="250"/>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9"/>
            <p:cNvSpPr/>
            <p:nvPr/>
          </p:nvSpPr>
          <p:spPr>
            <a:xfrm>
              <a:off x="1503000" y="3034550"/>
              <a:ext cx="12525" cy="12550"/>
            </a:xfrm>
            <a:custGeom>
              <a:avLst/>
              <a:gdLst/>
              <a:ahLst/>
              <a:cxnLst/>
              <a:rect l="l" t="t" r="r" b="b"/>
              <a:pathLst>
                <a:path w="501" h="502" extrusionOk="0">
                  <a:moveTo>
                    <a:pt x="250" y="1"/>
                  </a:moveTo>
                  <a:cubicBezTo>
                    <a:pt x="114" y="1"/>
                    <a:pt x="0" y="114"/>
                    <a:pt x="0" y="250"/>
                  </a:cubicBezTo>
                  <a:cubicBezTo>
                    <a:pt x="0" y="388"/>
                    <a:pt x="114" y="501"/>
                    <a:pt x="250" y="501"/>
                  </a:cubicBezTo>
                  <a:cubicBezTo>
                    <a:pt x="387" y="501"/>
                    <a:pt x="501" y="388"/>
                    <a:pt x="501" y="250"/>
                  </a:cubicBezTo>
                  <a:cubicBezTo>
                    <a:pt x="501" y="114"/>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9"/>
            <p:cNvSpPr/>
            <p:nvPr/>
          </p:nvSpPr>
          <p:spPr>
            <a:xfrm>
              <a:off x="1594750" y="3034550"/>
              <a:ext cx="12575" cy="12550"/>
            </a:xfrm>
            <a:custGeom>
              <a:avLst/>
              <a:gdLst/>
              <a:ahLst/>
              <a:cxnLst/>
              <a:rect l="l" t="t" r="r" b="b"/>
              <a:pathLst>
                <a:path w="503" h="502" extrusionOk="0">
                  <a:moveTo>
                    <a:pt x="251" y="1"/>
                  </a:moveTo>
                  <a:cubicBezTo>
                    <a:pt x="115" y="1"/>
                    <a:pt x="0" y="114"/>
                    <a:pt x="0" y="250"/>
                  </a:cubicBezTo>
                  <a:cubicBezTo>
                    <a:pt x="0" y="388"/>
                    <a:pt x="115" y="501"/>
                    <a:pt x="251" y="501"/>
                  </a:cubicBezTo>
                  <a:cubicBezTo>
                    <a:pt x="394" y="501"/>
                    <a:pt x="503" y="388"/>
                    <a:pt x="503" y="250"/>
                  </a:cubicBezTo>
                  <a:cubicBezTo>
                    <a:pt x="503" y="114"/>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9"/>
            <p:cNvSpPr/>
            <p:nvPr/>
          </p:nvSpPr>
          <p:spPr>
            <a:xfrm>
              <a:off x="1686650" y="3034550"/>
              <a:ext cx="12600" cy="12550"/>
            </a:xfrm>
            <a:custGeom>
              <a:avLst/>
              <a:gdLst/>
              <a:ahLst/>
              <a:cxnLst/>
              <a:rect l="l" t="t" r="r" b="b"/>
              <a:pathLst>
                <a:path w="504" h="502" extrusionOk="0">
                  <a:moveTo>
                    <a:pt x="252" y="1"/>
                  </a:moveTo>
                  <a:cubicBezTo>
                    <a:pt x="116" y="1"/>
                    <a:pt x="1" y="114"/>
                    <a:pt x="1" y="250"/>
                  </a:cubicBezTo>
                  <a:cubicBezTo>
                    <a:pt x="1" y="388"/>
                    <a:pt x="116" y="501"/>
                    <a:pt x="252" y="501"/>
                  </a:cubicBezTo>
                  <a:cubicBezTo>
                    <a:pt x="388" y="501"/>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9"/>
            <p:cNvSpPr/>
            <p:nvPr/>
          </p:nvSpPr>
          <p:spPr>
            <a:xfrm>
              <a:off x="1778450" y="3034550"/>
              <a:ext cx="12550" cy="12550"/>
            </a:xfrm>
            <a:custGeom>
              <a:avLst/>
              <a:gdLst/>
              <a:ahLst/>
              <a:cxnLst/>
              <a:rect l="l" t="t" r="r" b="b"/>
              <a:pathLst>
                <a:path w="502" h="502" extrusionOk="0">
                  <a:moveTo>
                    <a:pt x="252" y="1"/>
                  </a:moveTo>
                  <a:cubicBezTo>
                    <a:pt x="114" y="1"/>
                    <a:pt x="1" y="114"/>
                    <a:pt x="1" y="250"/>
                  </a:cubicBezTo>
                  <a:cubicBezTo>
                    <a:pt x="1" y="388"/>
                    <a:pt x="114" y="501"/>
                    <a:pt x="252" y="501"/>
                  </a:cubicBezTo>
                  <a:cubicBezTo>
                    <a:pt x="388" y="501"/>
                    <a:pt x="501" y="388"/>
                    <a:pt x="501" y="250"/>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9"/>
            <p:cNvSpPr/>
            <p:nvPr/>
          </p:nvSpPr>
          <p:spPr>
            <a:xfrm>
              <a:off x="1870375" y="3034550"/>
              <a:ext cx="12400" cy="12550"/>
            </a:xfrm>
            <a:custGeom>
              <a:avLst/>
              <a:gdLst/>
              <a:ahLst/>
              <a:cxnLst/>
              <a:rect l="l" t="t" r="r" b="b"/>
              <a:pathLst>
                <a:path w="496" h="502" extrusionOk="0">
                  <a:moveTo>
                    <a:pt x="252" y="1"/>
                  </a:moveTo>
                  <a:cubicBezTo>
                    <a:pt x="109" y="1"/>
                    <a:pt x="0" y="114"/>
                    <a:pt x="0" y="250"/>
                  </a:cubicBezTo>
                  <a:cubicBezTo>
                    <a:pt x="0" y="388"/>
                    <a:pt x="109" y="501"/>
                    <a:pt x="252" y="501"/>
                  </a:cubicBezTo>
                  <a:cubicBezTo>
                    <a:pt x="387" y="501"/>
                    <a:pt x="496" y="388"/>
                    <a:pt x="496" y="250"/>
                  </a:cubicBezTo>
                  <a:cubicBezTo>
                    <a:pt x="496"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9"/>
            <p:cNvSpPr/>
            <p:nvPr/>
          </p:nvSpPr>
          <p:spPr>
            <a:xfrm>
              <a:off x="1962150" y="3034550"/>
              <a:ext cx="12550" cy="12550"/>
            </a:xfrm>
            <a:custGeom>
              <a:avLst/>
              <a:gdLst/>
              <a:ahLst/>
              <a:cxnLst/>
              <a:rect l="l" t="t" r="r" b="b"/>
              <a:pathLst>
                <a:path w="502" h="502" extrusionOk="0">
                  <a:moveTo>
                    <a:pt x="250" y="1"/>
                  </a:moveTo>
                  <a:cubicBezTo>
                    <a:pt x="114" y="1"/>
                    <a:pt x="1" y="114"/>
                    <a:pt x="1" y="250"/>
                  </a:cubicBezTo>
                  <a:cubicBezTo>
                    <a:pt x="1" y="388"/>
                    <a:pt x="114" y="501"/>
                    <a:pt x="250" y="501"/>
                  </a:cubicBezTo>
                  <a:cubicBezTo>
                    <a:pt x="388" y="501"/>
                    <a:pt x="502" y="388"/>
                    <a:pt x="502" y="250"/>
                  </a:cubicBezTo>
                  <a:cubicBezTo>
                    <a:pt x="502"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9"/>
            <p:cNvSpPr/>
            <p:nvPr/>
          </p:nvSpPr>
          <p:spPr>
            <a:xfrm>
              <a:off x="2054075" y="3034550"/>
              <a:ext cx="12425" cy="12550"/>
            </a:xfrm>
            <a:custGeom>
              <a:avLst/>
              <a:gdLst/>
              <a:ahLst/>
              <a:cxnLst/>
              <a:rect l="l" t="t" r="r" b="b"/>
              <a:pathLst>
                <a:path w="497" h="502" extrusionOk="0">
                  <a:moveTo>
                    <a:pt x="252" y="1"/>
                  </a:moveTo>
                  <a:cubicBezTo>
                    <a:pt x="109" y="1"/>
                    <a:pt x="1" y="114"/>
                    <a:pt x="1" y="250"/>
                  </a:cubicBezTo>
                  <a:cubicBezTo>
                    <a:pt x="1" y="388"/>
                    <a:pt x="109" y="501"/>
                    <a:pt x="252" y="501"/>
                  </a:cubicBezTo>
                  <a:cubicBezTo>
                    <a:pt x="388" y="501"/>
                    <a:pt x="496" y="388"/>
                    <a:pt x="496" y="250"/>
                  </a:cubicBezTo>
                  <a:cubicBezTo>
                    <a:pt x="496"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9"/>
            <p:cNvSpPr/>
            <p:nvPr/>
          </p:nvSpPr>
          <p:spPr>
            <a:xfrm>
              <a:off x="2145825" y="3034550"/>
              <a:ext cx="12600" cy="12550"/>
            </a:xfrm>
            <a:custGeom>
              <a:avLst/>
              <a:gdLst/>
              <a:ahLst/>
              <a:cxnLst/>
              <a:rect l="l" t="t" r="r" b="b"/>
              <a:pathLst>
                <a:path w="504" h="502" extrusionOk="0">
                  <a:moveTo>
                    <a:pt x="252" y="1"/>
                  </a:moveTo>
                  <a:cubicBezTo>
                    <a:pt x="116" y="1"/>
                    <a:pt x="1" y="114"/>
                    <a:pt x="1" y="250"/>
                  </a:cubicBezTo>
                  <a:cubicBezTo>
                    <a:pt x="1" y="388"/>
                    <a:pt x="116" y="501"/>
                    <a:pt x="252" y="501"/>
                  </a:cubicBezTo>
                  <a:cubicBezTo>
                    <a:pt x="388" y="501"/>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9"/>
            <p:cNvSpPr/>
            <p:nvPr/>
          </p:nvSpPr>
          <p:spPr>
            <a:xfrm>
              <a:off x="2237800" y="3034550"/>
              <a:ext cx="12350" cy="12550"/>
            </a:xfrm>
            <a:custGeom>
              <a:avLst/>
              <a:gdLst/>
              <a:ahLst/>
              <a:cxnLst/>
              <a:rect l="l" t="t" r="r" b="b"/>
              <a:pathLst>
                <a:path w="494" h="502" extrusionOk="0">
                  <a:moveTo>
                    <a:pt x="244" y="1"/>
                  </a:moveTo>
                  <a:cubicBezTo>
                    <a:pt x="107" y="1"/>
                    <a:pt x="0" y="114"/>
                    <a:pt x="0" y="250"/>
                  </a:cubicBezTo>
                  <a:cubicBezTo>
                    <a:pt x="0" y="388"/>
                    <a:pt x="107" y="501"/>
                    <a:pt x="244" y="501"/>
                  </a:cubicBezTo>
                  <a:cubicBezTo>
                    <a:pt x="387" y="501"/>
                    <a:pt x="494" y="388"/>
                    <a:pt x="494" y="250"/>
                  </a:cubicBezTo>
                  <a:cubicBezTo>
                    <a:pt x="494" y="114"/>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9"/>
            <p:cNvSpPr/>
            <p:nvPr/>
          </p:nvSpPr>
          <p:spPr>
            <a:xfrm>
              <a:off x="2329550" y="3034550"/>
              <a:ext cx="12575" cy="12550"/>
            </a:xfrm>
            <a:custGeom>
              <a:avLst/>
              <a:gdLst/>
              <a:ahLst/>
              <a:cxnLst/>
              <a:rect l="l" t="t" r="r" b="b"/>
              <a:pathLst>
                <a:path w="503" h="502" extrusionOk="0">
                  <a:moveTo>
                    <a:pt x="251" y="1"/>
                  </a:moveTo>
                  <a:cubicBezTo>
                    <a:pt x="115" y="1"/>
                    <a:pt x="0" y="114"/>
                    <a:pt x="0" y="250"/>
                  </a:cubicBezTo>
                  <a:cubicBezTo>
                    <a:pt x="0" y="388"/>
                    <a:pt x="115" y="501"/>
                    <a:pt x="251" y="501"/>
                  </a:cubicBezTo>
                  <a:cubicBezTo>
                    <a:pt x="387" y="501"/>
                    <a:pt x="502" y="388"/>
                    <a:pt x="502" y="250"/>
                  </a:cubicBezTo>
                  <a:cubicBezTo>
                    <a:pt x="502"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9"/>
            <p:cNvSpPr/>
            <p:nvPr/>
          </p:nvSpPr>
          <p:spPr>
            <a:xfrm>
              <a:off x="2421325" y="3034550"/>
              <a:ext cx="12550" cy="12550"/>
            </a:xfrm>
            <a:custGeom>
              <a:avLst/>
              <a:gdLst/>
              <a:ahLst/>
              <a:cxnLst/>
              <a:rect l="l" t="t" r="r" b="b"/>
              <a:pathLst>
                <a:path w="502" h="502" extrusionOk="0">
                  <a:moveTo>
                    <a:pt x="250" y="1"/>
                  </a:moveTo>
                  <a:cubicBezTo>
                    <a:pt x="114" y="1"/>
                    <a:pt x="1" y="114"/>
                    <a:pt x="1" y="250"/>
                  </a:cubicBezTo>
                  <a:cubicBezTo>
                    <a:pt x="1" y="388"/>
                    <a:pt x="114" y="501"/>
                    <a:pt x="250" y="501"/>
                  </a:cubicBezTo>
                  <a:cubicBezTo>
                    <a:pt x="395" y="501"/>
                    <a:pt x="501" y="388"/>
                    <a:pt x="501" y="250"/>
                  </a:cubicBezTo>
                  <a:cubicBezTo>
                    <a:pt x="501" y="114"/>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9"/>
            <p:cNvSpPr/>
            <p:nvPr/>
          </p:nvSpPr>
          <p:spPr>
            <a:xfrm>
              <a:off x="2513250" y="3034550"/>
              <a:ext cx="12575" cy="12550"/>
            </a:xfrm>
            <a:custGeom>
              <a:avLst/>
              <a:gdLst/>
              <a:ahLst/>
              <a:cxnLst/>
              <a:rect l="l" t="t" r="r" b="b"/>
              <a:pathLst>
                <a:path w="503" h="502" extrusionOk="0">
                  <a:moveTo>
                    <a:pt x="252" y="1"/>
                  </a:moveTo>
                  <a:cubicBezTo>
                    <a:pt x="109" y="1"/>
                    <a:pt x="0" y="114"/>
                    <a:pt x="0" y="250"/>
                  </a:cubicBezTo>
                  <a:cubicBezTo>
                    <a:pt x="0" y="388"/>
                    <a:pt x="109" y="501"/>
                    <a:pt x="252" y="501"/>
                  </a:cubicBezTo>
                  <a:cubicBezTo>
                    <a:pt x="388" y="501"/>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9"/>
            <p:cNvSpPr/>
            <p:nvPr/>
          </p:nvSpPr>
          <p:spPr>
            <a:xfrm>
              <a:off x="2605000" y="3034550"/>
              <a:ext cx="12575" cy="12550"/>
            </a:xfrm>
            <a:custGeom>
              <a:avLst/>
              <a:gdLst/>
              <a:ahLst/>
              <a:cxnLst/>
              <a:rect l="l" t="t" r="r" b="b"/>
              <a:pathLst>
                <a:path w="503" h="502" extrusionOk="0">
                  <a:moveTo>
                    <a:pt x="252" y="1"/>
                  </a:moveTo>
                  <a:cubicBezTo>
                    <a:pt x="116" y="1"/>
                    <a:pt x="0" y="114"/>
                    <a:pt x="0" y="250"/>
                  </a:cubicBezTo>
                  <a:cubicBezTo>
                    <a:pt x="0" y="388"/>
                    <a:pt x="116" y="501"/>
                    <a:pt x="252" y="501"/>
                  </a:cubicBezTo>
                  <a:cubicBezTo>
                    <a:pt x="387" y="501"/>
                    <a:pt x="503" y="388"/>
                    <a:pt x="503" y="250"/>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9"/>
            <p:cNvSpPr/>
            <p:nvPr/>
          </p:nvSpPr>
          <p:spPr>
            <a:xfrm>
              <a:off x="2696950" y="3034550"/>
              <a:ext cx="12375" cy="12550"/>
            </a:xfrm>
            <a:custGeom>
              <a:avLst/>
              <a:gdLst/>
              <a:ahLst/>
              <a:cxnLst/>
              <a:rect l="l" t="t" r="r" b="b"/>
              <a:pathLst>
                <a:path w="495" h="502" extrusionOk="0">
                  <a:moveTo>
                    <a:pt x="252" y="1"/>
                  </a:moveTo>
                  <a:cubicBezTo>
                    <a:pt x="108" y="1"/>
                    <a:pt x="1" y="114"/>
                    <a:pt x="1" y="250"/>
                  </a:cubicBezTo>
                  <a:cubicBezTo>
                    <a:pt x="1" y="388"/>
                    <a:pt x="108" y="501"/>
                    <a:pt x="252" y="501"/>
                  </a:cubicBezTo>
                  <a:cubicBezTo>
                    <a:pt x="388" y="501"/>
                    <a:pt x="495" y="388"/>
                    <a:pt x="495" y="250"/>
                  </a:cubicBezTo>
                  <a:cubicBezTo>
                    <a:pt x="495"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9"/>
            <p:cNvSpPr/>
            <p:nvPr/>
          </p:nvSpPr>
          <p:spPr>
            <a:xfrm>
              <a:off x="2788700" y="3034550"/>
              <a:ext cx="12600" cy="12550"/>
            </a:xfrm>
            <a:custGeom>
              <a:avLst/>
              <a:gdLst/>
              <a:ahLst/>
              <a:cxnLst/>
              <a:rect l="l" t="t" r="r" b="b"/>
              <a:pathLst>
                <a:path w="504" h="502" extrusionOk="0">
                  <a:moveTo>
                    <a:pt x="252" y="1"/>
                  </a:moveTo>
                  <a:cubicBezTo>
                    <a:pt x="116" y="1"/>
                    <a:pt x="1" y="114"/>
                    <a:pt x="1" y="250"/>
                  </a:cubicBezTo>
                  <a:cubicBezTo>
                    <a:pt x="1" y="388"/>
                    <a:pt x="116" y="501"/>
                    <a:pt x="252" y="501"/>
                  </a:cubicBezTo>
                  <a:cubicBezTo>
                    <a:pt x="388" y="501"/>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9"/>
            <p:cNvSpPr/>
            <p:nvPr/>
          </p:nvSpPr>
          <p:spPr>
            <a:xfrm>
              <a:off x="2880675" y="3034550"/>
              <a:ext cx="12375" cy="12550"/>
            </a:xfrm>
            <a:custGeom>
              <a:avLst/>
              <a:gdLst/>
              <a:ahLst/>
              <a:cxnLst/>
              <a:rect l="l" t="t" r="r" b="b"/>
              <a:pathLst>
                <a:path w="495" h="502" extrusionOk="0">
                  <a:moveTo>
                    <a:pt x="243" y="1"/>
                  </a:moveTo>
                  <a:cubicBezTo>
                    <a:pt x="107" y="1"/>
                    <a:pt x="0" y="114"/>
                    <a:pt x="0" y="250"/>
                  </a:cubicBezTo>
                  <a:cubicBezTo>
                    <a:pt x="0" y="388"/>
                    <a:pt x="107" y="501"/>
                    <a:pt x="243" y="501"/>
                  </a:cubicBezTo>
                  <a:cubicBezTo>
                    <a:pt x="387" y="501"/>
                    <a:pt x="494" y="388"/>
                    <a:pt x="494" y="250"/>
                  </a:cubicBezTo>
                  <a:cubicBezTo>
                    <a:pt x="494" y="114"/>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9"/>
            <p:cNvSpPr/>
            <p:nvPr/>
          </p:nvSpPr>
          <p:spPr>
            <a:xfrm>
              <a:off x="2972425" y="3034550"/>
              <a:ext cx="12575" cy="12550"/>
            </a:xfrm>
            <a:custGeom>
              <a:avLst/>
              <a:gdLst/>
              <a:ahLst/>
              <a:cxnLst/>
              <a:rect l="l" t="t" r="r" b="b"/>
              <a:pathLst>
                <a:path w="503" h="502" extrusionOk="0">
                  <a:moveTo>
                    <a:pt x="251" y="1"/>
                  </a:moveTo>
                  <a:cubicBezTo>
                    <a:pt x="115" y="1"/>
                    <a:pt x="0" y="114"/>
                    <a:pt x="0" y="250"/>
                  </a:cubicBezTo>
                  <a:cubicBezTo>
                    <a:pt x="0" y="388"/>
                    <a:pt x="115" y="501"/>
                    <a:pt x="251" y="501"/>
                  </a:cubicBezTo>
                  <a:cubicBezTo>
                    <a:pt x="387" y="501"/>
                    <a:pt x="503" y="388"/>
                    <a:pt x="503" y="250"/>
                  </a:cubicBezTo>
                  <a:cubicBezTo>
                    <a:pt x="503"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9"/>
            <p:cNvSpPr/>
            <p:nvPr/>
          </p:nvSpPr>
          <p:spPr>
            <a:xfrm>
              <a:off x="3064375" y="3034550"/>
              <a:ext cx="12375" cy="12550"/>
            </a:xfrm>
            <a:custGeom>
              <a:avLst/>
              <a:gdLst/>
              <a:ahLst/>
              <a:cxnLst/>
              <a:rect l="l" t="t" r="r" b="b"/>
              <a:pathLst>
                <a:path w="495" h="502" extrusionOk="0">
                  <a:moveTo>
                    <a:pt x="243" y="1"/>
                  </a:moveTo>
                  <a:cubicBezTo>
                    <a:pt x="107" y="1"/>
                    <a:pt x="1" y="114"/>
                    <a:pt x="1" y="250"/>
                  </a:cubicBezTo>
                  <a:cubicBezTo>
                    <a:pt x="1" y="388"/>
                    <a:pt x="107" y="501"/>
                    <a:pt x="243" y="501"/>
                  </a:cubicBezTo>
                  <a:cubicBezTo>
                    <a:pt x="388" y="501"/>
                    <a:pt x="495" y="388"/>
                    <a:pt x="495" y="250"/>
                  </a:cubicBezTo>
                  <a:cubicBezTo>
                    <a:pt x="495" y="114"/>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9"/>
            <p:cNvSpPr/>
            <p:nvPr/>
          </p:nvSpPr>
          <p:spPr>
            <a:xfrm>
              <a:off x="3156125" y="3034550"/>
              <a:ext cx="12600" cy="12550"/>
            </a:xfrm>
            <a:custGeom>
              <a:avLst/>
              <a:gdLst/>
              <a:ahLst/>
              <a:cxnLst/>
              <a:rect l="l" t="t" r="r" b="b"/>
              <a:pathLst>
                <a:path w="504" h="502" extrusionOk="0">
                  <a:moveTo>
                    <a:pt x="252" y="1"/>
                  </a:moveTo>
                  <a:cubicBezTo>
                    <a:pt x="116" y="1"/>
                    <a:pt x="1" y="114"/>
                    <a:pt x="1" y="250"/>
                  </a:cubicBezTo>
                  <a:cubicBezTo>
                    <a:pt x="1" y="388"/>
                    <a:pt x="116" y="501"/>
                    <a:pt x="252" y="501"/>
                  </a:cubicBezTo>
                  <a:cubicBezTo>
                    <a:pt x="388" y="501"/>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9"/>
            <p:cNvSpPr/>
            <p:nvPr/>
          </p:nvSpPr>
          <p:spPr>
            <a:xfrm>
              <a:off x="3247875" y="3034550"/>
              <a:ext cx="12575" cy="12550"/>
            </a:xfrm>
            <a:custGeom>
              <a:avLst/>
              <a:gdLst/>
              <a:ahLst/>
              <a:cxnLst/>
              <a:rect l="l" t="t" r="r" b="b"/>
              <a:pathLst>
                <a:path w="503" h="502" extrusionOk="0">
                  <a:moveTo>
                    <a:pt x="252" y="1"/>
                  </a:moveTo>
                  <a:cubicBezTo>
                    <a:pt x="116" y="1"/>
                    <a:pt x="1" y="114"/>
                    <a:pt x="1" y="250"/>
                  </a:cubicBezTo>
                  <a:cubicBezTo>
                    <a:pt x="1" y="388"/>
                    <a:pt x="116" y="501"/>
                    <a:pt x="252" y="501"/>
                  </a:cubicBezTo>
                  <a:cubicBezTo>
                    <a:pt x="388" y="501"/>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9"/>
            <p:cNvSpPr/>
            <p:nvPr/>
          </p:nvSpPr>
          <p:spPr>
            <a:xfrm>
              <a:off x="3339850" y="3034550"/>
              <a:ext cx="12525" cy="12550"/>
            </a:xfrm>
            <a:custGeom>
              <a:avLst/>
              <a:gdLst/>
              <a:ahLst/>
              <a:cxnLst/>
              <a:rect l="l" t="t" r="r" b="b"/>
              <a:pathLst>
                <a:path w="501" h="502" extrusionOk="0">
                  <a:moveTo>
                    <a:pt x="251" y="1"/>
                  </a:moveTo>
                  <a:cubicBezTo>
                    <a:pt x="107" y="1"/>
                    <a:pt x="0" y="114"/>
                    <a:pt x="0" y="250"/>
                  </a:cubicBezTo>
                  <a:cubicBezTo>
                    <a:pt x="0" y="388"/>
                    <a:pt x="107" y="501"/>
                    <a:pt x="251" y="501"/>
                  </a:cubicBezTo>
                  <a:cubicBezTo>
                    <a:pt x="387" y="501"/>
                    <a:pt x="501" y="388"/>
                    <a:pt x="501" y="250"/>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9"/>
            <p:cNvSpPr/>
            <p:nvPr/>
          </p:nvSpPr>
          <p:spPr>
            <a:xfrm>
              <a:off x="3431575" y="3034550"/>
              <a:ext cx="12600" cy="12550"/>
            </a:xfrm>
            <a:custGeom>
              <a:avLst/>
              <a:gdLst/>
              <a:ahLst/>
              <a:cxnLst/>
              <a:rect l="l" t="t" r="r" b="b"/>
              <a:pathLst>
                <a:path w="504" h="502" extrusionOk="0">
                  <a:moveTo>
                    <a:pt x="252" y="1"/>
                  </a:moveTo>
                  <a:cubicBezTo>
                    <a:pt x="116" y="1"/>
                    <a:pt x="1" y="114"/>
                    <a:pt x="1" y="250"/>
                  </a:cubicBezTo>
                  <a:cubicBezTo>
                    <a:pt x="1" y="388"/>
                    <a:pt x="116" y="501"/>
                    <a:pt x="252" y="501"/>
                  </a:cubicBezTo>
                  <a:cubicBezTo>
                    <a:pt x="388" y="501"/>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9"/>
            <p:cNvSpPr/>
            <p:nvPr/>
          </p:nvSpPr>
          <p:spPr>
            <a:xfrm>
              <a:off x="3523550" y="3034550"/>
              <a:ext cx="12375" cy="12550"/>
            </a:xfrm>
            <a:custGeom>
              <a:avLst/>
              <a:gdLst/>
              <a:ahLst/>
              <a:cxnLst/>
              <a:rect l="l" t="t" r="r" b="b"/>
              <a:pathLst>
                <a:path w="495" h="502" extrusionOk="0">
                  <a:moveTo>
                    <a:pt x="250" y="1"/>
                  </a:moveTo>
                  <a:cubicBezTo>
                    <a:pt x="107" y="1"/>
                    <a:pt x="0" y="114"/>
                    <a:pt x="0" y="250"/>
                  </a:cubicBezTo>
                  <a:cubicBezTo>
                    <a:pt x="0" y="388"/>
                    <a:pt x="107" y="501"/>
                    <a:pt x="250" y="501"/>
                  </a:cubicBezTo>
                  <a:cubicBezTo>
                    <a:pt x="388" y="501"/>
                    <a:pt x="494" y="388"/>
                    <a:pt x="494" y="250"/>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9"/>
            <p:cNvSpPr/>
            <p:nvPr/>
          </p:nvSpPr>
          <p:spPr>
            <a:xfrm>
              <a:off x="676400" y="3126475"/>
              <a:ext cx="12600" cy="12400"/>
            </a:xfrm>
            <a:custGeom>
              <a:avLst/>
              <a:gdLst/>
              <a:ahLst/>
              <a:cxnLst/>
              <a:rect l="l" t="t" r="r" b="b"/>
              <a:pathLst>
                <a:path w="504" h="496" extrusionOk="0">
                  <a:moveTo>
                    <a:pt x="252" y="0"/>
                  </a:moveTo>
                  <a:cubicBezTo>
                    <a:pt x="116" y="0"/>
                    <a:pt x="1" y="109"/>
                    <a:pt x="1" y="252"/>
                  </a:cubicBezTo>
                  <a:cubicBezTo>
                    <a:pt x="1" y="388"/>
                    <a:pt x="116" y="496"/>
                    <a:pt x="252" y="496"/>
                  </a:cubicBezTo>
                  <a:cubicBezTo>
                    <a:pt x="388" y="496"/>
                    <a:pt x="503" y="388"/>
                    <a:pt x="503" y="252"/>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9"/>
            <p:cNvSpPr/>
            <p:nvPr/>
          </p:nvSpPr>
          <p:spPr>
            <a:xfrm>
              <a:off x="768325" y="3126475"/>
              <a:ext cx="12400" cy="12400"/>
            </a:xfrm>
            <a:custGeom>
              <a:avLst/>
              <a:gdLst/>
              <a:ahLst/>
              <a:cxnLst/>
              <a:rect l="l" t="t" r="r" b="b"/>
              <a:pathLst>
                <a:path w="496" h="496" extrusionOk="0">
                  <a:moveTo>
                    <a:pt x="245" y="0"/>
                  </a:moveTo>
                  <a:cubicBezTo>
                    <a:pt x="109" y="0"/>
                    <a:pt x="0" y="109"/>
                    <a:pt x="0" y="252"/>
                  </a:cubicBezTo>
                  <a:cubicBezTo>
                    <a:pt x="0" y="388"/>
                    <a:pt x="109" y="496"/>
                    <a:pt x="245" y="496"/>
                  </a:cubicBezTo>
                  <a:cubicBezTo>
                    <a:pt x="388" y="496"/>
                    <a:pt x="496" y="388"/>
                    <a:pt x="496" y="252"/>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9"/>
            <p:cNvSpPr/>
            <p:nvPr/>
          </p:nvSpPr>
          <p:spPr>
            <a:xfrm>
              <a:off x="860125" y="3126475"/>
              <a:ext cx="12525" cy="12400"/>
            </a:xfrm>
            <a:custGeom>
              <a:avLst/>
              <a:gdLst/>
              <a:ahLst/>
              <a:cxnLst/>
              <a:rect l="l" t="t" r="r" b="b"/>
              <a:pathLst>
                <a:path w="501" h="496" extrusionOk="0">
                  <a:moveTo>
                    <a:pt x="251" y="0"/>
                  </a:moveTo>
                  <a:cubicBezTo>
                    <a:pt x="114" y="0"/>
                    <a:pt x="0" y="109"/>
                    <a:pt x="0" y="252"/>
                  </a:cubicBezTo>
                  <a:cubicBezTo>
                    <a:pt x="0" y="388"/>
                    <a:pt x="114" y="496"/>
                    <a:pt x="251" y="496"/>
                  </a:cubicBezTo>
                  <a:cubicBezTo>
                    <a:pt x="387" y="496"/>
                    <a:pt x="501" y="388"/>
                    <a:pt x="501" y="252"/>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9"/>
            <p:cNvSpPr/>
            <p:nvPr/>
          </p:nvSpPr>
          <p:spPr>
            <a:xfrm>
              <a:off x="951850" y="3126475"/>
              <a:ext cx="12600" cy="12400"/>
            </a:xfrm>
            <a:custGeom>
              <a:avLst/>
              <a:gdLst/>
              <a:ahLst/>
              <a:cxnLst/>
              <a:rect l="l" t="t" r="r" b="b"/>
              <a:pathLst>
                <a:path w="504" h="496" extrusionOk="0">
                  <a:moveTo>
                    <a:pt x="252" y="0"/>
                  </a:moveTo>
                  <a:cubicBezTo>
                    <a:pt x="116" y="0"/>
                    <a:pt x="1" y="109"/>
                    <a:pt x="1" y="252"/>
                  </a:cubicBezTo>
                  <a:cubicBezTo>
                    <a:pt x="1" y="388"/>
                    <a:pt x="116" y="496"/>
                    <a:pt x="252" y="496"/>
                  </a:cubicBezTo>
                  <a:cubicBezTo>
                    <a:pt x="388" y="496"/>
                    <a:pt x="503" y="388"/>
                    <a:pt x="503" y="252"/>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9"/>
            <p:cNvSpPr/>
            <p:nvPr/>
          </p:nvSpPr>
          <p:spPr>
            <a:xfrm>
              <a:off x="1043825" y="3126475"/>
              <a:ext cx="12375" cy="12400"/>
            </a:xfrm>
            <a:custGeom>
              <a:avLst/>
              <a:gdLst/>
              <a:ahLst/>
              <a:cxnLst/>
              <a:rect l="l" t="t" r="r" b="b"/>
              <a:pathLst>
                <a:path w="495" h="496" extrusionOk="0">
                  <a:moveTo>
                    <a:pt x="250" y="0"/>
                  </a:moveTo>
                  <a:cubicBezTo>
                    <a:pt x="107" y="0"/>
                    <a:pt x="0" y="109"/>
                    <a:pt x="0" y="252"/>
                  </a:cubicBezTo>
                  <a:cubicBezTo>
                    <a:pt x="0" y="388"/>
                    <a:pt x="107" y="496"/>
                    <a:pt x="250" y="496"/>
                  </a:cubicBezTo>
                  <a:cubicBezTo>
                    <a:pt x="388" y="496"/>
                    <a:pt x="494" y="388"/>
                    <a:pt x="494" y="252"/>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9"/>
            <p:cNvSpPr/>
            <p:nvPr/>
          </p:nvSpPr>
          <p:spPr>
            <a:xfrm>
              <a:off x="1135575" y="3126475"/>
              <a:ext cx="12575" cy="12400"/>
            </a:xfrm>
            <a:custGeom>
              <a:avLst/>
              <a:gdLst/>
              <a:ahLst/>
              <a:cxnLst/>
              <a:rect l="l" t="t" r="r" b="b"/>
              <a:pathLst>
                <a:path w="503" h="496" extrusionOk="0">
                  <a:moveTo>
                    <a:pt x="252" y="0"/>
                  </a:moveTo>
                  <a:cubicBezTo>
                    <a:pt x="116" y="0"/>
                    <a:pt x="0" y="109"/>
                    <a:pt x="0" y="252"/>
                  </a:cubicBezTo>
                  <a:cubicBezTo>
                    <a:pt x="0" y="388"/>
                    <a:pt x="116" y="496"/>
                    <a:pt x="252" y="496"/>
                  </a:cubicBezTo>
                  <a:cubicBezTo>
                    <a:pt x="387" y="496"/>
                    <a:pt x="503" y="388"/>
                    <a:pt x="503" y="252"/>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9"/>
            <p:cNvSpPr/>
            <p:nvPr/>
          </p:nvSpPr>
          <p:spPr>
            <a:xfrm>
              <a:off x="1227500" y="3126475"/>
              <a:ext cx="12400" cy="12400"/>
            </a:xfrm>
            <a:custGeom>
              <a:avLst/>
              <a:gdLst/>
              <a:ahLst/>
              <a:cxnLst/>
              <a:rect l="l" t="t" r="r" b="b"/>
              <a:pathLst>
                <a:path w="496" h="496" extrusionOk="0">
                  <a:moveTo>
                    <a:pt x="251" y="0"/>
                  </a:moveTo>
                  <a:cubicBezTo>
                    <a:pt x="109" y="0"/>
                    <a:pt x="0" y="109"/>
                    <a:pt x="0" y="252"/>
                  </a:cubicBezTo>
                  <a:cubicBezTo>
                    <a:pt x="0" y="388"/>
                    <a:pt x="109" y="496"/>
                    <a:pt x="251" y="496"/>
                  </a:cubicBezTo>
                  <a:cubicBezTo>
                    <a:pt x="387" y="496"/>
                    <a:pt x="496" y="388"/>
                    <a:pt x="496" y="252"/>
                  </a:cubicBezTo>
                  <a:cubicBezTo>
                    <a:pt x="496"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9"/>
            <p:cNvSpPr/>
            <p:nvPr/>
          </p:nvSpPr>
          <p:spPr>
            <a:xfrm>
              <a:off x="1319275" y="3126475"/>
              <a:ext cx="12550" cy="12400"/>
            </a:xfrm>
            <a:custGeom>
              <a:avLst/>
              <a:gdLst/>
              <a:ahLst/>
              <a:cxnLst/>
              <a:rect l="l" t="t" r="r" b="b"/>
              <a:pathLst>
                <a:path w="502" h="496" extrusionOk="0">
                  <a:moveTo>
                    <a:pt x="252" y="0"/>
                  </a:moveTo>
                  <a:cubicBezTo>
                    <a:pt x="114" y="0"/>
                    <a:pt x="1" y="109"/>
                    <a:pt x="1" y="252"/>
                  </a:cubicBezTo>
                  <a:cubicBezTo>
                    <a:pt x="1" y="388"/>
                    <a:pt x="114" y="496"/>
                    <a:pt x="252" y="496"/>
                  </a:cubicBezTo>
                  <a:cubicBezTo>
                    <a:pt x="388" y="496"/>
                    <a:pt x="501" y="388"/>
                    <a:pt x="501" y="252"/>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9"/>
            <p:cNvSpPr/>
            <p:nvPr/>
          </p:nvSpPr>
          <p:spPr>
            <a:xfrm>
              <a:off x="1411200" y="3126475"/>
              <a:ext cx="12425" cy="12400"/>
            </a:xfrm>
            <a:custGeom>
              <a:avLst/>
              <a:gdLst/>
              <a:ahLst/>
              <a:cxnLst/>
              <a:rect l="l" t="t" r="r" b="b"/>
              <a:pathLst>
                <a:path w="497" h="496" extrusionOk="0">
                  <a:moveTo>
                    <a:pt x="245" y="0"/>
                  </a:moveTo>
                  <a:cubicBezTo>
                    <a:pt x="109" y="0"/>
                    <a:pt x="1" y="109"/>
                    <a:pt x="1" y="252"/>
                  </a:cubicBezTo>
                  <a:cubicBezTo>
                    <a:pt x="1" y="388"/>
                    <a:pt x="109" y="496"/>
                    <a:pt x="245" y="496"/>
                  </a:cubicBezTo>
                  <a:cubicBezTo>
                    <a:pt x="388" y="496"/>
                    <a:pt x="496" y="388"/>
                    <a:pt x="496" y="252"/>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9"/>
            <p:cNvSpPr/>
            <p:nvPr/>
          </p:nvSpPr>
          <p:spPr>
            <a:xfrm>
              <a:off x="1503000" y="3126475"/>
              <a:ext cx="12525" cy="12400"/>
            </a:xfrm>
            <a:custGeom>
              <a:avLst/>
              <a:gdLst/>
              <a:ahLst/>
              <a:cxnLst/>
              <a:rect l="l" t="t" r="r" b="b"/>
              <a:pathLst>
                <a:path w="501" h="496" extrusionOk="0">
                  <a:moveTo>
                    <a:pt x="250" y="0"/>
                  </a:moveTo>
                  <a:cubicBezTo>
                    <a:pt x="114" y="0"/>
                    <a:pt x="0" y="109"/>
                    <a:pt x="0" y="252"/>
                  </a:cubicBezTo>
                  <a:cubicBezTo>
                    <a:pt x="0" y="388"/>
                    <a:pt x="114" y="496"/>
                    <a:pt x="250" y="496"/>
                  </a:cubicBezTo>
                  <a:cubicBezTo>
                    <a:pt x="387" y="496"/>
                    <a:pt x="501" y="388"/>
                    <a:pt x="501" y="252"/>
                  </a:cubicBezTo>
                  <a:cubicBezTo>
                    <a:pt x="501" y="109"/>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9"/>
            <p:cNvSpPr/>
            <p:nvPr/>
          </p:nvSpPr>
          <p:spPr>
            <a:xfrm>
              <a:off x="1594750" y="3126475"/>
              <a:ext cx="12575" cy="12400"/>
            </a:xfrm>
            <a:custGeom>
              <a:avLst/>
              <a:gdLst/>
              <a:ahLst/>
              <a:cxnLst/>
              <a:rect l="l" t="t" r="r" b="b"/>
              <a:pathLst>
                <a:path w="503" h="496" extrusionOk="0">
                  <a:moveTo>
                    <a:pt x="251" y="0"/>
                  </a:moveTo>
                  <a:cubicBezTo>
                    <a:pt x="115" y="0"/>
                    <a:pt x="0" y="109"/>
                    <a:pt x="0" y="252"/>
                  </a:cubicBezTo>
                  <a:cubicBezTo>
                    <a:pt x="0" y="388"/>
                    <a:pt x="115" y="496"/>
                    <a:pt x="251" y="496"/>
                  </a:cubicBezTo>
                  <a:cubicBezTo>
                    <a:pt x="394" y="496"/>
                    <a:pt x="503" y="388"/>
                    <a:pt x="503" y="252"/>
                  </a:cubicBezTo>
                  <a:cubicBezTo>
                    <a:pt x="503" y="109"/>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9"/>
            <p:cNvSpPr/>
            <p:nvPr/>
          </p:nvSpPr>
          <p:spPr>
            <a:xfrm>
              <a:off x="1686650" y="3126475"/>
              <a:ext cx="12600" cy="12400"/>
            </a:xfrm>
            <a:custGeom>
              <a:avLst/>
              <a:gdLst/>
              <a:ahLst/>
              <a:cxnLst/>
              <a:rect l="l" t="t" r="r" b="b"/>
              <a:pathLst>
                <a:path w="504" h="496" extrusionOk="0">
                  <a:moveTo>
                    <a:pt x="252" y="0"/>
                  </a:moveTo>
                  <a:cubicBezTo>
                    <a:pt x="116" y="0"/>
                    <a:pt x="1" y="109"/>
                    <a:pt x="1" y="252"/>
                  </a:cubicBezTo>
                  <a:cubicBezTo>
                    <a:pt x="1" y="388"/>
                    <a:pt x="116" y="496"/>
                    <a:pt x="252" y="496"/>
                  </a:cubicBezTo>
                  <a:cubicBezTo>
                    <a:pt x="388" y="496"/>
                    <a:pt x="503" y="388"/>
                    <a:pt x="503" y="252"/>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9"/>
            <p:cNvSpPr/>
            <p:nvPr/>
          </p:nvSpPr>
          <p:spPr>
            <a:xfrm>
              <a:off x="1778450" y="3126475"/>
              <a:ext cx="12550" cy="12400"/>
            </a:xfrm>
            <a:custGeom>
              <a:avLst/>
              <a:gdLst/>
              <a:ahLst/>
              <a:cxnLst/>
              <a:rect l="l" t="t" r="r" b="b"/>
              <a:pathLst>
                <a:path w="502" h="496" extrusionOk="0">
                  <a:moveTo>
                    <a:pt x="252" y="0"/>
                  </a:moveTo>
                  <a:cubicBezTo>
                    <a:pt x="114" y="0"/>
                    <a:pt x="1" y="109"/>
                    <a:pt x="1" y="252"/>
                  </a:cubicBezTo>
                  <a:cubicBezTo>
                    <a:pt x="1" y="388"/>
                    <a:pt x="114" y="496"/>
                    <a:pt x="252" y="496"/>
                  </a:cubicBezTo>
                  <a:cubicBezTo>
                    <a:pt x="388" y="496"/>
                    <a:pt x="501" y="388"/>
                    <a:pt x="501" y="252"/>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9"/>
            <p:cNvSpPr/>
            <p:nvPr/>
          </p:nvSpPr>
          <p:spPr>
            <a:xfrm>
              <a:off x="1870375" y="3126475"/>
              <a:ext cx="12400" cy="12400"/>
            </a:xfrm>
            <a:custGeom>
              <a:avLst/>
              <a:gdLst/>
              <a:ahLst/>
              <a:cxnLst/>
              <a:rect l="l" t="t" r="r" b="b"/>
              <a:pathLst>
                <a:path w="496" h="496" extrusionOk="0">
                  <a:moveTo>
                    <a:pt x="252" y="0"/>
                  </a:moveTo>
                  <a:cubicBezTo>
                    <a:pt x="109" y="0"/>
                    <a:pt x="0" y="109"/>
                    <a:pt x="0" y="252"/>
                  </a:cubicBezTo>
                  <a:cubicBezTo>
                    <a:pt x="0" y="388"/>
                    <a:pt x="109" y="496"/>
                    <a:pt x="252" y="496"/>
                  </a:cubicBezTo>
                  <a:cubicBezTo>
                    <a:pt x="387" y="496"/>
                    <a:pt x="496" y="388"/>
                    <a:pt x="496" y="252"/>
                  </a:cubicBezTo>
                  <a:cubicBezTo>
                    <a:pt x="496"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9"/>
            <p:cNvSpPr/>
            <p:nvPr/>
          </p:nvSpPr>
          <p:spPr>
            <a:xfrm>
              <a:off x="1962150" y="3126475"/>
              <a:ext cx="12550" cy="12400"/>
            </a:xfrm>
            <a:custGeom>
              <a:avLst/>
              <a:gdLst/>
              <a:ahLst/>
              <a:cxnLst/>
              <a:rect l="l" t="t" r="r" b="b"/>
              <a:pathLst>
                <a:path w="502" h="496" extrusionOk="0">
                  <a:moveTo>
                    <a:pt x="250" y="0"/>
                  </a:moveTo>
                  <a:cubicBezTo>
                    <a:pt x="114" y="0"/>
                    <a:pt x="1" y="109"/>
                    <a:pt x="1" y="252"/>
                  </a:cubicBezTo>
                  <a:cubicBezTo>
                    <a:pt x="1" y="388"/>
                    <a:pt x="114" y="496"/>
                    <a:pt x="250" y="496"/>
                  </a:cubicBezTo>
                  <a:cubicBezTo>
                    <a:pt x="388" y="496"/>
                    <a:pt x="502" y="388"/>
                    <a:pt x="502" y="252"/>
                  </a:cubicBezTo>
                  <a:cubicBezTo>
                    <a:pt x="502"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9"/>
            <p:cNvSpPr/>
            <p:nvPr/>
          </p:nvSpPr>
          <p:spPr>
            <a:xfrm>
              <a:off x="2054075" y="3126475"/>
              <a:ext cx="12425" cy="12400"/>
            </a:xfrm>
            <a:custGeom>
              <a:avLst/>
              <a:gdLst/>
              <a:ahLst/>
              <a:cxnLst/>
              <a:rect l="l" t="t" r="r" b="b"/>
              <a:pathLst>
                <a:path w="497" h="496" extrusionOk="0">
                  <a:moveTo>
                    <a:pt x="252" y="0"/>
                  </a:moveTo>
                  <a:cubicBezTo>
                    <a:pt x="109" y="0"/>
                    <a:pt x="1" y="109"/>
                    <a:pt x="1" y="252"/>
                  </a:cubicBezTo>
                  <a:cubicBezTo>
                    <a:pt x="1" y="388"/>
                    <a:pt x="109" y="496"/>
                    <a:pt x="252" y="496"/>
                  </a:cubicBezTo>
                  <a:cubicBezTo>
                    <a:pt x="388" y="496"/>
                    <a:pt x="496" y="388"/>
                    <a:pt x="496" y="252"/>
                  </a:cubicBezTo>
                  <a:cubicBezTo>
                    <a:pt x="496"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9"/>
            <p:cNvSpPr/>
            <p:nvPr/>
          </p:nvSpPr>
          <p:spPr>
            <a:xfrm>
              <a:off x="2145825" y="3126475"/>
              <a:ext cx="12600" cy="12400"/>
            </a:xfrm>
            <a:custGeom>
              <a:avLst/>
              <a:gdLst/>
              <a:ahLst/>
              <a:cxnLst/>
              <a:rect l="l" t="t" r="r" b="b"/>
              <a:pathLst>
                <a:path w="504" h="496" extrusionOk="0">
                  <a:moveTo>
                    <a:pt x="252" y="0"/>
                  </a:moveTo>
                  <a:cubicBezTo>
                    <a:pt x="116" y="0"/>
                    <a:pt x="1" y="109"/>
                    <a:pt x="1" y="252"/>
                  </a:cubicBezTo>
                  <a:cubicBezTo>
                    <a:pt x="1" y="388"/>
                    <a:pt x="116" y="496"/>
                    <a:pt x="252" y="496"/>
                  </a:cubicBezTo>
                  <a:cubicBezTo>
                    <a:pt x="388" y="496"/>
                    <a:pt x="503" y="388"/>
                    <a:pt x="503" y="252"/>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9"/>
            <p:cNvSpPr/>
            <p:nvPr/>
          </p:nvSpPr>
          <p:spPr>
            <a:xfrm>
              <a:off x="2237800" y="3126475"/>
              <a:ext cx="12350" cy="12400"/>
            </a:xfrm>
            <a:custGeom>
              <a:avLst/>
              <a:gdLst/>
              <a:ahLst/>
              <a:cxnLst/>
              <a:rect l="l" t="t" r="r" b="b"/>
              <a:pathLst>
                <a:path w="494" h="496" extrusionOk="0">
                  <a:moveTo>
                    <a:pt x="244" y="0"/>
                  </a:moveTo>
                  <a:cubicBezTo>
                    <a:pt x="107" y="0"/>
                    <a:pt x="0" y="109"/>
                    <a:pt x="0" y="252"/>
                  </a:cubicBezTo>
                  <a:cubicBezTo>
                    <a:pt x="0" y="388"/>
                    <a:pt x="107" y="496"/>
                    <a:pt x="244" y="496"/>
                  </a:cubicBezTo>
                  <a:cubicBezTo>
                    <a:pt x="387" y="496"/>
                    <a:pt x="494" y="388"/>
                    <a:pt x="494" y="252"/>
                  </a:cubicBezTo>
                  <a:cubicBezTo>
                    <a:pt x="494" y="109"/>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9"/>
            <p:cNvSpPr/>
            <p:nvPr/>
          </p:nvSpPr>
          <p:spPr>
            <a:xfrm>
              <a:off x="2329550" y="3126475"/>
              <a:ext cx="12575" cy="12400"/>
            </a:xfrm>
            <a:custGeom>
              <a:avLst/>
              <a:gdLst/>
              <a:ahLst/>
              <a:cxnLst/>
              <a:rect l="l" t="t" r="r" b="b"/>
              <a:pathLst>
                <a:path w="503" h="496" extrusionOk="0">
                  <a:moveTo>
                    <a:pt x="251" y="0"/>
                  </a:moveTo>
                  <a:cubicBezTo>
                    <a:pt x="115" y="0"/>
                    <a:pt x="0" y="109"/>
                    <a:pt x="0" y="252"/>
                  </a:cubicBezTo>
                  <a:cubicBezTo>
                    <a:pt x="0" y="388"/>
                    <a:pt x="115" y="496"/>
                    <a:pt x="251" y="496"/>
                  </a:cubicBezTo>
                  <a:cubicBezTo>
                    <a:pt x="387" y="496"/>
                    <a:pt x="502" y="388"/>
                    <a:pt x="502" y="252"/>
                  </a:cubicBezTo>
                  <a:cubicBezTo>
                    <a:pt x="502"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9"/>
            <p:cNvSpPr/>
            <p:nvPr/>
          </p:nvSpPr>
          <p:spPr>
            <a:xfrm>
              <a:off x="2421325" y="3126475"/>
              <a:ext cx="12550" cy="12400"/>
            </a:xfrm>
            <a:custGeom>
              <a:avLst/>
              <a:gdLst/>
              <a:ahLst/>
              <a:cxnLst/>
              <a:rect l="l" t="t" r="r" b="b"/>
              <a:pathLst>
                <a:path w="502" h="496" extrusionOk="0">
                  <a:moveTo>
                    <a:pt x="250" y="0"/>
                  </a:moveTo>
                  <a:cubicBezTo>
                    <a:pt x="114" y="0"/>
                    <a:pt x="1" y="109"/>
                    <a:pt x="1" y="252"/>
                  </a:cubicBezTo>
                  <a:cubicBezTo>
                    <a:pt x="1" y="388"/>
                    <a:pt x="114" y="496"/>
                    <a:pt x="250" y="496"/>
                  </a:cubicBezTo>
                  <a:cubicBezTo>
                    <a:pt x="395" y="496"/>
                    <a:pt x="501" y="388"/>
                    <a:pt x="501" y="252"/>
                  </a:cubicBezTo>
                  <a:cubicBezTo>
                    <a:pt x="501" y="109"/>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9"/>
            <p:cNvSpPr/>
            <p:nvPr/>
          </p:nvSpPr>
          <p:spPr>
            <a:xfrm>
              <a:off x="2513250" y="3126475"/>
              <a:ext cx="12575" cy="12400"/>
            </a:xfrm>
            <a:custGeom>
              <a:avLst/>
              <a:gdLst/>
              <a:ahLst/>
              <a:cxnLst/>
              <a:rect l="l" t="t" r="r" b="b"/>
              <a:pathLst>
                <a:path w="503" h="496" extrusionOk="0">
                  <a:moveTo>
                    <a:pt x="252" y="0"/>
                  </a:moveTo>
                  <a:cubicBezTo>
                    <a:pt x="109" y="0"/>
                    <a:pt x="0" y="109"/>
                    <a:pt x="0" y="252"/>
                  </a:cubicBezTo>
                  <a:cubicBezTo>
                    <a:pt x="0" y="388"/>
                    <a:pt x="109" y="496"/>
                    <a:pt x="252" y="496"/>
                  </a:cubicBezTo>
                  <a:cubicBezTo>
                    <a:pt x="388" y="496"/>
                    <a:pt x="503" y="388"/>
                    <a:pt x="503" y="252"/>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9"/>
            <p:cNvSpPr/>
            <p:nvPr/>
          </p:nvSpPr>
          <p:spPr>
            <a:xfrm>
              <a:off x="2605000" y="3126475"/>
              <a:ext cx="12575" cy="12400"/>
            </a:xfrm>
            <a:custGeom>
              <a:avLst/>
              <a:gdLst/>
              <a:ahLst/>
              <a:cxnLst/>
              <a:rect l="l" t="t" r="r" b="b"/>
              <a:pathLst>
                <a:path w="503" h="496" extrusionOk="0">
                  <a:moveTo>
                    <a:pt x="252" y="0"/>
                  </a:moveTo>
                  <a:cubicBezTo>
                    <a:pt x="116" y="0"/>
                    <a:pt x="0" y="109"/>
                    <a:pt x="0" y="252"/>
                  </a:cubicBezTo>
                  <a:cubicBezTo>
                    <a:pt x="0" y="388"/>
                    <a:pt x="116" y="496"/>
                    <a:pt x="252" y="496"/>
                  </a:cubicBezTo>
                  <a:cubicBezTo>
                    <a:pt x="387" y="496"/>
                    <a:pt x="503" y="388"/>
                    <a:pt x="503" y="252"/>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9"/>
            <p:cNvSpPr/>
            <p:nvPr/>
          </p:nvSpPr>
          <p:spPr>
            <a:xfrm>
              <a:off x="2696950" y="3126475"/>
              <a:ext cx="12375" cy="12400"/>
            </a:xfrm>
            <a:custGeom>
              <a:avLst/>
              <a:gdLst/>
              <a:ahLst/>
              <a:cxnLst/>
              <a:rect l="l" t="t" r="r" b="b"/>
              <a:pathLst>
                <a:path w="495" h="496" extrusionOk="0">
                  <a:moveTo>
                    <a:pt x="252" y="0"/>
                  </a:moveTo>
                  <a:cubicBezTo>
                    <a:pt x="108" y="0"/>
                    <a:pt x="1" y="109"/>
                    <a:pt x="1" y="252"/>
                  </a:cubicBezTo>
                  <a:cubicBezTo>
                    <a:pt x="1" y="388"/>
                    <a:pt x="108" y="496"/>
                    <a:pt x="252" y="496"/>
                  </a:cubicBezTo>
                  <a:cubicBezTo>
                    <a:pt x="388" y="496"/>
                    <a:pt x="495" y="388"/>
                    <a:pt x="495" y="252"/>
                  </a:cubicBezTo>
                  <a:cubicBezTo>
                    <a:pt x="495"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9"/>
            <p:cNvSpPr/>
            <p:nvPr/>
          </p:nvSpPr>
          <p:spPr>
            <a:xfrm>
              <a:off x="2788700" y="3126475"/>
              <a:ext cx="12600" cy="12400"/>
            </a:xfrm>
            <a:custGeom>
              <a:avLst/>
              <a:gdLst/>
              <a:ahLst/>
              <a:cxnLst/>
              <a:rect l="l" t="t" r="r" b="b"/>
              <a:pathLst>
                <a:path w="504" h="496" extrusionOk="0">
                  <a:moveTo>
                    <a:pt x="252" y="0"/>
                  </a:moveTo>
                  <a:cubicBezTo>
                    <a:pt x="116" y="0"/>
                    <a:pt x="1" y="109"/>
                    <a:pt x="1" y="252"/>
                  </a:cubicBezTo>
                  <a:cubicBezTo>
                    <a:pt x="1" y="388"/>
                    <a:pt x="116" y="496"/>
                    <a:pt x="252" y="496"/>
                  </a:cubicBezTo>
                  <a:cubicBezTo>
                    <a:pt x="388" y="496"/>
                    <a:pt x="503" y="388"/>
                    <a:pt x="503" y="252"/>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9"/>
            <p:cNvSpPr/>
            <p:nvPr/>
          </p:nvSpPr>
          <p:spPr>
            <a:xfrm>
              <a:off x="2880675" y="3126475"/>
              <a:ext cx="12375" cy="12400"/>
            </a:xfrm>
            <a:custGeom>
              <a:avLst/>
              <a:gdLst/>
              <a:ahLst/>
              <a:cxnLst/>
              <a:rect l="l" t="t" r="r" b="b"/>
              <a:pathLst>
                <a:path w="495" h="496" extrusionOk="0">
                  <a:moveTo>
                    <a:pt x="243" y="0"/>
                  </a:moveTo>
                  <a:cubicBezTo>
                    <a:pt x="107" y="0"/>
                    <a:pt x="0" y="109"/>
                    <a:pt x="0" y="252"/>
                  </a:cubicBezTo>
                  <a:cubicBezTo>
                    <a:pt x="0" y="388"/>
                    <a:pt x="107" y="496"/>
                    <a:pt x="243" y="496"/>
                  </a:cubicBezTo>
                  <a:cubicBezTo>
                    <a:pt x="387" y="496"/>
                    <a:pt x="494" y="388"/>
                    <a:pt x="494" y="252"/>
                  </a:cubicBezTo>
                  <a:cubicBezTo>
                    <a:pt x="494" y="109"/>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9"/>
            <p:cNvSpPr/>
            <p:nvPr/>
          </p:nvSpPr>
          <p:spPr>
            <a:xfrm>
              <a:off x="2972425" y="3126475"/>
              <a:ext cx="12575" cy="12400"/>
            </a:xfrm>
            <a:custGeom>
              <a:avLst/>
              <a:gdLst/>
              <a:ahLst/>
              <a:cxnLst/>
              <a:rect l="l" t="t" r="r" b="b"/>
              <a:pathLst>
                <a:path w="503" h="496" extrusionOk="0">
                  <a:moveTo>
                    <a:pt x="251" y="0"/>
                  </a:moveTo>
                  <a:cubicBezTo>
                    <a:pt x="115" y="0"/>
                    <a:pt x="0" y="109"/>
                    <a:pt x="0" y="252"/>
                  </a:cubicBezTo>
                  <a:cubicBezTo>
                    <a:pt x="0" y="388"/>
                    <a:pt x="115" y="496"/>
                    <a:pt x="251" y="496"/>
                  </a:cubicBezTo>
                  <a:cubicBezTo>
                    <a:pt x="387" y="496"/>
                    <a:pt x="503" y="388"/>
                    <a:pt x="503" y="252"/>
                  </a:cubicBezTo>
                  <a:cubicBezTo>
                    <a:pt x="503"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9"/>
            <p:cNvSpPr/>
            <p:nvPr/>
          </p:nvSpPr>
          <p:spPr>
            <a:xfrm>
              <a:off x="3064375" y="3126475"/>
              <a:ext cx="12375" cy="12400"/>
            </a:xfrm>
            <a:custGeom>
              <a:avLst/>
              <a:gdLst/>
              <a:ahLst/>
              <a:cxnLst/>
              <a:rect l="l" t="t" r="r" b="b"/>
              <a:pathLst>
                <a:path w="495" h="496" extrusionOk="0">
                  <a:moveTo>
                    <a:pt x="243" y="0"/>
                  </a:moveTo>
                  <a:cubicBezTo>
                    <a:pt x="107" y="0"/>
                    <a:pt x="1" y="109"/>
                    <a:pt x="1" y="252"/>
                  </a:cubicBezTo>
                  <a:cubicBezTo>
                    <a:pt x="1" y="388"/>
                    <a:pt x="107" y="496"/>
                    <a:pt x="243" y="496"/>
                  </a:cubicBezTo>
                  <a:cubicBezTo>
                    <a:pt x="388" y="496"/>
                    <a:pt x="495" y="388"/>
                    <a:pt x="495" y="252"/>
                  </a:cubicBezTo>
                  <a:cubicBezTo>
                    <a:pt x="495" y="109"/>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9"/>
            <p:cNvSpPr/>
            <p:nvPr/>
          </p:nvSpPr>
          <p:spPr>
            <a:xfrm>
              <a:off x="3156125" y="3126475"/>
              <a:ext cx="12600" cy="12400"/>
            </a:xfrm>
            <a:custGeom>
              <a:avLst/>
              <a:gdLst/>
              <a:ahLst/>
              <a:cxnLst/>
              <a:rect l="l" t="t" r="r" b="b"/>
              <a:pathLst>
                <a:path w="504" h="496" extrusionOk="0">
                  <a:moveTo>
                    <a:pt x="252" y="0"/>
                  </a:moveTo>
                  <a:cubicBezTo>
                    <a:pt x="116" y="0"/>
                    <a:pt x="1" y="109"/>
                    <a:pt x="1" y="252"/>
                  </a:cubicBezTo>
                  <a:cubicBezTo>
                    <a:pt x="1" y="388"/>
                    <a:pt x="116" y="496"/>
                    <a:pt x="252" y="496"/>
                  </a:cubicBezTo>
                  <a:cubicBezTo>
                    <a:pt x="388" y="496"/>
                    <a:pt x="503" y="388"/>
                    <a:pt x="503" y="252"/>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9"/>
            <p:cNvSpPr/>
            <p:nvPr/>
          </p:nvSpPr>
          <p:spPr>
            <a:xfrm>
              <a:off x="3247875" y="3126475"/>
              <a:ext cx="12575" cy="12400"/>
            </a:xfrm>
            <a:custGeom>
              <a:avLst/>
              <a:gdLst/>
              <a:ahLst/>
              <a:cxnLst/>
              <a:rect l="l" t="t" r="r" b="b"/>
              <a:pathLst>
                <a:path w="503" h="496" extrusionOk="0">
                  <a:moveTo>
                    <a:pt x="252" y="0"/>
                  </a:moveTo>
                  <a:cubicBezTo>
                    <a:pt x="116" y="0"/>
                    <a:pt x="1" y="109"/>
                    <a:pt x="1" y="252"/>
                  </a:cubicBezTo>
                  <a:cubicBezTo>
                    <a:pt x="1" y="388"/>
                    <a:pt x="116" y="496"/>
                    <a:pt x="252" y="496"/>
                  </a:cubicBezTo>
                  <a:cubicBezTo>
                    <a:pt x="388" y="496"/>
                    <a:pt x="503" y="388"/>
                    <a:pt x="503" y="252"/>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9"/>
            <p:cNvSpPr/>
            <p:nvPr/>
          </p:nvSpPr>
          <p:spPr>
            <a:xfrm>
              <a:off x="3339850" y="3126475"/>
              <a:ext cx="12525" cy="12400"/>
            </a:xfrm>
            <a:custGeom>
              <a:avLst/>
              <a:gdLst/>
              <a:ahLst/>
              <a:cxnLst/>
              <a:rect l="l" t="t" r="r" b="b"/>
              <a:pathLst>
                <a:path w="501" h="496" extrusionOk="0">
                  <a:moveTo>
                    <a:pt x="251" y="0"/>
                  </a:moveTo>
                  <a:cubicBezTo>
                    <a:pt x="107" y="0"/>
                    <a:pt x="0" y="109"/>
                    <a:pt x="0" y="252"/>
                  </a:cubicBezTo>
                  <a:cubicBezTo>
                    <a:pt x="0" y="388"/>
                    <a:pt x="107" y="496"/>
                    <a:pt x="251" y="496"/>
                  </a:cubicBezTo>
                  <a:cubicBezTo>
                    <a:pt x="387" y="496"/>
                    <a:pt x="501" y="388"/>
                    <a:pt x="501" y="252"/>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9"/>
            <p:cNvSpPr/>
            <p:nvPr/>
          </p:nvSpPr>
          <p:spPr>
            <a:xfrm>
              <a:off x="3431575" y="3126475"/>
              <a:ext cx="12600" cy="12400"/>
            </a:xfrm>
            <a:custGeom>
              <a:avLst/>
              <a:gdLst/>
              <a:ahLst/>
              <a:cxnLst/>
              <a:rect l="l" t="t" r="r" b="b"/>
              <a:pathLst>
                <a:path w="504" h="496" extrusionOk="0">
                  <a:moveTo>
                    <a:pt x="252" y="0"/>
                  </a:moveTo>
                  <a:cubicBezTo>
                    <a:pt x="116" y="0"/>
                    <a:pt x="1" y="109"/>
                    <a:pt x="1" y="252"/>
                  </a:cubicBezTo>
                  <a:cubicBezTo>
                    <a:pt x="1" y="388"/>
                    <a:pt x="116" y="496"/>
                    <a:pt x="252" y="496"/>
                  </a:cubicBezTo>
                  <a:cubicBezTo>
                    <a:pt x="388" y="496"/>
                    <a:pt x="503" y="388"/>
                    <a:pt x="503" y="252"/>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9"/>
            <p:cNvSpPr/>
            <p:nvPr/>
          </p:nvSpPr>
          <p:spPr>
            <a:xfrm>
              <a:off x="3523550" y="3126475"/>
              <a:ext cx="12375" cy="12400"/>
            </a:xfrm>
            <a:custGeom>
              <a:avLst/>
              <a:gdLst/>
              <a:ahLst/>
              <a:cxnLst/>
              <a:rect l="l" t="t" r="r" b="b"/>
              <a:pathLst>
                <a:path w="495" h="496" extrusionOk="0">
                  <a:moveTo>
                    <a:pt x="250" y="0"/>
                  </a:moveTo>
                  <a:cubicBezTo>
                    <a:pt x="107" y="0"/>
                    <a:pt x="0" y="109"/>
                    <a:pt x="0" y="252"/>
                  </a:cubicBezTo>
                  <a:cubicBezTo>
                    <a:pt x="0" y="388"/>
                    <a:pt x="107" y="496"/>
                    <a:pt x="250" y="496"/>
                  </a:cubicBezTo>
                  <a:cubicBezTo>
                    <a:pt x="388" y="496"/>
                    <a:pt x="494" y="388"/>
                    <a:pt x="494" y="252"/>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9"/>
            <p:cNvSpPr/>
            <p:nvPr/>
          </p:nvSpPr>
          <p:spPr>
            <a:xfrm>
              <a:off x="676400" y="32182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9"/>
            <p:cNvSpPr/>
            <p:nvPr/>
          </p:nvSpPr>
          <p:spPr>
            <a:xfrm>
              <a:off x="768325" y="3218225"/>
              <a:ext cx="12400" cy="12575"/>
            </a:xfrm>
            <a:custGeom>
              <a:avLst/>
              <a:gdLst/>
              <a:ahLst/>
              <a:cxnLst/>
              <a:rect l="l" t="t" r="r" b="b"/>
              <a:pathLst>
                <a:path w="496" h="503" extrusionOk="0">
                  <a:moveTo>
                    <a:pt x="245" y="0"/>
                  </a:moveTo>
                  <a:cubicBezTo>
                    <a:pt x="109" y="0"/>
                    <a:pt x="0" y="116"/>
                    <a:pt x="0" y="252"/>
                  </a:cubicBezTo>
                  <a:cubicBezTo>
                    <a:pt x="0" y="387"/>
                    <a:pt x="109" y="503"/>
                    <a:pt x="245" y="503"/>
                  </a:cubicBezTo>
                  <a:cubicBezTo>
                    <a:pt x="388" y="503"/>
                    <a:pt x="496" y="387"/>
                    <a:pt x="496" y="252"/>
                  </a:cubicBezTo>
                  <a:cubicBezTo>
                    <a:pt x="496" y="116"/>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9"/>
            <p:cNvSpPr/>
            <p:nvPr/>
          </p:nvSpPr>
          <p:spPr>
            <a:xfrm>
              <a:off x="860125" y="3218225"/>
              <a:ext cx="12525" cy="12575"/>
            </a:xfrm>
            <a:custGeom>
              <a:avLst/>
              <a:gdLst/>
              <a:ahLst/>
              <a:cxnLst/>
              <a:rect l="l" t="t" r="r" b="b"/>
              <a:pathLst>
                <a:path w="501" h="503" extrusionOk="0">
                  <a:moveTo>
                    <a:pt x="251" y="0"/>
                  </a:moveTo>
                  <a:cubicBezTo>
                    <a:pt x="114" y="0"/>
                    <a:pt x="0" y="116"/>
                    <a:pt x="0" y="252"/>
                  </a:cubicBezTo>
                  <a:cubicBezTo>
                    <a:pt x="0" y="387"/>
                    <a:pt x="114" y="503"/>
                    <a:pt x="251" y="503"/>
                  </a:cubicBezTo>
                  <a:cubicBezTo>
                    <a:pt x="387" y="503"/>
                    <a:pt x="501" y="387"/>
                    <a:pt x="501" y="252"/>
                  </a:cubicBezTo>
                  <a:cubicBezTo>
                    <a:pt x="501"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9"/>
            <p:cNvSpPr/>
            <p:nvPr/>
          </p:nvSpPr>
          <p:spPr>
            <a:xfrm>
              <a:off x="951850" y="32182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9"/>
            <p:cNvSpPr/>
            <p:nvPr/>
          </p:nvSpPr>
          <p:spPr>
            <a:xfrm>
              <a:off x="1043825" y="3218225"/>
              <a:ext cx="12375" cy="12575"/>
            </a:xfrm>
            <a:custGeom>
              <a:avLst/>
              <a:gdLst/>
              <a:ahLst/>
              <a:cxnLst/>
              <a:rect l="l" t="t" r="r" b="b"/>
              <a:pathLst>
                <a:path w="495" h="503" extrusionOk="0">
                  <a:moveTo>
                    <a:pt x="250" y="0"/>
                  </a:moveTo>
                  <a:cubicBezTo>
                    <a:pt x="107" y="0"/>
                    <a:pt x="0" y="116"/>
                    <a:pt x="0" y="252"/>
                  </a:cubicBezTo>
                  <a:cubicBezTo>
                    <a:pt x="0" y="387"/>
                    <a:pt x="107" y="503"/>
                    <a:pt x="250" y="503"/>
                  </a:cubicBezTo>
                  <a:cubicBezTo>
                    <a:pt x="388" y="503"/>
                    <a:pt x="494" y="387"/>
                    <a:pt x="494" y="252"/>
                  </a:cubicBezTo>
                  <a:cubicBezTo>
                    <a:pt x="494"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9"/>
            <p:cNvSpPr/>
            <p:nvPr/>
          </p:nvSpPr>
          <p:spPr>
            <a:xfrm>
              <a:off x="1135575" y="3218225"/>
              <a:ext cx="12575" cy="12575"/>
            </a:xfrm>
            <a:custGeom>
              <a:avLst/>
              <a:gdLst/>
              <a:ahLst/>
              <a:cxnLst/>
              <a:rect l="l" t="t" r="r" b="b"/>
              <a:pathLst>
                <a:path w="503" h="503" extrusionOk="0">
                  <a:moveTo>
                    <a:pt x="252" y="0"/>
                  </a:moveTo>
                  <a:cubicBezTo>
                    <a:pt x="116" y="0"/>
                    <a:pt x="0" y="116"/>
                    <a:pt x="0" y="252"/>
                  </a:cubicBezTo>
                  <a:cubicBezTo>
                    <a:pt x="0" y="387"/>
                    <a:pt x="116" y="503"/>
                    <a:pt x="252" y="503"/>
                  </a:cubicBezTo>
                  <a:cubicBezTo>
                    <a:pt x="387" y="503"/>
                    <a:pt x="503" y="387"/>
                    <a:pt x="503" y="252"/>
                  </a:cubicBezTo>
                  <a:cubicBezTo>
                    <a:pt x="503"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9"/>
            <p:cNvSpPr/>
            <p:nvPr/>
          </p:nvSpPr>
          <p:spPr>
            <a:xfrm>
              <a:off x="1227500" y="3218225"/>
              <a:ext cx="12400" cy="12575"/>
            </a:xfrm>
            <a:custGeom>
              <a:avLst/>
              <a:gdLst/>
              <a:ahLst/>
              <a:cxnLst/>
              <a:rect l="l" t="t" r="r" b="b"/>
              <a:pathLst>
                <a:path w="496" h="503" extrusionOk="0">
                  <a:moveTo>
                    <a:pt x="251" y="0"/>
                  </a:moveTo>
                  <a:cubicBezTo>
                    <a:pt x="109" y="0"/>
                    <a:pt x="0" y="116"/>
                    <a:pt x="0" y="252"/>
                  </a:cubicBezTo>
                  <a:cubicBezTo>
                    <a:pt x="0" y="387"/>
                    <a:pt x="109" y="503"/>
                    <a:pt x="251" y="503"/>
                  </a:cubicBezTo>
                  <a:cubicBezTo>
                    <a:pt x="387" y="503"/>
                    <a:pt x="496" y="387"/>
                    <a:pt x="496" y="252"/>
                  </a:cubicBezTo>
                  <a:cubicBezTo>
                    <a:pt x="496"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9"/>
            <p:cNvSpPr/>
            <p:nvPr/>
          </p:nvSpPr>
          <p:spPr>
            <a:xfrm>
              <a:off x="1319275" y="3218225"/>
              <a:ext cx="12550" cy="12575"/>
            </a:xfrm>
            <a:custGeom>
              <a:avLst/>
              <a:gdLst/>
              <a:ahLst/>
              <a:cxnLst/>
              <a:rect l="l" t="t" r="r" b="b"/>
              <a:pathLst>
                <a:path w="502" h="503" extrusionOk="0">
                  <a:moveTo>
                    <a:pt x="252" y="0"/>
                  </a:moveTo>
                  <a:cubicBezTo>
                    <a:pt x="114" y="0"/>
                    <a:pt x="1" y="116"/>
                    <a:pt x="1" y="252"/>
                  </a:cubicBezTo>
                  <a:cubicBezTo>
                    <a:pt x="1" y="387"/>
                    <a:pt x="114" y="503"/>
                    <a:pt x="252" y="503"/>
                  </a:cubicBezTo>
                  <a:cubicBezTo>
                    <a:pt x="388" y="503"/>
                    <a:pt x="501" y="387"/>
                    <a:pt x="501" y="252"/>
                  </a:cubicBezTo>
                  <a:cubicBezTo>
                    <a:pt x="501"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9"/>
            <p:cNvSpPr/>
            <p:nvPr/>
          </p:nvSpPr>
          <p:spPr>
            <a:xfrm>
              <a:off x="1411200" y="3218225"/>
              <a:ext cx="12425" cy="12575"/>
            </a:xfrm>
            <a:custGeom>
              <a:avLst/>
              <a:gdLst/>
              <a:ahLst/>
              <a:cxnLst/>
              <a:rect l="l" t="t" r="r" b="b"/>
              <a:pathLst>
                <a:path w="497" h="503" extrusionOk="0">
                  <a:moveTo>
                    <a:pt x="245" y="0"/>
                  </a:moveTo>
                  <a:cubicBezTo>
                    <a:pt x="109" y="0"/>
                    <a:pt x="1" y="116"/>
                    <a:pt x="1" y="252"/>
                  </a:cubicBezTo>
                  <a:cubicBezTo>
                    <a:pt x="1" y="387"/>
                    <a:pt x="109" y="503"/>
                    <a:pt x="245" y="503"/>
                  </a:cubicBezTo>
                  <a:cubicBezTo>
                    <a:pt x="388" y="503"/>
                    <a:pt x="496" y="387"/>
                    <a:pt x="496" y="252"/>
                  </a:cubicBezTo>
                  <a:cubicBezTo>
                    <a:pt x="496" y="116"/>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9"/>
            <p:cNvSpPr/>
            <p:nvPr/>
          </p:nvSpPr>
          <p:spPr>
            <a:xfrm>
              <a:off x="1503000" y="3218225"/>
              <a:ext cx="12525" cy="12575"/>
            </a:xfrm>
            <a:custGeom>
              <a:avLst/>
              <a:gdLst/>
              <a:ahLst/>
              <a:cxnLst/>
              <a:rect l="l" t="t" r="r" b="b"/>
              <a:pathLst>
                <a:path w="501" h="503" extrusionOk="0">
                  <a:moveTo>
                    <a:pt x="250" y="0"/>
                  </a:moveTo>
                  <a:cubicBezTo>
                    <a:pt x="114" y="0"/>
                    <a:pt x="0" y="116"/>
                    <a:pt x="0" y="252"/>
                  </a:cubicBezTo>
                  <a:cubicBezTo>
                    <a:pt x="0" y="387"/>
                    <a:pt x="114" y="503"/>
                    <a:pt x="250" y="503"/>
                  </a:cubicBezTo>
                  <a:cubicBezTo>
                    <a:pt x="387" y="503"/>
                    <a:pt x="501" y="387"/>
                    <a:pt x="501" y="252"/>
                  </a:cubicBezTo>
                  <a:cubicBezTo>
                    <a:pt x="501" y="116"/>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9"/>
            <p:cNvSpPr/>
            <p:nvPr/>
          </p:nvSpPr>
          <p:spPr>
            <a:xfrm>
              <a:off x="1594750" y="3218225"/>
              <a:ext cx="12575" cy="12575"/>
            </a:xfrm>
            <a:custGeom>
              <a:avLst/>
              <a:gdLst/>
              <a:ahLst/>
              <a:cxnLst/>
              <a:rect l="l" t="t" r="r" b="b"/>
              <a:pathLst>
                <a:path w="503" h="503" extrusionOk="0">
                  <a:moveTo>
                    <a:pt x="251" y="0"/>
                  </a:moveTo>
                  <a:cubicBezTo>
                    <a:pt x="115" y="0"/>
                    <a:pt x="0" y="116"/>
                    <a:pt x="0" y="252"/>
                  </a:cubicBezTo>
                  <a:cubicBezTo>
                    <a:pt x="0" y="387"/>
                    <a:pt x="115" y="503"/>
                    <a:pt x="251" y="503"/>
                  </a:cubicBezTo>
                  <a:cubicBezTo>
                    <a:pt x="394" y="503"/>
                    <a:pt x="503" y="387"/>
                    <a:pt x="503" y="252"/>
                  </a:cubicBezTo>
                  <a:cubicBezTo>
                    <a:pt x="503" y="116"/>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9"/>
            <p:cNvSpPr/>
            <p:nvPr/>
          </p:nvSpPr>
          <p:spPr>
            <a:xfrm>
              <a:off x="1686650" y="32182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9"/>
            <p:cNvSpPr/>
            <p:nvPr/>
          </p:nvSpPr>
          <p:spPr>
            <a:xfrm>
              <a:off x="1778450" y="3218225"/>
              <a:ext cx="12550" cy="12575"/>
            </a:xfrm>
            <a:custGeom>
              <a:avLst/>
              <a:gdLst/>
              <a:ahLst/>
              <a:cxnLst/>
              <a:rect l="l" t="t" r="r" b="b"/>
              <a:pathLst>
                <a:path w="502" h="503" extrusionOk="0">
                  <a:moveTo>
                    <a:pt x="252" y="0"/>
                  </a:moveTo>
                  <a:cubicBezTo>
                    <a:pt x="114" y="0"/>
                    <a:pt x="1" y="116"/>
                    <a:pt x="1" y="252"/>
                  </a:cubicBezTo>
                  <a:cubicBezTo>
                    <a:pt x="1" y="387"/>
                    <a:pt x="114" y="503"/>
                    <a:pt x="252" y="503"/>
                  </a:cubicBezTo>
                  <a:cubicBezTo>
                    <a:pt x="388" y="503"/>
                    <a:pt x="501" y="387"/>
                    <a:pt x="501" y="252"/>
                  </a:cubicBezTo>
                  <a:cubicBezTo>
                    <a:pt x="501"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9"/>
            <p:cNvSpPr/>
            <p:nvPr/>
          </p:nvSpPr>
          <p:spPr>
            <a:xfrm>
              <a:off x="1870375" y="3218225"/>
              <a:ext cx="12400" cy="12575"/>
            </a:xfrm>
            <a:custGeom>
              <a:avLst/>
              <a:gdLst/>
              <a:ahLst/>
              <a:cxnLst/>
              <a:rect l="l" t="t" r="r" b="b"/>
              <a:pathLst>
                <a:path w="496" h="503" extrusionOk="0">
                  <a:moveTo>
                    <a:pt x="252" y="0"/>
                  </a:moveTo>
                  <a:cubicBezTo>
                    <a:pt x="109" y="0"/>
                    <a:pt x="0" y="116"/>
                    <a:pt x="0" y="252"/>
                  </a:cubicBezTo>
                  <a:cubicBezTo>
                    <a:pt x="0" y="387"/>
                    <a:pt x="109" y="503"/>
                    <a:pt x="252" y="503"/>
                  </a:cubicBezTo>
                  <a:cubicBezTo>
                    <a:pt x="387" y="503"/>
                    <a:pt x="496" y="387"/>
                    <a:pt x="496" y="252"/>
                  </a:cubicBezTo>
                  <a:cubicBezTo>
                    <a:pt x="496"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9"/>
            <p:cNvSpPr/>
            <p:nvPr/>
          </p:nvSpPr>
          <p:spPr>
            <a:xfrm>
              <a:off x="1962150" y="3218225"/>
              <a:ext cx="12550" cy="12575"/>
            </a:xfrm>
            <a:custGeom>
              <a:avLst/>
              <a:gdLst/>
              <a:ahLst/>
              <a:cxnLst/>
              <a:rect l="l" t="t" r="r" b="b"/>
              <a:pathLst>
                <a:path w="502" h="503" extrusionOk="0">
                  <a:moveTo>
                    <a:pt x="250" y="0"/>
                  </a:moveTo>
                  <a:cubicBezTo>
                    <a:pt x="114" y="0"/>
                    <a:pt x="1" y="116"/>
                    <a:pt x="1" y="252"/>
                  </a:cubicBezTo>
                  <a:cubicBezTo>
                    <a:pt x="1" y="387"/>
                    <a:pt x="114" y="503"/>
                    <a:pt x="250" y="503"/>
                  </a:cubicBezTo>
                  <a:cubicBezTo>
                    <a:pt x="388" y="503"/>
                    <a:pt x="502" y="387"/>
                    <a:pt x="502" y="252"/>
                  </a:cubicBezTo>
                  <a:cubicBezTo>
                    <a:pt x="502"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9"/>
            <p:cNvSpPr/>
            <p:nvPr/>
          </p:nvSpPr>
          <p:spPr>
            <a:xfrm>
              <a:off x="2054075" y="3218225"/>
              <a:ext cx="12425" cy="12575"/>
            </a:xfrm>
            <a:custGeom>
              <a:avLst/>
              <a:gdLst/>
              <a:ahLst/>
              <a:cxnLst/>
              <a:rect l="l" t="t" r="r" b="b"/>
              <a:pathLst>
                <a:path w="497" h="503" extrusionOk="0">
                  <a:moveTo>
                    <a:pt x="252" y="0"/>
                  </a:moveTo>
                  <a:cubicBezTo>
                    <a:pt x="109" y="0"/>
                    <a:pt x="1" y="116"/>
                    <a:pt x="1" y="252"/>
                  </a:cubicBezTo>
                  <a:cubicBezTo>
                    <a:pt x="1" y="387"/>
                    <a:pt x="109" y="503"/>
                    <a:pt x="252" y="503"/>
                  </a:cubicBezTo>
                  <a:cubicBezTo>
                    <a:pt x="388" y="503"/>
                    <a:pt x="496" y="387"/>
                    <a:pt x="496" y="252"/>
                  </a:cubicBezTo>
                  <a:cubicBezTo>
                    <a:pt x="496"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9"/>
            <p:cNvSpPr/>
            <p:nvPr/>
          </p:nvSpPr>
          <p:spPr>
            <a:xfrm>
              <a:off x="2145825" y="32182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9"/>
            <p:cNvSpPr/>
            <p:nvPr/>
          </p:nvSpPr>
          <p:spPr>
            <a:xfrm>
              <a:off x="2237800" y="3218225"/>
              <a:ext cx="12350" cy="12575"/>
            </a:xfrm>
            <a:custGeom>
              <a:avLst/>
              <a:gdLst/>
              <a:ahLst/>
              <a:cxnLst/>
              <a:rect l="l" t="t" r="r" b="b"/>
              <a:pathLst>
                <a:path w="494" h="503" extrusionOk="0">
                  <a:moveTo>
                    <a:pt x="244" y="0"/>
                  </a:moveTo>
                  <a:cubicBezTo>
                    <a:pt x="107" y="0"/>
                    <a:pt x="0" y="116"/>
                    <a:pt x="0" y="252"/>
                  </a:cubicBezTo>
                  <a:cubicBezTo>
                    <a:pt x="0" y="387"/>
                    <a:pt x="107" y="503"/>
                    <a:pt x="244" y="503"/>
                  </a:cubicBezTo>
                  <a:cubicBezTo>
                    <a:pt x="387" y="503"/>
                    <a:pt x="494" y="387"/>
                    <a:pt x="494" y="252"/>
                  </a:cubicBezTo>
                  <a:cubicBezTo>
                    <a:pt x="494" y="116"/>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9"/>
            <p:cNvSpPr/>
            <p:nvPr/>
          </p:nvSpPr>
          <p:spPr>
            <a:xfrm>
              <a:off x="2329550" y="3218225"/>
              <a:ext cx="12575" cy="12575"/>
            </a:xfrm>
            <a:custGeom>
              <a:avLst/>
              <a:gdLst/>
              <a:ahLst/>
              <a:cxnLst/>
              <a:rect l="l" t="t" r="r" b="b"/>
              <a:pathLst>
                <a:path w="503" h="503" extrusionOk="0">
                  <a:moveTo>
                    <a:pt x="251" y="0"/>
                  </a:moveTo>
                  <a:cubicBezTo>
                    <a:pt x="115" y="0"/>
                    <a:pt x="0" y="116"/>
                    <a:pt x="0" y="252"/>
                  </a:cubicBezTo>
                  <a:cubicBezTo>
                    <a:pt x="0" y="387"/>
                    <a:pt x="115" y="503"/>
                    <a:pt x="251" y="503"/>
                  </a:cubicBezTo>
                  <a:cubicBezTo>
                    <a:pt x="387" y="503"/>
                    <a:pt x="502" y="387"/>
                    <a:pt x="502" y="252"/>
                  </a:cubicBezTo>
                  <a:cubicBezTo>
                    <a:pt x="502"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9"/>
            <p:cNvSpPr/>
            <p:nvPr/>
          </p:nvSpPr>
          <p:spPr>
            <a:xfrm>
              <a:off x="2421325" y="3218225"/>
              <a:ext cx="12550" cy="12575"/>
            </a:xfrm>
            <a:custGeom>
              <a:avLst/>
              <a:gdLst/>
              <a:ahLst/>
              <a:cxnLst/>
              <a:rect l="l" t="t" r="r" b="b"/>
              <a:pathLst>
                <a:path w="502" h="503" extrusionOk="0">
                  <a:moveTo>
                    <a:pt x="250" y="0"/>
                  </a:moveTo>
                  <a:cubicBezTo>
                    <a:pt x="114" y="0"/>
                    <a:pt x="1" y="116"/>
                    <a:pt x="1" y="252"/>
                  </a:cubicBezTo>
                  <a:cubicBezTo>
                    <a:pt x="1" y="387"/>
                    <a:pt x="114" y="503"/>
                    <a:pt x="250" y="503"/>
                  </a:cubicBezTo>
                  <a:cubicBezTo>
                    <a:pt x="395" y="503"/>
                    <a:pt x="501" y="387"/>
                    <a:pt x="501" y="252"/>
                  </a:cubicBezTo>
                  <a:cubicBezTo>
                    <a:pt x="501" y="116"/>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9"/>
            <p:cNvSpPr/>
            <p:nvPr/>
          </p:nvSpPr>
          <p:spPr>
            <a:xfrm>
              <a:off x="2513250" y="3218225"/>
              <a:ext cx="12575" cy="12575"/>
            </a:xfrm>
            <a:custGeom>
              <a:avLst/>
              <a:gdLst/>
              <a:ahLst/>
              <a:cxnLst/>
              <a:rect l="l" t="t" r="r" b="b"/>
              <a:pathLst>
                <a:path w="503" h="503" extrusionOk="0">
                  <a:moveTo>
                    <a:pt x="252" y="0"/>
                  </a:moveTo>
                  <a:cubicBezTo>
                    <a:pt x="109" y="0"/>
                    <a:pt x="0" y="116"/>
                    <a:pt x="0" y="252"/>
                  </a:cubicBezTo>
                  <a:cubicBezTo>
                    <a:pt x="0" y="387"/>
                    <a:pt x="109"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9"/>
            <p:cNvSpPr/>
            <p:nvPr/>
          </p:nvSpPr>
          <p:spPr>
            <a:xfrm>
              <a:off x="2605000" y="3218225"/>
              <a:ext cx="12575" cy="12575"/>
            </a:xfrm>
            <a:custGeom>
              <a:avLst/>
              <a:gdLst/>
              <a:ahLst/>
              <a:cxnLst/>
              <a:rect l="l" t="t" r="r" b="b"/>
              <a:pathLst>
                <a:path w="503" h="503" extrusionOk="0">
                  <a:moveTo>
                    <a:pt x="252" y="0"/>
                  </a:moveTo>
                  <a:cubicBezTo>
                    <a:pt x="116" y="0"/>
                    <a:pt x="0" y="116"/>
                    <a:pt x="0" y="252"/>
                  </a:cubicBezTo>
                  <a:cubicBezTo>
                    <a:pt x="0" y="387"/>
                    <a:pt x="116" y="503"/>
                    <a:pt x="252" y="503"/>
                  </a:cubicBezTo>
                  <a:cubicBezTo>
                    <a:pt x="387" y="503"/>
                    <a:pt x="503" y="387"/>
                    <a:pt x="503" y="252"/>
                  </a:cubicBezTo>
                  <a:cubicBezTo>
                    <a:pt x="503"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9"/>
            <p:cNvSpPr/>
            <p:nvPr/>
          </p:nvSpPr>
          <p:spPr>
            <a:xfrm>
              <a:off x="2696950" y="3218225"/>
              <a:ext cx="12375" cy="12575"/>
            </a:xfrm>
            <a:custGeom>
              <a:avLst/>
              <a:gdLst/>
              <a:ahLst/>
              <a:cxnLst/>
              <a:rect l="l" t="t" r="r" b="b"/>
              <a:pathLst>
                <a:path w="495" h="503" extrusionOk="0">
                  <a:moveTo>
                    <a:pt x="252" y="0"/>
                  </a:moveTo>
                  <a:cubicBezTo>
                    <a:pt x="108" y="0"/>
                    <a:pt x="1" y="116"/>
                    <a:pt x="1" y="252"/>
                  </a:cubicBezTo>
                  <a:cubicBezTo>
                    <a:pt x="1" y="387"/>
                    <a:pt x="108" y="503"/>
                    <a:pt x="252" y="503"/>
                  </a:cubicBezTo>
                  <a:cubicBezTo>
                    <a:pt x="388" y="503"/>
                    <a:pt x="495" y="387"/>
                    <a:pt x="495" y="252"/>
                  </a:cubicBezTo>
                  <a:cubicBezTo>
                    <a:pt x="495"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9"/>
            <p:cNvSpPr/>
            <p:nvPr/>
          </p:nvSpPr>
          <p:spPr>
            <a:xfrm>
              <a:off x="2788700" y="32182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9"/>
            <p:cNvSpPr/>
            <p:nvPr/>
          </p:nvSpPr>
          <p:spPr>
            <a:xfrm>
              <a:off x="2880675" y="3218225"/>
              <a:ext cx="12375" cy="12575"/>
            </a:xfrm>
            <a:custGeom>
              <a:avLst/>
              <a:gdLst/>
              <a:ahLst/>
              <a:cxnLst/>
              <a:rect l="l" t="t" r="r" b="b"/>
              <a:pathLst>
                <a:path w="495" h="503" extrusionOk="0">
                  <a:moveTo>
                    <a:pt x="243" y="0"/>
                  </a:moveTo>
                  <a:cubicBezTo>
                    <a:pt x="107" y="0"/>
                    <a:pt x="0" y="116"/>
                    <a:pt x="0" y="252"/>
                  </a:cubicBezTo>
                  <a:cubicBezTo>
                    <a:pt x="0" y="387"/>
                    <a:pt x="107" y="503"/>
                    <a:pt x="243" y="503"/>
                  </a:cubicBezTo>
                  <a:cubicBezTo>
                    <a:pt x="387" y="503"/>
                    <a:pt x="494" y="387"/>
                    <a:pt x="494" y="252"/>
                  </a:cubicBezTo>
                  <a:cubicBezTo>
                    <a:pt x="494" y="116"/>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9"/>
            <p:cNvSpPr/>
            <p:nvPr/>
          </p:nvSpPr>
          <p:spPr>
            <a:xfrm>
              <a:off x="2972425" y="3218225"/>
              <a:ext cx="12575" cy="12575"/>
            </a:xfrm>
            <a:custGeom>
              <a:avLst/>
              <a:gdLst/>
              <a:ahLst/>
              <a:cxnLst/>
              <a:rect l="l" t="t" r="r" b="b"/>
              <a:pathLst>
                <a:path w="503" h="503" extrusionOk="0">
                  <a:moveTo>
                    <a:pt x="251" y="0"/>
                  </a:moveTo>
                  <a:cubicBezTo>
                    <a:pt x="115" y="0"/>
                    <a:pt x="0" y="116"/>
                    <a:pt x="0" y="252"/>
                  </a:cubicBezTo>
                  <a:cubicBezTo>
                    <a:pt x="0" y="387"/>
                    <a:pt x="115" y="503"/>
                    <a:pt x="251" y="503"/>
                  </a:cubicBezTo>
                  <a:cubicBezTo>
                    <a:pt x="387" y="503"/>
                    <a:pt x="503" y="387"/>
                    <a:pt x="503" y="252"/>
                  </a:cubicBezTo>
                  <a:cubicBezTo>
                    <a:pt x="503"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9"/>
            <p:cNvSpPr/>
            <p:nvPr/>
          </p:nvSpPr>
          <p:spPr>
            <a:xfrm>
              <a:off x="3064375" y="3218225"/>
              <a:ext cx="12375" cy="12575"/>
            </a:xfrm>
            <a:custGeom>
              <a:avLst/>
              <a:gdLst/>
              <a:ahLst/>
              <a:cxnLst/>
              <a:rect l="l" t="t" r="r" b="b"/>
              <a:pathLst>
                <a:path w="495" h="503" extrusionOk="0">
                  <a:moveTo>
                    <a:pt x="243" y="0"/>
                  </a:moveTo>
                  <a:cubicBezTo>
                    <a:pt x="107" y="0"/>
                    <a:pt x="1" y="116"/>
                    <a:pt x="1" y="252"/>
                  </a:cubicBezTo>
                  <a:cubicBezTo>
                    <a:pt x="1" y="387"/>
                    <a:pt x="107" y="503"/>
                    <a:pt x="243" y="503"/>
                  </a:cubicBezTo>
                  <a:cubicBezTo>
                    <a:pt x="388" y="503"/>
                    <a:pt x="495" y="387"/>
                    <a:pt x="495" y="252"/>
                  </a:cubicBezTo>
                  <a:cubicBezTo>
                    <a:pt x="495" y="116"/>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9"/>
            <p:cNvSpPr/>
            <p:nvPr/>
          </p:nvSpPr>
          <p:spPr>
            <a:xfrm>
              <a:off x="3156125" y="32182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9"/>
            <p:cNvSpPr/>
            <p:nvPr/>
          </p:nvSpPr>
          <p:spPr>
            <a:xfrm>
              <a:off x="3247875" y="3218225"/>
              <a:ext cx="12575" cy="12575"/>
            </a:xfrm>
            <a:custGeom>
              <a:avLst/>
              <a:gdLst/>
              <a:ahLst/>
              <a:cxnLst/>
              <a:rect l="l" t="t" r="r" b="b"/>
              <a:pathLst>
                <a:path w="503"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9"/>
            <p:cNvSpPr/>
            <p:nvPr/>
          </p:nvSpPr>
          <p:spPr>
            <a:xfrm>
              <a:off x="3339850" y="3218225"/>
              <a:ext cx="12525" cy="12575"/>
            </a:xfrm>
            <a:custGeom>
              <a:avLst/>
              <a:gdLst/>
              <a:ahLst/>
              <a:cxnLst/>
              <a:rect l="l" t="t" r="r" b="b"/>
              <a:pathLst>
                <a:path w="501" h="503" extrusionOk="0">
                  <a:moveTo>
                    <a:pt x="251" y="0"/>
                  </a:moveTo>
                  <a:cubicBezTo>
                    <a:pt x="107" y="0"/>
                    <a:pt x="0" y="116"/>
                    <a:pt x="0" y="252"/>
                  </a:cubicBezTo>
                  <a:cubicBezTo>
                    <a:pt x="0" y="387"/>
                    <a:pt x="107" y="503"/>
                    <a:pt x="251" y="503"/>
                  </a:cubicBezTo>
                  <a:cubicBezTo>
                    <a:pt x="387" y="503"/>
                    <a:pt x="501" y="387"/>
                    <a:pt x="501" y="252"/>
                  </a:cubicBezTo>
                  <a:cubicBezTo>
                    <a:pt x="501"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9"/>
            <p:cNvSpPr/>
            <p:nvPr/>
          </p:nvSpPr>
          <p:spPr>
            <a:xfrm>
              <a:off x="3431575" y="32182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9"/>
            <p:cNvSpPr/>
            <p:nvPr/>
          </p:nvSpPr>
          <p:spPr>
            <a:xfrm>
              <a:off x="3523550" y="3218225"/>
              <a:ext cx="12375" cy="12575"/>
            </a:xfrm>
            <a:custGeom>
              <a:avLst/>
              <a:gdLst/>
              <a:ahLst/>
              <a:cxnLst/>
              <a:rect l="l" t="t" r="r" b="b"/>
              <a:pathLst>
                <a:path w="495" h="503" extrusionOk="0">
                  <a:moveTo>
                    <a:pt x="250" y="0"/>
                  </a:moveTo>
                  <a:cubicBezTo>
                    <a:pt x="107" y="0"/>
                    <a:pt x="0" y="116"/>
                    <a:pt x="0" y="252"/>
                  </a:cubicBezTo>
                  <a:cubicBezTo>
                    <a:pt x="0" y="387"/>
                    <a:pt x="107" y="503"/>
                    <a:pt x="250" y="503"/>
                  </a:cubicBezTo>
                  <a:cubicBezTo>
                    <a:pt x="388" y="503"/>
                    <a:pt x="494" y="387"/>
                    <a:pt x="494" y="252"/>
                  </a:cubicBezTo>
                  <a:cubicBezTo>
                    <a:pt x="494"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9"/>
            <p:cNvSpPr/>
            <p:nvPr/>
          </p:nvSpPr>
          <p:spPr>
            <a:xfrm>
              <a:off x="676400" y="3310175"/>
              <a:ext cx="12600" cy="12375"/>
            </a:xfrm>
            <a:custGeom>
              <a:avLst/>
              <a:gdLst/>
              <a:ahLst/>
              <a:cxnLst/>
              <a:rect l="l" t="t" r="r" b="b"/>
              <a:pathLst>
                <a:path w="504" h="495" extrusionOk="0">
                  <a:moveTo>
                    <a:pt x="252" y="1"/>
                  </a:moveTo>
                  <a:cubicBezTo>
                    <a:pt x="116" y="1"/>
                    <a:pt x="1" y="108"/>
                    <a:pt x="1" y="252"/>
                  </a:cubicBezTo>
                  <a:cubicBezTo>
                    <a:pt x="1" y="388"/>
                    <a:pt x="116" y="495"/>
                    <a:pt x="252" y="495"/>
                  </a:cubicBezTo>
                  <a:cubicBezTo>
                    <a:pt x="388" y="495"/>
                    <a:pt x="503" y="388"/>
                    <a:pt x="503" y="252"/>
                  </a:cubicBezTo>
                  <a:cubicBezTo>
                    <a:pt x="503"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9"/>
            <p:cNvSpPr/>
            <p:nvPr/>
          </p:nvSpPr>
          <p:spPr>
            <a:xfrm>
              <a:off x="768325" y="3310175"/>
              <a:ext cx="12400" cy="12375"/>
            </a:xfrm>
            <a:custGeom>
              <a:avLst/>
              <a:gdLst/>
              <a:ahLst/>
              <a:cxnLst/>
              <a:rect l="l" t="t" r="r" b="b"/>
              <a:pathLst>
                <a:path w="496" h="495" extrusionOk="0">
                  <a:moveTo>
                    <a:pt x="245" y="1"/>
                  </a:moveTo>
                  <a:cubicBezTo>
                    <a:pt x="109" y="1"/>
                    <a:pt x="0" y="108"/>
                    <a:pt x="0" y="252"/>
                  </a:cubicBezTo>
                  <a:cubicBezTo>
                    <a:pt x="0" y="388"/>
                    <a:pt x="109" y="495"/>
                    <a:pt x="245" y="495"/>
                  </a:cubicBezTo>
                  <a:cubicBezTo>
                    <a:pt x="388" y="495"/>
                    <a:pt x="496" y="388"/>
                    <a:pt x="496" y="252"/>
                  </a:cubicBezTo>
                  <a:cubicBezTo>
                    <a:pt x="496" y="108"/>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9"/>
            <p:cNvSpPr/>
            <p:nvPr/>
          </p:nvSpPr>
          <p:spPr>
            <a:xfrm>
              <a:off x="860125" y="3310175"/>
              <a:ext cx="12525" cy="12375"/>
            </a:xfrm>
            <a:custGeom>
              <a:avLst/>
              <a:gdLst/>
              <a:ahLst/>
              <a:cxnLst/>
              <a:rect l="l" t="t" r="r" b="b"/>
              <a:pathLst>
                <a:path w="501" h="495" extrusionOk="0">
                  <a:moveTo>
                    <a:pt x="251" y="1"/>
                  </a:moveTo>
                  <a:cubicBezTo>
                    <a:pt x="114" y="1"/>
                    <a:pt x="0" y="108"/>
                    <a:pt x="0" y="252"/>
                  </a:cubicBezTo>
                  <a:cubicBezTo>
                    <a:pt x="0" y="388"/>
                    <a:pt x="114" y="495"/>
                    <a:pt x="251" y="495"/>
                  </a:cubicBezTo>
                  <a:cubicBezTo>
                    <a:pt x="387" y="495"/>
                    <a:pt x="501" y="388"/>
                    <a:pt x="501" y="252"/>
                  </a:cubicBezTo>
                  <a:cubicBezTo>
                    <a:pt x="501" y="108"/>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9"/>
            <p:cNvSpPr/>
            <p:nvPr/>
          </p:nvSpPr>
          <p:spPr>
            <a:xfrm>
              <a:off x="951850" y="3310175"/>
              <a:ext cx="12600" cy="12375"/>
            </a:xfrm>
            <a:custGeom>
              <a:avLst/>
              <a:gdLst/>
              <a:ahLst/>
              <a:cxnLst/>
              <a:rect l="l" t="t" r="r" b="b"/>
              <a:pathLst>
                <a:path w="504" h="495" extrusionOk="0">
                  <a:moveTo>
                    <a:pt x="252" y="1"/>
                  </a:moveTo>
                  <a:cubicBezTo>
                    <a:pt x="116" y="1"/>
                    <a:pt x="1" y="108"/>
                    <a:pt x="1" y="252"/>
                  </a:cubicBezTo>
                  <a:cubicBezTo>
                    <a:pt x="1" y="388"/>
                    <a:pt x="116" y="495"/>
                    <a:pt x="252" y="495"/>
                  </a:cubicBezTo>
                  <a:cubicBezTo>
                    <a:pt x="388" y="495"/>
                    <a:pt x="503" y="388"/>
                    <a:pt x="503" y="252"/>
                  </a:cubicBezTo>
                  <a:cubicBezTo>
                    <a:pt x="503"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9"/>
            <p:cNvSpPr/>
            <p:nvPr/>
          </p:nvSpPr>
          <p:spPr>
            <a:xfrm>
              <a:off x="1043825" y="3310175"/>
              <a:ext cx="12375" cy="12375"/>
            </a:xfrm>
            <a:custGeom>
              <a:avLst/>
              <a:gdLst/>
              <a:ahLst/>
              <a:cxnLst/>
              <a:rect l="l" t="t" r="r" b="b"/>
              <a:pathLst>
                <a:path w="495" h="495" extrusionOk="0">
                  <a:moveTo>
                    <a:pt x="250" y="1"/>
                  </a:moveTo>
                  <a:cubicBezTo>
                    <a:pt x="107" y="1"/>
                    <a:pt x="0" y="108"/>
                    <a:pt x="0" y="252"/>
                  </a:cubicBezTo>
                  <a:cubicBezTo>
                    <a:pt x="0" y="388"/>
                    <a:pt x="107" y="495"/>
                    <a:pt x="250" y="495"/>
                  </a:cubicBezTo>
                  <a:cubicBezTo>
                    <a:pt x="388" y="495"/>
                    <a:pt x="494" y="388"/>
                    <a:pt x="494" y="252"/>
                  </a:cubicBezTo>
                  <a:cubicBezTo>
                    <a:pt x="494" y="108"/>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9"/>
            <p:cNvSpPr/>
            <p:nvPr/>
          </p:nvSpPr>
          <p:spPr>
            <a:xfrm>
              <a:off x="1135575" y="3310175"/>
              <a:ext cx="12575" cy="12375"/>
            </a:xfrm>
            <a:custGeom>
              <a:avLst/>
              <a:gdLst/>
              <a:ahLst/>
              <a:cxnLst/>
              <a:rect l="l" t="t" r="r" b="b"/>
              <a:pathLst>
                <a:path w="503" h="495" extrusionOk="0">
                  <a:moveTo>
                    <a:pt x="252" y="1"/>
                  </a:moveTo>
                  <a:cubicBezTo>
                    <a:pt x="116" y="1"/>
                    <a:pt x="0" y="108"/>
                    <a:pt x="0" y="252"/>
                  </a:cubicBezTo>
                  <a:cubicBezTo>
                    <a:pt x="0" y="388"/>
                    <a:pt x="116" y="495"/>
                    <a:pt x="252" y="495"/>
                  </a:cubicBezTo>
                  <a:cubicBezTo>
                    <a:pt x="387" y="495"/>
                    <a:pt x="503" y="388"/>
                    <a:pt x="503" y="252"/>
                  </a:cubicBezTo>
                  <a:cubicBezTo>
                    <a:pt x="503" y="108"/>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9"/>
            <p:cNvSpPr/>
            <p:nvPr/>
          </p:nvSpPr>
          <p:spPr>
            <a:xfrm>
              <a:off x="1227500" y="3310175"/>
              <a:ext cx="12400" cy="12375"/>
            </a:xfrm>
            <a:custGeom>
              <a:avLst/>
              <a:gdLst/>
              <a:ahLst/>
              <a:cxnLst/>
              <a:rect l="l" t="t" r="r" b="b"/>
              <a:pathLst>
                <a:path w="496" h="495" extrusionOk="0">
                  <a:moveTo>
                    <a:pt x="251" y="1"/>
                  </a:moveTo>
                  <a:cubicBezTo>
                    <a:pt x="109" y="1"/>
                    <a:pt x="0" y="108"/>
                    <a:pt x="0" y="252"/>
                  </a:cubicBezTo>
                  <a:cubicBezTo>
                    <a:pt x="0" y="388"/>
                    <a:pt x="109" y="495"/>
                    <a:pt x="251" y="495"/>
                  </a:cubicBezTo>
                  <a:cubicBezTo>
                    <a:pt x="387" y="495"/>
                    <a:pt x="496" y="388"/>
                    <a:pt x="496" y="252"/>
                  </a:cubicBezTo>
                  <a:cubicBezTo>
                    <a:pt x="496" y="108"/>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9"/>
            <p:cNvSpPr/>
            <p:nvPr/>
          </p:nvSpPr>
          <p:spPr>
            <a:xfrm>
              <a:off x="1319275" y="3310175"/>
              <a:ext cx="12550" cy="12375"/>
            </a:xfrm>
            <a:custGeom>
              <a:avLst/>
              <a:gdLst/>
              <a:ahLst/>
              <a:cxnLst/>
              <a:rect l="l" t="t" r="r" b="b"/>
              <a:pathLst>
                <a:path w="502" h="495" extrusionOk="0">
                  <a:moveTo>
                    <a:pt x="252" y="1"/>
                  </a:moveTo>
                  <a:cubicBezTo>
                    <a:pt x="114" y="1"/>
                    <a:pt x="1" y="108"/>
                    <a:pt x="1" y="252"/>
                  </a:cubicBezTo>
                  <a:cubicBezTo>
                    <a:pt x="1" y="388"/>
                    <a:pt x="114" y="495"/>
                    <a:pt x="252" y="495"/>
                  </a:cubicBezTo>
                  <a:cubicBezTo>
                    <a:pt x="388" y="495"/>
                    <a:pt x="501" y="388"/>
                    <a:pt x="501" y="252"/>
                  </a:cubicBezTo>
                  <a:cubicBezTo>
                    <a:pt x="501"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9"/>
            <p:cNvSpPr/>
            <p:nvPr/>
          </p:nvSpPr>
          <p:spPr>
            <a:xfrm>
              <a:off x="1411200" y="3310175"/>
              <a:ext cx="12425" cy="12375"/>
            </a:xfrm>
            <a:custGeom>
              <a:avLst/>
              <a:gdLst/>
              <a:ahLst/>
              <a:cxnLst/>
              <a:rect l="l" t="t" r="r" b="b"/>
              <a:pathLst>
                <a:path w="497" h="495" extrusionOk="0">
                  <a:moveTo>
                    <a:pt x="245" y="1"/>
                  </a:moveTo>
                  <a:cubicBezTo>
                    <a:pt x="109" y="1"/>
                    <a:pt x="1" y="108"/>
                    <a:pt x="1" y="252"/>
                  </a:cubicBezTo>
                  <a:cubicBezTo>
                    <a:pt x="1" y="388"/>
                    <a:pt x="109" y="495"/>
                    <a:pt x="245" y="495"/>
                  </a:cubicBezTo>
                  <a:cubicBezTo>
                    <a:pt x="388" y="495"/>
                    <a:pt x="496" y="388"/>
                    <a:pt x="496" y="252"/>
                  </a:cubicBezTo>
                  <a:cubicBezTo>
                    <a:pt x="496" y="108"/>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9"/>
            <p:cNvSpPr/>
            <p:nvPr/>
          </p:nvSpPr>
          <p:spPr>
            <a:xfrm>
              <a:off x="1503000" y="3310175"/>
              <a:ext cx="12525" cy="12375"/>
            </a:xfrm>
            <a:custGeom>
              <a:avLst/>
              <a:gdLst/>
              <a:ahLst/>
              <a:cxnLst/>
              <a:rect l="l" t="t" r="r" b="b"/>
              <a:pathLst>
                <a:path w="501" h="495" extrusionOk="0">
                  <a:moveTo>
                    <a:pt x="250" y="1"/>
                  </a:moveTo>
                  <a:cubicBezTo>
                    <a:pt x="114" y="1"/>
                    <a:pt x="0" y="108"/>
                    <a:pt x="0" y="252"/>
                  </a:cubicBezTo>
                  <a:cubicBezTo>
                    <a:pt x="0" y="388"/>
                    <a:pt x="114" y="495"/>
                    <a:pt x="250" y="495"/>
                  </a:cubicBezTo>
                  <a:cubicBezTo>
                    <a:pt x="387" y="495"/>
                    <a:pt x="501" y="388"/>
                    <a:pt x="501" y="252"/>
                  </a:cubicBezTo>
                  <a:cubicBezTo>
                    <a:pt x="501" y="108"/>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9"/>
            <p:cNvSpPr/>
            <p:nvPr/>
          </p:nvSpPr>
          <p:spPr>
            <a:xfrm>
              <a:off x="1594750" y="3310175"/>
              <a:ext cx="12575" cy="12375"/>
            </a:xfrm>
            <a:custGeom>
              <a:avLst/>
              <a:gdLst/>
              <a:ahLst/>
              <a:cxnLst/>
              <a:rect l="l" t="t" r="r" b="b"/>
              <a:pathLst>
                <a:path w="503" h="495" extrusionOk="0">
                  <a:moveTo>
                    <a:pt x="251" y="1"/>
                  </a:moveTo>
                  <a:cubicBezTo>
                    <a:pt x="115" y="1"/>
                    <a:pt x="0" y="108"/>
                    <a:pt x="0" y="252"/>
                  </a:cubicBezTo>
                  <a:cubicBezTo>
                    <a:pt x="0" y="388"/>
                    <a:pt x="115" y="495"/>
                    <a:pt x="251" y="495"/>
                  </a:cubicBezTo>
                  <a:cubicBezTo>
                    <a:pt x="394" y="495"/>
                    <a:pt x="503" y="388"/>
                    <a:pt x="503" y="252"/>
                  </a:cubicBezTo>
                  <a:cubicBezTo>
                    <a:pt x="503" y="108"/>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9"/>
            <p:cNvSpPr/>
            <p:nvPr/>
          </p:nvSpPr>
          <p:spPr>
            <a:xfrm>
              <a:off x="1686650" y="3310175"/>
              <a:ext cx="12600" cy="12375"/>
            </a:xfrm>
            <a:custGeom>
              <a:avLst/>
              <a:gdLst/>
              <a:ahLst/>
              <a:cxnLst/>
              <a:rect l="l" t="t" r="r" b="b"/>
              <a:pathLst>
                <a:path w="504" h="495" extrusionOk="0">
                  <a:moveTo>
                    <a:pt x="252" y="1"/>
                  </a:moveTo>
                  <a:cubicBezTo>
                    <a:pt x="116" y="1"/>
                    <a:pt x="1" y="108"/>
                    <a:pt x="1" y="252"/>
                  </a:cubicBezTo>
                  <a:cubicBezTo>
                    <a:pt x="1" y="388"/>
                    <a:pt x="116" y="495"/>
                    <a:pt x="252" y="495"/>
                  </a:cubicBezTo>
                  <a:cubicBezTo>
                    <a:pt x="388" y="495"/>
                    <a:pt x="503" y="388"/>
                    <a:pt x="503" y="252"/>
                  </a:cubicBezTo>
                  <a:cubicBezTo>
                    <a:pt x="503"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9"/>
            <p:cNvSpPr/>
            <p:nvPr/>
          </p:nvSpPr>
          <p:spPr>
            <a:xfrm>
              <a:off x="1778450" y="3310175"/>
              <a:ext cx="12550" cy="12375"/>
            </a:xfrm>
            <a:custGeom>
              <a:avLst/>
              <a:gdLst/>
              <a:ahLst/>
              <a:cxnLst/>
              <a:rect l="l" t="t" r="r" b="b"/>
              <a:pathLst>
                <a:path w="502" h="495" extrusionOk="0">
                  <a:moveTo>
                    <a:pt x="252" y="1"/>
                  </a:moveTo>
                  <a:cubicBezTo>
                    <a:pt x="114" y="1"/>
                    <a:pt x="1" y="108"/>
                    <a:pt x="1" y="252"/>
                  </a:cubicBezTo>
                  <a:cubicBezTo>
                    <a:pt x="1" y="388"/>
                    <a:pt x="114" y="495"/>
                    <a:pt x="252" y="495"/>
                  </a:cubicBezTo>
                  <a:cubicBezTo>
                    <a:pt x="388" y="495"/>
                    <a:pt x="501" y="388"/>
                    <a:pt x="501" y="252"/>
                  </a:cubicBezTo>
                  <a:cubicBezTo>
                    <a:pt x="501"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9"/>
            <p:cNvSpPr/>
            <p:nvPr/>
          </p:nvSpPr>
          <p:spPr>
            <a:xfrm>
              <a:off x="1870375" y="3310175"/>
              <a:ext cx="12400" cy="12375"/>
            </a:xfrm>
            <a:custGeom>
              <a:avLst/>
              <a:gdLst/>
              <a:ahLst/>
              <a:cxnLst/>
              <a:rect l="l" t="t" r="r" b="b"/>
              <a:pathLst>
                <a:path w="496" h="495" extrusionOk="0">
                  <a:moveTo>
                    <a:pt x="252" y="1"/>
                  </a:moveTo>
                  <a:cubicBezTo>
                    <a:pt x="109" y="1"/>
                    <a:pt x="0" y="108"/>
                    <a:pt x="0" y="252"/>
                  </a:cubicBezTo>
                  <a:cubicBezTo>
                    <a:pt x="0" y="388"/>
                    <a:pt x="109" y="495"/>
                    <a:pt x="252" y="495"/>
                  </a:cubicBezTo>
                  <a:cubicBezTo>
                    <a:pt x="387" y="495"/>
                    <a:pt x="496" y="388"/>
                    <a:pt x="496" y="252"/>
                  </a:cubicBezTo>
                  <a:cubicBezTo>
                    <a:pt x="496" y="108"/>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9"/>
            <p:cNvSpPr/>
            <p:nvPr/>
          </p:nvSpPr>
          <p:spPr>
            <a:xfrm>
              <a:off x="1962150" y="3310175"/>
              <a:ext cx="12550" cy="12375"/>
            </a:xfrm>
            <a:custGeom>
              <a:avLst/>
              <a:gdLst/>
              <a:ahLst/>
              <a:cxnLst/>
              <a:rect l="l" t="t" r="r" b="b"/>
              <a:pathLst>
                <a:path w="502" h="495" extrusionOk="0">
                  <a:moveTo>
                    <a:pt x="250" y="1"/>
                  </a:moveTo>
                  <a:cubicBezTo>
                    <a:pt x="114" y="1"/>
                    <a:pt x="1" y="108"/>
                    <a:pt x="1" y="252"/>
                  </a:cubicBezTo>
                  <a:cubicBezTo>
                    <a:pt x="1" y="388"/>
                    <a:pt x="114" y="495"/>
                    <a:pt x="250" y="495"/>
                  </a:cubicBezTo>
                  <a:cubicBezTo>
                    <a:pt x="388" y="495"/>
                    <a:pt x="502" y="388"/>
                    <a:pt x="502" y="252"/>
                  </a:cubicBezTo>
                  <a:cubicBezTo>
                    <a:pt x="502" y="108"/>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9"/>
            <p:cNvSpPr/>
            <p:nvPr/>
          </p:nvSpPr>
          <p:spPr>
            <a:xfrm>
              <a:off x="2054075" y="3310175"/>
              <a:ext cx="12425" cy="12375"/>
            </a:xfrm>
            <a:custGeom>
              <a:avLst/>
              <a:gdLst/>
              <a:ahLst/>
              <a:cxnLst/>
              <a:rect l="l" t="t" r="r" b="b"/>
              <a:pathLst>
                <a:path w="497" h="495" extrusionOk="0">
                  <a:moveTo>
                    <a:pt x="252" y="1"/>
                  </a:moveTo>
                  <a:cubicBezTo>
                    <a:pt x="109" y="1"/>
                    <a:pt x="1" y="108"/>
                    <a:pt x="1" y="252"/>
                  </a:cubicBezTo>
                  <a:cubicBezTo>
                    <a:pt x="1" y="388"/>
                    <a:pt x="109" y="495"/>
                    <a:pt x="252" y="495"/>
                  </a:cubicBezTo>
                  <a:cubicBezTo>
                    <a:pt x="388" y="495"/>
                    <a:pt x="496" y="388"/>
                    <a:pt x="496" y="252"/>
                  </a:cubicBezTo>
                  <a:cubicBezTo>
                    <a:pt x="496"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9"/>
            <p:cNvSpPr/>
            <p:nvPr/>
          </p:nvSpPr>
          <p:spPr>
            <a:xfrm>
              <a:off x="2145825" y="3310175"/>
              <a:ext cx="12600" cy="12375"/>
            </a:xfrm>
            <a:custGeom>
              <a:avLst/>
              <a:gdLst/>
              <a:ahLst/>
              <a:cxnLst/>
              <a:rect l="l" t="t" r="r" b="b"/>
              <a:pathLst>
                <a:path w="504" h="495" extrusionOk="0">
                  <a:moveTo>
                    <a:pt x="252" y="1"/>
                  </a:moveTo>
                  <a:cubicBezTo>
                    <a:pt x="116" y="1"/>
                    <a:pt x="1" y="108"/>
                    <a:pt x="1" y="252"/>
                  </a:cubicBezTo>
                  <a:cubicBezTo>
                    <a:pt x="1" y="388"/>
                    <a:pt x="116" y="495"/>
                    <a:pt x="252" y="495"/>
                  </a:cubicBezTo>
                  <a:cubicBezTo>
                    <a:pt x="388" y="495"/>
                    <a:pt x="503" y="388"/>
                    <a:pt x="503" y="252"/>
                  </a:cubicBezTo>
                  <a:cubicBezTo>
                    <a:pt x="503"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9"/>
            <p:cNvSpPr/>
            <p:nvPr/>
          </p:nvSpPr>
          <p:spPr>
            <a:xfrm>
              <a:off x="2237800" y="3310175"/>
              <a:ext cx="12350" cy="12375"/>
            </a:xfrm>
            <a:custGeom>
              <a:avLst/>
              <a:gdLst/>
              <a:ahLst/>
              <a:cxnLst/>
              <a:rect l="l" t="t" r="r" b="b"/>
              <a:pathLst>
                <a:path w="494" h="495" extrusionOk="0">
                  <a:moveTo>
                    <a:pt x="244" y="1"/>
                  </a:moveTo>
                  <a:cubicBezTo>
                    <a:pt x="107" y="1"/>
                    <a:pt x="0" y="108"/>
                    <a:pt x="0" y="252"/>
                  </a:cubicBezTo>
                  <a:cubicBezTo>
                    <a:pt x="0" y="388"/>
                    <a:pt x="107" y="495"/>
                    <a:pt x="244" y="495"/>
                  </a:cubicBezTo>
                  <a:cubicBezTo>
                    <a:pt x="387" y="495"/>
                    <a:pt x="494" y="388"/>
                    <a:pt x="494" y="252"/>
                  </a:cubicBezTo>
                  <a:cubicBezTo>
                    <a:pt x="494" y="108"/>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9"/>
            <p:cNvSpPr/>
            <p:nvPr/>
          </p:nvSpPr>
          <p:spPr>
            <a:xfrm>
              <a:off x="2329550" y="3310175"/>
              <a:ext cx="12575" cy="12375"/>
            </a:xfrm>
            <a:custGeom>
              <a:avLst/>
              <a:gdLst/>
              <a:ahLst/>
              <a:cxnLst/>
              <a:rect l="l" t="t" r="r" b="b"/>
              <a:pathLst>
                <a:path w="503" h="495" extrusionOk="0">
                  <a:moveTo>
                    <a:pt x="251" y="1"/>
                  </a:moveTo>
                  <a:cubicBezTo>
                    <a:pt x="115" y="1"/>
                    <a:pt x="0" y="108"/>
                    <a:pt x="0" y="252"/>
                  </a:cubicBezTo>
                  <a:cubicBezTo>
                    <a:pt x="0" y="388"/>
                    <a:pt x="115" y="495"/>
                    <a:pt x="251" y="495"/>
                  </a:cubicBezTo>
                  <a:cubicBezTo>
                    <a:pt x="387" y="495"/>
                    <a:pt x="502" y="388"/>
                    <a:pt x="502" y="252"/>
                  </a:cubicBezTo>
                  <a:cubicBezTo>
                    <a:pt x="502" y="108"/>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9"/>
            <p:cNvSpPr/>
            <p:nvPr/>
          </p:nvSpPr>
          <p:spPr>
            <a:xfrm>
              <a:off x="2421325" y="3310175"/>
              <a:ext cx="12550" cy="12375"/>
            </a:xfrm>
            <a:custGeom>
              <a:avLst/>
              <a:gdLst/>
              <a:ahLst/>
              <a:cxnLst/>
              <a:rect l="l" t="t" r="r" b="b"/>
              <a:pathLst>
                <a:path w="502" h="495" extrusionOk="0">
                  <a:moveTo>
                    <a:pt x="250" y="1"/>
                  </a:moveTo>
                  <a:cubicBezTo>
                    <a:pt x="114" y="1"/>
                    <a:pt x="1" y="108"/>
                    <a:pt x="1" y="252"/>
                  </a:cubicBezTo>
                  <a:cubicBezTo>
                    <a:pt x="1" y="388"/>
                    <a:pt x="114" y="495"/>
                    <a:pt x="250" y="495"/>
                  </a:cubicBezTo>
                  <a:cubicBezTo>
                    <a:pt x="395" y="495"/>
                    <a:pt x="501" y="388"/>
                    <a:pt x="501" y="252"/>
                  </a:cubicBezTo>
                  <a:cubicBezTo>
                    <a:pt x="501" y="108"/>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9"/>
            <p:cNvSpPr/>
            <p:nvPr/>
          </p:nvSpPr>
          <p:spPr>
            <a:xfrm>
              <a:off x="2513250" y="3310175"/>
              <a:ext cx="12575" cy="12375"/>
            </a:xfrm>
            <a:custGeom>
              <a:avLst/>
              <a:gdLst/>
              <a:ahLst/>
              <a:cxnLst/>
              <a:rect l="l" t="t" r="r" b="b"/>
              <a:pathLst>
                <a:path w="503" h="495" extrusionOk="0">
                  <a:moveTo>
                    <a:pt x="252" y="1"/>
                  </a:moveTo>
                  <a:cubicBezTo>
                    <a:pt x="109" y="1"/>
                    <a:pt x="0" y="108"/>
                    <a:pt x="0" y="252"/>
                  </a:cubicBezTo>
                  <a:cubicBezTo>
                    <a:pt x="0" y="388"/>
                    <a:pt x="109" y="495"/>
                    <a:pt x="252" y="495"/>
                  </a:cubicBezTo>
                  <a:cubicBezTo>
                    <a:pt x="388" y="495"/>
                    <a:pt x="503" y="388"/>
                    <a:pt x="503" y="252"/>
                  </a:cubicBezTo>
                  <a:cubicBezTo>
                    <a:pt x="503"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9"/>
            <p:cNvSpPr/>
            <p:nvPr/>
          </p:nvSpPr>
          <p:spPr>
            <a:xfrm>
              <a:off x="2605000" y="3310175"/>
              <a:ext cx="12575" cy="12375"/>
            </a:xfrm>
            <a:custGeom>
              <a:avLst/>
              <a:gdLst/>
              <a:ahLst/>
              <a:cxnLst/>
              <a:rect l="l" t="t" r="r" b="b"/>
              <a:pathLst>
                <a:path w="503" h="495" extrusionOk="0">
                  <a:moveTo>
                    <a:pt x="252" y="1"/>
                  </a:moveTo>
                  <a:cubicBezTo>
                    <a:pt x="116" y="1"/>
                    <a:pt x="0" y="108"/>
                    <a:pt x="0" y="252"/>
                  </a:cubicBezTo>
                  <a:cubicBezTo>
                    <a:pt x="0" y="388"/>
                    <a:pt x="116" y="495"/>
                    <a:pt x="252" y="495"/>
                  </a:cubicBezTo>
                  <a:cubicBezTo>
                    <a:pt x="387" y="495"/>
                    <a:pt x="503" y="388"/>
                    <a:pt x="503" y="252"/>
                  </a:cubicBezTo>
                  <a:cubicBezTo>
                    <a:pt x="503" y="108"/>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9"/>
            <p:cNvSpPr/>
            <p:nvPr/>
          </p:nvSpPr>
          <p:spPr>
            <a:xfrm>
              <a:off x="2696950" y="3310175"/>
              <a:ext cx="12375" cy="12375"/>
            </a:xfrm>
            <a:custGeom>
              <a:avLst/>
              <a:gdLst/>
              <a:ahLst/>
              <a:cxnLst/>
              <a:rect l="l" t="t" r="r" b="b"/>
              <a:pathLst>
                <a:path w="495" h="495" extrusionOk="0">
                  <a:moveTo>
                    <a:pt x="252" y="1"/>
                  </a:moveTo>
                  <a:cubicBezTo>
                    <a:pt x="108" y="1"/>
                    <a:pt x="1" y="108"/>
                    <a:pt x="1" y="252"/>
                  </a:cubicBezTo>
                  <a:cubicBezTo>
                    <a:pt x="1" y="388"/>
                    <a:pt x="108" y="495"/>
                    <a:pt x="252" y="495"/>
                  </a:cubicBezTo>
                  <a:cubicBezTo>
                    <a:pt x="388" y="495"/>
                    <a:pt x="495" y="388"/>
                    <a:pt x="495" y="252"/>
                  </a:cubicBezTo>
                  <a:cubicBezTo>
                    <a:pt x="495"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9"/>
            <p:cNvSpPr/>
            <p:nvPr/>
          </p:nvSpPr>
          <p:spPr>
            <a:xfrm>
              <a:off x="2788700" y="3310175"/>
              <a:ext cx="12600" cy="12375"/>
            </a:xfrm>
            <a:custGeom>
              <a:avLst/>
              <a:gdLst/>
              <a:ahLst/>
              <a:cxnLst/>
              <a:rect l="l" t="t" r="r" b="b"/>
              <a:pathLst>
                <a:path w="504" h="495" extrusionOk="0">
                  <a:moveTo>
                    <a:pt x="252" y="1"/>
                  </a:moveTo>
                  <a:cubicBezTo>
                    <a:pt x="116" y="1"/>
                    <a:pt x="1" y="108"/>
                    <a:pt x="1" y="252"/>
                  </a:cubicBezTo>
                  <a:cubicBezTo>
                    <a:pt x="1" y="388"/>
                    <a:pt x="116" y="495"/>
                    <a:pt x="252" y="495"/>
                  </a:cubicBezTo>
                  <a:cubicBezTo>
                    <a:pt x="388" y="495"/>
                    <a:pt x="503" y="388"/>
                    <a:pt x="503" y="252"/>
                  </a:cubicBezTo>
                  <a:cubicBezTo>
                    <a:pt x="503"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9"/>
            <p:cNvSpPr/>
            <p:nvPr/>
          </p:nvSpPr>
          <p:spPr>
            <a:xfrm>
              <a:off x="2880675" y="3310175"/>
              <a:ext cx="12375" cy="12375"/>
            </a:xfrm>
            <a:custGeom>
              <a:avLst/>
              <a:gdLst/>
              <a:ahLst/>
              <a:cxnLst/>
              <a:rect l="l" t="t" r="r" b="b"/>
              <a:pathLst>
                <a:path w="495" h="495" extrusionOk="0">
                  <a:moveTo>
                    <a:pt x="243" y="1"/>
                  </a:moveTo>
                  <a:cubicBezTo>
                    <a:pt x="107" y="1"/>
                    <a:pt x="0" y="108"/>
                    <a:pt x="0" y="252"/>
                  </a:cubicBezTo>
                  <a:cubicBezTo>
                    <a:pt x="0" y="388"/>
                    <a:pt x="107" y="495"/>
                    <a:pt x="243" y="495"/>
                  </a:cubicBezTo>
                  <a:cubicBezTo>
                    <a:pt x="387" y="495"/>
                    <a:pt x="494" y="388"/>
                    <a:pt x="494" y="252"/>
                  </a:cubicBezTo>
                  <a:cubicBezTo>
                    <a:pt x="494" y="108"/>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9"/>
            <p:cNvSpPr/>
            <p:nvPr/>
          </p:nvSpPr>
          <p:spPr>
            <a:xfrm>
              <a:off x="2972425" y="3310175"/>
              <a:ext cx="12575" cy="12375"/>
            </a:xfrm>
            <a:custGeom>
              <a:avLst/>
              <a:gdLst/>
              <a:ahLst/>
              <a:cxnLst/>
              <a:rect l="l" t="t" r="r" b="b"/>
              <a:pathLst>
                <a:path w="503" h="495" extrusionOk="0">
                  <a:moveTo>
                    <a:pt x="251" y="1"/>
                  </a:moveTo>
                  <a:cubicBezTo>
                    <a:pt x="115" y="1"/>
                    <a:pt x="0" y="108"/>
                    <a:pt x="0" y="252"/>
                  </a:cubicBezTo>
                  <a:cubicBezTo>
                    <a:pt x="0" y="388"/>
                    <a:pt x="115" y="495"/>
                    <a:pt x="251" y="495"/>
                  </a:cubicBezTo>
                  <a:cubicBezTo>
                    <a:pt x="387" y="495"/>
                    <a:pt x="503" y="388"/>
                    <a:pt x="503" y="252"/>
                  </a:cubicBezTo>
                  <a:cubicBezTo>
                    <a:pt x="503" y="108"/>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9"/>
            <p:cNvSpPr/>
            <p:nvPr/>
          </p:nvSpPr>
          <p:spPr>
            <a:xfrm>
              <a:off x="3064375" y="3310175"/>
              <a:ext cx="12375" cy="12375"/>
            </a:xfrm>
            <a:custGeom>
              <a:avLst/>
              <a:gdLst/>
              <a:ahLst/>
              <a:cxnLst/>
              <a:rect l="l" t="t" r="r" b="b"/>
              <a:pathLst>
                <a:path w="495" h="495" extrusionOk="0">
                  <a:moveTo>
                    <a:pt x="243" y="1"/>
                  </a:moveTo>
                  <a:cubicBezTo>
                    <a:pt x="107" y="1"/>
                    <a:pt x="1" y="108"/>
                    <a:pt x="1" y="252"/>
                  </a:cubicBezTo>
                  <a:cubicBezTo>
                    <a:pt x="1" y="388"/>
                    <a:pt x="107" y="495"/>
                    <a:pt x="243" y="495"/>
                  </a:cubicBezTo>
                  <a:cubicBezTo>
                    <a:pt x="388" y="495"/>
                    <a:pt x="495" y="388"/>
                    <a:pt x="495" y="252"/>
                  </a:cubicBezTo>
                  <a:cubicBezTo>
                    <a:pt x="495" y="108"/>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9"/>
            <p:cNvSpPr/>
            <p:nvPr/>
          </p:nvSpPr>
          <p:spPr>
            <a:xfrm>
              <a:off x="3156125" y="3310175"/>
              <a:ext cx="12600" cy="12375"/>
            </a:xfrm>
            <a:custGeom>
              <a:avLst/>
              <a:gdLst/>
              <a:ahLst/>
              <a:cxnLst/>
              <a:rect l="l" t="t" r="r" b="b"/>
              <a:pathLst>
                <a:path w="504" h="495" extrusionOk="0">
                  <a:moveTo>
                    <a:pt x="252" y="1"/>
                  </a:moveTo>
                  <a:cubicBezTo>
                    <a:pt x="116" y="1"/>
                    <a:pt x="1" y="108"/>
                    <a:pt x="1" y="252"/>
                  </a:cubicBezTo>
                  <a:cubicBezTo>
                    <a:pt x="1" y="388"/>
                    <a:pt x="116" y="495"/>
                    <a:pt x="252" y="495"/>
                  </a:cubicBezTo>
                  <a:cubicBezTo>
                    <a:pt x="388" y="495"/>
                    <a:pt x="503" y="388"/>
                    <a:pt x="503" y="252"/>
                  </a:cubicBezTo>
                  <a:cubicBezTo>
                    <a:pt x="503"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9"/>
            <p:cNvSpPr/>
            <p:nvPr/>
          </p:nvSpPr>
          <p:spPr>
            <a:xfrm>
              <a:off x="3247875" y="3310175"/>
              <a:ext cx="12575" cy="12375"/>
            </a:xfrm>
            <a:custGeom>
              <a:avLst/>
              <a:gdLst/>
              <a:ahLst/>
              <a:cxnLst/>
              <a:rect l="l" t="t" r="r" b="b"/>
              <a:pathLst>
                <a:path w="503" h="495" extrusionOk="0">
                  <a:moveTo>
                    <a:pt x="252" y="1"/>
                  </a:moveTo>
                  <a:cubicBezTo>
                    <a:pt x="116" y="1"/>
                    <a:pt x="1" y="108"/>
                    <a:pt x="1" y="252"/>
                  </a:cubicBezTo>
                  <a:cubicBezTo>
                    <a:pt x="1" y="388"/>
                    <a:pt x="116" y="495"/>
                    <a:pt x="252" y="495"/>
                  </a:cubicBezTo>
                  <a:cubicBezTo>
                    <a:pt x="388" y="495"/>
                    <a:pt x="503" y="388"/>
                    <a:pt x="503" y="252"/>
                  </a:cubicBezTo>
                  <a:cubicBezTo>
                    <a:pt x="503"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9"/>
            <p:cNvSpPr/>
            <p:nvPr/>
          </p:nvSpPr>
          <p:spPr>
            <a:xfrm>
              <a:off x="3339850" y="3310175"/>
              <a:ext cx="12525" cy="12375"/>
            </a:xfrm>
            <a:custGeom>
              <a:avLst/>
              <a:gdLst/>
              <a:ahLst/>
              <a:cxnLst/>
              <a:rect l="l" t="t" r="r" b="b"/>
              <a:pathLst>
                <a:path w="501" h="495" extrusionOk="0">
                  <a:moveTo>
                    <a:pt x="251" y="1"/>
                  </a:moveTo>
                  <a:cubicBezTo>
                    <a:pt x="107" y="1"/>
                    <a:pt x="0" y="108"/>
                    <a:pt x="0" y="252"/>
                  </a:cubicBezTo>
                  <a:cubicBezTo>
                    <a:pt x="0" y="388"/>
                    <a:pt x="107" y="495"/>
                    <a:pt x="251" y="495"/>
                  </a:cubicBezTo>
                  <a:cubicBezTo>
                    <a:pt x="387" y="495"/>
                    <a:pt x="501" y="388"/>
                    <a:pt x="501" y="252"/>
                  </a:cubicBezTo>
                  <a:cubicBezTo>
                    <a:pt x="501" y="108"/>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9"/>
            <p:cNvSpPr/>
            <p:nvPr/>
          </p:nvSpPr>
          <p:spPr>
            <a:xfrm>
              <a:off x="3431575" y="3310175"/>
              <a:ext cx="12600" cy="12375"/>
            </a:xfrm>
            <a:custGeom>
              <a:avLst/>
              <a:gdLst/>
              <a:ahLst/>
              <a:cxnLst/>
              <a:rect l="l" t="t" r="r" b="b"/>
              <a:pathLst>
                <a:path w="504" h="495" extrusionOk="0">
                  <a:moveTo>
                    <a:pt x="252" y="1"/>
                  </a:moveTo>
                  <a:cubicBezTo>
                    <a:pt x="116" y="1"/>
                    <a:pt x="1" y="108"/>
                    <a:pt x="1" y="252"/>
                  </a:cubicBezTo>
                  <a:cubicBezTo>
                    <a:pt x="1" y="388"/>
                    <a:pt x="116" y="495"/>
                    <a:pt x="252" y="495"/>
                  </a:cubicBezTo>
                  <a:cubicBezTo>
                    <a:pt x="388" y="495"/>
                    <a:pt x="503" y="388"/>
                    <a:pt x="503" y="252"/>
                  </a:cubicBezTo>
                  <a:cubicBezTo>
                    <a:pt x="503"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9"/>
            <p:cNvSpPr/>
            <p:nvPr/>
          </p:nvSpPr>
          <p:spPr>
            <a:xfrm>
              <a:off x="3523550" y="3310175"/>
              <a:ext cx="12375" cy="12375"/>
            </a:xfrm>
            <a:custGeom>
              <a:avLst/>
              <a:gdLst/>
              <a:ahLst/>
              <a:cxnLst/>
              <a:rect l="l" t="t" r="r" b="b"/>
              <a:pathLst>
                <a:path w="495" h="495" extrusionOk="0">
                  <a:moveTo>
                    <a:pt x="250" y="1"/>
                  </a:moveTo>
                  <a:cubicBezTo>
                    <a:pt x="107" y="1"/>
                    <a:pt x="0" y="108"/>
                    <a:pt x="0" y="252"/>
                  </a:cubicBezTo>
                  <a:cubicBezTo>
                    <a:pt x="0" y="388"/>
                    <a:pt x="107" y="495"/>
                    <a:pt x="250" y="495"/>
                  </a:cubicBezTo>
                  <a:cubicBezTo>
                    <a:pt x="388" y="495"/>
                    <a:pt x="494" y="388"/>
                    <a:pt x="494" y="252"/>
                  </a:cubicBezTo>
                  <a:cubicBezTo>
                    <a:pt x="494" y="108"/>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9"/>
            <p:cNvSpPr/>
            <p:nvPr/>
          </p:nvSpPr>
          <p:spPr>
            <a:xfrm>
              <a:off x="676400" y="340192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9"/>
            <p:cNvSpPr/>
            <p:nvPr/>
          </p:nvSpPr>
          <p:spPr>
            <a:xfrm>
              <a:off x="768325" y="3401925"/>
              <a:ext cx="12400" cy="12600"/>
            </a:xfrm>
            <a:custGeom>
              <a:avLst/>
              <a:gdLst/>
              <a:ahLst/>
              <a:cxnLst/>
              <a:rect l="l" t="t" r="r" b="b"/>
              <a:pathLst>
                <a:path w="496" h="504"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9"/>
            <p:cNvSpPr/>
            <p:nvPr/>
          </p:nvSpPr>
          <p:spPr>
            <a:xfrm>
              <a:off x="860125" y="3401925"/>
              <a:ext cx="12525" cy="12600"/>
            </a:xfrm>
            <a:custGeom>
              <a:avLst/>
              <a:gdLst/>
              <a:ahLst/>
              <a:cxnLst/>
              <a:rect l="l" t="t" r="r" b="b"/>
              <a:pathLst>
                <a:path w="501" h="504"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9"/>
            <p:cNvSpPr/>
            <p:nvPr/>
          </p:nvSpPr>
          <p:spPr>
            <a:xfrm>
              <a:off x="951850" y="340192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9"/>
            <p:cNvSpPr/>
            <p:nvPr/>
          </p:nvSpPr>
          <p:spPr>
            <a:xfrm>
              <a:off x="1043825" y="3401925"/>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9"/>
            <p:cNvSpPr/>
            <p:nvPr/>
          </p:nvSpPr>
          <p:spPr>
            <a:xfrm>
              <a:off x="1135575" y="3401925"/>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9"/>
            <p:cNvSpPr/>
            <p:nvPr/>
          </p:nvSpPr>
          <p:spPr>
            <a:xfrm>
              <a:off x="1227500" y="3401925"/>
              <a:ext cx="12400" cy="12600"/>
            </a:xfrm>
            <a:custGeom>
              <a:avLst/>
              <a:gdLst/>
              <a:ahLst/>
              <a:cxnLst/>
              <a:rect l="l" t="t" r="r" b="b"/>
              <a:pathLst>
                <a:path w="496" h="504"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9"/>
            <p:cNvSpPr/>
            <p:nvPr/>
          </p:nvSpPr>
          <p:spPr>
            <a:xfrm>
              <a:off x="1319275" y="3401925"/>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9"/>
            <p:cNvSpPr/>
            <p:nvPr/>
          </p:nvSpPr>
          <p:spPr>
            <a:xfrm>
              <a:off x="1411200" y="3401925"/>
              <a:ext cx="12425" cy="12600"/>
            </a:xfrm>
            <a:custGeom>
              <a:avLst/>
              <a:gdLst/>
              <a:ahLst/>
              <a:cxnLst/>
              <a:rect l="l" t="t" r="r" b="b"/>
              <a:pathLst>
                <a:path w="497" h="504"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9"/>
            <p:cNvSpPr/>
            <p:nvPr/>
          </p:nvSpPr>
          <p:spPr>
            <a:xfrm>
              <a:off x="1503000" y="3401925"/>
              <a:ext cx="12525" cy="12600"/>
            </a:xfrm>
            <a:custGeom>
              <a:avLst/>
              <a:gdLst/>
              <a:ahLst/>
              <a:cxnLst/>
              <a:rect l="l" t="t" r="r" b="b"/>
              <a:pathLst>
                <a:path w="501" h="504"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9"/>
            <p:cNvSpPr/>
            <p:nvPr/>
          </p:nvSpPr>
          <p:spPr>
            <a:xfrm>
              <a:off x="1594750" y="3401925"/>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9"/>
            <p:cNvSpPr/>
            <p:nvPr/>
          </p:nvSpPr>
          <p:spPr>
            <a:xfrm>
              <a:off x="1686650" y="340192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9"/>
            <p:cNvSpPr/>
            <p:nvPr/>
          </p:nvSpPr>
          <p:spPr>
            <a:xfrm>
              <a:off x="1778450" y="3401925"/>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9"/>
            <p:cNvSpPr/>
            <p:nvPr/>
          </p:nvSpPr>
          <p:spPr>
            <a:xfrm>
              <a:off x="1870375" y="3401925"/>
              <a:ext cx="12400" cy="12600"/>
            </a:xfrm>
            <a:custGeom>
              <a:avLst/>
              <a:gdLst/>
              <a:ahLst/>
              <a:cxnLst/>
              <a:rect l="l" t="t" r="r" b="b"/>
              <a:pathLst>
                <a:path w="496" h="504"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9"/>
            <p:cNvSpPr/>
            <p:nvPr/>
          </p:nvSpPr>
          <p:spPr>
            <a:xfrm>
              <a:off x="1962150" y="3401925"/>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9"/>
            <p:cNvSpPr/>
            <p:nvPr/>
          </p:nvSpPr>
          <p:spPr>
            <a:xfrm>
              <a:off x="2054075" y="3401925"/>
              <a:ext cx="12425" cy="12600"/>
            </a:xfrm>
            <a:custGeom>
              <a:avLst/>
              <a:gdLst/>
              <a:ahLst/>
              <a:cxnLst/>
              <a:rect l="l" t="t" r="r" b="b"/>
              <a:pathLst>
                <a:path w="497" h="504"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9"/>
            <p:cNvSpPr/>
            <p:nvPr/>
          </p:nvSpPr>
          <p:spPr>
            <a:xfrm>
              <a:off x="2145825" y="340192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9"/>
            <p:cNvSpPr/>
            <p:nvPr/>
          </p:nvSpPr>
          <p:spPr>
            <a:xfrm>
              <a:off x="2237800" y="3401925"/>
              <a:ext cx="12350" cy="12600"/>
            </a:xfrm>
            <a:custGeom>
              <a:avLst/>
              <a:gdLst/>
              <a:ahLst/>
              <a:cxnLst/>
              <a:rect l="l" t="t" r="r" b="b"/>
              <a:pathLst>
                <a:path w="494" h="504"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9"/>
            <p:cNvSpPr/>
            <p:nvPr/>
          </p:nvSpPr>
          <p:spPr>
            <a:xfrm>
              <a:off x="2329550" y="3401925"/>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9"/>
            <p:cNvSpPr/>
            <p:nvPr/>
          </p:nvSpPr>
          <p:spPr>
            <a:xfrm>
              <a:off x="2421325" y="3401925"/>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9"/>
            <p:cNvSpPr/>
            <p:nvPr/>
          </p:nvSpPr>
          <p:spPr>
            <a:xfrm>
              <a:off x="2513250" y="3401925"/>
              <a:ext cx="12575" cy="12600"/>
            </a:xfrm>
            <a:custGeom>
              <a:avLst/>
              <a:gdLst/>
              <a:ahLst/>
              <a:cxnLst/>
              <a:rect l="l" t="t" r="r" b="b"/>
              <a:pathLst>
                <a:path w="503" h="504"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9"/>
            <p:cNvSpPr/>
            <p:nvPr/>
          </p:nvSpPr>
          <p:spPr>
            <a:xfrm>
              <a:off x="2605000" y="3401925"/>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9"/>
            <p:cNvSpPr/>
            <p:nvPr/>
          </p:nvSpPr>
          <p:spPr>
            <a:xfrm>
              <a:off x="2696950" y="3401925"/>
              <a:ext cx="12375" cy="12600"/>
            </a:xfrm>
            <a:custGeom>
              <a:avLst/>
              <a:gdLst/>
              <a:ahLst/>
              <a:cxnLst/>
              <a:rect l="l" t="t" r="r" b="b"/>
              <a:pathLst>
                <a:path w="495" h="504"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9"/>
            <p:cNvSpPr/>
            <p:nvPr/>
          </p:nvSpPr>
          <p:spPr>
            <a:xfrm>
              <a:off x="2788700" y="340192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9"/>
            <p:cNvSpPr/>
            <p:nvPr/>
          </p:nvSpPr>
          <p:spPr>
            <a:xfrm>
              <a:off x="2880675" y="3401925"/>
              <a:ext cx="12375" cy="12600"/>
            </a:xfrm>
            <a:custGeom>
              <a:avLst/>
              <a:gdLst/>
              <a:ahLst/>
              <a:cxnLst/>
              <a:rect l="l" t="t" r="r" b="b"/>
              <a:pathLst>
                <a:path w="495" h="504"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9"/>
            <p:cNvSpPr/>
            <p:nvPr/>
          </p:nvSpPr>
          <p:spPr>
            <a:xfrm>
              <a:off x="2972425" y="3401925"/>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9"/>
            <p:cNvSpPr/>
            <p:nvPr/>
          </p:nvSpPr>
          <p:spPr>
            <a:xfrm>
              <a:off x="3064375" y="3401925"/>
              <a:ext cx="12375" cy="12600"/>
            </a:xfrm>
            <a:custGeom>
              <a:avLst/>
              <a:gdLst/>
              <a:ahLst/>
              <a:cxnLst/>
              <a:rect l="l" t="t" r="r" b="b"/>
              <a:pathLst>
                <a:path w="495" h="504"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9"/>
            <p:cNvSpPr/>
            <p:nvPr/>
          </p:nvSpPr>
          <p:spPr>
            <a:xfrm>
              <a:off x="3156125" y="340192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9"/>
            <p:cNvSpPr/>
            <p:nvPr/>
          </p:nvSpPr>
          <p:spPr>
            <a:xfrm>
              <a:off x="3247875" y="3401925"/>
              <a:ext cx="12575" cy="12600"/>
            </a:xfrm>
            <a:custGeom>
              <a:avLst/>
              <a:gdLst/>
              <a:ahLst/>
              <a:cxnLst/>
              <a:rect l="l" t="t" r="r" b="b"/>
              <a:pathLst>
                <a:path w="503"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9"/>
            <p:cNvSpPr/>
            <p:nvPr/>
          </p:nvSpPr>
          <p:spPr>
            <a:xfrm>
              <a:off x="3339850" y="3401925"/>
              <a:ext cx="12525" cy="12600"/>
            </a:xfrm>
            <a:custGeom>
              <a:avLst/>
              <a:gdLst/>
              <a:ahLst/>
              <a:cxnLst/>
              <a:rect l="l" t="t" r="r" b="b"/>
              <a:pathLst>
                <a:path w="501" h="504"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9"/>
            <p:cNvSpPr/>
            <p:nvPr/>
          </p:nvSpPr>
          <p:spPr>
            <a:xfrm>
              <a:off x="3431575" y="340192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9"/>
            <p:cNvSpPr/>
            <p:nvPr/>
          </p:nvSpPr>
          <p:spPr>
            <a:xfrm>
              <a:off x="3523550" y="3401925"/>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9"/>
            <p:cNvSpPr/>
            <p:nvPr/>
          </p:nvSpPr>
          <p:spPr>
            <a:xfrm>
              <a:off x="676400" y="3493900"/>
              <a:ext cx="12600" cy="12375"/>
            </a:xfrm>
            <a:custGeom>
              <a:avLst/>
              <a:gdLst/>
              <a:ahLst/>
              <a:cxnLst/>
              <a:rect l="l" t="t" r="r" b="b"/>
              <a:pathLst>
                <a:path w="504" h="495" extrusionOk="0">
                  <a:moveTo>
                    <a:pt x="252" y="0"/>
                  </a:moveTo>
                  <a:cubicBezTo>
                    <a:pt x="116" y="0"/>
                    <a:pt x="1" y="107"/>
                    <a:pt x="1" y="243"/>
                  </a:cubicBezTo>
                  <a:cubicBezTo>
                    <a:pt x="1" y="387"/>
                    <a:pt x="116" y="494"/>
                    <a:pt x="252" y="494"/>
                  </a:cubicBezTo>
                  <a:cubicBezTo>
                    <a:pt x="388" y="494"/>
                    <a:pt x="503" y="387"/>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9"/>
            <p:cNvSpPr/>
            <p:nvPr/>
          </p:nvSpPr>
          <p:spPr>
            <a:xfrm>
              <a:off x="768325" y="3493900"/>
              <a:ext cx="12400" cy="12375"/>
            </a:xfrm>
            <a:custGeom>
              <a:avLst/>
              <a:gdLst/>
              <a:ahLst/>
              <a:cxnLst/>
              <a:rect l="l" t="t" r="r" b="b"/>
              <a:pathLst>
                <a:path w="496" h="495" extrusionOk="0">
                  <a:moveTo>
                    <a:pt x="245" y="0"/>
                  </a:moveTo>
                  <a:cubicBezTo>
                    <a:pt x="109" y="0"/>
                    <a:pt x="0" y="107"/>
                    <a:pt x="0" y="243"/>
                  </a:cubicBezTo>
                  <a:cubicBezTo>
                    <a:pt x="0" y="387"/>
                    <a:pt x="109" y="494"/>
                    <a:pt x="245" y="494"/>
                  </a:cubicBezTo>
                  <a:cubicBezTo>
                    <a:pt x="388" y="494"/>
                    <a:pt x="496" y="387"/>
                    <a:pt x="496" y="243"/>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9"/>
            <p:cNvSpPr/>
            <p:nvPr/>
          </p:nvSpPr>
          <p:spPr>
            <a:xfrm>
              <a:off x="860125" y="3493900"/>
              <a:ext cx="12525" cy="12375"/>
            </a:xfrm>
            <a:custGeom>
              <a:avLst/>
              <a:gdLst/>
              <a:ahLst/>
              <a:cxnLst/>
              <a:rect l="l" t="t" r="r" b="b"/>
              <a:pathLst>
                <a:path w="501" h="495" extrusionOk="0">
                  <a:moveTo>
                    <a:pt x="251" y="0"/>
                  </a:moveTo>
                  <a:cubicBezTo>
                    <a:pt x="114" y="0"/>
                    <a:pt x="0" y="107"/>
                    <a:pt x="0" y="243"/>
                  </a:cubicBezTo>
                  <a:cubicBezTo>
                    <a:pt x="0" y="387"/>
                    <a:pt x="114" y="494"/>
                    <a:pt x="251" y="494"/>
                  </a:cubicBezTo>
                  <a:cubicBezTo>
                    <a:pt x="387" y="494"/>
                    <a:pt x="501" y="387"/>
                    <a:pt x="501" y="243"/>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9"/>
            <p:cNvSpPr/>
            <p:nvPr/>
          </p:nvSpPr>
          <p:spPr>
            <a:xfrm>
              <a:off x="951850" y="3493900"/>
              <a:ext cx="12600" cy="12375"/>
            </a:xfrm>
            <a:custGeom>
              <a:avLst/>
              <a:gdLst/>
              <a:ahLst/>
              <a:cxnLst/>
              <a:rect l="l" t="t" r="r" b="b"/>
              <a:pathLst>
                <a:path w="504" h="495" extrusionOk="0">
                  <a:moveTo>
                    <a:pt x="252" y="0"/>
                  </a:moveTo>
                  <a:cubicBezTo>
                    <a:pt x="116" y="0"/>
                    <a:pt x="1" y="107"/>
                    <a:pt x="1" y="243"/>
                  </a:cubicBezTo>
                  <a:cubicBezTo>
                    <a:pt x="1" y="387"/>
                    <a:pt x="116" y="494"/>
                    <a:pt x="252" y="494"/>
                  </a:cubicBezTo>
                  <a:cubicBezTo>
                    <a:pt x="388" y="494"/>
                    <a:pt x="503" y="387"/>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9"/>
            <p:cNvSpPr/>
            <p:nvPr/>
          </p:nvSpPr>
          <p:spPr>
            <a:xfrm>
              <a:off x="1043825" y="3493900"/>
              <a:ext cx="12375" cy="12375"/>
            </a:xfrm>
            <a:custGeom>
              <a:avLst/>
              <a:gdLst/>
              <a:ahLst/>
              <a:cxnLst/>
              <a:rect l="l" t="t" r="r" b="b"/>
              <a:pathLst>
                <a:path w="495" h="495" extrusionOk="0">
                  <a:moveTo>
                    <a:pt x="250" y="0"/>
                  </a:moveTo>
                  <a:cubicBezTo>
                    <a:pt x="107" y="0"/>
                    <a:pt x="0" y="107"/>
                    <a:pt x="0" y="243"/>
                  </a:cubicBezTo>
                  <a:cubicBezTo>
                    <a:pt x="0" y="387"/>
                    <a:pt x="107" y="494"/>
                    <a:pt x="250" y="494"/>
                  </a:cubicBezTo>
                  <a:cubicBezTo>
                    <a:pt x="388" y="494"/>
                    <a:pt x="494" y="387"/>
                    <a:pt x="494" y="243"/>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9"/>
            <p:cNvSpPr/>
            <p:nvPr/>
          </p:nvSpPr>
          <p:spPr>
            <a:xfrm>
              <a:off x="1135575" y="3493900"/>
              <a:ext cx="12575" cy="12375"/>
            </a:xfrm>
            <a:custGeom>
              <a:avLst/>
              <a:gdLst/>
              <a:ahLst/>
              <a:cxnLst/>
              <a:rect l="l" t="t" r="r" b="b"/>
              <a:pathLst>
                <a:path w="503" h="495" extrusionOk="0">
                  <a:moveTo>
                    <a:pt x="252" y="0"/>
                  </a:moveTo>
                  <a:cubicBezTo>
                    <a:pt x="116" y="0"/>
                    <a:pt x="0" y="107"/>
                    <a:pt x="0" y="243"/>
                  </a:cubicBezTo>
                  <a:cubicBezTo>
                    <a:pt x="0" y="387"/>
                    <a:pt x="116" y="494"/>
                    <a:pt x="252" y="494"/>
                  </a:cubicBezTo>
                  <a:cubicBezTo>
                    <a:pt x="387" y="494"/>
                    <a:pt x="503" y="387"/>
                    <a:pt x="503" y="243"/>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9"/>
            <p:cNvSpPr/>
            <p:nvPr/>
          </p:nvSpPr>
          <p:spPr>
            <a:xfrm>
              <a:off x="1227500" y="3493900"/>
              <a:ext cx="12400" cy="12375"/>
            </a:xfrm>
            <a:custGeom>
              <a:avLst/>
              <a:gdLst/>
              <a:ahLst/>
              <a:cxnLst/>
              <a:rect l="l" t="t" r="r" b="b"/>
              <a:pathLst>
                <a:path w="496" h="495" extrusionOk="0">
                  <a:moveTo>
                    <a:pt x="251" y="0"/>
                  </a:moveTo>
                  <a:cubicBezTo>
                    <a:pt x="109" y="0"/>
                    <a:pt x="0" y="107"/>
                    <a:pt x="0" y="243"/>
                  </a:cubicBezTo>
                  <a:cubicBezTo>
                    <a:pt x="0" y="387"/>
                    <a:pt x="109" y="494"/>
                    <a:pt x="251" y="494"/>
                  </a:cubicBezTo>
                  <a:cubicBezTo>
                    <a:pt x="387" y="494"/>
                    <a:pt x="496" y="387"/>
                    <a:pt x="496" y="243"/>
                  </a:cubicBezTo>
                  <a:cubicBezTo>
                    <a:pt x="496"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9"/>
            <p:cNvSpPr/>
            <p:nvPr/>
          </p:nvSpPr>
          <p:spPr>
            <a:xfrm>
              <a:off x="1319275" y="3493900"/>
              <a:ext cx="12550" cy="12375"/>
            </a:xfrm>
            <a:custGeom>
              <a:avLst/>
              <a:gdLst/>
              <a:ahLst/>
              <a:cxnLst/>
              <a:rect l="l" t="t" r="r" b="b"/>
              <a:pathLst>
                <a:path w="502" h="495" extrusionOk="0">
                  <a:moveTo>
                    <a:pt x="252" y="0"/>
                  </a:moveTo>
                  <a:cubicBezTo>
                    <a:pt x="114" y="0"/>
                    <a:pt x="1" y="107"/>
                    <a:pt x="1" y="243"/>
                  </a:cubicBezTo>
                  <a:cubicBezTo>
                    <a:pt x="1" y="387"/>
                    <a:pt x="114" y="494"/>
                    <a:pt x="252" y="494"/>
                  </a:cubicBezTo>
                  <a:cubicBezTo>
                    <a:pt x="388" y="494"/>
                    <a:pt x="501" y="387"/>
                    <a:pt x="501" y="243"/>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9"/>
            <p:cNvSpPr/>
            <p:nvPr/>
          </p:nvSpPr>
          <p:spPr>
            <a:xfrm>
              <a:off x="1411200" y="3493900"/>
              <a:ext cx="12425" cy="12375"/>
            </a:xfrm>
            <a:custGeom>
              <a:avLst/>
              <a:gdLst/>
              <a:ahLst/>
              <a:cxnLst/>
              <a:rect l="l" t="t" r="r" b="b"/>
              <a:pathLst>
                <a:path w="497" h="495" extrusionOk="0">
                  <a:moveTo>
                    <a:pt x="245" y="0"/>
                  </a:moveTo>
                  <a:cubicBezTo>
                    <a:pt x="109" y="0"/>
                    <a:pt x="1" y="107"/>
                    <a:pt x="1" y="243"/>
                  </a:cubicBezTo>
                  <a:cubicBezTo>
                    <a:pt x="1" y="387"/>
                    <a:pt x="109" y="494"/>
                    <a:pt x="245" y="494"/>
                  </a:cubicBezTo>
                  <a:cubicBezTo>
                    <a:pt x="388" y="494"/>
                    <a:pt x="496" y="387"/>
                    <a:pt x="496" y="243"/>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9"/>
            <p:cNvSpPr/>
            <p:nvPr/>
          </p:nvSpPr>
          <p:spPr>
            <a:xfrm>
              <a:off x="1503000" y="3493900"/>
              <a:ext cx="12525" cy="12375"/>
            </a:xfrm>
            <a:custGeom>
              <a:avLst/>
              <a:gdLst/>
              <a:ahLst/>
              <a:cxnLst/>
              <a:rect l="l" t="t" r="r" b="b"/>
              <a:pathLst>
                <a:path w="501" h="495" extrusionOk="0">
                  <a:moveTo>
                    <a:pt x="250" y="0"/>
                  </a:moveTo>
                  <a:cubicBezTo>
                    <a:pt x="114" y="0"/>
                    <a:pt x="0" y="107"/>
                    <a:pt x="0" y="243"/>
                  </a:cubicBezTo>
                  <a:cubicBezTo>
                    <a:pt x="0" y="387"/>
                    <a:pt x="114" y="494"/>
                    <a:pt x="250" y="494"/>
                  </a:cubicBezTo>
                  <a:cubicBezTo>
                    <a:pt x="387" y="494"/>
                    <a:pt x="501" y="387"/>
                    <a:pt x="501" y="243"/>
                  </a:cubicBezTo>
                  <a:cubicBezTo>
                    <a:pt x="501" y="107"/>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9"/>
            <p:cNvSpPr/>
            <p:nvPr/>
          </p:nvSpPr>
          <p:spPr>
            <a:xfrm>
              <a:off x="1594750" y="3493900"/>
              <a:ext cx="12575" cy="12375"/>
            </a:xfrm>
            <a:custGeom>
              <a:avLst/>
              <a:gdLst/>
              <a:ahLst/>
              <a:cxnLst/>
              <a:rect l="l" t="t" r="r" b="b"/>
              <a:pathLst>
                <a:path w="503" h="495" extrusionOk="0">
                  <a:moveTo>
                    <a:pt x="251" y="0"/>
                  </a:moveTo>
                  <a:cubicBezTo>
                    <a:pt x="115" y="0"/>
                    <a:pt x="0" y="107"/>
                    <a:pt x="0" y="243"/>
                  </a:cubicBezTo>
                  <a:cubicBezTo>
                    <a:pt x="0" y="387"/>
                    <a:pt x="115" y="494"/>
                    <a:pt x="251" y="494"/>
                  </a:cubicBezTo>
                  <a:cubicBezTo>
                    <a:pt x="394" y="494"/>
                    <a:pt x="503" y="387"/>
                    <a:pt x="503" y="243"/>
                  </a:cubicBezTo>
                  <a:cubicBezTo>
                    <a:pt x="503" y="107"/>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9"/>
            <p:cNvSpPr/>
            <p:nvPr/>
          </p:nvSpPr>
          <p:spPr>
            <a:xfrm>
              <a:off x="1686650" y="3493900"/>
              <a:ext cx="12600" cy="12375"/>
            </a:xfrm>
            <a:custGeom>
              <a:avLst/>
              <a:gdLst/>
              <a:ahLst/>
              <a:cxnLst/>
              <a:rect l="l" t="t" r="r" b="b"/>
              <a:pathLst>
                <a:path w="504" h="495" extrusionOk="0">
                  <a:moveTo>
                    <a:pt x="252" y="0"/>
                  </a:moveTo>
                  <a:cubicBezTo>
                    <a:pt x="116" y="0"/>
                    <a:pt x="1" y="107"/>
                    <a:pt x="1" y="243"/>
                  </a:cubicBezTo>
                  <a:cubicBezTo>
                    <a:pt x="1" y="387"/>
                    <a:pt x="116" y="494"/>
                    <a:pt x="252" y="494"/>
                  </a:cubicBezTo>
                  <a:cubicBezTo>
                    <a:pt x="388" y="494"/>
                    <a:pt x="503" y="387"/>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9"/>
            <p:cNvSpPr/>
            <p:nvPr/>
          </p:nvSpPr>
          <p:spPr>
            <a:xfrm>
              <a:off x="1778450" y="3493900"/>
              <a:ext cx="12550" cy="12375"/>
            </a:xfrm>
            <a:custGeom>
              <a:avLst/>
              <a:gdLst/>
              <a:ahLst/>
              <a:cxnLst/>
              <a:rect l="l" t="t" r="r" b="b"/>
              <a:pathLst>
                <a:path w="502" h="495" extrusionOk="0">
                  <a:moveTo>
                    <a:pt x="252" y="0"/>
                  </a:moveTo>
                  <a:cubicBezTo>
                    <a:pt x="114" y="0"/>
                    <a:pt x="1" y="107"/>
                    <a:pt x="1" y="243"/>
                  </a:cubicBezTo>
                  <a:cubicBezTo>
                    <a:pt x="1" y="387"/>
                    <a:pt x="114" y="494"/>
                    <a:pt x="252" y="494"/>
                  </a:cubicBezTo>
                  <a:cubicBezTo>
                    <a:pt x="388" y="494"/>
                    <a:pt x="501" y="387"/>
                    <a:pt x="501" y="243"/>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9"/>
            <p:cNvSpPr/>
            <p:nvPr/>
          </p:nvSpPr>
          <p:spPr>
            <a:xfrm>
              <a:off x="1870375" y="3493900"/>
              <a:ext cx="12400" cy="12375"/>
            </a:xfrm>
            <a:custGeom>
              <a:avLst/>
              <a:gdLst/>
              <a:ahLst/>
              <a:cxnLst/>
              <a:rect l="l" t="t" r="r" b="b"/>
              <a:pathLst>
                <a:path w="496" h="495" extrusionOk="0">
                  <a:moveTo>
                    <a:pt x="252" y="0"/>
                  </a:moveTo>
                  <a:cubicBezTo>
                    <a:pt x="109" y="0"/>
                    <a:pt x="0" y="107"/>
                    <a:pt x="0" y="243"/>
                  </a:cubicBezTo>
                  <a:cubicBezTo>
                    <a:pt x="0" y="387"/>
                    <a:pt x="109" y="494"/>
                    <a:pt x="252" y="494"/>
                  </a:cubicBezTo>
                  <a:cubicBezTo>
                    <a:pt x="387" y="494"/>
                    <a:pt x="496" y="387"/>
                    <a:pt x="496" y="243"/>
                  </a:cubicBezTo>
                  <a:cubicBezTo>
                    <a:pt x="496"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9"/>
            <p:cNvSpPr/>
            <p:nvPr/>
          </p:nvSpPr>
          <p:spPr>
            <a:xfrm>
              <a:off x="1962150" y="3493900"/>
              <a:ext cx="12550" cy="12375"/>
            </a:xfrm>
            <a:custGeom>
              <a:avLst/>
              <a:gdLst/>
              <a:ahLst/>
              <a:cxnLst/>
              <a:rect l="l" t="t" r="r" b="b"/>
              <a:pathLst>
                <a:path w="502" h="495" extrusionOk="0">
                  <a:moveTo>
                    <a:pt x="250" y="0"/>
                  </a:moveTo>
                  <a:cubicBezTo>
                    <a:pt x="114" y="0"/>
                    <a:pt x="1" y="107"/>
                    <a:pt x="1" y="243"/>
                  </a:cubicBezTo>
                  <a:cubicBezTo>
                    <a:pt x="1" y="387"/>
                    <a:pt x="114" y="494"/>
                    <a:pt x="250" y="494"/>
                  </a:cubicBezTo>
                  <a:cubicBezTo>
                    <a:pt x="388" y="494"/>
                    <a:pt x="502" y="387"/>
                    <a:pt x="502" y="243"/>
                  </a:cubicBezTo>
                  <a:cubicBezTo>
                    <a:pt x="502"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9"/>
            <p:cNvSpPr/>
            <p:nvPr/>
          </p:nvSpPr>
          <p:spPr>
            <a:xfrm>
              <a:off x="2054075" y="3493900"/>
              <a:ext cx="12425" cy="12375"/>
            </a:xfrm>
            <a:custGeom>
              <a:avLst/>
              <a:gdLst/>
              <a:ahLst/>
              <a:cxnLst/>
              <a:rect l="l" t="t" r="r" b="b"/>
              <a:pathLst>
                <a:path w="497" h="495" extrusionOk="0">
                  <a:moveTo>
                    <a:pt x="252" y="0"/>
                  </a:moveTo>
                  <a:cubicBezTo>
                    <a:pt x="109" y="0"/>
                    <a:pt x="1" y="107"/>
                    <a:pt x="1" y="243"/>
                  </a:cubicBezTo>
                  <a:cubicBezTo>
                    <a:pt x="1" y="387"/>
                    <a:pt x="109" y="494"/>
                    <a:pt x="252" y="494"/>
                  </a:cubicBezTo>
                  <a:cubicBezTo>
                    <a:pt x="388" y="494"/>
                    <a:pt x="496" y="387"/>
                    <a:pt x="496" y="243"/>
                  </a:cubicBezTo>
                  <a:cubicBezTo>
                    <a:pt x="496"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9"/>
            <p:cNvSpPr/>
            <p:nvPr/>
          </p:nvSpPr>
          <p:spPr>
            <a:xfrm>
              <a:off x="2145825" y="3493900"/>
              <a:ext cx="12600" cy="12375"/>
            </a:xfrm>
            <a:custGeom>
              <a:avLst/>
              <a:gdLst/>
              <a:ahLst/>
              <a:cxnLst/>
              <a:rect l="l" t="t" r="r" b="b"/>
              <a:pathLst>
                <a:path w="504" h="495" extrusionOk="0">
                  <a:moveTo>
                    <a:pt x="252" y="0"/>
                  </a:moveTo>
                  <a:cubicBezTo>
                    <a:pt x="116" y="0"/>
                    <a:pt x="1" y="107"/>
                    <a:pt x="1" y="243"/>
                  </a:cubicBezTo>
                  <a:cubicBezTo>
                    <a:pt x="1" y="387"/>
                    <a:pt x="116" y="494"/>
                    <a:pt x="252" y="494"/>
                  </a:cubicBezTo>
                  <a:cubicBezTo>
                    <a:pt x="388" y="494"/>
                    <a:pt x="503" y="387"/>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9"/>
            <p:cNvSpPr/>
            <p:nvPr/>
          </p:nvSpPr>
          <p:spPr>
            <a:xfrm>
              <a:off x="2237800" y="3493900"/>
              <a:ext cx="12350" cy="12375"/>
            </a:xfrm>
            <a:custGeom>
              <a:avLst/>
              <a:gdLst/>
              <a:ahLst/>
              <a:cxnLst/>
              <a:rect l="l" t="t" r="r" b="b"/>
              <a:pathLst>
                <a:path w="494" h="495" extrusionOk="0">
                  <a:moveTo>
                    <a:pt x="244" y="0"/>
                  </a:moveTo>
                  <a:cubicBezTo>
                    <a:pt x="107" y="0"/>
                    <a:pt x="0" y="107"/>
                    <a:pt x="0" y="243"/>
                  </a:cubicBezTo>
                  <a:cubicBezTo>
                    <a:pt x="0" y="387"/>
                    <a:pt x="107" y="494"/>
                    <a:pt x="244" y="494"/>
                  </a:cubicBezTo>
                  <a:cubicBezTo>
                    <a:pt x="387" y="494"/>
                    <a:pt x="494" y="387"/>
                    <a:pt x="494" y="243"/>
                  </a:cubicBezTo>
                  <a:cubicBezTo>
                    <a:pt x="494" y="107"/>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9"/>
            <p:cNvSpPr/>
            <p:nvPr/>
          </p:nvSpPr>
          <p:spPr>
            <a:xfrm>
              <a:off x="2329550" y="3493900"/>
              <a:ext cx="12575" cy="12375"/>
            </a:xfrm>
            <a:custGeom>
              <a:avLst/>
              <a:gdLst/>
              <a:ahLst/>
              <a:cxnLst/>
              <a:rect l="l" t="t" r="r" b="b"/>
              <a:pathLst>
                <a:path w="503" h="495" extrusionOk="0">
                  <a:moveTo>
                    <a:pt x="251" y="0"/>
                  </a:moveTo>
                  <a:cubicBezTo>
                    <a:pt x="115" y="0"/>
                    <a:pt x="0" y="107"/>
                    <a:pt x="0" y="243"/>
                  </a:cubicBezTo>
                  <a:cubicBezTo>
                    <a:pt x="0" y="387"/>
                    <a:pt x="115" y="494"/>
                    <a:pt x="251" y="494"/>
                  </a:cubicBezTo>
                  <a:cubicBezTo>
                    <a:pt x="387" y="494"/>
                    <a:pt x="502" y="387"/>
                    <a:pt x="502" y="243"/>
                  </a:cubicBezTo>
                  <a:cubicBezTo>
                    <a:pt x="502"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9"/>
            <p:cNvSpPr/>
            <p:nvPr/>
          </p:nvSpPr>
          <p:spPr>
            <a:xfrm>
              <a:off x="2421325" y="3493900"/>
              <a:ext cx="12550" cy="12375"/>
            </a:xfrm>
            <a:custGeom>
              <a:avLst/>
              <a:gdLst/>
              <a:ahLst/>
              <a:cxnLst/>
              <a:rect l="l" t="t" r="r" b="b"/>
              <a:pathLst>
                <a:path w="502" h="495" extrusionOk="0">
                  <a:moveTo>
                    <a:pt x="250" y="0"/>
                  </a:moveTo>
                  <a:cubicBezTo>
                    <a:pt x="114" y="0"/>
                    <a:pt x="1" y="107"/>
                    <a:pt x="1" y="243"/>
                  </a:cubicBezTo>
                  <a:cubicBezTo>
                    <a:pt x="1" y="387"/>
                    <a:pt x="114" y="494"/>
                    <a:pt x="250" y="494"/>
                  </a:cubicBezTo>
                  <a:cubicBezTo>
                    <a:pt x="395" y="494"/>
                    <a:pt x="501" y="387"/>
                    <a:pt x="501" y="243"/>
                  </a:cubicBezTo>
                  <a:cubicBezTo>
                    <a:pt x="501" y="107"/>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9"/>
            <p:cNvSpPr/>
            <p:nvPr/>
          </p:nvSpPr>
          <p:spPr>
            <a:xfrm>
              <a:off x="2513250" y="3493900"/>
              <a:ext cx="12575" cy="12375"/>
            </a:xfrm>
            <a:custGeom>
              <a:avLst/>
              <a:gdLst/>
              <a:ahLst/>
              <a:cxnLst/>
              <a:rect l="l" t="t" r="r" b="b"/>
              <a:pathLst>
                <a:path w="503" h="495" extrusionOk="0">
                  <a:moveTo>
                    <a:pt x="252" y="0"/>
                  </a:moveTo>
                  <a:cubicBezTo>
                    <a:pt x="109" y="0"/>
                    <a:pt x="0" y="107"/>
                    <a:pt x="0" y="243"/>
                  </a:cubicBezTo>
                  <a:cubicBezTo>
                    <a:pt x="0" y="387"/>
                    <a:pt x="109" y="494"/>
                    <a:pt x="252" y="494"/>
                  </a:cubicBezTo>
                  <a:cubicBezTo>
                    <a:pt x="388" y="494"/>
                    <a:pt x="503" y="387"/>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9"/>
            <p:cNvSpPr/>
            <p:nvPr/>
          </p:nvSpPr>
          <p:spPr>
            <a:xfrm>
              <a:off x="2605000" y="3493900"/>
              <a:ext cx="12575" cy="12375"/>
            </a:xfrm>
            <a:custGeom>
              <a:avLst/>
              <a:gdLst/>
              <a:ahLst/>
              <a:cxnLst/>
              <a:rect l="l" t="t" r="r" b="b"/>
              <a:pathLst>
                <a:path w="503" h="495" extrusionOk="0">
                  <a:moveTo>
                    <a:pt x="252" y="0"/>
                  </a:moveTo>
                  <a:cubicBezTo>
                    <a:pt x="116" y="0"/>
                    <a:pt x="0" y="107"/>
                    <a:pt x="0" y="243"/>
                  </a:cubicBezTo>
                  <a:cubicBezTo>
                    <a:pt x="0" y="387"/>
                    <a:pt x="116" y="494"/>
                    <a:pt x="252" y="494"/>
                  </a:cubicBezTo>
                  <a:cubicBezTo>
                    <a:pt x="387" y="494"/>
                    <a:pt x="503" y="387"/>
                    <a:pt x="503" y="243"/>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9"/>
            <p:cNvSpPr/>
            <p:nvPr/>
          </p:nvSpPr>
          <p:spPr>
            <a:xfrm>
              <a:off x="2696950" y="3493900"/>
              <a:ext cx="12375" cy="12375"/>
            </a:xfrm>
            <a:custGeom>
              <a:avLst/>
              <a:gdLst/>
              <a:ahLst/>
              <a:cxnLst/>
              <a:rect l="l" t="t" r="r" b="b"/>
              <a:pathLst>
                <a:path w="495" h="495" extrusionOk="0">
                  <a:moveTo>
                    <a:pt x="252" y="0"/>
                  </a:moveTo>
                  <a:cubicBezTo>
                    <a:pt x="108" y="0"/>
                    <a:pt x="1" y="107"/>
                    <a:pt x="1" y="243"/>
                  </a:cubicBezTo>
                  <a:cubicBezTo>
                    <a:pt x="1" y="387"/>
                    <a:pt x="108" y="494"/>
                    <a:pt x="252" y="494"/>
                  </a:cubicBezTo>
                  <a:cubicBezTo>
                    <a:pt x="388" y="494"/>
                    <a:pt x="495" y="387"/>
                    <a:pt x="495" y="243"/>
                  </a:cubicBezTo>
                  <a:cubicBezTo>
                    <a:pt x="495"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9"/>
            <p:cNvSpPr/>
            <p:nvPr/>
          </p:nvSpPr>
          <p:spPr>
            <a:xfrm>
              <a:off x="2788700" y="3493900"/>
              <a:ext cx="12600" cy="12375"/>
            </a:xfrm>
            <a:custGeom>
              <a:avLst/>
              <a:gdLst/>
              <a:ahLst/>
              <a:cxnLst/>
              <a:rect l="l" t="t" r="r" b="b"/>
              <a:pathLst>
                <a:path w="504" h="495" extrusionOk="0">
                  <a:moveTo>
                    <a:pt x="252" y="0"/>
                  </a:moveTo>
                  <a:cubicBezTo>
                    <a:pt x="116" y="0"/>
                    <a:pt x="1" y="107"/>
                    <a:pt x="1" y="243"/>
                  </a:cubicBezTo>
                  <a:cubicBezTo>
                    <a:pt x="1" y="387"/>
                    <a:pt x="116" y="494"/>
                    <a:pt x="252" y="494"/>
                  </a:cubicBezTo>
                  <a:cubicBezTo>
                    <a:pt x="388" y="494"/>
                    <a:pt x="503" y="387"/>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9"/>
            <p:cNvSpPr/>
            <p:nvPr/>
          </p:nvSpPr>
          <p:spPr>
            <a:xfrm>
              <a:off x="2880675" y="3493900"/>
              <a:ext cx="12375" cy="12375"/>
            </a:xfrm>
            <a:custGeom>
              <a:avLst/>
              <a:gdLst/>
              <a:ahLst/>
              <a:cxnLst/>
              <a:rect l="l" t="t" r="r" b="b"/>
              <a:pathLst>
                <a:path w="495" h="495" extrusionOk="0">
                  <a:moveTo>
                    <a:pt x="243" y="0"/>
                  </a:moveTo>
                  <a:cubicBezTo>
                    <a:pt x="107" y="0"/>
                    <a:pt x="0" y="107"/>
                    <a:pt x="0" y="243"/>
                  </a:cubicBezTo>
                  <a:cubicBezTo>
                    <a:pt x="0" y="387"/>
                    <a:pt x="107" y="494"/>
                    <a:pt x="243" y="494"/>
                  </a:cubicBezTo>
                  <a:cubicBezTo>
                    <a:pt x="387" y="494"/>
                    <a:pt x="494" y="387"/>
                    <a:pt x="494" y="243"/>
                  </a:cubicBezTo>
                  <a:cubicBezTo>
                    <a:pt x="494" y="107"/>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9"/>
            <p:cNvSpPr/>
            <p:nvPr/>
          </p:nvSpPr>
          <p:spPr>
            <a:xfrm>
              <a:off x="2972425" y="3493900"/>
              <a:ext cx="12575" cy="12375"/>
            </a:xfrm>
            <a:custGeom>
              <a:avLst/>
              <a:gdLst/>
              <a:ahLst/>
              <a:cxnLst/>
              <a:rect l="l" t="t" r="r" b="b"/>
              <a:pathLst>
                <a:path w="503" h="495" extrusionOk="0">
                  <a:moveTo>
                    <a:pt x="251" y="0"/>
                  </a:moveTo>
                  <a:cubicBezTo>
                    <a:pt x="115" y="0"/>
                    <a:pt x="0" y="107"/>
                    <a:pt x="0" y="243"/>
                  </a:cubicBezTo>
                  <a:cubicBezTo>
                    <a:pt x="0" y="387"/>
                    <a:pt x="115" y="494"/>
                    <a:pt x="251" y="494"/>
                  </a:cubicBezTo>
                  <a:cubicBezTo>
                    <a:pt x="387" y="494"/>
                    <a:pt x="503" y="387"/>
                    <a:pt x="503" y="243"/>
                  </a:cubicBezTo>
                  <a:cubicBezTo>
                    <a:pt x="503"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9"/>
            <p:cNvSpPr/>
            <p:nvPr/>
          </p:nvSpPr>
          <p:spPr>
            <a:xfrm>
              <a:off x="3064375" y="3493900"/>
              <a:ext cx="12375" cy="12375"/>
            </a:xfrm>
            <a:custGeom>
              <a:avLst/>
              <a:gdLst/>
              <a:ahLst/>
              <a:cxnLst/>
              <a:rect l="l" t="t" r="r" b="b"/>
              <a:pathLst>
                <a:path w="495" h="495" extrusionOk="0">
                  <a:moveTo>
                    <a:pt x="243" y="0"/>
                  </a:moveTo>
                  <a:cubicBezTo>
                    <a:pt x="107" y="0"/>
                    <a:pt x="1" y="107"/>
                    <a:pt x="1" y="243"/>
                  </a:cubicBezTo>
                  <a:cubicBezTo>
                    <a:pt x="1" y="387"/>
                    <a:pt x="107" y="494"/>
                    <a:pt x="243" y="494"/>
                  </a:cubicBezTo>
                  <a:cubicBezTo>
                    <a:pt x="388" y="494"/>
                    <a:pt x="495" y="387"/>
                    <a:pt x="495" y="243"/>
                  </a:cubicBezTo>
                  <a:cubicBezTo>
                    <a:pt x="495" y="107"/>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9"/>
            <p:cNvSpPr/>
            <p:nvPr/>
          </p:nvSpPr>
          <p:spPr>
            <a:xfrm>
              <a:off x="3156125" y="3493900"/>
              <a:ext cx="12600" cy="12375"/>
            </a:xfrm>
            <a:custGeom>
              <a:avLst/>
              <a:gdLst/>
              <a:ahLst/>
              <a:cxnLst/>
              <a:rect l="l" t="t" r="r" b="b"/>
              <a:pathLst>
                <a:path w="504" h="495" extrusionOk="0">
                  <a:moveTo>
                    <a:pt x="252" y="0"/>
                  </a:moveTo>
                  <a:cubicBezTo>
                    <a:pt x="116" y="0"/>
                    <a:pt x="1" y="107"/>
                    <a:pt x="1" y="243"/>
                  </a:cubicBezTo>
                  <a:cubicBezTo>
                    <a:pt x="1" y="387"/>
                    <a:pt x="116" y="494"/>
                    <a:pt x="252" y="494"/>
                  </a:cubicBezTo>
                  <a:cubicBezTo>
                    <a:pt x="388" y="494"/>
                    <a:pt x="503" y="387"/>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9"/>
            <p:cNvSpPr/>
            <p:nvPr/>
          </p:nvSpPr>
          <p:spPr>
            <a:xfrm>
              <a:off x="3247875" y="3493900"/>
              <a:ext cx="12575" cy="12375"/>
            </a:xfrm>
            <a:custGeom>
              <a:avLst/>
              <a:gdLst/>
              <a:ahLst/>
              <a:cxnLst/>
              <a:rect l="l" t="t" r="r" b="b"/>
              <a:pathLst>
                <a:path w="503" h="495" extrusionOk="0">
                  <a:moveTo>
                    <a:pt x="252" y="0"/>
                  </a:moveTo>
                  <a:cubicBezTo>
                    <a:pt x="116" y="0"/>
                    <a:pt x="1" y="107"/>
                    <a:pt x="1" y="243"/>
                  </a:cubicBezTo>
                  <a:cubicBezTo>
                    <a:pt x="1" y="387"/>
                    <a:pt x="116" y="494"/>
                    <a:pt x="252" y="494"/>
                  </a:cubicBezTo>
                  <a:cubicBezTo>
                    <a:pt x="388" y="494"/>
                    <a:pt x="503" y="387"/>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9"/>
            <p:cNvSpPr/>
            <p:nvPr/>
          </p:nvSpPr>
          <p:spPr>
            <a:xfrm>
              <a:off x="3339850" y="3493900"/>
              <a:ext cx="12525" cy="12375"/>
            </a:xfrm>
            <a:custGeom>
              <a:avLst/>
              <a:gdLst/>
              <a:ahLst/>
              <a:cxnLst/>
              <a:rect l="l" t="t" r="r" b="b"/>
              <a:pathLst>
                <a:path w="501" h="495" extrusionOk="0">
                  <a:moveTo>
                    <a:pt x="251" y="0"/>
                  </a:moveTo>
                  <a:cubicBezTo>
                    <a:pt x="107" y="0"/>
                    <a:pt x="0" y="107"/>
                    <a:pt x="0" y="243"/>
                  </a:cubicBezTo>
                  <a:cubicBezTo>
                    <a:pt x="0" y="387"/>
                    <a:pt x="107" y="494"/>
                    <a:pt x="251" y="494"/>
                  </a:cubicBezTo>
                  <a:cubicBezTo>
                    <a:pt x="387" y="494"/>
                    <a:pt x="501" y="387"/>
                    <a:pt x="501" y="243"/>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9"/>
            <p:cNvSpPr/>
            <p:nvPr/>
          </p:nvSpPr>
          <p:spPr>
            <a:xfrm>
              <a:off x="3431575" y="3493900"/>
              <a:ext cx="12600" cy="12375"/>
            </a:xfrm>
            <a:custGeom>
              <a:avLst/>
              <a:gdLst/>
              <a:ahLst/>
              <a:cxnLst/>
              <a:rect l="l" t="t" r="r" b="b"/>
              <a:pathLst>
                <a:path w="504" h="495" extrusionOk="0">
                  <a:moveTo>
                    <a:pt x="252" y="0"/>
                  </a:moveTo>
                  <a:cubicBezTo>
                    <a:pt x="116" y="0"/>
                    <a:pt x="1" y="107"/>
                    <a:pt x="1" y="243"/>
                  </a:cubicBezTo>
                  <a:cubicBezTo>
                    <a:pt x="1" y="387"/>
                    <a:pt x="116" y="494"/>
                    <a:pt x="252" y="494"/>
                  </a:cubicBezTo>
                  <a:cubicBezTo>
                    <a:pt x="388" y="494"/>
                    <a:pt x="503" y="387"/>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9"/>
            <p:cNvSpPr/>
            <p:nvPr/>
          </p:nvSpPr>
          <p:spPr>
            <a:xfrm>
              <a:off x="3523550" y="3493900"/>
              <a:ext cx="12375" cy="12375"/>
            </a:xfrm>
            <a:custGeom>
              <a:avLst/>
              <a:gdLst/>
              <a:ahLst/>
              <a:cxnLst/>
              <a:rect l="l" t="t" r="r" b="b"/>
              <a:pathLst>
                <a:path w="495" h="495" extrusionOk="0">
                  <a:moveTo>
                    <a:pt x="250" y="0"/>
                  </a:moveTo>
                  <a:cubicBezTo>
                    <a:pt x="107" y="0"/>
                    <a:pt x="0" y="107"/>
                    <a:pt x="0" y="243"/>
                  </a:cubicBezTo>
                  <a:cubicBezTo>
                    <a:pt x="0" y="387"/>
                    <a:pt x="107" y="494"/>
                    <a:pt x="250" y="494"/>
                  </a:cubicBezTo>
                  <a:cubicBezTo>
                    <a:pt x="388" y="494"/>
                    <a:pt x="494" y="387"/>
                    <a:pt x="494" y="243"/>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9"/>
            <p:cNvSpPr/>
            <p:nvPr/>
          </p:nvSpPr>
          <p:spPr>
            <a:xfrm>
              <a:off x="676400" y="358565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9"/>
            <p:cNvSpPr/>
            <p:nvPr/>
          </p:nvSpPr>
          <p:spPr>
            <a:xfrm>
              <a:off x="768325" y="3585650"/>
              <a:ext cx="12400" cy="12575"/>
            </a:xfrm>
            <a:custGeom>
              <a:avLst/>
              <a:gdLst/>
              <a:ahLst/>
              <a:cxnLst/>
              <a:rect l="l" t="t" r="r" b="b"/>
              <a:pathLst>
                <a:path w="496" h="503" extrusionOk="0">
                  <a:moveTo>
                    <a:pt x="245" y="0"/>
                  </a:moveTo>
                  <a:cubicBezTo>
                    <a:pt x="109" y="0"/>
                    <a:pt x="0" y="115"/>
                    <a:pt x="0" y="251"/>
                  </a:cubicBezTo>
                  <a:cubicBezTo>
                    <a:pt x="0" y="387"/>
                    <a:pt x="109" y="503"/>
                    <a:pt x="245" y="503"/>
                  </a:cubicBezTo>
                  <a:cubicBezTo>
                    <a:pt x="388" y="503"/>
                    <a:pt x="496" y="387"/>
                    <a:pt x="496" y="251"/>
                  </a:cubicBezTo>
                  <a:cubicBezTo>
                    <a:pt x="496" y="115"/>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9"/>
            <p:cNvSpPr/>
            <p:nvPr/>
          </p:nvSpPr>
          <p:spPr>
            <a:xfrm>
              <a:off x="860125" y="3585650"/>
              <a:ext cx="12525" cy="12575"/>
            </a:xfrm>
            <a:custGeom>
              <a:avLst/>
              <a:gdLst/>
              <a:ahLst/>
              <a:cxnLst/>
              <a:rect l="l" t="t" r="r" b="b"/>
              <a:pathLst>
                <a:path w="501" h="503" extrusionOk="0">
                  <a:moveTo>
                    <a:pt x="251" y="0"/>
                  </a:moveTo>
                  <a:cubicBezTo>
                    <a:pt x="114" y="0"/>
                    <a:pt x="0" y="115"/>
                    <a:pt x="0" y="251"/>
                  </a:cubicBezTo>
                  <a:cubicBezTo>
                    <a:pt x="0" y="387"/>
                    <a:pt x="114" y="503"/>
                    <a:pt x="251" y="503"/>
                  </a:cubicBezTo>
                  <a:cubicBezTo>
                    <a:pt x="387" y="503"/>
                    <a:pt x="501" y="387"/>
                    <a:pt x="501" y="251"/>
                  </a:cubicBezTo>
                  <a:cubicBezTo>
                    <a:pt x="501"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9"/>
            <p:cNvSpPr/>
            <p:nvPr/>
          </p:nvSpPr>
          <p:spPr>
            <a:xfrm>
              <a:off x="951850" y="358565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9"/>
            <p:cNvSpPr/>
            <p:nvPr/>
          </p:nvSpPr>
          <p:spPr>
            <a:xfrm>
              <a:off x="1043825" y="3585650"/>
              <a:ext cx="12375" cy="12575"/>
            </a:xfrm>
            <a:custGeom>
              <a:avLst/>
              <a:gdLst/>
              <a:ahLst/>
              <a:cxnLst/>
              <a:rect l="l" t="t" r="r" b="b"/>
              <a:pathLst>
                <a:path w="495" h="503" extrusionOk="0">
                  <a:moveTo>
                    <a:pt x="250" y="0"/>
                  </a:moveTo>
                  <a:cubicBezTo>
                    <a:pt x="107" y="0"/>
                    <a:pt x="0" y="115"/>
                    <a:pt x="0" y="251"/>
                  </a:cubicBezTo>
                  <a:cubicBezTo>
                    <a:pt x="0" y="387"/>
                    <a:pt x="107" y="503"/>
                    <a:pt x="250" y="503"/>
                  </a:cubicBezTo>
                  <a:cubicBezTo>
                    <a:pt x="388" y="503"/>
                    <a:pt x="494" y="387"/>
                    <a:pt x="494" y="251"/>
                  </a:cubicBezTo>
                  <a:cubicBezTo>
                    <a:pt x="494" y="115"/>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9"/>
            <p:cNvSpPr/>
            <p:nvPr/>
          </p:nvSpPr>
          <p:spPr>
            <a:xfrm>
              <a:off x="1135575" y="3585650"/>
              <a:ext cx="12575" cy="12575"/>
            </a:xfrm>
            <a:custGeom>
              <a:avLst/>
              <a:gdLst/>
              <a:ahLst/>
              <a:cxnLst/>
              <a:rect l="l" t="t" r="r" b="b"/>
              <a:pathLst>
                <a:path w="503" h="503" extrusionOk="0">
                  <a:moveTo>
                    <a:pt x="252" y="0"/>
                  </a:moveTo>
                  <a:cubicBezTo>
                    <a:pt x="116" y="0"/>
                    <a:pt x="0" y="115"/>
                    <a:pt x="0" y="251"/>
                  </a:cubicBezTo>
                  <a:cubicBezTo>
                    <a:pt x="0" y="387"/>
                    <a:pt x="116" y="503"/>
                    <a:pt x="252" y="503"/>
                  </a:cubicBezTo>
                  <a:cubicBezTo>
                    <a:pt x="387" y="503"/>
                    <a:pt x="503" y="387"/>
                    <a:pt x="503" y="251"/>
                  </a:cubicBezTo>
                  <a:cubicBezTo>
                    <a:pt x="503" y="115"/>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9"/>
            <p:cNvSpPr/>
            <p:nvPr/>
          </p:nvSpPr>
          <p:spPr>
            <a:xfrm>
              <a:off x="1227500" y="3585650"/>
              <a:ext cx="12400" cy="12575"/>
            </a:xfrm>
            <a:custGeom>
              <a:avLst/>
              <a:gdLst/>
              <a:ahLst/>
              <a:cxnLst/>
              <a:rect l="l" t="t" r="r" b="b"/>
              <a:pathLst>
                <a:path w="496" h="503" extrusionOk="0">
                  <a:moveTo>
                    <a:pt x="251" y="0"/>
                  </a:moveTo>
                  <a:cubicBezTo>
                    <a:pt x="109" y="0"/>
                    <a:pt x="0" y="115"/>
                    <a:pt x="0" y="251"/>
                  </a:cubicBezTo>
                  <a:cubicBezTo>
                    <a:pt x="0" y="387"/>
                    <a:pt x="109" y="503"/>
                    <a:pt x="251" y="503"/>
                  </a:cubicBezTo>
                  <a:cubicBezTo>
                    <a:pt x="387" y="503"/>
                    <a:pt x="496" y="387"/>
                    <a:pt x="496" y="251"/>
                  </a:cubicBezTo>
                  <a:cubicBezTo>
                    <a:pt x="496"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9"/>
            <p:cNvSpPr/>
            <p:nvPr/>
          </p:nvSpPr>
          <p:spPr>
            <a:xfrm>
              <a:off x="1319275" y="3585650"/>
              <a:ext cx="12550" cy="12575"/>
            </a:xfrm>
            <a:custGeom>
              <a:avLst/>
              <a:gdLst/>
              <a:ahLst/>
              <a:cxnLst/>
              <a:rect l="l" t="t" r="r" b="b"/>
              <a:pathLst>
                <a:path w="502" h="503" extrusionOk="0">
                  <a:moveTo>
                    <a:pt x="252" y="0"/>
                  </a:moveTo>
                  <a:cubicBezTo>
                    <a:pt x="114" y="0"/>
                    <a:pt x="1" y="115"/>
                    <a:pt x="1" y="251"/>
                  </a:cubicBezTo>
                  <a:cubicBezTo>
                    <a:pt x="1" y="387"/>
                    <a:pt x="114" y="503"/>
                    <a:pt x="252" y="503"/>
                  </a:cubicBezTo>
                  <a:cubicBezTo>
                    <a:pt x="388" y="503"/>
                    <a:pt x="501" y="387"/>
                    <a:pt x="501" y="251"/>
                  </a:cubicBezTo>
                  <a:cubicBezTo>
                    <a:pt x="501"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9"/>
            <p:cNvSpPr/>
            <p:nvPr/>
          </p:nvSpPr>
          <p:spPr>
            <a:xfrm>
              <a:off x="1411200" y="3585650"/>
              <a:ext cx="12425" cy="12575"/>
            </a:xfrm>
            <a:custGeom>
              <a:avLst/>
              <a:gdLst/>
              <a:ahLst/>
              <a:cxnLst/>
              <a:rect l="l" t="t" r="r" b="b"/>
              <a:pathLst>
                <a:path w="497" h="503" extrusionOk="0">
                  <a:moveTo>
                    <a:pt x="245" y="0"/>
                  </a:moveTo>
                  <a:cubicBezTo>
                    <a:pt x="109" y="0"/>
                    <a:pt x="1" y="115"/>
                    <a:pt x="1" y="251"/>
                  </a:cubicBezTo>
                  <a:cubicBezTo>
                    <a:pt x="1" y="387"/>
                    <a:pt x="109" y="503"/>
                    <a:pt x="245" y="503"/>
                  </a:cubicBezTo>
                  <a:cubicBezTo>
                    <a:pt x="388" y="503"/>
                    <a:pt x="496" y="387"/>
                    <a:pt x="496" y="251"/>
                  </a:cubicBezTo>
                  <a:cubicBezTo>
                    <a:pt x="496" y="115"/>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9"/>
            <p:cNvSpPr/>
            <p:nvPr/>
          </p:nvSpPr>
          <p:spPr>
            <a:xfrm>
              <a:off x="1503000" y="3585650"/>
              <a:ext cx="12525" cy="12575"/>
            </a:xfrm>
            <a:custGeom>
              <a:avLst/>
              <a:gdLst/>
              <a:ahLst/>
              <a:cxnLst/>
              <a:rect l="l" t="t" r="r" b="b"/>
              <a:pathLst>
                <a:path w="501" h="503" extrusionOk="0">
                  <a:moveTo>
                    <a:pt x="250" y="0"/>
                  </a:moveTo>
                  <a:cubicBezTo>
                    <a:pt x="114" y="0"/>
                    <a:pt x="0" y="115"/>
                    <a:pt x="0" y="251"/>
                  </a:cubicBezTo>
                  <a:cubicBezTo>
                    <a:pt x="0" y="387"/>
                    <a:pt x="114" y="503"/>
                    <a:pt x="250" y="503"/>
                  </a:cubicBezTo>
                  <a:cubicBezTo>
                    <a:pt x="387" y="503"/>
                    <a:pt x="501" y="387"/>
                    <a:pt x="501" y="251"/>
                  </a:cubicBezTo>
                  <a:cubicBezTo>
                    <a:pt x="501" y="115"/>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9"/>
            <p:cNvSpPr/>
            <p:nvPr/>
          </p:nvSpPr>
          <p:spPr>
            <a:xfrm>
              <a:off x="1594750" y="3585650"/>
              <a:ext cx="12575" cy="12575"/>
            </a:xfrm>
            <a:custGeom>
              <a:avLst/>
              <a:gdLst/>
              <a:ahLst/>
              <a:cxnLst/>
              <a:rect l="l" t="t" r="r" b="b"/>
              <a:pathLst>
                <a:path w="503" h="503" extrusionOk="0">
                  <a:moveTo>
                    <a:pt x="251" y="0"/>
                  </a:moveTo>
                  <a:cubicBezTo>
                    <a:pt x="115" y="0"/>
                    <a:pt x="0" y="115"/>
                    <a:pt x="0" y="251"/>
                  </a:cubicBezTo>
                  <a:cubicBezTo>
                    <a:pt x="0" y="387"/>
                    <a:pt x="115" y="503"/>
                    <a:pt x="251" y="503"/>
                  </a:cubicBezTo>
                  <a:cubicBezTo>
                    <a:pt x="394" y="503"/>
                    <a:pt x="503" y="387"/>
                    <a:pt x="503" y="251"/>
                  </a:cubicBezTo>
                  <a:cubicBezTo>
                    <a:pt x="503" y="115"/>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9"/>
            <p:cNvSpPr/>
            <p:nvPr/>
          </p:nvSpPr>
          <p:spPr>
            <a:xfrm>
              <a:off x="1686650" y="358565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9"/>
            <p:cNvSpPr/>
            <p:nvPr/>
          </p:nvSpPr>
          <p:spPr>
            <a:xfrm>
              <a:off x="1778450" y="3585650"/>
              <a:ext cx="12550" cy="12575"/>
            </a:xfrm>
            <a:custGeom>
              <a:avLst/>
              <a:gdLst/>
              <a:ahLst/>
              <a:cxnLst/>
              <a:rect l="l" t="t" r="r" b="b"/>
              <a:pathLst>
                <a:path w="502" h="503" extrusionOk="0">
                  <a:moveTo>
                    <a:pt x="252" y="0"/>
                  </a:moveTo>
                  <a:cubicBezTo>
                    <a:pt x="114" y="0"/>
                    <a:pt x="1" y="115"/>
                    <a:pt x="1" y="251"/>
                  </a:cubicBezTo>
                  <a:cubicBezTo>
                    <a:pt x="1" y="387"/>
                    <a:pt x="114" y="503"/>
                    <a:pt x="252" y="503"/>
                  </a:cubicBezTo>
                  <a:cubicBezTo>
                    <a:pt x="388" y="503"/>
                    <a:pt x="501" y="387"/>
                    <a:pt x="501" y="251"/>
                  </a:cubicBezTo>
                  <a:cubicBezTo>
                    <a:pt x="501"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9"/>
            <p:cNvSpPr/>
            <p:nvPr/>
          </p:nvSpPr>
          <p:spPr>
            <a:xfrm>
              <a:off x="1870375" y="3585650"/>
              <a:ext cx="12400" cy="12575"/>
            </a:xfrm>
            <a:custGeom>
              <a:avLst/>
              <a:gdLst/>
              <a:ahLst/>
              <a:cxnLst/>
              <a:rect l="l" t="t" r="r" b="b"/>
              <a:pathLst>
                <a:path w="496" h="503" extrusionOk="0">
                  <a:moveTo>
                    <a:pt x="252" y="0"/>
                  </a:moveTo>
                  <a:cubicBezTo>
                    <a:pt x="109" y="0"/>
                    <a:pt x="0" y="115"/>
                    <a:pt x="0" y="251"/>
                  </a:cubicBezTo>
                  <a:cubicBezTo>
                    <a:pt x="0" y="387"/>
                    <a:pt x="109" y="503"/>
                    <a:pt x="252" y="503"/>
                  </a:cubicBezTo>
                  <a:cubicBezTo>
                    <a:pt x="387" y="503"/>
                    <a:pt x="496" y="387"/>
                    <a:pt x="496" y="251"/>
                  </a:cubicBezTo>
                  <a:cubicBezTo>
                    <a:pt x="496" y="115"/>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9"/>
            <p:cNvSpPr/>
            <p:nvPr/>
          </p:nvSpPr>
          <p:spPr>
            <a:xfrm>
              <a:off x="1962150" y="3585650"/>
              <a:ext cx="12550" cy="12575"/>
            </a:xfrm>
            <a:custGeom>
              <a:avLst/>
              <a:gdLst/>
              <a:ahLst/>
              <a:cxnLst/>
              <a:rect l="l" t="t" r="r" b="b"/>
              <a:pathLst>
                <a:path w="502" h="503" extrusionOk="0">
                  <a:moveTo>
                    <a:pt x="250" y="0"/>
                  </a:moveTo>
                  <a:cubicBezTo>
                    <a:pt x="114" y="0"/>
                    <a:pt x="1" y="115"/>
                    <a:pt x="1" y="251"/>
                  </a:cubicBezTo>
                  <a:cubicBezTo>
                    <a:pt x="1" y="387"/>
                    <a:pt x="114" y="503"/>
                    <a:pt x="250" y="503"/>
                  </a:cubicBezTo>
                  <a:cubicBezTo>
                    <a:pt x="388" y="503"/>
                    <a:pt x="502" y="387"/>
                    <a:pt x="502" y="251"/>
                  </a:cubicBezTo>
                  <a:cubicBezTo>
                    <a:pt x="502" y="115"/>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9"/>
            <p:cNvSpPr/>
            <p:nvPr/>
          </p:nvSpPr>
          <p:spPr>
            <a:xfrm>
              <a:off x="2054075" y="3585650"/>
              <a:ext cx="12425" cy="12575"/>
            </a:xfrm>
            <a:custGeom>
              <a:avLst/>
              <a:gdLst/>
              <a:ahLst/>
              <a:cxnLst/>
              <a:rect l="l" t="t" r="r" b="b"/>
              <a:pathLst>
                <a:path w="497" h="503" extrusionOk="0">
                  <a:moveTo>
                    <a:pt x="252" y="0"/>
                  </a:moveTo>
                  <a:cubicBezTo>
                    <a:pt x="109" y="0"/>
                    <a:pt x="1" y="115"/>
                    <a:pt x="1" y="251"/>
                  </a:cubicBezTo>
                  <a:cubicBezTo>
                    <a:pt x="1" y="387"/>
                    <a:pt x="109" y="503"/>
                    <a:pt x="252" y="503"/>
                  </a:cubicBezTo>
                  <a:cubicBezTo>
                    <a:pt x="388" y="503"/>
                    <a:pt x="496" y="387"/>
                    <a:pt x="496" y="251"/>
                  </a:cubicBezTo>
                  <a:cubicBezTo>
                    <a:pt x="496"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9"/>
            <p:cNvSpPr/>
            <p:nvPr/>
          </p:nvSpPr>
          <p:spPr>
            <a:xfrm>
              <a:off x="2145825" y="358565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9"/>
            <p:cNvSpPr/>
            <p:nvPr/>
          </p:nvSpPr>
          <p:spPr>
            <a:xfrm>
              <a:off x="2237800" y="3585650"/>
              <a:ext cx="12350" cy="12575"/>
            </a:xfrm>
            <a:custGeom>
              <a:avLst/>
              <a:gdLst/>
              <a:ahLst/>
              <a:cxnLst/>
              <a:rect l="l" t="t" r="r" b="b"/>
              <a:pathLst>
                <a:path w="494" h="503" extrusionOk="0">
                  <a:moveTo>
                    <a:pt x="244" y="0"/>
                  </a:moveTo>
                  <a:cubicBezTo>
                    <a:pt x="107" y="0"/>
                    <a:pt x="0" y="115"/>
                    <a:pt x="0" y="251"/>
                  </a:cubicBezTo>
                  <a:cubicBezTo>
                    <a:pt x="0" y="387"/>
                    <a:pt x="107" y="503"/>
                    <a:pt x="244" y="503"/>
                  </a:cubicBezTo>
                  <a:cubicBezTo>
                    <a:pt x="387" y="503"/>
                    <a:pt x="494" y="387"/>
                    <a:pt x="494" y="251"/>
                  </a:cubicBezTo>
                  <a:cubicBezTo>
                    <a:pt x="494" y="115"/>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9"/>
            <p:cNvSpPr/>
            <p:nvPr/>
          </p:nvSpPr>
          <p:spPr>
            <a:xfrm>
              <a:off x="2329550" y="3585650"/>
              <a:ext cx="12575" cy="12575"/>
            </a:xfrm>
            <a:custGeom>
              <a:avLst/>
              <a:gdLst/>
              <a:ahLst/>
              <a:cxnLst/>
              <a:rect l="l" t="t" r="r" b="b"/>
              <a:pathLst>
                <a:path w="503" h="503" extrusionOk="0">
                  <a:moveTo>
                    <a:pt x="251" y="0"/>
                  </a:moveTo>
                  <a:cubicBezTo>
                    <a:pt x="115" y="0"/>
                    <a:pt x="0" y="115"/>
                    <a:pt x="0" y="251"/>
                  </a:cubicBezTo>
                  <a:cubicBezTo>
                    <a:pt x="0" y="387"/>
                    <a:pt x="115" y="503"/>
                    <a:pt x="251" y="503"/>
                  </a:cubicBezTo>
                  <a:cubicBezTo>
                    <a:pt x="387" y="503"/>
                    <a:pt x="502" y="387"/>
                    <a:pt x="502" y="251"/>
                  </a:cubicBezTo>
                  <a:cubicBezTo>
                    <a:pt x="502"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9"/>
            <p:cNvSpPr/>
            <p:nvPr/>
          </p:nvSpPr>
          <p:spPr>
            <a:xfrm>
              <a:off x="2421325" y="3585650"/>
              <a:ext cx="12550" cy="12575"/>
            </a:xfrm>
            <a:custGeom>
              <a:avLst/>
              <a:gdLst/>
              <a:ahLst/>
              <a:cxnLst/>
              <a:rect l="l" t="t" r="r" b="b"/>
              <a:pathLst>
                <a:path w="502" h="503" extrusionOk="0">
                  <a:moveTo>
                    <a:pt x="250" y="0"/>
                  </a:moveTo>
                  <a:cubicBezTo>
                    <a:pt x="114" y="0"/>
                    <a:pt x="1" y="115"/>
                    <a:pt x="1" y="251"/>
                  </a:cubicBezTo>
                  <a:cubicBezTo>
                    <a:pt x="1" y="387"/>
                    <a:pt x="114" y="503"/>
                    <a:pt x="250" y="503"/>
                  </a:cubicBezTo>
                  <a:cubicBezTo>
                    <a:pt x="395" y="503"/>
                    <a:pt x="501" y="387"/>
                    <a:pt x="501" y="251"/>
                  </a:cubicBezTo>
                  <a:cubicBezTo>
                    <a:pt x="501" y="115"/>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9"/>
            <p:cNvSpPr/>
            <p:nvPr/>
          </p:nvSpPr>
          <p:spPr>
            <a:xfrm>
              <a:off x="2513250" y="3585650"/>
              <a:ext cx="12575" cy="12575"/>
            </a:xfrm>
            <a:custGeom>
              <a:avLst/>
              <a:gdLst/>
              <a:ahLst/>
              <a:cxnLst/>
              <a:rect l="l" t="t" r="r" b="b"/>
              <a:pathLst>
                <a:path w="503" h="503" extrusionOk="0">
                  <a:moveTo>
                    <a:pt x="252" y="0"/>
                  </a:moveTo>
                  <a:cubicBezTo>
                    <a:pt x="109" y="0"/>
                    <a:pt x="0" y="115"/>
                    <a:pt x="0" y="251"/>
                  </a:cubicBezTo>
                  <a:cubicBezTo>
                    <a:pt x="0" y="387"/>
                    <a:pt x="109"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9"/>
            <p:cNvSpPr/>
            <p:nvPr/>
          </p:nvSpPr>
          <p:spPr>
            <a:xfrm>
              <a:off x="2605000" y="3585650"/>
              <a:ext cx="12575" cy="12575"/>
            </a:xfrm>
            <a:custGeom>
              <a:avLst/>
              <a:gdLst/>
              <a:ahLst/>
              <a:cxnLst/>
              <a:rect l="l" t="t" r="r" b="b"/>
              <a:pathLst>
                <a:path w="503" h="503" extrusionOk="0">
                  <a:moveTo>
                    <a:pt x="252" y="0"/>
                  </a:moveTo>
                  <a:cubicBezTo>
                    <a:pt x="116" y="0"/>
                    <a:pt x="0" y="115"/>
                    <a:pt x="0" y="251"/>
                  </a:cubicBezTo>
                  <a:cubicBezTo>
                    <a:pt x="0" y="387"/>
                    <a:pt x="116" y="503"/>
                    <a:pt x="252" y="503"/>
                  </a:cubicBezTo>
                  <a:cubicBezTo>
                    <a:pt x="387" y="503"/>
                    <a:pt x="503" y="387"/>
                    <a:pt x="503" y="251"/>
                  </a:cubicBezTo>
                  <a:cubicBezTo>
                    <a:pt x="503" y="115"/>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9"/>
            <p:cNvSpPr/>
            <p:nvPr/>
          </p:nvSpPr>
          <p:spPr>
            <a:xfrm>
              <a:off x="2696950" y="3585650"/>
              <a:ext cx="12375" cy="12575"/>
            </a:xfrm>
            <a:custGeom>
              <a:avLst/>
              <a:gdLst/>
              <a:ahLst/>
              <a:cxnLst/>
              <a:rect l="l" t="t" r="r" b="b"/>
              <a:pathLst>
                <a:path w="495" h="503" extrusionOk="0">
                  <a:moveTo>
                    <a:pt x="252" y="0"/>
                  </a:moveTo>
                  <a:cubicBezTo>
                    <a:pt x="108" y="0"/>
                    <a:pt x="1" y="115"/>
                    <a:pt x="1" y="251"/>
                  </a:cubicBezTo>
                  <a:cubicBezTo>
                    <a:pt x="1" y="387"/>
                    <a:pt x="108" y="503"/>
                    <a:pt x="252" y="503"/>
                  </a:cubicBezTo>
                  <a:cubicBezTo>
                    <a:pt x="388" y="503"/>
                    <a:pt x="495" y="387"/>
                    <a:pt x="495" y="251"/>
                  </a:cubicBezTo>
                  <a:cubicBezTo>
                    <a:pt x="495"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9"/>
            <p:cNvSpPr/>
            <p:nvPr/>
          </p:nvSpPr>
          <p:spPr>
            <a:xfrm>
              <a:off x="2788700" y="358565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9"/>
            <p:cNvSpPr/>
            <p:nvPr/>
          </p:nvSpPr>
          <p:spPr>
            <a:xfrm>
              <a:off x="2880675" y="3585650"/>
              <a:ext cx="12375" cy="12575"/>
            </a:xfrm>
            <a:custGeom>
              <a:avLst/>
              <a:gdLst/>
              <a:ahLst/>
              <a:cxnLst/>
              <a:rect l="l" t="t" r="r" b="b"/>
              <a:pathLst>
                <a:path w="495" h="503" extrusionOk="0">
                  <a:moveTo>
                    <a:pt x="243" y="0"/>
                  </a:moveTo>
                  <a:cubicBezTo>
                    <a:pt x="107" y="0"/>
                    <a:pt x="0" y="115"/>
                    <a:pt x="0" y="251"/>
                  </a:cubicBezTo>
                  <a:cubicBezTo>
                    <a:pt x="0" y="387"/>
                    <a:pt x="107" y="503"/>
                    <a:pt x="243" y="503"/>
                  </a:cubicBezTo>
                  <a:cubicBezTo>
                    <a:pt x="387" y="503"/>
                    <a:pt x="494" y="387"/>
                    <a:pt x="494" y="251"/>
                  </a:cubicBezTo>
                  <a:cubicBezTo>
                    <a:pt x="494" y="115"/>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9"/>
            <p:cNvSpPr/>
            <p:nvPr/>
          </p:nvSpPr>
          <p:spPr>
            <a:xfrm>
              <a:off x="2972425" y="3585650"/>
              <a:ext cx="12575" cy="12575"/>
            </a:xfrm>
            <a:custGeom>
              <a:avLst/>
              <a:gdLst/>
              <a:ahLst/>
              <a:cxnLst/>
              <a:rect l="l" t="t" r="r" b="b"/>
              <a:pathLst>
                <a:path w="503" h="503" extrusionOk="0">
                  <a:moveTo>
                    <a:pt x="251" y="0"/>
                  </a:moveTo>
                  <a:cubicBezTo>
                    <a:pt x="115" y="0"/>
                    <a:pt x="0" y="115"/>
                    <a:pt x="0" y="251"/>
                  </a:cubicBezTo>
                  <a:cubicBezTo>
                    <a:pt x="0" y="387"/>
                    <a:pt x="115" y="503"/>
                    <a:pt x="251" y="503"/>
                  </a:cubicBezTo>
                  <a:cubicBezTo>
                    <a:pt x="387" y="503"/>
                    <a:pt x="503" y="387"/>
                    <a:pt x="503" y="251"/>
                  </a:cubicBezTo>
                  <a:cubicBezTo>
                    <a:pt x="503"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9"/>
            <p:cNvSpPr/>
            <p:nvPr/>
          </p:nvSpPr>
          <p:spPr>
            <a:xfrm>
              <a:off x="3064375" y="3585650"/>
              <a:ext cx="12375" cy="12575"/>
            </a:xfrm>
            <a:custGeom>
              <a:avLst/>
              <a:gdLst/>
              <a:ahLst/>
              <a:cxnLst/>
              <a:rect l="l" t="t" r="r" b="b"/>
              <a:pathLst>
                <a:path w="495" h="503" extrusionOk="0">
                  <a:moveTo>
                    <a:pt x="243" y="0"/>
                  </a:moveTo>
                  <a:cubicBezTo>
                    <a:pt x="107" y="0"/>
                    <a:pt x="1" y="115"/>
                    <a:pt x="1" y="251"/>
                  </a:cubicBezTo>
                  <a:cubicBezTo>
                    <a:pt x="1" y="387"/>
                    <a:pt x="107" y="503"/>
                    <a:pt x="243" y="503"/>
                  </a:cubicBezTo>
                  <a:cubicBezTo>
                    <a:pt x="388" y="503"/>
                    <a:pt x="495" y="387"/>
                    <a:pt x="495" y="251"/>
                  </a:cubicBezTo>
                  <a:cubicBezTo>
                    <a:pt x="495" y="115"/>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9"/>
            <p:cNvSpPr/>
            <p:nvPr/>
          </p:nvSpPr>
          <p:spPr>
            <a:xfrm>
              <a:off x="3156125" y="358565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9"/>
            <p:cNvSpPr/>
            <p:nvPr/>
          </p:nvSpPr>
          <p:spPr>
            <a:xfrm>
              <a:off x="3247875" y="3585650"/>
              <a:ext cx="12575" cy="12575"/>
            </a:xfrm>
            <a:custGeom>
              <a:avLst/>
              <a:gdLst/>
              <a:ahLst/>
              <a:cxnLst/>
              <a:rect l="l" t="t" r="r" b="b"/>
              <a:pathLst>
                <a:path w="503"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9"/>
            <p:cNvSpPr/>
            <p:nvPr/>
          </p:nvSpPr>
          <p:spPr>
            <a:xfrm>
              <a:off x="3339850" y="3585650"/>
              <a:ext cx="12525" cy="12575"/>
            </a:xfrm>
            <a:custGeom>
              <a:avLst/>
              <a:gdLst/>
              <a:ahLst/>
              <a:cxnLst/>
              <a:rect l="l" t="t" r="r" b="b"/>
              <a:pathLst>
                <a:path w="501" h="503" extrusionOk="0">
                  <a:moveTo>
                    <a:pt x="251" y="0"/>
                  </a:moveTo>
                  <a:cubicBezTo>
                    <a:pt x="107" y="0"/>
                    <a:pt x="0" y="115"/>
                    <a:pt x="0" y="251"/>
                  </a:cubicBezTo>
                  <a:cubicBezTo>
                    <a:pt x="0" y="387"/>
                    <a:pt x="107" y="503"/>
                    <a:pt x="251" y="503"/>
                  </a:cubicBezTo>
                  <a:cubicBezTo>
                    <a:pt x="387" y="503"/>
                    <a:pt x="501" y="387"/>
                    <a:pt x="501" y="251"/>
                  </a:cubicBezTo>
                  <a:cubicBezTo>
                    <a:pt x="501"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9"/>
            <p:cNvSpPr/>
            <p:nvPr/>
          </p:nvSpPr>
          <p:spPr>
            <a:xfrm>
              <a:off x="3431575" y="358565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9"/>
            <p:cNvSpPr/>
            <p:nvPr/>
          </p:nvSpPr>
          <p:spPr>
            <a:xfrm>
              <a:off x="3523550" y="3585650"/>
              <a:ext cx="12375" cy="12575"/>
            </a:xfrm>
            <a:custGeom>
              <a:avLst/>
              <a:gdLst/>
              <a:ahLst/>
              <a:cxnLst/>
              <a:rect l="l" t="t" r="r" b="b"/>
              <a:pathLst>
                <a:path w="495" h="503" extrusionOk="0">
                  <a:moveTo>
                    <a:pt x="250" y="0"/>
                  </a:moveTo>
                  <a:cubicBezTo>
                    <a:pt x="107" y="0"/>
                    <a:pt x="0" y="115"/>
                    <a:pt x="0" y="251"/>
                  </a:cubicBezTo>
                  <a:cubicBezTo>
                    <a:pt x="0" y="387"/>
                    <a:pt x="107" y="503"/>
                    <a:pt x="250" y="503"/>
                  </a:cubicBezTo>
                  <a:cubicBezTo>
                    <a:pt x="388" y="503"/>
                    <a:pt x="494" y="387"/>
                    <a:pt x="494" y="251"/>
                  </a:cubicBezTo>
                  <a:cubicBezTo>
                    <a:pt x="494" y="115"/>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9"/>
            <p:cNvSpPr/>
            <p:nvPr/>
          </p:nvSpPr>
          <p:spPr>
            <a:xfrm>
              <a:off x="676400" y="3677600"/>
              <a:ext cx="12600" cy="12375"/>
            </a:xfrm>
            <a:custGeom>
              <a:avLst/>
              <a:gdLst/>
              <a:ahLst/>
              <a:cxnLst/>
              <a:rect l="l" t="t" r="r" b="b"/>
              <a:pathLst>
                <a:path w="504" h="495" extrusionOk="0">
                  <a:moveTo>
                    <a:pt x="252" y="1"/>
                  </a:moveTo>
                  <a:cubicBezTo>
                    <a:pt x="116" y="1"/>
                    <a:pt x="1" y="107"/>
                    <a:pt x="1" y="243"/>
                  </a:cubicBezTo>
                  <a:cubicBezTo>
                    <a:pt x="1" y="388"/>
                    <a:pt x="116" y="495"/>
                    <a:pt x="252" y="495"/>
                  </a:cubicBezTo>
                  <a:cubicBezTo>
                    <a:pt x="388" y="495"/>
                    <a:pt x="503" y="388"/>
                    <a:pt x="503" y="243"/>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9"/>
            <p:cNvSpPr/>
            <p:nvPr/>
          </p:nvSpPr>
          <p:spPr>
            <a:xfrm>
              <a:off x="768325" y="3677600"/>
              <a:ext cx="12400" cy="12375"/>
            </a:xfrm>
            <a:custGeom>
              <a:avLst/>
              <a:gdLst/>
              <a:ahLst/>
              <a:cxnLst/>
              <a:rect l="l" t="t" r="r" b="b"/>
              <a:pathLst>
                <a:path w="496" h="495" extrusionOk="0">
                  <a:moveTo>
                    <a:pt x="245" y="1"/>
                  </a:moveTo>
                  <a:cubicBezTo>
                    <a:pt x="109" y="1"/>
                    <a:pt x="0" y="107"/>
                    <a:pt x="0" y="243"/>
                  </a:cubicBezTo>
                  <a:cubicBezTo>
                    <a:pt x="0" y="388"/>
                    <a:pt x="109" y="495"/>
                    <a:pt x="245" y="495"/>
                  </a:cubicBezTo>
                  <a:cubicBezTo>
                    <a:pt x="388" y="495"/>
                    <a:pt x="496" y="388"/>
                    <a:pt x="496" y="243"/>
                  </a:cubicBezTo>
                  <a:cubicBezTo>
                    <a:pt x="496" y="107"/>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9"/>
            <p:cNvSpPr/>
            <p:nvPr/>
          </p:nvSpPr>
          <p:spPr>
            <a:xfrm>
              <a:off x="860125" y="3677600"/>
              <a:ext cx="12525" cy="12375"/>
            </a:xfrm>
            <a:custGeom>
              <a:avLst/>
              <a:gdLst/>
              <a:ahLst/>
              <a:cxnLst/>
              <a:rect l="l" t="t" r="r" b="b"/>
              <a:pathLst>
                <a:path w="501" h="495" extrusionOk="0">
                  <a:moveTo>
                    <a:pt x="251" y="1"/>
                  </a:moveTo>
                  <a:cubicBezTo>
                    <a:pt x="114" y="1"/>
                    <a:pt x="0" y="107"/>
                    <a:pt x="0" y="243"/>
                  </a:cubicBezTo>
                  <a:cubicBezTo>
                    <a:pt x="0" y="388"/>
                    <a:pt x="114" y="495"/>
                    <a:pt x="251" y="495"/>
                  </a:cubicBezTo>
                  <a:cubicBezTo>
                    <a:pt x="387" y="495"/>
                    <a:pt x="501" y="388"/>
                    <a:pt x="501" y="243"/>
                  </a:cubicBezTo>
                  <a:cubicBezTo>
                    <a:pt x="501"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9"/>
            <p:cNvSpPr/>
            <p:nvPr/>
          </p:nvSpPr>
          <p:spPr>
            <a:xfrm>
              <a:off x="951850" y="3677600"/>
              <a:ext cx="12600" cy="12375"/>
            </a:xfrm>
            <a:custGeom>
              <a:avLst/>
              <a:gdLst/>
              <a:ahLst/>
              <a:cxnLst/>
              <a:rect l="l" t="t" r="r" b="b"/>
              <a:pathLst>
                <a:path w="504" h="495" extrusionOk="0">
                  <a:moveTo>
                    <a:pt x="252" y="1"/>
                  </a:moveTo>
                  <a:cubicBezTo>
                    <a:pt x="116" y="1"/>
                    <a:pt x="1" y="107"/>
                    <a:pt x="1" y="243"/>
                  </a:cubicBezTo>
                  <a:cubicBezTo>
                    <a:pt x="1" y="388"/>
                    <a:pt x="116" y="495"/>
                    <a:pt x="252" y="495"/>
                  </a:cubicBezTo>
                  <a:cubicBezTo>
                    <a:pt x="388" y="495"/>
                    <a:pt x="503" y="388"/>
                    <a:pt x="503" y="243"/>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9"/>
            <p:cNvSpPr/>
            <p:nvPr/>
          </p:nvSpPr>
          <p:spPr>
            <a:xfrm>
              <a:off x="1043825" y="3677600"/>
              <a:ext cx="12375" cy="12375"/>
            </a:xfrm>
            <a:custGeom>
              <a:avLst/>
              <a:gdLst/>
              <a:ahLst/>
              <a:cxnLst/>
              <a:rect l="l" t="t" r="r" b="b"/>
              <a:pathLst>
                <a:path w="495" h="495" extrusionOk="0">
                  <a:moveTo>
                    <a:pt x="250" y="1"/>
                  </a:moveTo>
                  <a:cubicBezTo>
                    <a:pt x="107" y="1"/>
                    <a:pt x="0" y="107"/>
                    <a:pt x="0" y="243"/>
                  </a:cubicBezTo>
                  <a:cubicBezTo>
                    <a:pt x="0" y="388"/>
                    <a:pt x="107" y="495"/>
                    <a:pt x="250" y="495"/>
                  </a:cubicBezTo>
                  <a:cubicBezTo>
                    <a:pt x="388" y="495"/>
                    <a:pt x="494" y="388"/>
                    <a:pt x="494" y="243"/>
                  </a:cubicBezTo>
                  <a:cubicBezTo>
                    <a:pt x="494" y="107"/>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9"/>
            <p:cNvSpPr/>
            <p:nvPr/>
          </p:nvSpPr>
          <p:spPr>
            <a:xfrm>
              <a:off x="1135575" y="3677600"/>
              <a:ext cx="12575" cy="12375"/>
            </a:xfrm>
            <a:custGeom>
              <a:avLst/>
              <a:gdLst/>
              <a:ahLst/>
              <a:cxnLst/>
              <a:rect l="l" t="t" r="r" b="b"/>
              <a:pathLst>
                <a:path w="503" h="495" extrusionOk="0">
                  <a:moveTo>
                    <a:pt x="252" y="1"/>
                  </a:moveTo>
                  <a:cubicBezTo>
                    <a:pt x="116" y="1"/>
                    <a:pt x="0" y="107"/>
                    <a:pt x="0" y="243"/>
                  </a:cubicBezTo>
                  <a:cubicBezTo>
                    <a:pt x="0" y="388"/>
                    <a:pt x="116" y="495"/>
                    <a:pt x="252" y="495"/>
                  </a:cubicBezTo>
                  <a:cubicBezTo>
                    <a:pt x="387" y="495"/>
                    <a:pt x="503" y="388"/>
                    <a:pt x="503" y="243"/>
                  </a:cubicBezTo>
                  <a:cubicBezTo>
                    <a:pt x="503" y="107"/>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9"/>
            <p:cNvSpPr/>
            <p:nvPr/>
          </p:nvSpPr>
          <p:spPr>
            <a:xfrm>
              <a:off x="1227500" y="3677600"/>
              <a:ext cx="12400" cy="12375"/>
            </a:xfrm>
            <a:custGeom>
              <a:avLst/>
              <a:gdLst/>
              <a:ahLst/>
              <a:cxnLst/>
              <a:rect l="l" t="t" r="r" b="b"/>
              <a:pathLst>
                <a:path w="496" h="495" extrusionOk="0">
                  <a:moveTo>
                    <a:pt x="251" y="1"/>
                  </a:moveTo>
                  <a:cubicBezTo>
                    <a:pt x="109" y="1"/>
                    <a:pt x="0" y="107"/>
                    <a:pt x="0" y="243"/>
                  </a:cubicBezTo>
                  <a:cubicBezTo>
                    <a:pt x="0" y="388"/>
                    <a:pt x="109" y="495"/>
                    <a:pt x="251" y="495"/>
                  </a:cubicBezTo>
                  <a:cubicBezTo>
                    <a:pt x="387" y="495"/>
                    <a:pt x="496" y="388"/>
                    <a:pt x="496" y="243"/>
                  </a:cubicBezTo>
                  <a:cubicBezTo>
                    <a:pt x="496"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9"/>
            <p:cNvSpPr/>
            <p:nvPr/>
          </p:nvSpPr>
          <p:spPr>
            <a:xfrm>
              <a:off x="1319275" y="3677600"/>
              <a:ext cx="12550" cy="12375"/>
            </a:xfrm>
            <a:custGeom>
              <a:avLst/>
              <a:gdLst/>
              <a:ahLst/>
              <a:cxnLst/>
              <a:rect l="l" t="t" r="r" b="b"/>
              <a:pathLst>
                <a:path w="502" h="495" extrusionOk="0">
                  <a:moveTo>
                    <a:pt x="252" y="1"/>
                  </a:moveTo>
                  <a:cubicBezTo>
                    <a:pt x="114" y="1"/>
                    <a:pt x="1" y="107"/>
                    <a:pt x="1" y="243"/>
                  </a:cubicBezTo>
                  <a:cubicBezTo>
                    <a:pt x="1" y="388"/>
                    <a:pt x="114" y="495"/>
                    <a:pt x="252" y="495"/>
                  </a:cubicBezTo>
                  <a:cubicBezTo>
                    <a:pt x="388" y="495"/>
                    <a:pt x="501" y="388"/>
                    <a:pt x="501" y="243"/>
                  </a:cubicBezTo>
                  <a:cubicBezTo>
                    <a:pt x="501"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9"/>
            <p:cNvSpPr/>
            <p:nvPr/>
          </p:nvSpPr>
          <p:spPr>
            <a:xfrm>
              <a:off x="1411200" y="3677600"/>
              <a:ext cx="12425" cy="12375"/>
            </a:xfrm>
            <a:custGeom>
              <a:avLst/>
              <a:gdLst/>
              <a:ahLst/>
              <a:cxnLst/>
              <a:rect l="l" t="t" r="r" b="b"/>
              <a:pathLst>
                <a:path w="497" h="495" extrusionOk="0">
                  <a:moveTo>
                    <a:pt x="245" y="1"/>
                  </a:moveTo>
                  <a:cubicBezTo>
                    <a:pt x="109" y="1"/>
                    <a:pt x="1" y="107"/>
                    <a:pt x="1" y="243"/>
                  </a:cubicBezTo>
                  <a:cubicBezTo>
                    <a:pt x="1" y="388"/>
                    <a:pt x="109" y="495"/>
                    <a:pt x="245" y="495"/>
                  </a:cubicBezTo>
                  <a:cubicBezTo>
                    <a:pt x="388" y="495"/>
                    <a:pt x="496" y="388"/>
                    <a:pt x="496" y="243"/>
                  </a:cubicBezTo>
                  <a:cubicBezTo>
                    <a:pt x="496" y="107"/>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9"/>
            <p:cNvSpPr/>
            <p:nvPr/>
          </p:nvSpPr>
          <p:spPr>
            <a:xfrm>
              <a:off x="1503000" y="3677600"/>
              <a:ext cx="12525" cy="12375"/>
            </a:xfrm>
            <a:custGeom>
              <a:avLst/>
              <a:gdLst/>
              <a:ahLst/>
              <a:cxnLst/>
              <a:rect l="l" t="t" r="r" b="b"/>
              <a:pathLst>
                <a:path w="501" h="495" extrusionOk="0">
                  <a:moveTo>
                    <a:pt x="250" y="1"/>
                  </a:moveTo>
                  <a:cubicBezTo>
                    <a:pt x="114" y="1"/>
                    <a:pt x="0" y="107"/>
                    <a:pt x="0" y="243"/>
                  </a:cubicBezTo>
                  <a:cubicBezTo>
                    <a:pt x="0" y="388"/>
                    <a:pt x="114" y="495"/>
                    <a:pt x="250" y="495"/>
                  </a:cubicBezTo>
                  <a:cubicBezTo>
                    <a:pt x="387" y="495"/>
                    <a:pt x="501" y="388"/>
                    <a:pt x="501" y="243"/>
                  </a:cubicBezTo>
                  <a:cubicBezTo>
                    <a:pt x="501" y="107"/>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9"/>
            <p:cNvSpPr/>
            <p:nvPr/>
          </p:nvSpPr>
          <p:spPr>
            <a:xfrm>
              <a:off x="1594750" y="3677600"/>
              <a:ext cx="12575" cy="12375"/>
            </a:xfrm>
            <a:custGeom>
              <a:avLst/>
              <a:gdLst/>
              <a:ahLst/>
              <a:cxnLst/>
              <a:rect l="l" t="t" r="r" b="b"/>
              <a:pathLst>
                <a:path w="503" h="495" extrusionOk="0">
                  <a:moveTo>
                    <a:pt x="251" y="1"/>
                  </a:moveTo>
                  <a:cubicBezTo>
                    <a:pt x="115" y="1"/>
                    <a:pt x="0" y="107"/>
                    <a:pt x="0" y="243"/>
                  </a:cubicBezTo>
                  <a:cubicBezTo>
                    <a:pt x="0" y="388"/>
                    <a:pt x="115" y="495"/>
                    <a:pt x="251" y="495"/>
                  </a:cubicBezTo>
                  <a:cubicBezTo>
                    <a:pt x="394" y="495"/>
                    <a:pt x="503" y="388"/>
                    <a:pt x="503" y="243"/>
                  </a:cubicBezTo>
                  <a:cubicBezTo>
                    <a:pt x="503" y="107"/>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9"/>
            <p:cNvSpPr/>
            <p:nvPr/>
          </p:nvSpPr>
          <p:spPr>
            <a:xfrm>
              <a:off x="1686650" y="3677600"/>
              <a:ext cx="12600" cy="12375"/>
            </a:xfrm>
            <a:custGeom>
              <a:avLst/>
              <a:gdLst/>
              <a:ahLst/>
              <a:cxnLst/>
              <a:rect l="l" t="t" r="r" b="b"/>
              <a:pathLst>
                <a:path w="504" h="495" extrusionOk="0">
                  <a:moveTo>
                    <a:pt x="252" y="1"/>
                  </a:moveTo>
                  <a:cubicBezTo>
                    <a:pt x="116" y="1"/>
                    <a:pt x="1" y="107"/>
                    <a:pt x="1" y="243"/>
                  </a:cubicBezTo>
                  <a:cubicBezTo>
                    <a:pt x="1" y="388"/>
                    <a:pt x="116" y="495"/>
                    <a:pt x="252" y="495"/>
                  </a:cubicBezTo>
                  <a:cubicBezTo>
                    <a:pt x="388" y="495"/>
                    <a:pt x="503" y="388"/>
                    <a:pt x="503" y="243"/>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9"/>
            <p:cNvSpPr/>
            <p:nvPr/>
          </p:nvSpPr>
          <p:spPr>
            <a:xfrm>
              <a:off x="1778450" y="3677600"/>
              <a:ext cx="12550" cy="12375"/>
            </a:xfrm>
            <a:custGeom>
              <a:avLst/>
              <a:gdLst/>
              <a:ahLst/>
              <a:cxnLst/>
              <a:rect l="l" t="t" r="r" b="b"/>
              <a:pathLst>
                <a:path w="502" h="495" extrusionOk="0">
                  <a:moveTo>
                    <a:pt x="252" y="1"/>
                  </a:moveTo>
                  <a:cubicBezTo>
                    <a:pt x="114" y="1"/>
                    <a:pt x="1" y="107"/>
                    <a:pt x="1" y="243"/>
                  </a:cubicBezTo>
                  <a:cubicBezTo>
                    <a:pt x="1" y="388"/>
                    <a:pt x="114" y="495"/>
                    <a:pt x="252" y="495"/>
                  </a:cubicBezTo>
                  <a:cubicBezTo>
                    <a:pt x="388" y="495"/>
                    <a:pt x="501" y="388"/>
                    <a:pt x="501" y="243"/>
                  </a:cubicBezTo>
                  <a:cubicBezTo>
                    <a:pt x="501"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9"/>
            <p:cNvSpPr/>
            <p:nvPr/>
          </p:nvSpPr>
          <p:spPr>
            <a:xfrm>
              <a:off x="1870375" y="3677600"/>
              <a:ext cx="12400" cy="12375"/>
            </a:xfrm>
            <a:custGeom>
              <a:avLst/>
              <a:gdLst/>
              <a:ahLst/>
              <a:cxnLst/>
              <a:rect l="l" t="t" r="r" b="b"/>
              <a:pathLst>
                <a:path w="496" h="495" extrusionOk="0">
                  <a:moveTo>
                    <a:pt x="252" y="1"/>
                  </a:moveTo>
                  <a:cubicBezTo>
                    <a:pt x="109" y="1"/>
                    <a:pt x="0" y="107"/>
                    <a:pt x="0" y="243"/>
                  </a:cubicBezTo>
                  <a:cubicBezTo>
                    <a:pt x="0" y="388"/>
                    <a:pt x="109" y="495"/>
                    <a:pt x="252" y="495"/>
                  </a:cubicBezTo>
                  <a:cubicBezTo>
                    <a:pt x="387" y="495"/>
                    <a:pt x="496" y="388"/>
                    <a:pt x="496" y="243"/>
                  </a:cubicBezTo>
                  <a:cubicBezTo>
                    <a:pt x="496" y="107"/>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9"/>
            <p:cNvSpPr/>
            <p:nvPr/>
          </p:nvSpPr>
          <p:spPr>
            <a:xfrm>
              <a:off x="1962150" y="3677600"/>
              <a:ext cx="12550" cy="12375"/>
            </a:xfrm>
            <a:custGeom>
              <a:avLst/>
              <a:gdLst/>
              <a:ahLst/>
              <a:cxnLst/>
              <a:rect l="l" t="t" r="r" b="b"/>
              <a:pathLst>
                <a:path w="502" h="495" extrusionOk="0">
                  <a:moveTo>
                    <a:pt x="250" y="1"/>
                  </a:moveTo>
                  <a:cubicBezTo>
                    <a:pt x="114" y="1"/>
                    <a:pt x="1" y="107"/>
                    <a:pt x="1" y="243"/>
                  </a:cubicBezTo>
                  <a:cubicBezTo>
                    <a:pt x="1" y="388"/>
                    <a:pt x="114" y="495"/>
                    <a:pt x="250" y="495"/>
                  </a:cubicBezTo>
                  <a:cubicBezTo>
                    <a:pt x="388" y="495"/>
                    <a:pt x="502" y="388"/>
                    <a:pt x="502" y="243"/>
                  </a:cubicBezTo>
                  <a:cubicBezTo>
                    <a:pt x="502" y="107"/>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9"/>
            <p:cNvSpPr/>
            <p:nvPr/>
          </p:nvSpPr>
          <p:spPr>
            <a:xfrm>
              <a:off x="2054075" y="3677600"/>
              <a:ext cx="12425" cy="12375"/>
            </a:xfrm>
            <a:custGeom>
              <a:avLst/>
              <a:gdLst/>
              <a:ahLst/>
              <a:cxnLst/>
              <a:rect l="l" t="t" r="r" b="b"/>
              <a:pathLst>
                <a:path w="497" h="495" extrusionOk="0">
                  <a:moveTo>
                    <a:pt x="252" y="1"/>
                  </a:moveTo>
                  <a:cubicBezTo>
                    <a:pt x="109" y="1"/>
                    <a:pt x="1" y="107"/>
                    <a:pt x="1" y="243"/>
                  </a:cubicBezTo>
                  <a:cubicBezTo>
                    <a:pt x="1" y="388"/>
                    <a:pt x="109" y="495"/>
                    <a:pt x="252" y="495"/>
                  </a:cubicBezTo>
                  <a:cubicBezTo>
                    <a:pt x="388" y="495"/>
                    <a:pt x="496" y="388"/>
                    <a:pt x="496" y="243"/>
                  </a:cubicBezTo>
                  <a:cubicBezTo>
                    <a:pt x="496"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9"/>
            <p:cNvSpPr/>
            <p:nvPr/>
          </p:nvSpPr>
          <p:spPr>
            <a:xfrm>
              <a:off x="2145825" y="3677600"/>
              <a:ext cx="12600" cy="12375"/>
            </a:xfrm>
            <a:custGeom>
              <a:avLst/>
              <a:gdLst/>
              <a:ahLst/>
              <a:cxnLst/>
              <a:rect l="l" t="t" r="r" b="b"/>
              <a:pathLst>
                <a:path w="504" h="495" extrusionOk="0">
                  <a:moveTo>
                    <a:pt x="252" y="1"/>
                  </a:moveTo>
                  <a:cubicBezTo>
                    <a:pt x="116" y="1"/>
                    <a:pt x="1" y="107"/>
                    <a:pt x="1" y="243"/>
                  </a:cubicBezTo>
                  <a:cubicBezTo>
                    <a:pt x="1" y="388"/>
                    <a:pt x="116" y="495"/>
                    <a:pt x="252" y="495"/>
                  </a:cubicBezTo>
                  <a:cubicBezTo>
                    <a:pt x="388" y="495"/>
                    <a:pt x="503" y="388"/>
                    <a:pt x="503" y="243"/>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9"/>
            <p:cNvSpPr/>
            <p:nvPr/>
          </p:nvSpPr>
          <p:spPr>
            <a:xfrm>
              <a:off x="2237800" y="3677600"/>
              <a:ext cx="12350" cy="12375"/>
            </a:xfrm>
            <a:custGeom>
              <a:avLst/>
              <a:gdLst/>
              <a:ahLst/>
              <a:cxnLst/>
              <a:rect l="l" t="t" r="r" b="b"/>
              <a:pathLst>
                <a:path w="494" h="495" extrusionOk="0">
                  <a:moveTo>
                    <a:pt x="244" y="1"/>
                  </a:moveTo>
                  <a:cubicBezTo>
                    <a:pt x="107" y="1"/>
                    <a:pt x="0" y="107"/>
                    <a:pt x="0" y="243"/>
                  </a:cubicBezTo>
                  <a:cubicBezTo>
                    <a:pt x="0" y="388"/>
                    <a:pt x="107" y="495"/>
                    <a:pt x="244" y="495"/>
                  </a:cubicBezTo>
                  <a:cubicBezTo>
                    <a:pt x="387" y="495"/>
                    <a:pt x="494" y="388"/>
                    <a:pt x="494" y="243"/>
                  </a:cubicBezTo>
                  <a:cubicBezTo>
                    <a:pt x="494" y="107"/>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9"/>
            <p:cNvSpPr/>
            <p:nvPr/>
          </p:nvSpPr>
          <p:spPr>
            <a:xfrm>
              <a:off x="2329550" y="3677600"/>
              <a:ext cx="12575" cy="12375"/>
            </a:xfrm>
            <a:custGeom>
              <a:avLst/>
              <a:gdLst/>
              <a:ahLst/>
              <a:cxnLst/>
              <a:rect l="l" t="t" r="r" b="b"/>
              <a:pathLst>
                <a:path w="503" h="495" extrusionOk="0">
                  <a:moveTo>
                    <a:pt x="251" y="1"/>
                  </a:moveTo>
                  <a:cubicBezTo>
                    <a:pt x="115" y="1"/>
                    <a:pt x="0" y="107"/>
                    <a:pt x="0" y="243"/>
                  </a:cubicBezTo>
                  <a:cubicBezTo>
                    <a:pt x="0" y="388"/>
                    <a:pt x="115" y="495"/>
                    <a:pt x="251" y="495"/>
                  </a:cubicBezTo>
                  <a:cubicBezTo>
                    <a:pt x="387" y="495"/>
                    <a:pt x="502" y="388"/>
                    <a:pt x="502" y="243"/>
                  </a:cubicBezTo>
                  <a:cubicBezTo>
                    <a:pt x="502"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9"/>
            <p:cNvSpPr/>
            <p:nvPr/>
          </p:nvSpPr>
          <p:spPr>
            <a:xfrm>
              <a:off x="2421325" y="3677600"/>
              <a:ext cx="12550" cy="12375"/>
            </a:xfrm>
            <a:custGeom>
              <a:avLst/>
              <a:gdLst/>
              <a:ahLst/>
              <a:cxnLst/>
              <a:rect l="l" t="t" r="r" b="b"/>
              <a:pathLst>
                <a:path w="502" h="495" extrusionOk="0">
                  <a:moveTo>
                    <a:pt x="250" y="1"/>
                  </a:moveTo>
                  <a:cubicBezTo>
                    <a:pt x="114" y="1"/>
                    <a:pt x="1" y="107"/>
                    <a:pt x="1" y="243"/>
                  </a:cubicBezTo>
                  <a:cubicBezTo>
                    <a:pt x="1" y="388"/>
                    <a:pt x="114" y="495"/>
                    <a:pt x="250" y="495"/>
                  </a:cubicBezTo>
                  <a:cubicBezTo>
                    <a:pt x="395" y="495"/>
                    <a:pt x="501" y="388"/>
                    <a:pt x="501" y="243"/>
                  </a:cubicBezTo>
                  <a:cubicBezTo>
                    <a:pt x="501" y="107"/>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9"/>
            <p:cNvSpPr/>
            <p:nvPr/>
          </p:nvSpPr>
          <p:spPr>
            <a:xfrm>
              <a:off x="2513250" y="3677600"/>
              <a:ext cx="12575" cy="12375"/>
            </a:xfrm>
            <a:custGeom>
              <a:avLst/>
              <a:gdLst/>
              <a:ahLst/>
              <a:cxnLst/>
              <a:rect l="l" t="t" r="r" b="b"/>
              <a:pathLst>
                <a:path w="503" h="495" extrusionOk="0">
                  <a:moveTo>
                    <a:pt x="252" y="1"/>
                  </a:moveTo>
                  <a:cubicBezTo>
                    <a:pt x="109" y="1"/>
                    <a:pt x="0" y="107"/>
                    <a:pt x="0" y="243"/>
                  </a:cubicBezTo>
                  <a:cubicBezTo>
                    <a:pt x="0" y="388"/>
                    <a:pt x="109" y="495"/>
                    <a:pt x="252" y="495"/>
                  </a:cubicBezTo>
                  <a:cubicBezTo>
                    <a:pt x="388" y="495"/>
                    <a:pt x="503" y="388"/>
                    <a:pt x="503" y="243"/>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9"/>
            <p:cNvSpPr/>
            <p:nvPr/>
          </p:nvSpPr>
          <p:spPr>
            <a:xfrm>
              <a:off x="2605000" y="3677600"/>
              <a:ext cx="12575" cy="12375"/>
            </a:xfrm>
            <a:custGeom>
              <a:avLst/>
              <a:gdLst/>
              <a:ahLst/>
              <a:cxnLst/>
              <a:rect l="l" t="t" r="r" b="b"/>
              <a:pathLst>
                <a:path w="503" h="495" extrusionOk="0">
                  <a:moveTo>
                    <a:pt x="252" y="1"/>
                  </a:moveTo>
                  <a:cubicBezTo>
                    <a:pt x="116" y="1"/>
                    <a:pt x="0" y="107"/>
                    <a:pt x="0" y="243"/>
                  </a:cubicBezTo>
                  <a:cubicBezTo>
                    <a:pt x="0" y="388"/>
                    <a:pt x="116" y="495"/>
                    <a:pt x="252" y="495"/>
                  </a:cubicBezTo>
                  <a:cubicBezTo>
                    <a:pt x="387" y="495"/>
                    <a:pt x="503" y="388"/>
                    <a:pt x="503" y="243"/>
                  </a:cubicBezTo>
                  <a:cubicBezTo>
                    <a:pt x="503" y="107"/>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9"/>
            <p:cNvSpPr/>
            <p:nvPr/>
          </p:nvSpPr>
          <p:spPr>
            <a:xfrm>
              <a:off x="2696950" y="3677600"/>
              <a:ext cx="12375" cy="12375"/>
            </a:xfrm>
            <a:custGeom>
              <a:avLst/>
              <a:gdLst/>
              <a:ahLst/>
              <a:cxnLst/>
              <a:rect l="l" t="t" r="r" b="b"/>
              <a:pathLst>
                <a:path w="495" h="495" extrusionOk="0">
                  <a:moveTo>
                    <a:pt x="252" y="1"/>
                  </a:moveTo>
                  <a:cubicBezTo>
                    <a:pt x="108" y="1"/>
                    <a:pt x="1" y="107"/>
                    <a:pt x="1" y="243"/>
                  </a:cubicBezTo>
                  <a:cubicBezTo>
                    <a:pt x="1" y="388"/>
                    <a:pt x="108" y="495"/>
                    <a:pt x="252" y="495"/>
                  </a:cubicBezTo>
                  <a:cubicBezTo>
                    <a:pt x="388" y="495"/>
                    <a:pt x="495" y="388"/>
                    <a:pt x="495" y="243"/>
                  </a:cubicBezTo>
                  <a:cubicBezTo>
                    <a:pt x="495"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9"/>
            <p:cNvSpPr/>
            <p:nvPr/>
          </p:nvSpPr>
          <p:spPr>
            <a:xfrm>
              <a:off x="2788700" y="3677600"/>
              <a:ext cx="12600" cy="12375"/>
            </a:xfrm>
            <a:custGeom>
              <a:avLst/>
              <a:gdLst/>
              <a:ahLst/>
              <a:cxnLst/>
              <a:rect l="l" t="t" r="r" b="b"/>
              <a:pathLst>
                <a:path w="504" h="495" extrusionOk="0">
                  <a:moveTo>
                    <a:pt x="252" y="1"/>
                  </a:moveTo>
                  <a:cubicBezTo>
                    <a:pt x="116" y="1"/>
                    <a:pt x="1" y="107"/>
                    <a:pt x="1" y="243"/>
                  </a:cubicBezTo>
                  <a:cubicBezTo>
                    <a:pt x="1" y="388"/>
                    <a:pt x="116" y="495"/>
                    <a:pt x="252" y="495"/>
                  </a:cubicBezTo>
                  <a:cubicBezTo>
                    <a:pt x="388" y="495"/>
                    <a:pt x="503" y="388"/>
                    <a:pt x="503" y="243"/>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9"/>
            <p:cNvSpPr/>
            <p:nvPr/>
          </p:nvSpPr>
          <p:spPr>
            <a:xfrm>
              <a:off x="2880675" y="3677600"/>
              <a:ext cx="12375" cy="12375"/>
            </a:xfrm>
            <a:custGeom>
              <a:avLst/>
              <a:gdLst/>
              <a:ahLst/>
              <a:cxnLst/>
              <a:rect l="l" t="t" r="r" b="b"/>
              <a:pathLst>
                <a:path w="495" h="495" extrusionOk="0">
                  <a:moveTo>
                    <a:pt x="243" y="1"/>
                  </a:moveTo>
                  <a:cubicBezTo>
                    <a:pt x="107" y="1"/>
                    <a:pt x="0" y="107"/>
                    <a:pt x="0" y="243"/>
                  </a:cubicBezTo>
                  <a:cubicBezTo>
                    <a:pt x="0" y="388"/>
                    <a:pt x="107" y="495"/>
                    <a:pt x="243" y="495"/>
                  </a:cubicBezTo>
                  <a:cubicBezTo>
                    <a:pt x="387" y="495"/>
                    <a:pt x="494" y="388"/>
                    <a:pt x="494" y="243"/>
                  </a:cubicBezTo>
                  <a:cubicBezTo>
                    <a:pt x="494" y="107"/>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9"/>
            <p:cNvSpPr/>
            <p:nvPr/>
          </p:nvSpPr>
          <p:spPr>
            <a:xfrm>
              <a:off x="2972425" y="3677600"/>
              <a:ext cx="12575" cy="12375"/>
            </a:xfrm>
            <a:custGeom>
              <a:avLst/>
              <a:gdLst/>
              <a:ahLst/>
              <a:cxnLst/>
              <a:rect l="l" t="t" r="r" b="b"/>
              <a:pathLst>
                <a:path w="503" h="495" extrusionOk="0">
                  <a:moveTo>
                    <a:pt x="251" y="1"/>
                  </a:moveTo>
                  <a:cubicBezTo>
                    <a:pt x="115" y="1"/>
                    <a:pt x="0" y="107"/>
                    <a:pt x="0" y="243"/>
                  </a:cubicBezTo>
                  <a:cubicBezTo>
                    <a:pt x="0" y="388"/>
                    <a:pt x="115" y="495"/>
                    <a:pt x="251" y="495"/>
                  </a:cubicBezTo>
                  <a:cubicBezTo>
                    <a:pt x="387" y="495"/>
                    <a:pt x="503" y="388"/>
                    <a:pt x="503" y="243"/>
                  </a:cubicBezTo>
                  <a:cubicBezTo>
                    <a:pt x="503"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9"/>
            <p:cNvSpPr/>
            <p:nvPr/>
          </p:nvSpPr>
          <p:spPr>
            <a:xfrm>
              <a:off x="3064375" y="3677600"/>
              <a:ext cx="12375" cy="12375"/>
            </a:xfrm>
            <a:custGeom>
              <a:avLst/>
              <a:gdLst/>
              <a:ahLst/>
              <a:cxnLst/>
              <a:rect l="l" t="t" r="r" b="b"/>
              <a:pathLst>
                <a:path w="495" h="495" extrusionOk="0">
                  <a:moveTo>
                    <a:pt x="243" y="1"/>
                  </a:moveTo>
                  <a:cubicBezTo>
                    <a:pt x="107" y="1"/>
                    <a:pt x="1" y="107"/>
                    <a:pt x="1" y="243"/>
                  </a:cubicBezTo>
                  <a:cubicBezTo>
                    <a:pt x="1" y="388"/>
                    <a:pt x="107" y="495"/>
                    <a:pt x="243" y="495"/>
                  </a:cubicBezTo>
                  <a:cubicBezTo>
                    <a:pt x="388" y="495"/>
                    <a:pt x="495" y="388"/>
                    <a:pt x="495" y="243"/>
                  </a:cubicBezTo>
                  <a:cubicBezTo>
                    <a:pt x="495" y="107"/>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9"/>
            <p:cNvSpPr/>
            <p:nvPr/>
          </p:nvSpPr>
          <p:spPr>
            <a:xfrm>
              <a:off x="3156125" y="3677600"/>
              <a:ext cx="12600" cy="12375"/>
            </a:xfrm>
            <a:custGeom>
              <a:avLst/>
              <a:gdLst/>
              <a:ahLst/>
              <a:cxnLst/>
              <a:rect l="l" t="t" r="r" b="b"/>
              <a:pathLst>
                <a:path w="504" h="495" extrusionOk="0">
                  <a:moveTo>
                    <a:pt x="252" y="1"/>
                  </a:moveTo>
                  <a:cubicBezTo>
                    <a:pt x="116" y="1"/>
                    <a:pt x="1" y="107"/>
                    <a:pt x="1" y="243"/>
                  </a:cubicBezTo>
                  <a:cubicBezTo>
                    <a:pt x="1" y="388"/>
                    <a:pt x="116" y="495"/>
                    <a:pt x="252" y="495"/>
                  </a:cubicBezTo>
                  <a:cubicBezTo>
                    <a:pt x="388" y="495"/>
                    <a:pt x="503" y="388"/>
                    <a:pt x="503" y="243"/>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9"/>
            <p:cNvSpPr/>
            <p:nvPr/>
          </p:nvSpPr>
          <p:spPr>
            <a:xfrm>
              <a:off x="3247875" y="3677600"/>
              <a:ext cx="12575" cy="12375"/>
            </a:xfrm>
            <a:custGeom>
              <a:avLst/>
              <a:gdLst/>
              <a:ahLst/>
              <a:cxnLst/>
              <a:rect l="l" t="t" r="r" b="b"/>
              <a:pathLst>
                <a:path w="503" h="495" extrusionOk="0">
                  <a:moveTo>
                    <a:pt x="252" y="1"/>
                  </a:moveTo>
                  <a:cubicBezTo>
                    <a:pt x="116" y="1"/>
                    <a:pt x="1" y="107"/>
                    <a:pt x="1" y="243"/>
                  </a:cubicBezTo>
                  <a:cubicBezTo>
                    <a:pt x="1" y="388"/>
                    <a:pt x="116" y="495"/>
                    <a:pt x="252" y="495"/>
                  </a:cubicBezTo>
                  <a:cubicBezTo>
                    <a:pt x="388" y="495"/>
                    <a:pt x="503" y="388"/>
                    <a:pt x="503" y="243"/>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9"/>
            <p:cNvSpPr/>
            <p:nvPr/>
          </p:nvSpPr>
          <p:spPr>
            <a:xfrm>
              <a:off x="3339850" y="3677600"/>
              <a:ext cx="12525" cy="12375"/>
            </a:xfrm>
            <a:custGeom>
              <a:avLst/>
              <a:gdLst/>
              <a:ahLst/>
              <a:cxnLst/>
              <a:rect l="l" t="t" r="r" b="b"/>
              <a:pathLst>
                <a:path w="501" h="495" extrusionOk="0">
                  <a:moveTo>
                    <a:pt x="251" y="1"/>
                  </a:moveTo>
                  <a:cubicBezTo>
                    <a:pt x="107" y="1"/>
                    <a:pt x="0" y="107"/>
                    <a:pt x="0" y="243"/>
                  </a:cubicBezTo>
                  <a:cubicBezTo>
                    <a:pt x="0" y="388"/>
                    <a:pt x="107" y="495"/>
                    <a:pt x="251" y="495"/>
                  </a:cubicBezTo>
                  <a:cubicBezTo>
                    <a:pt x="387" y="495"/>
                    <a:pt x="501" y="388"/>
                    <a:pt x="501" y="243"/>
                  </a:cubicBezTo>
                  <a:cubicBezTo>
                    <a:pt x="501"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9"/>
            <p:cNvSpPr/>
            <p:nvPr/>
          </p:nvSpPr>
          <p:spPr>
            <a:xfrm>
              <a:off x="3431575" y="3677600"/>
              <a:ext cx="12600" cy="12375"/>
            </a:xfrm>
            <a:custGeom>
              <a:avLst/>
              <a:gdLst/>
              <a:ahLst/>
              <a:cxnLst/>
              <a:rect l="l" t="t" r="r" b="b"/>
              <a:pathLst>
                <a:path w="504" h="495" extrusionOk="0">
                  <a:moveTo>
                    <a:pt x="252" y="1"/>
                  </a:moveTo>
                  <a:cubicBezTo>
                    <a:pt x="116" y="1"/>
                    <a:pt x="1" y="107"/>
                    <a:pt x="1" y="243"/>
                  </a:cubicBezTo>
                  <a:cubicBezTo>
                    <a:pt x="1" y="388"/>
                    <a:pt x="116" y="495"/>
                    <a:pt x="252" y="495"/>
                  </a:cubicBezTo>
                  <a:cubicBezTo>
                    <a:pt x="388" y="495"/>
                    <a:pt x="503" y="388"/>
                    <a:pt x="503" y="243"/>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9"/>
            <p:cNvSpPr/>
            <p:nvPr/>
          </p:nvSpPr>
          <p:spPr>
            <a:xfrm>
              <a:off x="3523550" y="3677600"/>
              <a:ext cx="12375" cy="12375"/>
            </a:xfrm>
            <a:custGeom>
              <a:avLst/>
              <a:gdLst/>
              <a:ahLst/>
              <a:cxnLst/>
              <a:rect l="l" t="t" r="r" b="b"/>
              <a:pathLst>
                <a:path w="495" h="495" extrusionOk="0">
                  <a:moveTo>
                    <a:pt x="250" y="1"/>
                  </a:moveTo>
                  <a:cubicBezTo>
                    <a:pt x="107" y="1"/>
                    <a:pt x="0" y="107"/>
                    <a:pt x="0" y="243"/>
                  </a:cubicBezTo>
                  <a:cubicBezTo>
                    <a:pt x="0" y="388"/>
                    <a:pt x="107" y="495"/>
                    <a:pt x="250" y="495"/>
                  </a:cubicBezTo>
                  <a:cubicBezTo>
                    <a:pt x="388" y="495"/>
                    <a:pt x="494" y="388"/>
                    <a:pt x="494" y="243"/>
                  </a:cubicBezTo>
                  <a:cubicBezTo>
                    <a:pt x="494" y="107"/>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9"/>
            <p:cNvSpPr/>
            <p:nvPr/>
          </p:nvSpPr>
          <p:spPr>
            <a:xfrm>
              <a:off x="676400" y="37693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9"/>
            <p:cNvSpPr/>
            <p:nvPr/>
          </p:nvSpPr>
          <p:spPr>
            <a:xfrm>
              <a:off x="768325" y="3769350"/>
              <a:ext cx="12400" cy="12600"/>
            </a:xfrm>
            <a:custGeom>
              <a:avLst/>
              <a:gdLst/>
              <a:ahLst/>
              <a:cxnLst/>
              <a:rect l="l" t="t" r="r" b="b"/>
              <a:pathLst>
                <a:path w="496" h="504"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9"/>
            <p:cNvSpPr/>
            <p:nvPr/>
          </p:nvSpPr>
          <p:spPr>
            <a:xfrm>
              <a:off x="860125" y="3769350"/>
              <a:ext cx="12525" cy="12600"/>
            </a:xfrm>
            <a:custGeom>
              <a:avLst/>
              <a:gdLst/>
              <a:ahLst/>
              <a:cxnLst/>
              <a:rect l="l" t="t" r="r" b="b"/>
              <a:pathLst>
                <a:path w="501" h="504"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9"/>
            <p:cNvSpPr/>
            <p:nvPr/>
          </p:nvSpPr>
          <p:spPr>
            <a:xfrm>
              <a:off x="951850" y="37693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9"/>
            <p:cNvSpPr/>
            <p:nvPr/>
          </p:nvSpPr>
          <p:spPr>
            <a:xfrm>
              <a:off x="1043825" y="376935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9"/>
            <p:cNvSpPr/>
            <p:nvPr/>
          </p:nvSpPr>
          <p:spPr>
            <a:xfrm>
              <a:off x="1135575" y="376935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9"/>
            <p:cNvSpPr/>
            <p:nvPr/>
          </p:nvSpPr>
          <p:spPr>
            <a:xfrm>
              <a:off x="1227500" y="3769350"/>
              <a:ext cx="12400" cy="12600"/>
            </a:xfrm>
            <a:custGeom>
              <a:avLst/>
              <a:gdLst/>
              <a:ahLst/>
              <a:cxnLst/>
              <a:rect l="l" t="t" r="r" b="b"/>
              <a:pathLst>
                <a:path w="496" h="504"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9"/>
            <p:cNvSpPr/>
            <p:nvPr/>
          </p:nvSpPr>
          <p:spPr>
            <a:xfrm>
              <a:off x="1319275" y="376935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9"/>
            <p:cNvSpPr/>
            <p:nvPr/>
          </p:nvSpPr>
          <p:spPr>
            <a:xfrm>
              <a:off x="1411200" y="3769350"/>
              <a:ext cx="12425" cy="12600"/>
            </a:xfrm>
            <a:custGeom>
              <a:avLst/>
              <a:gdLst/>
              <a:ahLst/>
              <a:cxnLst/>
              <a:rect l="l" t="t" r="r" b="b"/>
              <a:pathLst>
                <a:path w="497" h="504"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9"/>
            <p:cNvSpPr/>
            <p:nvPr/>
          </p:nvSpPr>
          <p:spPr>
            <a:xfrm>
              <a:off x="1503000" y="3769350"/>
              <a:ext cx="12525" cy="12600"/>
            </a:xfrm>
            <a:custGeom>
              <a:avLst/>
              <a:gdLst/>
              <a:ahLst/>
              <a:cxnLst/>
              <a:rect l="l" t="t" r="r" b="b"/>
              <a:pathLst>
                <a:path w="501" h="504"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9"/>
            <p:cNvSpPr/>
            <p:nvPr/>
          </p:nvSpPr>
          <p:spPr>
            <a:xfrm>
              <a:off x="1594750" y="376935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9"/>
            <p:cNvSpPr/>
            <p:nvPr/>
          </p:nvSpPr>
          <p:spPr>
            <a:xfrm>
              <a:off x="1686650" y="37693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9"/>
            <p:cNvSpPr/>
            <p:nvPr/>
          </p:nvSpPr>
          <p:spPr>
            <a:xfrm>
              <a:off x="1778450" y="376935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9"/>
            <p:cNvSpPr/>
            <p:nvPr/>
          </p:nvSpPr>
          <p:spPr>
            <a:xfrm>
              <a:off x="1870375" y="3769350"/>
              <a:ext cx="12400" cy="12600"/>
            </a:xfrm>
            <a:custGeom>
              <a:avLst/>
              <a:gdLst/>
              <a:ahLst/>
              <a:cxnLst/>
              <a:rect l="l" t="t" r="r" b="b"/>
              <a:pathLst>
                <a:path w="496" h="504"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9"/>
            <p:cNvSpPr/>
            <p:nvPr/>
          </p:nvSpPr>
          <p:spPr>
            <a:xfrm>
              <a:off x="1962150" y="376935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9"/>
            <p:cNvSpPr/>
            <p:nvPr/>
          </p:nvSpPr>
          <p:spPr>
            <a:xfrm>
              <a:off x="2054075" y="3769350"/>
              <a:ext cx="12425" cy="12600"/>
            </a:xfrm>
            <a:custGeom>
              <a:avLst/>
              <a:gdLst/>
              <a:ahLst/>
              <a:cxnLst/>
              <a:rect l="l" t="t" r="r" b="b"/>
              <a:pathLst>
                <a:path w="497" h="504"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9"/>
            <p:cNvSpPr/>
            <p:nvPr/>
          </p:nvSpPr>
          <p:spPr>
            <a:xfrm>
              <a:off x="2145825" y="37693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9"/>
            <p:cNvSpPr/>
            <p:nvPr/>
          </p:nvSpPr>
          <p:spPr>
            <a:xfrm>
              <a:off x="2237800" y="3769350"/>
              <a:ext cx="12350" cy="12600"/>
            </a:xfrm>
            <a:custGeom>
              <a:avLst/>
              <a:gdLst/>
              <a:ahLst/>
              <a:cxnLst/>
              <a:rect l="l" t="t" r="r" b="b"/>
              <a:pathLst>
                <a:path w="494" h="504"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9"/>
            <p:cNvSpPr/>
            <p:nvPr/>
          </p:nvSpPr>
          <p:spPr>
            <a:xfrm>
              <a:off x="2329550" y="376935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9"/>
            <p:cNvSpPr/>
            <p:nvPr/>
          </p:nvSpPr>
          <p:spPr>
            <a:xfrm>
              <a:off x="2421325" y="376935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9"/>
            <p:cNvSpPr/>
            <p:nvPr/>
          </p:nvSpPr>
          <p:spPr>
            <a:xfrm>
              <a:off x="2513250" y="3769350"/>
              <a:ext cx="12575" cy="12600"/>
            </a:xfrm>
            <a:custGeom>
              <a:avLst/>
              <a:gdLst/>
              <a:ahLst/>
              <a:cxnLst/>
              <a:rect l="l" t="t" r="r" b="b"/>
              <a:pathLst>
                <a:path w="503" h="504"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9"/>
            <p:cNvSpPr/>
            <p:nvPr/>
          </p:nvSpPr>
          <p:spPr>
            <a:xfrm>
              <a:off x="2605000" y="376935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9"/>
            <p:cNvSpPr/>
            <p:nvPr/>
          </p:nvSpPr>
          <p:spPr>
            <a:xfrm>
              <a:off x="2696950" y="3769350"/>
              <a:ext cx="12375" cy="12600"/>
            </a:xfrm>
            <a:custGeom>
              <a:avLst/>
              <a:gdLst/>
              <a:ahLst/>
              <a:cxnLst/>
              <a:rect l="l" t="t" r="r" b="b"/>
              <a:pathLst>
                <a:path w="495" h="504"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9"/>
            <p:cNvSpPr/>
            <p:nvPr/>
          </p:nvSpPr>
          <p:spPr>
            <a:xfrm>
              <a:off x="2788700" y="37693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9"/>
            <p:cNvSpPr/>
            <p:nvPr/>
          </p:nvSpPr>
          <p:spPr>
            <a:xfrm>
              <a:off x="2880675" y="3769350"/>
              <a:ext cx="12375" cy="12600"/>
            </a:xfrm>
            <a:custGeom>
              <a:avLst/>
              <a:gdLst/>
              <a:ahLst/>
              <a:cxnLst/>
              <a:rect l="l" t="t" r="r" b="b"/>
              <a:pathLst>
                <a:path w="495" h="504"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9"/>
            <p:cNvSpPr/>
            <p:nvPr/>
          </p:nvSpPr>
          <p:spPr>
            <a:xfrm>
              <a:off x="2972425" y="376935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9"/>
            <p:cNvSpPr/>
            <p:nvPr/>
          </p:nvSpPr>
          <p:spPr>
            <a:xfrm>
              <a:off x="3064375" y="3769350"/>
              <a:ext cx="12375" cy="12600"/>
            </a:xfrm>
            <a:custGeom>
              <a:avLst/>
              <a:gdLst/>
              <a:ahLst/>
              <a:cxnLst/>
              <a:rect l="l" t="t" r="r" b="b"/>
              <a:pathLst>
                <a:path w="495" h="504"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9"/>
            <p:cNvSpPr/>
            <p:nvPr/>
          </p:nvSpPr>
          <p:spPr>
            <a:xfrm>
              <a:off x="3156125" y="37693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9"/>
            <p:cNvSpPr/>
            <p:nvPr/>
          </p:nvSpPr>
          <p:spPr>
            <a:xfrm>
              <a:off x="3247875" y="3769350"/>
              <a:ext cx="12575" cy="12600"/>
            </a:xfrm>
            <a:custGeom>
              <a:avLst/>
              <a:gdLst/>
              <a:ahLst/>
              <a:cxnLst/>
              <a:rect l="l" t="t" r="r" b="b"/>
              <a:pathLst>
                <a:path w="503"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9"/>
            <p:cNvSpPr/>
            <p:nvPr/>
          </p:nvSpPr>
          <p:spPr>
            <a:xfrm>
              <a:off x="3339850" y="3769350"/>
              <a:ext cx="12525" cy="12600"/>
            </a:xfrm>
            <a:custGeom>
              <a:avLst/>
              <a:gdLst/>
              <a:ahLst/>
              <a:cxnLst/>
              <a:rect l="l" t="t" r="r" b="b"/>
              <a:pathLst>
                <a:path w="501" h="504"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9"/>
            <p:cNvSpPr/>
            <p:nvPr/>
          </p:nvSpPr>
          <p:spPr>
            <a:xfrm>
              <a:off x="3431575" y="37693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9"/>
            <p:cNvSpPr/>
            <p:nvPr/>
          </p:nvSpPr>
          <p:spPr>
            <a:xfrm>
              <a:off x="3523550" y="376935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9"/>
            <p:cNvSpPr/>
            <p:nvPr/>
          </p:nvSpPr>
          <p:spPr>
            <a:xfrm>
              <a:off x="676400" y="386110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9"/>
            <p:cNvSpPr/>
            <p:nvPr/>
          </p:nvSpPr>
          <p:spPr>
            <a:xfrm>
              <a:off x="768325" y="3861100"/>
              <a:ext cx="12400" cy="12575"/>
            </a:xfrm>
            <a:custGeom>
              <a:avLst/>
              <a:gdLst/>
              <a:ahLst/>
              <a:cxnLst/>
              <a:rect l="l" t="t" r="r" b="b"/>
              <a:pathLst>
                <a:path w="496" h="503"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9"/>
            <p:cNvSpPr/>
            <p:nvPr/>
          </p:nvSpPr>
          <p:spPr>
            <a:xfrm>
              <a:off x="860125" y="3861100"/>
              <a:ext cx="12525" cy="12575"/>
            </a:xfrm>
            <a:custGeom>
              <a:avLst/>
              <a:gdLst/>
              <a:ahLst/>
              <a:cxnLst/>
              <a:rect l="l" t="t" r="r" b="b"/>
              <a:pathLst>
                <a:path w="501" h="503"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9"/>
            <p:cNvSpPr/>
            <p:nvPr/>
          </p:nvSpPr>
          <p:spPr>
            <a:xfrm>
              <a:off x="951850" y="386110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9"/>
            <p:cNvSpPr/>
            <p:nvPr/>
          </p:nvSpPr>
          <p:spPr>
            <a:xfrm>
              <a:off x="1043825" y="3861100"/>
              <a:ext cx="12375" cy="12575"/>
            </a:xfrm>
            <a:custGeom>
              <a:avLst/>
              <a:gdLst/>
              <a:ahLst/>
              <a:cxnLst/>
              <a:rect l="l" t="t" r="r" b="b"/>
              <a:pathLst>
                <a:path w="495" h="503"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9"/>
            <p:cNvSpPr/>
            <p:nvPr/>
          </p:nvSpPr>
          <p:spPr>
            <a:xfrm>
              <a:off x="1135575" y="3861100"/>
              <a:ext cx="12575" cy="12575"/>
            </a:xfrm>
            <a:custGeom>
              <a:avLst/>
              <a:gdLst/>
              <a:ahLst/>
              <a:cxnLst/>
              <a:rect l="l" t="t" r="r" b="b"/>
              <a:pathLst>
                <a:path w="503" h="503"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9"/>
            <p:cNvSpPr/>
            <p:nvPr/>
          </p:nvSpPr>
          <p:spPr>
            <a:xfrm>
              <a:off x="1227500" y="3861100"/>
              <a:ext cx="12400" cy="12575"/>
            </a:xfrm>
            <a:custGeom>
              <a:avLst/>
              <a:gdLst/>
              <a:ahLst/>
              <a:cxnLst/>
              <a:rect l="l" t="t" r="r" b="b"/>
              <a:pathLst>
                <a:path w="496" h="503"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9"/>
            <p:cNvSpPr/>
            <p:nvPr/>
          </p:nvSpPr>
          <p:spPr>
            <a:xfrm>
              <a:off x="1319275" y="3861100"/>
              <a:ext cx="12550" cy="12575"/>
            </a:xfrm>
            <a:custGeom>
              <a:avLst/>
              <a:gdLst/>
              <a:ahLst/>
              <a:cxnLst/>
              <a:rect l="l" t="t" r="r" b="b"/>
              <a:pathLst>
                <a:path w="502" h="503"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9"/>
            <p:cNvSpPr/>
            <p:nvPr/>
          </p:nvSpPr>
          <p:spPr>
            <a:xfrm>
              <a:off x="1411200" y="3861100"/>
              <a:ext cx="12425" cy="12575"/>
            </a:xfrm>
            <a:custGeom>
              <a:avLst/>
              <a:gdLst/>
              <a:ahLst/>
              <a:cxnLst/>
              <a:rect l="l" t="t" r="r" b="b"/>
              <a:pathLst>
                <a:path w="497" h="503"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9"/>
            <p:cNvSpPr/>
            <p:nvPr/>
          </p:nvSpPr>
          <p:spPr>
            <a:xfrm>
              <a:off x="1503000" y="3861100"/>
              <a:ext cx="12525" cy="12575"/>
            </a:xfrm>
            <a:custGeom>
              <a:avLst/>
              <a:gdLst/>
              <a:ahLst/>
              <a:cxnLst/>
              <a:rect l="l" t="t" r="r" b="b"/>
              <a:pathLst>
                <a:path w="501" h="503"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9"/>
            <p:cNvSpPr/>
            <p:nvPr/>
          </p:nvSpPr>
          <p:spPr>
            <a:xfrm>
              <a:off x="1594750" y="3861100"/>
              <a:ext cx="12575" cy="12575"/>
            </a:xfrm>
            <a:custGeom>
              <a:avLst/>
              <a:gdLst/>
              <a:ahLst/>
              <a:cxnLst/>
              <a:rect l="l" t="t" r="r" b="b"/>
              <a:pathLst>
                <a:path w="503" h="503"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9"/>
            <p:cNvSpPr/>
            <p:nvPr/>
          </p:nvSpPr>
          <p:spPr>
            <a:xfrm>
              <a:off x="1686650" y="386110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9"/>
            <p:cNvSpPr/>
            <p:nvPr/>
          </p:nvSpPr>
          <p:spPr>
            <a:xfrm>
              <a:off x="1778450" y="3861100"/>
              <a:ext cx="12550" cy="12575"/>
            </a:xfrm>
            <a:custGeom>
              <a:avLst/>
              <a:gdLst/>
              <a:ahLst/>
              <a:cxnLst/>
              <a:rect l="l" t="t" r="r" b="b"/>
              <a:pathLst>
                <a:path w="502" h="503"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9"/>
            <p:cNvSpPr/>
            <p:nvPr/>
          </p:nvSpPr>
          <p:spPr>
            <a:xfrm>
              <a:off x="1870375" y="3861100"/>
              <a:ext cx="12400" cy="12575"/>
            </a:xfrm>
            <a:custGeom>
              <a:avLst/>
              <a:gdLst/>
              <a:ahLst/>
              <a:cxnLst/>
              <a:rect l="l" t="t" r="r" b="b"/>
              <a:pathLst>
                <a:path w="496" h="503"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9"/>
            <p:cNvSpPr/>
            <p:nvPr/>
          </p:nvSpPr>
          <p:spPr>
            <a:xfrm>
              <a:off x="1962150" y="3861100"/>
              <a:ext cx="12550" cy="12575"/>
            </a:xfrm>
            <a:custGeom>
              <a:avLst/>
              <a:gdLst/>
              <a:ahLst/>
              <a:cxnLst/>
              <a:rect l="l" t="t" r="r" b="b"/>
              <a:pathLst>
                <a:path w="502" h="503"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9"/>
            <p:cNvSpPr/>
            <p:nvPr/>
          </p:nvSpPr>
          <p:spPr>
            <a:xfrm>
              <a:off x="2054075" y="3861100"/>
              <a:ext cx="12425" cy="12575"/>
            </a:xfrm>
            <a:custGeom>
              <a:avLst/>
              <a:gdLst/>
              <a:ahLst/>
              <a:cxnLst/>
              <a:rect l="l" t="t" r="r" b="b"/>
              <a:pathLst>
                <a:path w="497" h="503"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9"/>
            <p:cNvSpPr/>
            <p:nvPr/>
          </p:nvSpPr>
          <p:spPr>
            <a:xfrm>
              <a:off x="2145825" y="386110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9"/>
            <p:cNvSpPr/>
            <p:nvPr/>
          </p:nvSpPr>
          <p:spPr>
            <a:xfrm>
              <a:off x="2237800" y="3861100"/>
              <a:ext cx="12350" cy="12575"/>
            </a:xfrm>
            <a:custGeom>
              <a:avLst/>
              <a:gdLst/>
              <a:ahLst/>
              <a:cxnLst/>
              <a:rect l="l" t="t" r="r" b="b"/>
              <a:pathLst>
                <a:path w="494" h="503"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9"/>
            <p:cNvSpPr/>
            <p:nvPr/>
          </p:nvSpPr>
          <p:spPr>
            <a:xfrm>
              <a:off x="2329550" y="3861100"/>
              <a:ext cx="12575" cy="12575"/>
            </a:xfrm>
            <a:custGeom>
              <a:avLst/>
              <a:gdLst/>
              <a:ahLst/>
              <a:cxnLst/>
              <a:rect l="l" t="t" r="r" b="b"/>
              <a:pathLst>
                <a:path w="503" h="503"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9"/>
            <p:cNvSpPr/>
            <p:nvPr/>
          </p:nvSpPr>
          <p:spPr>
            <a:xfrm>
              <a:off x="2421325" y="3861100"/>
              <a:ext cx="12550" cy="12575"/>
            </a:xfrm>
            <a:custGeom>
              <a:avLst/>
              <a:gdLst/>
              <a:ahLst/>
              <a:cxnLst/>
              <a:rect l="l" t="t" r="r" b="b"/>
              <a:pathLst>
                <a:path w="502" h="503"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9"/>
            <p:cNvSpPr/>
            <p:nvPr/>
          </p:nvSpPr>
          <p:spPr>
            <a:xfrm>
              <a:off x="2513250" y="3861100"/>
              <a:ext cx="12575" cy="12575"/>
            </a:xfrm>
            <a:custGeom>
              <a:avLst/>
              <a:gdLst/>
              <a:ahLst/>
              <a:cxnLst/>
              <a:rect l="l" t="t" r="r" b="b"/>
              <a:pathLst>
                <a:path w="503" h="503"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9"/>
            <p:cNvSpPr/>
            <p:nvPr/>
          </p:nvSpPr>
          <p:spPr>
            <a:xfrm>
              <a:off x="2605000" y="3861100"/>
              <a:ext cx="12575" cy="12575"/>
            </a:xfrm>
            <a:custGeom>
              <a:avLst/>
              <a:gdLst/>
              <a:ahLst/>
              <a:cxnLst/>
              <a:rect l="l" t="t" r="r" b="b"/>
              <a:pathLst>
                <a:path w="503" h="503"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9"/>
            <p:cNvSpPr/>
            <p:nvPr/>
          </p:nvSpPr>
          <p:spPr>
            <a:xfrm>
              <a:off x="2696950" y="3861100"/>
              <a:ext cx="12375" cy="12575"/>
            </a:xfrm>
            <a:custGeom>
              <a:avLst/>
              <a:gdLst/>
              <a:ahLst/>
              <a:cxnLst/>
              <a:rect l="l" t="t" r="r" b="b"/>
              <a:pathLst>
                <a:path w="495" h="503"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9"/>
            <p:cNvSpPr/>
            <p:nvPr/>
          </p:nvSpPr>
          <p:spPr>
            <a:xfrm>
              <a:off x="2788700" y="386110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9"/>
            <p:cNvSpPr/>
            <p:nvPr/>
          </p:nvSpPr>
          <p:spPr>
            <a:xfrm>
              <a:off x="2880675" y="3861100"/>
              <a:ext cx="12375" cy="12575"/>
            </a:xfrm>
            <a:custGeom>
              <a:avLst/>
              <a:gdLst/>
              <a:ahLst/>
              <a:cxnLst/>
              <a:rect l="l" t="t" r="r" b="b"/>
              <a:pathLst>
                <a:path w="495" h="503"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9"/>
            <p:cNvSpPr/>
            <p:nvPr/>
          </p:nvSpPr>
          <p:spPr>
            <a:xfrm>
              <a:off x="2972425" y="3861100"/>
              <a:ext cx="12575" cy="12575"/>
            </a:xfrm>
            <a:custGeom>
              <a:avLst/>
              <a:gdLst/>
              <a:ahLst/>
              <a:cxnLst/>
              <a:rect l="l" t="t" r="r" b="b"/>
              <a:pathLst>
                <a:path w="503" h="503"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9"/>
            <p:cNvSpPr/>
            <p:nvPr/>
          </p:nvSpPr>
          <p:spPr>
            <a:xfrm>
              <a:off x="3064375" y="3861100"/>
              <a:ext cx="12375" cy="12575"/>
            </a:xfrm>
            <a:custGeom>
              <a:avLst/>
              <a:gdLst/>
              <a:ahLst/>
              <a:cxnLst/>
              <a:rect l="l" t="t" r="r" b="b"/>
              <a:pathLst>
                <a:path w="495" h="503"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9"/>
            <p:cNvSpPr/>
            <p:nvPr/>
          </p:nvSpPr>
          <p:spPr>
            <a:xfrm>
              <a:off x="3156125" y="386110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9"/>
            <p:cNvSpPr/>
            <p:nvPr/>
          </p:nvSpPr>
          <p:spPr>
            <a:xfrm>
              <a:off x="3247875" y="3861100"/>
              <a:ext cx="12575" cy="12575"/>
            </a:xfrm>
            <a:custGeom>
              <a:avLst/>
              <a:gdLst/>
              <a:ahLst/>
              <a:cxnLst/>
              <a:rect l="l" t="t" r="r" b="b"/>
              <a:pathLst>
                <a:path w="503"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9"/>
            <p:cNvSpPr/>
            <p:nvPr/>
          </p:nvSpPr>
          <p:spPr>
            <a:xfrm>
              <a:off x="3339850" y="3861100"/>
              <a:ext cx="12525" cy="12575"/>
            </a:xfrm>
            <a:custGeom>
              <a:avLst/>
              <a:gdLst/>
              <a:ahLst/>
              <a:cxnLst/>
              <a:rect l="l" t="t" r="r" b="b"/>
              <a:pathLst>
                <a:path w="501" h="503"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9"/>
            <p:cNvSpPr/>
            <p:nvPr/>
          </p:nvSpPr>
          <p:spPr>
            <a:xfrm>
              <a:off x="3431575" y="386110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9"/>
            <p:cNvSpPr/>
            <p:nvPr/>
          </p:nvSpPr>
          <p:spPr>
            <a:xfrm>
              <a:off x="3523550" y="3861100"/>
              <a:ext cx="12375" cy="12575"/>
            </a:xfrm>
            <a:custGeom>
              <a:avLst/>
              <a:gdLst/>
              <a:ahLst/>
              <a:cxnLst/>
              <a:rect l="l" t="t" r="r" b="b"/>
              <a:pathLst>
                <a:path w="495" h="503"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9"/>
            <p:cNvSpPr/>
            <p:nvPr/>
          </p:nvSpPr>
          <p:spPr>
            <a:xfrm>
              <a:off x="676400" y="3953075"/>
              <a:ext cx="12600" cy="12350"/>
            </a:xfrm>
            <a:custGeom>
              <a:avLst/>
              <a:gdLst/>
              <a:ahLst/>
              <a:cxnLst/>
              <a:rect l="l" t="t" r="r" b="b"/>
              <a:pathLst>
                <a:path w="504" h="494" extrusionOk="0">
                  <a:moveTo>
                    <a:pt x="252" y="0"/>
                  </a:moveTo>
                  <a:cubicBezTo>
                    <a:pt x="116" y="0"/>
                    <a:pt x="1" y="107"/>
                    <a:pt x="1" y="251"/>
                  </a:cubicBezTo>
                  <a:cubicBezTo>
                    <a:pt x="1" y="387"/>
                    <a:pt x="116" y="494"/>
                    <a:pt x="252" y="494"/>
                  </a:cubicBezTo>
                  <a:cubicBezTo>
                    <a:pt x="388" y="494"/>
                    <a:pt x="503" y="387"/>
                    <a:pt x="503" y="251"/>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9"/>
            <p:cNvSpPr/>
            <p:nvPr/>
          </p:nvSpPr>
          <p:spPr>
            <a:xfrm>
              <a:off x="768325" y="3953075"/>
              <a:ext cx="12400" cy="12350"/>
            </a:xfrm>
            <a:custGeom>
              <a:avLst/>
              <a:gdLst/>
              <a:ahLst/>
              <a:cxnLst/>
              <a:rect l="l" t="t" r="r" b="b"/>
              <a:pathLst>
                <a:path w="496" h="494" extrusionOk="0">
                  <a:moveTo>
                    <a:pt x="245" y="0"/>
                  </a:moveTo>
                  <a:cubicBezTo>
                    <a:pt x="109" y="0"/>
                    <a:pt x="0" y="107"/>
                    <a:pt x="0" y="251"/>
                  </a:cubicBezTo>
                  <a:cubicBezTo>
                    <a:pt x="0" y="387"/>
                    <a:pt x="109" y="494"/>
                    <a:pt x="245" y="494"/>
                  </a:cubicBezTo>
                  <a:cubicBezTo>
                    <a:pt x="388" y="494"/>
                    <a:pt x="496" y="387"/>
                    <a:pt x="496" y="251"/>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9"/>
            <p:cNvSpPr/>
            <p:nvPr/>
          </p:nvSpPr>
          <p:spPr>
            <a:xfrm>
              <a:off x="860125" y="3953075"/>
              <a:ext cx="12525" cy="12350"/>
            </a:xfrm>
            <a:custGeom>
              <a:avLst/>
              <a:gdLst/>
              <a:ahLst/>
              <a:cxnLst/>
              <a:rect l="l" t="t" r="r" b="b"/>
              <a:pathLst>
                <a:path w="501" h="494" extrusionOk="0">
                  <a:moveTo>
                    <a:pt x="251" y="0"/>
                  </a:moveTo>
                  <a:cubicBezTo>
                    <a:pt x="114" y="0"/>
                    <a:pt x="0" y="107"/>
                    <a:pt x="0" y="251"/>
                  </a:cubicBezTo>
                  <a:cubicBezTo>
                    <a:pt x="0" y="387"/>
                    <a:pt x="114" y="494"/>
                    <a:pt x="251" y="494"/>
                  </a:cubicBezTo>
                  <a:cubicBezTo>
                    <a:pt x="387" y="494"/>
                    <a:pt x="501" y="387"/>
                    <a:pt x="501" y="251"/>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9"/>
            <p:cNvSpPr/>
            <p:nvPr/>
          </p:nvSpPr>
          <p:spPr>
            <a:xfrm>
              <a:off x="951850" y="3953075"/>
              <a:ext cx="12600" cy="12350"/>
            </a:xfrm>
            <a:custGeom>
              <a:avLst/>
              <a:gdLst/>
              <a:ahLst/>
              <a:cxnLst/>
              <a:rect l="l" t="t" r="r" b="b"/>
              <a:pathLst>
                <a:path w="504" h="494" extrusionOk="0">
                  <a:moveTo>
                    <a:pt x="252" y="0"/>
                  </a:moveTo>
                  <a:cubicBezTo>
                    <a:pt x="116" y="0"/>
                    <a:pt x="1" y="107"/>
                    <a:pt x="1" y="251"/>
                  </a:cubicBezTo>
                  <a:cubicBezTo>
                    <a:pt x="1" y="387"/>
                    <a:pt x="116" y="494"/>
                    <a:pt x="252" y="494"/>
                  </a:cubicBezTo>
                  <a:cubicBezTo>
                    <a:pt x="388" y="494"/>
                    <a:pt x="503" y="387"/>
                    <a:pt x="503" y="251"/>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9"/>
            <p:cNvSpPr/>
            <p:nvPr/>
          </p:nvSpPr>
          <p:spPr>
            <a:xfrm>
              <a:off x="1043825" y="3953075"/>
              <a:ext cx="12375" cy="12350"/>
            </a:xfrm>
            <a:custGeom>
              <a:avLst/>
              <a:gdLst/>
              <a:ahLst/>
              <a:cxnLst/>
              <a:rect l="l" t="t" r="r" b="b"/>
              <a:pathLst>
                <a:path w="495" h="494" extrusionOk="0">
                  <a:moveTo>
                    <a:pt x="250" y="0"/>
                  </a:moveTo>
                  <a:cubicBezTo>
                    <a:pt x="107" y="0"/>
                    <a:pt x="0" y="107"/>
                    <a:pt x="0" y="251"/>
                  </a:cubicBezTo>
                  <a:cubicBezTo>
                    <a:pt x="0" y="387"/>
                    <a:pt x="107" y="494"/>
                    <a:pt x="250" y="494"/>
                  </a:cubicBezTo>
                  <a:cubicBezTo>
                    <a:pt x="388" y="494"/>
                    <a:pt x="494" y="387"/>
                    <a:pt x="494" y="251"/>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9"/>
            <p:cNvSpPr/>
            <p:nvPr/>
          </p:nvSpPr>
          <p:spPr>
            <a:xfrm>
              <a:off x="1135575" y="3953075"/>
              <a:ext cx="12575" cy="12350"/>
            </a:xfrm>
            <a:custGeom>
              <a:avLst/>
              <a:gdLst/>
              <a:ahLst/>
              <a:cxnLst/>
              <a:rect l="l" t="t" r="r" b="b"/>
              <a:pathLst>
                <a:path w="503" h="494" extrusionOk="0">
                  <a:moveTo>
                    <a:pt x="252" y="0"/>
                  </a:moveTo>
                  <a:cubicBezTo>
                    <a:pt x="116" y="0"/>
                    <a:pt x="0" y="107"/>
                    <a:pt x="0" y="251"/>
                  </a:cubicBezTo>
                  <a:cubicBezTo>
                    <a:pt x="0" y="387"/>
                    <a:pt x="116" y="494"/>
                    <a:pt x="252" y="494"/>
                  </a:cubicBezTo>
                  <a:cubicBezTo>
                    <a:pt x="387" y="494"/>
                    <a:pt x="503" y="387"/>
                    <a:pt x="503" y="251"/>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9"/>
            <p:cNvSpPr/>
            <p:nvPr/>
          </p:nvSpPr>
          <p:spPr>
            <a:xfrm>
              <a:off x="1227500" y="3953075"/>
              <a:ext cx="12400" cy="12350"/>
            </a:xfrm>
            <a:custGeom>
              <a:avLst/>
              <a:gdLst/>
              <a:ahLst/>
              <a:cxnLst/>
              <a:rect l="l" t="t" r="r" b="b"/>
              <a:pathLst>
                <a:path w="496" h="494" extrusionOk="0">
                  <a:moveTo>
                    <a:pt x="251" y="0"/>
                  </a:moveTo>
                  <a:cubicBezTo>
                    <a:pt x="109" y="0"/>
                    <a:pt x="0" y="107"/>
                    <a:pt x="0" y="251"/>
                  </a:cubicBezTo>
                  <a:cubicBezTo>
                    <a:pt x="0" y="387"/>
                    <a:pt x="109" y="494"/>
                    <a:pt x="251" y="494"/>
                  </a:cubicBezTo>
                  <a:cubicBezTo>
                    <a:pt x="387" y="494"/>
                    <a:pt x="496" y="387"/>
                    <a:pt x="496" y="251"/>
                  </a:cubicBezTo>
                  <a:cubicBezTo>
                    <a:pt x="496"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9"/>
            <p:cNvSpPr/>
            <p:nvPr/>
          </p:nvSpPr>
          <p:spPr>
            <a:xfrm>
              <a:off x="1319275" y="3953075"/>
              <a:ext cx="12550" cy="12350"/>
            </a:xfrm>
            <a:custGeom>
              <a:avLst/>
              <a:gdLst/>
              <a:ahLst/>
              <a:cxnLst/>
              <a:rect l="l" t="t" r="r" b="b"/>
              <a:pathLst>
                <a:path w="502" h="494" extrusionOk="0">
                  <a:moveTo>
                    <a:pt x="252" y="0"/>
                  </a:moveTo>
                  <a:cubicBezTo>
                    <a:pt x="114" y="0"/>
                    <a:pt x="1" y="107"/>
                    <a:pt x="1" y="251"/>
                  </a:cubicBezTo>
                  <a:cubicBezTo>
                    <a:pt x="1" y="387"/>
                    <a:pt x="114" y="494"/>
                    <a:pt x="252" y="494"/>
                  </a:cubicBezTo>
                  <a:cubicBezTo>
                    <a:pt x="388" y="494"/>
                    <a:pt x="501" y="387"/>
                    <a:pt x="501" y="251"/>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9"/>
            <p:cNvSpPr/>
            <p:nvPr/>
          </p:nvSpPr>
          <p:spPr>
            <a:xfrm>
              <a:off x="1411200" y="3953075"/>
              <a:ext cx="12425" cy="12350"/>
            </a:xfrm>
            <a:custGeom>
              <a:avLst/>
              <a:gdLst/>
              <a:ahLst/>
              <a:cxnLst/>
              <a:rect l="l" t="t" r="r" b="b"/>
              <a:pathLst>
                <a:path w="497" h="494" extrusionOk="0">
                  <a:moveTo>
                    <a:pt x="245" y="0"/>
                  </a:moveTo>
                  <a:cubicBezTo>
                    <a:pt x="109" y="0"/>
                    <a:pt x="1" y="107"/>
                    <a:pt x="1" y="251"/>
                  </a:cubicBezTo>
                  <a:cubicBezTo>
                    <a:pt x="1" y="387"/>
                    <a:pt x="109" y="494"/>
                    <a:pt x="245" y="494"/>
                  </a:cubicBezTo>
                  <a:cubicBezTo>
                    <a:pt x="388" y="494"/>
                    <a:pt x="496" y="387"/>
                    <a:pt x="496" y="251"/>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9"/>
            <p:cNvSpPr/>
            <p:nvPr/>
          </p:nvSpPr>
          <p:spPr>
            <a:xfrm>
              <a:off x="1503000" y="3953075"/>
              <a:ext cx="12525" cy="12350"/>
            </a:xfrm>
            <a:custGeom>
              <a:avLst/>
              <a:gdLst/>
              <a:ahLst/>
              <a:cxnLst/>
              <a:rect l="l" t="t" r="r" b="b"/>
              <a:pathLst>
                <a:path w="501" h="494" extrusionOk="0">
                  <a:moveTo>
                    <a:pt x="250" y="0"/>
                  </a:moveTo>
                  <a:cubicBezTo>
                    <a:pt x="114" y="0"/>
                    <a:pt x="0" y="107"/>
                    <a:pt x="0" y="251"/>
                  </a:cubicBezTo>
                  <a:cubicBezTo>
                    <a:pt x="0" y="387"/>
                    <a:pt x="114" y="494"/>
                    <a:pt x="250" y="494"/>
                  </a:cubicBezTo>
                  <a:cubicBezTo>
                    <a:pt x="387" y="494"/>
                    <a:pt x="501" y="387"/>
                    <a:pt x="501" y="251"/>
                  </a:cubicBezTo>
                  <a:cubicBezTo>
                    <a:pt x="501" y="107"/>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9"/>
            <p:cNvSpPr/>
            <p:nvPr/>
          </p:nvSpPr>
          <p:spPr>
            <a:xfrm>
              <a:off x="1594750" y="3953075"/>
              <a:ext cx="12575" cy="12350"/>
            </a:xfrm>
            <a:custGeom>
              <a:avLst/>
              <a:gdLst/>
              <a:ahLst/>
              <a:cxnLst/>
              <a:rect l="l" t="t" r="r" b="b"/>
              <a:pathLst>
                <a:path w="503" h="494" extrusionOk="0">
                  <a:moveTo>
                    <a:pt x="251" y="0"/>
                  </a:moveTo>
                  <a:cubicBezTo>
                    <a:pt x="115" y="0"/>
                    <a:pt x="0" y="107"/>
                    <a:pt x="0" y="251"/>
                  </a:cubicBezTo>
                  <a:cubicBezTo>
                    <a:pt x="0" y="387"/>
                    <a:pt x="115" y="494"/>
                    <a:pt x="251" y="494"/>
                  </a:cubicBezTo>
                  <a:cubicBezTo>
                    <a:pt x="394" y="494"/>
                    <a:pt x="503" y="387"/>
                    <a:pt x="503" y="251"/>
                  </a:cubicBezTo>
                  <a:cubicBezTo>
                    <a:pt x="503" y="107"/>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9"/>
            <p:cNvSpPr/>
            <p:nvPr/>
          </p:nvSpPr>
          <p:spPr>
            <a:xfrm>
              <a:off x="1686650" y="3953075"/>
              <a:ext cx="12600" cy="12350"/>
            </a:xfrm>
            <a:custGeom>
              <a:avLst/>
              <a:gdLst/>
              <a:ahLst/>
              <a:cxnLst/>
              <a:rect l="l" t="t" r="r" b="b"/>
              <a:pathLst>
                <a:path w="504" h="494" extrusionOk="0">
                  <a:moveTo>
                    <a:pt x="252" y="0"/>
                  </a:moveTo>
                  <a:cubicBezTo>
                    <a:pt x="116" y="0"/>
                    <a:pt x="1" y="107"/>
                    <a:pt x="1" y="251"/>
                  </a:cubicBezTo>
                  <a:cubicBezTo>
                    <a:pt x="1" y="387"/>
                    <a:pt x="116" y="494"/>
                    <a:pt x="252" y="494"/>
                  </a:cubicBezTo>
                  <a:cubicBezTo>
                    <a:pt x="388" y="494"/>
                    <a:pt x="503" y="387"/>
                    <a:pt x="503" y="251"/>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9"/>
            <p:cNvSpPr/>
            <p:nvPr/>
          </p:nvSpPr>
          <p:spPr>
            <a:xfrm>
              <a:off x="1778450" y="3953075"/>
              <a:ext cx="12550" cy="12350"/>
            </a:xfrm>
            <a:custGeom>
              <a:avLst/>
              <a:gdLst/>
              <a:ahLst/>
              <a:cxnLst/>
              <a:rect l="l" t="t" r="r" b="b"/>
              <a:pathLst>
                <a:path w="502" h="494" extrusionOk="0">
                  <a:moveTo>
                    <a:pt x="252" y="0"/>
                  </a:moveTo>
                  <a:cubicBezTo>
                    <a:pt x="114" y="0"/>
                    <a:pt x="1" y="107"/>
                    <a:pt x="1" y="251"/>
                  </a:cubicBezTo>
                  <a:cubicBezTo>
                    <a:pt x="1" y="387"/>
                    <a:pt x="114" y="494"/>
                    <a:pt x="252" y="494"/>
                  </a:cubicBezTo>
                  <a:cubicBezTo>
                    <a:pt x="388" y="494"/>
                    <a:pt x="501" y="387"/>
                    <a:pt x="501" y="251"/>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9"/>
            <p:cNvSpPr/>
            <p:nvPr/>
          </p:nvSpPr>
          <p:spPr>
            <a:xfrm>
              <a:off x="1870375" y="3953075"/>
              <a:ext cx="12400" cy="12350"/>
            </a:xfrm>
            <a:custGeom>
              <a:avLst/>
              <a:gdLst/>
              <a:ahLst/>
              <a:cxnLst/>
              <a:rect l="l" t="t" r="r" b="b"/>
              <a:pathLst>
                <a:path w="496" h="494" extrusionOk="0">
                  <a:moveTo>
                    <a:pt x="252" y="0"/>
                  </a:moveTo>
                  <a:cubicBezTo>
                    <a:pt x="109" y="0"/>
                    <a:pt x="0" y="107"/>
                    <a:pt x="0" y="251"/>
                  </a:cubicBezTo>
                  <a:cubicBezTo>
                    <a:pt x="0" y="387"/>
                    <a:pt x="109" y="494"/>
                    <a:pt x="252" y="494"/>
                  </a:cubicBezTo>
                  <a:cubicBezTo>
                    <a:pt x="387" y="494"/>
                    <a:pt x="496" y="387"/>
                    <a:pt x="496" y="251"/>
                  </a:cubicBezTo>
                  <a:cubicBezTo>
                    <a:pt x="496"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9"/>
            <p:cNvSpPr/>
            <p:nvPr/>
          </p:nvSpPr>
          <p:spPr>
            <a:xfrm>
              <a:off x="1962150" y="3953075"/>
              <a:ext cx="12550" cy="12350"/>
            </a:xfrm>
            <a:custGeom>
              <a:avLst/>
              <a:gdLst/>
              <a:ahLst/>
              <a:cxnLst/>
              <a:rect l="l" t="t" r="r" b="b"/>
              <a:pathLst>
                <a:path w="502" h="494" extrusionOk="0">
                  <a:moveTo>
                    <a:pt x="250" y="0"/>
                  </a:moveTo>
                  <a:cubicBezTo>
                    <a:pt x="114" y="0"/>
                    <a:pt x="1" y="107"/>
                    <a:pt x="1" y="251"/>
                  </a:cubicBezTo>
                  <a:cubicBezTo>
                    <a:pt x="1" y="387"/>
                    <a:pt x="114" y="494"/>
                    <a:pt x="250" y="494"/>
                  </a:cubicBezTo>
                  <a:cubicBezTo>
                    <a:pt x="388" y="494"/>
                    <a:pt x="502" y="387"/>
                    <a:pt x="502" y="251"/>
                  </a:cubicBezTo>
                  <a:cubicBezTo>
                    <a:pt x="502"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9"/>
            <p:cNvSpPr/>
            <p:nvPr/>
          </p:nvSpPr>
          <p:spPr>
            <a:xfrm>
              <a:off x="2054075" y="3953075"/>
              <a:ext cx="12425" cy="12350"/>
            </a:xfrm>
            <a:custGeom>
              <a:avLst/>
              <a:gdLst/>
              <a:ahLst/>
              <a:cxnLst/>
              <a:rect l="l" t="t" r="r" b="b"/>
              <a:pathLst>
                <a:path w="497" h="494" extrusionOk="0">
                  <a:moveTo>
                    <a:pt x="252" y="0"/>
                  </a:moveTo>
                  <a:cubicBezTo>
                    <a:pt x="109" y="0"/>
                    <a:pt x="1" y="107"/>
                    <a:pt x="1" y="251"/>
                  </a:cubicBezTo>
                  <a:cubicBezTo>
                    <a:pt x="1" y="387"/>
                    <a:pt x="109" y="494"/>
                    <a:pt x="252" y="494"/>
                  </a:cubicBezTo>
                  <a:cubicBezTo>
                    <a:pt x="388" y="494"/>
                    <a:pt x="496" y="387"/>
                    <a:pt x="496" y="251"/>
                  </a:cubicBezTo>
                  <a:cubicBezTo>
                    <a:pt x="496"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9"/>
            <p:cNvSpPr/>
            <p:nvPr/>
          </p:nvSpPr>
          <p:spPr>
            <a:xfrm>
              <a:off x="2145825" y="3953075"/>
              <a:ext cx="12600" cy="12350"/>
            </a:xfrm>
            <a:custGeom>
              <a:avLst/>
              <a:gdLst/>
              <a:ahLst/>
              <a:cxnLst/>
              <a:rect l="l" t="t" r="r" b="b"/>
              <a:pathLst>
                <a:path w="504" h="494" extrusionOk="0">
                  <a:moveTo>
                    <a:pt x="252" y="0"/>
                  </a:moveTo>
                  <a:cubicBezTo>
                    <a:pt x="116" y="0"/>
                    <a:pt x="1" y="107"/>
                    <a:pt x="1" y="251"/>
                  </a:cubicBezTo>
                  <a:cubicBezTo>
                    <a:pt x="1" y="387"/>
                    <a:pt x="116" y="494"/>
                    <a:pt x="252" y="494"/>
                  </a:cubicBezTo>
                  <a:cubicBezTo>
                    <a:pt x="388" y="494"/>
                    <a:pt x="503" y="387"/>
                    <a:pt x="503" y="251"/>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9"/>
            <p:cNvSpPr/>
            <p:nvPr/>
          </p:nvSpPr>
          <p:spPr>
            <a:xfrm>
              <a:off x="2237800" y="3953075"/>
              <a:ext cx="12350" cy="12350"/>
            </a:xfrm>
            <a:custGeom>
              <a:avLst/>
              <a:gdLst/>
              <a:ahLst/>
              <a:cxnLst/>
              <a:rect l="l" t="t" r="r" b="b"/>
              <a:pathLst>
                <a:path w="494" h="494" extrusionOk="0">
                  <a:moveTo>
                    <a:pt x="244" y="0"/>
                  </a:moveTo>
                  <a:cubicBezTo>
                    <a:pt x="107" y="0"/>
                    <a:pt x="0" y="107"/>
                    <a:pt x="0" y="251"/>
                  </a:cubicBezTo>
                  <a:cubicBezTo>
                    <a:pt x="0" y="387"/>
                    <a:pt x="107" y="494"/>
                    <a:pt x="244" y="494"/>
                  </a:cubicBezTo>
                  <a:cubicBezTo>
                    <a:pt x="387" y="494"/>
                    <a:pt x="494" y="387"/>
                    <a:pt x="494" y="251"/>
                  </a:cubicBezTo>
                  <a:cubicBezTo>
                    <a:pt x="494" y="107"/>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9"/>
            <p:cNvSpPr/>
            <p:nvPr/>
          </p:nvSpPr>
          <p:spPr>
            <a:xfrm>
              <a:off x="2329550" y="3953075"/>
              <a:ext cx="12575" cy="12350"/>
            </a:xfrm>
            <a:custGeom>
              <a:avLst/>
              <a:gdLst/>
              <a:ahLst/>
              <a:cxnLst/>
              <a:rect l="l" t="t" r="r" b="b"/>
              <a:pathLst>
                <a:path w="503" h="494" extrusionOk="0">
                  <a:moveTo>
                    <a:pt x="251" y="0"/>
                  </a:moveTo>
                  <a:cubicBezTo>
                    <a:pt x="115" y="0"/>
                    <a:pt x="0" y="107"/>
                    <a:pt x="0" y="251"/>
                  </a:cubicBezTo>
                  <a:cubicBezTo>
                    <a:pt x="0" y="387"/>
                    <a:pt x="115" y="494"/>
                    <a:pt x="251" y="494"/>
                  </a:cubicBezTo>
                  <a:cubicBezTo>
                    <a:pt x="387" y="494"/>
                    <a:pt x="502" y="387"/>
                    <a:pt x="502" y="251"/>
                  </a:cubicBezTo>
                  <a:cubicBezTo>
                    <a:pt x="502"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9"/>
            <p:cNvSpPr/>
            <p:nvPr/>
          </p:nvSpPr>
          <p:spPr>
            <a:xfrm>
              <a:off x="2421325" y="3953075"/>
              <a:ext cx="12550" cy="12350"/>
            </a:xfrm>
            <a:custGeom>
              <a:avLst/>
              <a:gdLst/>
              <a:ahLst/>
              <a:cxnLst/>
              <a:rect l="l" t="t" r="r" b="b"/>
              <a:pathLst>
                <a:path w="502" h="494" extrusionOk="0">
                  <a:moveTo>
                    <a:pt x="250" y="0"/>
                  </a:moveTo>
                  <a:cubicBezTo>
                    <a:pt x="114" y="0"/>
                    <a:pt x="1" y="107"/>
                    <a:pt x="1" y="251"/>
                  </a:cubicBezTo>
                  <a:cubicBezTo>
                    <a:pt x="1" y="387"/>
                    <a:pt x="114" y="494"/>
                    <a:pt x="250" y="494"/>
                  </a:cubicBezTo>
                  <a:cubicBezTo>
                    <a:pt x="395" y="494"/>
                    <a:pt x="501" y="387"/>
                    <a:pt x="501" y="251"/>
                  </a:cubicBezTo>
                  <a:cubicBezTo>
                    <a:pt x="501" y="107"/>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9"/>
            <p:cNvSpPr/>
            <p:nvPr/>
          </p:nvSpPr>
          <p:spPr>
            <a:xfrm>
              <a:off x="2513250" y="3953075"/>
              <a:ext cx="12575" cy="12350"/>
            </a:xfrm>
            <a:custGeom>
              <a:avLst/>
              <a:gdLst/>
              <a:ahLst/>
              <a:cxnLst/>
              <a:rect l="l" t="t" r="r" b="b"/>
              <a:pathLst>
                <a:path w="503" h="494" extrusionOk="0">
                  <a:moveTo>
                    <a:pt x="252" y="0"/>
                  </a:moveTo>
                  <a:cubicBezTo>
                    <a:pt x="109" y="0"/>
                    <a:pt x="0" y="107"/>
                    <a:pt x="0" y="251"/>
                  </a:cubicBezTo>
                  <a:cubicBezTo>
                    <a:pt x="0" y="387"/>
                    <a:pt x="109" y="494"/>
                    <a:pt x="252" y="494"/>
                  </a:cubicBezTo>
                  <a:cubicBezTo>
                    <a:pt x="388" y="494"/>
                    <a:pt x="503" y="387"/>
                    <a:pt x="503" y="251"/>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9"/>
            <p:cNvSpPr/>
            <p:nvPr/>
          </p:nvSpPr>
          <p:spPr>
            <a:xfrm>
              <a:off x="2605000" y="3953075"/>
              <a:ext cx="12575" cy="12350"/>
            </a:xfrm>
            <a:custGeom>
              <a:avLst/>
              <a:gdLst/>
              <a:ahLst/>
              <a:cxnLst/>
              <a:rect l="l" t="t" r="r" b="b"/>
              <a:pathLst>
                <a:path w="503" h="494" extrusionOk="0">
                  <a:moveTo>
                    <a:pt x="252" y="0"/>
                  </a:moveTo>
                  <a:cubicBezTo>
                    <a:pt x="116" y="0"/>
                    <a:pt x="0" y="107"/>
                    <a:pt x="0" y="251"/>
                  </a:cubicBezTo>
                  <a:cubicBezTo>
                    <a:pt x="0" y="387"/>
                    <a:pt x="116" y="494"/>
                    <a:pt x="252" y="494"/>
                  </a:cubicBezTo>
                  <a:cubicBezTo>
                    <a:pt x="387" y="494"/>
                    <a:pt x="503" y="387"/>
                    <a:pt x="503" y="251"/>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9"/>
            <p:cNvSpPr/>
            <p:nvPr/>
          </p:nvSpPr>
          <p:spPr>
            <a:xfrm>
              <a:off x="2696950" y="3953075"/>
              <a:ext cx="12375" cy="12350"/>
            </a:xfrm>
            <a:custGeom>
              <a:avLst/>
              <a:gdLst/>
              <a:ahLst/>
              <a:cxnLst/>
              <a:rect l="l" t="t" r="r" b="b"/>
              <a:pathLst>
                <a:path w="495" h="494" extrusionOk="0">
                  <a:moveTo>
                    <a:pt x="252" y="0"/>
                  </a:moveTo>
                  <a:cubicBezTo>
                    <a:pt x="108" y="0"/>
                    <a:pt x="1" y="107"/>
                    <a:pt x="1" y="251"/>
                  </a:cubicBezTo>
                  <a:cubicBezTo>
                    <a:pt x="1" y="387"/>
                    <a:pt x="108" y="494"/>
                    <a:pt x="252" y="494"/>
                  </a:cubicBezTo>
                  <a:cubicBezTo>
                    <a:pt x="388" y="494"/>
                    <a:pt x="495" y="387"/>
                    <a:pt x="495" y="251"/>
                  </a:cubicBezTo>
                  <a:cubicBezTo>
                    <a:pt x="495"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9"/>
            <p:cNvSpPr/>
            <p:nvPr/>
          </p:nvSpPr>
          <p:spPr>
            <a:xfrm>
              <a:off x="2788700" y="3953075"/>
              <a:ext cx="12600" cy="12350"/>
            </a:xfrm>
            <a:custGeom>
              <a:avLst/>
              <a:gdLst/>
              <a:ahLst/>
              <a:cxnLst/>
              <a:rect l="l" t="t" r="r" b="b"/>
              <a:pathLst>
                <a:path w="504" h="494" extrusionOk="0">
                  <a:moveTo>
                    <a:pt x="252" y="0"/>
                  </a:moveTo>
                  <a:cubicBezTo>
                    <a:pt x="116" y="0"/>
                    <a:pt x="1" y="107"/>
                    <a:pt x="1" y="251"/>
                  </a:cubicBezTo>
                  <a:cubicBezTo>
                    <a:pt x="1" y="387"/>
                    <a:pt x="116" y="494"/>
                    <a:pt x="252" y="494"/>
                  </a:cubicBezTo>
                  <a:cubicBezTo>
                    <a:pt x="388" y="494"/>
                    <a:pt x="503" y="387"/>
                    <a:pt x="503" y="251"/>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9"/>
            <p:cNvSpPr/>
            <p:nvPr/>
          </p:nvSpPr>
          <p:spPr>
            <a:xfrm>
              <a:off x="2880675" y="3953075"/>
              <a:ext cx="12375" cy="12350"/>
            </a:xfrm>
            <a:custGeom>
              <a:avLst/>
              <a:gdLst/>
              <a:ahLst/>
              <a:cxnLst/>
              <a:rect l="l" t="t" r="r" b="b"/>
              <a:pathLst>
                <a:path w="495" h="494" extrusionOk="0">
                  <a:moveTo>
                    <a:pt x="243" y="0"/>
                  </a:moveTo>
                  <a:cubicBezTo>
                    <a:pt x="107" y="0"/>
                    <a:pt x="0" y="107"/>
                    <a:pt x="0" y="251"/>
                  </a:cubicBezTo>
                  <a:cubicBezTo>
                    <a:pt x="0" y="387"/>
                    <a:pt x="107" y="494"/>
                    <a:pt x="243" y="494"/>
                  </a:cubicBezTo>
                  <a:cubicBezTo>
                    <a:pt x="387" y="494"/>
                    <a:pt x="494" y="387"/>
                    <a:pt x="494" y="251"/>
                  </a:cubicBezTo>
                  <a:cubicBezTo>
                    <a:pt x="494" y="107"/>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9"/>
            <p:cNvSpPr/>
            <p:nvPr/>
          </p:nvSpPr>
          <p:spPr>
            <a:xfrm>
              <a:off x="2972425" y="3953075"/>
              <a:ext cx="12575" cy="12350"/>
            </a:xfrm>
            <a:custGeom>
              <a:avLst/>
              <a:gdLst/>
              <a:ahLst/>
              <a:cxnLst/>
              <a:rect l="l" t="t" r="r" b="b"/>
              <a:pathLst>
                <a:path w="503" h="494" extrusionOk="0">
                  <a:moveTo>
                    <a:pt x="251" y="0"/>
                  </a:moveTo>
                  <a:cubicBezTo>
                    <a:pt x="115" y="0"/>
                    <a:pt x="0" y="107"/>
                    <a:pt x="0" y="251"/>
                  </a:cubicBezTo>
                  <a:cubicBezTo>
                    <a:pt x="0" y="387"/>
                    <a:pt x="115" y="494"/>
                    <a:pt x="251" y="494"/>
                  </a:cubicBezTo>
                  <a:cubicBezTo>
                    <a:pt x="387" y="494"/>
                    <a:pt x="503" y="387"/>
                    <a:pt x="503" y="251"/>
                  </a:cubicBezTo>
                  <a:cubicBezTo>
                    <a:pt x="503"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9"/>
            <p:cNvSpPr/>
            <p:nvPr/>
          </p:nvSpPr>
          <p:spPr>
            <a:xfrm>
              <a:off x="3064375" y="3953075"/>
              <a:ext cx="12375" cy="12350"/>
            </a:xfrm>
            <a:custGeom>
              <a:avLst/>
              <a:gdLst/>
              <a:ahLst/>
              <a:cxnLst/>
              <a:rect l="l" t="t" r="r" b="b"/>
              <a:pathLst>
                <a:path w="495" h="494" extrusionOk="0">
                  <a:moveTo>
                    <a:pt x="243" y="0"/>
                  </a:moveTo>
                  <a:cubicBezTo>
                    <a:pt x="107" y="0"/>
                    <a:pt x="1" y="107"/>
                    <a:pt x="1" y="251"/>
                  </a:cubicBezTo>
                  <a:cubicBezTo>
                    <a:pt x="1" y="387"/>
                    <a:pt x="107" y="494"/>
                    <a:pt x="243" y="494"/>
                  </a:cubicBezTo>
                  <a:cubicBezTo>
                    <a:pt x="388" y="494"/>
                    <a:pt x="495" y="387"/>
                    <a:pt x="495" y="251"/>
                  </a:cubicBezTo>
                  <a:cubicBezTo>
                    <a:pt x="495" y="107"/>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9"/>
            <p:cNvSpPr/>
            <p:nvPr/>
          </p:nvSpPr>
          <p:spPr>
            <a:xfrm>
              <a:off x="3156125" y="3953075"/>
              <a:ext cx="12600" cy="12350"/>
            </a:xfrm>
            <a:custGeom>
              <a:avLst/>
              <a:gdLst/>
              <a:ahLst/>
              <a:cxnLst/>
              <a:rect l="l" t="t" r="r" b="b"/>
              <a:pathLst>
                <a:path w="504" h="494" extrusionOk="0">
                  <a:moveTo>
                    <a:pt x="252" y="0"/>
                  </a:moveTo>
                  <a:cubicBezTo>
                    <a:pt x="116" y="0"/>
                    <a:pt x="1" y="107"/>
                    <a:pt x="1" y="251"/>
                  </a:cubicBezTo>
                  <a:cubicBezTo>
                    <a:pt x="1" y="387"/>
                    <a:pt x="116" y="494"/>
                    <a:pt x="252" y="494"/>
                  </a:cubicBezTo>
                  <a:cubicBezTo>
                    <a:pt x="388" y="494"/>
                    <a:pt x="503" y="387"/>
                    <a:pt x="503" y="251"/>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9"/>
            <p:cNvSpPr/>
            <p:nvPr/>
          </p:nvSpPr>
          <p:spPr>
            <a:xfrm>
              <a:off x="3247875" y="3953075"/>
              <a:ext cx="12575" cy="12350"/>
            </a:xfrm>
            <a:custGeom>
              <a:avLst/>
              <a:gdLst/>
              <a:ahLst/>
              <a:cxnLst/>
              <a:rect l="l" t="t" r="r" b="b"/>
              <a:pathLst>
                <a:path w="503" h="494" extrusionOk="0">
                  <a:moveTo>
                    <a:pt x="252" y="0"/>
                  </a:moveTo>
                  <a:cubicBezTo>
                    <a:pt x="116" y="0"/>
                    <a:pt x="1" y="107"/>
                    <a:pt x="1" y="251"/>
                  </a:cubicBezTo>
                  <a:cubicBezTo>
                    <a:pt x="1" y="387"/>
                    <a:pt x="116" y="494"/>
                    <a:pt x="252" y="494"/>
                  </a:cubicBezTo>
                  <a:cubicBezTo>
                    <a:pt x="388" y="494"/>
                    <a:pt x="503" y="387"/>
                    <a:pt x="503" y="251"/>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9"/>
            <p:cNvSpPr/>
            <p:nvPr/>
          </p:nvSpPr>
          <p:spPr>
            <a:xfrm>
              <a:off x="3339850" y="3953075"/>
              <a:ext cx="12525" cy="12350"/>
            </a:xfrm>
            <a:custGeom>
              <a:avLst/>
              <a:gdLst/>
              <a:ahLst/>
              <a:cxnLst/>
              <a:rect l="l" t="t" r="r" b="b"/>
              <a:pathLst>
                <a:path w="501" h="494" extrusionOk="0">
                  <a:moveTo>
                    <a:pt x="251" y="0"/>
                  </a:moveTo>
                  <a:cubicBezTo>
                    <a:pt x="107" y="0"/>
                    <a:pt x="0" y="107"/>
                    <a:pt x="0" y="251"/>
                  </a:cubicBezTo>
                  <a:cubicBezTo>
                    <a:pt x="0" y="387"/>
                    <a:pt x="107" y="494"/>
                    <a:pt x="251" y="494"/>
                  </a:cubicBezTo>
                  <a:cubicBezTo>
                    <a:pt x="387" y="494"/>
                    <a:pt x="501" y="387"/>
                    <a:pt x="501" y="251"/>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9"/>
            <p:cNvSpPr/>
            <p:nvPr/>
          </p:nvSpPr>
          <p:spPr>
            <a:xfrm>
              <a:off x="3431575" y="3953075"/>
              <a:ext cx="12600" cy="12350"/>
            </a:xfrm>
            <a:custGeom>
              <a:avLst/>
              <a:gdLst/>
              <a:ahLst/>
              <a:cxnLst/>
              <a:rect l="l" t="t" r="r" b="b"/>
              <a:pathLst>
                <a:path w="504" h="494" extrusionOk="0">
                  <a:moveTo>
                    <a:pt x="252" y="0"/>
                  </a:moveTo>
                  <a:cubicBezTo>
                    <a:pt x="116" y="0"/>
                    <a:pt x="1" y="107"/>
                    <a:pt x="1" y="251"/>
                  </a:cubicBezTo>
                  <a:cubicBezTo>
                    <a:pt x="1" y="387"/>
                    <a:pt x="116" y="494"/>
                    <a:pt x="252" y="494"/>
                  </a:cubicBezTo>
                  <a:cubicBezTo>
                    <a:pt x="388" y="494"/>
                    <a:pt x="503" y="387"/>
                    <a:pt x="503" y="251"/>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9"/>
            <p:cNvSpPr/>
            <p:nvPr/>
          </p:nvSpPr>
          <p:spPr>
            <a:xfrm>
              <a:off x="3523550" y="3953075"/>
              <a:ext cx="12375" cy="12350"/>
            </a:xfrm>
            <a:custGeom>
              <a:avLst/>
              <a:gdLst/>
              <a:ahLst/>
              <a:cxnLst/>
              <a:rect l="l" t="t" r="r" b="b"/>
              <a:pathLst>
                <a:path w="495" h="494" extrusionOk="0">
                  <a:moveTo>
                    <a:pt x="250" y="0"/>
                  </a:moveTo>
                  <a:cubicBezTo>
                    <a:pt x="107" y="0"/>
                    <a:pt x="0" y="107"/>
                    <a:pt x="0" y="251"/>
                  </a:cubicBezTo>
                  <a:cubicBezTo>
                    <a:pt x="0" y="387"/>
                    <a:pt x="107" y="494"/>
                    <a:pt x="250" y="494"/>
                  </a:cubicBezTo>
                  <a:cubicBezTo>
                    <a:pt x="388" y="494"/>
                    <a:pt x="494" y="387"/>
                    <a:pt x="494" y="251"/>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9"/>
            <p:cNvSpPr/>
            <p:nvPr/>
          </p:nvSpPr>
          <p:spPr>
            <a:xfrm>
              <a:off x="676400" y="40448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9"/>
            <p:cNvSpPr/>
            <p:nvPr/>
          </p:nvSpPr>
          <p:spPr>
            <a:xfrm>
              <a:off x="768325" y="4044800"/>
              <a:ext cx="12400" cy="12600"/>
            </a:xfrm>
            <a:custGeom>
              <a:avLst/>
              <a:gdLst/>
              <a:ahLst/>
              <a:cxnLst/>
              <a:rect l="l" t="t" r="r" b="b"/>
              <a:pathLst>
                <a:path w="496" h="504"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9"/>
            <p:cNvSpPr/>
            <p:nvPr/>
          </p:nvSpPr>
          <p:spPr>
            <a:xfrm>
              <a:off x="860125" y="4044800"/>
              <a:ext cx="12525" cy="12600"/>
            </a:xfrm>
            <a:custGeom>
              <a:avLst/>
              <a:gdLst/>
              <a:ahLst/>
              <a:cxnLst/>
              <a:rect l="l" t="t" r="r" b="b"/>
              <a:pathLst>
                <a:path w="501" h="504"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9"/>
            <p:cNvSpPr/>
            <p:nvPr/>
          </p:nvSpPr>
          <p:spPr>
            <a:xfrm>
              <a:off x="951850" y="40448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9"/>
            <p:cNvSpPr/>
            <p:nvPr/>
          </p:nvSpPr>
          <p:spPr>
            <a:xfrm>
              <a:off x="1043825" y="404480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9"/>
            <p:cNvSpPr/>
            <p:nvPr/>
          </p:nvSpPr>
          <p:spPr>
            <a:xfrm>
              <a:off x="1135575" y="404480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9"/>
            <p:cNvSpPr/>
            <p:nvPr/>
          </p:nvSpPr>
          <p:spPr>
            <a:xfrm>
              <a:off x="1227500" y="4044800"/>
              <a:ext cx="12400" cy="12600"/>
            </a:xfrm>
            <a:custGeom>
              <a:avLst/>
              <a:gdLst/>
              <a:ahLst/>
              <a:cxnLst/>
              <a:rect l="l" t="t" r="r" b="b"/>
              <a:pathLst>
                <a:path w="496" h="504"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9"/>
            <p:cNvSpPr/>
            <p:nvPr/>
          </p:nvSpPr>
          <p:spPr>
            <a:xfrm>
              <a:off x="1319275" y="404480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9"/>
            <p:cNvSpPr/>
            <p:nvPr/>
          </p:nvSpPr>
          <p:spPr>
            <a:xfrm>
              <a:off x="1411200" y="4044800"/>
              <a:ext cx="12425" cy="12600"/>
            </a:xfrm>
            <a:custGeom>
              <a:avLst/>
              <a:gdLst/>
              <a:ahLst/>
              <a:cxnLst/>
              <a:rect l="l" t="t" r="r" b="b"/>
              <a:pathLst>
                <a:path w="497" h="504"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9"/>
            <p:cNvSpPr/>
            <p:nvPr/>
          </p:nvSpPr>
          <p:spPr>
            <a:xfrm>
              <a:off x="1503000" y="4044800"/>
              <a:ext cx="12525" cy="12600"/>
            </a:xfrm>
            <a:custGeom>
              <a:avLst/>
              <a:gdLst/>
              <a:ahLst/>
              <a:cxnLst/>
              <a:rect l="l" t="t" r="r" b="b"/>
              <a:pathLst>
                <a:path w="501" h="504"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9"/>
            <p:cNvSpPr/>
            <p:nvPr/>
          </p:nvSpPr>
          <p:spPr>
            <a:xfrm>
              <a:off x="1594750" y="404480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9"/>
            <p:cNvSpPr/>
            <p:nvPr/>
          </p:nvSpPr>
          <p:spPr>
            <a:xfrm>
              <a:off x="1686650" y="40448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9"/>
            <p:cNvSpPr/>
            <p:nvPr/>
          </p:nvSpPr>
          <p:spPr>
            <a:xfrm>
              <a:off x="1778450" y="404480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9"/>
            <p:cNvSpPr/>
            <p:nvPr/>
          </p:nvSpPr>
          <p:spPr>
            <a:xfrm>
              <a:off x="1870375" y="4044800"/>
              <a:ext cx="12400" cy="12600"/>
            </a:xfrm>
            <a:custGeom>
              <a:avLst/>
              <a:gdLst/>
              <a:ahLst/>
              <a:cxnLst/>
              <a:rect l="l" t="t" r="r" b="b"/>
              <a:pathLst>
                <a:path w="496" h="504"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9"/>
            <p:cNvSpPr/>
            <p:nvPr/>
          </p:nvSpPr>
          <p:spPr>
            <a:xfrm>
              <a:off x="1962150" y="404480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9"/>
            <p:cNvSpPr/>
            <p:nvPr/>
          </p:nvSpPr>
          <p:spPr>
            <a:xfrm>
              <a:off x="2054075" y="4044800"/>
              <a:ext cx="12425" cy="12600"/>
            </a:xfrm>
            <a:custGeom>
              <a:avLst/>
              <a:gdLst/>
              <a:ahLst/>
              <a:cxnLst/>
              <a:rect l="l" t="t" r="r" b="b"/>
              <a:pathLst>
                <a:path w="497" h="504"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9"/>
            <p:cNvSpPr/>
            <p:nvPr/>
          </p:nvSpPr>
          <p:spPr>
            <a:xfrm>
              <a:off x="2145825" y="40448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9"/>
            <p:cNvSpPr/>
            <p:nvPr/>
          </p:nvSpPr>
          <p:spPr>
            <a:xfrm>
              <a:off x="2237800" y="4044800"/>
              <a:ext cx="12350" cy="12600"/>
            </a:xfrm>
            <a:custGeom>
              <a:avLst/>
              <a:gdLst/>
              <a:ahLst/>
              <a:cxnLst/>
              <a:rect l="l" t="t" r="r" b="b"/>
              <a:pathLst>
                <a:path w="494" h="504"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9"/>
            <p:cNvSpPr/>
            <p:nvPr/>
          </p:nvSpPr>
          <p:spPr>
            <a:xfrm>
              <a:off x="2329550" y="404480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9"/>
            <p:cNvSpPr/>
            <p:nvPr/>
          </p:nvSpPr>
          <p:spPr>
            <a:xfrm>
              <a:off x="2421325" y="404480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9"/>
            <p:cNvSpPr/>
            <p:nvPr/>
          </p:nvSpPr>
          <p:spPr>
            <a:xfrm>
              <a:off x="2513250" y="4044800"/>
              <a:ext cx="12575" cy="12600"/>
            </a:xfrm>
            <a:custGeom>
              <a:avLst/>
              <a:gdLst/>
              <a:ahLst/>
              <a:cxnLst/>
              <a:rect l="l" t="t" r="r" b="b"/>
              <a:pathLst>
                <a:path w="503" h="504"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9"/>
            <p:cNvSpPr/>
            <p:nvPr/>
          </p:nvSpPr>
          <p:spPr>
            <a:xfrm>
              <a:off x="2605000" y="404480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9"/>
            <p:cNvSpPr/>
            <p:nvPr/>
          </p:nvSpPr>
          <p:spPr>
            <a:xfrm>
              <a:off x="2696950" y="4044800"/>
              <a:ext cx="12375" cy="12600"/>
            </a:xfrm>
            <a:custGeom>
              <a:avLst/>
              <a:gdLst/>
              <a:ahLst/>
              <a:cxnLst/>
              <a:rect l="l" t="t" r="r" b="b"/>
              <a:pathLst>
                <a:path w="495" h="504"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9"/>
            <p:cNvSpPr/>
            <p:nvPr/>
          </p:nvSpPr>
          <p:spPr>
            <a:xfrm>
              <a:off x="2788700" y="40448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9"/>
            <p:cNvSpPr/>
            <p:nvPr/>
          </p:nvSpPr>
          <p:spPr>
            <a:xfrm>
              <a:off x="2880675" y="4044800"/>
              <a:ext cx="12375" cy="12600"/>
            </a:xfrm>
            <a:custGeom>
              <a:avLst/>
              <a:gdLst/>
              <a:ahLst/>
              <a:cxnLst/>
              <a:rect l="l" t="t" r="r" b="b"/>
              <a:pathLst>
                <a:path w="495" h="504"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9"/>
            <p:cNvSpPr/>
            <p:nvPr/>
          </p:nvSpPr>
          <p:spPr>
            <a:xfrm>
              <a:off x="2972425" y="404480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9"/>
            <p:cNvSpPr/>
            <p:nvPr/>
          </p:nvSpPr>
          <p:spPr>
            <a:xfrm>
              <a:off x="3064375" y="4044800"/>
              <a:ext cx="12375" cy="12600"/>
            </a:xfrm>
            <a:custGeom>
              <a:avLst/>
              <a:gdLst/>
              <a:ahLst/>
              <a:cxnLst/>
              <a:rect l="l" t="t" r="r" b="b"/>
              <a:pathLst>
                <a:path w="495" h="504"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9"/>
            <p:cNvSpPr/>
            <p:nvPr/>
          </p:nvSpPr>
          <p:spPr>
            <a:xfrm>
              <a:off x="3156125" y="40448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9"/>
            <p:cNvSpPr/>
            <p:nvPr/>
          </p:nvSpPr>
          <p:spPr>
            <a:xfrm>
              <a:off x="3247875" y="4044800"/>
              <a:ext cx="12575" cy="12600"/>
            </a:xfrm>
            <a:custGeom>
              <a:avLst/>
              <a:gdLst/>
              <a:ahLst/>
              <a:cxnLst/>
              <a:rect l="l" t="t" r="r" b="b"/>
              <a:pathLst>
                <a:path w="503"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9"/>
            <p:cNvSpPr/>
            <p:nvPr/>
          </p:nvSpPr>
          <p:spPr>
            <a:xfrm>
              <a:off x="3339850" y="4044800"/>
              <a:ext cx="12525" cy="12600"/>
            </a:xfrm>
            <a:custGeom>
              <a:avLst/>
              <a:gdLst/>
              <a:ahLst/>
              <a:cxnLst/>
              <a:rect l="l" t="t" r="r" b="b"/>
              <a:pathLst>
                <a:path w="501" h="504"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9"/>
            <p:cNvSpPr/>
            <p:nvPr/>
          </p:nvSpPr>
          <p:spPr>
            <a:xfrm>
              <a:off x="3431575" y="40448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9"/>
            <p:cNvSpPr/>
            <p:nvPr/>
          </p:nvSpPr>
          <p:spPr>
            <a:xfrm>
              <a:off x="3523550" y="404480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9"/>
            <p:cNvSpPr/>
            <p:nvPr/>
          </p:nvSpPr>
          <p:spPr>
            <a:xfrm>
              <a:off x="676400" y="4136775"/>
              <a:ext cx="12600" cy="12375"/>
            </a:xfrm>
            <a:custGeom>
              <a:avLst/>
              <a:gdLst/>
              <a:ahLst/>
              <a:cxnLst/>
              <a:rect l="l" t="t" r="r" b="b"/>
              <a:pathLst>
                <a:path w="504" h="495" extrusionOk="0">
                  <a:moveTo>
                    <a:pt x="252" y="1"/>
                  </a:moveTo>
                  <a:cubicBezTo>
                    <a:pt x="116" y="1"/>
                    <a:pt x="1" y="107"/>
                    <a:pt x="1" y="250"/>
                  </a:cubicBezTo>
                  <a:cubicBezTo>
                    <a:pt x="1" y="388"/>
                    <a:pt x="116" y="494"/>
                    <a:pt x="252" y="494"/>
                  </a:cubicBezTo>
                  <a:cubicBezTo>
                    <a:pt x="388" y="494"/>
                    <a:pt x="503" y="388"/>
                    <a:pt x="503" y="250"/>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9"/>
            <p:cNvSpPr/>
            <p:nvPr/>
          </p:nvSpPr>
          <p:spPr>
            <a:xfrm>
              <a:off x="768325" y="4136775"/>
              <a:ext cx="12400" cy="12375"/>
            </a:xfrm>
            <a:custGeom>
              <a:avLst/>
              <a:gdLst/>
              <a:ahLst/>
              <a:cxnLst/>
              <a:rect l="l" t="t" r="r" b="b"/>
              <a:pathLst>
                <a:path w="496" h="495" extrusionOk="0">
                  <a:moveTo>
                    <a:pt x="245" y="1"/>
                  </a:moveTo>
                  <a:cubicBezTo>
                    <a:pt x="109" y="1"/>
                    <a:pt x="0" y="107"/>
                    <a:pt x="0" y="250"/>
                  </a:cubicBezTo>
                  <a:cubicBezTo>
                    <a:pt x="0" y="388"/>
                    <a:pt x="109" y="494"/>
                    <a:pt x="245" y="494"/>
                  </a:cubicBezTo>
                  <a:cubicBezTo>
                    <a:pt x="388" y="494"/>
                    <a:pt x="496" y="388"/>
                    <a:pt x="496" y="250"/>
                  </a:cubicBezTo>
                  <a:cubicBezTo>
                    <a:pt x="496" y="107"/>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9"/>
            <p:cNvSpPr/>
            <p:nvPr/>
          </p:nvSpPr>
          <p:spPr>
            <a:xfrm>
              <a:off x="860125" y="4136775"/>
              <a:ext cx="12525" cy="12375"/>
            </a:xfrm>
            <a:custGeom>
              <a:avLst/>
              <a:gdLst/>
              <a:ahLst/>
              <a:cxnLst/>
              <a:rect l="l" t="t" r="r" b="b"/>
              <a:pathLst>
                <a:path w="501" h="495" extrusionOk="0">
                  <a:moveTo>
                    <a:pt x="251" y="1"/>
                  </a:moveTo>
                  <a:cubicBezTo>
                    <a:pt x="114" y="1"/>
                    <a:pt x="0" y="107"/>
                    <a:pt x="0" y="250"/>
                  </a:cubicBezTo>
                  <a:cubicBezTo>
                    <a:pt x="0" y="388"/>
                    <a:pt x="114" y="494"/>
                    <a:pt x="251" y="494"/>
                  </a:cubicBezTo>
                  <a:cubicBezTo>
                    <a:pt x="387" y="494"/>
                    <a:pt x="501" y="388"/>
                    <a:pt x="501" y="250"/>
                  </a:cubicBezTo>
                  <a:cubicBezTo>
                    <a:pt x="501"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9"/>
            <p:cNvSpPr/>
            <p:nvPr/>
          </p:nvSpPr>
          <p:spPr>
            <a:xfrm>
              <a:off x="951850" y="4136775"/>
              <a:ext cx="12600" cy="12375"/>
            </a:xfrm>
            <a:custGeom>
              <a:avLst/>
              <a:gdLst/>
              <a:ahLst/>
              <a:cxnLst/>
              <a:rect l="l" t="t" r="r" b="b"/>
              <a:pathLst>
                <a:path w="504" h="495" extrusionOk="0">
                  <a:moveTo>
                    <a:pt x="252" y="1"/>
                  </a:moveTo>
                  <a:cubicBezTo>
                    <a:pt x="116" y="1"/>
                    <a:pt x="1" y="107"/>
                    <a:pt x="1" y="250"/>
                  </a:cubicBezTo>
                  <a:cubicBezTo>
                    <a:pt x="1" y="388"/>
                    <a:pt x="116" y="494"/>
                    <a:pt x="252" y="494"/>
                  </a:cubicBezTo>
                  <a:cubicBezTo>
                    <a:pt x="388" y="494"/>
                    <a:pt x="503" y="388"/>
                    <a:pt x="503" y="250"/>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9"/>
            <p:cNvSpPr/>
            <p:nvPr/>
          </p:nvSpPr>
          <p:spPr>
            <a:xfrm>
              <a:off x="1043825" y="4136775"/>
              <a:ext cx="12375" cy="12375"/>
            </a:xfrm>
            <a:custGeom>
              <a:avLst/>
              <a:gdLst/>
              <a:ahLst/>
              <a:cxnLst/>
              <a:rect l="l" t="t" r="r" b="b"/>
              <a:pathLst>
                <a:path w="495" h="495" extrusionOk="0">
                  <a:moveTo>
                    <a:pt x="250" y="1"/>
                  </a:moveTo>
                  <a:cubicBezTo>
                    <a:pt x="107" y="1"/>
                    <a:pt x="0" y="107"/>
                    <a:pt x="0" y="250"/>
                  </a:cubicBezTo>
                  <a:cubicBezTo>
                    <a:pt x="0" y="388"/>
                    <a:pt x="107" y="494"/>
                    <a:pt x="250" y="494"/>
                  </a:cubicBezTo>
                  <a:cubicBezTo>
                    <a:pt x="388" y="494"/>
                    <a:pt x="494" y="388"/>
                    <a:pt x="494" y="250"/>
                  </a:cubicBezTo>
                  <a:cubicBezTo>
                    <a:pt x="494" y="107"/>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9"/>
            <p:cNvSpPr/>
            <p:nvPr/>
          </p:nvSpPr>
          <p:spPr>
            <a:xfrm>
              <a:off x="1135575" y="4136775"/>
              <a:ext cx="12575" cy="12375"/>
            </a:xfrm>
            <a:custGeom>
              <a:avLst/>
              <a:gdLst/>
              <a:ahLst/>
              <a:cxnLst/>
              <a:rect l="l" t="t" r="r" b="b"/>
              <a:pathLst>
                <a:path w="503" h="495" extrusionOk="0">
                  <a:moveTo>
                    <a:pt x="252" y="1"/>
                  </a:moveTo>
                  <a:cubicBezTo>
                    <a:pt x="116" y="1"/>
                    <a:pt x="0" y="107"/>
                    <a:pt x="0" y="250"/>
                  </a:cubicBezTo>
                  <a:cubicBezTo>
                    <a:pt x="0" y="388"/>
                    <a:pt x="116" y="494"/>
                    <a:pt x="252" y="494"/>
                  </a:cubicBezTo>
                  <a:cubicBezTo>
                    <a:pt x="387" y="494"/>
                    <a:pt x="503" y="388"/>
                    <a:pt x="503" y="250"/>
                  </a:cubicBezTo>
                  <a:cubicBezTo>
                    <a:pt x="503" y="107"/>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9"/>
            <p:cNvSpPr/>
            <p:nvPr/>
          </p:nvSpPr>
          <p:spPr>
            <a:xfrm>
              <a:off x="1227500" y="4136775"/>
              <a:ext cx="12400" cy="12375"/>
            </a:xfrm>
            <a:custGeom>
              <a:avLst/>
              <a:gdLst/>
              <a:ahLst/>
              <a:cxnLst/>
              <a:rect l="l" t="t" r="r" b="b"/>
              <a:pathLst>
                <a:path w="496" h="495" extrusionOk="0">
                  <a:moveTo>
                    <a:pt x="251" y="1"/>
                  </a:moveTo>
                  <a:cubicBezTo>
                    <a:pt x="109" y="1"/>
                    <a:pt x="0" y="107"/>
                    <a:pt x="0" y="250"/>
                  </a:cubicBezTo>
                  <a:cubicBezTo>
                    <a:pt x="0" y="388"/>
                    <a:pt x="109" y="494"/>
                    <a:pt x="251" y="494"/>
                  </a:cubicBezTo>
                  <a:cubicBezTo>
                    <a:pt x="387" y="494"/>
                    <a:pt x="496" y="388"/>
                    <a:pt x="496" y="250"/>
                  </a:cubicBezTo>
                  <a:cubicBezTo>
                    <a:pt x="496"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9"/>
            <p:cNvSpPr/>
            <p:nvPr/>
          </p:nvSpPr>
          <p:spPr>
            <a:xfrm>
              <a:off x="1319275" y="4136775"/>
              <a:ext cx="12550" cy="12375"/>
            </a:xfrm>
            <a:custGeom>
              <a:avLst/>
              <a:gdLst/>
              <a:ahLst/>
              <a:cxnLst/>
              <a:rect l="l" t="t" r="r" b="b"/>
              <a:pathLst>
                <a:path w="502" h="495" extrusionOk="0">
                  <a:moveTo>
                    <a:pt x="252" y="1"/>
                  </a:moveTo>
                  <a:cubicBezTo>
                    <a:pt x="114" y="1"/>
                    <a:pt x="1" y="107"/>
                    <a:pt x="1" y="250"/>
                  </a:cubicBezTo>
                  <a:cubicBezTo>
                    <a:pt x="1" y="388"/>
                    <a:pt x="114" y="494"/>
                    <a:pt x="252" y="494"/>
                  </a:cubicBezTo>
                  <a:cubicBezTo>
                    <a:pt x="388" y="494"/>
                    <a:pt x="501" y="388"/>
                    <a:pt x="501" y="250"/>
                  </a:cubicBezTo>
                  <a:cubicBezTo>
                    <a:pt x="501"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9"/>
            <p:cNvSpPr/>
            <p:nvPr/>
          </p:nvSpPr>
          <p:spPr>
            <a:xfrm>
              <a:off x="1411200" y="4136775"/>
              <a:ext cx="12425" cy="12375"/>
            </a:xfrm>
            <a:custGeom>
              <a:avLst/>
              <a:gdLst/>
              <a:ahLst/>
              <a:cxnLst/>
              <a:rect l="l" t="t" r="r" b="b"/>
              <a:pathLst>
                <a:path w="497" h="495" extrusionOk="0">
                  <a:moveTo>
                    <a:pt x="245" y="1"/>
                  </a:moveTo>
                  <a:cubicBezTo>
                    <a:pt x="109" y="1"/>
                    <a:pt x="1" y="107"/>
                    <a:pt x="1" y="250"/>
                  </a:cubicBezTo>
                  <a:cubicBezTo>
                    <a:pt x="1" y="388"/>
                    <a:pt x="109" y="494"/>
                    <a:pt x="245" y="494"/>
                  </a:cubicBezTo>
                  <a:cubicBezTo>
                    <a:pt x="388" y="494"/>
                    <a:pt x="496" y="388"/>
                    <a:pt x="496" y="250"/>
                  </a:cubicBezTo>
                  <a:cubicBezTo>
                    <a:pt x="496" y="107"/>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9"/>
            <p:cNvSpPr/>
            <p:nvPr/>
          </p:nvSpPr>
          <p:spPr>
            <a:xfrm>
              <a:off x="1503000" y="4136775"/>
              <a:ext cx="12525" cy="12375"/>
            </a:xfrm>
            <a:custGeom>
              <a:avLst/>
              <a:gdLst/>
              <a:ahLst/>
              <a:cxnLst/>
              <a:rect l="l" t="t" r="r" b="b"/>
              <a:pathLst>
                <a:path w="501" h="495" extrusionOk="0">
                  <a:moveTo>
                    <a:pt x="250" y="1"/>
                  </a:moveTo>
                  <a:cubicBezTo>
                    <a:pt x="114" y="1"/>
                    <a:pt x="0" y="107"/>
                    <a:pt x="0" y="250"/>
                  </a:cubicBezTo>
                  <a:cubicBezTo>
                    <a:pt x="0" y="388"/>
                    <a:pt x="114" y="494"/>
                    <a:pt x="250" y="494"/>
                  </a:cubicBezTo>
                  <a:cubicBezTo>
                    <a:pt x="387" y="494"/>
                    <a:pt x="501" y="388"/>
                    <a:pt x="501" y="250"/>
                  </a:cubicBezTo>
                  <a:cubicBezTo>
                    <a:pt x="501" y="107"/>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9"/>
            <p:cNvSpPr/>
            <p:nvPr/>
          </p:nvSpPr>
          <p:spPr>
            <a:xfrm>
              <a:off x="1594750" y="4136775"/>
              <a:ext cx="12575" cy="12375"/>
            </a:xfrm>
            <a:custGeom>
              <a:avLst/>
              <a:gdLst/>
              <a:ahLst/>
              <a:cxnLst/>
              <a:rect l="l" t="t" r="r" b="b"/>
              <a:pathLst>
                <a:path w="503" h="495" extrusionOk="0">
                  <a:moveTo>
                    <a:pt x="251" y="1"/>
                  </a:moveTo>
                  <a:cubicBezTo>
                    <a:pt x="115" y="1"/>
                    <a:pt x="0" y="107"/>
                    <a:pt x="0" y="250"/>
                  </a:cubicBezTo>
                  <a:cubicBezTo>
                    <a:pt x="0" y="388"/>
                    <a:pt x="115" y="494"/>
                    <a:pt x="251" y="494"/>
                  </a:cubicBezTo>
                  <a:cubicBezTo>
                    <a:pt x="394" y="494"/>
                    <a:pt x="503" y="388"/>
                    <a:pt x="503" y="250"/>
                  </a:cubicBezTo>
                  <a:cubicBezTo>
                    <a:pt x="503" y="107"/>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9"/>
            <p:cNvSpPr/>
            <p:nvPr/>
          </p:nvSpPr>
          <p:spPr>
            <a:xfrm>
              <a:off x="1686650" y="4136775"/>
              <a:ext cx="12600" cy="12375"/>
            </a:xfrm>
            <a:custGeom>
              <a:avLst/>
              <a:gdLst/>
              <a:ahLst/>
              <a:cxnLst/>
              <a:rect l="l" t="t" r="r" b="b"/>
              <a:pathLst>
                <a:path w="504" h="495" extrusionOk="0">
                  <a:moveTo>
                    <a:pt x="252" y="1"/>
                  </a:moveTo>
                  <a:cubicBezTo>
                    <a:pt x="116" y="1"/>
                    <a:pt x="1" y="107"/>
                    <a:pt x="1" y="250"/>
                  </a:cubicBezTo>
                  <a:cubicBezTo>
                    <a:pt x="1" y="388"/>
                    <a:pt x="116" y="494"/>
                    <a:pt x="252" y="494"/>
                  </a:cubicBezTo>
                  <a:cubicBezTo>
                    <a:pt x="388" y="494"/>
                    <a:pt x="503" y="388"/>
                    <a:pt x="503" y="250"/>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9"/>
            <p:cNvSpPr/>
            <p:nvPr/>
          </p:nvSpPr>
          <p:spPr>
            <a:xfrm>
              <a:off x="1778450" y="4136775"/>
              <a:ext cx="12550" cy="12375"/>
            </a:xfrm>
            <a:custGeom>
              <a:avLst/>
              <a:gdLst/>
              <a:ahLst/>
              <a:cxnLst/>
              <a:rect l="l" t="t" r="r" b="b"/>
              <a:pathLst>
                <a:path w="502" h="495" extrusionOk="0">
                  <a:moveTo>
                    <a:pt x="252" y="1"/>
                  </a:moveTo>
                  <a:cubicBezTo>
                    <a:pt x="114" y="1"/>
                    <a:pt x="1" y="107"/>
                    <a:pt x="1" y="250"/>
                  </a:cubicBezTo>
                  <a:cubicBezTo>
                    <a:pt x="1" y="388"/>
                    <a:pt x="114" y="494"/>
                    <a:pt x="252" y="494"/>
                  </a:cubicBezTo>
                  <a:cubicBezTo>
                    <a:pt x="388" y="494"/>
                    <a:pt x="501" y="388"/>
                    <a:pt x="501" y="250"/>
                  </a:cubicBezTo>
                  <a:cubicBezTo>
                    <a:pt x="501"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9"/>
            <p:cNvSpPr/>
            <p:nvPr/>
          </p:nvSpPr>
          <p:spPr>
            <a:xfrm>
              <a:off x="1870375" y="4136775"/>
              <a:ext cx="12400" cy="12375"/>
            </a:xfrm>
            <a:custGeom>
              <a:avLst/>
              <a:gdLst/>
              <a:ahLst/>
              <a:cxnLst/>
              <a:rect l="l" t="t" r="r" b="b"/>
              <a:pathLst>
                <a:path w="496" h="495" extrusionOk="0">
                  <a:moveTo>
                    <a:pt x="252" y="1"/>
                  </a:moveTo>
                  <a:cubicBezTo>
                    <a:pt x="109" y="1"/>
                    <a:pt x="0" y="107"/>
                    <a:pt x="0" y="250"/>
                  </a:cubicBezTo>
                  <a:cubicBezTo>
                    <a:pt x="0" y="388"/>
                    <a:pt x="109" y="494"/>
                    <a:pt x="252" y="494"/>
                  </a:cubicBezTo>
                  <a:cubicBezTo>
                    <a:pt x="387" y="494"/>
                    <a:pt x="496" y="388"/>
                    <a:pt x="496" y="250"/>
                  </a:cubicBezTo>
                  <a:cubicBezTo>
                    <a:pt x="496" y="107"/>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9"/>
            <p:cNvSpPr/>
            <p:nvPr/>
          </p:nvSpPr>
          <p:spPr>
            <a:xfrm>
              <a:off x="1962150" y="4136775"/>
              <a:ext cx="12550" cy="12375"/>
            </a:xfrm>
            <a:custGeom>
              <a:avLst/>
              <a:gdLst/>
              <a:ahLst/>
              <a:cxnLst/>
              <a:rect l="l" t="t" r="r" b="b"/>
              <a:pathLst>
                <a:path w="502" h="495" extrusionOk="0">
                  <a:moveTo>
                    <a:pt x="250" y="1"/>
                  </a:moveTo>
                  <a:cubicBezTo>
                    <a:pt x="114" y="1"/>
                    <a:pt x="1" y="107"/>
                    <a:pt x="1" y="250"/>
                  </a:cubicBezTo>
                  <a:cubicBezTo>
                    <a:pt x="1" y="388"/>
                    <a:pt x="114" y="494"/>
                    <a:pt x="250" y="494"/>
                  </a:cubicBezTo>
                  <a:cubicBezTo>
                    <a:pt x="388" y="494"/>
                    <a:pt x="502" y="388"/>
                    <a:pt x="502" y="250"/>
                  </a:cubicBezTo>
                  <a:cubicBezTo>
                    <a:pt x="502" y="107"/>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9"/>
            <p:cNvSpPr/>
            <p:nvPr/>
          </p:nvSpPr>
          <p:spPr>
            <a:xfrm>
              <a:off x="2054075" y="4136775"/>
              <a:ext cx="12425" cy="12375"/>
            </a:xfrm>
            <a:custGeom>
              <a:avLst/>
              <a:gdLst/>
              <a:ahLst/>
              <a:cxnLst/>
              <a:rect l="l" t="t" r="r" b="b"/>
              <a:pathLst>
                <a:path w="497" h="495" extrusionOk="0">
                  <a:moveTo>
                    <a:pt x="252" y="1"/>
                  </a:moveTo>
                  <a:cubicBezTo>
                    <a:pt x="109" y="1"/>
                    <a:pt x="1" y="107"/>
                    <a:pt x="1" y="250"/>
                  </a:cubicBezTo>
                  <a:cubicBezTo>
                    <a:pt x="1" y="388"/>
                    <a:pt x="109" y="494"/>
                    <a:pt x="252" y="494"/>
                  </a:cubicBezTo>
                  <a:cubicBezTo>
                    <a:pt x="388" y="494"/>
                    <a:pt x="496" y="388"/>
                    <a:pt x="496" y="250"/>
                  </a:cubicBezTo>
                  <a:cubicBezTo>
                    <a:pt x="496"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9"/>
            <p:cNvSpPr/>
            <p:nvPr/>
          </p:nvSpPr>
          <p:spPr>
            <a:xfrm>
              <a:off x="2145825" y="4136775"/>
              <a:ext cx="12600" cy="12375"/>
            </a:xfrm>
            <a:custGeom>
              <a:avLst/>
              <a:gdLst/>
              <a:ahLst/>
              <a:cxnLst/>
              <a:rect l="l" t="t" r="r" b="b"/>
              <a:pathLst>
                <a:path w="504" h="495" extrusionOk="0">
                  <a:moveTo>
                    <a:pt x="252" y="1"/>
                  </a:moveTo>
                  <a:cubicBezTo>
                    <a:pt x="116" y="1"/>
                    <a:pt x="1" y="107"/>
                    <a:pt x="1" y="250"/>
                  </a:cubicBezTo>
                  <a:cubicBezTo>
                    <a:pt x="1" y="388"/>
                    <a:pt x="116" y="494"/>
                    <a:pt x="252" y="494"/>
                  </a:cubicBezTo>
                  <a:cubicBezTo>
                    <a:pt x="388" y="494"/>
                    <a:pt x="503" y="388"/>
                    <a:pt x="503" y="250"/>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9"/>
            <p:cNvSpPr/>
            <p:nvPr/>
          </p:nvSpPr>
          <p:spPr>
            <a:xfrm>
              <a:off x="2237800" y="4136775"/>
              <a:ext cx="12350" cy="12375"/>
            </a:xfrm>
            <a:custGeom>
              <a:avLst/>
              <a:gdLst/>
              <a:ahLst/>
              <a:cxnLst/>
              <a:rect l="l" t="t" r="r" b="b"/>
              <a:pathLst>
                <a:path w="494" h="495" extrusionOk="0">
                  <a:moveTo>
                    <a:pt x="244" y="1"/>
                  </a:moveTo>
                  <a:cubicBezTo>
                    <a:pt x="107" y="1"/>
                    <a:pt x="0" y="107"/>
                    <a:pt x="0" y="250"/>
                  </a:cubicBezTo>
                  <a:cubicBezTo>
                    <a:pt x="0" y="388"/>
                    <a:pt x="107" y="494"/>
                    <a:pt x="244" y="494"/>
                  </a:cubicBezTo>
                  <a:cubicBezTo>
                    <a:pt x="387" y="494"/>
                    <a:pt x="494" y="388"/>
                    <a:pt x="494" y="250"/>
                  </a:cubicBezTo>
                  <a:cubicBezTo>
                    <a:pt x="494" y="107"/>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9"/>
            <p:cNvSpPr/>
            <p:nvPr/>
          </p:nvSpPr>
          <p:spPr>
            <a:xfrm>
              <a:off x="2329550" y="4136775"/>
              <a:ext cx="12575" cy="12375"/>
            </a:xfrm>
            <a:custGeom>
              <a:avLst/>
              <a:gdLst/>
              <a:ahLst/>
              <a:cxnLst/>
              <a:rect l="l" t="t" r="r" b="b"/>
              <a:pathLst>
                <a:path w="503" h="495" extrusionOk="0">
                  <a:moveTo>
                    <a:pt x="251" y="1"/>
                  </a:moveTo>
                  <a:cubicBezTo>
                    <a:pt x="115" y="1"/>
                    <a:pt x="0" y="107"/>
                    <a:pt x="0" y="250"/>
                  </a:cubicBezTo>
                  <a:cubicBezTo>
                    <a:pt x="0" y="388"/>
                    <a:pt x="115" y="494"/>
                    <a:pt x="251" y="494"/>
                  </a:cubicBezTo>
                  <a:cubicBezTo>
                    <a:pt x="387" y="494"/>
                    <a:pt x="502" y="388"/>
                    <a:pt x="502" y="250"/>
                  </a:cubicBezTo>
                  <a:cubicBezTo>
                    <a:pt x="502"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9"/>
            <p:cNvSpPr/>
            <p:nvPr/>
          </p:nvSpPr>
          <p:spPr>
            <a:xfrm>
              <a:off x="2421325" y="4136775"/>
              <a:ext cx="12550" cy="12375"/>
            </a:xfrm>
            <a:custGeom>
              <a:avLst/>
              <a:gdLst/>
              <a:ahLst/>
              <a:cxnLst/>
              <a:rect l="l" t="t" r="r" b="b"/>
              <a:pathLst>
                <a:path w="502" h="495" extrusionOk="0">
                  <a:moveTo>
                    <a:pt x="250" y="1"/>
                  </a:moveTo>
                  <a:cubicBezTo>
                    <a:pt x="114" y="1"/>
                    <a:pt x="1" y="107"/>
                    <a:pt x="1" y="250"/>
                  </a:cubicBezTo>
                  <a:cubicBezTo>
                    <a:pt x="1" y="388"/>
                    <a:pt x="114" y="494"/>
                    <a:pt x="250" y="494"/>
                  </a:cubicBezTo>
                  <a:cubicBezTo>
                    <a:pt x="395" y="494"/>
                    <a:pt x="501" y="388"/>
                    <a:pt x="501" y="250"/>
                  </a:cubicBezTo>
                  <a:cubicBezTo>
                    <a:pt x="501" y="107"/>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9"/>
            <p:cNvSpPr/>
            <p:nvPr/>
          </p:nvSpPr>
          <p:spPr>
            <a:xfrm>
              <a:off x="2513250" y="4136775"/>
              <a:ext cx="12575" cy="12375"/>
            </a:xfrm>
            <a:custGeom>
              <a:avLst/>
              <a:gdLst/>
              <a:ahLst/>
              <a:cxnLst/>
              <a:rect l="l" t="t" r="r" b="b"/>
              <a:pathLst>
                <a:path w="503" h="495" extrusionOk="0">
                  <a:moveTo>
                    <a:pt x="252" y="1"/>
                  </a:moveTo>
                  <a:cubicBezTo>
                    <a:pt x="109" y="1"/>
                    <a:pt x="0" y="107"/>
                    <a:pt x="0" y="250"/>
                  </a:cubicBezTo>
                  <a:cubicBezTo>
                    <a:pt x="0" y="388"/>
                    <a:pt x="109" y="494"/>
                    <a:pt x="252" y="494"/>
                  </a:cubicBezTo>
                  <a:cubicBezTo>
                    <a:pt x="388" y="494"/>
                    <a:pt x="503" y="388"/>
                    <a:pt x="503" y="250"/>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9"/>
            <p:cNvSpPr/>
            <p:nvPr/>
          </p:nvSpPr>
          <p:spPr>
            <a:xfrm>
              <a:off x="2605000" y="4136775"/>
              <a:ext cx="12575" cy="12375"/>
            </a:xfrm>
            <a:custGeom>
              <a:avLst/>
              <a:gdLst/>
              <a:ahLst/>
              <a:cxnLst/>
              <a:rect l="l" t="t" r="r" b="b"/>
              <a:pathLst>
                <a:path w="503" h="495" extrusionOk="0">
                  <a:moveTo>
                    <a:pt x="252" y="1"/>
                  </a:moveTo>
                  <a:cubicBezTo>
                    <a:pt x="116" y="1"/>
                    <a:pt x="0" y="107"/>
                    <a:pt x="0" y="250"/>
                  </a:cubicBezTo>
                  <a:cubicBezTo>
                    <a:pt x="0" y="388"/>
                    <a:pt x="116" y="494"/>
                    <a:pt x="252" y="494"/>
                  </a:cubicBezTo>
                  <a:cubicBezTo>
                    <a:pt x="387" y="494"/>
                    <a:pt x="503" y="388"/>
                    <a:pt x="503" y="250"/>
                  </a:cubicBezTo>
                  <a:cubicBezTo>
                    <a:pt x="503" y="107"/>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9"/>
            <p:cNvSpPr/>
            <p:nvPr/>
          </p:nvSpPr>
          <p:spPr>
            <a:xfrm>
              <a:off x="2696950" y="4136775"/>
              <a:ext cx="12375" cy="12375"/>
            </a:xfrm>
            <a:custGeom>
              <a:avLst/>
              <a:gdLst/>
              <a:ahLst/>
              <a:cxnLst/>
              <a:rect l="l" t="t" r="r" b="b"/>
              <a:pathLst>
                <a:path w="495" h="495" extrusionOk="0">
                  <a:moveTo>
                    <a:pt x="252" y="1"/>
                  </a:moveTo>
                  <a:cubicBezTo>
                    <a:pt x="108" y="1"/>
                    <a:pt x="1" y="107"/>
                    <a:pt x="1" y="250"/>
                  </a:cubicBezTo>
                  <a:cubicBezTo>
                    <a:pt x="1" y="388"/>
                    <a:pt x="108" y="494"/>
                    <a:pt x="252" y="494"/>
                  </a:cubicBezTo>
                  <a:cubicBezTo>
                    <a:pt x="388" y="494"/>
                    <a:pt x="495" y="388"/>
                    <a:pt x="495" y="250"/>
                  </a:cubicBezTo>
                  <a:cubicBezTo>
                    <a:pt x="495"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9"/>
            <p:cNvSpPr/>
            <p:nvPr/>
          </p:nvSpPr>
          <p:spPr>
            <a:xfrm>
              <a:off x="2788700" y="4136775"/>
              <a:ext cx="12600" cy="12375"/>
            </a:xfrm>
            <a:custGeom>
              <a:avLst/>
              <a:gdLst/>
              <a:ahLst/>
              <a:cxnLst/>
              <a:rect l="l" t="t" r="r" b="b"/>
              <a:pathLst>
                <a:path w="504" h="495" extrusionOk="0">
                  <a:moveTo>
                    <a:pt x="252" y="1"/>
                  </a:moveTo>
                  <a:cubicBezTo>
                    <a:pt x="116" y="1"/>
                    <a:pt x="1" y="107"/>
                    <a:pt x="1" y="250"/>
                  </a:cubicBezTo>
                  <a:cubicBezTo>
                    <a:pt x="1" y="388"/>
                    <a:pt x="116" y="494"/>
                    <a:pt x="252" y="494"/>
                  </a:cubicBezTo>
                  <a:cubicBezTo>
                    <a:pt x="388" y="494"/>
                    <a:pt x="503" y="388"/>
                    <a:pt x="503" y="250"/>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9"/>
            <p:cNvSpPr/>
            <p:nvPr/>
          </p:nvSpPr>
          <p:spPr>
            <a:xfrm>
              <a:off x="2880675" y="4136775"/>
              <a:ext cx="12375" cy="12375"/>
            </a:xfrm>
            <a:custGeom>
              <a:avLst/>
              <a:gdLst/>
              <a:ahLst/>
              <a:cxnLst/>
              <a:rect l="l" t="t" r="r" b="b"/>
              <a:pathLst>
                <a:path w="495" h="495" extrusionOk="0">
                  <a:moveTo>
                    <a:pt x="243" y="1"/>
                  </a:moveTo>
                  <a:cubicBezTo>
                    <a:pt x="107" y="1"/>
                    <a:pt x="0" y="107"/>
                    <a:pt x="0" y="250"/>
                  </a:cubicBezTo>
                  <a:cubicBezTo>
                    <a:pt x="0" y="388"/>
                    <a:pt x="107" y="494"/>
                    <a:pt x="243" y="494"/>
                  </a:cubicBezTo>
                  <a:cubicBezTo>
                    <a:pt x="387" y="494"/>
                    <a:pt x="494" y="388"/>
                    <a:pt x="494" y="250"/>
                  </a:cubicBezTo>
                  <a:cubicBezTo>
                    <a:pt x="494" y="107"/>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9"/>
            <p:cNvSpPr/>
            <p:nvPr/>
          </p:nvSpPr>
          <p:spPr>
            <a:xfrm>
              <a:off x="2972425" y="4136775"/>
              <a:ext cx="12575" cy="12375"/>
            </a:xfrm>
            <a:custGeom>
              <a:avLst/>
              <a:gdLst/>
              <a:ahLst/>
              <a:cxnLst/>
              <a:rect l="l" t="t" r="r" b="b"/>
              <a:pathLst>
                <a:path w="503" h="495" extrusionOk="0">
                  <a:moveTo>
                    <a:pt x="251" y="1"/>
                  </a:moveTo>
                  <a:cubicBezTo>
                    <a:pt x="115" y="1"/>
                    <a:pt x="0" y="107"/>
                    <a:pt x="0" y="250"/>
                  </a:cubicBezTo>
                  <a:cubicBezTo>
                    <a:pt x="0" y="388"/>
                    <a:pt x="115" y="494"/>
                    <a:pt x="251" y="494"/>
                  </a:cubicBezTo>
                  <a:cubicBezTo>
                    <a:pt x="387" y="494"/>
                    <a:pt x="503" y="388"/>
                    <a:pt x="503" y="250"/>
                  </a:cubicBezTo>
                  <a:cubicBezTo>
                    <a:pt x="503"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9"/>
            <p:cNvSpPr/>
            <p:nvPr/>
          </p:nvSpPr>
          <p:spPr>
            <a:xfrm>
              <a:off x="3064375" y="4136775"/>
              <a:ext cx="12375" cy="12375"/>
            </a:xfrm>
            <a:custGeom>
              <a:avLst/>
              <a:gdLst/>
              <a:ahLst/>
              <a:cxnLst/>
              <a:rect l="l" t="t" r="r" b="b"/>
              <a:pathLst>
                <a:path w="495" h="495" extrusionOk="0">
                  <a:moveTo>
                    <a:pt x="243" y="1"/>
                  </a:moveTo>
                  <a:cubicBezTo>
                    <a:pt x="107" y="1"/>
                    <a:pt x="1" y="107"/>
                    <a:pt x="1" y="250"/>
                  </a:cubicBezTo>
                  <a:cubicBezTo>
                    <a:pt x="1" y="388"/>
                    <a:pt x="107" y="494"/>
                    <a:pt x="243" y="494"/>
                  </a:cubicBezTo>
                  <a:cubicBezTo>
                    <a:pt x="388" y="494"/>
                    <a:pt x="495" y="388"/>
                    <a:pt x="495" y="250"/>
                  </a:cubicBezTo>
                  <a:cubicBezTo>
                    <a:pt x="495" y="107"/>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9"/>
            <p:cNvSpPr/>
            <p:nvPr/>
          </p:nvSpPr>
          <p:spPr>
            <a:xfrm>
              <a:off x="3156125" y="4136775"/>
              <a:ext cx="12600" cy="12375"/>
            </a:xfrm>
            <a:custGeom>
              <a:avLst/>
              <a:gdLst/>
              <a:ahLst/>
              <a:cxnLst/>
              <a:rect l="l" t="t" r="r" b="b"/>
              <a:pathLst>
                <a:path w="504" h="495" extrusionOk="0">
                  <a:moveTo>
                    <a:pt x="252" y="1"/>
                  </a:moveTo>
                  <a:cubicBezTo>
                    <a:pt x="116" y="1"/>
                    <a:pt x="1" y="107"/>
                    <a:pt x="1" y="250"/>
                  </a:cubicBezTo>
                  <a:cubicBezTo>
                    <a:pt x="1" y="388"/>
                    <a:pt x="116" y="494"/>
                    <a:pt x="252" y="494"/>
                  </a:cubicBezTo>
                  <a:cubicBezTo>
                    <a:pt x="388" y="494"/>
                    <a:pt x="503" y="388"/>
                    <a:pt x="503" y="250"/>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9"/>
            <p:cNvSpPr/>
            <p:nvPr/>
          </p:nvSpPr>
          <p:spPr>
            <a:xfrm>
              <a:off x="3247875" y="4136775"/>
              <a:ext cx="12575" cy="12375"/>
            </a:xfrm>
            <a:custGeom>
              <a:avLst/>
              <a:gdLst/>
              <a:ahLst/>
              <a:cxnLst/>
              <a:rect l="l" t="t" r="r" b="b"/>
              <a:pathLst>
                <a:path w="503" h="495" extrusionOk="0">
                  <a:moveTo>
                    <a:pt x="252" y="1"/>
                  </a:moveTo>
                  <a:cubicBezTo>
                    <a:pt x="116" y="1"/>
                    <a:pt x="1" y="107"/>
                    <a:pt x="1" y="250"/>
                  </a:cubicBezTo>
                  <a:cubicBezTo>
                    <a:pt x="1" y="388"/>
                    <a:pt x="116" y="494"/>
                    <a:pt x="252" y="494"/>
                  </a:cubicBezTo>
                  <a:cubicBezTo>
                    <a:pt x="388" y="494"/>
                    <a:pt x="503" y="388"/>
                    <a:pt x="503" y="250"/>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9"/>
            <p:cNvSpPr/>
            <p:nvPr/>
          </p:nvSpPr>
          <p:spPr>
            <a:xfrm>
              <a:off x="3339850" y="4136775"/>
              <a:ext cx="12525" cy="12375"/>
            </a:xfrm>
            <a:custGeom>
              <a:avLst/>
              <a:gdLst/>
              <a:ahLst/>
              <a:cxnLst/>
              <a:rect l="l" t="t" r="r" b="b"/>
              <a:pathLst>
                <a:path w="501" h="495" extrusionOk="0">
                  <a:moveTo>
                    <a:pt x="251" y="1"/>
                  </a:moveTo>
                  <a:cubicBezTo>
                    <a:pt x="107" y="1"/>
                    <a:pt x="0" y="107"/>
                    <a:pt x="0" y="250"/>
                  </a:cubicBezTo>
                  <a:cubicBezTo>
                    <a:pt x="0" y="388"/>
                    <a:pt x="107" y="494"/>
                    <a:pt x="251" y="494"/>
                  </a:cubicBezTo>
                  <a:cubicBezTo>
                    <a:pt x="387" y="494"/>
                    <a:pt x="501" y="388"/>
                    <a:pt x="501" y="250"/>
                  </a:cubicBezTo>
                  <a:cubicBezTo>
                    <a:pt x="501"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9"/>
            <p:cNvSpPr/>
            <p:nvPr/>
          </p:nvSpPr>
          <p:spPr>
            <a:xfrm>
              <a:off x="3431575" y="4136775"/>
              <a:ext cx="12600" cy="12375"/>
            </a:xfrm>
            <a:custGeom>
              <a:avLst/>
              <a:gdLst/>
              <a:ahLst/>
              <a:cxnLst/>
              <a:rect l="l" t="t" r="r" b="b"/>
              <a:pathLst>
                <a:path w="504" h="495" extrusionOk="0">
                  <a:moveTo>
                    <a:pt x="252" y="1"/>
                  </a:moveTo>
                  <a:cubicBezTo>
                    <a:pt x="116" y="1"/>
                    <a:pt x="1" y="107"/>
                    <a:pt x="1" y="250"/>
                  </a:cubicBezTo>
                  <a:cubicBezTo>
                    <a:pt x="1" y="388"/>
                    <a:pt x="116" y="494"/>
                    <a:pt x="252" y="494"/>
                  </a:cubicBezTo>
                  <a:cubicBezTo>
                    <a:pt x="388" y="494"/>
                    <a:pt x="503" y="388"/>
                    <a:pt x="503" y="250"/>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9"/>
            <p:cNvSpPr/>
            <p:nvPr/>
          </p:nvSpPr>
          <p:spPr>
            <a:xfrm>
              <a:off x="3523550" y="4136775"/>
              <a:ext cx="12375" cy="12375"/>
            </a:xfrm>
            <a:custGeom>
              <a:avLst/>
              <a:gdLst/>
              <a:ahLst/>
              <a:cxnLst/>
              <a:rect l="l" t="t" r="r" b="b"/>
              <a:pathLst>
                <a:path w="495" h="495" extrusionOk="0">
                  <a:moveTo>
                    <a:pt x="250" y="1"/>
                  </a:moveTo>
                  <a:cubicBezTo>
                    <a:pt x="107" y="1"/>
                    <a:pt x="0" y="107"/>
                    <a:pt x="0" y="250"/>
                  </a:cubicBezTo>
                  <a:cubicBezTo>
                    <a:pt x="0" y="388"/>
                    <a:pt x="107" y="494"/>
                    <a:pt x="250" y="494"/>
                  </a:cubicBezTo>
                  <a:cubicBezTo>
                    <a:pt x="388" y="494"/>
                    <a:pt x="494" y="388"/>
                    <a:pt x="494" y="250"/>
                  </a:cubicBezTo>
                  <a:cubicBezTo>
                    <a:pt x="494" y="107"/>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9"/>
            <p:cNvSpPr/>
            <p:nvPr/>
          </p:nvSpPr>
          <p:spPr>
            <a:xfrm>
              <a:off x="676400" y="4228525"/>
              <a:ext cx="12600" cy="12575"/>
            </a:xfrm>
            <a:custGeom>
              <a:avLst/>
              <a:gdLst/>
              <a:ahLst/>
              <a:cxnLst/>
              <a:rect l="l" t="t" r="r" b="b"/>
              <a:pathLst>
                <a:path w="504" h="503" extrusionOk="0">
                  <a:moveTo>
                    <a:pt x="252" y="0"/>
                  </a:moveTo>
                  <a:cubicBezTo>
                    <a:pt x="116" y="0"/>
                    <a:pt x="1" y="116"/>
                    <a:pt x="1" y="252"/>
                  </a:cubicBezTo>
                  <a:cubicBezTo>
                    <a:pt x="1" y="388"/>
                    <a:pt x="116" y="503"/>
                    <a:pt x="252" y="503"/>
                  </a:cubicBezTo>
                  <a:cubicBezTo>
                    <a:pt x="388" y="503"/>
                    <a:pt x="503" y="388"/>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9"/>
            <p:cNvSpPr/>
            <p:nvPr/>
          </p:nvSpPr>
          <p:spPr>
            <a:xfrm>
              <a:off x="768325" y="4228525"/>
              <a:ext cx="12400" cy="12575"/>
            </a:xfrm>
            <a:custGeom>
              <a:avLst/>
              <a:gdLst/>
              <a:ahLst/>
              <a:cxnLst/>
              <a:rect l="l" t="t" r="r" b="b"/>
              <a:pathLst>
                <a:path w="496" h="503" extrusionOk="0">
                  <a:moveTo>
                    <a:pt x="245" y="0"/>
                  </a:moveTo>
                  <a:cubicBezTo>
                    <a:pt x="109" y="0"/>
                    <a:pt x="0" y="116"/>
                    <a:pt x="0" y="252"/>
                  </a:cubicBezTo>
                  <a:cubicBezTo>
                    <a:pt x="0" y="388"/>
                    <a:pt x="109" y="503"/>
                    <a:pt x="245" y="503"/>
                  </a:cubicBezTo>
                  <a:cubicBezTo>
                    <a:pt x="388" y="503"/>
                    <a:pt x="496" y="388"/>
                    <a:pt x="496" y="252"/>
                  </a:cubicBezTo>
                  <a:cubicBezTo>
                    <a:pt x="496" y="116"/>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9"/>
            <p:cNvSpPr/>
            <p:nvPr/>
          </p:nvSpPr>
          <p:spPr>
            <a:xfrm>
              <a:off x="860125" y="4228525"/>
              <a:ext cx="12525" cy="12575"/>
            </a:xfrm>
            <a:custGeom>
              <a:avLst/>
              <a:gdLst/>
              <a:ahLst/>
              <a:cxnLst/>
              <a:rect l="l" t="t" r="r" b="b"/>
              <a:pathLst>
                <a:path w="501" h="503" extrusionOk="0">
                  <a:moveTo>
                    <a:pt x="251" y="0"/>
                  </a:moveTo>
                  <a:cubicBezTo>
                    <a:pt x="114" y="0"/>
                    <a:pt x="0" y="116"/>
                    <a:pt x="0" y="252"/>
                  </a:cubicBezTo>
                  <a:cubicBezTo>
                    <a:pt x="0" y="388"/>
                    <a:pt x="114" y="503"/>
                    <a:pt x="251" y="503"/>
                  </a:cubicBezTo>
                  <a:cubicBezTo>
                    <a:pt x="387" y="503"/>
                    <a:pt x="501" y="388"/>
                    <a:pt x="501" y="252"/>
                  </a:cubicBezTo>
                  <a:cubicBezTo>
                    <a:pt x="501"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9"/>
            <p:cNvSpPr/>
            <p:nvPr/>
          </p:nvSpPr>
          <p:spPr>
            <a:xfrm>
              <a:off x="951850" y="4228525"/>
              <a:ext cx="12600" cy="12575"/>
            </a:xfrm>
            <a:custGeom>
              <a:avLst/>
              <a:gdLst/>
              <a:ahLst/>
              <a:cxnLst/>
              <a:rect l="l" t="t" r="r" b="b"/>
              <a:pathLst>
                <a:path w="504" h="503" extrusionOk="0">
                  <a:moveTo>
                    <a:pt x="252" y="0"/>
                  </a:moveTo>
                  <a:cubicBezTo>
                    <a:pt x="116" y="0"/>
                    <a:pt x="1" y="116"/>
                    <a:pt x="1" y="252"/>
                  </a:cubicBezTo>
                  <a:cubicBezTo>
                    <a:pt x="1" y="388"/>
                    <a:pt x="116" y="503"/>
                    <a:pt x="252" y="503"/>
                  </a:cubicBezTo>
                  <a:cubicBezTo>
                    <a:pt x="388" y="503"/>
                    <a:pt x="503" y="388"/>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9"/>
            <p:cNvSpPr/>
            <p:nvPr/>
          </p:nvSpPr>
          <p:spPr>
            <a:xfrm>
              <a:off x="1043825" y="4228525"/>
              <a:ext cx="12375" cy="12575"/>
            </a:xfrm>
            <a:custGeom>
              <a:avLst/>
              <a:gdLst/>
              <a:ahLst/>
              <a:cxnLst/>
              <a:rect l="l" t="t" r="r" b="b"/>
              <a:pathLst>
                <a:path w="495" h="503" extrusionOk="0">
                  <a:moveTo>
                    <a:pt x="250" y="0"/>
                  </a:moveTo>
                  <a:cubicBezTo>
                    <a:pt x="107" y="0"/>
                    <a:pt x="0" y="116"/>
                    <a:pt x="0" y="252"/>
                  </a:cubicBezTo>
                  <a:cubicBezTo>
                    <a:pt x="0" y="388"/>
                    <a:pt x="107" y="503"/>
                    <a:pt x="250" y="503"/>
                  </a:cubicBezTo>
                  <a:cubicBezTo>
                    <a:pt x="388" y="503"/>
                    <a:pt x="494" y="388"/>
                    <a:pt x="494" y="252"/>
                  </a:cubicBezTo>
                  <a:cubicBezTo>
                    <a:pt x="494"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9"/>
            <p:cNvSpPr/>
            <p:nvPr/>
          </p:nvSpPr>
          <p:spPr>
            <a:xfrm>
              <a:off x="1135575" y="4228525"/>
              <a:ext cx="12575" cy="12575"/>
            </a:xfrm>
            <a:custGeom>
              <a:avLst/>
              <a:gdLst/>
              <a:ahLst/>
              <a:cxnLst/>
              <a:rect l="l" t="t" r="r" b="b"/>
              <a:pathLst>
                <a:path w="503" h="503" extrusionOk="0">
                  <a:moveTo>
                    <a:pt x="252" y="0"/>
                  </a:moveTo>
                  <a:cubicBezTo>
                    <a:pt x="116" y="0"/>
                    <a:pt x="0" y="116"/>
                    <a:pt x="0" y="252"/>
                  </a:cubicBezTo>
                  <a:cubicBezTo>
                    <a:pt x="0" y="388"/>
                    <a:pt x="116" y="503"/>
                    <a:pt x="252" y="503"/>
                  </a:cubicBezTo>
                  <a:cubicBezTo>
                    <a:pt x="387" y="503"/>
                    <a:pt x="503" y="388"/>
                    <a:pt x="503" y="252"/>
                  </a:cubicBezTo>
                  <a:cubicBezTo>
                    <a:pt x="503"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9"/>
            <p:cNvSpPr/>
            <p:nvPr/>
          </p:nvSpPr>
          <p:spPr>
            <a:xfrm>
              <a:off x="1227500" y="4228525"/>
              <a:ext cx="12400" cy="12575"/>
            </a:xfrm>
            <a:custGeom>
              <a:avLst/>
              <a:gdLst/>
              <a:ahLst/>
              <a:cxnLst/>
              <a:rect l="l" t="t" r="r" b="b"/>
              <a:pathLst>
                <a:path w="496" h="503" extrusionOk="0">
                  <a:moveTo>
                    <a:pt x="251" y="0"/>
                  </a:moveTo>
                  <a:cubicBezTo>
                    <a:pt x="109" y="0"/>
                    <a:pt x="0" y="116"/>
                    <a:pt x="0" y="252"/>
                  </a:cubicBezTo>
                  <a:cubicBezTo>
                    <a:pt x="0" y="388"/>
                    <a:pt x="109" y="503"/>
                    <a:pt x="251" y="503"/>
                  </a:cubicBezTo>
                  <a:cubicBezTo>
                    <a:pt x="387" y="503"/>
                    <a:pt x="496" y="388"/>
                    <a:pt x="496" y="252"/>
                  </a:cubicBezTo>
                  <a:cubicBezTo>
                    <a:pt x="496"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9"/>
            <p:cNvSpPr/>
            <p:nvPr/>
          </p:nvSpPr>
          <p:spPr>
            <a:xfrm>
              <a:off x="1319275" y="4228525"/>
              <a:ext cx="12550" cy="12575"/>
            </a:xfrm>
            <a:custGeom>
              <a:avLst/>
              <a:gdLst/>
              <a:ahLst/>
              <a:cxnLst/>
              <a:rect l="l" t="t" r="r" b="b"/>
              <a:pathLst>
                <a:path w="502" h="503" extrusionOk="0">
                  <a:moveTo>
                    <a:pt x="252" y="0"/>
                  </a:moveTo>
                  <a:cubicBezTo>
                    <a:pt x="114" y="0"/>
                    <a:pt x="1" y="116"/>
                    <a:pt x="1" y="252"/>
                  </a:cubicBezTo>
                  <a:cubicBezTo>
                    <a:pt x="1" y="388"/>
                    <a:pt x="114" y="503"/>
                    <a:pt x="252" y="503"/>
                  </a:cubicBezTo>
                  <a:cubicBezTo>
                    <a:pt x="388" y="503"/>
                    <a:pt x="501" y="388"/>
                    <a:pt x="501" y="252"/>
                  </a:cubicBezTo>
                  <a:cubicBezTo>
                    <a:pt x="501"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9"/>
            <p:cNvSpPr/>
            <p:nvPr/>
          </p:nvSpPr>
          <p:spPr>
            <a:xfrm>
              <a:off x="1411200" y="4228525"/>
              <a:ext cx="12425" cy="12575"/>
            </a:xfrm>
            <a:custGeom>
              <a:avLst/>
              <a:gdLst/>
              <a:ahLst/>
              <a:cxnLst/>
              <a:rect l="l" t="t" r="r" b="b"/>
              <a:pathLst>
                <a:path w="497" h="503" extrusionOk="0">
                  <a:moveTo>
                    <a:pt x="245" y="0"/>
                  </a:moveTo>
                  <a:cubicBezTo>
                    <a:pt x="109" y="0"/>
                    <a:pt x="1" y="116"/>
                    <a:pt x="1" y="252"/>
                  </a:cubicBezTo>
                  <a:cubicBezTo>
                    <a:pt x="1" y="388"/>
                    <a:pt x="109" y="503"/>
                    <a:pt x="245" y="503"/>
                  </a:cubicBezTo>
                  <a:cubicBezTo>
                    <a:pt x="388" y="503"/>
                    <a:pt x="496" y="388"/>
                    <a:pt x="496" y="252"/>
                  </a:cubicBezTo>
                  <a:cubicBezTo>
                    <a:pt x="496" y="116"/>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9"/>
            <p:cNvSpPr/>
            <p:nvPr/>
          </p:nvSpPr>
          <p:spPr>
            <a:xfrm>
              <a:off x="1503000" y="4228525"/>
              <a:ext cx="12525" cy="12575"/>
            </a:xfrm>
            <a:custGeom>
              <a:avLst/>
              <a:gdLst/>
              <a:ahLst/>
              <a:cxnLst/>
              <a:rect l="l" t="t" r="r" b="b"/>
              <a:pathLst>
                <a:path w="501" h="503" extrusionOk="0">
                  <a:moveTo>
                    <a:pt x="250" y="0"/>
                  </a:moveTo>
                  <a:cubicBezTo>
                    <a:pt x="114" y="0"/>
                    <a:pt x="0" y="116"/>
                    <a:pt x="0" y="252"/>
                  </a:cubicBezTo>
                  <a:cubicBezTo>
                    <a:pt x="0" y="388"/>
                    <a:pt x="114" y="503"/>
                    <a:pt x="250" y="503"/>
                  </a:cubicBezTo>
                  <a:cubicBezTo>
                    <a:pt x="387" y="503"/>
                    <a:pt x="501" y="388"/>
                    <a:pt x="501" y="252"/>
                  </a:cubicBezTo>
                  <a:cubicBezTo>
                    <a:pt x="501" y="116"/>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9"/>
            <p:cNvSpPr/>
            <p:nvPr/>
          </p:nvSpPr>
          <p:spPr>
            <a:xfrm>
              <a:off x="1594750" y="4228525"/>
              <a:ext cx="12575" cy="12575"/>
            </a:xfrm>
            <a:custGeom>
              <a:avLst/>
              <a:gdLst/>
              <a:ahLst/>
              <a:cxnLst/>
              <a:rect l="l" t="t" r="r" b="b"/>
              <a:pathLst>
                <a:path w="503" h="503" extrusionOk="0">
                  <a:moveTo>
                    <a:pt x="251" y="0"/>
                  </a:moveTo>
                  <a:cubicBezTo>
                    <a:pt x="115" y="0"/>
                    <a:pt x="0" y="116"/>
                    <a:pt x="0" y="252"/>
                  </a:cubicBezTo>
                  <a:cubicBezTo>
                    <a:pt x="0" y="388"/>
                    <a:pt x="115" y="503"/>
                    <a:pt x="251" y="503"/>
                  </a:cubicBezTo>
                  <a:cubicBezTo>
                    <a:pt x="394" y="503"/>
                    <a:pt x="503" y="388"/>
                    <a:pt x="503" y="252"/>
                  </a:cubicBezTo>
                  <a:cubicBezTo>
                    <a:pt x="503" y="116"/>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9"/>
            <p:cNvSpPr/>
            <p:nvPr/>
          </p:nvSpPr>
          <p:spPr>
            <a:xfrm>
              <a:off x="1686650" y="4228525"/>
              <a:ext cx="12600" cy="12575"/>
            </a:xfrm>
            <a:custGeom>
              <a:avLst/>
              <a:gdLst/>
              <a:ahLst/>
              <a:cxnLst/>
              <a:rect l="l" t="t" r="r" b="b"/>
              <a:pathLst>
                <a:path w="504" h="503" extrusionOk="0">
                  <a:moveTo>
                    <a:pt x="252" y="0"/>
                  </a:moveTo>
                  <a:cubicBezTo>
                    <a:pt x="116" y="0"/>
                    <a:pt x="1" y="116"/>
                    <a:pt x="1" y="252"/>
                  </a:cubicBezTo>
                  <a:cubicBezTo>
                    <a:pt x="1" y="388"/>
                    <a:pt x="116" y="503"/>
                    <a:pt x="252" y="503"/>
                  </a:cubicBezTo>
                  <a:cubicBezTo>
                    <a:pt x="388" y="503"/>
                    <a:pt x="503" y="388"/>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9"/>
            <p:cNvSpPr/>
            <p:nvPr/>
          </p:nvSpPr>
          <p:spPr>
            <a:xfrm>
              <a:off x="1778450" y="4228525"/>
              <a:ext cx="12550" cy="12575"/>
            </a:xfrm>
            <a:custGeom>
              <a:avLst/>
              <a:gdLst/>
              <a:ahLst/>
              <a:cxnLst/>
              <a:rect l="l" t="t" r="r" b="b"/>
              <a:pathLst>
                <a:path w="502" h="503" extrusionOk="0">
                  <a:moveTo>
                    <a:pt x="252" y="0"/>
                  </a:moveTo>
                  <a:cubicBezTo>
                    <a:pt x="114" y="0"/>
                    <a:pt x="1" y="116"/>
                    <a:pt x="1" y="252"/>
                  </a:cubicBezTo>
                  <a:cubicBezTo>
                    <a:pt x="1" y="388"/>
                    <a:pt x="114" y="503"/>
                    <a:pt x="252" y="503"/>
                  </a:cubicBezTo>
                  <a:cubicBezTo>
                    <a:pt x="388" y="503"/>
                    <a:pt x="501" y="388"/>
                    <a:pt x="501" y="252"/>
                  </a:cubicBezTo>
                  <a:cubicBezTo>
                    <a:pt x="501"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9"/>
            <p:cNvSpPr/>
            <p:nvPr/>
          </p:nvSpPr>
          <p:spPr>
            <a:xfrm>
              <a:off x="1870375" y="4228525"/>
              <a:ext cx="12400" cy="12575"/>
            </a:xfrm>
            <a:custGeom>
              <a:avLst/>
              <a:gdLst/>
              <a:ahLst/>
              <a:cxnLst/>
              <a:rect l="l" t="t" r="r" b="b"/>
              <a:pathLst>
                <a:path w="496" h="503" extrusionOk="0">
                  <a:moveTo>
                    <a:pt x="252" y="0"/>
                  </a:moveTo>
                  <a:cubicBezTo>
                    <a:pt x="109" y="0"/>
                    <a:pt x="0" y="116"/>
                    <a:pt x="0" y="252"/>
                  </a:cubicBezTo>
                  <a:cubicBezTo>
                    <a:pt x="0" y="388"/>
                    <a:pt x="109" y="503"/>
                    <a:pt x="252" y="503"/>
                  </a:cubicBezTo>
                  <a:cubicBezTo>
                    <a:pt x="387" y="503"/>
                    <a:pt x="496" y="388"/>
                    <a:pt x="496" y="252"/>
                  </a:cubicBezTo>
                  <a:cubicBezTo>
                    <a:pt x="496"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9"/>
            <p:cNvSpPr/>
            <p:nvPr/>
          </p:nvSpPr>
          <p:spPr>
            <a:xfrm>
              <a:off x="1962150" y="4228525"/>
              <a:ext cx="12550" cy="12575"/>
            </a:xfrm>
            <a:custGeom>
              <a:avLst/>
              <a:gdLst/>
              <a:ahLst/>
              <a:cxnLst/>
              <a:rect l="l" t="t" r="r" b="b"/>
              <a:pathLst>
                <a:path w="502" h="503" extrusionOk="0">
                  <a:moveTo>
                    <a:pt x="250" y="0"/>
                  </a:moveTo>
                  <a:cubicBezTo>
                    <a:pt x="114" y="0"/>
                    <a:pt x="1" y="116"/>
                    <a:pt x="1" y="252"/>
                  </a:cubicBezTo>
                  <a:cubicBezTo>
                    <a:pt x="1" y="388"/>
                    <a:pt x="114" y="503"/>
                    <a:pt x="250" y="503"/>
                  </a:cubicBezTo>
                  <a:cubicBezTo>
                    <a:pt x="388" y="503"/>
                    <a:pt x="502" y="388"/>
                    <a:pt x="502" y="252"/>
                  </a:cubicBezTo>
                  <a:cubicBezTo>
                    <a:pt x="502"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9"/>
            <p:cNvSpPr/>
            <p:nvPr/>
          </p:nvSpPr>
          <p:spPr>
            <a:xfrm>
              <a:off x="2054075" y="4228525"/>
              <a:ext cx="12425" cy="12575"/>
            </a:xfrm>
            <a:custGeom>
              <a:avLst/>
              <a:gdLst/>
              <a:ahLst/>
              <a:cxnLst/>
              <a:rect l="l" t="t" r="r" b="b"/>
              <a:pathLst>
                <a:path w="497" h="503" extrusionOk="0">
                  <a:moveTo>
                    <a:pt x="252" y="0"/>
                  </a:moveTo>
                  <a:cubicBezTo>
                    <a:pt x="109" y="0"/>
                    <a:pt x="1" y="116"/>
                    <a:pt x="1" y="252"/>
                  </a:cubicBezTo>
                  <a:cubicBezTo>
                    <a:pt x="1" y="388"/>
                    <a:pt x="109" y="503"/>
                    <a:pt x="252" y="503"/>
                  </a:cubicBezTo>
                  <a:cubicBezTo>
                    <a:pt x="388" y="503"/>
                    <a:pt x="496" y="388"/>
                    <a:pt x="496" y="252"/>
                  </a:cubicBezTo>
                  <a:cubicBezTo>
                    <a:pt x="496"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9"/>
            <p:cNvSpPr/>
            <p:nvPr/>
          </p:nvSpPr>
          <p:spPr>
            <a:xfrm>
              <a:off x="2145825" y="4228525"/>
              <a:ext cx="12600" cy="12575"/>
            </a:xfrm>
            <a:custGeom>
              <a:avLst/>
              <a:gdLst/>
              <a:ahLst/>
              <a:cxnLst/>
              <a:rect l="l" t="t" r="r" b="b"/>
              <a:pathLst>
                <a:path w="504" h="503" extrusionOk="0">
                  <a:moveTo>
                    <a:pt x="252" y="0"/>
                  </a:moveTo>
                  <a:cubicBezTo>
                    <a:pt x="116" y="0"/>
                    <a:pt x="1" y="116"/>
                    <a:pt x="1" y="252"/>
                  </a:cubicBezTo>
                  <a:cubicBezTo>
                    <a:pt x="1" y="388"/>
                    <a:pt x="116" y="503"/>
                    <a:pt x="252" y="503"/>
                  </a:cubicBezTo>
                  <a:cubicBezTo>
                    <a:pt x="388" y="503"/>
                    <a:pt x="503" y="388"/>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9"/>
            <p:cNvSpPr/>
            <p:nvPr/>
          </p:nvSpPr>
          <p:spPr>
            <a:xfrm>
              <a:off x="2237800" y="4228525"/>
              <a:ext cx="12350" cy="12575"/>
            </a:xfrm>
            <a:custGeom>
              <a:avLst/>
              <a:gdLst/>
              <a:ahLst/>
              <a:cxnLst/>
              <a:rect l="l" t="t" r="r" b="b"/>
              <a:pathLst>
                <a:path w="494" h="503" extrusionOk="0">
                  <a:moveTo>
                    <a:pt x="244" y="0"/>
                  </a:moveTo>
                  <a:cubicBezTo>
                    <a:pt x="107" y="0"/>
                    <a:pt x="0" y="116"/>
                    <a:pt x="0" y="252"/>
                  </a:cubicBezTo>
                  <a:cubicBezTo>
                    <a:pt x="0" y="388"/>
                    <a:pt x="107" y="503"/>
                    <a:pt x="244" y="503"/>
                  </a:cubicBezTo>
                  <a:cubicBezTo>
                    <a:pt x="387" y="503"/>
                    <a:pt x="494" y="388"/>
                    <a:pt x="494" y="252"/>
                  </a:cubicBezTo>
                  <a:cubicBezTo>
                    <a:pt x="494" y="116"/>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9"/>
            <p:cNvSpPr/>
            <p:nvPr/>
          </p:nvSpPr>
          <p:spPr>
            <a:xfrm>
              <a:off x="2329550" y="4228525"/>
              <a:ext cx="12575" cy="12575"/>
            </a:xfrm>
            <a:custGeom>
              <a:avLst/>
              <a:gdLst/>
              <a:ahLst/>
              <a:cxnLst/>
              <a:rect l="l" t="t" r="r" b="b"/>
              <a:pathLst>
                <a:path w="503" h="503" extrusionOk="0">
                  <a:moveTo>
                    <a:pt x="251" y="0"/>
                  </a:moveTo>
                  <a:cubicBezTo>
                    <a:pt x="115" y="0"/>
                    <a:pt x="0" y="116"/>
                    <a:pt x="0" y="252"/>
                  </a:cubicBezTo>
                  <a:cubicBezTo>
                    <a:pt x="0" y="388"/>
                    <a:pt x="115" y="503"/>
                    <a:pt x="251" y="503"/>
                  </a:cubicBezTo>
                  <a:cubicBezTo>
                    <a:pt x="387" y="503"/>
                    <a:pt x="502" y="388"/>
                    <a:pt x="502" y="252"/>
                  </a:cubicBezTo>
                  <a:cubicBezTo>
                    <a:pt x="502"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9"/>
            <p:cNvSpPr/>
            <p:nvPr/>
          </p:nvSpPr>
          <p:spPr>
            <a:xfrm>
              <a:off x="2421325" y="4228525"/>
              <a:ext cx="12550" cy="12575"/>
            </a:xfrm>
            <a:custGeom>
              <a:avLst/>
              <a:gdLst/>
              <a:ahLst/>
              <a:cxnLst/>
              <a:rect l="l" t="t" r="r" b="b"/>
              <a:pathLst>
                <a:path w="502" h="503" extrusionOk="0">
                  <a:moveTo>
                    <a:pt x="250" y="0"/>
                  </a:moveTo>
                  <a:cubicBezTo>
                    <a:pt x="114" y="0"/>
                    <a:pt x="1" y="116"/>
                    <a:pt x="1" y="252"/>
                  </a:cubicBezTo>
                  <a:cubicBezTo>
                    <a:pt x="1" y="388"/>
                    <a:pt x="114" y="503"/>
                    <a:pt x="250" y="503"/>
                  </a:cubicBezTo>
                  <a:cubicBezTo>
                    <a:pt x="395" y="503"/>
                    <a:pt x="501" y="388"/>
                    <a:pt x="501" y="252"/>
                  </a:cubicBezTo>
                  <a:cubicBezTo>
                    <a:pt x="501" y="116"/>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9"/>
            <p:cNvSpPr/>
            <p:nvPr/>
          </p:nvSpPr>
          <p:spPr>
            <a:xfrm>
              <a:off x="2513250" y="4228525"/>
              <a:ext cx="12575" cy="12575"/>
            </a:xfrm>
            <a:custGeom>
              <a:avLst/>
              <a:gdLst/>
              <a:ahLst/>
              <a:cxnLst/>
              <a:rect l="l" t="t" r="r" b="b"/>
              <a:pathLst>
                <a:path w="503" h="503" extrusionOk="0">
                  <a:moveTo>
                    <a:pt x="252" y="0"/>
                  </a:moveTo>
                  <a:cubicBezTo>
                    <a:pt x="109" y="0"/>
                    <a:pt x="0" y="116"/>
                    <a:pt x="0" y="252"/>
                  </a:cubicBezTo>
                  <a:cubicBezTo>
                    <a:pt x="0" y="388"/>
                    <a:pt x="109" y="503"/>
                    <a:pt x="252" y="503"/>
                  </a:cubicBezTo>
                  <a:cubicBezTo>
                    <a:pt x="388" y="503"/>
                    <a:pt x="503" y="388"/>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9"/>
            <p:cNvSpPr/>
            <p:nvPr/>
          </p:nvSpPr>
          <p:spPr>
            <a:xfrm>
              <a:off x="2605000" y="4228525"/>
              <a:ext cx="12575" cy="12575"/>
            </a:xfrm>
            <a:custGeom>
              <a:avLst/>
              <a:gdLst/>
              <a:ahLst/>
              <a:cxnLst/>
              <a:rect l="l" t="t" r="r" b="b"/>
              <a:pathLst>
                <a:path w="503" h="503" extrusionOk="0">
                  <a:moveTo>
                    <a:pt x="252" y="0"/>
                  </a:moveTo>
                  <a:cubicBezTo>
                    <a:pt x="116" y="0"/>
                    <a:pt x="0" y="116"/>
                    <a:pt x="0" y="252"/>
                  </a:cubicBezTo>
                  <a:cubicBezTo>
                    <a:pt x="0" y="388"/>
                    <a:pt x="116" y="503"/>
                    <a:pt x="252" y="503"/>
                  </a:cubicBezTo>
                  <a:cubicBezTo>
                    <a:pt x="387" y="503"/>
                    <a:pt x="503" y="388"/>
                    <a:pt x="503" y="252"/>
                  </a:cubicBezTo>
                  <a:cubicBezTo>
                    <a:pt x="503"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9"/>
            <p:cNvSpPr/>
            <p:nvPr/>
          </p:nvSpPr>
          <p:spPr>
            <a:xfrm>
              <a:off x="2696950" y="4228525"/>
              <a:ext cx="12375" cy="12575"/>
            </a:xfrm>
            <a:custGeom>
              <a:avLst/>
              <a:gdLst/>
              <a:ahLst/>
              <a:cxnLst/>
              <a:rect l="l" t="t" r="r" b="b"/>
              <a:pathLst>
                <a:path w="495" h="503" extrusionOk="0">
                  <a:moveTo>
                    <a:pt x="252" y="0"/>
                  </a:moveTo>
                  <a:cubicBezTo>
                    <a:pt x="108" y="0"/>
                    <a:pt x="1" y="116"/>
                    <a:pt x="1" y="252"/>
                  </a:cubicBezTo>
                  <a:cubicBezTo>
                    <a:pt x="1" y="388"/>
                    <a:pt x="108" y="503"/>
                    <a:pt x="252" y="503"/>
                  </a:cubicBezTo>
                  <a:cubicBezTo>
                    <a:pt x="388" y="503"/>
                    <a:pt x="495" y="388"/>
                    <a:pt x="495" y="252"/>
                  </a:cubicBezTo>
                  <a:cubicBezTo>
                    <a:pt x="495"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9"/>
            <p:cNvSpPr/>
            <p:nvPr/>
          </p:nvSpPr>
          <p:spPr>
            <a:xfrm>
              <a:off x="2788700" y="4228525"/>
              <a:ext cx="12600" cy="12575"/>
            </a:xfrm>
            <a:custGeom>
              <a:avLst/>
              <a:gdLst/>
              <a:ahLst/>
              <a:cxnLst/>
              <a:rect l="l" t="t" r="r" b="b"/>
              <a:pathLst>
                <a:path w="504" h="503" extrusionOk="0">
                  <a:moveTo>
                    <a:pt x="252" y="0"/>
                  </a:moveTo>
                  <a:cubicBezTo>
                    <a:pt x="116" y="0"/>
                    <a:pt x="1" y="116"/>
                    <a:pt x="1" y="252"/>
                  </a:cubicBezTo>
                  <a:cubicBezTo>
                    <a:pt x="1" y="388"/>
                    <a:pt x="116" y="503"/>
                    <a:pt x="252" y="503"/>
                  </a:cubicBezTo>
                  <a:cubicBezTo>
                    <a:pt x="388" y="503"/>
                    <a:pt x="503" y="388"/>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9"/>
            <p:cNvSpPr/>
            <p:nvPr/>
          </p:nvSpPr>
          <p:spPr>
            <a:xfrm>
              <a:off x="2880675" y="4228525"/>
              <a:ext cx="12375" cy="12575"/>
            </a:xfrm>
            <a:custGeom>
              <a:avLst/>
              <a:gdLst/>
              <a:ahLst/>
              <a:cxnLst/>
              <a:rect l="l" t="t" r="r" b="b"/>
              <a:pathLst>
                <a:path w="495" h="503" extrusionOk="0">
                  <a:moveTo>
                    <a:pt x="243" y="0"/>
                  </a:moveTo>
                  <a:cubicBezTo>
                    <a:pt x="107" y="0"/>
                    <a:pt x="0" y="116"/>
                    <a:pt x="0" y="252"/>
                  </a:cubicBezTo>
                  <a:cubicBezTo>
                    <a:pt x="0" y="388"/>
                    <a:pt x="107" y="503"/>
                    <a:pt x="243" y="503"/>
                  </a:cubicBezTo>
                  <a:cubicBezTo>
                    <a:pt x="387" y="503"/>
                    <a:pt x="494" y="388"/>
                    <a:pt x="494" y="252"/>
                  </a:cubicBezTo>
                  <a:cubicBezTo>
                    <a:pt x="494" y="116"/>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9"/>
            <p:cNvSpPr/>
            <p:nvPr/>
          </p:nvSpPr>
          <p:spPr>
            <a:xfrm>
              <a:off x="2972425" y="4228525"/>
              <a:ext cx="12575" cy="12575"/>
            </a:xfrm>
            <a:custGeom>
              <a:avLst/>
              <a:gdLst/>
              <a:ahLst/>
              <a:cxnLst/>
              <a:rect l="l" t="t" r="r" b="b"/>
              <a:pathLst>
                <a:path w="503" h="503" extrusionOk="0">
                  <a:moveTo>
                    <a:pt x="251" y="0"/>
                  </a:moveTo>
                  <a:cubicBezTo>
                    <a:pt x="115" y="0"/>
                    <a:pt x="0" y="116"/>
                    <a:pt x="0" y="252"/>
                  </a:cubicBezTo>
                  <a:cubicBezTo>
                    <a:pt x="0" y="388"/>
                    <a:pt x="115" y="503"/>
                    <a:pt x="251" y="503"/>
                  </a:cubicBezTo>
                  <a:cubicBezTo>
                    <a:pt x="387" y="503"/>
                    <a:pt x="503" y="388"/>
                    <a:pt x="503" y="252"/>
                  </a:cubicBezTo>
                  <a:cubicBezTo>
                    <a:pt x="503"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9"/>
            <p:cNvSpPr/>
            <p:nvPr/>
          </p:nvSpPr>
          <p:spPr>
            <a:xfrm>
              <a:off x="3064375" y="4228525"/>
              <a:ext cx="12375" cy="12575"/>
            </a:xfrm>
            <a:custGeom>
              <a:avLst/>
              <a:gdLst/>
              <a:ahLst/>
              <a:cxnLst/>
              <a:rect l="l" t="t" r="r" b="b"/>
              <a:pathLst>
                <a:path w="495" h="503" extrusionOk="0">
                  <a:moveTo>
                    <a:pt x="243" y="0"/>
                  </a:moveTo>
                  <a:cubicBezTo>
                    <a:pt x="107" y="0"/>
                    <a:pt x="1" y="116"/>
                    <a:pt x="1" y="252"/>
                  </a:cubicBezTo>
                  <a:cubicBezTo>
                    <a:pt x="1" y="388"/>
                    <a:pt x="107" y="503"/>
                    <a:pt x="243" y="503"/>
                  </a:cubicBezTo>
                  <a:cubicBezTo>
                    <a:pt x="388" y="503"/>
                    <a:pt x="495" y="388"/>
                    <a:pt x="495" y="252"/>
                  </a:cubicBezTo>
                  <a:cubicBezTo>
                    <a:pt x="495" y="116"/>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9"/>
            <p:cNvSpPr/>
            <p:nvPr/>
          </p:nvSpPr>
          <p:spPr>
            <a:xfrm>
              <a:off x="3156125" y="4228525"/>
              <a:ext cx="12600" cy="12575"/>
            </a:xfrm>
            <a:custGeom>
              <a:avLst/>
              <a:gdLst/>
              <a:ahLst/>
              <a:cxnLst/>
              <a:rect l="l" t="t" r="r" b="b"/>
              <a:pathLst>
                <a:path w="504" h="503" extrusionOk="0">
                  <a:moveTo>
                    <a:pt x="252" y="0"/>
                  </a:moveTo>
                  <a:cubicBezTo>
                    <a:pt x="116" y="0"/>
                    <a:pt x="1" y="116"/>
                    <a:pt x="1" y="252"/>
                  </a:cubicBezTo>
                  <a:cubicBezTo>
                    <a:pt x="1" y="388"/>
                    <a:pt x="116" y="503"/>
                    <a:pt x="252" y="503"/>
                  </a:cubicBezTo>
                  <a:cubicBezTo>
                    <a:pt x="388" y="503"/>
                    <a:pt x="503" y="388"/>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9"/>
            <p:cNvSpPr/>
            <p:nvPr/>
          </p:nvSpPr>
          <p:spPr>
            <a:xfrm>
              <a:off x="3247875" y="4228525"/>
              <a:ext cx="12575" cy="12575"/>
            </a:xfrm>
            <a:custGeom>
              <a:avLst/>
              <a:gdLst/>
              <a:ahLst/>
              <a:cxnLst/>
              <a:rect l="l" t="t" r="r" b="b"/>
              <a:pathLst>
                <a:path w="503" h="503" extrusionOk="0">
                  <a:moveTo>
                    <a:pt x="252" y="0"/>
                  </a:moveTo>
                  <a:cubicBezTo>
                    <a:pt x="116" y="0"/>
                    <a:pt x="1" y="116"/>
                    <a:pt x="1" y="252"/>
                  </a:cubicBezTo>
                  <a:cubicBezTo>
                    <a:pt x="1" y="388"/>
                    <a:pt x="116" y="503"/>
                    <a:pt x="252" y="503"/>
                  </a:cubicBezTo>
                  <a:cubicBezTo>
                    <a:pt x="388" y="503"/>
                    <a:pt x="503" y="388"/>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9"/>
            <p:cNvSpPr/>
            <p:nvPr/>
          </p:nvSpPr>
          <p:spPr>
            <a:xfrm>
              <a:off x="3339850" y="4228525"/>
              <a:ext cx="12525" cy="12575"/>
            </a:xfrm>
            <a:custGeom>
              <a:avLst/>
              <a:gdLst/>
              <a:ahLst/>
              <a:cxnLst/>
              <a:rect l="l" t="t" r="r" b="b"/>
              <a:pathLst>
                <a:path w="501" h="503" extrusionOk="0">
                  <a:moveTo>
                    <a:pt x="251" y="0"/>
                  </a:moveTo>
                  <a:cubicBezTo>
                    <a:pt x="107" y="0"/>
                    <a:pt x="0" y="116"/>
                    <a:pt x="0" y="252"/>
                  </a:cubicBezTo>
                  <a:cubicBezTo>
                    <a:pt x="0" y="388"/>
                    <a:pt x="107" y="503"/>
                    <a:pt x="251" y="503"/>
                  </a:cubicBezTo>
                  <a:cubicBezTo>
                    <a:pt x="387" y="503"/>
                    <a:pt x="501" y="388"/>
                    <a:pt x="501" y="252"/>
                  </a:cubicBezTo>
                  <a:cubicBezTo>
                    <a:pt x="501"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9"/>
            <p:cNvSpPr/>
            <p:nvPr/>
          </p:nvSpPr>
          <p:spPr>
            <a:xfrm>
              <a:off x="3431575" y="4228525"/>
              <a:ext cx="12600" cy="12575"/>
            </a:xfrm>
            <a:custGeom>
              <a:avLst/>
              <a:gdLst/>
              <a:ahLst/>
              <a:cxnLst/>
              <a:rect l="l" t="t" r="r" b="b"/>
              <a:pathLst>
                <a:path w="504" h="503" extrusionOk="0">
                  <a:moveTo>
                    <a:pt x="252" y="0"/>
                  </a:moveTo>
                  <a:cubicBezTo>
                    <a:pt x="116" y="0"/>
                    <a:pt x="1" y="116"/>
                    <a:pt x="1" y="252"/>
                  </a:cubicBezTo>
                  <a:cubicBezTo>
                    <a:pt x="1" y="388"/>
                    <a:pt x="116" y="503"/>
                    <a:pt x="252" y="503"/>
                  </a:cubicBezTo>
                  <a:cubicBezTo>
                    <a:pt x="388" y="503"/>
                    <a:pt x="503" y="388"/>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9"/>
            <p:cNvSpPr/>
            <p:nvPr/>
          </p:nvSpPr>
          <p:spPr>
            <a:xfrm>
              <a:off x="3523550" y="4228525"/>
              <a:ext cx="12375" cy="12575"/>
            </a:xfrm>
            <a:custGeom>
              <a:avLst/>
              <a:gdLst/>
              <a:ahLst/>
              <a:cxnLst/>
              <a:rect l="l" t="t" r="r" b="b"/>
              <a:pathLst>
                <a:path w="495" h="503" extrusionOk="0">
                  <a:moveTo>
                    <a:pt x="250" y="0"/>
                  </a:moveTo>
                  <a:cubicBezTo>
                    <a:pt x="107" y="0"/>
                    <a:pt x="0" y="116"/>
                    <a:pt x="0" y="252"/>
                  </a:cubicBezTo>
                  <a:cubicBezTo>
                    <a:pt x="0" y="388"/>
                    <a:pt x="107" y="503"/>
                    <a:pt x="250" y="503"/>
                  </a:cubicBezTo>
                  <a:cubicBezTo>
                    <a:pt x="388" y="503"/>
                    <a:pt x="494" y="388"/>
                    <a:pt x="494" y="252"/>
                  </a:cubicBezTo>
                  <a:cubicBezTo>
                    <a:pt x="494"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9"/>
            <p:cNvSpPr/>
            <p:nvPr/>
          </p:nvSpPr>
          <p:spPr>
            <a:xfrm>
              <a:off x="676400" y="4320450"/>
              <a:ext cx="12600" cy="12400"/>
            </a:xfrm>
            <a:custGeom>
              <a:avLst/>
              <a:gdLst/>
              <a:ahLst/>
              <a:cxnLst/>
              <a:rect l="l" t="t" r="r" b="b"/>
              <a:pathLst>
                <a:path w="504" h="496" extrusionOk="0">
                  <a:moveTo>
                    <a:pt x="252" y="0"/>
                  </a:moveTo>
                  <a:cubicBezTo>
                    <a:pt x="116" y="0"/>
                    <a:pt x="1" y="109"/>
                    <a:pt x="1" y="245"/>
                  </a:cubicBezTo>
                  <a:cubicBezTo>
                    <a:pt x="1" y="387"/>
                    <a:pt x="116" y="496"/>
                    <a:pt x="252" y="496"/>
                  </a:cubicBezTo>
                  <a:cubicBezTo>
                    <a:pt x="388" y="496"/>
                    <a:pt x="503" y="387"/>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9"/>
            <p:cNvSpPr/>
            <p:nvPr/>
          </p:nvSpPr>
          <p:spPr>
            <a:xfrm>
              <a:off x="768325" y="4320450"/>
              <a:ext cx="12400" cy="12400"/>
            </a:xfrm>
            <a:custGeom>
              <a:avLst/>
              <a:gdLst/>
              <a:ahLst/>
              <a:cxnLst/>
              <a:rect l="l" t="t" r="r" b="b"/>
              <a:pathLst>
                <a:path w="496" h="496" extrusionOk="0">
                  <a:moveTo>
                    <a:pt x="245" y="0"/>
                  </a:moveTo>
                  <a:cubicBezTo>
                    <a:pt x="109" y="0"/>
                    <a:pt x="0" y="109"/>
                    <a:pt x="0" y="245"/>
                  </a:cubicBezTo>
                  <a:cubicBezTo>
                    <a:pt x="0" y="387"/>
                    <a:pt x="109" y="496"/>
                    <a:pt x="245" y="496"/>
                  </a:cubicBezTo>
                  <a:cubicBezTo>
                    <a:pt x="388" y="496"/>
                    <a:pt x="496" y="387"/>
                    <a:pt x="496" y="245"/>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9"/>
            <p:cNvSpPr/>
            <p:nvPr/>
          </p:nvSpPr>
          <p:spPr>
            <a:xfrm>
              <a:off x="860125" y="4320450"/>
              <a:ext cx="12525" cy="12400"/>
            </a:xfrm>
            <a:custGeom>
              <a:avLst/>
              <a:gdLst/>
              <a:ahLst/>
              <a:cxnLst/>
              <a:rect l="l" t="t" r="r" b="b"/>
              <a:pathLst>
                <a:path w="501" h="496" extrusionOk="0">
                  <a:moveTo>
                    <a:pt x="251" y="0"/>
                  </a:moveTo>
                  <a:cubicBezTo>
                    <a:pt x="114" y="0"/>
                    <a:pt x="0" y="109"/>
                    <a:pt x="0" y="245"/>
                  </a:cubicBezTo>
                  <a:cubicBezTo>
                    <a:pt x="0" y="387"/>
                    <a:pt x="114" y="496"/>
                    <a:pt x="251" y="496"/>
                  </a:cubicBezTo>
                  <a:cubicBezTo>
                    <a:pt x="387" y="496"/>
                    <a:pt x="501" y="387"/>
                    <a:pt x="501" y="245"/>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9"/>
            <p:cNvSpPr/>
            <p:nvPr/>
          </p:nvSpPr>
          <p:spPr>
            <a:xfrm>
              <a:off x="951850" y="4320450"/>
              <a:ext cx="12600" cy="12400"/>
            </a:xfrm>
            <a:custGeom>
              <a:avLst/>
              <a:gdLst/>
              <a:ahLst/>
              <a:cxnLst/>
              <a:rect l="l" t="t" r="r" b="b"/>
              <a:pathLst>
                <a:path w="504" h="496" extrusionOk="0">
                  <a:moveTo>
                    <a:pt x="252" y="0"/>
                  </a:moveTo>
                  <a:cubicBezTo>
                    <a:pt x="116" y="0"/>
                    <a:pt x="1" y="109"/>
                    <a:pt x="1" y="245"/>
                  </a:cubicBezTo>
                  <a:cubicBezTo>
                    <a:pt x="1" y="387"/>
                    <a:pt x="116" y="496"/>
                    <a:pt x="252" y="496"/>
                  </a:cubicBezTo>
                  <a:cubicBezTo>
                    <a:pt x="388" y="496"/>
                    <a:pt x="503" y="387"/>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9"/>
            <p:cNvSpPr/>
            <p:nvPr/>
          </p:nvSpPr>
          <p:spPr>
            <a:xfrm>
              <a:off x="1043825" y="4320450"/>
              <a:ext cx="12375" cy="12400"/>
            </a:xfrm>
            <a:custGeom>
              <a:avLst/>
              <a:gdLst/>
              <a:ahLst/>
              <a:cxnLst/>
              <a:rect l="l" t="t" r="r" b="b"/>
              <a:pathLst>
                <a:path w="495" h="496" extrusionOk="0">
                  <a:moveTo>
                    <a:pt x="250" y="0"/>
                  </a:moveTo>
                  <a:cubicBezTo>
                    <a:pt x="107" y="0"/>
                    <a:pt x="0" y="109"/>
                    <a:pt x="0" y="245"/>
                  </a:cubicBezTo>
                  <a:cubicBezTo>
                    <a:pt x="0" y="387"/>
                    <a:pt x="107" y="496"/>
                    <a:pt x="250" y="496"/>
                  </a:cubicBezTo>
                  <a:cubicBezTo>
                    <a:pt x="388" y="496"/>
                    <a:pt x="494" y="387"/>
                    <a:pt x="494" y="245"/>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9"/>
            <p:cNvSpPr/>
            <p:nvPr/>
          </p:nvSpPr>
          <p:spPr>
            <a:xfrm>
              <a:off x="1135575" y="4320450"/>
              <a:ext cx="12575" cy="12400"/>
            </a:xfrm>
            <a:custGeom>
              <a:avLst/>
              <a:gdLst/>
              <a:ahLst/>
              <a:cxnLst/>
              <a:rect l="l" t="t" r="r" b="b"/>
              <a:pathLst>
                <a:path w="503" h="496" extrusionOk="0">
                  <a:moveTo>
                    <a:pt x="252" y="0"/>
                  </a:moveTo>
                  <a:cubicBezTo>
                    <a:pt x="116" y="0"/>
                    <a:pt x="0" y="109"/>
                    <a:pt x="0" y="245"/>
                  </a:cubicBezTo>
                  <a:cubicBezTo>
                    <a:pt x="0" y="387"/>
                    <a:pt x="116" y="496"/>
                    <a:pt x="252" y="496"/>
                  </a:cubicBezTo>
                  <a:cubicBezTo>
                    <a:pt x="387" y="496"/>
                    <a:pt x="503" y="387"/>
                    <a:pt x="503" y="245"/>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9"/>
            <p:cNvSpPr/>
            <p:nvPr/>
          </p:nvSpPr>
          <p:spPr>
            <a:xfrm>
              <a:off x="1227500" y="4320450"/>
              <a:ext cx="12400" cy="12400"/>
            </a:xfrm>
            <a:custGeom>
              <a:avLst/>
              <a:gdLst/>
              <a:ahLst/>
              <a:cxnLst/>
              <a:rect l="l" t="t" r="r" b="b"/>
              <a:pathLst>
                <a:path w="496" h="496" extrusionOk="0">
                  <a:moveTo>
                    <a:pt x="251" y="0"/>
                  </a:moveTo>
                  <a:cubicBezTo>
                    <a:pt x="109" y="0"/>
                    <a:pt x="0" y="109"/>
                    <a:pt x="0" y="245"/>
                  </a:cubicBezTo>
                  <a:cubicBezTo>
                    <a:pt x="0" y="387"/>
                    <a:pt x="109" y="496"/>
                    <a:pt x="251" y="496"/>
                  </a:cubicBezTo>
                  <a:cubicBezTo>
                    <a:pt x="387" y="496"/>
                    <a:pt x="496" y="387"/>
                    <a:pt x="496" y="245"/>
                  </a:cubicBezTo>
                  <a:cubicBezTo>
                    <a:pt x="496"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9"/>
            <p:cNvSpPr/>
            <p:nvPr/>
          </p:nvSpPr>
          <p:spPr>
            <a:xfrm>
              <a:off x="1319275" y="4320450"/>
              <a:ext cx="12550" cy="12400"/>
            </a:xfrm>
            <a:custGeom>
              <a:avLst/>
              <a:gdLst/>
              <a:ahLst/>
              <a:cxnLst/>
              <a:rect l="l" t="t" r="r" b="b"/>
              <a:pathLst>
                <a:path w="502" h="496" extrusionOk="0">
                  <a:moveTo>
                    <a:pt x="252" y="0"/>
                  </a:moveTo>
                  <a:cubicBezTo>
                    <a:pt x="114" y="0"/>
                    <a:pt x="1" y="109"/>
                    <a:pt x="1" y="245"/>
                  </a:cubicBezTo>
                  <a:cubicBezTo>
                    <a:pt x="1" y="387"/>
                    <a:pt x="114" y="496"/>
                    <a:pt x="252" y="496"/>
                  </a:cubicBezTo>
                  <a:cubicBezTo>
                    <a:pt x="388" y="496"/>
                    <a:pt x="501" y="387"/>
                    <a:pt x="501" y="245"/>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9"/>
            <p:cNvSpPr/>
            <p:nvPr/>
          </p:nvSpPr>
          <p:spPr>
            <a:xfrm>
              <a:off x="1411200" y="4320450"/>
              <a:ext cx="12425" cy="12400"/>
            </a:xfrm>
            <a:custGeom>
              <a:avLst/>
              <a:gdLst/>
              <a:ahLst/>
              <a:cxnLst/>
              <a:rect l="l" t="t" r="r" b="b"/>
              <a:pathLst>
                <a:path w="497" h="496" extrusionOk="0">
                  <a:moveTo>
                    <a:pt x="245" y="0"/>
                  </a:moveTo>
                  <a:cubicBezTo>
                    <a:pt x="109" y="0"/>
                    <a:pt x="1" y="109"/>
                    <a:pt x="1" y="245"/>
                  </a:cubicBezTo>
                  <a:cubicBezTo>
                    <a:pt x="1" y="387"/>
                    <a:pt x="109" y="496"/>
                    <a:pt x="245" y="496"/>
                  </a:cubicBezTo>
                  <a:cubicBezTo>
                    <a:pt x="388" y="496"/>
                    <a:pt x="496" y="387"/>
                    <a:pt x="496" y="245"/>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9"/>
            <p:cNvSpPr/>
            <p:nvPr/>
          </p:nvSpPr>
          <p:spPr>
            <a:xfrm>
              <a:off x="1503000" y="4320450"/>
              <a:ext cx="12525" cy="12400"/>
            </a:xfrm>
            <a:custGeom>
              <a:avLst/>
              <a:gdLst/>
              <a:ahLst/>
              <a:cxnLst/>
              <a:rect l="l" t="t" r="r" b="b"/>
              <a:pathLst>
                <a:path w="501" h="496" extrusionOk="0">
                  <a:moveTo>
                    <a:pt x="250" y="0"/>
                  </a:moveTo>
                  <a:cubicBezTo>
                    <a:pt x="114" y="0"/>
                    <a:pt x="0" y="109"/>
                    <a:pt x="0" y="245"/>
                  </a:cubicBezTo>
                  <a:cubicBezTo>
                    <a:pt x="0" y="387"/>
                    <a:pt x="114" y="496"/>
                    <a:pt x="250" y="496"/>
                  </a:cubicBezTo>
                  <a:cubicBezTo>
                    <a:pt x="387" y="496"/>
                    <a:pt x="501" y="387"/>
                    <a:pt x="501" y="245"/>
                  </a:cubicBezTo>
                  <a:cubicBezTo>
                    <a:pt x="501" y="109"/>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9"/>
            <p:cNvSpPr/>
            <p:nvPr/>
          </p:nvSpPr>
          <p:spPr>
            <a:xfrm>
              <a:off x="1594750" y="4320450"/>
              <a:ext cx="12575" cy="12400"/>
            </a:xfrm>
            <a:custGeom>
              <a:avLst/>
              <a:gdLst/>
              <a:ahLst/>
              <a:cxnLst/>
              <a:rect l="l" t="t" r="r" b="b"/>
              <a:pathLst>
                <a:path w="503" h="496" extrusionOk="0">
                  <a:moveTo>
                    <a:pt x="251" y="0"/>
                  </a:moveTo>
                  <a:cubicBezTo>
                    <a:pt x="115" y="0"/>
                    <a:pt x="0" y="109"/>
                    <a:pt x="0" y="245"/>
                  </a:cubicBezTo>
                  <a:cubicBezTo>
                    <a:pt x="0" y="387"/>
                    <a:pt x="115" y="496"/>
                    <a:pt x="251" y="496"/>
                  </a:cubicBezTo>
                  <a:cubicBezTo>
                    <a:pt x="394" y="496"/>
                    <a:pt x="503" y="387"/>
                    <a:pt x="503" y="245"/>
                  </a:cubicBezTo>
                  <a:cubicBezTo>
                    <a:pt x="503" y="109"/>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9"/>
            <p:cNvSpPr/>
            <p:nvPr/>
          </p:nvSpPr>
          <p:spPr>
            <a:xfrm>
              <a:off x="1686650" y="4320450"/>
              <a:ext cx="12600" cy="12400"/>
            </a:xfrm>
            <a:custGeom>
              <a:avLst/>
              <a:gdLst/>
              <a:ahLst/>
              <a:cxnLst/>
              <a:rect l="l" t="t" r="r" b="b"/>
              <a:pathLst>
                <a:path w="504" h="496" extrusionOk="0">
                  <a:moveTo>
                    <a:pt x="252" y="0"/>
                  </a:moveTo>
                  <a:cubicBezTo>
                    <a:pt x="116" y="0"/>
                    <a:pt x="1" y="109"/>
                    <a:pt x="1" y="245"/>
                  </a:cubicBezTo>
                  <a:cubicBezTo>
                    <a:pt x="1" y="387"/>
                    <a:pt x="116" y="496"/>
                    <a:pt x="252" y="496"/>
                  </a:cubicBezTo>
                  <a:cubicBezTo>
                    <a:pt x="388" y="496"/>
                    <a:pt x="503" y="387"/>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9"/>
            <p:cNvSpPr/>
            <p:nvPr/>
          </p:nvSpPr>
          <p:spPr>
            <a:xfrm>
              <a:off x="1778450" y="4320450"/>
              <a:ext cx="12550" cy="12400"/>
            </a:xfrm>
            <a:custGeom>
              <a:avLst/>
              <a:gdLst/>
              <a:ahLst/>
              <a:cxnLst/>
              <a:rect l="l" t="t" r="r" b="b"/>
              <a:pathLst>
                <a:path w="502" h="496" extrusionOk="0">
                  <a:moveTo>
                    <a:pt x="252" y="0"/>
                  </a:moveTo>
                  <a:cubicBezTo>
                    <a:pt x="114" y="0"/>
                    <a:pt x="1" y="109"/>
                    <a:pt x="1" y="245"/>
                  </a:cubicBezTo>
                  <a:cubicBezTo>
                    <a:pt x="1" y="387"/>
                    <a:pt x="114" y="496"/>
                    <a:pt x="252" y="496"/>
                  </a:cubicBezTo>
                  <a:cubicBezTo>
                    <a:pt x="388" y="496"/>
                    <a:pt x="501" y="387"/>
                    <a:pt x="501" y="245"/>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9"/>
            <p:cNvSpPr/>
            <p:nvPr/>
          </p:nvSpPr>
          <p:spPr>
            <a:xfrm>
              <a:off x="1870375" y="4320450"/>
              <a:ext cx="12400" cy="12400"/>
            </a:xfrm>
            <a:custGeom>
              <a:avLst/>
              <a:gdLst/>
              <a:ahLst/>
              <a:cxnLst/>
              <a:rect l="l" t="t" r="r" b="b"/>
              <a:pathLst>
                <a:path w="496" h="496" extrusionOk="0">
                  <a:moveTo>
                    <a:pt x="252" y="0"/>
                  </a:moveTo>
                  <a:cubicBezTo>
                    <a:pt x="109" y="0"/>
                    <a:pt x="0" y="109"/>
                    <a:pt x="0" y="245"/>
                  </a:cubicBezTo>
                  <a:cubicBezTo>
                    <a:pt x="0" y="387"/>
                    <a:pt x="109" y="496"/>
                    <a:pt x="252" y="496"/>
                  </a:cubicBezTo>
                  <a:cubicBezTo>
                    <a:pt x="387" y="496"/>
                    <a:pt x="496" y="387"/>
                    <a:pt x="496" y="245"/>
                  </a:cubicBezTo>
                  <a:cubicBezTo>
                    <a:pt x="496"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9"/>
            <p:cNvSpPr/>
            <p:nvPr/>
          </p:nvSpPr>
          <p:spPr>
            <a:xfrm>
              <a:off x="1962150" y="4320450"/>
              <a:ext cx="12550" cy="12400"/>
            </a:xfrm>
            <a:custGeom>
              <a:avLst/>
              <a:gdLst/>
              <a:ahLst/>
              <a:cxnLst/>
              <a:rect l="l" t="t" r="r" b="b"/>
              <a:pathLst>
                <a:path w="502" h="496" extrusionOk="0">
                  <a:moveTo>
                    <a:pt x="250" y="0"/>
                  </a:moveTo>
                  <a:cubicBezTo>
                    <a:pt x="114" y="0"/>
                    <a:pt x="1" y="109"/>
                    <a:pt x="1" y="245"/>
                  </a:cubicBezTo>
                  <a:cubicBezTo>
                    <a:pt x="1" y="387"/>
                    <a:pt x="114" y="496"/>
                    <a:pt x="250" y="496"/>
                  </a:cubicBezTo>
                  <a:cubicBezTo>
                    <a:pt x="388" y="496"/>
                    <a:pt x="502" y="387"/>
                    <a:pt x="502" y="245"/>
                  </a:cubicBezTo>
                  <a:cubicBezTo>
                    <a:pt x="502"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9"/>
            <p:cNvSpPr/>
            <p:nvPr/>
          </p:nvSpPr>
          <p:spPr>
            <a:xfrm>
              <a:off x="2054075" y="4320450"/>
              <a:ext cx="12425" cy="12400"/>
            </a:xfrm>
            <a:custGeom>
              <a:avLst/>
              <a:gdLst/>
              <a:ahLst/>
              <a:cxnLst/>
              <a:rect l="l" t="t" r="r" b="b"/>
              <a:pathLst>
                <a:path w="497" h="496" extrusionOk="0">
                  <a:moveTo>
                    <a:pt x="252" y="0"/>
                  </a:moveTo>
                  <a:cubicBezTo>
                    <a:pt x="109" y="0"/>
                    <a:pt x="1" y="109"/>
                    <a:pt x="1" y="245"/>
                  </a:cubicBezTo>
                  <a:cubicBezTo>
                    <a:pt x="1" y="387"/>
                    <a:pt x="109" y="496"/>
                    <a:pt x="252" y="496"/>
                  </a:cubicBezTo>
                  <a:cubicBezTo>
                    <a:pt x="388" y="496"/>
                    <a:pt x="496" y="387"/>
                    <a:pt x="496" y="245"/>
                  </a:cubicBezTo>
                  <a:cubicBezTo>
                    <a:pt x="496"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9"/>
            <p:cNvSpPr/>
            <p:nvPr/>
          </p:nvSpPr>
          <p:spPr>
            <a:xfrm>
              <a:off x="2145825" y="4320450"/>
              <a:ext cx="12600" cy="12400"/>
            </a:xfrm>
            <a:custGeom>
              <a:avLst/>
              <a:gdLst/>
              <a:ahLst/>
              <a:cxnLst/>
              <a:rect l="l" t="t" r="r" b="b"/>
              <a:pathLst>
                <a:path w="504" h="496" extrusionOk="0">
                  <a:moveTo>
                    <a:pt x="252" y="0"/>
                  </a:moveTo>
                  <a:cubicBezTo>
                    <a:pt x="116" y="0"/>
                    <a:pt x="1" y="109"/>
                    <a:pt x="1" y="245"/>
                  </a:cubicBezTo>
                  <a:cubicBezTo>
                    <a:pt x="1" y="387"/>
                    <a:pt x="116" y="496"/>
                    <a:pt x="252" y="496"/>
                  </a:cubicBezTo>
                  <a:cubicBezTo>
                    <a:pt x="388" y="496"/>
                    <a:pt x="503" y="387"/>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9"/>
            <p:cNvSpPr/>
            <p:nvPr/>
          </p:nvSpPr>
          <p:spPr>
            <a:xfrm>
              <a:off x="2237800" y="4320450"/>
              <a:ext cx="12350" cy="12400"/>
            </a:xfrm>
            <a:custGeom>
              <a:avLst/>
              <a:gdLst/>
              <a:ahLst/>
              <a:cxnLst/>
              <a:rect l="l" t="t" r="r" b="b"/>
              <a:pathLst>
                <a:path w="494" h="496" extrusionOk="0">
                  <a:moveTo>
                    <a:pt x="244" y="0"/>
                  </a:moveTo>
                  <a:cubicBezTo>
                    <a:pt x="107" y="0"/>
                    <a:pt x="0" y="109"/>
                    <a:pt x="0" y="245"/>
                  </a:cubicBezTo>
                  <a:cubicBezTo>
                    <a:pt x="0" y="387"/>
                    <a:pt x="107" y="496"/>
                    <a:pt x="244" y="496"/>
                  </a:cubicBezTo>
                  <a:cubicBezTo>
                    <a:pt x="387" y="496"/>
                    <a:pt x="494" y="387"/>
                    <a:pt x="494" y="245"/>
                  </a:cubicBezTo>
                  <a:cubicBezTo>
                    <a:pt x="494" y="109"/>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9"/>
            <p:cNvSpPr/>
            <p:nvPr/>
          </p:nvSpPr>
          <p:spPr>
            <a:xfrm>
              <a:off x="2329550" y="4320450"/>
              <a:ext cx="12575" cy="12400"/>
            </a:xfrm>
            <a:custGeom>
              <a:avLst/>
              <a:gdLst/>
              <a:ahLst/>
              <a:cxnLst/>
              <a:rect l="l" t="t" r="r" b="b"/>
              <a:pathLst>
                <a:path w="503" h="496" extrusionOk="0">
                  <a:moveTo>
                    <a:pt x="251" y="0"/>
                  </a:moveTo>
                  <a:cubicBezTo>
                    <a:pt x="115" y="0"/>
                    <a:pt x="0" y="109"/>
                    <a:pt x="0" y="245"/>
                  </a:cubicBezTo>
                  <a:cubicBezTo>
                    <a:pt x="0" y="387"/>
                    <a:pt x="115" y="496"/>
                    <a:pt x="251" y="496"/>
                  </a:cubicBezTo>
                  <a:cubicBezTo>
                    <a:pt x="387" y="496"/>
                    <a:pt x="502" y="387"/>
                    <a:pt x="502" y="245"/>
                  </a:cubicBezTo>
                  <a:cubicBezTo>
                    <a:pt x="502"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9"/>
            <p:cNvSpPr/>
            <p:nvPr/>
          </p:nvSpPr>
          <p:spPr>
            <a:xfrm>
              <a:off x="2421325" y="4320450"/>
              <a:ext cx="12550" cy="12400"/>
            </a:xfrm>
            <a:custGeom>
              <a:avLst/>
              <a:gdLst/>
              <a:ahLst/>
              <a:cxnLst/>
              <a:rect l="l" t="t" r="r" b="b"/>
              <a:pathLst>
                <a:path w="502" h="496" extrusionOk="0">
                  <a:moveTo>
                    <a:pt x="250" y="0"/>
                  </a:moveTo>
                  <a:cubicBezTo>
                    <a:pt x="114" y="0"/>
                    <a:pt x="1" y="109"/>
                    <a:pt x="1" y="245"/>
                  </a:cubicBezTo>
                  <a:cubicBezTo>
                    <a:pt x="1" y="387"/>
                    <a:pt x="114" y="496"/>
                    <a:pt x="250" y="496"/>
                  </a:cubicBezTo>
                  <a:cubicBezTo>
                    <a:pt x="395" y="496"/>
                    <a:pt x="501" y="387"/>
                    <a:pt x="501" y="245"/>
                  </a:cubicBezTo>
                  <a:cubicBezTo>
                    <a:pt x="501" y="109"/>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9"/>
            <p:cNvSpPr/>
            <p:nvPr/>
          </p:nvSpPr>
          <p:spPr>
            <a:xfrm>
              <a:off x="2513250" y="4320450"/>
              <a:ext cx="12575" cy="12400"/>
            </a:xfrm>
            <a:custGeom>
              <a:avLst/>
              <a:gdLst/>
              <a:ahLst/>
              <a:cxnLst/>
              <a:rect l="l" t="t" r="r" b="b"/>
              <a:pathLst>
                <a:path w="503" h="496" extrusionOk="0">
                  <a:moveTo>
                    <a:pt x="252" y="0"/>
                  </a:moveTo>
                  <a:cubicBezTo>
                    <a:pt x="109" y="0"/>
                    <a:pt x="0" y="109"/>
                    <a:pt x="0" y="245"/>
                  </a:cubicBezTo>
                  <a:cubicBezTo>
                    <a:pt x="0" y="387"/>
                    <a:pt x="109" y="496"/>
                    <a:pt x="252" y="496"/>
                  </a:cubicBezTo>
                  <a:cubicBezTo>
                    <a:pt x="388" y="496"/>
                    <a:pt x="503" y="387"/>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9"/>
            <p:cNvSpPr/>
            <p:nvPr/>
          </p:nvSpPr>
          <p:spPr>
            <a:xfrm>
              <a:off x="2605000" y="4320450"/>
              <a:ext cx="12575" cy="12400"/>
            </a:xfrm>
            <a:custGeom>
              <a:avLst/>
              <a:gdLst/>
              <a:ahLst/>
              <a:cxnLst/>
              <a:rect l="l" t="t" r="r" b="b"/>
              <a:pathLst>
                <a:path w="503" h="496" extrusionOk="0">
                  <a:moveTo>
                    <a:pt x="252" y="0"/>
                  </a:moveTo>
                  <a:cubicBezTo>
                    <a:pt x="116" y="0"/>
                    <a:pt x="0" y="109"/>
                    <a:pt x="0" y="245"/>
                  </a:cubicBezTo>
                  <a:cubicBezTo>
                    <a:pt x="0" y="387"/>
                    <a:pt x="116" y="496"/>
                    <a:pt x="252" y="496"/>
                  </a:cubicBezTo>
                  <a:cubicBezTo>
                    <a:pt x="387" y="496"/>
                    <a:pt x="503" y="387"/>
                    <a:pt x="503" y="245"/>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9"/>
            <p:cNvSpPr/>
            <p:nvPr/>
          </p:nvSpPr>
          <p:spPr>
            <a:xfrm>
              <a:off x="2696950" y="4320450"/>
              <a:ext cx="12375" cy="12400"/>
            </a:xfrm>
            <a:custGeom>
              <a:avLst/>
              <a:gdLst/>
              <a:ahLst/>
              <a:cxnLst/>
              <a:rect l="l" t="t" r="r" b="b"/>
              <a:pathLst>
                <a:path w="495" h="496" extrusionOk="0">
                  <a:moveTo>
                    <a:pt x="252" y="0"/>
                  </a:moveTo>
                  <a:cubicBezTo>
                    <a:pt x="108" y="0"/>
                    <a:pt x="1" y="109"/>
                    <a:pt x="1" y="245"/>
                  </a:cubicBezTo>
                  <a:cubicBezTo>
                    <a:pt x="1" y="387"/>
                    <a:pt x="108" y="496"/>
                    <a:pt x="252" y="496"/>
                  </a:cubicBezTo>
                  <a:cubicBezTo>
                    <a:pt x="388" y="496"/>
                    <a:pt x="495" y="387"/>
                    <a:pt x="495" y="245"/>
                  </a:cubicBezTo>
                  <a:cubicBezTo>
                    <a:pt x="495"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9"/>
            <p:cNvSpPr/>
            <p:nvPr/>
          </p:nvSpPr>
          <p:spPr>
            <a:xfrm>
              <a:off x="2788700" y="4320450"/>
              <a:ext cx="12600" cy="12400"/>
            </a:xfrm>
            <a:custGeom>
              <a:avLst/>
              <a:gdLst/>
              <a:ahLst/>
              <a:cxnLst/>
              <a:rect l="l" t="t" r="r" b="b"/>
              <a:pathLst>
                <a:path w="504" h="496" extrusionOk="0">
                  <a:moveTo>
                    <a:pt x="252" y="0"/>
                  </a:moveTo>
                  <a:cubicBezTo>
                    <a:pt x="116" y="0"/>
                    <a:pt x="1" y="109"/>
                    <a:pt x="1" y="245"/>
                  </a:cubicBezTo>
                  <a:cubicBezTo>
                    <a:pt x="1" y="387"/>
                    <a:pt x="116" y="496"/>
                    <a:pt x="252" y="496"/>
                  </a:cubicBezTo>
                  <a:cubicBezTo>
                    <a:pt x="388" y="496"/>
                    <a:pt x="503" y="387"/>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9"/>
            <p:cNvSpPr/>
            <p:nvPr/>
          </p:nvSpPr>
          <p:spPr>
            <a:xfrm>
              <a:off x="2880675" y="4320450"/>
              <a:ext cx="12375" cy="12400"/>
            </a:xfrm>
            <a:custGeom>
              <a:avLst/>
              <a:gdLst/>
              <a:ahLst/>
              <a:cxnLst/>
              <a:rect l="l" t="t" r="r" b="b"/>
              <a:pathLst>
                <a:path w="495" h="496" extrusionOk="0">
                  <a:moveTo>
                    <a:pt x="243" y="0"/>
                  </a:moveTo>
                  <a:cubicBezTo>
                    <a:pt x="107" y="0"/>
                    <a:pt x="0" y="109"/>
                    <a:pt x="0" y="245"/>
                  </a:cubicBezTo>
                  <a:cubicBezTo>
                    <a:pt x="0" y="387"/>
                    <a:pt x="107" y="496"/>
                    <a:pt x="243" y="496"/>
                  </a:cubicBezTo>
                  <a:cubicBezTo>
                    <a:pt x="387" y="496"/>
                    <a:pt x="494" y="387"/>
                    <a:pt x="494" y="245"/>
                  </a:cubicBezTo>
                  <a:cubicBezTo>
                    <a:pt x="494" y="109"/>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9"/>
            <p:cNvSpPr/>
            <p:nvPr/>
          </p:nvSpPr>
          <p:spPr>
            <a:xfrm>
              <a:off x="2972425" y="4320450"/>
              <a:ext cx="12575" cy="12400"/>
            </a:xfrm>
            <a:custGeom>
              <a:avLst/>
              <a:gdLst/>
              <a:ahLst/>
              <a:cxnLst/>
              <a:rect l="l" t="t" r="r" b="b"/>
              <a:pathLst>
                <a:path w="503" h="496" extrusionOk="0">
                  <a:moveTo>
                    <a:pt x="251" y="0"/>
                  </a:moveTo>
                  <a:cubicBezTo>
                    <a:pt x="115" y="0"/>
                    <a:pt x="0" y="109"/>
                    <a:pt x="0" y="245"/>
                  </a:cubicBezTo>
                  <a:cubicBezTo>
                    <a:pt x="0" y="387"/>
                    <a:pt x="115" y="496"/>
                    <a:pt x="251" y="496"/>
                  </a:cubicBezTo>
                  <a:cubicBezTo>
                    <a:pt x="387" y="496"/>
                    <a:pt x="503" y="387"/>
                    <a:pt x="503" y="245"/>
                  </a:cubicBezTo>
                  <a:cubicBezTo>
                    <a:pt x="503"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9"/>
            <p:cNvSpPr/>
            <p:nvPr/>
          </p:nvSpPr>
          <p:spPr>
            <a:xfrm>
              <a:off x="3064375" y="4320450"/>
              <a:ext cx="12375" cy="12400"/>
            </a:xfrm>
            <a:custGeom>
              <a:avLst/>
              <a:gdLst/>
              <a:ahLst/>
              <a:cxnLst/>
              <a:rect l="l" t="t" r="r" b="b"/>
              <a:pathLst>
                <a:path w="495" h="496" extrusionOk="0">
                  <a:moveTo>
                    <a:pt x="243" y="0"/>
                  </a:moveTo>
                  <a:cubicBezTo>
                    <a:pt x="107" y="0"/>
                    <a:pt x="1" y="109"/>
                    <a:pt x="1" y="245"/>
                  </a:cubicBezTo>
                  <a:cubicBezTo>
                    <a:pt x="1" y="387"/>
                    <a:pt x="107" y="496"/>
                    <a:pt x="243" y="496"/>
                  </a:cubicBezTo>
                  <a:cubicBezTo>
                    <a:pt x="388" y="496"/>
                    <a:pt x="495" y="387"/>
                    <a:pt x="495" y="245"/>
                  </a:cubicBezTo>
                  <a:cubicBezTo>
                    <a:pt x="495" y="109"/>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9"/>
            <p:cNvSpPr/>
            <p:nvPr/>
          </p:nvSpPr>
          <p:spPr>
            <a:xfrm>
              <a:off x="3156125" y="4320450"/>
              <a:ext cx="12600" cy="12400"/>
            </a:xfrm>
            <a:custGeom>
              <a:avLst/>
              <a:gdLst/>
              <a:ahLst/>
              <a:cxnLst/>
              <a:rect l="l" t="t" r="r" b="b"/>
              <a:pathLst>
                <a:path w="504" h="496" extrusionOk="0">
                  <a:moveTo>
                    <a:pt x="252" y="0"/>
                  </a:moveTo>
                  <a:cubicBezTo>
                    <a:pt x="116" y="0"/>
                    <a:pt x="1" y="109"/>
                    <a:pt x="1" y="245"/>
                  </a:cubicBezTo>
                  <a:cubicBezTo>
                    <a:pt x="1" y="387"/>
                    <a:pt x="116" y="496"/>
                    <a:pt x="252" y="496"/>
                  </a:cubicBezTo>
                  <a:cubicBezTo>
                    <a:pt x="388" y="496"/>
                    <a:pt x="503" y="387"/>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9"/>
            <p:cNvSpPr/>
            <p:nvPr/>
          </p:nvSpPr>
          <p:spPr>
            <a:xfrm>
              <a:off x="3247875" y="4320450"/>
              <a:ext cx="12575" cy="12400"/>
            </a:xfrm>
            <a:custGeom>
              <a:avLst/>
              <a:gdLst/>
              <a:ahLst/>
              <a:cxnLst/>
              <a:rect l="l" t="t" r="r" b="b"/>
              <a:pathLst>
                <a:path w="503" h="496" extrusionOk="0">
                  <a:moveTo>
                    <a:pt x="252" y="0"/>
                  </a:moveTo>
                  <a:cubicBezTo>
                    <a:pt x="116" y="0"/>
                    <a:pt x="1" y="109"/>
                    <a:pt x="1" y="245"/>
                  </a:cubicBezTo>
                  <a:cubicBezTo>
                    <a:pt x="1" y="387"/>
                    <a:pt x="116" y="496"/>
                    <a:pt x="252" y="496"/>
                  </a:cubicBezTo>
                  <a:cubicBezTo>
                    <a:pt x="388" y="496"/>
                    <a:pt x="503" y="387"/>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9"/>
            <p:cNvSpPr/>
            <p:nvPr/>
          </p:nvSpPr>
          <p:spPr>
            <a:xfrm>
              <a:off x="3339850" y="4320450"/>
              <a:ext cx="12525" cy="12400"/>
            </a:xfrm>
            <a:custGeom>
              <a:avLst/>
              <a:gdLst/>
              <a:ahLst/>
              <a:cxnLst/>
              <a:rect l="l" t="t" r="r" b="b"/>
              <a:pathLst>
                <a:path w="501" h="496" extrusionOk="0">
                  <a:moveTo>
                    <a:pt x="251" y="0"/>
                  </a:moveTo>
                  <a:cubicBezTo>
                    <a:pt x="107" y="0"/>
                    <a:pt x="0" y="109"/>
                    <a:pt x="0" y="245"/>
                  </a:cubicBezTo>
                  <a:cubicBezTo>
                    <a:pt x="0" y="387"/>
                    <a:pt x="107" y="496"/>
                    <a:pt x="251" y="496"/>
                  </a:cubicBezTo>
                  <a:cubicBezTo>
                    <a:pt x="387" y="496"/>
                    <a:pt x="501" y="387"/>
                    <a:pt x="501" y="245"/>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9"/>
            <p:cNvSpPr/>
            <p:nvPr/>
          </p:nvSpPr>
          <p:spPr>
            <a:xfrm>
              <a:off x="3431575" y="4320450"/>
              <a:ext cx="12600" cy="12400"/>
            </a:xfrm>
            <a:custGeom>
              <a:avLst/>
              <a:gdLst/>
              <a:ahLst/>
              <a:cxnLst/>
              <a:rect l="l" t="t" r="r" b="b"/>
              <a:pathLst>
                <a:path w="504" h="496" extrusionOk="0">
                  <a:moveTo>
                    <a:pt x="252" y="0"/>
                  </a:moveTo>
                  <a:cubicBezTo>
                    <a:pt x="116" y="0"/>
                    <a:pt x="1" y="109"/>
                    <a:pt x="1" y="245"/>
                  </a:cubicBezTo>
                  <a:cubicBezTo>
                    <a:pt x="1" y="387"/>
                    <a:pt x="116" y="496"/>
                    <a:pt x="252" y="496"/>
                  </a:cubicBezTo>
                  <a:cubicBezTo>
                    <a:pt x="388" y="496"/>
                    <a:pt x="503" y="387"/>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9"/>
            <p:cNvSpPr/>
            <p:nvPr/>
          </p:nvSpPr>
          <p:spPr>
            <a:xfrm>
              <a:off x="3523550" y="4320450"/>
              <a:ext cx="12375" cy="12400"/>
            </a:xfrm>
            <a:custGeom>
              <a:avLst/>
              <a:gdLst/>
              <a:ahLst/>
              <a:cxnLst/>
              <a:rect l="l" t="t" r="r" b="b"/>
              <a:pathLst>
                <a:path w="495" h="496" extrusionOk="0">
                  <a:moveTo>
                    <a:pt x="250" y="0"/>
                  </a:moveTo>
                  <a:cubicBezTo>
                    <a:pt x="107" y="0"/>
                    <a:pt x="0" y="109"/>
                    <a:pt x="0" y="245"/>
                  </a:cubicBezTo>
                  <a:cubicBezTo>
                    <a:pt x="0" y="387"/>
                    <a:pt x="107" y="496"/>
                    <a:pt x="250" y="496"/>
                  </a:cubicBezTo>
                  <a:cubicBezTo>
                    <a:pt x="388" y="496"/>
                    <a:pt x="494" y="387"/>
                    <a:pt x="494" y="245"/>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9"/>
            <p:cNvSpPr/>
            <p:nvPr/>
          </p:nvSpPr>
          <p:spPr>
            <a:xfrm>
              <a:off x="676400" y="4412225"/>
              <a:ext cx="12600" cy="12550"/>
            </a:xfrm>
            <a:custGeom>
              <a:avLst/>
              <a:gdLst/>
              <a:ahLst/>
              <a:cxnLst/>
              <a:rect l="l" t="t" r="r" b="b"/>
              <a:pathLst>
                <a:path w="504" h="502" extrusionOk="0">
                  <a:moveTo>
                    <a:pt x="252" y="1"/>
                  </a:moveTo>
                  <a:cubicBezTo>
                    <a:pt x="116" y="1"/>
                    <a:pt x="1" y="114"/>
                    <a:pt x="1" y="252"/>
                  </a:cubicBezTo>
                  <a:cubicBezTo>
                    <a:pt x="1" y="388"/>
                    <a:pt x="116" y="502"/>
                    <a:pt x="252" y="502"/>
                  </a:cubicBezTo>
                  <a:cubicBezTo>
                    <a:pt x="388" y="502"/>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9"/>
            <p:cNvSpPr/>
            <p:nvPr/>
          </p:nvSpPr>
          <p:spPr>
            <a:xfrm>
              <a:off x="768325" y="4412225"/>
              <a:ext cx="12400" cy="12550"/>
            </a:xfrm>
            <a:custGeom>
              <a:avLst/>
              <a:gdLst/>
              <a:ahLst/>
              <a:cxnLst/>
              <a:rect l="l" t="t" r="r" b="b"/>
              <a:pathLst>
                <a:path w="496" h="502" extrusionOk="0">
                  <a:moveTo>
                    <a:pt x="245" y="1"/>
                  </a:moveTo>
                  <a:cubicBezTo>
                    <a:pt x="109" y="1"/>
                    <a:pt x="0" y="114"/>
                    <a:pt x="0" y="252"/>
                  </a:cubicBezTo>
                  <a:cubicBezTo>
                    <a:pt x="0" y="388"/>
                    <a:pt x="109" y="502"/>
                    <a:pt x="245" y="502"/>
                  </a:cubicBezTo>
                  <a:cubicBezTo>
                    <a:pt x="388" y="502"/>
                    <a:pt x="496" y="388"/>
                    <a:pt x="496" y="252"/>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9"/>
            <p:cNvSpPr/>
            <p:nvPr/>
          </p:nvSpPr>
          <p:spPr>
            <a:xfrm>
              <a:off x="860125" y="4412225"/>
              <a:ext cx="12525" cy="12550"/>
            </a:xfrm>
            <a:custGeom>
              <a:avLst/>
              <a:gdLst/>
              <a:ahLst/>
              <a:cxnLst/>
              <a:rect l="l" t="t" r="r" b="b"/>
              <a:pathLst>
                <a:path w="501" h="502" extrusionOk="0">
                  <a:moveTo>
                    <a:pt x="251" y="1"/>
                  </a:moveTo>
                  <a:cubicBezTo>
                    <a:pt x="114" y="1"/>
                    <a:pt x="0" y="114"/>
                    <a:pt x="0" y="252"/>
                  </a:cubicBezTo>
                  <a:cubicBezTo>
                    <a:pt x="0" y="388"/>
                    <a:pt x="114" y="502"/>
                    <a:pt x="251" y="502"/>
                  </a:cubicBezTo>
                  <a:cubicBezTo>
                    <a:pt x="387" y="502"/>
                    <a:pt x="501" y="388"/>
                    <a:pt x="501" y="252"/>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9"/>
            <p:cNvSpPr/>
            <p:nvPr/>
          </p:nvSpPr>
          <p:spPr>
            <a:xfrm>
              <a:off x="951850" y="4412225"/>
              <a:ext cx="12600" cy="12550"/>
            </a:xfrm>
            <a:custGeom>
              <a:avLst/>
              <a:gdLst/>
              <a:ahLst/>
              <a:cxnLst/>
              <a:rect l="l" t="t" r="r" b="b"/>
              <a:pathLst>
                <a:path w="504" h="502" extrusionOk="0">
                  <a:moveTo>
                    <a:pt x="252" y="1"/>
                  </a:moveTo>
                  <a:cubicBezTo>
                    <a:pt x="116" y="1"/>
                    <a:pt x="1" y="114"/>
                    <a:pt x="1" y="252"/>
                  </a:cubicBezTo>
                  <a:cubicBezTo>
                    <a:pt x="1" y="388"/>
                    <a:pt x="116" y="502"/>
                    <a:pt x="252" y="502"/>
                  </a:cubicBezTo>
                  <a:cubicBezTo>
                    <a:pt x="388" y="502"/>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9"/>
            <p:cNvSpPr/>
            <p:nvPr/>
          </p:nvSpPr>
          <p:spPr>
            <a:xfrm>
              <a:off x="1043825" y="4412225"/>
              <a:ext cx="12375" cy="12550"/>
            </a:xfrm>
            <a:custGeom>
              <a:avLst/>
              <a:gdLst/>
              <a:ahLst/>
              <a:cxnLst/>
              <a:rect l="l" t="t" r="r" b="b"/>
              <a:pathLst>
                <a:path w="495" h="502" extrusionOk="0">
                  <a:moveTo>
                    <a:pt x="250" y="1"/>
                  </a:moveTo>
                  <a:cubicBezTo>
                    <a:pt x="107" y="1"/>
                    <a:pt x="0" y="114"/>
                    <a:pt x="0" y="252"/>
                  </a:cubicBezTo>
                  <a:cubicBezTo>
                    <a:pt x="0" y="388"/>
                    <a:pt x="107" y="502"/>
                    <a:pt x="250" y="502"/>
                  </a:cubicBezTo>
                  <a:cubicBezTo>
                    <a:pt x="388" y="502"/>
                    <a:pt x="494" y="388"/>
                    <a:pt x="494" y="252"/>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9"/>
            <p:cNvSpPr/>
            <p:nvPr/>
          </p:nvSpPr>
          <p:spPr>
            <a:xfrm>
              <a:off x="1135575" y="4412225"/>
              <a:ext cx="12575" cy="12550"/>
            </a:xfrm>
            <a:custGeom>
              <a:avLst/>
              <a:gdLst/>
              <a:ahLst/>
              <a:cxnLst/>
              <a:rect l="l" t="t" r="r" b="b"/>
              <a:pathLst>
                <a:path w="503" h="502" extrusionOk="0">
                  <a:moveTo>
                    <a:pt x="252" y="1"/>
                  </a:moveTo>
                  <a:cubicBezTo>
                    <a:pt x="116" y="1"/>
                    <a:pt x="0" y="114"/>
                    <a:pt x="0" y="252"/>
                  </a:cubicBezTo>
                  <a:cubicBezTo>
                    <a:pt x="0" y="388"/>
                    <a:pt x="116" y="502"/>
                    <a:pt x="252" y="502"/>
                  </a:cubicBezTo>
                  <a:cubicBezTo>
                    <a:pt x="387" y="502"/>
                    <a:pt x="503" y="388"/>
                    <a:pt x="503" y="252"/>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9"/>
            <p:cNvSpPr/>
            <p:nvPr/>
          </p:nvSpPr>
          <p:spPr>
            <a:xfrm>
              <a:off x="1227500" y="4412225"/>
              <a:ext cx="12400" cy="12550"/>
            </a:xfrm>
            <a:custGeom>
              <a:avLst/>
              <a:gdLst/>
              <a:ahLst/>
              <a:cxnLst/>
              <a:rect l="l" t="t" r="r" b="b"/>
              <a:pathLst>
                <a:path w="496" h="502" extrusionOk="0">
                  <a:moveTo>
                    <a:pt x="251" y="1"/>
                  </a:moveTo>
                  <a:cubicBezTo>
                    <a:pt x="109" y="1"/>
                    <a:pt x="0" y="114"/>
                    <a:pt x="0" y="252"/>
                  </a:cubicBezTo>
                  <a:cubicBezTo>
                    <a:pt x="0" y="388"/>
                    <a:pt x="109" y="502"/>
                    <a:pt x="251" y="502"/>
                  </a:cubicBezTo>
                  <a:cubicBezTo>
                    <a:pt x="387" y="502"/>
                    <a:pt x="496" y="388"/>
                    <a:pt x="496" y="252"/>
                  </a:cubicBezTo>
                  <a:cubicBezTo>
                    <a:pt x="496"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9"/>
            <p:cNvSpPr/>
            <p:nvPr/>
          </p:nvSpPr>
          <p:spPr>
            <a:xfrm>
              <a:off x="1319275" y="4412225"/>
              <a:ext cx="12550" cy="12550"/>
            </a:xfrm>
            <a:custGeom>
              <a:avLst/>
              <a:gdLst/>
              <a:ahLst/>
              <a:cxnLst/>
              <a:rect l="l" t="t" r="r" b="b"/>
              <a:pathLst>
                <a:path w="502" h="502" extrusionOk="0">
                  <a:moveTo>
                    <a:pt x="252" y="1"/>
                  </a:moveTo>
                  <a:cubicBezTo>
                    <a:pt x="114" y="1"/>
                    <a:pt x="1" y="114"/>
                    <a:pt x="1" y="252"/>
                  </a:cubicBezTo>
                  <a:cubicBezTo>
                    <a:pt x="1" y="388"/>
                    <a:pt x="114" y="502"/>
                    <a:pt x="252" y="502"/>
                  </a:cubicBezTo>
                  <a:cubicBezTo>
                    <a:pt x="388" y="502"/>
                    <a:pt x="501" y="388"/>
                    <a:pt x="501" y="252"/>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9"/>
            <p:cNvSpPr/>
            <p:nvPr/>
          </p:nvSpPr>
          <p:spPr>
            <a:xfrm>
              <a:off x="1411200" y="4412225"/>
              <a:ext cx="12425" cy="12550"/>
            </a:xfrm>
            <a:custGeom>
              <a:avLst/>
              <a:gdLst/>
              <a:ahLst/>
              <a:cxnLst/>
              <a:rect l="l" t="t" r="r" b="b"/>
              <a:pathLst>
                <a:path w="497" h="502" extrusionOk="0">
                  <a:moveTo>
                    <a:pt x="245" y="1"/>
                  </a:moveTo>
                  <a:cubicBezTo>
                    <a:pt x="109" y="1"/>
                    <a:pt x="1" y="114"/>
                    <a:pt x="1" y="252"/>
                  </a:cubicBezTo>
                  <a:cubicBezTo>
                    <a:pt x="1" y="388"/>
                    <a:pt x="109" y="502"/>
                    <a:pt x="245" y="502"/>
                  </a:cubicBezTo>
                  <a:cubicBezTo>
                    <a:pt x="388" y="502"/>
                    <a:pt x="496" y="388"/>
                    <a:pt x="496" y="252"/>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9"/>
            <p:cNvSpPr/>
            <p:nvPr/>
          </p:nvSpPr>
          <p:spPr>
            <a:xfrm>
              <a:off x="1503000" y="4412225"/>
              <a:ext cx="12525" cy="12550"/>
            </a:xfrm>
            <a:custGeom>
              <a:avLst/>
              <a:gdLst/>
              <a:ahLst/>
              <a:cxnLst/>
              <a:rect l="l" t="t" r="r" b="b"/>
              <a:pathLst>
                <a:path w="501" h="502" extrusionOk="0">
                  <a:moveTo>
                    <a:pt x="250" y="1"/>
                  </a:moveTo>
                  <a:cubicBezTo>
                    <a:pt x="114" y="1"/>
                    <a:pt x="0" y="114"/>
                    <a:pt x="0" y="252"/>
                  </a:cubicBezTo>
                  <a:cubicBezTo>
                    <a:pt x="0" y="388"/>
                    <a:pt x="114" y="502"/>
                    <a:pt x="250" y="502"/>
                  </a:cubicBezTo>
                  <a:cubicBezTo>
                    <a:pt x="387" y="502"/>
                    <a:pt x="501" y="388"/>
                    <a:pt x="501" y="252"/>
                  </a:cubicBezTo>
                  <a:cubicBezTo>
                    <a:pt x="501" y="114"/>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9"/>
            <p:cNvSpPr/>
            <p:nvPr/>
          </p:nvSpPr>
          <p:spPr>
            <a:xfrm>
              <a:off x="1594750" y="4412225"/>
              <a:ext cx="12575" cy="12550"/>
            </a:xfrm>
            <a:custGeom>
              <a:avLst/>
              <a:gdLst/>
              <a:ahLst/>
              <a:cxnLst/>
              <a:rect l="l" t="t" r="r" b="b"/>
              <a:pathLst>
                <a:path w="503" h="502" extrusionOk="0">
                  <a:moveTo>
                    <a:pt x="251" y="1"/>
                  </a:moveTo>
                  <a:cubicBezTo>
                    <a:pt x="115" y="1"/>
                    <a:pt x="0" y="114"/>
                    <a:pt x="0" y="252"/>
                  </a:cubicBezTo>
                  <a:cubicBezTo>
                    <a:pt x="0" y="388"/>
                    <a:pt x="115" y="502"/>
                    <a:pt x="251" y="502"/>
                  </a:cubicBezTo>
                  <a:cubicBezTo>
                    <a:pt x="394" y="502"/>
                    <a:pt x="503" y="388"/>
                    <a:pt x="503" y="252"/>
                  </a:cubicBezTo>
                  <a:cubicBezTo>
                    <a:pt x="503" y="114"/>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9"/>
            <p:cNvSpPr/>
            <p:nvPr/>
          </p:nvSpPr>
          <p:spPr>
            <a:xfrm>
              <a:off x="1686650" y="4412225"/>
              <a:ext cx="12600" cy="12550"/>
            </a:xfrm>
            <a:custGeom>
              <a:avLst/>
              <a:gdLst/>
              <a:ahLst/>
              <a:cxnLst/>
              <a:rect l="l" t="t" r="r" b="b"/>
              <a:pathLst>
                <a:path w="504" h="502" extrusionOk="0">
                  <a:moveTo>
                    <a:pt x="252" y="1"/>
                  </a:moveTo>
                  <a:cubicBezTo>
                    <a:pt x="116" y="1"/>
                    <a:pt x="1" y="114"/>
                    <a:pt x="1" y="252"/>
                  </a:cubicBezTo>
                  <a:cubicBezTo>
                    <a:pt x="1" y="388"/>
                    <a:pt x="116" y="502"/>
                    <a:pt x="252" y="502"/>
                  </a:cubicBezTo>
                  <a:cubicBezTo>
                    <a:pt x="388" y="502"/>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9"/>
            <p:cNvSpPr/>
            <p:nvPr/>
          </p:nvSpPr>
          <p:spPr>
            <a:xfrm>
              <a:off x="1778450" y="4412225"/>
              <a:ext cx="12550" cy="12550"/>
            </a:xfrm>
            <a:custGeom>
              <a:avLst/>
              <a:gdLst/>
              <a:ahLst/>
              <a:cxnLst/>
              <a:rect l="l" t="t" r="r" b="b"/>
              <a:pathLst>
                <a:path w="502" h="502" extrusionOk="0">
                  <a:moveTo>
                    <a:pt x="252" y="1"/>
                  </a:moveTo>
                  <a:cubicBezTo>
                    <a:pt x="114" y="1"/>
                    <a:pt x="1" y="114"/>
                    <a:pt x="1" y="252"/>
                  </a:cubicBezTo>
                  <a:cubicBezTo>
                    <a:pt x="1" y="388"/>
                    <a:pt x="114" y="502"/>
                    <a:pt x="252" y="502"/>
                  </a:cubicBezTo>
                  <a:cubicBezTo>
                    <a:pt x="388" y="502"/>
                    <a:pt x="501" y="388"/>
                    <a:pt x="501" y="252"/>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9"/>
            <p:cNvSpPr/>
            <p:nvPr/>
          </p:nvSpPr>
          <p:spPr>
            <a:xfrm>
              <a:off x="1870375" y="4412225"/>
              <a:ext cx="12400" cy="12550"/>
            </a:xfrm>
            <a:custGeom>
              <a:avLst/>
              <a:gdLst/>
              <a:ahLst/>
              <a:cxnLst/>
              <a:rect l="l" t="t" r="r" b="b"/>
              <a:pathLst>
                <a:path w="496" h="502" extrusionOk="0">
                  <a:moveTo>
                    <a:pt x="252" y="1"/>
                  </a:moveTo>
                  <a:cubicBezTo>
                    <a:pt x="109" y="1"/>
                    <a:pt x="0" y="114"/>
                    <a:pt x="0" y="252"/>
                  </a:cubicBezTo>
                  <a:cubicBezTo>
                    <a:pt x="0" y="388"/>
                    <a:pt x="109" y="502"/>
                    <a:pt x="252" y="502"/>
                  </a:cubicBezTo>
                  <a:cubicBezTo>
                    <a:pt x="387" y="502"/>
                    <a:pt x="496" y="388"/>
                    <a:pt x="496" y="252"/>
                  </a:cubicBezTo>
                  <a:cubicBezTo>
                    <a:pt x="496"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9"/>
            <p:cNvSpPr/>
            <p:nvPr/>
          </p:nvSpPr>
          <p:spPr>
            <a:xfrm>
              <a:off x="1962150" y="4412225"/>
              <a:ext cx="12550" cy="12550"/>
            </a:xfrm>
            <a:custGeom>
              <a:avLst/>
              <a:gdLst/>
              <a:ahLst/>
              <a:cxnLst/>
              <a:rect l="l" t="t" r="r" b="b"/>
              <a:pathLst>
                <a:path w="502" h="502" extrusionOk="0">
                  <a:moveTo>
                    <a:pt x="250" y="1"/>
                  </a:moveTo>
                  <a:cubicBezTo>
                    <a:pt x="114" y="1"/>
                    <a:pt x="1" y="114"/>
                    <a:pt x="1" y="252"/>
                  </a:cubicBezTo>
                  <a:cubicBezTo>
                    <a:pt x="1" y="388"/>
                    <a:pt x="114" y="502"/>
                    <a:pt x="250" y="502"/>
                  </a:cubicBezTo>
                  <a:cubicBezTo>
                    <a:pt x="388" y="502"/>
                    <a:pt x="502" y="388"/>
                    <a:pt x="502" y="252"/>
                  </a:cubicBezTo>
                  <a:cubicBezTo>
                    <a:pt x="502"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9"/>
            <p:cNvSpPr/>
            <p:nvPr/>
          </p:nvSpPr>
          <p:spPr>
            <a:xfrm>
              <a:off x="2054075" y="4412225"/>
              <a:ext cx="12425" cy="12550"/>
            </a:xfrm>
            <a:custGeom>
              <a:avLst/>
              <a:gdLst/>
              <a:ahLst/>
              <a:cxnLst/>
              <a:rect l="l" t="t" r="r" b="b"/>
              <a:pathLst>
                <a:path w="497" h="502" extrusionOk="0">
                  <a:moveTo>
                    <a:pt x="252" y="1"/>
                  </a:moveTo>
                  <a:cubicBezTo>
                    <a:pt x="109" y="1"/>
                    <a:pt x="1" y="114"/>
                    <a:pt x="1" y="252"/>
                  </a:cubicBezTo>
                  <a:cubicBezTo>
                    <a:pt x="1" y="388"/>
                    <a:pt x="109" y="502"/>
                    <a:pt x="252" y="502"/>
                  </a:cubicBezTo>
                  <a:cubicBezTo>
                    <a:pt x="388" y="502"/>
                    <a:pt x="496" y="388"/>
                    <a:pt x="496" y="252"/>
                  </a:cubicBezTo>
                  <a:cubicBezTo>
                    <a:pt x="496"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9"/>
            <p:cNvSpPr/>
            <p:nvPr/>
          </p:nvSpPr>
          <p:spPr>
            <a:xfrm>
              <a:off x="2145825" y="4412225"/>
              <a:ext cx="12600" cy="12550"/>
            </a:xfrm>
            <a:custGeom>
              <a:avLst/>
              <a:gdLst/>
              <a:ahLst/>
              <a:cxnLst/>
              <a:rect l="l" t="t" r="r" b="b"/>
              <a:pathLst>
                <a:path w="504" h="502" extrusionOk="0">
                  <a:moveTo>
                    <a:pt x="252" y="1"/>
                  </a:moveTo>
                  <a:cubicBezTo>
                    <a:pt x="116" y="1"/>
                    <a:pt x="1" y="114"/>
                    <a:pt x="1" y="252"/>
                  </a:cubicBezTo>
                  <a:cubicBezTo>
                    <a:pt x="1" y="388"/>
                    <a:pt x="116" y="502"/>
                    <a:pt x="252" y="502"/>
                  </a:cubicBezTo>
                  <a:cubicBezTo>
                    <a:pt x="388" y="502"/>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9"/>
            <p:cNvSpPr/>
            <p:nvPr/>
          </p:nvSpPr>
          <p:spPr>
            <a:xfrm>
              <a:off x="2237800" y="4412225"/>
              <a:ext cx="12350" cy="12550"/>
            </a:xfrm>
            <a:custGeom>
              <a:avLst/>
              <a:gdLst/>
              <a:ahLst/>
              <a:cxnLst/>
              <a:rect l="l" t="t" r="r" b="b"/>
              <a:pathLst>
                <a:path w="494" h="502" extrusionOk="0">
                  <a:moveTo>
                    <a:pt x="244" y="1"/>
                  </a:moveTo>
                  <a:cubicBezTo>
                    <a:pt x="107" y="1"/>
                    <a:pt x="0" y="114"/>
                    <a:pt x="0" y="252"/>
                  </a:cubicBezTo>
                  <a:cubicBezTo>
                    <a:pt x="0" y="388"/>
                    <a:pt x="107" y="502"/>
                    <a:pt x="244" y="502"/>
                  </a:cubicBezTo>
                  <a:cubicBezTo>
                    <a:pt x="387" y="502"/>
                    <a:pt x="494" y="388"/>
                    <a:pt x="494" y="252"/>
                  </a:cubicBezTo>
                  <a:cubicBezTo>
                    <a:pt x="494" y="114"/>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9"/>
            <p:cNvSpPr/>
            <p:nvPr/>
          </p:nvSpPr>
          <p:spPr>
            <a:xfrm>
              <a:off x="2329550" y="4412225"/>
              <a:ext cx="12575" cy="12550"/>
            </a:xfrm>
            <a:custGeom>
              <a:avLst/>
              <a:gdLst/>
              <a:ahLst/>
              <a:cxnLst/>
              <a:rect l="l" t="t" r="r" b="b"/>
              <a:pathLst>
                <a:path w="503" h="502" extrusionOk="0">
                  <a:moveTo>
                    <a:pt x="251" y="1"/>
                  </a:moveTo>
                  <a:cubicBezTo>
                    <a:pt x="115" y="1"/>
                    <a:pt x="0" y="114"/>
                    <a:pt x="0" y="252"/>
                  </a:cubicBezTo>
                  <a:cubicBezTo>
                    <a:pt x="0" y="388"/>
                    <a:pt x="115" y="502"/>
                    <a:pt x="251" y="502"/>
                  </a:cubicBezTo>
                  <a:cubicBezTo>
                    <a:pt x="387" y="502"/>
                    <a:pt x="502" y="388"/>
                    <a:pt x="502" y="252"/>
                  </a:cubicBezTo>
                  <a:cubicBezTo>
                    <a:pt x="502"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9"/>
            <p:cNvSpPr/>
            <p:nvPr/>
          </p:nvSpPr>
          <p:spPr>
            <a:xfrm>
              <a:off x="2421325" y="4412225"/>
              <a:ext cx="12550" cy="12550"/>
            </a:xfrm>
            <a:custGeom>
              <a:avLst/>
              <a:gdLst/>
              <a:ahLst/>
              <a:cxnLst/>
              <a:rect l="l" t="t" r="r" b="b"/>
              <a:pathLst>
                <a:path w="502" h="502" extrusionOk="0">
                  <a:moveTo>
                    <a:pt x="250" y="1"/>
                  </a:moveTo>
                  <a:cubicBezTo>
                    <a:pt x="114" y="1"/>
                    <a:pt x="1" y="114"/>
                    <a:pt x="1" y="252"/>
                  </a:cubicBezTo>
                  <a:cubicBezTo>
                    <a:pt x="1" y="388"/>
                    <a:pt x="114" y="502"/>
                    <a:pt x="250" y="502"/>
                  </a:cubicBezTo>
                  <a:cubicBezTo>
                    <a:pt x="395" y="502"/>
                    <a:pt x="501" y="388"/>
                    <a:pt x="501" y="252"/>
                  </a:cubicBezTo>
                  <a:cubicBezTo>
                    <a:pt x="501" y="114"/>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9"/>
            <p:cNvSpPr/>
            <p:nvPr/>
          </p:nvSpPr>
          <p:spPr>
            <a:xfrm>
              <a:off x="2513250" y="4412225"/>
              <a:ext cx="12575" cy="12550"/>
            </a:xfrm>
            <a:custGeom>
              <a:avLst/>
              <a:gdLst/>
              <a:ahLst/>
              <a:cxnLst/>
              <a:rect l="l" t="t" r="r" b="b"/>
              <a:pathLst>
                <a:path w="503" h="502" extrusionOk="0">
                  <a:moveTo>
                    <a:pt x="252" y="1"/>
                  </a:moveTo>
                  <a:cubicBezTo>
                    <a:pt x="109" y="1"/>
                    <a:pt x="0" y="114"/>
                    <a:pt x="0" y="252"/>
                  </a:cubicBezTo>
                  <a:cubicBezTo>
                    <a:pt x="0" y="388"/>
                    <a:pt x="109" y="502"/>
                    <a:pt x="252" y="502"/>
                  </a:cubicBezTo>
                  <a:cubicBezTo>
                    <a:pt x="388" y="502"/>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9"/>
            <p:cNvSpPr/>
            <p:nvPr/>
          </p:nvSpPr>
          <p:spPr>
            <a:xfrm>
              <a:off x="2605000" y="4412225"/>
              <a:ext cx="12575" cy="12550"/>
            </a:xfrm>
            <a:custGeom>
              <a:avLst/>
              <a:gdLst/>
              <a:ahLst/>
              <a:cxnLst/>
              <a:rect l="l" t="t" r="r" b="b"/>
              <a:pathLst>
                <a:path w="503" h="502" extrusionOk="0">
                  <a:moveTo>
                    <a:pt x="252" y="1"/>
                  </a:moveTo>
                  <a:cubicBezTo>
                    <a:pt x="116" y="1"/>
                    <a:pt x="0" y="114"/>
                    <a:pt x="0" y="252"/>
                  </a:cubicBezTo>
                  <a:cubicBezTo>
                    <a:pt x="0" y="388"/>
                    <a:pt x="116" y="502"/>
                    <a:pt x="252" y="502"/>
                  </a:cubicBezTo>
                  <a:cubicBezTo>
                    <a:pt x="387" y="502"/>
                    <a:pt x="503" y="388"/>
                    <a:pt x="503" y="252"/>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9"/>
            <p:cNvSpPr/>
            <p:nvPr/>
          </p:nvSpPr>
          <p:spPr>
            <a:xfrm>
              <a:off x="2696950" y="4412225"/>
              <a:ext cx="12375" cy="12550"/>
            </a:xfrm>
            <a:custGeom>
              <a:avLst/>
              <a:gdLst/>
              <a:ahLst/>
              <a:cxnLst/>
              <a:rect l="l" t="t" r="r" b="b"/>
              <a:pathLst>
                <a:path w="495" h="502" extrusionOk="0">
                  <a:moveTo>
                    <a:pt x="252" y="1"/>
                  </a:moveTo>
                  <a:cubicBezTo>
                    <a:pt x="108" y="1"/>
                    <a:pt x="1" y="114"/>
                    <a:pt x="1" y="252"/>
                  </a:cubicBezTo>
                  <a:cubicBezTo>
                    <a:pt x="1" y="388"/>
                    <a:pt x="108" y="502"/>
                    <a:pt x="252" y="502"/>
                  </a:cubicBezTo>
                  <a:cubicBezTo>
                    <a:pt x="388" y="502"/>
                    <a:pt x="495" y="388"/>
                    <a:pt x="495" y="252"/>
                  </a:cubicBezTo>
                  <a:cubicBezTo>
                    <a:pt x="495"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9"/>
            <p:cNvSpPr/>
            <p:nvPr/>
          </p:nvSpPr>
          <p:spPr>
            <a:xfrm>
              <a:off x="2788700" y="4412225"/>
              <a:ext cx="12600" cy="12550"/>
            </a:xfrm>
            <a:custGeom>
              <a:avLst/>
              <a:gdLst/>
              <a:ahLst/>
              <a:cxnLst/>
              <a:rect l="l" t="t" r="r" b="b"/>
              <a:pathLst>
                <a:path w="504" h="502" extrusionOk="0">
                  <a:moveTo>
                    <a:pt x="252" y="1"/>
                  </a:moveTo>
                  <a:cubicBezTo>
                    <a:pt x="116" y="1"/>
                    <a:pt x="1" y="114"/>
                    <a:pt x="1" y="252"/>
                  </a:cubicBezTo>
                  <a:cubicBezTo>
                    <a:pt x="1" y="388"/>
                    <a:pt x="116" y="502"/>
                    <a:pt x="252" y="502"/>
                  </a:cubicBezTo>
                  <a:cubicBezTo>
                    <a:pt x="388" y="502"/>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9"/>
            <p:cNvSpPr/>
            <p:nvPr/>
          </p:nvSpPr>
          <p:spPr>
            <a:xfrm>
              <a:off x="2880675" y="4412225"/>
              <a:ext cx="12375" cy="12550"/>
            </a:xfrm>
            <a:custGeom>
              <a:avLst/>
              <a:gdLst/>
              <a:ahLst/>
              <a:cxnLst/>
              <a:rect l="l" t="t" r="r" b="b"/>
              <a:pathLst>
                <a:path w="495" h="502" extrusionOk="0">
                  <a:moveTo>
                    <a:pt x="243" y="1"/>
                  </a:moveTo>
                  <a:cubicBezTo>
                    <a:pt x="107" y="1"/>
                    <a:pt x="0" y="114"/>
                    <a:pt x="0" y="252"/>
                  </a:cubicBezTo>
                  <a:cubicBezTo>
                    <a:pt x="0" y="388"/>
                    <a:pt x="107" y="502"/>
                    <a:pt x="243" y="502"/>
                  </a:cubicBezTo>
                  <a:cubicBezTo>
                    <a:pt x="387" y="502"/>
                    <a:pt x="494" y="388"/>
                    <a:pt x="494" y="252"/>
                  </a:cubicBezTo>
                  <a:cubicBezTo>
                    <a:pt x="494" y="114"/>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9"/>
            <p:cNvSpPr/>
            <p:nvPr/>
          </p:nvSpPr>
          <p:spPr>
            <a:xfrm>
              <a:off x="2972425" y="4412225"/>
              <a:ext cx="12575" cy="12550"/>
            </a:xfrm>
            <a:custGeom>
              <a:avLst/>
              <a:gdLst/>
              <a:ahLst/>
              <a:cxnLst/>
              <a:rect l="l" t="t" r="r" b="b"/>
              <a:pathLst>
                <a:path w="503" h="502" extrusionOk="0">
                  <a:moveTo>
                    <a:pt x="251" y="1"/>
                  </a:moveTo>
                  <a:cubicBezTo>
                    <a:pt x="115" y="1"/>
                    <a:pt x="0" y="114"/>
                    <a:pt x="0" y="252"/>
                  </a:cubicBezTo>
                  <a:cubicBezTo>
                    <a:pt x="0" y="388"/>
                    <a:pt x="115" y="502"/>
                    <a:pt x="251" y="502"/>
                  </a:cubicBezTo>
                  <a:cubicBezTo>
                    <a:pt x="387" y="502"/>
                    <a:pt x="503" y="388"/>
                    <a:pt x="503" y="252"/>
                  </a:cubicBezTo>
                  <a:cubicBezTo>
                    <a:pt x="503"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9"/>
            <p:cNvSpPr/>
            <p:nvPr/>
          </p:nvSpPr>
          <p:spPr>
            <a:xfrm>
              <a:off x="3064375" y="4412225"/>
              <a:ext cx="12375" cy="12550"/>
            </a:xfrm>
            <a:custGeom>
              <a:avLst/>
              <a:gdLst/>
              <a:ahLst/>
              <a:cxnLst/>
              <a:rect l="l" t="t" r="r" b="b"/>
              <a:pathLst>
                <a:path w="495" h="502" extrusionOk="0">
                  <a:moveTo>
                    <a:pt x="243" y="1"/>
                  </a:moveTo>
                  <a:cubicBezTo>
                    <a:pt x="107" y="1"/>
                    <a:pt x="1" y="114"/>
                    <a:pt x="1" y="252"/>
                  </a:cubicBezTo>
                  <a:cubicBezTo>
                    <a:pt x="1" y="388"/>
                    <a:pt x="107" y="502"/>
                    <a:pt x="243" y="502"/>
                  </a:cubicBezTo>
                  <a:cubicBezTo>
                    <a:pt x="388" y="502"/>
                    <a:pt x="495" y="388"/>
                    <a:pt x="495" y="252"/>
                  </a:cubicBezTo>
                  <a:cubicBezTo>
                    <a:pt x="495" y="114"/>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9"/>
            <p:cNvSpPr/>
            <p:nvPr/>
          </p:nvSpPr>
          <p:spPr>
            <a:xfrm>
              <a:off x="3156125" y="4412225"/>
              <a:ext cx="12600" cy="12550"/>
            </a:xfrm>
            <a:custGeom>
              <a:avLst/>
              <a:gdLst/>
              <a:ahLst/>
              <a:cxnLst/>
              <a:rect l="l" t="t" r="r" b="b"/>
              <a:pathLst>
                <a:path w="504" h="502" extrusionOk="0">
                  <a:moveTo>
                    <a:pt x="252" y="1"/>
                  </a:moveTo>
                  <a:cubicBezTo>
                    <a:pt x="116" y="1"/>
                    <a:pt x="1" y="114"/>
                    <a:pt x="1" y="252"/>
                  </a:cubicBezTo>
                  <a:cubicBezTo>
                    <a:pt x="1" y="388"/>
                    <a:pt x="116" y="502"/>
                    <a:pt x="252" y="502"/>
                  </a:cubicBezTo>
                  <a:cubicBezTo>
                    <a:pt x="388" y="502"/>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9"/>
            <p:cNvSpPr/>
            <p:nvPr/>
          </p:nvSpPr>
          <p:spPr>
            <a:xfrm>
              <a:off x="3247875" y="4412225"/>
              <a:ext cx="12575" cy="12550"/>
            </a:xfrm>
            <a:custGeom>
              <a:avLst/>
              <a:gdLst/>
              <a:ahLst/>
              <a:cxnLst/>
              <a:rect l="l" t="t" r="r" b="b"/>
              <a:pathLst>
                <a:path w="503" h="502" extrusionOk="0">
                  <a:moveTo>
                    <a:pt x="252" y="1"/>
                  </a:moveTo>
                  <a:cubicBezTo>
                    <a:pt x="116" y="1"/>
                    <a:pt x="1" y="114"/>
                    <a:pt x="1" y="252"/>
                  </a:cubicBezTo>
                  <a:cubicBezTo>
                    <a:pt x="1" y="388"/>
                    <a:pt x="116" y="502"/>
                    <a:pt x="252" y="502"/>
                  </a:cubicBezTo>
                  <a:cubicBezTo>
                    <a:pt x="388" y="502"/>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9"/>
            <p:cNvSpPr/>
            <p:nvPr/>
          </p:nvSpPr>
          <p:spPr>
            <a:xfrm>
              <a:off x="3339850" y="4412225"/>
              <a:ext cx="12525" cy="12550"/>
            </a:xfrm>
            <a:custGeom>
              <a:avLst/>
              <a:gdLst/>
              <a:ahLst/>
              <a:cxnLst/>
              <a:rect l="l" t="t" r="r" b="b"/>
              <a:pathLst>
                <a:path w="501" h="502" extrusionOk="0">
                  <a:moveTo>
                    <a:pt x="251" y="1"/>
                  </a:moveTo>
                  <a:cubicBezTo>
                    <a:pt x="107" y="1"/>
                    <a:pt x="0" y="114"/>
                    <a:pt x="0" y="252"/>
                  </a:cubicBezTo>
                  <a:cubicBezTo>
                    <a:pt x="0" y="388"/>
                    <a:pt x="107" y="502"/>
                    <a:pt x="251" y="502"/>
                  </a:cubicBezTo>
                  <a:cubicBezTo>
                    <a:pt x="387" y="502"/>
                    <a:pt x="501" y="388"/>
                    <a:pt x="501" y="252"/>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9"/>
            <p:cNvSpPr/>
            <p:nvPr/>
          </p:nvSpPr>
          <p:spPr>
            <a:xfrm>
              <a:off x="3431575" y="4412225"/>
              <a:ext cx="12600" cy="12550"/>
            </a:xfrm>
            <a:custGeom>
              <a:avLst/>
              <a:gdLst/>
              <a:ahLst/>
              <a:cxnLst/>
              <a:rect l="l" t="t" r="r" b="b"/>
              <a:pathLst>
                <a:path w="504" h="502" extrusionOk="0">
                  <a:moveTo>
                    <a:pt x="252" y="1"/>
                  </a:moveTo>
                  <a:cubicBezTo>
                    <a:pt x="116" y="1"/>
                    <a:pt x="1" y="114"/>
                    <a:pt x="1" y="252"/>
                  </a:cubicBezTo>
                  <a:cubicBezTo>
                    <a:pt x="1" y="388"/>
                    <a:pt x="116" y="502"/>
                    <a:pt x="252" y="502"/>
                  </a:cubicBezTo>
                  <a:cubicBezTo>
                    <a:pt x="388" y="502"/>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9"/>
            <p:cNvSpPr/>
            <p:nvPr/>
          </p:nvSpPr>
          <p:spPr>
            <a:xfrm>
              <a:off x="3523550" y="4412225"/>
              <a:ext cx="12375" cy="12550"/>
            </a:xfrm>
            <a:custGeom>
              <a:avLst/>
              <a:gdLst/>
              <a:ahLst/>
              <a:cxnLst/>
              <a:rect l="l" t="t" r="r" b="b"/>
              <a:pathLst>
                <a:path w="495" h="502" extrusionOk="0">
                  <a:moveTo>
                    <a:pt x="250" y="1"/>
                  </a:moveTo>
                  <a:cubicBezTo>
                    <a:pt x="107" y="1"/>
                    <a:pt x="0" y="114"/>
                    <a:pt x="0" y="252"/>
                  </a:cubicBezTo>
                  <a:cubicBezTo>
                    <a:pt x="0" y="388"/>
                    <a:pt x="107" y="502"/>
                    <a:pt x="250" y="502"/>
                  </a:cubicBezTo>
                  <a:cubicBezTo>
                    <a:pt x="388" y="502"/>
                    <a:pt x="494" y="388"/>
                    <a:pt x="494" y="252"/>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9"/>
            <p:cNvSpPr/>
            <p:nvPr/>
          </p:nvSpPr>
          <p:spPr>
            <a:xfrm>
              <a:off x="676400" y="4503975"/>
              <a:ext cx="12600" cy="12600"/>
            </a:xfrm>
            <a:custGeom>
              <a:avLst/>
              <a:gdLst/>
              <a:ahLst/>
              <a:cxnLst/>
              <a:rect l="l" t="t" r="r" b="b"/>
              <a:pathLst>
                <a:path w="504" h="504" extrusionOk="0">
                  <a:moveTo>
                    <a:pt x="252" y="1"/>
                  </a:moveTo>
                  <a:cubicBezTo>
                    <a:pt x="116" y="1"/>
                    <a:pt x="1" y="116"/>
                    <a:pt x="1" y="252"/>
                  </a:cubicBezTo>
                  <a:cubicBezTo>
                    <a:pt x="1" y="395"/>
                    <a:pt x="116" y="503"/>
                    <a:pt x="252" y="503"/>
                  </a:cubicBezTo>
                  <a:cubicBezTo>
                    <a:pt x="388" y="503"/>
                    <a:pt x="503" y="395"/>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9"/>
            <p:cNvSpPr/>
            <p:nvPr/>
          </p:nvSpPr>
          <p:spPr>
            <a:xfrm>
              <a:off x="768325" y="4503975"/>
              <a:ext cx="12400" cy="12600"/>
            </a:xfrm>
            <a:custGeom>
              <a:avLst/>
              <a:gdLst/>
              <a:ahLst/>
              <a:cxnLst/>
              <a:rect l="l" t="t" r="r" b="b"/>
              <a:pathLst>
                <a:path w="496" h="504" extrusionOk="0">
                  <a:moveTo>
                    <a:pt x="245" y="1"/>
                  </a:moveTo>
                  <a:cubicBezTo>
                    <a:pt x="109" y="1"/>
                    <a:pt x="0" y="116"/>
                    <a:pt x="0" y="252"/>
                  </a:cubicBezTo>
                  <a:cubicBezTo>
                    <a:pt x="0" y="395"/>
                    <a:pt x="109" y="503"/>
                    <a:pt x="245" y="503"/>
                  </a:cubicBezTo>
                  <a:cubicBezTo>
                    <a:pt x="388" y="503"/>
                    <a:pt x="496" y="395"/>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9"/>
            <p:cNvSpPr/>
            <p:nvPr/>
          </p:nvSpPr>
          <p:spPr>
            <a:xfrm>
              <a:off x="860125" y="4503975"/>
              <a:ext cx="12525" cy="12600"/>
            </a:xfrm>
            <a:custGeom>
              <a:avLst/>
              <a:gdLst/>
              <a:ahLst/>
              <a:cxnLst/>
              <a:rect l="l" t="t" r="r" b="b"/>
              <a:pathLst>
                <a:path w="501" h="504" extrusionOk="0">
                  <a:moveTo>
                    <a:pt x="251" y="1"/>
                  </a:moveTo>
                  <a:cubicBezTo>
                    <a:pt x="114" y="1"/>
                    <a:pt x="0" y="116"/>
                    <a:pt x="0" y="252"/>
                  </a:cubicBezTo>
                  <a:cubicBezTo>
                    <a:pt x="0" y="395"/>
                    <a:pt x="114" y="503"/>
                    <a:pt x="251" y="503"/>
                  </a:cubicBezTo>
                  <a:cubicBezTo>
                    <a:pt x="387" y="503"/>
                    <a:pt x="501" y="395"/>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9"/>
            <p:cNvSpPr/>
            <p:nvPr/>
          </p:nvSpPr>
          <p:spPr>
            <a:xfrm>
              <a:off x="951850" y="4503975"/>
              <a:ext cx="12600" cy="12600"/>
            </a:xfrm>
            <a:custGeom>
              <a:avLst/>
              <a:gdLst/>
              <a:ahLst/>
              <a:cxnLst/>
              <a:rect l="l" t="t" r="r" b="b"/>
              <a:pathLst>
                <a:path w="504" h="504" extrusionOk="0">
                  <a:moveTo>
                    <a:pt x="252" y="1"/>
                  </a:moveTo>
                  <a:cubicBezTo>
                    <a:pt x="116" y="1"/>
                    <a:pt x="1" y="116"/>
                    <a:pt x="1" y="252"/>
                  </a:cubicBezTo>
                  <a:cubicBezTo>
                    <a:pt x="1" y="395"/>
                    <a:pt x="116" y="503"/>
                    <a:pt x="252" y="503"/>
                  </a:cubicBezTo>
                  <a:cubicBezTo>
                    <a:pt x="388" y="503"/>
                    <a:pt x="503" y="395"/>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9"/>
            <p:cNvSpPr/>
            <p:nvPr/>
          </p:nvSpPr>
          <p:spPr>
            <a:xfrm>
              <a:off x="1043825" y="4503975"/>
              <a:ext cx="12375" cy="12600"/>
            </a:xfrm>
            <a:custGeom>
              <a:avLst/>
              <a:gdLst/>
              <a:ahLst/>
              <a:cxnLst/>
              <a:rect l="l" t="t" r="r" b="b"/>
              <a:pathLst>
                <a:path w="495" h="504" extrusionOk="0">
                  <a:moveTo>
                    <a:pt x="250" y="1"/>
                  </a:moveTo>
                  <a:cubicBezTo>
                    <a:pt x="107" y="1"/>
                    <a:pt x="0" y="116"/>
                    <a:pt x="0" y="252"/>
                  </a:cubicBezTo>
                  <a:cubicBezTo>
                    <a:pt x="0" y="395"/>
                    <a:pt x="107" y="503"/>
                    <a:pt x="250" y="503"/>
                  </a:cubicBezTo>
                  <a:cubicBezTo>
                    <a:pt x="388" y="503"/>
                    <a:pt x="494" y="395"/>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9"/>
            <p:cNvSpPr/>
            <p:nvPr/>
          </p:nvSpPr>
          <p:spPr>
            <a:xfrm>
              <a:off x="1135575" y="4503975"/>
              <a:ext cx="12575" cy="12600"/>
            </a:xfrm>
            <a:custGeom>
              <a:avLst/>
              <a:gdLst/>
              <a:ahLst/>
              <a:cxnLst/>
              <a:rect l="l" t="t" r="r" b="b"/>
              <a:pathLst>
                <a:path w="503" h="504" extrusionOk="0">
                  <a:moveTo>
                    <a:pt x="252" y="1"/>
                  </a:moveTo>
                  <a:cubicBezTo>
                    <a:pt x="116" y="1"/>
                    <a:pt x="0" y="116"/>
                    <a:pt x="0" y="252"/>
                  </a:cubicBezTo>
                  <a:cubicBezTo>
                    <a:pt x="0" y="395"/>
                    <a:pt x="116" y="503"/>
                    <a:pt x="252" y="503"/>
                  </a:cubicBezTo>
                  <a:cubicBezTo>
                    <a:pt x="387" y="503"/>
                    <a:pt x="503" y="395"/>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9"/>
            <p:cNvSpPr/>
            <p:nvPr/>
          </p:nvSpPr>
          <p:spPr>
            <a:xfrm>
              <a:off x="1227500" y="4503975"/>
              <a:ext cx="12400" cy="12600"/>
            </a:xfrm>
            <a:custGeom>
              <a:avLst/>
              <a:gdLst/>
              <a:ahLst/>
              <a:cxnLst/>
              <a:rect l="l" t="t" r="r" b="b"/>
              <a:pathLst>
                <a:path w="496" h="504" extrusionOk="0">
                  <a:moveTo>
                    <a:pt x="251" y="1"/>
                  </a:moveTo>
                  <a:cubicBezTo>
                    <a:pt x="109" y="1"/>
                    <a:pt x="0" y="116"/>
                    <a:pt x="0" y="252"/>
                  </a:cubicBezTo>
                  <a:cubicBezTo>
                    <a:pt x="0" y="395"/>
                    <a:pt x="109" y="503"/>
                    <a:pt x="251" y="503"/>
                  </a:cubicBezTo>
                  <a:cubicBezTo>
                    <a:pt x="387" y="503"/>
                    <a:pt x="496" y="395"/>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9"/>
            <p:cNvSpPr/>
            <p:nvPr/>
          </p:nvSpPr>
          <p:spPr>
            <a:xfrm>
              <a:off x="1319275" y="4503975"/>
              <a:ext cx="12550" cy="12600"/>
            </a:xfrm>
            <a:custGeom>
              <a:avLst/>
              <a:gdLst/>
              <a:ahLst/>
              <a:cxnLst/>
              <a:rect l="l" t="t" r="r" b="b"/>
              <a:pathLst>
                <a:path w="502" h="504" extrusionOk="0">
                  <a:moveTo>
                    <a:pt x="252" y="1"/>
                  </a:moveTo>
                  <a:cubicBezTo>
                    <a:pt x="114" y="1"/>
                    <a:pt x="1" y="116"/>
                    <a:pt x="1" y="252"/>
                  </a:cubicBezTo>
                  <a:cubicBezTo>
                    <a:pt x="1" y="395"/>
                    <a:pt x="114" y="503"/>
                    <a:pt x="252" y="503"/>
                  </a:cubicBezTo>
                  <a:cubicBezTo>
                    <a:pt x="388" y="503"/>
                    <a:pt x="501" y="395"/>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9"/>
            <p:cNvSpPr/>
            <p:nvPr/>
          </p:nvSpPr>
          <p:spPr>
            <a:xfrm>
              <a:off x="1411200" y="4503975"/>
              <a:ext cx="12425" cy="12600"/>
            </a:xfrm>
            <a:custGeom>
              <a:avLst/>
              <a:gdLst/>
              <a:ahLst/>
              <a:cxnLst/>
              <a:rect l="l" t="t" r="r" b="b"/>
              <a:pathLst>
                <a:path w="497" h="504" extrusionOk="0">
                  <a:moveTo>
                    <a:pt x="245" y="1"/>
                  </a:moveTo>
                  <a:cubicBezTo>
                    <a:pt x="109" y="1"/>
                    <a:pt x="1" y="116"/>
                    <a:pt x="1" y="252"/>
                  </a:cubicBezTo>
                  <a:cubicBezTo>
                    <a:pt x="1" y="395"/>
                    <a:pt x="109" y="503"/>
                    <a:pt x="245" y="503"/>
                  </a:cubicBezTo>
                  <a:cubicBezTo>
                    <a:pt x="388" y="503"/>
                    <a:pt x="496" y="395"/>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9"/>
            <p:cNvSpPr/>
            <p:nvPr/>
          </p:nvSpPr>
          <p:spPr>
            <a:xfrm>
              <a:off x="1503000" y="4503975"/>
              <a:ext cx="12525" cy="12600"/>
            </a:xfrm>
            <a:custGeom>
              <a:avLst/>
              <a:gdLst/>
              <a:ahLst/>
              <a:cxnLst/>
              <a:rect l="l" t="t" r="r" b="b"/>
              <a:pathLst>
                <a:path w="501" h="504" extrusionOk="0">
                  <a:moveTo>
                    <a:pt x="250" y="1"/>
                  </a:moveTo>
                  <a:cubicBezTo>
                    <a:pt x="114" y="1"/>
                    <a:pt x="0" y="116"/>
                    <a:pt x="0" y="252"/>
                  </a:cubicBezTo>
                  <a:cubicBezTo>
                    <a:pt x="0" y="395"/>
                    <a:pt x="114" y="503"/>
                    <a:pt x="250" y="503"/>
                  </a:cubicBezTo>
                  <a:cubicBezTo>
                    <a:pt x="387" y="503"/>
                    <a:pt x="501" y="395"/>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9"/>
            <p:cNvSpPr/>
            <p:nvPr/>
          </p:nvSpPr>
          <p:spPr>
            <a:xfrm>
              <a:off x="1594750" y="4503975"/>
              <a:ext cx="12575" cy="12600"/>
            </a:xfrm>
            <a:custGeom>
              <a:avLst/>
              <a:gdLst/>
              <a:ahLst/>
              <a:cxnLst/>
              <a:rect l="l" t="t" r="r" b="b"/>
              <a:pathLst>
                <a:path w="503" h="504" extrusionOk="0">
                  <a:moveTo>
                    <a:pt x="251" y="1"/>
                  </a:moveTo>
                  <a:cubicBezTo>
                    <a:pt x="115" y="1"/>
                    <a:pt x="0" y="116"/>
                    <a:pt x="0" y="252"/>
                  </a:cubicBezTo>
                  <a:cubicBezTo>
                    <a:pt x="0" y="395"/>
                    <a:pt x="115" y="503"/>
                    <a:pt x="251" y="503"/>
                  </a:cubicBezTo>
                  <a:cubicBezTo>
                    <a:pt x="394" y="503"/>
                    <a:pt x="503" y="395"/>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9"/>
            <p:cNvSpPr/>
            <p:nvPr/>
          </p:nvSpPr>
          <p:spPr>
            <a:xfrm>
              <a:off x="1686650" y="4503975"/>
              <a:ext cx="12600" cy="12600"/>
            </a:xfrm>
            <a:custGeom>
              <a:avLst/>
              <a:gdLst/>
              <a:ahLst/>
              <a:cxnLst/>
              <a:rect l="l" t="t" r="r" b="b"/>
              <a:pathLst>
                <a:path w="504" h="504" extrusionOk="0">
                  <a:moveTo>
                    <a:pt x="252" y="1"/>
                  </a:moveTo>
                  <a:cubicBezTo>
                    <a:pt x="116" y="1"/>
                    <a:pt x="1" y="116"/>
                    <a:pt x="1" y="252"/>
                  </a:cubicBezTo>
                  <a:cubicBezTo>
                    <a:pt x="1" y="395"/>
                    <a:pt x="116" y="503"/>
                    <a:pt x="252" y="503"/>
                  </a:cubicBezTo>
                  <a:cubicBezTo>
                    <a:pt x="388" y="503"/>
                    <a:pt x="503" y="395"/>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9"/>
            <p:cNvSpPr/>
            <p:nvPr/>
          </p:nvSpPr>
          <p:spPr>
            <a:xfrm>
              <a:off x="1778450" y="4503975"/>
              <a:ext cx="12550" cy="12600"/>
            </a:xfrm>
            <a:custGeom>
              <a:avLst/>
              <a:gdLst/>
              <a:ahLst/>
              <a:cxnLst/>
              <a:rect l="l" t="t" r="r" b="b"/>
              <a:pathLst>
                <a:path w="502" h="504" extrusionOk="0">
                  <a:moveTo>
                    <a:pt x="252" y="1"/>
                  </a:moveTo>
                  <a:cubicBezTo>
                    <a:pt x="114" y="1"/>
                    <a:pt x="1" y="116"/>
                    <a:pt x="1" y="252"/>
                  </a:cubicBezTo>
                  <a:cubicBezTo>
                    <a:pt x="1" y="395"/>
                    <a:pt x="114" y="503"/>
                    <a:pt x="252" y="503"/>
                  </a:cubicBezTo>
                  <a:cubicBezTo>
                    <a:pt x="388" y="503"/>
                    <a:pt x="501" y="395"/>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9"/>
            <p:cNvSpPr/>
            <p:nvPr/>
          </p:nvSpPr>
          <p:spPr>
            <a:xfrm>
              <a:off x="1870375" y="4503975"/>
              <a:ext cx="12400" cy="12600"/>
            </a:xfrm>
            <a:custGeom>
              <a:avLst/>
              <a:gdLst/>
              <a:ahLst/>
              <a:cxnLst/>
              <a:rect l="l" t="t" r="r" b="b"/>
              <a:pathLst>
                <a:path w="496" h="504" extrusionOk="0">
                  <a:moveTo>
                    <a:pt x="252" y="1"/>
                  </a:moveTo>
                  <a:cubicBezTo>
                    <a:pt x="109" y="1"/>
                    <a:pt x="0" y="116"/>
                    <a:pt x="0" y="252"/>
                  </a:cubicBezTo>
                  <a:cubicBezTo>
                    <a:pt x="0" y="395"/>
                    <a:pt x="109" y="503"/>
                    <a:pt x="252" y="503"/>
                  </a:cubicBezTo>
                  <a:cubicBezTo>
                    <a:pt x="387" y="503"/>
                    <a:pt x="496" y="395"/>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9"/>
            <p:cNvSpPr/>
            <p:nvPr/>
          </p:nvSpPr>
          <p:spPr>
            <a:xfrm>
              <a:off x="1962150" y="4503975"/>
              <a:ext cx="12550" cy="12600"/>
            </a:xfrm>
            <a:custGeom>
              <a:avLst/>
              <a:gdLst/>
              <a:ahLst/>
              <a:cxnLst/>
              <a:rect l="l" t="t" r="r" b="b"/>
              <a:pathLst>
                <a:path w="502" h="504" extrusionOk="0">
                  <a:moveTo>
                    <a:pt x="250" y="1"/>
                  </a:moveTo>
                  <a:cubicBezTo>
                    <a:pt x="114" y="1"/>
                    <a:pt x="1" y="116"/>
                    <a:pt x="1" y="252"/>
                  </a:cubicBezTo>
                  <a:cubicBezTo>
                    <a:pt x="1" y="395"/>
                    <a:pt x="114" y="503"/>
                    <a:pt x="250" y="503"/>
                  </a:cubicBezTo>
                  <a:cubicBezTo>
                    <a:pt x="388" y="503"/>
                    <a:pt x="502" y="395"/>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9"/>
            <p:cNvSpPr/>
            <p:nvPr/>
          </p:nvSpPr>
          <p:spPr>
            <a:xfrm>
              <a:off x="2054075" y="4503975"/>
              <a:ext cx="12425" cy="12600"/>
            </a:xfrm>
            <a:custGeom>
              <a:avLst/>
              <a:gdLst/>
              <a:ahLst/>
              <a:cxnLst/>
              <a:rect l="l" t="t" r="r" b="b"/>
              <a:pathLst>
                <a:path w="497" h="504" extrusionOk="0">
                  <a:moveTo>
                    <a:pt x="252" y="1"/>
                  </a:moveTo>
                  <a:cubicBezTo>
                    <a:pt x="109" y="1"/>
                    <a:pt x="1" y="116"/>
                    <a:pt x="1" y="252"/>
                  </a:cubicBezTo>
                  <a:cubicBezTo>
                    <a:pt x="1" y="395"/>
                    <a:pt x="109" y="503"/>
                    <a:pt x="252" y="503"/>
                  </a:cubicBezTo>
                  <a:cubicBezTo>
                    <a:pt x="388" y="503"/>
                    <a:pt x="496" y="395"/>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9"/>
            <p:cNvSpPr/>
            <p:nvPr/>
          </p:nvSpPr>
          <p:spPr>
            <a:xfrm>
              <a:off x="2145825" y="4503975"/>
              <a:ext cx="12600" cy="12600"/>
            </a:xfrm>
            <a:custGeom>
              <a:avLst/>
              <a:gdLst/>
              <a:ahLst/>
              <a:cxnLst/>
              <a:rect l="l" t="t" r="r" b="b"/>
              <a:pathLst>
                <a:path w="504" h="504" extrusionOk="0">
                  <a:moveTo>
                    <a:pt x="252" y="1"/>
                  </a:moveTo>
                  <a:cubicBezTo>
                    <a:pt x="116" y="1"/>
                    <a:pt x="1" y="116"/>
                    <a:pt x="1" y="252"/>
                  </a:cubicBezTo>
                  <a:cubicBezTo>
                    <a:pt x="1" y="395"/>
                    <a:pt x="116" y="503"/>
                    <a:pt x="252" y="503"/>
                  </a:cubicBezTo>
                  <a:cubicBezTo>
                    <a:pt x="388" y="503"/>
                    <a:pt x="503" y="395"/>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9"/>
            <p:cNvSpPr/>
            <p:nvPr/>
          </p:nvSpPr>
          <p:spPr>
            <a:xfrm>
              <a:off x="2237800" y="4503975"/>
              <a:ext cx="12350" cy="12600"/>
            </a:xfrm>
            <a:custGeom>
              <a:avLst/>
              <a:gdLst/>
              <a:ahLst/>
              <a:cxnLst/>
              <a:rect l="l" t="t" r="r" b="b"/>
              <a:pathLst>
                <a:path w="494" h="504" extrusionOk="0">
                  <a:moveTo>
                    <a:pt x="244" y="1"/>
                  </a:moveTo>
                  <a:cubicBezTo>
                    <a:pt x="107" y="1"/>
                    <a:pt x="0" y="116"/>
                    <a:pt x="0" y="252"/>
                  </a:cubicBezTo>
                  <a:cubicBezTo>
                    <a:pt x="0" y="395"/>
                    <a:pt x="107" y="503"/>
                    <a:pt x="244" y="503"/>
                  </a:cubicBezTo>
                  <a:cubicBezTo>
                    <a:pt x="387" y="503"/>
                    <a:pt x="494" y="395"/>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9"/>
            <p:cNvSpPr/>
            <p:nvPr/>
          </p:nvSpPr>
          <p:spPr>
            <a:xfrm>
              <a:off x="2329550" y="4503975"/>
              <a:ext cx="12575" cy="12600"/>
            </a:xfrm>
            <a:custGeom>
              <a:avLst/>
              <a:gdLst/>
              <a:ahLst/>
              <a:cxnLst/>
              <a:rect l="l" t="t" r="r" b="b"/>
              <a:pathLst>
                <a:path w="503" h="504" extrusionOk="0">
                  <a:moveTo>
                    <a:pt x="251" y="1"/>
                  </a:moveTo>
                  <a:cubicBezTo>
                    <a:pt x="115" y="1"/>
                    <a:pt x="0" y="116"/>
                    <a:pt x="0" y="252"/>
                  </a:cubicBezTo>
                  <a:cubicBezTo>
                    <a:pt x="0" y="395"/>
                    <a:pt x="115" y="503"/>
                    <a:pt x="251" y="503"/>
                  </a:cubicBezTo>
                  <a:cubicBezTo>
                    <a:pt x="387" y="503"/>
                    <a:pt x="502" y="395"/>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9"/>
            <p:cNvSpPr/>
            <p:nvPr/>
          </p:nvSpPr>
          <p:spPr>
            <a:xfrm>
              <a:off x="2421325" y="4503975"/>
              <a:ext cx="12550" cy="12600"/>
            </a:xfrm>
            <a:custGeom>
              <a:avLst/>
              <a:gdLst/>
              <a:ahLst/>
              <a:cxnLst/>
              <a:rect l="l" t="t" r="r" b="b"/>
              <a:pathLst>
                <a:path w="502" h="504" extrusionOk="0">
                  <a:moveTo>
                    <a:pt x="250" y="1"/>
                  </a:moveTo>
                  <a:cubicBezTo>
                    <a:pt x="114" y="1"/>
                    <a:pt x="1" y="116"/>
                    <a:pt x="1" y="252"/>
                  </a:cubicBezTo>
                  <a:cubicBezTo>
                    <a:pt x="1" y="395"/>
                    <a:pt x="114" y="503"/>
                    <a:pt x="250" y="503"/>
                  </a:cubicBezTo>
                  <a:cubicBezTo>
                    <a:pt x="395" y="503"/>
                    <a:pt x="501" y="395"/>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9"/>
            <p:cNvSpPr/>
            <p:nvPr/>
          </p:nvSpPr>
          <p:spPr>
            <a:xfrm>
              <a:off x="2513250" y="4503975"/>
              <a:ext cx="12575" cy="12600"/>
            </a:xfrm>
            <a:custGeom>
              <a:avLst/>
              <a:gdLst/>
              <a:ahLst/>
              <a:cxnLst/>
              <a:rect l="l" t="t" r="r" b="b"/>
              <a:pathLst>
                <a:path w="503" h="504" extrusionOk="0">
                  <a:moveTo>
                    <a:pt x="252" y="1"/>
                  </a:moveTo>
                  <a:cubicBezTo>
                    <a:pt x="109" y="1"/>
                    <a:pt x="0" y="116"/>
                    <a:pt x="0" y="252"/>
                  </a:cubicBezTo>
                  <a:cubicBezTo>
                    <a:pt x="0" y="395"/>
                    <a:pt x="109" y="503"/>
                    <a:pt x="252" y="503"/>
                  </a:cubicBezTo>
                  <a:cubicBezTo>
                    <a:pt x="388" y="503"/>
                    <a:pt x="503" y="395"/>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9"/>
            <p:cNvSpPr/>
            <p:nvPr/>
          </p:nvSpPr>
          <p:spPr>
            <a:xfrm>
              <a:off x="2605000" y="4503975"/>
              <a:ext cx="12575" cy="12600"/>
            </a:xfrm>
            <a:custGeom>
              <a:avLst/>
              <a:gdLst/>
              <a:ahLst/>
              <a:cxnLst/>
              <a:rect l="l" t="t" r="r" b="b"/>
              <a:pathLst>
                <a:path w="503" h="504" extrusionOk="0">
                  <a:moveTo>
                    <a:pt x="252" y="1"/>
                  </a:moveTo>
                  <a:cubicBezTo>
                    <a:pt x="116" y="1"/>
                    <a:pt x="0" y="116"/>
                    <a:pt x="0" y="252"/>
                  </a:cubicBezTo>
                  <a:cubicBezTo>
                    <a:pt x="0" y="395"/>
                    <a:pt x="116" y="503"/>
                    <a:pt x="252" y="503"/>
                  </a:cubicBezTo>
                  <a:cubicBezTo>
                    <a:pt x="387" y="503"/>
                    <a:pt x="503" y="395"/>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9"/>
            <p:cNvSpPr/>
            <p:nvPr/>
          </p:nvSpPr>
          <p:spPr>
            <a:xfrm>
              <a:off x="2696950" y="4503975"/>
              <a:ext cx="12375" cy="12600"/>
            </a:xfrm>
            <a:custGeom>
              <a:avLst/>
              <a:gdLst/>
              <a:ahLst/>
              <a:cxnLst/>
              <a:rect l="l" t="t" r="r" b="b"/>
              <a:pathLst>
                <a:path w="495" h="504" extrusionOk="0">
                  <a:moveTo>
                    <a:pt x="252" y="1"/>
                  </a:moveTo>
                  <a:cubicBezTo>
                    <a:pt x="108" y="1"/>
                    <a:pt x="1" y="116"/>
                    <a:pt x="1" y="252"/>
                  </a:cubicBezTo>
                  <a:cubicBezTo>
                    <a:pt x="1" y="395"/>
                    <a:pt x="108" y="503"/>
                    <a:pt x="252" y="503"/>
                  </a:cubicBezTo>
                  <a:cubicBezTo>
                    <a:pt x="388" y="503"/>
                    <a:pt x="495" y="395"/>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9"/>
            <p:cNvSpPr/>
            <p:nvPr/>
          </p:nvSpPr>
          <p:spPr>
            <a:xfrm>
              <a:off x="2788700" y="4503975"/>
              <a:ext cx="12600" cy="12600"/>
            </a:xfrm>
            <a:custGeom>
              <a:avLst/>
              <a:gdLst/>
              <a:ahLst/>
              <a:cxnLst/>
              <a:rect l="l" t="t" r="r" b="b"/>
              <a:pathLst>
                <a:path w="504" h="504" extrusionOk="0">
                  <a:moveTo>
                    <a:pt x="252" y="1"/>
                  </a:moveTo>
                  <a:cubicBezTo>
                    <a:pt x="116" y="1"/>
                    <a:pt x="1" y="116"/>
                    <a:pt x="1" y="252"/>
                  </a:cubicBezTo>
                  <a:cubicBezTo>
                    <a:pt x="1" y="395"/>
                    <a:pt x="116" y="503"/>
                    <a:pt x="252" y="503"/>
                  </a:cubicBezTo>
                  <a:cubicBezTo>
                    <a:pt x="388" y="503"/>
                    <a:pt x="503" y="395"/>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9"/>
            <p:cNvSpPr/>
            <p:nvPr/>
          </p:nvSpPr>
          <p:spPr>
            <a:xfrm>
              <a:off x="2880675" y="4503975"/>
              <a:ext cx="12375" cy="12600"/>
            </a:xfrm>
            <a:custGeom>
              <a:avLst/>
              <a:gdLst/>
              <a:ahLst/>
              <a:cxnLst/>
              <a:rect l="l" t="t" r="r" b="b"/>
              <a:pathLst>
                <a:path w="495" h="504" extrusionOk="0">
                  <a:moveTo>
                    <a:pt x="243" y="1"/>
                  </a:moveTo>
                  <a:cubicBezTo>
                    <a:pt x="107" y="1"/>
                    <a:pt x="0" y="116"/>
                    <a:pt x="0" y="252"/>
                  </a:cubicBezTo>
                  <a:cubicBezTo>
                    <a:pt x="0" y="395"/>
                    <a:pt x="107" y="503"/>
                    <a:pt x="243" y="503"/>
                  </a:cubicBezTo>
                  <a:cubicBezTo>
                    <a:pt x="387" y="503"/>
                    <a:pt x="494" y="395"/>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9"/>
            <p:cNvSpPr/>
            <p:nvPr/>
          </p:nvSpPr>
          <p:spPr>
            <a:xfrm>
              <a:off x="2972425" y="4503975"/>
              <a:ext cx="12575" cy="12600"/>
            </a:xfrm>
            <a:custGeom>
              <a:avLst/>
              <a:gdLst/>
              <a:ahLst/>
              <a:cxnLst/>
              <a:rect l="l" t="t" r="r" b="b"/>
              <a:pathLst>
                <a:path w="503" h="504" extrusionOk="0">
                  <a:moveTo>
                    <a:pt x="251" y="1"/>
                  </a:moveTo>
                  <a:cubicBezTo>
                    <a:pt x="115" y="1"/>
                    <a:pt x="0" y="116"/>
                    <a:pt x="0" y="252"/>
                  </a:cubicBezTo>
                  <a:cubicBezTo>
                    <a:pt x="0" y="395"/>
                    <a:pt x="115" y="503"/>
                    <a:pt x="251" y="503"/>
                  </a:cubicBezTo>
                  <a:cubicBezTo>
                    <a:pt x="387" y="503"/>
                    <a:pt x="503" y="395"/>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9"/>
            <p:cNvSpPr/>
            <p:nvPr/>
          </p:nvSpPr>
          <p:spPr>
            <a:xfrm>
              <a:off x="3064375" y="4503975"/>
              <a:ext cx="12375" cy="12600"/>
            </a:xfrm>
            <a:custGeom>
              <a:avLst/>
              <a:gdLst/>
              <a:ahLst/>
              <a:cxnLst/>
              <a:rect l="l" t="t" r="r" b="b"/>
              <a:pathLst>
                <a:path w="495" h="504" extrusionOk="0">
                  <a:moveTo>
                    <a:pt x="243" y="1"/>
                  </a:moveTo>
                  <a:cubicBezTo>
                    <a:pt x="107" y="1"/>
                    <a:pt x="1" y="116"/>
                    <a:pt x="1" y="252"/>
                  </a:cubicBezTo>
                  <a:cubicBezTo>
                    <a:pt x="1" y="395"/>
                    <a:pt x="107" y="503"/>
                    <a:pt x="243" y="503"/>
                  </a:cubicBezTo>
                  <a:cubicBezTo>
                    <a:pt x="388" y="503"/>
                    <a:pt x="495" y="395"/>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9"/>
            <p:cNvSpPr/>
            <p:nvPr/>
          </p:nvSpPr>
          <p:spPr>
            <a:xfrm>
              <a:off x="3156125" y="4503975"/>
              <a:ext cx="12600" cy="12600"/>
            </a:xfrm>
            <a:custGeom>
              <a:avLst/>
              <a:gdLst/>
              <a:ahLst/>
              <a:cxnLst/>
              <a:rect l="l" t="t" r="r" b="b"/>
              <a:pathLst>
                <a:path w="504" h="504" extrusionOk="0">
                  <a:moveTo>
                    <a:pt x="252" y="1"/>
                  </a:moveTo>
                  <a:cubicBezTo>
                    <a:pt x="116" y="1"/>
                    <a:pt x="1" y="116"/>
                    <a:pt x="1" y="252"/>
                  </a:cubicBezTo>
                  <a:cubicBezTo>
                    <a:pt x="1" y="395"/>
                    <a:pt x="116" y="503"/>
                    <a:pt x="252" y="503"/>
                  </a:cubicBezTo>
                  <a:cubicBezTo>
                    <a:pt x="388" y="503"/>
                    <a:pt x="503" y="395"/>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9"/>
            <p:cNvSpPr/>
            <p:nvPr/>
          </p:nvSpPr>
          <p:spPr>
            <a:xfrm>
              <a:off x="3247875" y="4503975"/>
              <a:ext cx="12575" cy="12600"/>
            </a:xfrm>
            <a:custGeom>
              <a:avLst/>
              <a:gdLst/>
              <a:ahLst/>
              <a:cxnLst/>
              <a:rect l="l" t="t" r="r" b="b"/>
              <a:pathLst>
                <a:path w="503" h="504" extrusionOk="0">
                  <a:moveTo>
                    <a:pt x="252" y="1"/>
                  </a:moveTo>
                  <a:cubicBezTo>
                    <a:pt x="116" y="1"/>
                    <a:pt x="1" y="116"/>
                    <a:pt x="1" y="252"/>
                  </a:cubicBezTo>
                  <a:cubicBezTo>
                    <a:pt x="1" y="395"/>
                    <a:pt x="116" y="503"/>
                    <a:pt x="252" y="503"/>
                  </a:cubicBezTo>
                  <a:cubicBezTo>
                    <a:pt x="388" y="503"/>
                    <a:pt x="503" y="395"/>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9"/>
            <p:cNvSpPr/>
            <p:nvPr/>
          </p:nvSpPr>
          <p:spPr>
            <a:xfrm>
              <a:off x="3339850" y="4503975"/>
              <a:ext cx="12525" cy="12600"/>
            </a:xfrm>
            <a:custGeom>
              <a:avLst/>
              <a:gdLst/>
              <a:ahLst/>
              <a:cxnLst/>
              <a:rect l="l" t="t" r="r" b="b"/>
              <a:pathLst>
                <a:path w="501" h="504" extrusionOk="0">
                  <a:moveTo>
                    <a:pt x="251" y="1"/>
                  </a:moveTo>
                  <a:cubicBezTo>
                    <a:pt x="107" y="1"/>
                    <a:pt x="0" y="116"/>
                    <a:pt x="0" y="252"/>
                  </a:cubicBezTo>
                  <a:cubicBezTo>
                    <a:pt x="0" y="395"/>
                    <a:pt x="107" y="503"/>
                    <a:pt x="251" y="503"/>
                  </a:cubicBezTo>
                  <a:cubicBezTo>
                    <a:pt x="387" y="503"/>
                    <a:pt x="501" y="395"/>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9"/>
            <p:cNvSpPr/>
            <p:nvPr/>
          </p:nvSpPr>
          <p:spPr>
            <a:xfrm>
              <a:off x="3431575" y="4503975"/>
              <a:ext cx="12600" cy="12600"/>
            </a:xfrm>
            <a:custGeom>
              <a:avLst/>
              <a:gdLst/>
              <a:ahLst/>
              <a:cxnLst/>
              <a:rect l="l" t="t" r="r" b="b"/>
              <a:pathLst>
                <a:path w="504" h="504" extrusionOk="0">
                  <a:moveTo>
                    <a:pt x="252" y="1"/>
                  </a:moveTo>
                  <a:cubicBezTo>
                    <a:pt x="116" y="1"/>
                    <a:pt x="1" y="116"/>
                    <a:pt x="1" y="252"/>
                  </a:cubicBezTo>
                  <a:cubicBezTo>
                    <a:pt x="1" y="395"/>
                    <a:pt x="116" y="503"/>
                    <a:pt x="252" y="503"/>
                  </a:cubicBezTo>
                  <a:cubicBezTo>
                    <a:pt x="388" y="503"/>
                    <a:pt x="503" y="395"/>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9"/>
            <p:cNvSpPr/>
            <p:nvPr/>
          </p:nvSpPr>
          <p:spPr>
            <a:xfrm>
              <a:off x="3523550" y="4503975"/>
              <a:ext cx="12375" cy="12600"/>
            </a:xfrm>
            <a:custGeom>
              <a:avLst/>
              <a:gdLst/>
              <a:ahLst/>
              <a:cxnLst/>
              <a:rect l="l" t="t" r="r" b="b"/>
              <a:pathLst>
                <a:path w="495" h="504" extrusionOk="0">
                  <a:moveTo>
                    <a:pt x="250" y="1"/>
                  </a:moveTo>
                  <a:cubicBezTo>
                    <a:pt x="107" y="1"/>
                    <a:pt x="0" y="116"/>
                    <a:pt x="0" y="252"/>
                  </a:cubicBezTo>
                  <a:cubicBezTo>
                    <a:pt x="0" y="395"/>
                    <a:pt x="107" y="503"/>
                    <a:pt x="250" y="503"/>
                  </a:cubicBezTo>
                  <a:cubicBezTo>
                    <a:pt x="388" y="503"/>
                    <a:pt x="494" y="395"/>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9"/>
            <p:cNvSpPr/>
            <p:nvPr/>
          </p:nvSpPr>
          <p:spPr>
            <a:xfrm>
              <a:off x="676400" y="4595950"/>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9"/>
            <p:cNvSpPr/>
            <p:nvPr/>
          </p:nvSpPr>
          <p:spPr>
            <a:xfrm>
              <a:off x="768325" y="4595950"/>
              <a:ext cx="12400" cy="12525"/>
            </a:xfrm>
            <a:custGeom>
              <a:avLst/>
              <a:gdLst/>
              <a:ahLst/>
              <a:cxnLst/>
              <a:rect l="l" t="t" r="r" b="b"/>
              <a:pathLst>
                <a:path w="496" h="501" extrusionOk="0">
                  <a:moveTo>
                    <a:pt x="245" y="0"/>
                  </a:moveTo>
                  <a:cubicBezTo>
                    <a:pt x="109" y="0"/>
                    <a:pt x="0" y="114"/>
                    <a:pt x="0" y="250"/>
                  </a:cubicBezTo>
                  <a:cubicBezTo>
                    <a:pt x="0" y="387"/>
                    <a:pt x="109" y="501"/>
                    <a:pt x="245" y="501"/>
                  </a:cubicBezTo>
                  <a:cubicBezTo>
                    <a:pt x="388" y="501"/>
                    <a:pt x="496" y="387"/>
                    <a:pt x="496" y="250"/>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9"/>
            <p:cNvSpPr/>
            <p:nvPr/>
          </p:nvSpPr>
          <p:spPr>
            <a:xfrm>
              <a:off x="860125" y="4595950"/>
              <a:ext cx="12525" cy="12525"/>
            </a:xfrm>
            <a:custGeom>
              <a:avLst/>
              <a:gdLst/>
              <a:ahLst/>
              <a:cxnLst/>
              <a:rect l="l" t="t" r="r" b="b"/>
              <a:pathLst>
                <a:path w="501" h="501" extrusionOk="0">
                  <a:moveTo>
                    <a:pt x="251" y="0"/>
                  </a:moveTo>
                  <a:cubicBezTo>
                    <a:pt x="114" y="0"/>
                    <a:pt x="0" y="114"/>
                    <a:pt x="0" y="250"/>
                  </a:cubicBezTo>
                  <a:cubicBezTo>
                    <a:pt x="0" y="387"/>
                    <a:pt x="114" y="501"/>
                    <a:pt x="251" y="501"/>
                  </a:cubicBezTo>
                  <a:cubicBezTo>
                    <a:pt x="387" y="501"/>
                    <a:pt x="501" y="387"/>
                    <a:pt x="501" y="250"/>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9"/>
            <p:cNvSpPr/>
            <p:nvPr/>
          </p:nvSpPr>
          <p:spPr>
            <a:xfrm>
              <a:off x="951850" y="4595950"/>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9"/>
            <p:cNvSpPr/>
            <p:nvPr/>
          </p:nvSpPr>
          <p:spPr>
            <a:xfrm>
              <a:off x="1043825" y="4595950"/>
              <a:ext cx="12375" cy="12525"/>
            </a:xfrm>
            <a:custGeom>
              <a:avLst/>
              <a:gdLst/>
              <a:ahLst/>
              <a:cxnLst/>
              <a:rect l="l" t="t" r="r" b="b"/>
              <a:pathLst>
                <a:path w="495" h="501" extrusionOk="0">
                  <a:moveTo>
                    <a:pt x="250" y="0"/>
                  </a:moveTo>
                  <a:cubicBezTo>
                    <a:pt x="107" y="0"/>
                    <a:pt x="0" y="114"/>
                    <a:pt x="0" y="250"/>
                  </a:cubicBezTo>
                  <a:cubicBezTo>
                    <a:pt x="0" y="387"/>
                    <a:pt x="107" y="501"/>
                    <a:pt x="250" y="501"/>
                  </a:cubicBezTo>
                  <a:cubicBezTo>
                    <a:pt x="388" y="501"/>
                    <a:pt x="494" y="387"/>
                    <a:pt x="494" y="250"/>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9"/>
            <p:cNvSpPr/>
            <p:nvPr/>
          </p:nvSpPr>
          <p:spPr>
            <a:xfrm>
              <a:off x="1135575" y="4595950"/>
              <a:ext cx="12575" cy="12525"/>
            </a:xfrm>
            <a:custGeom>
              <a:avLst/>
              <a:gdLst/>
              <a:ahLst/>
              <a:cxnLst/>
              <a:rect l="l" t="t" r="r" b="b"/>
              <a:pathLst>
                <a:path w="503" h="501" extrusionOk="0">
                  <a:moveTo>
                    <a:pt x="252" y="0"/>
                  </a:moveTo>
                  <a:cubicBezTo>
                    <a:pt x="116" y="0"/>
                    <a:pt x="0" y="114"/>
                    <a:pt x="0" y="250"/>
                  </a:cubicBezTo>
                  <a:cubicBezTo>
                    <a:pt x="0" y="387"/>
                    <a:pt x="116" y="501"/>
                    <a:pt x="252" y="501"/>
                  </a:cubicBezTo>
                  <a:cubicBezTo>
                    <a:pt x="387" y="501"/>
                    <a:pt x="503" y="387"/>
                    <a:pt x="503" y="250"/>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9"/>
            <p:cNvSpPr/>
            <p:nvPr/>
          </p:nvSpPr>
          <p:spPr>
            <a:xfrm>
              <a:off x="1227500" y="4595950"/>
              <a:ext cx="12400" cy="12525"/>
            </a:xfrm>
            <a:custGeom>
              <a:avLst/>
              <a:gdLst/>
              <a:ahLst/>
              <a:cxnLst/>
              <a:rect l="l" t="t" r="r" b="b"/>
              <a:pathLst>
                <a:path w="496" h="501" extrusionOk="0">
                  <a:moveTo>
                    <a:pt x="251" y="0"/>
                  </a:moveTo>
                  <a:cubicBezTo>
                    <a:pt x="109" y="0"/>
                    <a:pt x="0" y="114"/>
                    <a:pt x="0" y="250"/>
                  </a:cubicBezTo>
                  <a:cubicBezTo>
                    <a:pt x="0" y="387"/>
                    <a:pt x="109" y="501"/>
                    <a:pt x="251" y="501"/>
                  </a:cubicBezTo>
                  <a:cubicBezTo>
                    <a:pt x="387" y="501"/>
                    <a:pt x="496" y="387"/>
                    <a:pt x="496" y="250"/>
                  </a:cubicBezTo>
                  <a:cubicBezTo>
                    <a:pt x="496"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9"/>
            <p:cNvSpPr/>
            <p:nvPr/>
          </p:nvSpPr>
          <p:spPr>
            <a:xfrm>
              <a:off x="1319275" y="4595950"/>
              <a:ext cx="12550" cy="12525"/>
            </a:xfrm>
            <a:custGeom>
              <a:avLst/>
              <a:gdLst/>
              <a:ahLst/>
              <a:cxnLst/>
              <a:rect l="l" t="t" r="r" b="b"/>
              <a:pathLst>
                <a:path w="502" h="501" extrusionOk="0">
                  <a:moveTo>
                    <a:pt x="252" y="0"/>
                  </a:moveTo>
                  <a:cubicBezTo>
                    <a:pt x="114" y="0"/>
                    <a:pt x="1" y="114"/>
                    <a:pt x="1" y="250"/>
                  </a:cubicBezTo>
                  <a:cubicBezTo>
                    <a:pt x="1" y="387"/>
                    <a:pt x="114" y="501"/>
                    <a:pt x="252" y="501"/>
                  </a:cubicBezTo>
                  <a:cubicBezTo>
                    <a:pt x="388" y="501"/>
                    <a:pt x="501" y="387"/>
                    <a:pt x="501" y="250"/>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9"/>
            <p:cNvSpPr/>
            <p:nvPr/>
          </p:nvSpPr>
          <p:spPr>
            <a:xfrm>
              <a:off x="1411200" y="4595950"/>
              <a:ext cx="12425" cy="12525"/>
            </a:xfrm>
            <a:custGeom>
              <a:avLst/>
              <a:gdLst/>
              <a:ahLst/>
              <a:cxnLst/>
              <a:rect l="l" t="t" r="r" b="b"/>
              <a:pathLst>
                <a:path w="497" h="501" extrusionOk="0">
                  <a:moveTo>
                    <a:pt x="245" y="0"/>
                  </a:moveTo>
                  <a:cubicBezTo>
                    <a:pt x="109" y="0"/>
                    <a:pt x="1" y="114"/>
                    <a:pt x="1" y="250"/>
                  </a:cubicBezTo>
                  <a:cubicBezTo>
                    <a:pt x="1" y="387"/>
                    <a:pt x="109" y="501"/>
                    <a:pt x="245" y="501"/>
                  </a:cubicBezTo>
                  <a:cubicBezTo>
                    <a:pt x="388" y="501"/>
                    <a:pt x="496" y="387"/>
                    <a:pt x="496" y="250"/>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9"/>
            <p:cNvSpPr/>
            <p:nvPr/>
          </p:nvSpPr>
          <p:spPr>
            <a:xfrm>
              <a:off x="1503000" y="4595950"/>
              <a:ext cx="12525" cy="12525"/>
            </a:xfrm>
            <a:custGeom>
              <a:avLst/>
              <a:gdLst/>
              <a:ahLst/>
              <a:cxnLst/>
              <a:rect l="l" t="t" r="r" b="b"/>
              <a:pathLst>
                <a:path w="501" h="501" extrusionOk="0">
                  <a:moveTo>
                    <a:pt x="250" y="0"/>
                  </a:moveTo>
                  <a:cubicBezTo>
                    <a:pt x="114" y="0"/>
                    <a:pt x="0" y="114"/>
                    <a:pt x="0" y="250"/>
                  </a:cubicBezTo>
                  <a:cubicBezTo>
                    <a:pt x="0" y="387"/>
                    <a:pt x="114" y="501"/>
                    <a:pt x="250" y="501"/>
                  </a:cubicBezTo>
                  <a:cubicBezTo>
                    <a:pt x="387" y="501"/>
                    <a:pt x="501" y="387"/>
                    <a:pt x="501" y="250"/>
                  </a:cubicBezTo>
                  <a:cubicBezTo>
                    <a:pt x="501" y="114"/>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9"/>
            <p:cNvSpPr/>
            <p:nvPr/>
          </p:nvSpPr>
          <p:spPr>
            <a:xfrm>
              <a:off x="1594750" y="4595950"/>
              <a:ext cx="12575" cy="12525"/>
            </a:xfrm>
            <a:custGeom>
              <a:avLst/>
              <a:gdLst/>
              <a:ahLst/>
              <a:cxnLst/>
              <a:rect l="l" t="t" r="r" b="b"/>
              <a:pathLst>
                <a:path w="503" h="501" extrusionOk="0">
                  <a:moveTo>
                    <a:pt x="251" y="0"/>
                  </a:moveTo>
                  <a:cubicBezTo>
                    <a:pt x="115" y="0"/>
                    <a:pt x="0" y="114"/>
                    <a:pt x="0" y="250"/>
                  </a:cubicBezTo>
                  <a:cubicBezTo>
                    <a:pt x="0" y="387"/>
                    <a:pt x="115" y="501"/>
                    <a:pt x="251" y="501"/>
                  </a:cubicBezTo>
                  <a:cubicBezTo>
                    <a:pt x="394" y="501"/>
                    <a:pt x="503" y="387"/>
                    <a:pt x="503" y="250"/>
                  </a:cubicBezTo>
                  <a:cubicBezTo>
                    <a:pt x="503" y="114"/>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9"/>
            <p:cNvSpPr/>
            <p:nvPr/>
          </p:nvSpPr>
          <p:spPr>
            <a:xfrm>
              <a:off x="1686650" y="4595950"/>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9"/>
            <p:cNvSpPr/>
            <p:nvPr/>
          </p:nvSpPr>
          <p:spPr>
            <a:xfrm>
              <a:off x="1778450" y="4595950"/>
              <a:ext cx="12550" cy="12525"/>
            </a:xfrm>
            <a:custGeom>
              <a:avLst/>
              <a:gdLst/>
              <a:ahLst/>
              <a:cxnLst/>
              <a:rect l="l" t="t" r="r" b="b"/>
              <a:pathLst>
                <a:path w="502" h="501" extrusionOk="0">
                  <a:moveTo>
                    <a:pt x="252" y="0"/>
                  </a:moveTo>
                  <a:cubicBezTo>
                    <a:pt x="114" y="0"/>
                    <a:pt x="1" y="114"/>
                    <a:pt x="1" y="250"/>
                  </a:cubicBezTo>
                  <a:cubicBezTo>
                    <a:pt x="1" y="387"/>
                    <a:pt x="114" y="501"/>
                    <a:pt x="252" y="501"/>
                  </a:cubicBezTo>
                  <a:cubicBezTo>
                    <a:pt x="388" y="501"/>
                    <a:pt x="501" y="387"/>
                    <a:pt x="501" y="250"/>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9"/>
            <p:cNvSpPr/>
            <p:nvPr/>
          </p:nvSpPr>
          <p:spPr>
            <a:xfrm>
              <a:off x="1870375" y="4595950"/>
              <a:ext cx="12400" cy="12525"/>
            </a:xfrm>
            <a:custGeom>
              <a:avLst/>
              <a:gdLst/>
              <a:ahLst/>
              <a:cxnLst/>
              <a:rect l="l" t="t" r="r" b="b"/>
              <a:pathLst>
                <a:path w="496" h="501" extrusionOk="0">
                  <a:moveTo>
                    <a:pt x="252" y="0"/>
                  </a:moveTo>
                  <a:cubicBezTo>
                    <a:pt x="109" y="0"/>
                    <a:pt x="0" y="114"/>
                    <a:pt x="0" y="250"/>
                  </a:cubicBezTo>
                  <a:cubicBezTo>
                    <a:pt x="0" y="387"/>
                    <a:pt x="109" y="501"/>
                    <a:pt x="252" y="501"/>
                  </a:cubicBezTo>
                  <a:cubicBezTo>
                    <a:pt x="387" y="501"/>
                    <a:pt x="496" y="387"/>
                    <a:pt x="496" y="250"/>
                  </a:cubicBezTo>
                  <a:cubicBezTo>
                    <a:pt x="496"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9"/>
            <p:cNvSpPr/>
            <p:nvPr/>
          </p:nvSpPr>
          <p:spPr>
            <a:xfrm>
              <a:off x="1962150" y="4595950"/>
              <a:ext cx="12550" cy="12525"/>
            </a:xfrm>
            <a:custGeom>
              <a:avLst/>
              <a:gdLst/>
              <a:ahLst/>
              <a:cxnLst/>
              <a:rect l="l" t="t" r="r" b="b"/>
              <a:pathLst>
                <a:path w="502" h="501" extrusionOk="0">
                  <a:moveTo>
                    <a:pt x="250" y="0"/>
                  </a:moveTo>
                  <a:cubicBezTo>
                    <a:pt x="114" y="0"/>
                    <a:pt x="1" y="114"/>
                    <a:pt x="1" y="250"/>
                  </a:cubicBezTo>
                  <a:cubicBezTo>
                    <a:pt x="1" y="387"/>
                    <a:pt x="114" y="501"/>
                    <a:pt x="250" y="501"/>
                  </a:cubicBezTo>
                  <a:cubicBezTo>
                    <a:pt x="388" y="501"/>
                    <a:pt x="502" y="387"/>
                    <a:pt x="502" y="250"/>
                  </a:cubicBezTo>
                  <a:cubicBezTo>
                    <a:pt x="502"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9"/>
            <p:cNvSpPr/>
            <p:nvPr/>
          </p:nvSpPr>
          <p:spPr>
            <a:xfrm>
              <a:off x="2054075" y="4595950"/>
              <a:ext cx="12425" cy="12525"/>
            </a:xfrm>
            <a:custGeom>
              <a:avLst/>
              <a:gdLst/>
              <a:ahLst/>
              <a:cxnLst/>
              <a:rect l="l" t="t" r="r" b="b"/>
              <a:pathLst>
                <a:path w="497" h="501" extrusionOk="0">
                  <a:moveTo>
                    <a:pt x="252" y="0"/>
                  </a:moveTo>
                  <a:cubicBezTo>
                    <a:pt x="109" y="0"/>
                    <a:pt x="1" y="114"/>
                    <a:pt x="1" y="250"/>
                  </a:cubicBezTo>
                  <a:cubicBezTo>
                    <a:pt x="1" y="387"/>
                    <a:pt x="109" y="501"/>
                    <a:pt x="252" y="501"/>
                  </a:cubicBezTo>
                  <a:cubicBezTo>
                    <a:pt x="388" y="501"/>
                    <a:pt x="496" y="387"/>
                    <a:pt x="496" y="250"/>
                  </a:cubicBezTo>
                  <a:cubicBezTo>
                    <a:pt x="496"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9"/>
            <p:cNvSpPr/>
            <p:nvPr/>
          </p:nvSpPr>
          <p:spPr>
            <a:xfrm>
              <a:off x="2145825" y="4595950"/>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9"/>
            <p:cNvSpPr/>
            <p:nvPr/>
          </p:nvSpPr>
          <p:spPr>
            <a:xfrm>
              <a:off x="2237800" y="4595950"/>
              <a:ext cx="12350" cy="12525"/>
            </a:xfrm>
            <a:custGeom>
              <a:avLst/>
              <a:gdLst/>
              <a:ahLst/>
              <a:cxnLst/>
              <a:rect l="l" t="t" r="r" b="b"/>
              <a:pathLst>
                <a:path w="494" h="501" extrusionOk="0">
                  <a:moveTo>
                    <a:pt x="244" y="0"/>
                  </a:moveTo>
                  <a:cubicBezTo>
                    <a:pt x="107" y="0"/>
                    <a:pt x="0" y="114"/>
                    <a:pt x="0" y="250"/>
                  </a:cubicBezTo>
                  <a:cubicBezTo>
                    <a:pt x="0" y="387"/>
                    <a:pt x="107" y="501"/>
                    <a:pt x="244" y="501"/>
                  </a:cubicBezTo>
                  <a:cubicBezTo>
                    <a:pt x="387" y="501"/>
                    <a:pt x="494" y="387"/>
                    <a:pt x="494" y="250"/>
                  </a:cubicBezTo>
                  <a:cubicBezTo>
                    <a:pt x="494" y="114"/>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9"/>
            <p:cNvSpPr/>
            <p:nvPr/>
          </p:nvSpPr>
          <p:spPr>
            <a:xfrm>
              <a:off x="2329550" y="4595950"/>
              <a:ext cx="12575" cy="12525"/>
            </a:xfrm>
            <a:custGeom>
              <a:avLst/>
              <a:gdLst/>
              <a:ahLst/>
              <a:cxnLst/>
              <a:rect l="l" t="t" r="r" b="b"/>
              <a:pathLst>
                <a:path w="503" h="501" extrusionOk="0">
                  <a:moveTo>
                    <a:pt x="251" y="0"/>
                  </a:moveTo>
                  <a:cubicBezTo>
                    <a:pt x="115" y="0"/>
                    <a:pt x="0" y="114"/>
                    <a:pt x="0" y="250"/>
                  </a:cubicBezTo>
                  <a:cubicBezTo>
                    <a:pt x="0" y="387"/>
                    <a:pt x="115" y="501"/>
                    <a:pt x="251" y="501"/>
                  </a:cubicBezTo>
                  <a:cubicBezTo>
                    <a:pt x="387" y="501"/>
                    <a:pt x="502" y="387"/>
                    <a:pt x="502" y="250"/>
                  </a:cubicBezTo>
                  <a:cubicBezTo>
                    <a:pt x="502"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9"/>
            <p:cNvSpPr/>
            <p:nvPr/>
          </p:nvSpPr>
          <p:spPr>
            <a:xfrm>
              <a:off x="2421325" y="4595950"/>
              <a:ext cx="12550" cy="12525"/>
            </a:xfrm>
            <a:custGeom>
              <a:avLst/>
              <a:gdLst/>
              <a:ahLst/>
              <a:cxnLst/>
              <a:rect l="l" t="t" r="r" b="b"/>
              <a:pathLst>
                <a:path w="502" h="501" extrusionOk="0">
                  <a:moveTo>
                    <a:pt x="250" y="0"/>
                  </a:moveTo>
                  <a:cubicBezTo>
                    <a:pt x="114" y="0"/>
                    <a:pt x="1" y="114"/>
                    <a:pt x="1" y="250"/>
                  </a:cubicBezTo>
                  <a:cubicBezTo>
                    <a:pt x="1" y="387"/>
                    <a:pt x="114" y="501"/>
                    <a:pt x="250" y="501"/>
                  </a:cubicBezTo>
                  <a:cubicBezTo>
                    <a:pt x="395" y="501"/>
                    <a:pt x="501" y="387"/>
                    <a:pt x="501" y="250"/>
                  </a:cubicBezTo>
                  <a:cubicBezTo>
                    <a:pt x="501" y="114"/>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9"/>
            <p:cNvSpPr/>
            <p:nvPr/>
          </p:nvSpPr>
          <p:spPr>
            <a:xfrm>
              <a:off x="2513250" y="4595950"/>
              <a:ext cx="12575" cy="12525"/>
            </a:xfrm>
            <a:custGeom>
              <a:avLst/>
              <a:gdLst/>
              <a:ahLst/>
              <a:cxnLst/>
              <a:rect l="l" t="t" r="r" b="b"/>
              <a:pathLst>
                <a:path w="503" h="501" extrusionOk="0">
                  <a:moveTo>
                    <a:pt x="252" y="0"/>
                  </a:moveTo>
                  <a:cubicBezTo>
                    <a:pt x="109" y="0"/>
                    <a:pt x="0" y="114"/>
                    <a:pt x="0" y="250"/>
                  </a:cubicBezTo>
                  <a:cubicBezTo>
                    <a:pt x="0" y="387"/>
                    <a:pt x="109"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9"/>
            <p:cNvSpPr/>
            <p:nvPr/>
          </p:nvSpPr>
          <p:spPr>
            <a:xfrm>
              <a:off x="2605000" y="4595950"/>
              <a:ext cx="12575" cy="12525"/>
            </a:xfrm>
            <a:custGeom>
              <a:avLst/>
              <a:gdLst/>
              <a:ahLst/>
              <a:cxnLst/>
              <a:rect l="l" t="t" r="r" b="b"/>
              <a:pathLst>
                <a:path w="503" h="501" extrusionOk="0">
                  <a:moveTo>
                    <a:pt x="252" y="0"/>
                  </a:moveTo>
                  <a:cubicBezTo>
                    <a:pt x="116" y="0"/>
                    <a:pt x="0" y="114"/>
                    <a:pt x="0" y="250"/>
                  </a:cubicBezTo>
                  <a:cubicBezTo>
                    <a:pt x="0" y="387"/>
                    <a:pt x="116" y="501"/>
                    <a:pt x="252" y="501"/>
                  </a:cubicBezTo>
                  <a:cubicBezTo>
                    <a:pt x="387" y="501"/>
                    <a:pt x="503" y="387"/>
                    <a:pt x="503" y="250"/>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9"/>
            <p:cNvSpPr/>
            <p:nvPr/>
          </p:nvSpPr>
          <p:spPr>
            <a:xfrm>
              <a:off x="2696950" y="4595950"/>
              <a:ext cx="12375" cy="12525"/>
            </a:xfrm>
            <a:custGeom>
              <a:avLst/>
              <a:gdLst/>
              <a:ahLst/>
              <a:cxnLst/>
              <a:rect l="l" t="t" r="r" b="b"/>
              <a:pathLst>
                <a:path w="495" h="501" extrusionOk="0">
                  <a:moveTo>
                    <a:pt x="252" y="0"/>
                  </a:moveTo>
                  <a:cubicBezTo>
                    <a:pt x="108" y="0"/>
                    <a:pt x="1" y="114"/>
                    <a:pt x="1" y="250"/>
                  </a:cubicBezTo>
                  <a:cubicBezTo>
                    <a:pt x="1" y="387"/>
                    <a:pt x="108" y="501"/>
                    <a:pt x="252" y="501"/>
                  </a:cubicBezTo>
                  <a:cubicBezTo>
                    <a:pt x="388" y="501"/>
                    <a:pt x="495" y="387"/>
                    <a:pt x="495" y="250"/>
                  </a:cubicBezTo>
                  <a:cubicBezTo>
                    <a:pt x="495"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9"/>
            <p:cNvSpPr/>
            <p:nvPr/>
          </p:nvSpPr>
          <p:spPr>
            <a:xfrm>
              <a:off x="2788700" y="4595950"/>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9"/>
            <p:cNvSpPr/>
            <p:nvPr/>
          </p:nvSpPr>
          <p:spPr>
            <a:xfrm>
              <a:off x="2880675" y="4595950"/>
              <a:ext cx="12375" cy="12525"/>
            </a:xfrm>
            <a:custGeom>
              <a:avLst/>
              <a:gdLst/>
              <a:ahLst/>
              <a:cxnLst/>
              <a:rect l="l" t="t" r="r" b="b"/>
              <a:pathLst>
                <a:path w="495" h="501" extrusionOk="0">
                  <a:moveTo>
                    <a:pt x="243" y="0"/>
                  </a:moveTo>
                  <a:cubicBezTo>
                    <a:pt x="107" y="0"/>
                    <a:pt x="0" y="114"/>
                    <a:pt x="0" y="250"/>
                  </a:cubicBezTo>
                  <a:cubicBezTo>
                    <a:pt x="0" y="387"/>
                    <a:pt x="107" y="501"/>
                    <a:pt x="243" y="501"/>
                  </a:cubicBezTo>
                  <a:cubicBezTo>
                    <a:pt x="387" y="501"/>
                    <a:pt x="494" y="387"/>
                    <a:pt x="494" y="250"/>
                  </a:cubicBezTo>
                  <a:cubicBezTo>
                    <a:pt x="494" y="114"/>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9"/>
            <p:cNvSpPr/>
            <p:nvPr/>
          </p:nvSpPr>
          <p:spPr>
            <a:xfrm>
              <a:off x="2972425" y="4595950"/>
              <a:ext cx="12575" cy="12525"/>
            </a:xfrm>
            <a:custGeom>
              <a:avLst/>
              <a:gdLst/>
              <a:ahLst/>
              <a:cxnLst/>
              <a:rect l="l" t="t" r="r" b="b"/>
              <a:pathLst>
                <a:path w="503" h="501" extrusionOk="0">
                  <a:moveTo>
                    <a:pt x="251" y="0"/>
                  </a:moveTo>
                  <a:cubicBezTo>
                    <a:pt x="115" y="0"/>
                    <a:pt x="0" y="114"/>
                    <a:pt x="0" y="250"/>
                  </a:cubicBezTo>
                  <a:cubicBezTo>
                    <a:pt x="0" y="387"/>
                    <a:pt x="115" y="501"/>
                    <a:pt x="251" y="501"/>
                  </a:cubicBezTo>
                  <a:cubicBezTo>
                    <a:pt x="387" y="501"/>
                    <a:pt x="503" y="387"/>
                    <a:pt x="503" y="250"/>
                  </a:cubicBezTo>
                  <a:cubicBezTo>
                    <a:pt x="503"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9"/>
            <p:cNvSpPr/>
            <p:nvPr/>
          </p:nvSpPr>
          <p:spPr>
            <a:xfrm>
              <a:off x="3064375" y="4595950"/>
              <a:ext cx="12375" cy="12525"/>
            </a:xfrm>
            <a:custGeom>
              <a:avLst/>
              <a:gdLst/>
              <a:ahLst/>
              <a:cxnLst/>
              <a:rect l="l" t="t" r="r" b="b"/>
              <a:pathLst>
                <a:path w="495" h="501" extrusionOk="0">
                  <a:moveTo>
                    <a:pt x="243" y="0"/>
                  </a:moveTo>
                  <a:cubicBezTo>
                    <a:pt x="107" y="0"/>
                    <a:pt x="1" y="114"/>
                    <a:pt x="1" y="250"/>
                  </a:cubicBezTo>
                  <a:cubicBezTo>
                    <a:pt x="1" y="387"/>
                    <a:pt x="107" y="501"/>
                    <a:pt x="243" y="501"/>
                  </a:cubicBezTo>
                  <a:cubicBezTo>
                    <a:pt x="388" y="501"/>
                    <a:pt x="495" y="387"/>
                    <a:pt x="495" y="250"/>
                  </a:cubicBezTo>
                  <a:cubicBezTo>
                    <a:pt x="495" y="114"/>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9"/>
            <p:cNvSpPr/>
            <p:nvPr/>
          </p:nvSpPr>
          <p:spPr>
            <a:xfrm>
              <a:off x="3156125" y="4595950"/>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9"/>
            <p:cNvSpPr/>
            <p:nvPr/>
          </p:nvSpPr>
          <p:spPr>
            <a:xfrm>
              <a:off x="3247875" y="4595950"/>
              <a:ext cx="12575" cy="12525"/>
            </a:xfrm>
            <a:custGeom>
              <a:avLst/>
              <a:gdLst/>
              <a:ahLst/>
              <a:cxnLst/>
              <a:rect l="l" t="t" r="r" b="b"/>
              <a:pathLst>
                <a:path w="503"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9"/>
            <p:cNvSpPr/>
            <p:nvPr/>
          </p:nvSpPr>
          <p:spPr>
            <a:xfrm>
              <a:off x="3339850" y="4595950"/>
              <a:ext cx="12525" cy="12525"/>
            </a:xfrm>
            <a:custGeom>
              <a:avLst/>
              <a:gdLst/>
              <a:ahLst/>
              <a:cxnLst/>
              <a:rect l="l" t="t" r="r" b="b"/>
              <a:pathLst>
                <a:path w="501" h="501" extrusionOk="0">
                  <a:moveTo>
                    <a:pt x="251" y="0"/>
                  </a:moveTo>
                  <a:cubicBezTo>
                    <a:pt x="107" y="0"/>
                    <a:pt x="0" y="114"/>
                    <a:pt x="0" y="250"/>
                  </a:cubicBezTo>
                  <a:cubicBezTo>
                    <a:pt x="0" y="387"/>
                    <a:pt x="107" y="501"/>
                    <a:pt x="251" y="501"/>
                  </a:cubicBezTo>
                  <a:cubicBezTo>
                    <a:pt x="387" y="501"/>
                    <a:pt x="501" y="387"/>
                    <a:pt x="501" y="250"/>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9"/>
            <p:cNvSpPr/>
            <p:nvPr/>
          </p:nvSpPr>
          <p:spPr>
            <a:xfrm>
              <a:off x="3431575" y="4595950"/>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9"/>
            <p:cNvSpPr/>
            <p:nvPr/>
          </p:nvSpPr>
          <p:spPr>
            <a:xfrm>
              <a:off x="3523550" y="4595950"/>
              <a:ext cx="12375" cy="12525"/>
            </a:xfrm>
            <a:custGeom>
              <a:avLst/>
              <a:gdLst/>
              <a:ahLst/>
              <a:cxnLst/>
              <a:rect l="l" t="t" r="r" b="b"/>
              <a:pathLst>
                <a:path w="495" h="501" extrusionOk="0">
                  <a:moveTo>
                    <a:pt x="250" y="0"/>
                  </a:moveTo>
                  <a:cubicBezTo>
                    <a:pt x="107" y="0"/>
                    <a:pt x="0" y="114"/>
                    <a:pt x="0" y="250"/>
                  </a:cubicBezTo>
                  <a:cubicBezTo>
                    <a:pt x="0" y="387"/>
                    <a:pt x="107" y="501"/>
                    <a:pt x="250" y="501"/>
                  </a:cubicBezTo>
                  <a:cubicBezTo>
                    <a:pt x="388" y="501"/>
                    <a:pt x="494" y="387"/>
                    <a:pt x="494" y="250"/>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9"/>
            <p:cNvSpPr/>
            <p:nvPr/>
          </p:nvSpPr>
          <p:spPr>
            <a:xfrm>
              <a:off x="676400" y="46877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9"/>
            <p:cNvSpPr/>
            <p:nvPr/>
          </p:nvSpPr>
          <p:spPr>
            <a:xfrm>
              <a:off x="768325" y="4687700"/>
              <a:ext cx="12400" cy="12575"/>
            </a:xfrm>
            <a:custGeom>
              <a:avLst/>
              <a:gdLst/>
              <a:ahLst/>
              <a:cxnLst/>
              <a:rect l="l" t="t" r="r" b="b"/>
              <a:pathLst>
                <a:path w="496" h="503" extrusionOk="0">
                  <a:moveTo>
                    <a:pt x="245" y="0"/>
                  </a:moveTo>
                  <a:cubicBezTo>
                    <a:pt x="109" y="0"/>
                    <a:pt x="0" y="115"/>
                    <a:pt x="0" y="251"/>
                  </a:cubicBezTo>
                  <a:cubicBezTo>
                    <a:pt x="0" y="387"/>
                    <a:pt x="109" y="503"/>
                    <a:pt x="245" y="503"/>
                  </a:cubicBezTo>
                  <a:cubicBezTo>
                    <a:pt x="388" y="503"/>
                    <a:pt x="496" y="387"/>
                    <a:pt x="496" y="251"/>
                  </a:cubicBezTo>
                  <a:cubicBezTo>
                    <a:pt x="496" y="115"/>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9"/>
            <p:cNvSpPr/>
            <p:nvPr/>
          </p:nvSpPr>
          <p:spPr>
            <a:xfrm>
              <a:off x="860125" y="4687700"/>
              <a:ext cx="12525" cy="12575"/>
            </a:xfrm>
            <a:custGeom>
              <a:avLst/>
              <a:gdLst/>
              <a:ahLst/>
              <a:cxnLst/>
              <a:rect l="l" t="t" r="r" b="b"/>
              <a:pathLst>
                <a:path w="501" h="503" extrusionOk="0">
                  <a:moveTo>
                    <a:pt x="251" y="0"/>
                  </a:moveTo>
                  <a:cubicBezTo>
                    <a:pt x="114" y="0"/>
                    <a:pt x="0" y="115"/>
                    <a:pt x="0" y="251"/>
                  </a:cubicBezTo>
                  <a:cubicBezTo>
                    <a:pt x="0" y="387"/>
                    <a:pt x="114" y="503"/>
                    <a:pt x="251" y="503"/>
                  </a:cubicBezTo>
                  <a:cubicBezTo>
                    <a:pt x="387" y="503"/>
                    <a:pt x="501" y="387"/>
                    <a:pt x="501" y="251"/>
                  </a:cubicBezTo>
                  <a:cubicBezTo>
                    <a:pt x="501"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9"/>
            <p:cNvSpPr/>
            <p:nvPr/>
          </p:nvSpPr>
          <p:spPr>
            <a:xfrm>
              <a:off x="951850" y="46877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9"/>
            <p:cNvSpPr/>
            <p:nvPr/>
          </p:nvSpPr>
          <p:spPr>
            <a:xfrm>
              <a:off x="1043825" y="4687700"/>
              <a:ext cx="12375" cy="12575"/>
            </a:xfrm>
            <a:custGeom>
              <a:avLst/>
              <a:gdLst/>
              <a:ahLst/>
              <a:cxnLst/>
              <a:rect l="l" t="t" r="r" b="b"/>
              <a:pathLst>
                <a:path w="495" h="503" extrusionOk="0">
                  <a:moveTo>
                    <a:pt x="250" y="0"/>
                  </a:moveTo>
                  <a:cubicBezTo>
                    <a:pt x="107" y="0"/>
                    <a:pt x="0" y="115"/>
                    <a:pt x="0" y="251"/>
                  </a:cubicBezTo>
                  <a:cubicBezTo>
                    <a:pt x="0" y="387"/>
                    <a:pt x="107" y="503"/>
                    <a:pt x="250" y="503"/>
                  </a:cubicBezTo>
                  <a:cubicBezTo>
                    <a:pt x="388" y="503"/>
                    <a:pt x="494" y="387"/>
                    <a:pt x="494" y="251"/>
                  </a:cubicBezTo>
                  <a:cubicBezTo>
                    <a:pt x="494" y="115"/>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9"/>
            <p:cNvSpPr/>
            <p:nvPr/>
          </p:nvSpPr>
          <p:spPr>
            <a:xfrm>
              <a:off x="1135575" y="4687700"/>
              <a:ext cx="12575" cy="12575"/>
            </a:xfrm>
            <a:custGeom>
              <a:avLst/>
              <a:gdLst/>
              <a:ahLst/>
              <a:cxnLst/>
              <a:rect l="l" t="t" r="r" b="b"/>
              <a:pathLst>
                <a:path w="503" h="503" extrusionOk="0">
                  <a:moveTo>
                    <a:pt x="252" y="0"/>
                  </a:moveTo>
                  <a:cubicBezTo>
                    <a:pt x="116" y="0"/>
                    <a:pt x="0" y="115"/>
                    <a:pt x="0" y="251"/>
                  </a:cubicBezTo>
                  <a:cubicBezTo>
                    <a:pt x="0" y="387"/>
                    <a:pt x="116" y="503"/>
                    <a:pt x="252" y="503"/>
                  </a:cubicBezTo>
                  <a:cubicBezTo>
                    <a:pt x="387" y="503"/>
                    <a:pt x="503" y="387"/>
                    <a:pt x="503" y="251"/>
                  </a:cubicBezTo>
                  <a:cubicBezTo>
                    <a:pt x="503" y="115"/>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9"/>
            <p:cNvSpPr/>
            <p:nvPr/>
          </p:nvSpPr>
          <p:spPr>
            <a:xfrm>
              <a:off x="1227500" y="4687700"/>
              <a:ext cx="12400" cy="12575"/>
            </a:xfrm>
            <a:custGeom>
              <a:avLst/>
              <a:gdLst/>
              <a:ahLst/>
              <a:cxnLst/>
              <a:rect l="l" t="t" r="r" b="b"/>
              <a:pathLst>
                <a:path w="496" h="503" extrusionOk="0">
                  <a:moveTo>
                    <a:pt x="251" y="0"/>
                  </a:moveTo>
                  <a:cubicBezTo>
                    <a:pt x="109" y="0"/>
                    <a:pt x="0" y="115"/>
                    <a:pt x="0" y="251"/>
                  </a:cubicBezTo>
                  <a:cubicBezTo>
                    <a:pt x="0" y="387"/>
                    <a:pt x="109" y="503"/>
                    <a:pt x="251" y="503"/>
                  </a:cubicBezTo>
                  <a:cubicBezTo>
                    <a:pt x="387" y="503"/>
                    <a:pt x="496" y="387"/>
                    <a:pt x="496" y="251"/>
                  </a:cubicBezTo>
                  <a:cubicBezTo>
                    <a:pt x="496"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9"/>
            <p:cNvSpPr/>
            <p:nvPr/>
          </p:nvSpPr>
          <p:spPr>
            <a:xfrm>
              <a:off x="1319275" y="4687700"/>
              <a:ext cx="12550" cy="12575"/>
            </a:xfrm>
            <a:custGeom>
              <a:avLst/>
              <a:gdLst/>
              <a:ahLst/>
              <a:cxnLst/>
              <a:rect l="l" t="t" r="r" b="b"/>
              <a:pathLst>
                <a:path w="502" h="503" extrusionOk="0">
                  <a:moveTo>
                    <a:pt x="252" y="0"/>
                  </a:moveTo>
                  <a:cubicBezTo>
                    <a:pt x="114" y="0"/>
                    <a:pt x="1" y="115"/>
                    <a:pt x="1" y="251"/>
                  </a:cubicBezTo>
                  <a:cubicBezTo>
                    <a:pt x="1" y="387"/>
                    <a:pt x="114" y="503"/>
                    <a:pt x="252" y="503"/>
                  </a:cubicBezTo>
                  <a:cubicBezTo>
                    <a:pt x="388" y="503"/>
                    <a:pt x="501" y="387"/>
                    <a:pt x="501" y="251"/>
                  </a:cubicBezTo>
                  <a:cubicBezTo>
                    <a:pt x="501"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9"/>
            <p:cNvSpPr/>
            <p:nvPr/>
          </p:nvSpPr>
          <p:spPr>
            <a:xfrm>
              <a:off x="1411200" y="4687700"/>
              <a:ext cx="12425" cy="12575"/>
            </a:xfrm>
            <a:custGeom>
              <a:avLst/>
              <a:gdLst/>
              <a:ahLst/>
              <a:cxnLst/>
              <a:rect l="l" t="t" r="r" b="b"/>
              <a:pathLst>
                <a:path w="497" h="503" extrusionOk="0">
                  <a:moveTo>
                    <a:pt x="245" y="0"/>
                  </a:moveTo>
                  <a:cubicBezTo>
                    <a:pt x="109" y="0"/>
                    <a:pt x="1" y="115"/>
                    <a:pt x="1" y="251"/>
                  </a:cubicBezTo>
                  <a:cubicBezTo>
                    <a:pt x="1" y="387"/>
                    <a:pt x="109" y="503"/>
                    <a:pt x="245" y="503"/>
                  </a:cubicBezTo>
                  <a:cubicBezTo>
                    <a:pt x="388" y="503"/>
                    <a:pt x="496" y="387"/>
                    <a:pt x="496" y="251"/>
                  </a:cubicBezTo>
                  <a:cubicBezTo>
                    <a:pt x="496" y="115"/>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9"/>
            <p:cNvSpPr/>
            <p:nvPr/>
          </p:nvSpPr>
          <p:spPr>
            <a:xfrm>
              <a:off x="1503000" y="4687700"/>
              <a:ext cx="12525" cy="12575"/>
            </a:xfrm>
            <a:custGeom>
              <a:avLst/>
              <a:gdLst/>
              <a:ahLst/>
              <a:cxnLst/>
              <a:rect l="l" t="t" r="r" b="b"/>
              <a:pathLst>
                <a:path w="501" h="503" extrusionOk="0">
                  <a:moveTo>
                    <a:pt x="250" y="0"/>
                  </a:moveTo>
                  <a:cubicBezTo>
                    <a:pt x="114" y="0"/>
                    <a:pt x="0" y="115"/>
                    <a:pt x="0" y="251"/>
                  </a:cubicBezTo>
                  <a:cubicBezTo>
                    <a:pt x="0" y="387"/>
                    <a:pt x="114" y="503"/>
                    <a:pt x="250" y="503"/>
                  </a:cubicBezTo>
                  <a:cubicBezTo>
                    <a:pt x="387" y="503"/>
                    <a:pt x="501" y="387"/>
                    <a:pt x="501" y="251"/>
                  </a:cubicBezTo>
                  <a:cubicBezTo>
                    <a:pt x="501" y="115"/>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9"/>
            <p:cNvSpPr/>
            <p:nvPr/>
          </p:nvSpPr>
          <p:spPr>
            <a:xfrm>
              <a:off x="1594750" y="4687700"/>
              <a:ext cx="12575" cy="12575"/>
            </a:xfrm>
            <a:custGeom>
              <a:avLst/>
              <a:gdLst/>
              <a:ahLst/>
              <a:cxnLst/>
              <a:rect l="l" t="t" r="r" b="b"/>
              <a:pathLst>
                <a:path w="503" h="503" extrusionOk="0">
                  <a:moveTo>
                    <a:pt x="251" y="0"/>
                  </a:moveTo>
                  <a:cubicBezTo>
                    <a:pt x="115" y="0"/>
                    <a:pt x="0" y="115"/>
                    <a:pt x="0" y="251"/>
                  </a:cubicBezTo>
                  <a:cubicBezTo>
                    <a:pt x="0" y="387"/>
                    <a:pt x="115" y="503"/>
                    <a:pt x="251" y="503"/>
                  </a:cubicBezTo>
                  <a:cubicBezTo>
                    <a:pt x="394" y="503"/>
                    <a:pt x="503" y="387"/>
                    <a:pt x="503" y="251"/>
                  </a:cubicBezTo>
                  <a:cubicBezTo>
                    <a:pt x="503" y="115"/>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9"/>
            <p:cNvSpPr/>
            <p:nvPr/>
          </p:nvSpPr>
          <p:spPr>
            <a:xfrm>
              <a:off x="1686650" y="46877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9"/>
            <p:cNvSpPr/>
            <p:nvPr/>
          </p:nvSpPr>
          <p:spPr>
            <a:xfrm>
              <a:off x="1778450" y="4687700"/>
              <a:ext cx="12550" cy="12575"/>
            </a:xfrm>
            <a:custGeom>
              <a:avLst/>
              <a:gdLst/>
              <a:ahLst/>
              <a:cxnLst/>
              <a:rect l="l" t="t" r="r" b="b"/>
              <a:pathLst>
                <a:path w="502" h="503" extrusionOk="0">
                  <a:moveTo>
                    <a:pt x="252" y="0"/>
                  </a:moveTo>
                  <a:cubicBezTo>
                    <a:pt x="114" y="0"/>
                    <a:pt x="1" y="115"/>
                    <a:pt x="1" y="251"/>
                  </a:cubicBezTo>
                  <a:cubicBezTo>
                    <a:pt x="1" y="387"/>
                    <a:pt x="114" y="503"/>
                    <a:pt x="252" y="503"/>
                  </a:cubicBezTo>
                  <a:cubicBezTo>
                    <a:pt x="388" y="503"/>
                    <a:pt x="501" y="387"/>
                    <a:pt x="501" y="251"/>
                  </a:cubicBezTo>
                  <a:cubicBezTo>
                    <a:pt x="501"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9"/>
            <p:cNvSpPr/>
            <p:nvPr/>
          </p:nvSpPr>
          <p:spPr>
            <a:xfrm>
              <a:off x="1870375" y="4687700"/>
              <a:ext cx="12400" cy="12575"/>
            </a:xfrm>
            <a:custGeom>
              <a:avLst/>
              <a:gdLst/>
              <a:ahLst/>
              <a:cxnLst/>
              <a:rect l="l" t="t" r="r" b="b"/>
              <a:pathLst>
                <a:path w="496" h="503" extrusionOk="0">
                  <a:moveTo>
                    <a:pt x="252" y="0"/>
                  </a:moveTo>
                  <a:cubicBezTo>
                    <a:pt x="109" y="0"/>
                    <a:pt x="0" y="115"/>
                    <a:pt x="0" y="251"/>
                  </a:cubicBezTo>
                  <a:cubicBezTo>
                    <a:pt x="0" y="387"/>
                    <a:pt x="109" y="503"/>
                    <a:pt x="252" y="503"/>
                  </a:cubicBezTo>
                  <a:cubicBezTo>
                    <a:pt x="387" y="503"/>
                    <a:pt x="496" y="387"/>
                    <a:pt x="496" y="251"/>
                  </a:cubicBezTo>
                  <a:cubicBezTo>
                    <a:pt x="496" y="115"/>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9"/>
            <p:cNvSpPr/>
            <p:nvPr/>
          </p:nvSpPr>
          <p:spPr>
            <a:xfrm>
              <a:off x="1962150" y="4687700"/>
              <a:ext cx="12550" cy="12575"/>
            </a:xfrm>
            <a:custGeom>
              <a:avLst/>
              <a:gdLst/>
              <a:ahLst/>
              <a:cxnLst/>
              <a:rect l="l" t="t" r="r" b="b"/>
              <a:pathLst>
                <a:path w="502" h="503" extrusionOk="0">
                  <a:moveTo>
                    <a:pt x="250" y="0"/>
                  </a:moveTo>
                  <a:cubicBezTo>
                    <a:pt x="114" y="0"/>
                    <a:pt x="1" y="115"/>
                    <a:pt x="1" y="251"/>
                  </a:cubicBezTo>
                  <a:cubicBezTo>
                    <a:pt x="1" y="387"/>
                    <a:pt x="114" y="503"/>
                    <a:pt x="250" y="503"/>
                  </a:cubicBezTo>
                  <a:cubicBezTo>
                    <a:pt x="388" y="503"/>
                    <a:pt x="502" y="387"/>
                    <a:pt x="502" y="251"/>
                  </a:cubicBezTo>
                  <a:cubicBezTo>
                    <a:pt x="502" y="115"/>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9"/>
            <p:cNvSpPr/>
            <p:nvPr/>
          </p:nvSpPr>
          <p:spPr>
            <a:xfrm>
              <a:off x="2054075" y="4687700"/>
              <a:ext cx="12425" cy="12575"/>
            </a:xfrm>
            <a:custGeom>
              <a:avLst/>
              <a:gdLst/>
              <a:ahLst/>
              <a:cxnLst/>
              <a:rect l="l" t="t" r="r" b="b"/>
              <a:pathLst>
                <a:path w="497" h="503" extrusionOk="0">
                  <a:moveTo>
                    <a:pt x="252" y="0"/>
                  </a:moveTo>
                  <a:cubicBezTo>
                    <a:pt x="109" y="0"/>
                    <a:pt x="1" y="115"/>
                    <a:pt x="1" y="251"/>
                  </a:cubicBezTo>
                  <a:cubicBezTo>
                    <a:pt x="1" y="387"/>
                    <a:pt x="109" y="503"/>
                    <a:pt x="252" y="503"/>
                  </a:cubicBezTo>
                  <a:cubicBezTo>
                    <a:pt x="388" y="503"/>
                    <a:pt x="496" y="387"/>
                    <a:pt x="496" y="251"/>
                  </a:cubicBezTo>
                  <a:cubicBezTo>
                    <a:pt x="496"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9"/>
            <p:cNvSpPr/>
            <p:nvPr/>
          </p:nvSpPr>
          <p:spPr>
            <a:xfrm>
              <a:off x="2145825" y="46877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9"/>
            <p:cNvSpPr/>
            <p:nvPr/>
          </p:nvSpPr>
          <p:spPr>
            <a:xfrm>
              <a:off x="2237800" y="4687700"/>
              <a:ext cx="12350" cy="12575"/>
            </a:xfrm>
            <a:custGeom>
              <a:avLst/>
              <a:gdLst/>
              <a:ahLst/>
              <a:cxnLst/>
              <a:rect l="l" t="t" r="r" b="b"/>
              <a:pathLst>
                <a:path w="494" h="503" extrusionOk="0">
                  <a:moveTo>
                    <a:pt x="244" y="0"/>
                  </a:moveTo>
                  <a:cubicBezTo>
                    <a:pt x="107" y="0"/>
                    <a:pt x="0" y="115"/>
                    <a:pt x="0" y="251"/>
                  </a:cubicBezTo>
                  <a:cubicBezTo>
                    <a:pt x="0" y="387"/>
                    <a:pt x="107" y="503"/>
                    <a:pt x="244" y="503"/>
                  </a:cubicBezTo>
                  <a:cubicBezTo>
                    <a:pt x="387" y="503"/>
                    <a:pt x="494" y="387"/>
                    <a:pt x="494" y="251"/>
                  </a:cubicBezTo>
                  <a:cubicBezTo>
                    <a:pt x="494" y="115"/>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9"/>
            <p:cNvSpPr/>
            <p:nvPr/>
          </p:nvSpPr>
          <p:spPr>
            <a:xfrm>
              <a:off x="2329550" y="4687700"/>
              <a:ext cx="12575" cy="12575"/>
            </a:xfrm>
            <a:custGeom>
              <a:avLst/>
              <a:gdLst/>
              <a:ahLst/>
              <a:cxnLst/>
              <a:rect l="l" t="t" r="r" b="b"/>
              <a:pathLst>
                <a:path w="503" h="503" extrusionOk="0">
                  <a:moveTo>
                    <a:pt x="251" y="0"/>
                  </a:moveTo>
                  <a:cubicBezTo>
                    <a:pt x="115" y="0"/>
                    <a:pt x="0" y="115"/>
                    <a:pt x="0" y="251"/>
                  </a:cubicBezTo>
                  <a:cubicBezTo>
                    <a:pt x="0" y="387"/>
                    <a:pt x="115" y="503"/>
                    <a:pt x="251" y="503"/>
                  </a:cubicBezTo>
                  <a:cubicBezTo>
                    <a:pt x="387" y="503"/>
                    <a:pt x="502" y="387"/>
                    <a:pt x="502" y="251"/>
                  </a:cubicBezTo>
                  <a:cubicBezTo>
                    <a:pt x="502"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9"/>
            <p:cNvSpPr/>
            <p:nvPr/>
          </p:nvSpPr>
          <p:spPr>
            <a:xfrm>
              <a:off x="2421325" y="4687700"/>
              <a:ext cx="12550" cy="12575"/>
            </a:xfrm>
            <a:custGeom>
              <a:avLst/>
              <a:gdLst/>
              <a:ahLst/>
              <a:cxnLst/>
              <a:rect l="l" t="t" r="r" b="b"/>
              <a:pathLst>
                <a:path w="502" h="503" extrusionOk="0">
                  <a:moveTo>
                    <a:pt x="250" y="0"/>
                  </a:moveTo>
                  <a:cubicBezTo>
                    <a:pt x="114" y="0"/>
                    <a:pt x="1" y="115"/>
                    <a:pt x="1" y="251"/>
                  </a:cubicBezTo>
                  <a:cubicBezTo>
                    <a:pt x="1" y="387"/>
                    <a:pt x="114" y="503"/>
                    <a:pt x="250" y="503"/>
                  </a:cubicBezTo>
                  <a:cubicBezTo>
                    <a:pt x="395" y="503"/>
                    <a:pt x="501" y="387"/>
                    <a:pt x="501" y="251"/>
                  </a:cubicBezTo>
                  <a:cubicBezTo>
                    <a:pt x="501" y="115"/>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9"/>
            <p:cNvSpPr/>
            <p:nvPr/>
          </p:nvSpPr>
          <p:spPr>
            <a:xfrm>
              <a:off x="2513250" y="4687700"/>
              <a:ext cx="12575" cy="12575"/>
            </a:xfrm>
            <a:custGeom>
              <a:avLst/>
              <a:gdLst/>
              <a:ahLst/>
              <a:cxnLst/>
              <a:rect l="l" t="t" r="r" b="b"/>
              <a:pathLst>
                <a:path w="503" h="503" extrusionOk="0">
                  <a:moveTo>
                    <a:pt x="252" y="0"/>
                  </a:moveTo>
                  <a:cubicBezTo>
                    <a:pt x="109" y="0"/>
                    <a:pt x="0" y="115"/>
                    <a:pt x="0" y="251"/>
                  </a:cubicBezTo>
                  <a:cubicBezTo>
                    <a:pt x="0" y="387"/>
                    <a:pt x="109"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9"/>
            <p:cNvSpPr/>
            <p:nvPr/>
          </p:nvSpPr>
          <p:spPr>
            <a:xfrm>
              <a:off x="2605000" y="4687700"/>
              <a:ext cx="12575" cy="12575"/>
            </a:xfrm>
            <a:custGeom>
              <a:avLst/>
              <a:gdLst/>
              <a:ahLst/>
              <a:cxnLst/>
              <a:rect l="l" t="t" r="r" b="b"/>
              <a:pathLst>
                <a:path w="503" h="503" extrusionOk="0">
                  <a:moveTo>
                    <a:pt x="252" y="0"/>
                  </a:moveTo>
                  <a:cubicBezTo>
                    <a:pt x="116" y="0"/>
                    <a:pt x="0" y="115"/>
                    <a:pt x="0" y="251"/>
                  </a:cubicBezTo>
                  <a:cubicBezTo>
                    <a:pt x="0" y="387"/>
                    <a:pt x="116" y="503"/>
                    <a:pt x="252" y="503"/>
                  </a:cubicBezTo>
                  <a:cubicBezTo>
                    <a:pt x="387" y="503"/>
                    <a:pt x="503" y="387"/>
                    <a:pt x="503" y="251"/>
                  </a:cubicBezTo>
                  <a:cubicBezTo>
                    <a:pt x="503" y="115"/>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9"/>
            <p:cNvSpPr/>
            <p:nvPr/>
          </p:nvSpPr>
          <p:spPr>
            <a:xfrm>
              <a:off x="2696950" y="4687700"/>
              <a:ext cx="12375" cy="12575"/>
            </a:xfrm>
            <a:custGeom>
              <a:avLst/>
              <a:gdLst/>
              <a:ahLst/>
              <a:cxnLst/>
              <a:rect l="l" t="t" r="r" b="b"/>
              <a:pathLst>
                <a:path w="495" h="503" extrusionOk="0">
                  <a:moveTo>
                    <a:pt x="252" y="0"/>
                  </a:moveTo>
                  <a:cubicBezTo>
                    <a:pt x="108" y="0"/>
                    <a:pt x="1" y="115"/>
                    <a:pt x="1" y="251"/>
                  </a:cubicBezTo>
                  <a:cubicBezTo>
                    <a:pt x="1" y="387"/>
                    <a:pt x="108" y="503"/>
                    <a:pt x="252" y="503"/>
                  </a:cubicBezTo>
                  <a:cubicBezTo>
                    <a:pt x="388" y="503"/>
                    <a:pt x="495" y="387"/>
                    <a:pt x="495" y="251"/>
                  </a:cubicBezTo>
                  <a:cubicBezTo>
                    <a:pt x="495"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9"/>
            <p:cNvSpPr/>
            <p:nvPr/>
          </p:nvSpPr>
          <p:spPr>
            <a:xfrm>
              <a:off x="2788700" y="46877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9"/>
            <p:cNvSpPr/>
            <p:nvPr/>
          </p:nvSpPr>
          <p:spPr>
            <a:xfrm>
              <a:off x="2880675" y="4687700"/>
              <a:ext cx="12375" cy="12575"/>
            </a:xfrm>
            <a:custGeom>
              <a:avLst/>
              <a:gdLst/>
              <a:ahLst/>
              <a:cxnLst/>
              <a:rect l="l" t="t" r="r" b="b"/>
              <a:pathLst>
                <a:path w="495" h="503" extrusionOk="0">
                  <a:moveTo>
                    <a:pt x="243" y="0"/>
                  </a:moveTo>
                  <a:cubicBezTo>
                    <a:pt x="107" y="0"/>
                    <a:pt x="0" y="115"/>
                    <a:pt x="0" y="251"/>
                  </a:cubicBezTo>
                  <a:cubicBezTo>
                    <a:pt x="0" y="387"/>
                    <a:pt x="107" y="503"/>
                    <a:pt x="243" y="503"/>
                  </a:cubicBezTo>
                  <a:cubicBezTo>
                    <a:pt x="387" y="503"/>
                    <a:pt x="494" y="387"/>
                    <a:pt x="494" y="251"/>
                  </a:cubicBezTo>
                  <a:cubicBezTo>
                    <a:pt x="494" y="115"/>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9"/>
            <p:cNvSpPr/>
            <p:nvPr/>
          </p:nvSpPr>
          <p:spPr>
            <a:xfrm>
              <a:off x="2972425" y="4687700"/>
              <a:ext cx="12575" cy="12575"/>
            </a:xfrm>
            <a:custGeom>
              <a:avLst/>
              <a:gdLst/>
              <a:ahLst/>
              <a:cxnLst/>
              <a:rect l="l" t="t" r="r" b="b"/>
              <a:pathLst>
                <a:path w="503" h="503" extrusionOk="0">
                  <a:moveTo>
                    <a:pt x="251" y="0"/>
                  </a:moveTo>
                  <a:cubicBezTo>
                    <a:pt x="115" y="0"/>
                    <a:pt x="0" y="115"/>
                    <a:pt x="0" y="251"/>
                  </a:cubicBezTo>
                  <a:cubicBezTo>
                    <a:pt x="0" y="387"/>
                    <a:pt x="115" y="503"/>
                    <a:pt x="251" y="503"/>
                  </a:cubicBezTo>
                  <a:cubicBezTo>
                    <a:pt x="387" y="503"/>
                    <a:pt x="503" y="387"/>
                    <a:pt x="503" y="251"/>
                  </a:cubicBezTo>
                  <a:cubicBezTo>
                    <a:pt x="503"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9"/>
            <p:cNvSpPr/>
            <p:nvPr/>
          </p:nvSpPr>
          <p:spPr>
            <a:xfrm>
              <a:off x="3064375" y="4687700"/>
              <a:ext cx="12375" cy="12575"/>
            </a:xfrm>
            <a:custGeom>
              <a:avLst/>
              <a:gdLst/>
              <a:ahLst/>
              <a:cxnLst/>
              <a:rect l="l" t="t" r="r" b="b"/>
              <a:pathLst>
                <a:path w="495" h="503" extrusionOk="0">
                  <a:moveTo>
                    <a:pt x="243" y="0"/>
                  </a:moveTo>
                  <a:cubicBezTo>
                    <a:pt x="107" y="0"/>
                    <a:pt x="1" y="115"/>
                    <a:pt x="1" y="251"/>
                  </a:cubicBezTo>
                  <a:cubicBezTo>
                    <a:pt x="1" y="387"/>
                    <a:pt x="107" y="503"/>
                    <a:pt x="243" y="503"/>
                  </a:cubicBezTo>
                  <a:cubicBezTo>
                    <a:pt x="388" y="503"/>
                    <a:pt x="495" y="387"/>
                    <a:pt x="495" y="251"/>
                  </a:cubicBezTo>
                  <a:cubicBezTo>
                    <a:pt x="495" y="115"/>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9"/>
            <p:cNvSpPr/>
            <p:nvPr/>
          </p:nvSpPr>
          <p:spPr>
            <a:xfrm>
              <a:off x="3156125" y="46877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9"/>
            <p:cNvSpPr/>
            <p:nvPr/>
          </p:nvSpPr>
          <p:spPr>
            <a:xfrm>
              <a:off x="3247875" y="4687700"/>
              <a:ext cx="12575" cy="12575"/>
            </a:xfrm>
            <a:custGeom>
              <a:avLst/>
              <a:gdLst/>
              <a:ahLst/>
              <a:cxnLst/>
              <a:rect l="l" t="t" r="r" b="b"/>
              <a:pathLst>
                <a:path w="503"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9"/>
            <p:cNvSpPr/>
            <p:nvPr/>
          </p:nvSpPr>
          <p:spPr>
            <a:xfrm>
              <a:off x="3339850" y="4687700"/>
              <a:ext cx="12525" cy="12575"/>
            </a:xfrm>
            <a:custGeom>
              <a:avLst/>
              <a:gdLst/>
              <a:ahLst/>
              <a:cxnLst/>
              <a:rect l="l" t="t" r="r" b="b"/>
              <a:pathLst>
                <a:path w="501" h="503" extrusionOk="0">
                  <a:moveTo>
                    <a:pt x="251" y="0"/>
                  </a:moveTo>
                  <a:cubicBezTo>
                    <a:pt x="107" y="0"/>
                    <a:pt x="0" y="115"/>
                    <a:pt x="0" y="251"/>
                  </a:cubicBezTo>
                  <a:cubicBezTo>
                    <a:pt x="0" y="387"/>
                    <a:pt x="107" y="503"/>
                    <a:pt x="251" y="503"/>
                  </a:cubicBezTo>
                  <a:cubicBezTo>
                    <a:pt x="387" y="503"/>
                    <a:pt x="501" y="387"/>
                    <a:pt x="501" y="251"/>
                  </a:cubicBezTo>
                  <a:cubicBezTo>
                    <a:pt x="501"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9"/>
            <p:cNvSpPr/>
            <p:nvPr/>
          </p:nvSpPr>
          <p:spPr>
            <a:xfrm>
              <a:off x="3431575" y="46877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9"/>
            <p:cNvSpPr/>
            <p:nvPr/>
          </p:nvSpPr>
          <p:spPr>
            <a:xfrm>
              <a:off x="3523550" y="4687700"/>
              <a:ext cx="12375" cy="12575"/>
            </a:xfrm>
            <a:custGeom>
              <a:avLst/>
              <a:gdLst/>
              <a:ahLst/>
              <a:cxnLst/>
              <a:rect l="l" t="t" r="r" b="b"/>
              <a:pathLst>
                <a:path w="495" h="503" extrusionOk="0">
                  <a:moveTo>
                    <a:pt x="250" y="0"/>
                  </a:moveTo>
                  <a:cubicBezTo>
                    <a:pt x="107" y="0"/>
                    <a:pt x="0" y="115"/>
                    <a:pt x="0" y="251"/>
                  </a:cubicBezTo>
                  <a:cubicBezTo>
                    <a:pt x="0" y="387"/>
                    <a:pt x="107" y="503"/>
                    <a:pt x="250" y="503"/>
                  </a:cubicBezTo>
                  <a:cubicBezTo>
                    <a:pt x="388" y="503"/>
                    <a:pt x="494" y="387"/>
                    <a:pt x="494" y="251"/>
                  </a:cubicBezTo>
                  <a:cubicBezTo>
                    <a:pt x="494" y="115"/>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9"/>
            <p:cNvSpPr/>
            <p:nvPr/>
          </p:nvSpPr>
          <p:spPr>
            <a:xfrm>
              <a:off x="676400" y="4779625"/>
              <a:ext cx="12600" cy="12400"/>
            </a:xfrm>
            <a:custGeom>
              <a:avLst/>
              <a:gdLst/>
              <a:ahLst/>
              <a:cxnLst/>
              <a:rect l="l" t="t" r="r" b="b"/>
              <a:pathLst>
                <a:path w="504" h="496" extrusionOk="0">
                  <a:moveTo>
                    <a:pt x="252" y="0"/>
                  </a:moveTo>
                  <a:cubicBezTo>
                    <a:pt x="116" y="0"/>
                    <a:pt x="1" y="108"/>
                    <a:pt x="1" y="251"/>
                  </a:cubicBezTo>
                  <a:cubicBezTo>
                    <a:pt x="1" y="387"/>
                    <a:pt x="116" y="496"/>
                    <a:pt x="252" y="496"/>
                  </a:cubicBezTo>
                  <a:cubicBezTo>
                    <a:pt x="388" y="496"/>
                    <a:pt x="503" y="387"/>
                    <a:pt x="503" y="251"/>
                  </a:cubicBezTo>
                  <a:cubicBezTo>
                    <a:pt x="503"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9"/>
            <p:cNvSpPr/>
            <p:nvPr/>
          </p:nvSpPr>
          <p:spPr>
            <a:xfrm>
              <a:off x="768325" y="4779625"/>
              <a:ext cx="12400" cy="12400"/>
            </a:xfrm>
            <a:custGeom>
              <a:avLst/>
              <a:gdLst/>
              <a:ahLst/>
              <a:cxnLst/>
              <a:rect l="l" t="t" r="r" b="b"/>
              <a:pathLst>
                <a:path w="496" h="496" extrusionOk="0">
                  <a:moveTo>
                    <a:pt x="245" y="0"/>
                  </a:moveTo>
                  <a:cubicBezTo>
                    <a:pt x="109" y="0"/>
                    <a:pt x="0" y="108"/>
                    <a:pt x="0" y="251"/>
                  </a:cubicBezTo>
                  <a:cubicBezTo>
                    <a:pt x="0" y="387"/>
                    <a:pt x="109" y="496"/>
                    <a:pt x="245" y="496"/>
                  </a:cubicBezTo>
                  <a:cubicBezTo>
                    <a:pt x="388" y="496"/>
                    <a:pt x="496" y="387"/>
                    <a:pt x="496" y="251"/>
                  </a:cubicBezTo>
                  <a:cubicBezTo>
                    <a:pt x="496" y="108"/>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9"/>
            <p:cNvSpPr/>
            <p:nvPr/>
          </p:nvSpPr>
          <p:spPr>
            <a:xfrm>
              <a:off x="860125" y="4779625"/>
              <a:ext cx="12525" cy="12400"/>
            </a:xfrm>
            <a:custGeom>
              <a:avLst/>
              <a:gdLst/>
              <a:ahLst/>
              <a:cxnLst/>
              <a:rect l="l" t="t" r="r" b="b"/>
              <a:pathLst>
                <a:path w="501" h="496" extrusionOk="0">
                  <a:moveTo>
                    <a:pt x="251" y="0"/>
                  </a:moveTo>
                  <a:cubicBezTo>
                    <a:pt x="114" y="0"/>
                    <a:pt x="0" y="108"/>
                    <a:pt x="0" y="251"/>
                  </a:cubicBezTo>
                  <a:cubicBezTo>
                    <a:pt x="0" y="387"/>
                    <a:pt x="114" y="496"/>
                    <a:pt x="251" y="496"/>
                  </a:cubicBezTo>
                  <a:cubicBezTo>
                    <a:pt x="387" y="496"/>
                    <a:pt x="501" y="387"/>
                    <a:pt x="501" y="251"/>
                  </a:cubicBezTo>
                  <a:cubicBezTo>
                    <a:pt x="501" y="108"/>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9"/>
            <p:cNvSpPr/>
            <p:nvPr/>
          </p:nvSpPr>
          <p:spPr>
            <a:xfrm>
              <a:off x="951850" y="4779625"/>
              <a:ext cx="12600" cy="12400"/>
            </a:xfrm>
            <a:custGeom>
              <a:avLst/>
              <a:gdLst/>
              <a:ahLst/>
              <a:cxnLst/>
              <a:rect l="l" t="t" r="r" b="b"/>
              <a:pathLst>
                <a:path w="504" h="496" extrusionOk="0">
                  <a:moveTo>
                    <a:pt x="252" y="0"/>
                  </a:moveTo>
                  <a:cubicBezTo>
                    <a:pt x="116" y="0"/>
                    <a:pt x="1" y="108"/>
                    <a:pt x="1" y="251"/>
                  </a:cubicBezTo>
                  <a:cubicBezTo>
                    <a:pt x="1" y="387"/>
                    <a:pt x="116" y="496"/>
                    <a:pt x="252" y="496"/>
                  </a:cubicBezTo>
                  <a:cubicBezTo>
                    <a:pt x="388" y="496"/>
                    <a:pt x="503" y="387"/>
                    <a:pt x="503" y="251"/>
                  </a:cubicBezTo>
                  <a:cubicBezTo>
                    <a:pt x="503"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9"/>
            <p:cNvSpPr/>
            <p:nvPr/>
          </p:nvSpPr>
          <p:spPr>
            <a:xfrm>
              <a:off x="1043825" y="4779625"/>
              <a:ext cx="12375" cy="12400"/>
            </a:xfrm>
            <a:custGeom>
              <a:avLst/>
              <a:gdLst/>
              <a:ahLst/>
              <a:cxnLst/>
              <a:rect l="l" t="t" r="r" b="b"/>
              <a:pathLst>
                <a:path w="495" h="496" extrusionOk="0">
                  <a:moveTo>
                    <a:pt x="250" y="0"/>
                  </a:moveTo>
                  <a:cubicBezTo>
                    <a:pt x="107" y="0"/>
                    <a:pt x="0" y="108"/>
                    <a:pt x="0" y="251"/>
                  </a:cubicBezTo>
                  <a:cubicBezTo>
                    <a:pt x="0" y="387"/>
                    <a:pt x="107" y="496"/>
                    <a:pt x="250" y="496"/>
                  </a:cubicBezTo>
                  <a:cubicBezTo>
                    <a:pt x="388" y="496"/>
                    <a:pt x="494" y="387"/>
                    <a:pt x="494" y="251"/>
                  </a:cubicBezTo>
                  <a:cubicBezTo>
                    <a:pt x="494" y="108"/>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9"/>
            <p:cNvSpPr/>
            <p:nvPr/>
          </p:nvSpPr>
          <p:spPr>
            <a:xfrm>
              <a:off x="1135575" y="4779625"/>
              <a:ext cx="12575" cy="12400"/>
            </a:xfrm>
            <a:custGeom>
              <a:avLst/>
              <a:gdLst/>
              <a:ahLst/>
              <a:cxnLst/>
              <a:rect l="l" t="t" r="r" b="b"/>
              <a:pathLst>
                <a:path w="503" h="496" extrusionOk="0">
                  <a:moveTo>
                    <a:pt x="252" y="0"/>
                  </a:moveTo>
                  <a:cubicBezTo>
                    <a:pt x="116" y="0"/>
                    <a:pt x="0" y="108"/>
                    <a:pt x="0" y="251"/>
                  </a:cubicBezTo>
                  <a:cubicBezTo>
                    <a:pt x="0" y="387"/>
                    <a:pt x="116" y="496"/>
                    <a:pt x="252" y="496"/>
                  </a:cubicBezTo>
                  <a:cubicBezTo>
                    <a:pt x="387" y="496"/>
                    <a:pt x="503" y="387"/>
                    <a:pt x="503" y="251"/>
                  </a:cubicBezTo>
                  <a:cubicBezTo>
                    <a:pt x="503" y="108"/>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9"/>
            <p:cNvSpPr/>
            <p:nvPr/>
          </p:nvSpPr>
          <p:spPr>
            <a:xfrm>
              <a:off x="1227500" y="4779625"/>
              <a:ext cx="12400" cy="12400"/>
            </a:xfrm>
            <a:custGeom>
              <a:avLst/>
              <a:gdLst/>
              <a:ahLst/>
              <a:cxnLst/>
              <a:rect l="l" t="t" r="r" b="b"/>
              <a:pathLst>
                <a:path w="496" h="496" extrusionOk="0">
                  <a:moveTo>
                    <a:pt x="251" y="0"/>
                  </a:moveTo>
                  <a:cubicBezTo>
                    <a:pt x="109" y="0"/>
                    <a:pt x="0" y="108"/>
                    <a:pt x="0" y="251"/>
                  </a:cubicBezTo>
                  <a:cubicBezTo>
                    <a:pt x="0" y="387"/>
                    <a:pt x="109" y="496"/>
                    <a:pt x="251" y="496"/>
                  </a:cubicBezTo>
                  <a:cubicBezTo>
                    <a:pt x="387" y="496"/>
                    <a:pt x="496" y="387"/>
                    <a:pt x="496" y="251"/>
                  </a:cubicBezTo>
                  <a:cubicBezTo>
                    <a:pt x="496" y="108"/>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9"/>
            <p:cNvSpPr/>
            <p:nvPr/>
          </p:nvSpPr>
          <p:spPr>
            <a:xfrm>
              <a:off x="1319275" y="4779625"/>
              <a:ext cx="12550" cy="12400"/>
            </a:xfrm>
            <a:custGeom>
              <a:avLst/>
              <a:gdLst/>
              <a:ahLst/>
              <a:cxnLst/>
              <a:rect l="l" t="t" r="r" b="b"/>
              <a:pathLst>
                <a:path w="502" h="496" extrusionOk="0">
                  <a:moveTo>
                    <a:pt x="252" y="0"/>
                  </a:moveTo>
                  <a:cubicBezTo>
                    <a:pt x="114" y="0"/>
                    <a:pt x="1" y="108"/>
                    <a:pt x="1" y="251"/>
                  </a:cubicBezTo>
                  <a:cubicBezTo>
                    <a:pt x="1" y="387"/>
                    <a:pt x="114" y="496"/>
                    <a:pt x="252" y="496"/>
                  </a:cubicBezTo>
                  <a:cubicBezTo>
                    <a:pt x="388" y="496"/>
                    <a:pt x="501" y="387"/>
                    <a:pt x="501" y="251"/>
                  </a:cubicBezTo>
                  <a:cubicBezTo>
                    <a:pt x="501"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9"/>
            <p:cNvSpPr/>
            <p:nvPr/>
          </p:nvSpPr>
          <p:spPr>
            <a:xfrm>
              <a:off x="1411200" y="4779625"/>
              <a:ext cx="12425" cy="12400"/>
            </a:xfrm>
            <a:custGeom>
              <a:avLst/>
              <a:gdLst/>
              <a:ahLst/>
              <a:cxnLst/>
              <a:rect l="l" t="t" r="r" b="b"/>
              <a:pathLst>
                <a:path w="497" h="496" extrusionOk="0">
                  <a:moveTo>
                    <a:pt x="245" y="0"/>
                  </a:moveTo>
                  <a:cubicBezTo>
                    <a:pt x="109" y="0"/>
                    <a:pt x="1" y="108"/>
                    <a:pt x="1" y="251"/>
                  </a:cubicBezTo>
                  <a:cubicBezTo>
                    <a:pt x="1" y="387"/>
                    <a:pt x="109" y="496"/>
                    <a:pt x="245" y="496"/>
                  </a:cubicBezTo>
                  <a:cubicBezTo>
                    <a:pt x="388" y="496"/>
                    <a:pt x="496" y="387"/>
                    <a:pt x="496" y="251"/>
                  </a:cubicBezTo>
                  <a:cubicBezTo>
                    <a:pt x="496" y="108"/>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9"/>
            <p:cNvSpPr/>
            <p:nvPr/>
          </p:nvSpPr>
          <p:spPr>
            <a:xfrm>
              <a:off x="1503000" y="4779625"/>
              <a:ext cx="12525" cy="12400"/>
            </a:xfrm>
            <a:custGeom>
              <a:avLst/>
              <a:gdLst/>
              <a:ahLst/>
              <a:cxnLst/>
              <a:rect l="l" t="t" r="r" b="b"/>
              <a:pathLst>
                <a:path w="501" h="496" extrusionOk="0">
                  <a:moveTo>
                    <a:pt x="250" y="0"/>
                  </a:moveTo>
                  <a:cubicBezTo>
                    <a:pt x="114" y="0"/>
                    <a:pt x="0" y="108"/>
                    <a:pt x="0" y="251"/>
                  </a:cubicBezTo>
                  <a:cubicBezTo>
                    <a:pt x="0" y="387"/>
                    <a:pt x="114" y="496"/>
                    <a:pt x="250" y="496"/>
                  </a:cubicBezTo>
                  <a:cubicBezTo>
                    <a:pt x="387" y="496"/>
                    <a:pt x="501" y="387"/>
                    <a:pt x="501" y="251"/>
                  </a:cubicBezTo>
                  <a:cubicBezTo>
                    <a:pt x="501" y="108"/>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9"/>
            <p:cNvSpPr/>
            <p:nvPr/>
          </p:nvSpPr>
          <p:spPr>
            <a:xfrm>
              <a:off x="1594750" y="4779625"/>
              <a:ext cx="12575" cy="12400"/>
            </a:xfrm>
            <a:custGeom>
              <a:avLst/>
              <a:gdLst/>
              <a:ahLst/>
              <a:cxnLst/>
              <a:rect l="l" t="t" r="r" b="b"/>
              <a:pathLst>
                <a:path w="503" h="496" extrusionOk="0">
                  <a:moveTo>
                    <a:pt x="251" y="0"/>
                  </a:moveTo>
                  <a:cubicBezTo>
                    <a:pt x="115" y="0"/>
                    <a:pt x="0" y="108"/>
                    <a:pt x="0" y="251"/>
                  </a:cubicBezTo>
                  <a:cubicBezTo>
                    <a:pt x="0" y="387"/>
                    <a:pt x="115" y="496"/>
                    <a:pt x="251" y="496"/>
                  </a:cubicBezTo>
                  <a:cubicBezTo>
                    <a:pt x="394" y="496"/>
                    <a:pt x="503" y="387"/>
                    <a:pt x="503" y="251"/>
                  </a:cubicBezTo>
                  <a:cubicBezTo>
                    <a:pt x="503" y="108"/>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9"/>
            <p:cNvSpPr/>
            <p:nvPr/>
          </p:nvSpPr>
          <p:spPr>
            <a:xfrm>
              <a:off x="1686650" y="4779625"/>
              <a:ext cx="12600" cy="12400"/>
            </a:xfrm>
            <a:custGeom>
              <a:avLst/>
              <a:gdLst/>
              <a:ahLst/>
              <a:cxnLst/>
              <a:rect l="l" t="t" r="r" b="b"/>
              <a:pathLst>
                <a:path w="504" h="496" extrusionOk="0">
                  <a:moveTo>
                    <a:pt x="252" y="0"/>
                  </a:moveTo>
                  <a:cubicBezTo>
                    <a:pt x="116" y="0"/>
                    <a:pt x="1" y="108"/>
                    <a:pt x="1" y="251"/>
                  </a:cubicBezTo>
                  <a:cubicBezTo>
                    <a:pt x="1" y="387"/>
                    <a:pt x="116" y="496"/>
                    <a:pt x="252" y="496"/>
                  </a:cubicBezTo>
                  <a:cubicBezTo>
                    <a:pt x="388" y="496"/>
                    <a:pt x="503" y="387"/>
                    <a:pt x="503" y="251"/>
                  </a:cubicBezTo>
                  <a:cubicBezTo>
                    <a:pt x="503"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9"/>
            <p:cNvSpPr/>
            <p:nvPr/>
          </p:nvSpPr>
          <p:spPr>
            <a:xfrm>
              <a:off x="1778450" y="4779625"/>
              <a:ext cx="12550" cy="12400"/>
            </a:xfrm>
            <a:custGeom>
              <a:avLst/>
              <a:gdLst/>
              <a:ahLst/>
              <a:cxnLst/>
              <a:rect l="l" t="t" r="r" b="b"/>
              <a:pathLst>
                <a:path w="502" h="496" extrusionOk="0">
                  <a:moveTo>
                    <a:pt x="252" y="0"/>
                  </a:moveTo>
                  <a:cubicBezTo>
                    <a:pt x="114" y="0"/>
                    <a:pt x="1" y="108"/>
                    <a:pt x="1" y="251"/>
                  </a:cubicBezTo>
                  <a:cubicBezTo>
                    <a:pt x="1" y="387"/>
                    <a:pt x="114" y="496"/>
                    <a:pt x="252" y="496"/>
                  </a:cubicBezTo>
                  <a:cubicBezTo>
                    <a:pt x="388" y="496"/>
                    <a:pt x="501" y="387"/>
                    <a:pt x="501" y="251"/>
                  </a:cubicBezTo>
                  <a:cubicBezTo>
                    <a:pt x="501"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9"/>
            <p:cNvSpPr/>
            <p:nvPr/>
          </p:nvSpPr>
          <p:spPr>
            <a:xfrm>
              <a:off x="1870375" y="4779625"/>
              <a:ext cx="12400" cy="12400"/>
            </a:xfrm>
            <a:custGeom>
              <a:avLst/>
              <a:gdLst/>
              <a:ahLst/>
              <a:cxnLst/>
              <a:rect l="l" t="t" r="r" b="b"/>
              <a:pathLst>
                <a:path w="496" h="496" extrusionOk="0">
                  <a:moveTo>
                    <a:pt x="252" y="0"/>
                  </a:moveTo>
                  <a:cubicBezTo>
                    <a:pt x="109" y="0"/>
                    <a:pt x="0" y="108"/>
                    <a:pt x="0" y="251"/>
                  </a:cubicBezTo>
                  <a:cubicBezTo>
                    <a:pt x="0" y="387"/>
                    <a:pt x="109" y="496"/>
                    <a:pt x="252" y="496"/>
                  </a:cubicBezTo>
                  <a:cubicBezTo>
                    <a:pt x="387" y="496"/>
                    <a:pt x="496" y="387"/>
                    <a:pt x="496" y="251"/>
                  </a:cubicBezTo>
                  <a:cubicBezTo>
                    <a:pt x="496" y="108"/>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9"/>
            <p:cNvSpPr/>
            <p:nvPr/>
          </p:nvSpPr>
          <p:spPr>
            <a:xfrm>
              <a:off x="1962150" y="4779625"/>
              <a:ext cx="12550" cy="12400"/>
            </a:xfrm>
            <a:custGeom>
              <a:avLst/>
              <a:gdLst/>
              <a:ahLst/>
              <a:cxnLst/>
              <a:rect l="l" t="t" r="r" b="b"/>
              <a:pathLst>
                <a:path w="502" h="496" extrusionOk="0">
                  <a:moveTo>
                    <a:pt x="250" y="0"/>
                  </a:moveTo>
                  <a:cubicBezTo>
                    <a:pt x="114" y="0"/>
                    <a:pt x="1" y="108"/>
                    <a:pt x="1" y="251"/>
                  </a:cubicBezTo>
                  <a:cubicBezTo>
                    <a:pt x="1" y="387"/>
                    <a:pt x="114" y="496"/>
                    <a:pt x="250" y="496"/>
                  </a:cubicBezTo>
                  <a:cubicBezTo>
                    <a:pt x="388" y="496"/>
                    <a:pt x="502" y="387"/>
                    <a:pt x="502" y="251"/>
                  </a:cubicBezTo>
                  <a:cubicBezTo>
                    <a:pt x="502" y="108"/>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9"/>
            <p:cNvSpPr/>
            <p:nvPr/>
          </p:nvSpPr>
          <p:spPr>
            <a:xfrm>
              <a:off x="2054075" y="4779625"/>
              <a:ext cx="12425" cy="12400"/>
            </a:xfrm>
            <a:custGeom>
              <a:avLst/>
              <a:gdLst/>
              <a:ahLst/>
              <a:cxnLst/>
              <a:rect l="l" t="t" r="r" b="b"/>
              <a:pathLst>
                <a:path w="497" h="496" extrusionOk="0">
                  <a:moveTo>
                    <a:pt x="252" y="0"/>
                  </a:moveTo>
                  <a:cubicBezTo>
                    <a:pt x="109" y="0"/>
                    <a:pt x="1" y="108"/>
                    <a:pt x="1" y="251"/>
                  </a:cubicBezTo>
                  <a:cubicBezTo>
                    <a:pt x="1" y="387"/>
                    <a:pt x="109" y="496"/>
                    <a:pt x="252" y="496"/>
                  </a:cubicBezTo>
                  <a:cubicBezTo>
                    <a:pt x="388" y="496"/>
                    <a:pt x="496" y="387"/>
                    <a:pt x="496" y="251"/>
                  </a:cubicBezTo>
                  <a:cubicBezTo>
                    <a:pt x="496"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9"/>
            <p:cNvSpPr/>
            <p:nvPr/>
          </p:nvSpPr>
          <p:spPr>
            <a:xfrm>
              <a:off x="2145825" y="4779625"/>
              <a:ext cx="12600" cy="12400"/>
            </a:xfrm>
            <a:custGeom>
              <a:avLst/>
              <a:gdLst/>
              <a:ahLst/>
              <a:cxnLst/>
              <a:rect l="l" t="t" r="r" b="b"/>
              <a:pathLst>
                <a:path w="504" h="496" extrusionOk="0">
                  <a:moveTo>
                    <a:pt x="252" y="0"/>
                  </a:moveTo>
                  <a:cubicBezTo>
                    <a:pt x="116" y="0"/>
                    <a:pt x="1" y="108"/>
                    <a:pt x="1" y="251"/>
                  </a:cubicBezTo>
                  <a:cubicBezTo>
                    <a:pt x="1" y="387"/>
                    <a:pt x="116" y="496"/>
                    <a:pt x="252" y="496"/>
                  </a:cubicBezTo>
                  <a:cubicBezTo>
                    <a:pt x="388" y="496"/>
                    <a:pt x="503" y="387"/>
                    <a:pt x="503" y="251"/>
                  </a:cubicBezTo>
                  <a:cubicBezTo>
                    <a:pt x="503"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9"/>
            <p:cNvSpPr/>
            <p:nvPr/>
          </p:nvSpPr>
          <p:spPr>
            <a:xfrm>
              <a:off x="2237800" y="4779625"/>
              <a:ext cx="12350" cy="12400"/>
            </a:xfrm>
            <a:custGeom>
              <a:avLst/>
              <a:gdLst/>
              <a:ahLst/>
              <a:cxnLst/>
              <a:rect l="l" t="t" r="r" b="b"/>
              <a:pathLst>
                <a:path w="494" h="496" extrusionOk="0">
                  <a:moveTo>
                    <a:pt x="244" y="0"/>
                  </a:moveTo>
                  <a:cubicBezTo>
                    <a:pt x="107" y="0"/>
                    <a:pt x="0" y="108"/>
                    <a:pt x="0" y="251"/>
                  </a:cubicBezTo>
                  <a:cubicBezTo>
                    <a:pt x="0" y="387"/>
                    <a:pt x="107" y="496"/>
                    <a:pt x="244" y="496"/>
                  </a:cubicBezTo>
                  <a:cubicBezTo>
                    <a:pt x="387" y="496"/>
                    <a:pt x="494" y="387"/>
                    <a:pt x="494" y="251"/>
                  </a:cubicBezTo>
                  <a:cubicBezTo>
                    <a:pt x="494" y="108"/>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9"/>
            <p:cNvSpPr/>
            <p:nvPr/>
          </p:nvSpPr>
          <p:spPr>
            <a:xfrm>
              <a:off x="2329550" y="4779625"/>
              <a:ext cx="12575" cy="12400"/>
            </a:xfrm>
            <a:custGeom>
              <a:avLst/>
              <a:gdLst/>
              <a:ahLst/>
              <a:cxnLst/>
              <a:rect l="l" t="t" r="r" b="b"/>
              <a:pathLst>
                <a:path w="503" h="496" extrusionOk="0">
                  <a:moveTo>
                    <a:pt x="251" y="0"/>
                  </a:moveTo>
                  <a:cubicBezTo>
                    <a:pt x="115" y="0"/>
                    <a:pt x="0" y="108"/>
                    <a:pt x="0" y="251"/>
                  </a:cubicBezTo>
                  <a:cubicBezTo>
                    <a:pt x="0" y="387"/>
                    <a:pt x="115" y="496"/>
                    <a:pt x="251" y="496"/>
                  </a:cubicBezTo>
                  <a:cubicBezTo>
                    <a:pt x="387" y="496"/>
                    <a:pt x="502" y="387"/>
                    <a:pt x="502" y="251"/>
                  </a:cubicBezTo>
                  <a:cubicBezTo>
                    <a:pt x="502" y="108"/>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9"/>
            <p:cNvSpPr/>
            <p:nvPr/>
          </p:nvSpPr>
          <p:spPr>
            <a:xfrm>
              <a:off x="2421325" y="4779625"/>
              <a:ext cx="12550" cy="12400"/>
            </a:xfrm>
            <a:custGeom>
              <a:avLst/>
              <a:gdLst/>
              <a:ahLst/>
              <a:cxnLst/>
              <a:rect l="l" t="t" r="r" b="b"/>
              <a:pathLst>
                <a:path w="502" h="496" extrusionOk="0">
                  <a:moveTo>
                    <a:pt x="250" y="0"/>
                  </a:moveTo>
                  <a:cubicBezTo>
                    <a:pt x="114" y="0"/>
                    <a:pt x="1" y="108"/>
                    <a:pt x="1" y="251"/>
                  </a:cubicBezTo>
                  <a:cubicBezTo>
                    <a:pt x="1" y="387"/>
                    <a:pt x="114" y="496"/>
                    <a:pt x="250" y="496"/>
                  </a:cubicBezTo>
                  <a:cubicBezTo>
                    <a:pt x="395" y="496"/>
                    <a:pt x="501" y="387"/>
                    <a:pt x="501" y="251"/>
                  </a:cubicBezTo>
                  <a:cubicBezTo>
                    <a:pt x="501" y="108"/>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9"/>
            <p:cNvSpPr/>
            <p:nvPr/>
          </p:nvSpPr>
          <p:spPr>
            <a:xfrm>
              <a:off x="2513250" y="4779625"/>
              <a:ext cx="12575" cy="12400"/>
            </a:xfrm>
            <a:custGeom>
              <a:avLst/>
              <a:gdLst/>
              <a:ahLst/>
              <a:cxnLst/>
              <a:rect l="l" t="t" r="r" b="b"/>
              <a:pathLst>
                <a:path w="503" h="496" extrusionOk="0">
                  <a:moveTo>
                    <a:pt x="252" y="0"/>
                  </a:moveTo>
                  <a:cubicBezTo>
                    <a:pt x="109" y="0"/>
                    <a:pt x="0" y="108"/>
                    <a:pt x="0" y="251"/>
                  </a:cubicBezTo>
                  <a:cubicBezTo>
                    <a:pt x="0" y="387"/>
                    <a:pt x="109" y="496"/>
                    <a:pt x="252" y="496"/>
                  </a:cubicBezTo>
                  <a:cubicBezTo>
                    <a:pt x="388" y="496"/>
                    <a:pt x="503" y="387"/>
                    <a:pt x="503" y="251"/>
                  </a:cubicBezTo>
                  <a:cubicBezTo>
                    <a:pt x="503"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9"/>
            <p:cNvSpPr/>
            <p:nvPr/>
          </p:nvSpPr>
          <p:spPr>
            <a:xfrm>
              <a:off x="2605000" y="4779625"/>
              <a:ext cx="12575" cy="12400"/>
            </a:xfrm>
            <a:custGeom>
              <a:avLst/>
              <a:gdLst/>
              <a:ahLst/>
              <a:cxnLst/>
              <a:rect l="l" t="t" r="r" b="b"/>
              <a:pathLst>
                <a:path w="503" h="496" extrusionOk="0">
                  <a:moveTo>
                    <a:pt x="252" y="0"/>
                  </a:moveTo>
                  <a:cubicBezTo>
                    <a:pt x="116" y="0"/>
                    <a:pt x="0" y="108"/>
                    <a:pt x="0" y="251"/>
                  </a:cubicBezTo>
                  <a:cubicBezTo>
                    <a:pt x="0" y="387"/>
                    <a:pt x="116" y="496"/>
                    <a:pt x="252" y="496"/>
                  </a:cubicBezTo>
                  <a:cubicBezTo>
                    <a:pt x="387" y="496"/>
                    <a:pt x="503" y="387"/>
                    <a:pt x="503" y="251"/>
                  </a:cubicBezTo>
                  <a:cubicBezTo>
                    <a:pt x="503" y="108"/>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9"/>
            <p:cNvSpPr/>
            <p:nvPr/>
          </p:nvSpPr>
          <p:spPr>
            <a:xfrm>
              <a:off x="2696950" y="4779625"/>
              <a:ext cx="12375" cy="12400"/>
            </a:xfrm>
            <a:custGeom>
              <a:avLst/>
              <a:gdLst/>
              <a:ahLst/>
              <a:cxnLst/>
              <a:rect l="l" t="t" r="r" b="b"/>
              <a:pathLst>
                <a:path w="495" h="496" extrusionOk="0">
                  <a:moveTo>
                    <a:pt x="252" y="0"/>
                  </a:moveTo>
                  <a:cubicBezTo>
                    <a:pt x="108" y="0"/>
                    <a:pt x="1" y="108"/>
                    <a:pt x="1" y="251"/>
                  </a:cubicBezTo>
                  <a:cubicBezTo>
                    <a:pt x="1" y="387"/>
                    <a:pt x="108" y="496"/>
                    <a:pt x="252" y="496"/>
                  </a:cubicBezTo>
                  <a:cubicBezTo>
                    <a:pt x="388" y="496"/>
                    <a:pt x="495" y="387"/>
                    <a:pt x="495" y="251"/>
                  </a:cubicBezTo>
                  <a:cubicBezTo>
                    <a:pt x="495"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9"/>
            <p:cNvSpPr/>
            <p:nvPr/>
          </p:nvSpPr>
          <p:spPr>
            <a:xfrm>
              <a:off x="2788700" y="4779625"/>
              <a:ext cx="12600" cy="12400"/>
            </a:xfrm>
            <a:custGeom>
              <a:avLst/>
              <a:gdLst/>
              <a:ahLst/>
              <a:cxnLst/>
              <a:rect l="l" t="t" r="r" b="b"/>
              <a:pathLst>
                <a:path w="504" h="496" extrusionOk="0">
                  <a:moveTo>
                    <a:pt x="252" y="0"/>
                  </a:moveTo>
                  <a:cubicBezTo>
                    <a:pt x="116" y="0"/>
                    <a:pt x="1" y="108"/>
                    <a:pt x="1" y="251"/>
                  </a:cubicBezTo>
                  <a:cubicBezTo>
                    <a:pt x="1" y="387"/>
                    <a:pt x="116" y="496"/>
                    <a:pt x="252" y="496"/>
                  </a:cubicBezTo>
                  <a:cubicBezTo>
                    <a:pt x="388" y="496"/>
                    <a:pt x="503" y="387"/>
                    <a:pt x="503" y="251"/>
                  </a:cubicBezTo>
                  <a:cubicBezTo>
                    <a:pt x="503"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9"/>
            <p:cNvSpPr/>
            <p:nvPr/>
          </p:nvSpPr>
          <p:spPr>
            <a:xfrm>
              <a:off x="2880675" y="4779625"/>
              <a:ext cx="12375" cy="12400"/>
            </a:xfrm>
            <a:custGeom>
              <a:avLst/>
              <a:gdLst/>
              <a:ahLst/>
              <a:cxnLst/>
              <a:rect l="l" t="t" r="r" b="b"/>
              <a:pathLst>
                <a:path w="495" h="496" extrusionOk="0">
                  <a:moveTo>
                    <a:pt x="243" y="0"/>
                  </a:moveTo>
                  <a:cubicBezTo>
                    <a:pt x="107" y="0"/>
                    <a:pt x="0" y="108"/>
                    <a:pt x="0" y="251"/>
                  </a:cubicBezTo>
                  <a:cubicBezTo>
                    <a:pt x="0" y="387"/>
                    <a:pt x="107" y="496"/>
                    <a:pt x="243" y="496"/>
                  </a:cubicBezTo>
                  <a:cubicBezTo>
                    <a:pt x="387" y="496"/>
                    <a:pt x="494" y="387"/>
                    <a:pt x="494" y="251"/>
                  </a:cubicBezTo>
                  <a:cubicBezTo>
                    <a:pt x="494" y="108"/>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9"/>
            <p:cNvSpPr/>
            <p:nvPr/>
          </p:nvSpPr>
          <p:spPr>
            <a:xfrm>
              <a:off x="2972425" y="4779625"/>
              <a:ext cx="12575" cy="12400"/>
            </a:xfrm>
            <a:custGeom>
              <a:avLst/>
              <a:gdLst/>
              <a:ahLst/>
              <a:cxnLst/>
              <a:rect l="l" t="t" r="r" b="b"/>
              <a:pathLst>
                <a:path w="503" h="496" extrusionOk="0">
                  <a:moveTo>
                    <a:pt x="251" y="0"/>
                  </a:moveTo>
                  <a:cubicBezTo>
                    <a:pt x="115" y="0"/>
                    <a:pt x="0" y="108"/>
                    <a:pt x="0" y="251"/>
                  </a:cubicBezTo>
                  <a:cubicBezTo>
                    <a:pt x="0" y="387"/>
                    <a:pt x="115" y="496"/>
                    <a:pt x="251" y="496"/>
                  </a:cubicBezTo>
                  <a:cubicBezTo>
                    <a:pt x="387" y="496"/>
                    <a:pt x="503" y="387"/>
                    <a:pt x="503" y="251"/>
                  </a:cubicBezTo>
                  <a:cubicBezTo>
                    <a:pt x="503" y="108"/>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9"/>
            <p:cNvSpPr/>
            <p:nvPr/>
          </p:nvSpPr>
          <p:spPr>
            <a:xfrm>
              <a:off x="3064375" y="4779625"/>
              <a:ext cx="12375" cy="12400"/>
            </a:xfrm>
            <a:custGeom>
              <a:avLst/>
              <a:gdLst/>
              <a:ahLst/>
              <a:cxnLst/>
              <a:rect l="l" t="t" r="r" b="b"/>
              <a:pathLst>
                <a:path w="495" h="496" extrusionOk="0">
                  <a:moveTo>
                    <a:pt x="243" y="0"/>
                  </a:moveTo>
                  <a:cubicBezTo>
                    <a:pt x="107" y="0"/>
                    <a:pt x="1" y="108"/>
                    <a:pt x="1" y="251"/>
                  </a:cubicBezTo>
                  <a:cubicBezTo>
                    <a:pt x="1" y="387"/>
                    <a:pt x="107" y="496"/>
                    <a:pt x="243" y="496"/>
                  </a:cubicBezTo>
                  <a:cubicBezTo>
                    <a:pt x="388" y="496"/>
                    <a:pt x="495" y="387"/>
                    <a:pt x="495" y="251"/>
                  </a:cubicBezTo>
                  <a:cubicBezTo>
                    <a:pt x="495" y="108"/>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9"/>
            <p:cNvSpPr/>
            <p:nvPr/>
          </p:nvSpPr>
          <p:spPr>
            <a:xfrm>
              <a:off x="3156125" y="4779625"/>
              <a:ext cx="12600" cy="12400"/>
            </a:xfrm>
            <a:custGeom>
              <a:avLst/>
              <a:gdLst/>
              <a:ahLst/>
              <a:cxnLst/>
              <a:rect l="l" t="t" r="r" b="b"/>
              <a:pathLst>
                <a:path w="504" h="496" extrusionOk="0">
                  <a:moveTo>
                    <a:pt x="252" y="0"/>
                  </a:moveTo>
                  <a:cubicBezTo>
                    <a:pt x="116" y="0"/>
                    <a:pt x="1" y="108"/>
                    <a:pt x="1" y="251"/>
                  </a:cubicBezTo>
                  <a:cubicBezTo>
                    <a:pt x="1" y="387"/>
                    <a:pt x="116" y="496"/>
                    <a:pt x="252" y="496"/>
                  </a:cubicBezTo>
                  <a:cubicBezTo>
                    <a:pt x="388" y="496"/>
                    <a:pt x="503" y="387"/>
                    <a:pt x="503" y="251"/>
                  </a:cubicBezTo>
                  <a:cubicBezTo>
                    <a:pt x="503"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9"/>
            <p:cNvSpPr/>
            <p:nvPr/>
          </p:nvSpPr>
          <p:spPr>
            <a:xfrm>
              <a:off x="3247875" y="4779625"/>
              <a:ext cx="12575" cy="12400"/>
            </a:xfrm>
            <a:custGeom>
              <a:avLst/>
              <a:gdLst/>
              <a:ahLst/>
              <a:cxnLst/>
              <a:rect l="l" t="t" r="r" b="b"/>
              <a:pathLst>
                <a:path w="503" h="496" extrusionOk="0">
                  <a:moveTo>
                    <a:pt x="252" y="0"/>
                  </a:moveTo>
                  <a:cubicBezTo>
                    <a:pt x="116" y="0"/>
                    <a:pt x="1" y="108"/>
                    <a:pt x="1" y="251"/>
                  </a:cubicBezTo>
                  <a:cubicBezTo>
                    <a:pt x="1" y="387"/>
                    <a:pt x="116" y="496"/>
                    <a:pt x="252" y="496"/>
                  </a:cubicBezTo>
                  <a:cubicBezTo>
                    <a:pt x="388" y="496"/>
                    <a:pt x="503" y="387"/>
                    <a:pt x="503" y="251"/>
                  </a:cubicBezTo>
                  <a:cubicBezTo>
                    <a:pt x="503"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9"/>
            <p:cNvSpPr/>
            <p:nvPr/>
          </p:nvSpPr>
          <p:spPr>
            <a:xfrm>
              <a:off x="3339850" y="4779625"/>
              <a:ext cx="12525" cy="12400"/>
            </a:xfrm>
            <a:custGeom>
              <a:avLst/>
              <a:gdLst/>
              <a:ahLst/>
              <a:cxnLst/>
              <a:rect l="l" t="t" r="r" b="b"/>
              <a:pathLst>
                <a:path w="501" h="496" extrusionOk="0">
                  <a:moveTo>
                    <a:pt x="251" y="0"/>
                  </a:moveTo>
                  <a:cubicBezTo>
                    <a:pt x="107" y="0"/>
                    <a:pt x="0" y="108"/>
                    <a:pt x="0" y="251"/>
                  </a:cubicBezTo>
                  <a:cubicBezTo>
                    <a:pt x="0" y="387"/>
                    <a:pt x="107" y="496"/>
                    <a:pt x="251" y="496"/>
                  </a:cubicBezTo>
                  <a:cubicBezTo>
                    <a:pt x="387" y="496"/>
                    <a:pt x="501" y="387"/>
                    <a:pt x="501" y="251"/>
                  </a:cubicBezTo>
                  <a:cubicBezTo>
                    <a:pt x="501" y="108"/>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9"/>
            <p:cNvSpPr/>
            <p:nvPr/>
          </p:nvSpPr>
          <p:spPr>
            <a:xfrm>
              <a:off x="3431575" y="4779625"/>
              <a:ext cx="12600" cy="12400"/>
            </a:xfrm>
            <a:custGeom>
              <a:avLst/>
              <a:gdLst/>
              <a:ahLst/>
              <a:cxnLst/>
              <a:rect l="l" t="t" r="r" b="b"/>
              <a:pathLst>
                <a:path w="504" h="496" extrusionOk="0">
                  <a:moveTo>
                    <a:pt x="252" y="0"/>
                  </a:moveTo>
                  <a:cubicBezTo>
                    <a:pt x="116" y="0"/>
                    <a:pt x="1" y="108"/>
                    <a:pt x="1" y="251"/>
                  </a:cubicBezTo>
                  <a:cubicBezTo>
                    <a:pt x="1" y="387"/>
                    <a:pt x="116" y="496"/>
                    <a:pt x="252" y="496"/>
                  </a:cubicBezTo>
                  <a:cubicBezTo>
                    <a:pt x="388" y="496"/>
                    <a:pt x="503" y="387"/>
                    <a:pt x="503" y="251"/>
                  </a:cubicBezTo>
                  <a:cubicBezTo>
                    <a:pt x="503"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9"/>
            <p:cNvSpPr/>
            <p:nvPr/>
          </p:nvSpPr>
          <p:spPr>
            <a:xfrm>
              <a:off x="3523550" y="4779625"/>
              <a:ext cx="12375" cy="12400"/>
            </a:xfrm>
            <a:custGeom>
              <a:avLst/>
              <a:gdLst/>
              <a:ahLst/>
              <a:cxnLst/>
              <a:rect l="l" t="t" r="r" b="b"/>
              <a:pathLst>
                <a:path w="495" h="496" extrusionOk="0">
                  <a:moveTo>
                    <a:pt x="250" y="0"/>
                  </a:moveTo>
                  <a:cubicBezTo>
                    <a:pt x="107" y="0"/>
                    <a:pt x="0" y="108"/>
                    <a:pt x="0" y="251"/>
                  </a:cubicBezTo>
                  <a:cubicBezTo>
                    <a:pt x="0" y="387"/>
                    <a:pt x="107" y="496"/>
                    <a:pt x="250" y="496"/>
                  </a:cubicBezTo>
                  <a:cubicBezTo>
                    <a:pt x="388" y="496"/>
                    <a:pt x="494" y="387"/>
                    <a:pt x="494" y="251"/>
                  </a:cubicBezTo>
                  <a:cubicBezTo>
                    <a:pt x="494" y="108"/>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9"/>
            <p:cNvSpPr/>
            <p:nvPr/>
          </p:nvSpPr>
          <p:spPr>
            <a:xfrm>
              <a:off x="676400" y="48714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9"/>
            <p:cNvSpPr/>
            <p:nvPr/>
          </p:nvSpPr>
          <p:spPr>
            <a:xfrm>
              <a:off x="768325" y="4871400"/>
              <a:ext cx="12400" cy="12550"/>
            </a:xfrm>
            <a:custGeom>
              <a:avLst/>
              <a:gdLst/>
              <a:ahLst/>
              <a:cxnLst/>
              <a:rect l="l" t="t" r="r" b="b"/>
              <a:pathLst>
                <a:path w="496" h="502" extrusionOk="0">
                  <a:moveTo>
                    <a:pt x="245" y="1"/>
                  </a:moveTo>
                  <a:cubicBezTo>
                    <a:pt x="109" y="1"/>
                    <a:pt x="0" y="114"/>
                    <a:pt x="0" y="252"/>
                  </a:cubicBezTo>
                  <a:cubicBezTo>
                    <a:pt x="0" y="388"/>
                    <a:pt x="109" y="501"/>
                    <a:pt x="245" y="501"/>
                  </a:cubicBezTo>
                  <a:cubicBezTo>
                    <a:pt x="388" y="501"/>
                    <a:pt x="496" y="388"/>
                    <a:pt x="496" y="252"/>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9"/>
            <p:cNvSpPr/>
            <p:nvPr/>
          </p:nvSpPr>
          <p:spPr>
            <a:xfrm>
              <a:off x="860125" y="4871400"/>
              <a:ext cx="12525" cy="12550"/>
            </a:xfrm>
            <a:custGeom>
              <a:avLst/>
              <a:gdLst/>
              <a:ahLst/>
              <a:cxnLst/>
              <a:rect l="l" t="t" r="r" b="b"/>
              <a:pathLst>
                <a:path w="501" h="502" extrusionOk="0">
                  <a:moveTo>
                    <a:pt x="251" y="1"/>
                  </a:moveTo>
                  <a:cubicBezTo>
                    <a:pt x="114" y="1"/>
                    <a:pt x="0" y="114"/>
                    <a:pt x="0" y="252"/>
                  </a:cubicBezTo>
                  <a:cubicBezTo>
                    <a:pt x="0" y="388"/>
                    <a:pt x="114" y="501"/>
                    <a:pt x="251" y="501"/>
                  </a:cubicBezTo>
                  <a:cubicBezTo>
                    <a:pt x="387" y="501"/>
                    <a:pt x="501" y="388"/>
                    <a:pt x="501" y="252"/>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9"/>
            <p:cNvSpPr/>
            <p:nvPr/>
          </p:nvSpPr>
          <p:spPr>
            <a:xfrm>
              <a:off x="951850" y="48714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9"/>
            <p:cNvSpPr/>
            <p:nvPr/>
          </p:nvSpPr>
          <p:spPr>
            <a:xfrm>
              <a:off x="1043825" y="4871400"/>
              <a:ext cx="12375" cy="12550"/>
            </a:xfrm>
            <a:custGeom>
              <a:avLst/>
              <a:gdLst/>
              <a:ahLst/>
              <a:cxnLst/>
              <a:rect l="l" t="t" r="r" b="b"/>
              <a:pathLst>
                <a:path w="495" h="502" extrusionOk="0">
                  <a:moveTo>
                    <a:pt x="250" y="1"/>
                  </a:moveTo>
                  <a:cubicBezTo>
                    <a:pt x="107" y="1"/>
                    <a:pt x="0" y="114"/>
                    <a:pt x="0" y="252"/>
                  </a:cubicBezTo>
                  <a:cubicBezTo>
                    <a:pt x="0" y="388"/>
                    <a:pt x="107" y="501"/>
                    <a:pt x="250" y="501"/>
                  </a:cubicBezTo>
                  <a:cubicBezTo>
                    <a:pt x="388" y="501"/>
                    <a:pt x="494" y="388"/>
                    <a:pt x="494" y="252"/>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9"/>
            <p:cNvSpPr/>
            <p:nvPr/>
          </p:nvSpPr>
          <p:spPr>
            <a:xfrm>
              <a:off x="1135575" y="4871400"/>
              <a:ext cx="12575" cy="12550"/>
            </a:xfrm>
            <a:custGeom>
              <a:avLst/>
              <a:gdLst/>
              <a:ahLst/>
              <a:cxnLst/>
              <a:rect l="l" t="t" r="r" b="b"/>
              <a:pathLst>
                <a:path w="503" h="502" extrusionOk="0">
                  <a:moveTo>
                    <a:pt x="252" y="1"/>
                  </a:moveTo>
                  <a:cubicBezTo>
                    <a:pt x="116" y="1"/>
                    <a:pt x="0" y="114"/>
                    <a:pt x="0" y="252"/>
                  </a:cubicBezTo>
                  <a:cubicBezTo>
                    <a:pt x="0" y="388"/>
                    <a:pt x="116" y="501"/>
                    <a:pt x="252" y="501"/>
                  </a:cubicBezTo>
                  <a:cubicBezTo>
                    <a:pt x="387" y="501"/>
                    <a:pt x="503" y="388"/>
                    <a:pt x="503" y="252"/>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9"/>
            <p:cNvSpPr/>
            <p:nvPr/>
          </p:nvSpPr>
          <p:spPr>
            <a:xfrm>
              <a:off x="1227500" y="4871400"/>
              <a:ext cx="12400" cy="12550"/>
            </a:xfrm>
            <a:custGeom>
              <a:avLst/>
              <a:gdLst/>
              <a:ahLst/>
              <a:cxnLst/>
              <a:rect l="l" t="t" r="r" b="b"/>
              <a:pathLst>
                <a:path w="496" h="502" extrusionOk="0">
                  <a:moveTo>
                    <a:pt x="251" y="1"/>
                  </a:moveTo>
                  <a:cubicBezTo>
                    <a:pt x="109" y="1"/>
                    <a:pt x="0" y="114"/>
                    <a:pt x="0" y="252"/>
                  </a:cubicBezTo>
                  <a:cubicBezTo>
                    <a:pt x="0" y="388"/>
                    <a:pt x="109" y="501"/>
                    <a:pt x="251" y="501"/>
                  </a:cubicBezTo>
                  <a:cubicBezTo>
                    <a:pt x="387" y="501"/>
                    <a:pt x="496" y="388"/>
                    <a:pt x="496" y="252"/>
                  </a:cubicBezTo>
                  <a:cubicBezTo>
                    <a:pt x="496"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9"/>
            <p:cNvSpPr/>
            <p:nvPr/>
          </p:nvSpPr>
          <p:spPr>
            <a:xfrm>
              <a:off x="1319275" y="4871400"/>
              <a:ext cx="12550" cy="12550"/>
            </a:xfrm>
            <a:custGeom>
              <a:avLst/>
              <a:gdLst/>
              <a:ahLst/>
              <a:cxnLst/>
              <a:rect l="l" t="t" r="r" b="b"/>
              <a:pathLst>
                <a:path w="502" h="502" extrusionOk="0">
                  <a:moveTo>
                    <a:pt x="252" y="1"/>
                  </a:moveTo>
                  <a:cubicBezTo>
                    <a:pt x="114" y="1"/>
                    <a:pt x="1" y="114"/>
                    <a:pt x="1" y="252"/>
                  </a:cubicBezTo>
                  <a:cubicBezTo>
                    <a:pt x="1" y="388"/>
                    <a:pt x="114" y="501"/>
                    <a:pt x="252" y="501"/>
                  </a:cubicBezTo>
                  <a:cubicBezTo>
                    <a:pt x="388" y="501"/>
                    <a:pt x="501" y="388"/>
                    <a:pt x="501" y="252"/>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9"/>
            <p:cNvSpPr/>
            <p:nvPr/>
          </p:nvSpPr>
          <p:spPr>
            <a:xfrm>
              <a:off x="1411200" y="4871400"/>
              <a:ext cx="12425" cy="12550"/>
            </a:xfrm>
            <a:custGeom>
              <a:avLst/>
              <a:gdLst/>
              <a:ahLst/>
              <a:cxnLst/>
              <a:rect l="l" t="t" r="r" b="b"/>
              <a:pathLst>
                <a:path w="497" h="502" extrusionOk="0">
                  <a:moveTo>
                    <a:pt x="245" y="1"/>
                  </a:moveTo>
                  <a:cubicBezTo>
                    <a:pt x="109" y="1"/>
                    <a:pt x="1" y="114"/>
                    <a:pt x="1" y="252"/>
                  </a:cubicBezTo>
                  <a:cubicBezTo>
                    <a:pt x="1" y="388"/>
                    <a:pt x="109" y="501"/>
                    <a:pt x="245" y="501"/>
                  </a:cubicBezTo>
                  <a:cubicBezTo>
                    <a:pt x="388" y="501"/>
                    <a:pt x="496" y="388"/>
                    <a:pt x="496" y="252"/>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9"/>
            <p:cNvSpPr/>
            <p:nvPr/>
          </p:nvSpPr>
          <p:spPr>
            <a:xfrm>
              <a:off x="1503000" y="4871400"/>
              <a:ext cx="12525" cy="12550"/>
            </a:xfrm>
            <a:custGeom>
              <a:avLst/>
              <a:gdLst/>
              <a:ahLst/>
              <a:cxnLst/>
              <a:rect l="l" t="t" r="r" b="b"/>
              <a:pathLst>
                <a:path w="501" h="502" extrusionOk="0">
                  <a:moveTo>
                    <a:pt x="250" y="1"/>
                  </a:moveTo>
                  <a:cubicBezTo>
                    <a:pt x="114" y="1"/>
                    <a:pt x="0" y="114"/>
                    <a:pt x="0" y="252"/>
                  </a:cubicBezTo>
                  <a:cubicBezTo>
                    <a:pt x="0" y="388"/>
                    <a:pt x="114" y="501"/>
                    <a:pt x="250" y="501"/>
                  </a:cubicBezTo>
                  <a:cubicBezTo>
                    <a:pt x="387" y="501"/>
                    <a:pt x="501" y="388"/>
                    <a:pt x="501" y="252"/>
                  </a:cubicBezTo>
                  <a:cubicBezTo>
                    <a:pt x="501" y="114"/>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9"/>
            <p:cNvSpPr/>
            <p:nvPr/>
          </p:nvSpPr>
          <p:spPr>
            <a:xfrm>
              <a:off x="1594750" y="4871400"/>
              <a:ext cx="12575" cy="12550"/>
            </a:xfrm>
            <a:custGeom>
              <a:avLst/>
              <a:gdLst/>
              <a:ahLst/>
              <a:cxnLst/>
              <a:rect l="l" t="t" r="r" b="b"/>
              <a:pathLst>
                <a:path w="503" h="502" extrusionOk="0">
                  <a:moveTo>
                    <a:pt x="251" y="1"/>
                  </a:moveTo>
                  <a:cubicBezTo>
                    <a:pt x="115" y="1"/>
                    <a:pt x="0" y="114"/>
                    <a:pt x="0" y="252"/>
                  </a:cubicBezTo>
                  <a:cubicBezTo>
                    <a:pt x="0" y="388"/>
                    <a:pt x="115" y="501"/>
                    <a:pt x="251" y="501"/>
                  </a:cubicBezTo>
                  <a:cubicBezTo>
                    <a:pt x="394" y="501"/>
                    <a:pt x="503" y="388"/>
                    <a:pt x="503" y="252"/>
                  </a:cubicBezTo>
                  <a:cubicBezTo>
                    <a:pt x="503" y="114"/>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9"/>
            <p:cNvSpPr/>
            <p:nvPr/>
          </p:nvSpPr>
          <p:spPr>
            <a:xfrm>
              <a:off x="1686650" y="48714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9"/>
            <p:cNvSpPr/>
            <p:nvPr/>
          </p:nvSpPr>
          <p:spPr>
            <a:xfrm>
              <a:off x="1778450" y="4871400"/>
              <a:ext cx="12550" cy="12550"/>
            </a:xfrm>
            <a:custGeom>
              <a:avLst/>
              <a:gdLst/>
              <a:ahLst/>
              <a:cxnLst/>
              <a:rect l="l" t="t" r="r" b="b"/>
              <a:pathLst>
                <a:path w="502" h="502" extrusionOk="0">
                  <a:moveTo>
                    <a:pt x="252" y="1"/>
                  </a:moveTo>
                  <a:cubicBezTo>
                    <a:pt x="114" y="1"/>
                    <a:pt x="1" y="114"/>
                    <a:pt x="1" y="252"/>
                  </a:cubicBezTo>
                  <a:cubicBezTo>
                    <a:pt x="1" y="388"/>
                    <a:pt x="114" y="501"/>
                    <a:pt x="252" y="501"/>
                  </a:cubicBezTo>
                  <a:cubicBezTo>
                    <a:pt x="388" y="501"/>
                    <a:pt x="501" y="388"/>
                    <a:pt x="501" y="252"/>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9"/>
            <p:cNvSpPr/>
            <p:nvPr/>
          </p:nvSpPr>
          <p:spPr>
            <a:xfrm>
              <a:off x="1870375" y="4871400"/>
              <a:ext cx="12400" cy="12550"/>
            </a:xfrm>
            <a:custGeom>
              <a:avLst/>
              <a:gdLst/>
              <a:ahLst/>
              <a:cxnLst/>
              <a:rect l="l" t="t" r="r" b="b"/>
              <a:pathLst>
                <a:path w="496" h="502" extrusionOk="0">
                  <a:moveTo>
                    <a:pt x="252" y="1"/>
                  </a:moveTo>
                  <a:cubicBezTo>
                    <a:pt x="109" y="1"/>
                    <a:pt x="0" y="114"/>
                    <a:pt x="0" y="252"/>
                  </a:cubicBezTo>
                  <a:cubicBezTo>
                    <a:pt x="0" y="388"/>
                    <a:pt x="109" y="501"/>
                    <a:pt x="252" y="501"/>
                  </a:cubicBezTo>
                  <a:cubicBezTo>
                    <a:pt x="387" y="501"/>
                    <a:pt x="496" y="388"/>
                    <a:pt x="496" y="252"/>
                  </a:cubicBezTo>
                  <a:cubicBezTo>
                    <a:pt x="496"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9"/>
            <p:cNvSpPr/>
            <p:nvPr/>
          </p:nvSpPr>
          <p:spPr>
            <a:xfrm>
              <a:off x="1962150" y="4871400"/>
              <a:ext cx="12550" cy="12550"/>
            </a:xfrm>
            <a:custGeom>
              <a:avLst/>
              <a:gdLst/>
              <a:ahLst/>
              <a:cxnLst/>
              <a:rect l="l" t="t" r="r" b="b"/>
              <a:pathLst>
                <a:path w="502" h="502" extrusionOk="0">
                  <a:moveTo>
                    <a:pt x="250" y="1"/>
                  </a:moveTo>
                  <a:cubicBezTo>
                    <a:pt x="114" y="1"/>
                    <a:pt x="1" y="114"/>
                    <a:pt x="1" y="252"/>
                  </a:cubicBezTo>
                  <a:cubicBezTo>
                    <a:pt x="1" y="388"/>
                    <a:pt x="114" y="501"/>
                    <a:pt x="250" y="501"/>
                  </a:cubicBezTo>
                  <a:cubicBezTo>
                    <a:pt x="388" y="501"/>
                    <a:pt x="502" y="388"/>
                    <a:pt x="502" y="252"/>
                  </a:cubicBezTo>
                  <a:cubicBezTo>
                    <a:pt x="502"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9"/>
            <p:cNvSpPr/>
            <p:nvPr/>
          </p:nvSpPr>
          <p:spPr>
            <a:xfrm>
              <a:off x="2054075" y="4871400"/>
              <a:ext cx="12425" cy="12550"/>
            </a:xfrm>
            <a:custGeom>
              <a:avLst/>
              <a:gdLst/>
              <a:ahLst/>
              <a:cxnLst/>
              <a:rect l="l" t="t" r="r" b="b"/>
              <a:pathLst>
                <a:path w="497" h="502" extrusionOk="0">
                  <a:moveTo>
                    <a:pt x="252" y="1"/>
                  </a:moveTo>
                  <a:cubicBezTo>
                    <a:pt x="109" y="1"/>
                    <a:pt x="1" y="114"/>
                    <a:pt x="1" y="252"/>
                  </a:cubicBezTo>
                  <a:cubicBezTo>
                    <a:pt x="1" y="388"/>
                    <a:pt x="109" y="501"/>
                    <a:pt x="252" y="501"/>
                  </a:cubicBezTo>
                  <a:cubicBezTo>
                    <a:pt x="388" y="501"/>
                    <a:pt x="496" y="388"/>
                    <a:pt x="496" y="252"/>
                  </a:cubicBezTo>
                  <a:cubicBezTo>
                    <a:pt x="496"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9"/>
            <p:cNvSpPr/>
            <p:nvPr/>
          </p:nvSpPr>
          <p:spPr>
            <a:xfrm>
              <a:off x="2145825" y="48714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9"/>
            <p:cNvSpPr/>
            <p:nvPr/>
          </p:nvSpPr>
          <p:spPr>
            <a:xfrm>
              <a:off x="2237800" y="4871400"/>
              <a:ext cx="12350" cy="12550"/>
            </a:xfrm>
            <a:custGeom>
              <a:avLst/>
              <a:gdLst/>
              <a:ahLst/>
              <a:cxnLst/>
              <a:rect l="l" t="t" r="r" b="b"/>
              <a:pathLst>
                <a:path w="494" h="502" extrusionOk="0">
                  <a:moveTo>
                    <a:pt x="244" y="1"/>
                  </a:moveTo>
                  <a:cubicBezTo>
                    <a:pt x="107" y="1"/>
                    <a:pt x="0" y="114"/>
                    <a:pt x="0" y="252"/>
                  </a:cubicBezTo>
                  <a:cubicBezTo>
                    <a:pt x="0" y="388"/>
                    <a:pt x="107" y="501"/>
                    <a:pt x="244" y="501"/>
                  </a:cubicBezTo>
                  <a:cubicBezTo>
                    <a:pt x="387" y="501"/>
                    <a:pt x="494" y="388"/>
                    <a:pt x="494" y="252"/>
                  </a:cubicBezTo>
                  <a:cubicBezTo>
                    <a:pt x="494" y="114"/>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9"/>
            <p:cNvSpPr/>
            <p:nvPr/>
          </p:nvSpPr>
          <p:spPr>
            <a:xfrm>
              <a:off x="2329550" y="4871400"/>
              <a:ext cx="12575" cy="12550"/>
            </a:xfrm>
            <a:custGeom>
              <a:avLst/>
              <a:gdLst/>
              <a:ahLst/>
              <a:cxnLst/>
              <a:rect l="l" t="t" r="r" b="b"/>
              <a:pathLst>
                <a:path w="503" h="502" extrusionOk="0">
                  <a:moveTo>
                    <a:pt x="251" y="1"/>
                  </a:moveTo>
                  <a:cubicBezTo>
                    <a:pt x="115" y="1"/>
                    <a:pt x="0" y="114"/>
                    <a:pt x="0" y="252"/>
                  </a:cubicBezTo>
                  <a:cubicBezTo>
                    <a:pt x="0" y="388"/>
                    <a:pt x="115" y="501"/>
                    <a:pt x="251" y="501"/>
                  </a:cubicBezTo>
                  <a:cubicBezTo>
                    <a:pt x="387" y="501"/>
                    <a:pt x="502" y="388"/>
                    <a:pt x="502" y="252"/>
                  </a:cubicBezTo>
                  <a:cubicBezTo>
                    <a:pt x="502"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9"/>
            <p:cNvSpPr/>
            <p:nvPr/>
          </p:nvSpPr>
          <p:spPr>
            <a:xfrm>
              <a:off x="2421325" y="4871400"/>
              <a:ext cx="12550" cy="12550"/>
            </a:xfrm>
            <a:custGeom>
              <a:avLst/>
              <a:gdLst/>
              <a:ahLst/>
              <a:cxnLst/>
              <a:rect l="l" t="t" r="r" b="b"/>
              <a:pathLst>
                <a:path w="502" h="502" extrusionOk="0">
                  <a:moveTo>
                    <a:pt x="250" y="1"/>
                  </a:moveTo>
                  <a:cubicBezTo>
                    <a:pt x="114" y="1"/>
                    <a:pt x="1" y="114"/>
                    <a:pt x="1" y="252"/>
                  </a:cubicBezTo>
                  <a:cubicBezTo>
                    <a:pt x="1" y="388"/>
                    <a:pt x="114" y="501"/>
                    <a:pt x="250" y="501"/>
                  </a:cubicBezTo>
                  <a:cubicBezTo>
                    <a:pt x="395" y="501"/>
                    <a:pt x="501" y="388"/>
                    <a:pt x="501" y="252"/>
                  </a:cubicBezTo>
                  <a:cubicBezTo>
                    <a:pt x="501" y="114"/>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9"/>
            <p:cNvSpPr/>
            <p:nvPr/>
          </p:nvSpPr>
          <p:spPr>
            <a:xfrm>
              <a:off x="2513250" y="4871400"/>
              <a:ext cx="12575" cy="12550"/>
            </a:xfrm>
            <a:custGeom>
              <a:avLst/>
              <a:gdLst/>
              <a:ahLst/>
              <a:cxnLst/>
              <a:rect l="l" t="t" r="r" b="b"/>
              <a:pathLst>
                <a:path w="503" h="502" extrusionOk="0">
                  <a:moveTo>
                    <a:pt x="252" y="1"/>
                  </a:moveTo>
                  <a:cubicBezTo>
                    <a:pt x="109" y="1"/>
                    <a:pt x="0" y="114"/>
                    <a:pt x="0" y="252"/>
                  </a:cubicBezTo>
                  <a:cubicBezTo>
                    <a:pt x="0" y="388"/>
                    <a:pt x="109"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9"/>
            <p:cNvSpPr/>
            <p:nvPr/>
          </p:nvSpPr>
          <p:spPr>
            <a:xfrm>
              <a:off x="2605000" y="4871400"/>
              <a:ext cx="12575" cy="12550"/>
            </a:xfrm>
            <a:custGeom>
              <a:avLst/>
              <a:gdLst/>
              <a:ahLst/>
              <a:cxnLst/>
              <a:rect l="l" t="t" r="r" b="b"/>
              <a:pathLst>
                <a:path w="503" h="502" extrusionOk="0">
                  <a:moveTo>
                    <a:pt x="252" y="1"/>
                  </a:moveTo>
                  <a:cubicBezTo>
                    <a:pt x="116" y="1"/>
                    <a:pt x="0" y="114"/>
                    <a:pt x="0" y="252"/>
                  </a:cubicBezTo>
                  <a:cubicBezTo>
                    <a:pt x="0" y="388"/>
                    <a:pt x="116" y="501"/>
                    <a:pt x="252" y="501"/>
                  </a:cubicBezTo>
                  <a:cubicBezTo>
                    <a:pt x="387" y="501"/>
                    <a:pt x="503" y="388"/>
                    <a:pt x="503" y="252"/>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9"/>
            <p:cNvSpPr/>
            <p:nvPr/>
          </p:nvSpPr>
          <p:spPr>
            <a:xfrm>
              <a:off x="2696950" y="4871400"/>
              <a:ext cx="12375" cy="12550"/>
            </a:xfrm>
            <a:custGeom>
              <a:avLst/>
              <a:gdLst/>
              <a:ahLst/>
              <a:cxnLst/>
              <a:rect l="l" t="t" r="r" b="b"/>
              <a:pathLst>
                <a:path w="495" h="502" extrusionOk="0">
                  <a:moveTo>
                    <a:pt x="252" y="1"/>
                  </a:moveTo>
                  <a:cubicBezTo>
                    <a:pt x="108" y="1"/>
                    <a:pt x="1" y="114"/>
                    <a:pt x="1" y="252"/>
                  </a:cubicBezTo>
                  <a:cubicBezTo>
                    <a:pt x="1" y="388"/>
                    <a:pt x="108" y="501"/>
                    <a:pt x="252" y="501"/>
                  </a:cubicBezTo>
                  <a:cubicBezTo>
                    <a:pt x="388" y="501"/>
                    <a:pt x="495" y="388"/>
                    <a:pt x="495" y="252"/>
                  </a:cubicBezTo>
                  <a:cubicBezTo>
                    <a:pt x="495"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9"/>
            <p:cNvSpPr/>
            <p:nvPr/>
          </p:nvSpPr>
          <p:spPr>
            <a:xfrm>
              <a:off x="2788700" y="48714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9"/>
            <p:cNvSpPr/>
            <p:nvPr/>
          </p:nvSpPr>
          <p:spPr>
            <a:xfrm>
              <a:off x="2880675" y="4871400"/>
              <a:ext cx="12375" cy="12550"/>
            </a:xfrm>
            <a:custGeom>
              <a:avLst/>
              <a:gdLst/>
              <a:ahLst/>
              <a:cxnLst/>
              <a:rect l="l" t="t" r="r" b="b"/>
              <a:pathLst>
                <a:path w="495" h="502" extrusionOk="0">
                  <a:moveTo>
                    <a:pt x="243" y="1"/>
                  </a:moveTo>
                  <a:cubicBezTo>
                    <a:pt x="107" y="1"/>
                    <a:pt x="0" y="114"/>
                    <a:pt x="0" y="252"/>
                  </a:cubicBezTo>
                  <a:cubicBezTo>
                    <a:pt x="0" y="388"/>
                    <a:pt x="107" y="501"/>
                    <a:pt x="243" y="501"/>
                  </a:cubicBezTo>
                  <a:cubicBezTo>
                    <a:pt x="387" y="501"/>
                    <a:pt x="494" y="388"/>
                    <a:pt x="494" y="252"/>
                  </a:cubicBezTo>
                  <a:cubicBezTo>
                    <a:pt x="494" y="114"/>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9"/>
            <p:cNvSpPr/>
            <p:nvPr/>
          </p:nvSpPr>
          <p:spPr>
            <a:xfrm>
              <a:off x="2972425" y="4871400"/>
              <a:ext cx="12575" cy="12550"/>
            </a:xfrm>
            <a:custGeom>
              <a:avLst/>
              <a:gdLst/>
              <a:ahLst/>
              <a:cxnLst/>
              <a:rect l="l" t="t" r="r" b="b"/>
              <a:pathLst>
                <a:path w="503" h="502" extrusionOk="0">
                  <a:moveTo>
                    <a:pt x="251" y="1"/>
                  </a:moveTo>
                  <a:cubicBezTo>
                    <a:pt x="115" y="1"/>
                    <a:pt x="0" y="114"/>
                    <a:pt x="0" y="252"/>
                  </a:cubicBezTo>
                  <a:cubicBezTo>
                    <a:pt x="0" y="388"/>
                    <a:pt x="115" y="501"/>
                    <a:pt x="251" y="501"/>
                  </a:cubicBezTo>
                  <a:cubicBezTo>
                    <a:pt x="387" y="501"/>
                    <a:pt x="503" y="388"/>
                    <a:pt x="503" y="252"/>
                  </a:cubicBezTo>
                  <a:cubicBezTo>
                    <a:pt x="503"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9"/>
            <p:cNvSpPr/>
            <p:nvPr/>
          </p:nvSpPr>
          <p:spPr>
            <a:xfrm>
              <a:off x="3064375" y="4871400"/>
              <a:ext cx="12375" cy="12550"/>
            </a:xfrm>
            <a:custGeom>
              <a:avLst/>
              <a:gdLst/>
              <a:ahLst/>
              <a:cxnLst/>
              <a:rect l="l" t="t" r="r" b="b"/>
              <a:pathLst>
                <a:path w="495" h="502" extrusionOk="0">
                  <a:moveTo>
                    <a:pt x="243" y="1"/>
                  </a:moveTo>
                  <a:cubicBezTo>
                    <a:pt x="107" y="1"/>
                    <a:pt x="1" y="114"/>
                    <a:pt x="1" y="252"/>
                  </a:cubicBezTo>
                  <a:cubicBezTo>
                    <a:pt x="1" y="388"/>
                    <a:pt x="107" y="501"/>
                    <a:pt x="243" y="501"/>
                  </a:cubicBezTo>
                  <a:cubicBezTo>
                    <a:pt x="388" y="501"/>
                    <a:pt x="495" y="388"/>
                    <a:pt x="495" y="252"/>
                  </a:cubicBezTo>
                  <a:cubicBezTo>
                    <a:pt x="495" y="114"/>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9"/>
            <p:cNvSpPr/>
            <p:nvPr/>
          </p:nvSpPr>
          <p:spPr>
            <a:xfrm>
              <a:off x="3156125" y="48714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9"/>
            <p:cNvSpPr/>
            <p:nvPr/>
          </p:nvSpPr>
          <p:spPr>
            <a:xfrm>
              <a:off x="3247875" y="4871400"/>
              <a:ext cx="12575" cy="12550"/>
            </a:xfrm>
            <a:custGeom>
              <a:avLst/>
              <a:gdLst/>
              <a:ahLst/>
              <a:cxnLst/>
              <a:rect l="l" t="t" r="r" b="b"/>
              <a:pathLst>
                <a:path w="503"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9"/>
            <p:cNvSpPr/>
            <p:nvPr/>
          </p:nvSpPr>
          <p:spPr>
            <a:xfrm>
              <a:off x="3339850" y="4871400"/>
              <a:ext cx="12525" cy="12550"/>
            </a:xfrm>
            <a:custGeom>
              <a:avLst/>
              <a:gdLst/>
              <a:ahLst/>
              <a:cxnLst/>
              <a:rect l="l" t="t" r="r" b="b"/>
              <a:pathLst>
                <a:path w="501" h="502" extrusionOk="0">
                  <a:moveTo>
                    <a:pt x="251" y="1"/>
                  </a:moveTo>
                  <a:cubicBezTo>
                    <a:pt x="107" y="1"/>
                    <a:pt x="0" y="114"/>
                    <a:pt x="0" y="252"/>
                  </a:cubicBezTo>
                  <a:cubicBezTo>
                    <a:pt x="0" y="388"/>
                    <a:pt x="107" y="501"/>
                    <a:pt x="251" y="501"/>
                  </a:cubicBezTo>
                  <a:cubicBezTo>
                    <a:pt x="387" y="501"/>
                    <a:pt x="501" y="388"/>
                    <a:pt x="501" y="252"/>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9"/>
            <p:cNvSpPr/>
            <p:nvPr/>
          </p:nvSpPr>
          <p:spPr>
            <a:xfrm>
              <a:off x="3431575" y="48714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9"/>
            <p:cNvSpPr/>
            <p:nvPr/>
          </p:nvSpPr>
          <p:spPr>
            <a:xfrm>
              <a:off x="3523550" y="4871400"/>
              <a:ext cx="12375" cy="12550"/>
            </a:xfrm>
            <a:custGeom>
              <a:avLst/>
              <a:gdLst/>
              <a:ahLst/>
              <a:cxnLst/>
              <a:rect l="l" t="t" r="r" b="b"/>
              <a:pathLst>
                <a:path w="495" h="502" extrusionOk="0">
                  <a:moveTo>
                    <a:pt x="250" y="1"/>
                  </a:moveTo>
                  <a:cubicBezTo>
                    <a:pt x="107" y="1"/>
                    <a:pt x="0" y="114"/>
                    <a:pt x="0" y="252"/>
                  </a:cubicBezTo>
                  <a:cubicBezTo>
                    <a:pt x="0" y="388"/>
                    <a:pt x="107" y="501"/>
                    <a:pt x="250" y="501"/>
                  </a:cubicBezTo>
                  <a:cubicBezTo>
                    <a:pt x="388" y="501"/>
                    <a:pt x="494" y="388"/>
                    <a:pt x="494" y="252"/>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9"/>
            <p:cNvSpPr/>
            <p:nvPr/>
          </p:nvSpPr>
          <p:spPr>
            <a:xfrm>
              <a:off x="676400" y="49633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9"/>
            <p:cNvSpPr/>
            <p:nvPr/>
          </p:nvSpPr>
          <p:spPr>
            <a:xfrm>
              <a:off x="768325" y="4963325"/>
              <a:ext cx="12400" cy="12400"/>
            </a:xfrm>
            <a:custGeom>
              <a:avLst/>
              <a:gdLst/>
              <a:ahLst/>
              <a:cxnLst/>
              <a:rect l="l" t="t" r="r" b="b"/>
              <a:pathLst>
                <a:path w="496" h="496" extrusionOk="0">
                  <a:moveTo>
                    <a:pt x="245" y="0"/>
                  </a:moveTo>
                  <a:cubicBezTo>
                    <a:pt x="109" y="0"/>
                    <a:pt x="0" y="109"/>
                    <a:pt x="0" y="245"/>
                  </a:cubicBezTo>
                  <a:cubicBezTo>
                    <a:pt x="0" y="388"/>
                    <a:pt x="109" y="496"/>
                    <a:pt x="245" y="496"/>
                  </a:cubicBezTo>
                  <a:cubicBezTo>
                    <a:pt x="388" y="496"/>
                    <a:pt x="496" y="388"/>
                    <a:pt x="496" y="245"/>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9"/>
            <p:cNvSpPr/>
            <p:nvPr/>
          </p:nvSpPr>
          <p:spPr>
            <a:xfrm>
              <a:off x="860125" y="4963325"/>
              <a:ext cx="12525" cy="12400"/>
            </a:xfrm>
            <a:custGeom>
              <a:avLst/>
              <a:gdLst/>
              <a:ahLst/>
              <a:cxnLst/>
              <a:rect l="l" t="t" r="r" b="b"/>
              <a:pathLst>
                <a:path w="501" h="496" extrusionOk="0">
                  <a:moveTo>
                    <a:pt x="251" y="0"/>
                  </a:moveTo>
                  <a:cubicBezTo>
                    <a:pt x="114" y="0"/>
                    <a:pt x="0" y="109"/>
                    <a:pt x="0" y="245"/>
                  </a:cubicBezTo>
                  <a:cubicBezTo>
                    <a:pt x="0" y="388"/>
                    <a:pt x="114" y="496"/>
                    <a:pt x="251" y="496"/>
                  </a:cubicBezTo>
                  <a:cubicBezTo>
                    <a:pt x="387" y="496"/>
                    <a:pt x="501" y="388"/>
                    <a:pt x="501" y="245"/>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9"/>
            <p:cNvSpPr/>
            <p:nvPr/>
          </p:nvSpPr>
          <p:spPr>
            <a:xfrm>
              <a:off x="951850" y="49633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9"/>
            <p:cNvSpPr/>
            <p:nvPr/>
          </p:nvSpPr>
          <p:spPr>
            <a:xfrm>
              <a:off x="1043825" y="4963325"/>
              <a:ext cx="12375" cy="12400"/>
            </a:xfrm>
            <a:custGeom>
              <a:avLst/>
              <a:gdLst/>
              <a:ahLst/>
              <a:cxnLst/>
              <a:rect l="l" t="t" r="r" b="b"/>
              <a:pathLst>
                <a:path w="495" h="496" extrusionOk="0">
                  <a:moveTo>
                    <a:pt x="250" y="0"/>
                  </a:moveTo>
                  <a:cubicBezTo>
                    <a:pt x="107" y="0"/>
                    <a:pt x="0" y="109"/>
                    <a:pt x="0" y="245"/>
                  </a:cubicBezTo>
                  <a:cubicBezTo>
                    <a:pt x="0" y="388"/>
                    <a:pt x="107" y="496"/>
                    <a:pt x="250" y="496"/>
                  </a:cubicBezTo>
                  <a:cubicBezTo>
                    <a:pt x="388" y="496"/>
                    <a:pt x="494" y="388"/>
                    <a:pt x="494" y="245"/>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9"/>
            <p:cNvSpPr/>
            <p:nvPr/>
          </p:nvSpPr>
          <p:spPr>
            <a:xfrm>
              <a:off x="1135575" y="4963325"/>
              <a:ext cx="12575" cy="12400"/>
            </a:xfrm>
            <a:custGeom>
              <a:avLst/>
              <a:gdLst/>
              <a:ahLst/>
              <a:cxnLst/>
              <a:rect l="l" t="t" r="r" b="b"/>
              <a:pathLst>
                <a:path w="503" h="496" extrusionOk="0">
                  <a:moveTo>
                    <a:pt x="252" y="0"/>
                  </a:moveTo>
                  <a:cubicBezTo>
                    <a:pt x="116" y="0"/>
                    <a:pt x="0" y="109"/>
                    <a:pt x="0" y="245"/>
                  </a:cubicBezTo>
                  <a:cubicBezTo>
                    <a:pt x="0" y="388"/>
                    <a:pt x="116" y="496"/>
                    <a:pt x="252" y="496"/>
                  </a:cubicBezTo>
                  <a:cubicBezTo>
                    <a:pt x="387" y="496"/>
                    <a:pt x="503" y="388"/>
                    <a:pt x="503" y="245"/>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9"/>
            <p:cNvSpPr/>
            <p:nvPr/>
          </p:nvSpPr>
          <p:spPr>
            <a:xfrm>
              <a:off x="1227500" y="4963325"/>
              <a:ext cx="12400" cy="12400"/>
            </a:xfrm>
            <a:custGeom>
              <a:avLst/>
              <a:gdLst/>
              <a:ahLst/>
              <a:cxnLst/>
              <a:rect l="l" t="t" r="r" b="b"/>
              <a:pathLst>
                <a:path w="496" h="496" extrusionOk="0">
                  <a:moveTo>
                    <a:pt x="251" y="0"/>
                  </a:moveTo>
                  <a:cubicBezTo>
                    <a:pt x="109" y="0"/>
                    <a:pt x="0" y="109"/>
                    <a:pt x="0" y="245"/>
                  </a:cubicBezTo>
                  <a:cubicBezTo>
                    <a:pt x="0" y="388"/>
                    <a:pt x="109" y="496"/>
                    <a:pt x="251" y="496"/>
                  </a:cubicBezTo>
                  <a:cubicBezTo>
                    <a:pt x="387" y="496"/>
                    <a:pt x="496" y="388"/>
                    <a:pt x="496" y="245"/>
                  </a:cubicBezTo>
                  <a:cubicBezTo>
                    <a:pt x="496"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9"/>
            <p:cNvSpPr/>
            <p:nvPr/>
          </p:nvSpPr>
          <p:spPr>
            <a:xfrm>
              <a:off x="1319275" y="4963325"/>
              <a:ext cx="12550" cy="12400"/>
            </a:xfrm>
            <a:custGeom>
              <a:avLst/>
              <a:gdLst/>
              <a:ahLst/>
              <a:cxnLst/>
              <a:rect l="l" t="t" r="r" b="b"/>
              <a:pathLst>
                <a:path w="502" h="496" extrusionOk="0">
                  <a:moveTo>
                    <a:pt x="252" y="0"/>
                  </a:moveTo>
                  <a:cubicBezTo>
                    <a:pt x="114" y="0"/>
                    <a:pt x="1" y="109"/>
                    <a:pt x="1" y="245"/>
                  </a:cubicBezTo>
                  <a:cubicBezTo>
                    <a:pt x="1" y="388"/>
                    <a:pt x="114" y="496"/>
                    <a:pt x="252" y="496"/>
                  </a:cubicBezTo>
                  <a:cubicBezTo>
                    <a:pt x="388" y="496"/>
                    <a:pt x="501" y="388"/>
                    <a:pt x="501" y="245"/>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9"/>
            <p:cNvSpPr/>
            <p:nvPr/>
          </p:nvSpPr>
          <p:spPr>
            <a:xfrm>
              <a:off x="1411200" y="4963325"/>
              <a:ext cx="12425" cy="12400"/>
            </a:xfrm>
            <a:custGeom>
              <a:avLst/>
              <a:gdLst/>
              <a:ahLst/>
              <a:cxnLst/>
              <a:rect l="l" t="t" r="r" b="b"/>
              <a:pathLst>
                <a:path w="497" h="496" extrusionOk="0">
                  <a:moveTo>
                    <a:pt x="245" y="0"/>
                  </a:moveTo>
                  <a:cubicBezTo>
                    <a:pt x="109" y="0"/>
                    <a:pt x="1" y="109"/>
                    <a:pt x="1" y="245"/>
                  </a:cubicBezTo>
                  <a:cubicBezTo>
                    <a:pt x="1" y="388"/>
                    <a:pt x="109" y="496"/>
                    <a:pt x="245" y="496"/>
                  </a:cubicBezTo>
                  <a:cubicBezTo>
                    <a:pt x="388" y="496"/>
                    <a:pt x="496" y="388"/>
                    <a:pt x="496" y="245"/>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9"/>
            <p:cNvSpPr/>
            <p:nvPr/>
          </p:nvSpPr>
          <p:spPr>
            <a:xfrm>
              <a:off x="1503000" y="4963325"/>
              <a:ext cx="12525" cy="12400"/>
            </a:xfrm>
            <a:custGeom>
              <a:avLst/>
              <a:gdLst/>
              <a:ahLst/>
              <a:cxnLst/>
              <a:rect l="l" t="t" r="r" b="b"/>
              <a:pathLst>
                <a:path w="501" h="496" extrusionOk="0">
                  <a:moveTo>
                    <a:pt x="250" y="0"/>
                  </a:moveTo>
                  <a:cubicBezTo>
                    <a:pt x="114" y="0"/>
                    <a:pt x="0" y="109"/>
                    <a:pt x="0" y="245"/>
                  </a:cubicBezTo>
                  <a:cubicBezTo>
                    <a:pt x="0" y="388"/>
                    <a:pt x="114" y="496"/>
                    <a:pt x="250" y="496"/>
                  </a:cubicBezTo>
                  <a:cubicBezTo>
                    <a:pt x="387" y="496"/>
                    <a:pt x="501" y="388"/>
                    <a:pt x="501" y="245"/>
                  </a:cubicBezTo>
                  <a:cubicBezTo>
                    <a:pt x="501" y="109"/>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9"/>
            <p:cNvSpPr/>
            <p:nvPr/>
          </p:nvSpPr>
          <p:spPr>
            <a:xfrm>
              <a:off x="1594750" y="4963325"/>
              <a:ext cx="12575" cy="12400"/>
            </a:xfrm>
            <a:custGeom>
              <a:avLst/>
              <a:gdLst/>
              <a:ahLst/>
              <a:cxnLst/>
              <a:rect l="l" t="t" r="r" b="b"/>
              <a:pathLst>
                <a:path w="503" h="496" extrusionOk="0">
                  <a:moveTo>
                    <a:pt x="251" y="0"/>
                  </a:moveTo>
                  <a:cubicBezTo>
                    <a:pt x="115" y="0"/>
                    <a:pt x="0" y="109"/>
                    <a:pt x="0" y="245"/>
                  </a:cubicBezTo>
                  <a:cubicBezTo>
                    <a:pt x="0" y="388"/>
                    <a:pt x="115" y="496"/>
                    <a:pt x="251" y="496"/>
                  </a:cubicBezTo>
                  <a:cubicBezTo>
                    <a:pt x="394" y="496"/>
                    <a:pt x="503" y="388"/>
                    <a:pt x="503" y="245"/>
                  </a:cubicBezTo>
                  <a:cubicBezTo>
                    <a:pt x="503" y="109"/>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9"/>
            <p:cNvSpPr/>
            <p:nvPr/>
          </p:nvSpPr>
          <p:spPr>
            <a:xfrm>
              <a:off x="1686650" y="49633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9"/>
            <p:cNvSpPr/>
            <p:nvPr/>
          </p:nvSpPr>
          <p:spPr>
            <a:xfrm>
              <a:off x="1778450" y="4963325"/>
              <a:ext cx="12550" cy="12400"/>
            </a:xfrm>
            <a:custGeom>
              <a:avLst/>
              <a:gdLst/>
              <a:ahLst/>
              <a:cxnLst/>
              <a:rect l="l" t="t" r="r" b="b"/>
              <a:pathLst>
                <a:path w="502" h="496" extrusionOk="0">
                  <a:moveTo>
                    <a:pt x="252" y="0"/>
                  </a:moveTo>
                  <a:cubicBezTo>
                    <a:pt x="114" y="0"/>
                    <a:pt x="1" y="109"/>
                    <a:pt x="1" y="245"/>
                  </a:cubicBezTo>
                  <a:cubicBezTo>
                    <a:pt x="1" y="388"/>
                    <a:pt x="114" y="496"/>
                    <a:pt x="252" y="496"/>
                  </a:cubicBezTo>
                  <a:cubicBezTo>
                    <a:pt x="388" y="496"/>
                    <a:pt x="501" y="388"/>
                    <a:pt x="501" y="245"/>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9"/>
            <p:cNvSpPr/>
            <p:nvPr/>
          </p:nvSpPr>
          <p:spPr>
            <a:xfrm>
              <a:off x="1870375" y="4963325"/>
              <a:ext cx="12400" cy="12400"/>
            </a:xfrm>
            <a:custGeom>
              <a:avLst/>
              <a:gdLst/>
              <a:ahLst/>
              <a:cxnLst/>
              <a:rect l="l" t="t" r="r" b="b"/>
              <a:pathLst>
                <a:path w="496" h="496" extrusionOk="0">
                  <a:moveTo>
                    <a:pt x="252" y="0"/>
                  </a:moveTo>
                  <a:cubicBezTo>
                    <a:pt x="109" y="0"/>
                    <a:pt x="0" y="109"/>
                    <a:pt x="0" y="245"/>
                  </a:cubicBezTo>
                  <a:cubicBezTo>
                    <a:pt x="0" y="388"/>
                    <a:pt x="109" y="496"/>
                    <a:pt x="252" y="496"/>
                  </a:cubicBezTo>
                  <a:cubicBezTo>
                    <a:pt x="387" y="496"/>
                    <a:pt x="496" y="388"/>
                    <a:pt x="496" y="245"/>
                  </a:cubicBezTo>
                  <a:cubicBezTo>
                    <a:pt x="496"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9"/>
            <p:cNvSpPr/>
            <p:nvPr/>
          </p:nvSpPr>
          <p:spPr>
            <a:xfrm>
              <a:off x="1962150" y="4963325"/>
              <a:ext cx="12550" cy="12400"/>
            </a:xfrm>
            <a:custGeom>
              <a:avLst/>
              <a:gdLst/>
              <a:ahLst/>
              <a:cxnLst/>
              <a:rect l="l" t="t" r="r" b="b"/>
              <a:pathLst>
                <a:path w="502" h="496" extrusionOk="0">
                  <a:moveTo>
                    <a:pt x="250" y="0"/>
                  </a:moveTo>
                  <a:cubicBezTo>
                    <a:pt x="114" y="0"/>
                    <a:pt x="1" y="109"/>
                    <a:pt x="1" y="245"/>
                  </a:cubicBezTo>
                  <a:cubicBezTo>
                    <a:pt x="1" y="388"/>
                    <a:pt x="114" y="496"/>
                    <a:pt x="250" y="496"/>
                  </a:cubicBezTo>
                  <a:cubicBezTo>
                    <a:pt x="388" y="496"/>
                    <a:pt x="502" y="388"/>
                    <a:pt x="502" y="245"/>
                  </a:cubicBezTo>
                  <a:cubicBezTo>
                    <a:pt x="502"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9"/>
            <p:cNvSpPr/>
            <p:nvPr/>
          </p:nvSpPr>
          <p:spPr>
            <a:xfrm>
              <a:off x="2054075" y="4963325"/>
              <a:ext cx="12425" cy="12400"/>
            </a:xfrm>
            <a:custGeom>
              <a:avLst/>
              <a:gdLst/>
              <a:ahLst/>
              <a:cxnLst/>
              <a:rect l="l" t="t" r="r" b="b"/>
              <a:pathLst>
                <a:path w="497" h="496" extrusionOk="0">
                  <a:moveTo>
                    <a:pt x="252" y="0"/>
                  </a:moveTo>
                  <a:cubicBezTo>
                    <a:pt x="109" y="0"/>
                    <a:pt x="1" y="109"/>
                    <a:pt x="1" y="245"/>
                  </a:cubicBezTo>
                  <a:cubicBezTo>
                    <a:pt x="1" y="388"/>
                    <a:pt x="109" y="496"/>
                    <a:pt x="252" y="496"/>
                  </a:cubicBezTo>
                  <a:cubicBezTo>
                    <a:pt x="388" y="496"/>
                    <a:pt x="496" y="388"/>
                    <a:pt x="496" y="245"/>
                  </a:cubicBezTo>
                  <a:cubicBezTo>
                    <a:pt x="496"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9"/>
            <p:cNvSpPr/>
            <p:nvPr/>
          </p:nvSpPr>
          <p:spPr>
            <a:xfrm>
              <a:off x="2145825" y="49633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9"/>
            <p:cNvSpPr/>
            <p:nvPr/>
          </p:nvSpPr>
          <p:spPr>
            <a:xfrm>
              <a:off x="2237800" y="4963325"/>
              <a:ext cx="12350" cy="12400"/>
            </a:xfrm>
            <a:custGeom>
              <a:avLst/>
              <a:gdLst/>
              <a:ahLst/>
              <a:cxnLst/>
              <a:rect l="l" t="t" r="r" b="b"/>
              <a:pathLst>
                <a:path w="494" h="496" extrusionOk="0">
                  <a:moveTo>
                    <a:pt x="244" y="0"/>
                  </a:moveTo>
                  <a:cubicBezTo>
                    <a:pt x="107" y="0"/>
                    <a:pt x="0" y="109"/>
                    <a:pt x="0" y="245"/>
                  </a:cubicBezTo>
                  <a:cubicBezTo>
                    <a:pt x="0" y="388"/>
                    <a:pt x="107" y="496"/>
                    <a:pt x="244" y="496"/>
                  </a:cubicBezTo>
                  <a:cubicBezTo>
                    <a:pt x="387" y="496"/>
                    <a:pt x="494" y="388"/>
                    <a:pt x="494" y="245"/>
                  </a:cubicBezTo>
                  <a:cubicBezTo>
                    <a:pt x="494" y="109"/>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9"/>
            <p:cNvSpPr/>
            <p:nvPr/>
          </p:nvSpPr>
          <p:spPr>
            <a:xfrm>
              <a:off x="2329550" y="4963325"/>
              <a:ext cx="12575" cy="12400"/>
            </a:xfrm>
            <a:custGeom>
              <a:avLst/>
              <a:gdLst/>
              <a:ahLst/>
              <a:cxnLst/>
              <a:rect l="l" t="t" r="r" b="b"/>
              <a:pathLst>
                <a:path w="503" h="496" extrusionOk="0">
                  <a:moveTo>
                    <a:pt x="251" y="0"/>
                  </a:moveTo>
                  <a:cubicBezTo>
                    <a:pt x="115" y="0"/>
                    <a:pt x="0" y="109"/>
                    <a:pt x="0" y="245"/>
                  </a:cubicBezTo>
                  <a:cubicBezTo>
                    <a:pt x="0" y="388"/>
                    <a:pt x="115" y="496"/>
                    <a:pt x="251" y="496"/>
                  </a:cubicBezTo>
                  <a:cubicBezTo>
                    <a:pt x="387" y="496"/>
                    <a:pt x="502" y="388"/>
                    <a:pt x="502" y="245"/>
                  </a:cubicBezTo>
                  <a:cubicBezTo>
                    <a:pt x="502"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9"/>
            <p:cNvSpPr/>
            <p:nvPr/>
          </p:nvSpPr>
          <p:spPr>
            <a:xfrm>
              <a:off x="2421325" y="4963325"/>
              <a:ext cx="12550" cy="12400"/>
            </a:xfrm>
            <a:custGeom>
              <a:avLst/>
              <a:gdLst/>
              <a:ahLst/>
              <a:cxnLst/>
              <a:rect l="l" t="t" r="r" b="b"/>
              <a:pathLst>
                <a:path w="502" h="496" extrusionOk="0">
                  <a:moveTo>
                    <a:pt x="250" y="0"/>
                  </a:moveTo>
                  <a:cubicBezTo>
                    <a:pt x="114" y="0"/>
                    <a:pt x="1" y="109"/>
                    <a:pt x="1" y="245"/>
                  </a:cubicBezTo>
                  <a:cubicBezTo>
                    <a:pt x="1" y="388"/>
                    <a:pt x="114" y="496"/>
                    <a:pt x="250" y="496"/>
                  </a:cubicBezTo>
                  <a:cubicBezTo>
                    <a:pt x="395" y="496"/>
                    <a:pt x="501" y="388"/>
                    <a:pt x="501" y="245"/>
                  </a:cubicBezTo>
                  <a:cubicBezTo>
                    <a:pt x="501" y="109"/>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9"/>
            <p:cNvSpPr/>
            <p:nvPr/>
          </p:nvSpPr>
          <p:spPr>
            <a:xfrm>
              <a:off x="2513250" y="4963325"/>
              <a:ext cx="12575" cy="12400"/>
            </a:xfrm>
            <a:custGeom>
              <a:avLst/>
              <a:gdLst/>
              <a:ahLst/>
              <a:cxnLst/>
              <a:rect l="l" t="t" r="r" b="b"/>
              <a:pathLst>
                <a:path w="503" h="496" extrusionOk="0">
                  <a:moveTo>
                    <a:pt x="252" y="0"/>
                  </a:moveTo>
                  <a:cubicBezTo>
                    <a:pt x="109" y="0"/>
                    <a:pt x="0" y="109"/>
                    <a:pt x="0" y="245"/>
                  </a:cubicBezTo>
                  <a:cubicBezTo>
                    <a:pt x="0" y="388"/>
                    <a:pt x="109"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9"/>
            <p:cNvSpPr/>
            <p:nvPr/>
          </p:nvSpPr>
          <p:spPr>
            <a:xfrm>
              <a:off x="2605000" y="4963325"/>
              <a:ext cx="12575" cy="12400"/>
            </a:xfrm>
            <a:custGeom>
              <a:avLst/>
              <a:gdLst/>
              <a:ahLst/>
              <a:cxnLst/>
              <a:rect l="l" t="t" r="r" b="b"/>
              <a:pathLst>
                <a:path w="503" h="496" extrusionOk="0">
                  <a:moveTo>
                    <a:pt x="252" y="0"/>
                  </a:moveTo>
                  <a:cubicBezTo>
                    <a:pt x="116" y="0"/>
                    <a:pt x="0" y="109"/>
                    <a:pt x="0" y="245"/>
                  </a:cubicBezTo>
                  <a:cubicBezTo>
                    <a:pt x="0" y="388"/>
                    <a:pt x="116" y="496"/>
                    <a:pt x="252" y="496"/>
                  </a:cubicBezTo>
                  <a:cubicBezTo>
                    <a:pt x="387" y="496"/>
                    <a:pt x="503" y="388"/>
                    <a:pt x="503" y="245"/>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9"/>
            <p:cNvSpPr/>
            <p:nvPr/>
          </p:nvSpPr>
          <p:spPr>
            <a:xfrm>
              <a:off x="2696950" y="4963325"/>
              <a:ext cx="12375" cy="12400"/>
            </a:xfrm>
            <a:custGeom>
              <a:avLst/>
              <a:gdLst/>
              <a:ahLst/>
              <a:cxnLst/>
              <a:rect l="l" t="t" r="r" b="b"/>
              <a:pathLst>
                <a:path w="495" h="496" extrusionOk="0">
                  <a:moveTo>
                    <a:pt x="252" y="0"/>
                  </a:moveTo>
                  <a:cubicBezTo>
                    <a:pt x="108" y="0"/>
                    <a:pt x="1" y="109"/>
                    <a:pt x="1" y="245"/>
                  </a:cubicBezTo>
                  <a:cubicBezTo>
                    <a:pt x="1" y="388"/>
                    <a:pt x="108" y="496"/>
                    <a:pt x="252" y="496"/>
                  </a:cubicBezTo>
                  <a:cubicBezTo>
                    <a:pt x="388" y="496"/>
                    <a:pt x="495" y="388"/>
                    <a:pt x="495" y="245"/>
                  </a:cubicBezTo>
                  <a:cubicBezTo>
                    <a:pt x="495"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9"/>
            <p:cNvSpPr/>
            <p:nvPr/>
          </p:nvSpPr>
          <p:spPr>
            <a:xfrm>
              <a:off x="2788700" y="49633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9"/>
            <p:cNvSpPr/>
            <p:nvPr/>
          </p:nvSpPr>
          <p:spPr>
            <a:xfrm>
              <a:off x="2880675" y="4963325"/>
              <a:ext cx="12375" cy="12400"/>
            </a:xfrm>
            <a:custGeom>
              <a:avLst/>
              <a:gdLst/>
              <a:ahLst/>
              <a:cxnLst/>
              <a:rect l="l" t="t" r="r" b="b"/>
              <a:pathLst>
                <a:path w="495" h="496" extrusionOk="0">
                  <a:moveTo>
                    <a:pt x="243" y="0"/>
                  </a:moveTo>
                  <a:cubicBezTo>
                    <a:pt x="107" y="0"/>
                    <a:pt x="0" y="109"/>
                    <a:pt x="0" y="245"/>
                  </a:cubicBezTo>
                  <a:cubicBezTo>
                    <a:pt x="0" y="388"/>
                    <a:pt x="107" y="496"/>
                    <a:pt x="243" y="496"/>
                  </a:cubicBezTo>
                  <a:cubicBezTo>
                    <a:pt x="387" y="496"/>
                    <a:pt x="494" y="388"/>
                    <a:pt x="494" y="245"/>
                  </a:cubicBezTo>
                  <a:cubicBezTo>
                    <a:pt x="494" y="109"/>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9"/>
            <p:cNvSpPr/>
            <p:nvPr/>
          </p:nvSpPr>
          <p:spPr>
            <a:xfrm>
              <a:off x="2972425" y="4963325"/>
              <a:ext cx="12575" cy="12400"/>
            </a:xfrm>
            <a:custGeom>
              <a:avLst/>
              <a:gdLst/>
              <a:ahLst/>
              <a:cxnLst/>
              <a:rect l="l" t="t" r="r" b="b"/>
              <a:pathLst>
                <a:path w="503" h="496" extrusionOk="0">
                  <a:moveTo>
                    <a:pt x="251" y="0"/>
                  </a:moveTo>
                  <a:cubicBezTo>
                    <a:pt x="115" y="0"/>
                    <a:pt x="0" y="109"/>
                    <a:pt x="0" y="245"/>
                  </a:cubicBezTo>
                  <a:cubicBezTo>
                    <a:pt x="0" y="388"/>
                    <a:pt x="115" y="496"/>
                    <a:pt x="251" y="496"/>
                  </a:cubicBezTo>
                  <a:cubicBezTo>
                    <a:pt x="387" y="496"/>
                    <a:pt x="503" y="388"/>
                    <a:pt x="503" y="245"/>
                  </a:cubicBezTo>
                  <a:cubicBezTo>
                    <a:pt x="503"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9"/>
            <p:cNvSpPr/>
            <p:nvPr/>
          </p:nvSpPr>
          <p:spPr>
            <a:xfrm>
              <a:off x="3064375" y="4963325"/>
              <a:ext cx="12375" cy="12400"/>
            </a:xfrm>
            <a:custGeom>
              <a:avLst/>
              <a:gdLst/>
              <a:ahLst/>
              <a:cxnLst/>
              <a:rect l="l" t="t" r="r" b="b"/>
              <a:pathLst>
                <a:path w="495" h="496" extrusionOk="0">
                  <a:moveTo>
                    <a:pt x="243" y="0"/>
                  </a:moveTo>
                  <a:cubicBezTo>
                    <a:pt x="107" y="0"/>
                    <a:pt x="1" y="109"/>
                    <a:pt x="1" y="245"/>
                  </a:cubicBezTo>
                  <a:cubicBezTo>
                    <a:pt x="1" y="388"/>
                    <a:pt x="107" y="496"/>
                    <a:pt x="243" y="496"/>
                  </a:cubicBezTo>
                  <a:cubicBezTo>
                    <a:pt x="388" y="496"/>
                    <a:pt x="495" y="388"/>
                    <a:pt x="495" y="245"/>
                  </a:cubicBezTo>
                  <a:cubicBezTo>
                    <a:pt x="495" y="109"/>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9"/>
            <p:cNvSpPr/>
            <p:nvPr/>
          </p:nvSpPr>
          <p:spPr>
            <a:xfrm>
              <a:off x="3156125" y="49633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9"/>
            <p:cNvSpPr/>
            <p:nvPr/>
          </p:nvSpPr>
          <p:spPr>
            <a:xfrm>
              <a:off x="3247875" y="4963325"/>
              <a:ext cx="12575" cy="12400"/>
            </a:xfrm>
            <a:custGeom>
              <a:avLst/>
              <a:gdLst/>
              <a:ahLst/>
              <a:cxnLst/>
              <a:rect l="l" t="t" r="r" b="b"/>
              <a:pathLst>
                <a:path w="503"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9"/>
            <p:cNvSpPr/>
            <p:nvPr/>
          </p:nvSpPr>
          <p:spPr>
            <a:xfrm>
              <a:off x="3339850" y="4963325"/>
              <a:ext cx="12525" cy="12400"/>
            </a:xfrm>
            <a:custGeom>
              <a:avLst/>
              <a:gdLst/>
              <a:ahLst/>
              <a:cxnLst/>
              <a:rect l="l" t="t" r="r" b="b"/>
              <a:pathLst>
                <a:path w="501" h="496" extrusionOk="0">
                  <a:moveTo>
                    <a:pt x="251" y="0"/>
                  </a:moveTo>
                  <a:cubicBezTo>
                    <a:pt x="107" y="0"/>
                    <a:pt x="0" y="109"/>
                    <a:pt x="0" y="245"/>
                  </a:cubicBezTo>
                  <a:cubicBezTo>
                    <a:pt x="0" y="388"/>
                    <a:pt x="107" y="496"/>
                    <a:pt x="251" y="496"/>
                  </a:cubicBezTo>
                  <a:cubicBezTo>
                    <a:pt x="387" y="496"/>
                    <a:pt x="501" y="388"/>
                    <a:pt x="501" y="245"/>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9"/>
            <p:cNvSpPr/>
            <p:nvPr/>
          </p:nvSpPr>
          <p:spPr>
            <a:xfrm>
              <a:off x="3431575" y="49633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9"/>
            <p:cNvSpPr/>
            <p:nvPr/>
          </p:nvSpPr>
          <p:spPr>
            <a:xfrm>
              <a:off x="3523550" y="4963325"/>
              <a:ext cx="12375" cy="12400"/>
            </a:xfrm>
            <a:custGeom>
              <a:avLst/>
              <a:gdLst/>
              <a:ahLst/>
              <a:cxnLst/>
              <a:rect l="l" t="t" r="r" b="b"/>
              <a:pathLst>
                <a:path w="495" h="496" extrusionOk="0">
                  <a:moveTo>
                    <a:pt x="250" y="0"/>
                  </a:moveTo>
                  <a:cubicBezTo>
                    <a:pt x="107" y="0"/>
                    <a:pt x="0" y="109"/>
                    <a:pt x="0" y="245"/>
                  </a:cubicBezTo>
                  <a:cubicBezTo>
                    <a:pt x="0" y="388"/>
                    <a:pt x="107" y="496"/>
                    <a:pt x="250" y="496"/>
                  </a:cubicBezTo>
                  <a:cubicBezTo>
                    <a:pt x="388" y="496"/>
                    <a:pt x="494" y="388"/>
                    <a:pt x="494" y="245"/>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9"/>
            <p:cNvSpPr/>
            <p:nvPr/>
          </p:nvSpPr>
          <p:spPr>
            <a:xfrm>
              <a:off x="676400" y="50551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9"/>
            <p:cNvSpPr/>
            <p:nvPr/>
          </p:nvSpPr>
          <p:spPr>
            <a:xfrm>
              <a:off x="768325" y="5055125"/>
              <a:ext cx="12400" cy="12525"/>
            </a:xfrm>
            <a:custGeom>
              <a:avLst/>
              <a:gdLst/>
              <a:ahLst/>
              <a:cxnLst/>
              <a:rect l="l" t="t" r="r" b="b"/>
              <a:pathLst>
                <a:path w="496" h="501" extrusionOk="0">
                  <a:moveTo>
                    <a:pt x="245" y="0"/>
                  </a:moveTo>
                  <a:cubicBezTo>
                    <a:pt x="109" y="0"/>
                    <a:pt x="0" y="114"/>
                    <a:pt x="0" y="250"/>
                  </a:cubicBezTo>
                  <a:cubicBezTo>
                    <a:pt x="0" y="387"/>
                    <a:pt x="109" y="501"/>
                    <a:pt x="245" y="501"/>
                  </a:cubicBezTo>
                  <a:cubicBezTo>
                    <a:pt x="388" y="501"/>
                    <a:pt x="496" y="387"/>
                    <a:pt x="496" y="250"/>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9"/>
            <p:cNvSpPr/>
            <p:nvPr/>
          </p:nvSpPr>
          <p:spPr>
            <a:xfrm>
              <a:off x="860125" y="5055125"/>
              <a:ext cx="12525" cy="12525"/>
            </a:xfrm>
            <a:custGeom>
              <a:avLst/>
              <a:gdLst/>
              <a:ahLst/>
              <a:cxnLst/>
              <a:rect l="l" t="t" r="r" b="b"/>
              <a:pathLst>
                <a:path w="501" h="501" extrusionOk="0">
                  <a:moveTo>
                    <a:pt x="251" y="0"/>
                  </a:moveTo>
                  <a:cubicBezTo>
                    <a:pt x="114" y="0"/>
                    <a:pt x="0" y="114"/>
                    <a:pt x="0" y="250"/>
                  </a:cubicBezTo>
                  <a:cubicBezTo>
                    <a:pt x="0" y="387"/>
                    <a:pt x="114" y="501"/>
                    <a:pt x="251" y="501"/>
                  </a:cubicBezTo>
                  <a:cubicBezTo>
                    <a:pt x="387" y="501"/>
                    <a:pt x="501" y="387"/>
                    <a:pt x="501" y="250"/>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9"/>
            <p:cNvSpPr/>
            <p:nvPr/>
          </p:nvSpPr>
          <p:spPr>
            <a:xfrm>
              <a:off x="951850" y="50551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9"/>
            <p:cNvSpPr/>
            <p:nvPr/>
          </p:nvSpPr>
          <p:spPr>
            <a:xfrm>
              <a:off x="1043825" y="5055125"/>
              <a:ext cx="12375" cy="12525"/>
            </a:xfrm>
            <a:custGeom>
              <a:avLst/>
              <a:gdLst/>
              <a:ahLst/>
              <a:cxnLst/>
              <a:rect l="l" t="t" r="r" b="b"/>
              <a:pathLst>
                <a:path w="495" h="501" extrusionOk="0">
                  <a:moveTo>
                    <a:pt x="250" y="0"/>
                  </a:moveTo>
                  <a:cubicBezTo>
                    <a:pt x="107" y="0"/>
                    <a:pt x="0" y="114"/>
                    <a:pt x="0" y="250"/>
                  </a:cubicBezTo>
                  <a:cubicBezTo>
                    <a:pt x="0" y="387"/>
                    <a:pt x="107" y="501"/>
                    <a:pt x="250" y="501"/>
                  </a:cubicBezTo>
                  <a:cubicBezTo>
                    <a:pt x="388" y="501"/>
                    <a:pt x="494" y="387"/>
                    <a:pt x="494" y="250"/>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9"/>
            <p:cNvSpPr/>
            <p:nvPr/>
          </p:nvSpPr>
          <p:spPr>
            <a:xfrm>
              <a:off x="1135575" y="5055125"/>
              <a:ext cx="12575" cy="12525"/>
            </a:xfrm>
            <a:custGeom>
              <a:avLst/>
              <a:gdLst/>
              <a:ahLst/>
              <a:cxnLst/>
              <a:rect l="l" t="t" r="r" b="b"/>
              <a:pathLst>
                <a:path w="503" h="501" extrusionOk="0">
                  <a:moveTo>
                    <a:pt x="252" y="0"/>
                  </a:moveTo>
                  <a:cubicBezTo>
                    <a:pt x="116" y="0"/>
                    <a:pt x="0" y="114"/>
                    <a:pt x="0" y="250"/>
                  </a:cubicBezTo>
                  <a:cubicBezTo>
                    <a:pt x="0" y="387"/>
                    <a:pt x="116" y="501"/>
                    <a:pt x="252" y="501"/>
                  </a:cubicBezTo>
                  <a:cubicBezTo>
                    <a:pt x="387" y="501"/>
                    <a:pt x="503" y="387"/>
                    <a:pt x="503" y="250"/>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9"/>
            <p:cNvSpPr/>
            <p:nvPr/>
          </p:nvSpPr>
          <p:spPr>
            <a:xfrm>
              <a:off x="1227500" y="5055125"/>
              <a:ext cx="12400" cy="12525"/>
            </a:xfrm>
            <a:custGeom>
              <a:avLst/>
              <a:gdLst/>
              <a:ahLst/>
              <a:cxnLst/>
              <a:rect l="l" t="t" r="r" b="b"/>
              <a:pathLst>
                <a:path w="496" h="501" extrusionOk="0">
                  <a:moveTo>
                    <a:pt x="251" y="0"/>
                  </a:moveTo>
                  <a:cubicBezTo>
                    <a:pt x="109" y="0"/>
                    <a:pt x="0" y="114"/>
                    <a:pt x="0" y="250"/>
                  </a:cubicBezTo>
                  <a:cubicBezTo>
                    <a:pt x="0" y="387"/>
                    <a:pt x="109" y="501"/>
                    <a:pt x="251" y="501"/>
                  </a:cubicBezTo>
                  <a:cubicBezTo>
                    <a:pt x="387" y="501"/>
                    <a:pt x="496" y="387"/>
                    <a:pt x="496" y="250"/>
                  </a:cubicBezTo>
                  <a:cubicBezTo>
                    <a:pt x="496"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9"/>
            <p:cNvSpPr/>
            <p:nvPr/>
          </p:nvSpPr>
          <p:spPr>
            <a:xfrm>
              <a:off x="1319275" y="5055125"/>
              <a:ext cx="12550" cy="12525"/>
            </a:xfrm>
            <a:custGeom>
              <a:avLst/>
              <a:gdLst/>
              <a:ahLst/>
              <a:cxnLst/>
              <a:rect l="l" t="t" r="r" b="b"/>
              <a:pathLst>
                <a:path w="502" h="501" extrusionOk="0">
                  <a:moveTo>
                    <a:pt x="252" y="0"/>
                  </a:moveTo>
                  <a:cubicBezTo>
                    <a:pt x="114" y="0"/>
                    <a:pt x="1" y="114"/>
                    <a:pt x="1" y="250"/>
                  </a:cubicBezTo>
                  <a:cubicBezTo>
                    <a:pt x="1" y="387"/>
                    <a:pt x="114" y="501"/>
                    <a:pt x="252" y="501"/>
                  </a:cubicBezTo>
                  <a:cubicBezTo>
                    <a:pt x="388" y="501"/>
                    <a:pt x="501" y="387"/>
                    <a:pt x="501" y="250"/>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9"/>
            <p:cNvSpPr/>
            <p:nvPr/>
          </p:nvSpPr>
          <p:spPr>
            <a:xfrm>
              <a:off x="1411200" y="5055125"/>
              <a:ext cx="12425" cy="12525"/>
            </a:xfrm>
            <a:custGeom>
              <a:avLst/>
              <a:gdLst/>
              <a:ahLst/>
              <a:cxnLst/>
              <a:rect l="l" t="t" r="r" b="b"/>
              <a:pathLst>
                <a:path w="497" h="501" extrusionOk="0">
                  <a:moveTo>
                    <a:pt x="245" y="0"/>
                  </a:moveTo>
                  <a:cubicBezTo>
                    <a:pt x="109" y="0"/>
                    <a:pt x="1" y="114"/>
                    <a:pt x="1" y="250"/>
                  </a:cubicBezTo>
                  <a:cubicBezTo>
                    <a:pt x="1" y="387"/>
                    <a:pt x="109" y="501"/>
                    <a:pt x="245" y="501"/>
                  </a:cubicBezTo>
                  <a:cubicBezTo>
                    <a:pt x="388" y="501"/>
                    <a:pt x="496" y="387"/>
                    <a:pt x="496" y="250"/>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9"/>
            <p:cNvSpPr/>
            <p:nvPr/>
          </p:nvSpPr>
          <p:spPr>
            <a:xfrm>
              <a:off x="1503000" y="5055125"/>
              <a:ext cx="12525" cy="12525"/>
            </a:xfrm>
            <a:custGeom>
              <a:avLst/>
              <a:gdLst/>
              <a:ahLst/>
              <a:cxnLst/>
              <a:rect l="l" t="t" r="r" b="b"/>
              <a:pathLst>
                <a:path w="501" h="501" extrusionOk="0">
                  <a:moveTo>
                    <a:pt x="250" y="0"/>
                  </a:moveTo>
                  <a:cubicBezTo>
                    <a:pt x="114" y="0"/>
                    <a:pt x="0" y="114"/>
                    <a:pt x="0" y="250"/>
                  </a:cubicBezTo>
                  <a:cubicBezTo>
                    <a:pt x="0" y="387"/>
                    <a:pt x="114" y="501"/>
                    <a:pt x="250" y="501"/>
                  </a:cubicBezTo>
                  <a:cubicBezTo>
                    <a:pt x="387" y="501"/>
                    <a:pt x="501" y="387"/>
                    <a:pt x="501" y="250"/>
                  </a:cubicBezTo>
                  <a:cubicBezTo>
                    <a:pt x="501" y="114"/>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9"/>
            <p:cNvSpPr/>
            <p:nvPr/>
          </p:nvSpPr>
          <p:spPr>
            <a:xfrm>
              <a:off x="1594750" y="5055125"/>
              <a:ext cx="12575" cy="12525"/>
            </a:xfrm>
            <a:custGeom>
              <a:avLst/>
              <a:gdLst/>
              <a:ahLst/>
              <a:cxnLst/>
              <a:rect l="l" t="t" r="r" b="b"/>
              <a:pathLst>
                <a:path w="503" h="501" extrusionOk="0">
                  <a:moveTo>
                    <a:pt x="251" y="0"/>
                  </a:moveTo>
                  <a:cubicBezTo>
                    <a:pt x="115" y="0"/>
                    <a:pt x="0" y="114"/>
                    <a:pt x="0" y="250"/>
                  </a:cubicBezTo>
                  <a:cubicBezTo>
                    <a:pt x="0" y="387"/>
                    <a:pt x="115" y="501"/>
                    <a:pt x="251" y="501"/>
                  </a:cubicBezTo>
                  <a:cubicBezTo>
                    <a:pt x="394" y="501"/>
                    <a:pt x="503" y="387"/>
                    <a:pt x="503" y="250"/>
                  </a:cubicBezTo>
                  <a:cubicBezTo>
                    <a:pt x="503" y="114"/>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9"/>
            <p:cNvSpPr/>
            <p:nvPr/>
          </p:nvSpPr>
          <p:spPr>
            <a:xfrm>
              <a:off x="1686650" y="50551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9"/>
            <p:cNvSpPr/>
            <p:nvPr/>
          </p:nvSpPr>
          <p:spPr>
            <a:xfrm>
              <a:off x="1778450" y="5055125"/>
              <a:ext cx="12550" cy="12525"/>
            </a:xfrm>
            <a:custGeom>
              <a:avLst/>
              <a:gdLst/>
              <a:ahLst/>
              <a:cxnLst/>
              <a:rect l="l" t="t" r="r" b="b"/>
              <a:pathLst>
                <a:path w="502" h="501" extrusionOk="0">
                  <a:moveTo>
                    <a:pt x="252" y="0"/>
                  </a:moveTo>
                  <a:cubicBezTo>
                    <a:pt x="114" y="0"/>
                    <a:pt x="1" y="114"/>
                    <a:pt x="1" y="250"/>
                  </a:cubicBezTo>
                  <a:cubicBezTo>
                    <a:pt x="1" y="387"/>
                    <a:pt x="114" y="501"/>
                    <a:pt x="252" y="501"/>
                  </a:cubicBezTo>
                  <a:cubicBezTo>
                    <a:pt x="388" y="501"/>
                    <a:pt x="501" y="387"/>
                    <a:pt x="501" y="250"/>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9"/>
            <p:cNvSpPr/>
            <p:nvPr/>
          </p:nvSpPr>
          <p:spPr>
            <a:xfrm>
              <a:off x="1870375" y="5055125"/>
              <a:ext cx="12400" cy="12525"/>
            </a:xfrm>
            <a:custGeom>
              <a:avLst/>
              <a:gdLst/>
              <a:ahLst/>
              <a:cxnLst/>
              <a:rect l="l" t="t" r="r" b="b"/>
              <a:pathLst>
                <a:path w="496" h="501" extrusionOk="0">
                  <a:moveTo>
                    <a:pt x="252" y="0"/>
                  </a:moveTo>
                  <a:cubicBezTo>
                    <a:pt x="109" y="0"/>
                    <a:pt x="0" y="114"/>
                    <a:pt x="0" y="250"/>
                  </a:cubicBezTo>
                  <a:cubicBezTo>
                    <a:pt x="0" y="387"/>
                    <a:pt x="109" y="501"/>
                    <a:pt x="252" y="501"/>
                  </a:cubicBezTo>
                  <a:cubicBezTo>
                    <a:pt x="387" y="501"/>
                    <a:pt x="496" y="387"/>
                    <a:pt x="496" y="250"/>
                  </a:cubicBezTo>
                  <a:cubicBezTo>
                    <a:pt x="496"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9"/>
            <p:cNvSpPr/>
            <p:nvPr/>
          </p:nvSpPr>
          <p:spPr>
            <a:xfrm>
              <a:off x="1962150" y="5055125"/>
              <a:ext cx="12550" cy="12525"/>
            </a:xfrm>
            <a:custGeom>
              <a:avLst/>
              <a:gdLst/>
              <a:ahLst/>
              <a:cxnLst/>
              <a:rect l="l" t="t" r="r" b="b"/>
              <a:pathLst>
                <a:path w="502" h="501" extrusionOk="0">
                  <a:moveTo>
                    <a:pt x="250" y="0"/>
                  </a:moveTo>
                  <a:cubicBezTo>
                    <a:pt x="114" y="0"/>
                    <a:pt x="1" y="114"/>
                    <a:pt x="1" y="250"/>
                  </a:cubicBezTo>
                  <a:cubicBezTo>
                    <a:pt x="1" y="387"/>
                    <a:pt x="114" y="501"/>
                    <a:pt x="250" y="501"/>
                  </a:cubicBezTo>
                  <a:cubicBezTo>
                    <a:pt x="388" y="501"/>
                    <a:pt x="502" y="387"/>
                    <a:pt x="502" y="250"/>
                  </a:cubicBezTo>
                  <a:cubicBezTo>
                    <a:pt x="502"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9"/>
            <p:cNvSpPr/>
            <p:nvPr/>
          </p:nvSpPr>
          <p:spPr>
            <a:xfrm>
              <a:off x="2054075" y="5055125"/>
              <a:ext cx="12425" cy="12525"/>
            </a:xfrm>
            <a:custGeom>
              <a:avLst/>
              <a:gdLst/>
              <a:ahLst/>
              <a:cxnLst/>
              <a:rect l="l" t="t" r="r" b="b"/>
              <a:pathLst>
                <a:path w="497" h="501" extrusionOk="0">
                  <a:moveTo>
                    <a:pt x="252" y="0"/>
                  </a:moveTo>
                  <a:cubicBezTo>
                    <a:pt x="109" y="0"/>
                    <a:pt x="1" y="114"/>
                    <a:pt x="1" y="250"/>
                  </a:cubicBezTo>
                  <a:cubicBezTo>
                    <a:pt x="1" y="387"/>
                    <a:pt x="109" y="501"/>
                    <a:pt x="252" y="501"/>
                  </a:cubicBezTo>
                  <a:cubicBezTo>
                    <a:pt x="388" y="501"/>
                    <a:pt x="496" y="387"/>
                    <a:pt x="496" y="250"/>
                  </a:cubicBezTo>
                  <a:cubicBezTo>
                    <a:pt x="496"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9"/>
            <p:cNvSpPr/>
            <p:nvPr/>
          </p:nvSpPr>
          <p:spPr>
            <a:xfrm>
              <a:off x="2145825" y="50551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9"/>
            <p:cNvSpPr/>
            <p:nvPr/>
          </p:nvSpPr>
          <p:spPr>
            <a:xfrm>
              <a:off x="2237800" y="5055125"/>
              <a:ext cx="12350" cy="12525"/>
            </a:xfrm>
            <a:custGeom>
              <a:avLst/>
              <a:gdLst/>
              <a:ahLst/>
              <a:cxnLst/>
              <a:rect l="l" t="t" r="r" b="b"/>
              <a:pathLst>
                <a:path w="494" h="501" extrusionOk="0">
                  <a:moveTo>
                    <a:pt x="244" y="0"/>
                  </a:moveTo>
                  <a:cubicBezTo>
                    <a:pt x="107" y="0"/>
                    <a:pt x="0" y="114"/>
                    <a:pt x="0" y="250"/>
                  </a:cubicBezTo>
                  <a:cubicBezTo>
                    <a:pt x="0" y="387"/>
                    <a:pt x="107" y="501"/>
                    <a:pt x="244" y="501"/>
                  </a:cubicBezTo>
                  <a:cubicBezTo>
                    <a:pt x="387" y="501"/>
                    <a:pt x="494" y="387"/>
                    <a:pt x="494" y="250"/>
                  </a:cubicBezTo>
                  <a:cubicBezTo>
                    <a:pt x="494" y="114"/>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9"/>
            <p:cNvSpPr/>
            <p:nvPr/>
          </p:nvSpPr>
          <p:spPr>
            <a:xfrm>
              <a:off x="2329550" y="5055125"/>
              <a:ext cx="12575" cy="12525"/>
            </a:xfrm>
            <a:custGeom>
              <a:avLst/>
              <a:gdLst/>
              <a:ahLst/>
              <a:cxnLst/>
              <a:rect l="l" t="t" r="r" b="b"/>
              <a:pathLst>
                <a:path w="503" h="501" extrusionOk="0">
                  <a:moveTo>
                    <a:pt x="251" y="0"/>
                  </a:moveTo>
                  <a:cubicBezTo>
                    <a:pt x="115" y="0"/>
                    <a:pt x="0" y="114"/>
                    <a:pt x="0" y="250"/>
                  </a:cubicBezTo>
                  <a:cubicBezTo>
                    <a:pt x="0" y="387"/>
                    <a:pt x="115" y="501"/>
                    <a:pt x="251" y="501"/>
                  </a:cubicBezTo>
                  <a:cubicBezTo>
                    <a:pt x="387" y="501"/>
                    <a:pt x="502" y="387"/>
                    <a:pt x="502" y="250"/>
                  </a:cubicBezTo>
                  <a:cubicBezTo>
                    <a:pt x="502"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9"/>
            <p:cNvSpPr/>
            <p:nvPr/>
          </p:nvSpPr>
          <p:spPr>
            <a:xfrm>
              <a:off x="2421325" y="5055125"/>
              <a:ext cx="12550" cy="12525"/>
            </a:xfrm>
            <a:custGeom>
              <a:avLst/>
              <a:gdLst/>
              <a:ahLst/>
              <a:cxnLst/>
              <a:rect l="l" t="t" r="r" b="b"/>
              <a:pathLst>
                <a:path w="502" h="501" extrusionOk="0">
                  <a:moveTo>
                    <a:pt x="250" y="0"/>
                  </a:moveTo>
                  <a:cubicBezTo>
                    <a:pt x="114" y="0"/>
                    <a:pt x="1" y="114"/>
                    <a:pt x="1" y="250"/>
                  </a:cubicBezTo>
                  <a:cubicBezTo>
                    <a:pt x="1" y="387"/>
                    <a:pt x="114" y="501"/>
                    <a:pt x="250" y="501"/>
                  </a:cubicBezTo>
                  <a:cubicBezTo>
                    <a:pt x="395" y="501"/>
                    <a:pt x="501" y="387"/>
                    <a:pt x="501" y="250"/>
                  </a:cubicBezTo>
                  <a:cubicBezTo>
                    <a:pt x="501" y="114"/>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9"/>
            <p:cNvSpPr/>
            <p:nvPr/>
          </p:nvSpPr>
          <p:spPr>
            <a:xfrm>
              <a:off x="2513250" y="5055125"/>
              <a:ext cx="12575" cy="12525"/>
            </a:xfrm>
            <a:custGeom>
              <a:avLst/>
              <a:gdLst/>
              <a:ahLst/>
              <a:cxnLst/>
              <a:rect l="l" t="t" r="r" b="b"/>
              <a:pathLst>
                <a:path w="503" h="501" extrusionOk="0">
                  <a:moveTo>
                    <a:pt x="252" y="0"/>
                  </a:moveTo>
                  <a:cubicBezTo>
                    <a:pt x="109" y="0"/>
                    <a:pt x="0" y="114"/>
                    <a:pt x="0" y="250"/>
                  </a:cubicBezTo>
                  <a:cubicBezTo>
                    <a:pt x="0" y="387"/>
                    <a:pt x="109"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9"/>
            <p:cNvSpPr/>
            <p:nvPr/>
          </p:nvSpPr>
          <p:spPr>
            <a:xfrm>
              <a:off x="2605000" y="5055125"/>
              <a:ext cx="12575" cy="12525"/>
            </a:xfrm>
            <a:custGeom>
              <a:avLst/>
              <a:gdLst/>
              <a:ahLst/>
              <a:cxnLst/>
              <a:rect l="l" t="t" r="r" b="b"/>
              <a:pathLst>
                <a:path w="503" h="501" extrusionOk="0">
                  <a:moveTo>
                    <a:pt x="252" y="0"/>
                  </a:moveTo>
                  <a:cubicBezTo>
                    <a:pt x="116" y="0"/>
                    <a:pt x="0" y="114"/>
                    <a:pt x="0" y="250"/>
                  </a:cubicBezTo>
                  <a:cubicBezTo>
                    <a:pt x="0" y="387"/>
                    <a:pt x="116" y="501"/>
                    <a:pt x="252" y="501"/>
                  </a:cubicBezTo>
                  <a:cubicBezTo>
                    <a:pt x="387" y="501"/>
                    <a:pt x="503" y="387"/>
                    <a:pt x="503" y="250"/>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9"/>
            <p:cNvSpPr/>
            <p:nvPr/>
          </p:nvSpPr>
          <p:spPr>
            <a:xfrm>
              <a:off x="2696950" y="5055125"/>
              <a:ext cx="12375" cy="12525"/>
            </a:xfrm>
            <a:custGeom>
              <a:avLst/>
              <a:gdLst/>
              <a:ahLst/>
              <a:cxnLst/>
              <a:rect l="l" t="t" r="r" b="b"/>
              <a:pathLst>
                <a:path w="495" h="501" extrusionOk="0">
                  <a:moveTo>
                    <a:pt x="252" y="0"/>
                  </a:moveTo>
                  <a:cubicBezTo>
                    <a:pt x="108" y="0"/>
                    <a:pt x="1" y="114"/>
                    <a:pt x="1" y="250"/>
                  </a:cubicBezTo>
                  <a:cubicBezTo>
                    <a:pt x="1" y="387"/>
                    <a:pt x="108" y="501"/>
                    <a:pt x="252" y="501"/>
                  </a:cubicBezTo>
                  <a:cubicBezTo>
                    <a:pt x="388" y="501"/>
                    <a:pt x="495" y="387"/>
                    <a:pt x="495" y="250"/>
                  </a:cubicBezTo>
                  <a:cubicBezTo>
                    <a:pt x="495"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9"/>
            <p:cNvSpPr/>
            <p:nvPr/>
          </p:nvSpPr>
          <p:spPr>
            <a:xfrm>
              <a:off x="2788700" y="50551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9"/>
            <p:cNvSpPr/>
            <p:nvPr/>
          </p:nvSpPr>
          <p:spPr>
            <a:xfrm>
              <a:off x="2880675" y="5055125"/>
              <a:ext cx="12375" cy="12525"/>
            </a:xfrm>
            <a:custGeom>
              <a:avLst/>
              <a:gdLst/>
              <a:ahLst/>
              <a:cxnLst/>
              <a:rect l="l" t="t" r="r" b="b"/>
              <a:pathLst>
                <a:path w="495" h="501" extrusionOk="0">
                  <a:moveTo>
                    <a:pt x="243" y="0"/>
                  </a:moveTo>
                  <a:cubicBezTo>
                    <a:pt x="107" y="0"/>
                    <a:pt x="0" y="114"/>
                    <a:pt x="0" y="250"/>
                  </a:cubicBezTo>
                  <a:cubicBezTo>
                    <a:pt x="0" y="387"/>
                    <a:pt x="107" y="501"/>
                    <a:pt x="243" y="501"/>
                  </a:cubicBezTo>
                  <a:cubicBezTo>
                    <a:pt x="387" y="501"/>
                    <a:pt x="494" y="387"/>
                    <a:pt x="494" y="250"/>
                  </a:cubicBezTo>
                  <a:cubicBezTo>
                    <a:pt x="494" y="114"/>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9"/>
            <p:cNvSpPr/>
            <p:nvPr/>
          </p:nvSpPr>
          <p:spPr>
            <a:xfrm>
              <a:off x="2972425" y="5055125"/>
              <a:ext cx="12575" cy="12525"/>
            </a:xfrm>
            <a:custGeom>
              <a:avLst/>
              <a:gdLst/>
              <a:ahLst/>
              <a:cxnLst/>
              <a:rect l="l" t="t" r="r" b="b"/>
              <a:pathLst>
                <a:path w="503" h="501" extrusionOk="0">
                  <a:moveTo>
                    <a:pt x="251" y="0"/>
                  </a:moveTo>
                  <a:cubicBezTo>
                    <a:pt x="115" y="0"/>
                    <a:pt x="0" y="114"/>
                    <a:pt x="0" y="250"/>
                  </a:cubicBezTo>
                  <a:cubicBezTo>
                    <a:pt x="0" y="387"/>
                    <a:pt x="115" y="501"/>
                    <a:pt x="251" y="501"/>
                  </a:cubicBezTo>
                  <a:cubicBezTo>
                    <a:pt x="387" y="501"/>
                    <a:pt x="503" y="387"/>
                    <a:pt x="503" y="250"/>
                  </a:cubicBezTo>
                  <a:cubicBezTo>
                    <a:pt x="503"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9"/>
            <p:cNvSpPr/>
            <p:nvPr/>
          </p:nvSpPr>
          <p:spPr>
            <a:xfrm>
              <a:off x="3064375" y="5055125"/>
              <a:ext cx="12375" cy="12525"/>
            </a:xfrm>
            <a:custGeom>
              <a:avLst/>
              <a:gdLst/>
              <a:ahLst/>
              <a:cxnLst/>
              <a:rect l="l" t="t" r="r" b="b"/>
              <a:pathLst>
                <a:path w="495" h="501" extrusionOk="0">
                  <a:moveTo>
                    <a:pt x="243" y="0"/>
                  </a:moveTo>
                  <a:cubicBezTo>
                    <a:pt x="107" y="0"/>
                    <a:pt x="1" y="114"/>
                    <a:pt x="1" y="250"/>
                  </a:cubicBezTo>
                  <a:cubicBezTo>
                    <a:pt x="1" y="387"/>
                    <a:pt x="107" y="501"/>
                    <a:pt x="243" y="501"/>
                  </a:cubicBezTo>
                  <a:cubicBezTo>
                    <a:pt x="388" y="501"/>
                    <a:pt x="495" y="387"/>
                    <a:pt x="495" y="250"/>
                  </a:cubicBezTo>
                  <a:cubicBezTo>
                    <a:pt x="495" y="114"/>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9"/>
            <p:cNvSpPr/>
            <p:nvPr/>
          </p:nvSpPr>
          <p:spPr>
            <a:xfrm>
              <a:off x="3156125" y="50551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9"/>
            <p:cNvSpPr/>
            <p:nvPr/>
          </p:nvSpPr>
          <p:spPr>
            <a:xfrm>
              <a:off x="3247875" y="5055125"/>
              <a:ext cx="12575" cy="12525"/>
            </a:xfrm>
            <a:custGeom>
              <a:avLst/>
              <a:gdLst/>
              <a:ahLst/>
              <a:cxnLst/>
              <a:rect l="l" t="t" r="r" b="b"/>
              <a:pathLst>
                <a:path w="503"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9"/>
            <p:cNvSpPr/>
            <p:nvPr/>
          </p:nvSpPr>
          <p:spPr>
            <a:xfrm>
              <a:off x="3339850" y="5055125"/>
              <a:ext cx="12525" cy="12525"/>
            </a:xfrm>
            <a:custGeom>
              <a:avLst/>
              <a:gdLst/>
              <a:ahLst/>
              <a:cxnLst/>
              <a:rect l="l" t="t" r="r" b="b"/>
              <a:pathLst>
                <a:path w="501" h="501" extrusionOk="0">
                  <a:moveTo>
                    <a:pt x="251" y="0"/>
                  </a:moveTo>
                  <a:cubicBezTo>
                    <a:pt x="107" y="0"/>
                    <a:pt x="0" y="114"/>
                    <a:pt x="0" y="250"/>
                  </a:cubicBezTo>
                  <a:cubicBezTo>
                    <a:pt x="0" y="387"/>
                    <a:pt x="107" y="501"/>
                    <a:pt x="251" y="501"/>
                  </a:cubicBezTo>
                  <a:cubicBezTo>
                    <a:pt x="387" y="501"/>
                    <a:pt x="501" y="387"/>
                    <a:pt x="501" y="250"/>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9"/>
            <p:cNvSpPr/>
            <p:nvPr/>
          </p:nvSpPr>
          <p:spPr>
            <a:xfrm>
              <a:off x="3431575" y="50551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9"/>
            <p:cNvSpPr/>
            <p:nvPr/>
          </p:nvSpPr>
          <p:spPr>
            <a:xfrm>
              <a:off x="3523550" y="5055125"/>
              <a:ext cx="12375" cy="12525"/>
            </a:xfrm>
            <a:custGeom>
              <a:avLst/>
              <a:gdLst/>
              <a:ahLst/>
              <a:cxnLst/>
              <a:rect l="l" t="t" r="r" b="b"/>
              <a:pathLst>
                <a:path w="495" h="501" extrusionOk="0">
                  <a:moveTo>
                    <a:pt x="250" y="0"/>
                  </a:moveTo>
                  <a:cubicBezTo>
                    <a:pt x="107" y="0"/>
                    <a:pt x="0" y="114"/>
                    <a:pt x="0" y="250"/>
                  </a:cubicBezTo>
                  <a:cubicBezTo>
                    <a:pt x="0" y="387"/>
                    <a:pt x="107" y="501"/>
                    <a:pt x="250" y="501"/>
                  </a:cubicBezTo>
                  <a:cubicBezTo>
                    <a:pt x="388" y="501"/>
                    <a:pt x="494" y="387"/>
                    <a:pt x="494" y="250"/>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9"/>
            <p:cNvSpPr/>
            <p:nvPr/>
          </p:nvSpPr>
          <p:spPr>
            <a:xfrm>
              <a:off x="676400" y="5147025"/>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9"/>
            <p:cNvSpPr/>
            <p:nvPr/>
          </p:nvSpPr>
          <p:spPr>
            <a:xfrm>
              <a:off x="768325" y="5147025"/>
              <a:ext cx="12400" cy="12425"/>
            </a:xfrm>
            <a:custGeom>
              <a:avLst/>
              <a:gdLst/>
              <a:ahLst/>
              <a:cxnLst/>
              <a:rect l="l" t="t" r="r" b="b"/>
              <a:pathLst>
                <a:path w="496" h="497" extrusionOk="0">
                  <a:moveTo>
                    <a:pt x="245" y="1"/>
                  </a:moveTo>
                  <a:cubicBezTo>
                    <a:pt x="109" y="1"/>
                    <a:pt x="0" y="109"/>
                    <a:pt x="0" y="245"/>
                  </a:cubicBezTo>
                  <a:cubicBezTo>
                    <a:pt x="0" y="388"/>
                    <a:pt x="109" y="496"/>
                    <a:pt x="245" y="496"/>
                  </a:cubicBezTo>
                  <a:cubicBezTo>
                    <a:pt x="388" y="496"/>
                    <a:pt x="496" y="388"/>
                    <a:pt x="496" y="245"/>
                  </a:cubicBezTo>
                  <a:cubicBezTo>
                    <a:pt x="496" y="109"/>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9"/>
            <p:cNvSpPr/>
            <p:nvPr/>
          </p:nvSpPr>
          <p:spPr>
            <a:xfrm>
              <a:off x="860125" y="5147025"/>
              <a:ext cx="12525" cy="12425"/>
            </a:xfrm>
            <a:custGeom>
              <a:avLst/>
              <a:gdLst/>
              <a:ahLst/>
              <a:cxnLst/>
              <a:rect l="l" t="t" r="r" b="b"/>
              <a:pathLst>
                <a:path w="501" h="497" extrusionOk="0">
                  <a:moveTo>
                    <a:pt x="251" y="1"/>
                  </a:moveTo>
                  <a:cubicBezTo>
                    <a:pt x="114" y="1"/>
                    <a:pt x="0" y="109"/>
                    <a:pt x="0" y="245"/>
                  </a:cubicBezTo>
                  <a:cubicBezTo>
                    <a:pt x="0" y="388"/>
                    <a:pt x="114" y="496"/>
                    <a:pt x="251" y="496"/>
                  </a:cubicBezTo>
                  <a:cubicBezTo>
                    <a:pt x="387" y="496"/>
                    <a:pt x="501" y="388"/>
                    <a:pt x="501" y="245"/>
                  </a:cubicBezTo>
                  <a:cubicBezTo>
                    <a:pt x="501"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9"/>
            <p:cNvSpPr/>
            <p:nvPr/>
          </p:nvSpPr>
          <p:spPr>
            <a:xfrm>
              <a:off x="951850" y="5147025"/>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9"/>
            <p:cNvSpPr/>
            <p:nvPr/>
          </p:nvSpPr>
          <p:spPr>
            <a:xfrm>
              <a:off x="1043825" y="5147025"/>
              <a:ext cx="12375" cy="12425"/>
            </a:xfrm>
            <a:custGeom>
              <a:avLst/>
              <a:gdLst/>
              <a:ahLst/>
              <a:cxnLst/>
              <a:rect l="l" t="t" r="r" b="b"/>
              <a:pathLst>
                <a:path w="495" h="497" extrusionOk="0">
                  <a:moveTo>
                    <a:pt x="250" y="1"/>
                  </a:moveTo>
                  <a:cubicBezTo>
                    <a:pt x="107" y="1"/>
                    <a:pt x="0" y="109"/>
                    <a:pt x="0" y="245"/>
                  </a:cubicBezTo>
                  <a:cubicBezTo>
                    <a:pt x="0" y="388"/>
                    <a:pt x="107" y="496"/>
                    <a:pt x="250" y="496"/>
                  </a:cubicBezTo>
                  <a:cubicBezTo>
                    <a:pt x="388" y="496"/>
                    <a:pt x="494" y="388"/>
                    <a:pt x="494" y="245"/>
                  </a:cubicBezTo>
                  <a:cubicBezTo>
                    <a:pt x="494"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9"/>
            <p:cNvSpPr/>
            <p:nvPr/>
          </p:nvSpPr>
          <p:spPr>
            <a:xfrm>
              <a:off x="1135575" y="5147025"/>
              <a:ext cx="12575" cy="12425"/>
            </a:xfrm>
            <a:custGeom>
              <a:avLst/>
              <a:gdLst/>
              <a:ahLst/>
              <a:cxnLst/>
              <a:rect l="l" t="t" r="r" b="b"/>
              <a:pathLst>
                <a:path w="503" h="497" extrusionOk="0">
                  <a:moveTo>
                    <a:pt x="252" y="1"/>
                  </a:moveTo>
                  <a:cubicBezTo>
                    <a:pt x="116" y="1"/>
                    <a:pt x="0" y="109"/>
                    <a:pt x="0" y="245"/>
                  </a:cubicBezTo>
                  <a:cubicBezTo>
                    <a:pt x="0" y="388"/>
                    <a:pt x="116" y="496"/>
                    <a:pt x="252" y="496"/>
                  </a:cubicBezTo>
                  <a:cubicBezTo>
                    <a:pt x="387" y="496"/>
                    <a:pt x="503" y="388"/>
                    <a:pt x="503" y="245"/>
                  </a:cubicBezTo>
                  <a:cubicBezTo>
                    <a:pt x="503"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9"/>
            <p:cNvSpPr/>
            <p:nvPr/>
          </p:nvSpPr>
          <p:spPr>
            <a:xfrm>
              <a:off x="1227500" y="5147025"/>
              <a:ext cx="12400" cy="12425"/>
            </a:xfrm>
            <a:custGeom>
              <a:avLst/>
              <a:gdLst/>
              <a:ahLst/>
              <a:cxnLst/>
              <a:rect l="l" t="t" r="r" b="b"/>
              <a:pathLst>
                <a:path w="496" h="497" extrusionOk="0">
                  <a:moveTo>
                    <a:pt x="251" y="1"/>
                  </a:moveTo>
                  <a:cubicBezTo>
                    <a:pt x="109" y="1"/>
                    <a:pt x="0" y="109"/>
                    <a:pt x="0" y="245"/>
                  </a:cubicBezTo>
                  <a:cubicBezTo>
                    <a:pt x="0" y="388"/>
                    <a:pt x="109" y="496"/>
                    <a:pt x="251" y="496"/>
                  </a:cubicBezTo>
                  <a:cubicBezTo>
                    <a:pt x="387" y="496"/>
                    <a:pt x="496" y="388"/>
                    <a:pt x="496" y="245"/>
                  </a:cubicBezTo>
                  <a:cubicBezTo>
                    <a:pt x="496"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9"/>
            <p:cNvSpPr/>
            <p:nvPr/>
          </p:nvSpPr>
          <p:spPr>
            <a:xfrm>
              <a:off x="1319275" y="5147025"/>
              <a:ext cx="12550" cy="12425"/>
            </a:xfrm>
            <a:custGeom>
              <a:avLst/>
              <a:gdLst/>
              <a:ahLst/>
              <a:cxnLst/>
              <a:rect l="l" t="t" r="r" b="b"/>
              <a:pathLst>
                <a:path w="502" h="497" extrusionOk="0">
                  <a:moveTo>
                    <a:pt x="252" y="1"/>
                  </a:moveTo>
                  <a:cubicBezTo>
                    <a:pt x="114" y="1"/>
                    <a:pt x="1" y="109"/>
                    <a:pt x="1" y="245"/>
                  </a:cubicBezTo>
                  <a:cubicBezTo>
                    <a:pt x="1" y="388"/>
                    <a:pt x="114" y="496"/>
                    <a:pt x="252" y="496"/>
                  </a:cubicBezTo>
                  <a:cubicBezTo>
                    <a:pt x="388" y="496"/>
                    <a:pt x="501" y="388"/>
                    <a:pt x="501" y="245"/>
                  </a:cubicBezTo>
                  <a:cubicBezTo>
                    <a:pt x="501"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9"/>
            <p:cNvSpPr/>
            <p:nvPr/>
          </p:nvSpPr>
          <p:spPr>
            <a:xfrm>
              <a:off x="1411200" y="5147025"/>
              <a:ext cx="12425" cy="12425"/>
            </a:xfrm>
            <a:custGeom>
              <a:avLst/>
              <a:gdLst/>
              <a:ahLst/>
              <a:cxnLst/>
              <a:rect l="l" t="t" r="r" b="b"/>
              <a:pathLst>
                <a:path w="497" h="497" extrusionOk="0">
                  <a:moveTo>
                    <a:pt x="245" y="1"/>
                  </a:moveTo>
                  <a:cubicBezTo>
                    <a:pt x="109" y="1"/>
                    <a:pt x="1" y="109"/>
                    <a:pt x="1" y="245"/>
                  </a:cubicBezTo>
                  <a:cubicBezTo>
                    <a:pt x="1" y="388"/>
                    <a:pt x="109" y="496"/>
                    <a:pt x="245" y="496"/>
                  </a:cubicBezTo>
                  <a:cubicBezTo>
                    <a:pt x="388" y="496"/>
                    <a:pt x="496" y="388"/>
                    <a:pt x="496" y="245"/>
                  </a:cubicBezTo>
                  <a:cubicBezTo>
                    <a:pt x="496" y="109"/>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9"/>
            <p:cNvSpPr/>
            <p:nvPr/>
          </p:nvSpPr>
          <p:spPr>
            <a:xfrm>
              <a:off x="1503000" y="5147025"/>
              <a:ext cx="12525" cy="12425"/>
            </a:xfrm>
            <a:custGeom>
              <a:avLst/>
              <a:gdLst/>
              <a:ahLst/>
              <a:cxnLst/>
              <a:rect l="l" t="t" r="r" b="b"/>
              <a:pathLst>
                <a:path w="501" h="497" extrusionOk="0">
                  <a:moveTo>
                    <a:pt x="250" y="1"/>
                  </a:moveTo>
                  <a:cubicBezTo>
                    <a:pt x="114" y="1"/>
                    <a:pt x="0" y="109"/>
                    <a:pt x="0" y="245"/>
                  </a:cubicBezTo>
                  <a:cubicBezTo>
                    <a:pt x="0" y="388"/>
                    <a:pt x="114" y="496"/>
                    <a:pt x="250" y="496"/>
                  </a:cubicBezTo>
                  <a:cubicBezTo>
                    <a:pt x="387" y="496"/>
                    <a:pt x="501" y="388"/>
                    <a:pt x="501" y="245"/>
                  </a:cubicBezTo>
                  <a:cubicBezTo>
                    <a:pt x="501" y="109"/>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9"/>
            <p:cNvSpPr/>
            <p:nvPr/>
          </p:nvSpPr>
          <p:spPr>
            <a:xfrm>
              <a:off x="1594750" y="5147025"/>
              <a:ext cx="12575" cy="12425"/>
            </a:xfrm>
            <a:custGeom>
              <a:avLst/>
              <a:gdLst/>
              <a:ahLst/>
              <a:cxnLst/>
              <a:rect l="l" t="t" r="r" b="b"/>
              <a:pathLst>
                <a:path w="503" h="497" extrusionOk="0">
                  <a:moveTo>
                    <a:pt x="251" y="1"/>
                  </a:moveTo>
                  <a:cubicBezTo>
                    <a:pt x="115" y="1"/>
                    <a:pt x="0" y="109"/>
                    <a:pt x="0" y="245"/>
                  </a:cubicBezTo>
                  <a:cubicBezTo>
                    <a:pt x="0" y="388"/>
                    <a:pt x="115" y="496"/>
                    <a:pt x="251" y="496"/>
                  </a:cubicBezTo>
                  <a:cubicBezTo>
                    <a:pt x="394" y="496"/>
                    <a:pt x="503" y="388"/>
                    <a:pt x="503" y="245"/>
                  </a:cubicBezTo>
                  <a:cubicBezTo>
                    <a:pt x="503" y="109"/>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9"/>
            <p:cNvSpPr/>
            <p:nvPr/>
          </p:nvSpPr>
          <p:spPr>
            <a:xfrm>
              <a:off x="1686650" y="5147025"/>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9"/>
            <p:cNvSpPr/>
            <p:nvPr/>
          </p:nvSpPr>
          <p:spPr>
            <a:xfrm>
              <a:off x="1778450" y="5147025"/>
              <a:ext cx="12550" cy="12425"/>
            </a:xfrm>
            <a:custGeom>
              <a:avLst/>
              <a:gdLst/>
              <a:ahLst/>
              <a:cxnLst/>
              <a:rect l="l" t="t" r="r" b="b"/>
              <a:pathLst>
                <a:path w="502" h="497" extrusionOk="0">
                  <a:moveTo>
                    <a:pt x="252" y="1"/>
                  </a:moveTo>
                  <a:cubicBezTo>
                    <a:pt x="114" y="1"/>
                    <a:pt x="1" y="109"/>
                    <a:pt x="1" y="245"/>
                  </a:cubicBezTo>
                  <a:cubicBezTo>
                    <a:pt x="1" y="388"/>
                    <a:pt x="114" y="496"/>
                    <a:pt x="252" y="496"/>
                  </a:cubicBezTo>
                  <a:cubicBezTo>
                    <a:pt x="388" y="496"/>
                    <a:pt x="501" y="388"/>
                    <a:pt x="501" y="245"/>
                  </a:cubicBezTo>
                  <a:cubicBezTo>
                    <a:pt x="501"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9"/>
            <p:cNvSpPr/>
            <p:nvPr/>
          </p:nvSpPr>
          <p:spPr>
            <a:xfrm>
              <a:off x="1870375" y="5147025"/>
              <a:ext cx="12400" cy="12425"/>
            </a:xfrm>
            <a:custGeom>
              <a:avLst/>
              <a:gdLst/>
              <a:ahLst/>
              <a:cxnLst/>
              <a:rect l="l" t="t" r="r" b="b"/>
              <a:pathLst>
                <a:path w="496" h="497" extrusionOk="0">
                  <a:moveTo>
                    <a:pt x="252" y="1"/>
                  </a:moveTo>
                  <a:cubicBezTo>
                    <a:pt x="109" y="1"/>
                    <a:pt x="0" y="109"/>
                    <a:pt x="0" y="245"/>
                  </a:cubicBezTo>
                  <a:cubicBezTo>
                    <a:pt x="0" y="388"/>
                    <a:pt x="109" y="496"/>
                    <a:pt x="252" y="496"/>
                  </a:cubicBezTo>
                  <a:cubicBezTo>
                    <a:pt x="387" y="496"/>
                    <a:pt x="496" y="388"/>
                    <a:pt x="496" y="245"/>
                  </a:cubicBezTo>
                  <a:cubicBezTo>
                    <a:pt x="496"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9"/>
            <p:cNvSpPr/>
            <p:nvPr/>
          </p:nvSpPr>
          <p:spPr>
            <a:xfrm>
              <a:off x="1962150" y="5147025"/>
              <a:ext cx="12550" cy="12425"/>
            </a:xfrm>
            <a:custGeom>
              <a:avLst/>
              <a:gdLst/>
              <a:ahLst/>
              <a:cxnLst/>
              <a:rect l="l" t="t" r="r" b="b"/>
              <a:pathLst>
                <a:path w="502" h="497" extrusionOk="0">
                  <a:moveTo>
                    <a:pt x="250" y="1"/>
                  </a:moveTo>
                  <a:cubicBezTo>
                    <a:pt x="114" y="1"/>
                    <a:pt x="1" y="109"/>
                    <a:pt x="1" y="245"/>
                  </a:cubicBezTo>
                  <a:cubicBezTo>
                    <a:pt x="1" y="388"/>
                    <a:pt x="114" y="496"/>
                    <a:pt x="250" y="496"/>
                  </a:cubicBezTo>
                  <a:cubicBezTo>
                    <a:pt x="388" y="496"/>
                    <a:pt x="502" y="388"/>
                    <a:pt x="502" y="245"/>
                  </a:cubicBezTo>
                  <a:cubicBezTo>
                    <a:pt x="502"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9"/>
            <p:cNvSpPr/>
            <p:nvPr/>
          </p:nvSpPr>
          <p:spPr>
            <a:xfrm>
              <a:off x="2054075" y="5147025"/>
              <a:ext cx="12425" cy="12425"/>
            </a:xfrm>
            <a:custGeom>
              <a:avLst/>
              <a:gdLst/>
              <a:ahLst/>
              <a:cxnLst/>
              <a:rect l="l" t="t" r="r" b="b"/>
              <a:pathLst>
                <a:path w="497" h="497" extrusionOk="0">
                  <a:moveTo>
                    <a:pt x="252" y="1"/>
                  </a:moveTo>
                  <a:cubicBezTo>
                    <a:pt x="109" y="1"/>
                    <a:pt x="1" y="109"/>
                    <a:pt x="1" y="245"/>
                  </a:cubicBezTo>
                  <a:cubicBezTo>
                    <a:pt x="1" y="388"/>
                    <a:pt x="109" y="496"/>
                    <a:pt x="252" y="496"/>
                  </a:cubicBezTo>
                  <a:cubicBezTo>
                    <a:pt x="388" y="496"/>
                    <a:pt x="496" y="388"/>
                    <a:pt x="496" y="245"/>
                  </a:cubicBezTo>
                  <a:cubicBezTo>
                    <a:pt x="496"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9"/>
            <p:cNvSpPr/>
            <p:nvPr/>
          </p:nvSpPr>
          <p:spPr>
            <a:xfrm>
              <a:off x="2145825" y="5147025"/>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9"/>
            <p:cNvSpPr/>
            <p:nvPr/>
          </p:nvSpPr>
          <p:spPr>
            <a:xfrm>
              <a:off x="2237800" y="5147025"/>
              <a:ext cx="12350" cy="12425"/>
            </a:xfrm>
            <a:custGeom>
              <a:avLst/>
              <a:gdLst/>
              <a:ahLst/>
              <a:cxnLst/>
              <a:rect l="l" t="t" r="r" b="b"/>
              <a:pathLst>
                <a:path w="494" h="497" extrusionOk="0">
                  <a:moveTo>
                    <a:pt x="244" y="1"/>
                  </a:moveTo>
                  <a:cubicBezTo>
                    <a:pt x="107" y="1"/>
                    <a:pt x="0" y="109"/>
                    <a:pt x="0" y="245"/>
                  </a:cubicBezTo>
                  <a:cubicBezTo>
                    <a:pt x="0" y="388"/>
                    <a:pt x="107" y="496"/>
                    <a:pt x="244" y="496"/>
                  </a:cubicBezTo>
                  <a:cubicBezTo>
                    <a:pt x="387" y="496"/>
                    <a:pt x="494" y="388"/>
                    <a:pt x="494" y="245"/>
                  </a:cubicBezTo>
                  <a:cubicBezTo>
                    <a:pt x="494" y="109"/>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9"/>
            <p:cNvSpPr/>
            <p:nvPr/>
          </p:nvSpPr>
          <p:spPr>
            <a:xfrm>
              <a:off x="2329550" y="5147025"/>
              <a:ext cx="12575" cy="12425"/>
            </a:xfrm>
            <a:custGeom>
              <a:avLst/>
              <a:gdLst/>
              <a:ahLst/>
              <a:cxnLst/>
              <a:rect l="l" t="t" r="r" b="b"/>
              <a:pathLst>
                <a:path w="503" h="497" extrusionOk="0">
                  <a:moveTo>
                    <a:pt x="251" y="1"/>
                  </a:moveTo>
                  <a:cubicBezTo>
                    <a:pt x="115" y="1"/>
                    <a:pt x="0" y="109"/>
                    <a:pt x="0" y="245"/>
                  </a:cubicBezTo>
                  <a:cubicBezTo>
                    <a:pt x="0" y="388"/>
                    <a:pt x="115" y="496"/>
                    <a:pt x="251" y="496"/>
                  </a:cubicBezTo>
                  <a:cubicBezTo>
                    <a:pt x="387" y="496"/>
                    <a:pt x="502" y="388"/>
                    <a:pt x="502" y="245"/>
                  </a:cubicBezTo>
                  <a:cubicBezTo>
                    <a:pt x="502"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9"/>
            <p:cNvSpPr/>
            <p:nvPr/>
          </p:nvSpPr>
          <p:spPr>
            <a:xfrm>
              <a:off x="2421325" y="5147025"/>
              <a:ext cx="12550" cy="12425"/>
            </a:xfrm>
            <a:custGeom>
              <a:avLst/>
              <a:gdLst/>
              <a:ahLst/>
              <a:cxnLst/>
              <a:rect l="l" t="t" r="r" b="b"/>
              <a:pathLst>
                <a:path w="502" h="497" extrusionOk="0">
                  <a:moveTo>
                    <a:pt x="250" y="1"/>
                  </a:moveTo>
                  <a:cubicBezTo>
                    <a:pt x="114" y="1"/>
                    <a:pt x="1" y="109"/>
                    <a:pt x="1" y="245"/>
                  </a:cubicBezTo>
                  <a:cubicBezTo>
                    <a:pt x="1" y="388"/>
                    <a:pt x="114" y="496"/>
                    <a:pt x="250" y="496"/>
                  </a:cubicBezTo>
                  <a:cubicBezTo>
                    <a:pt x="395" y="496"/>
                    <a:pt x="501" y="388"/>
                    <a:pt x="501" y="245"/>
                  </a:cubicBezTo>
                  <a:cubicBezTo>
                    <a:pt x="501" y="109"/>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9"/>
            <p:cNvSpPr/>
            <p:nvPr/>
          </p:nvSpPr>
          <p:spPr>
            <a:xfrm>
              <a:off x="2513250" y="5147025"/>
              <a:ext cx="12575" cy="12425"/>
            </a:xfrm>
            <a:custGeom>
              <a:avLst/>
              <a:gdLst/>
              <a:ahLst/>
              <a:cxnLst/>
              <a:rect l="l" t="t" r="r" b="b"/>
              <a:pathLst>
                <a:path w="503" h="497" extrusionOk="0">
                  <a:moveTo>
                    <a:pt x="252" y="1"/>
                  </a:moveTo>
                  <a:cubicBezTo>
                    <a:pt x="109" y="1"/>
                    <a:pt x="0" y="109"/>
                    <a:pt x="0" y="245"/>
                  </a:cubicBezTo>
                  <a:cubicBezTo>
                    <a:pt x="0" y="388"/>
                    <a:pt x="109"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9"/>
            <p:cNvSpPr/>
            <p:nvPr/>
          </p:nvSpPr>
          <p:spPr>
            <a:xfrm>
              <a:off x="2605000" y="5147025"/>
              <a:ext cx="12575" cy="12425"/>
            </a:xfrm>
            <a:custGeom>
              <a:avLst/>
              <a:gdLst/>
              <a:ahLst/>
              <a:cxnLst/>
              <a:rect l="l" t="t" r="r" b="b"/>
              <a:pathLst>
                <a:path w="503" h="497" extrusionOk="0">
                  <a:moveTo>
                    <a:pt x="252" y="1"/>
                  </a:moveTo>
                  <a:cubicBezTo>
                    <a:pt x="116" y="1"/>
                    <a:pt x="0" y="109"/>
                    <a:pt x="0" y="245"/>
                  </a:cubicBezTo>
                  <a:cubicBezTo>
                    <a:pt x="0" y="388"/>
                    <a:pt x="116" y="496"/>
                    <a:pt x="252" y="496"/>
                  </a:cubicBezTo>
                  <a:cubicBezTo>
                    <a:pt x="387" y="496"/>
                    <a:pt x="503" y="388"/>
                    <a:pt x="503" y="245"/>
                  </a:cubicBezTo>
                  <a:cubicBezTo>
                    <a:pt x="503"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9"/>
            <p:cNvSpPr/>
            <p:nvPr/>
          </p:nvSpPr>
          <p:spPr>
            <a:xfrm>
              <a:off x="2696950" y="5147025"/>
              <a:ext cx="12375" cy="12425"/>
            </a:xfrm>
            <a:custGeom>
              <a:avLst/>
              <a:gdLst/>
              <a:ahLst/>
              <a:cxnLst/>
              <a:rect l="l" t="t" r="r" b="b"/>
              <a:pathLst>
                <a:path w="495" h="497" extrusionOk="0">
                  <a:moveTo>
                    <a:pt x="252" y="1"/>
                  </a:moveTo>
                  <a:cubicBezTo>
                    <a:pt x="108" y="1"/>
                    <a:pt x="1" y="109"/>
                    <a:pt x="1" y="245"/>
                  </a:cubicBezTo>
                  <a:cubicBezTo>
                    <a:pt x="1" y="388"/>
                    <a:pt x="108" y="496"/>
                    <a:pt x="252" y="496"/>
                  </a:cubicBezTo>
                  <a:cubicBezTo>
                    <a:pt x="388" y="496"/>
                    <a:pt x="495" y="388"/>
                    <a:pt x="495" y="245"/>
                  </a:cubicBezTo>
                  <a:cubicBezTo>
                    <a:pt x="495"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9"/>
            <p:cNvSpPr/>
            <p:nvPr/>
          </p:nvSpPr>
          <p:spPr>
            <a:xfrm>
              <a:off x="2788700" y="5147025"/>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9"/>
            <p:cNvSpPr/>
            <p:nvPr/>
          </p:nvSpPr>
          <p:spPr>
            <a:xfrm>
              <a:off x="2880675" y="5147025"/>
              <a:ext cx="12375" cy="12425"/>
            </a:xfrm>
            <a:custGeom>
              <a:avLst/>
              <a:gdLst/>
              <a:ahLst/>
              <a:cxnLst/>
              <a:rect l="l" t="t" r="r" b="b"/>
              <a:pathLst>
                <a:path w="495" h="497" extrusionOk="0">
                  <a:moveTo>
                    <a:pt x="243" y="1"/>
                  </a:moveTo>
                  <a:cubicBezTo>
                    <a:pt x="107" y="1"/>
                    <a:pt x="0" y="109"/>
                    <a:pt x="0" y="245"/>
                  </a:cubicBezTo>
                  <a:cubicBezTo>
                    <a:pt x="0" y="388"/>
                    <a:pt x="107" y="496"/>
                    <a:pt x="243" y="496"/>
                  </a:cubicBezTo>
                  <a:cubicBezTo>
                    <a:pt x="387" y="496"/>
                    <a:pt x="494" y="388"/>
                    <a:pt x="494" y="245"/>
                  </a:cubicBezTo>
                  <a:cubicBezTo>
                    <a:pt x="494" y="109"/>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9"/>
            <p:cNvSpPr/>
            <p:nvPr/>
          </p:nvSpPr>
          <p:spPr>
            <a:xfrm>
              <a:off x="2972425" y="5147025"/>
              <a:ext cx="12575" cy="12425"/>
            </a:xfrm>
            <a:custGeom>
              <a:avLst/>
              <a:gdLst/>
              <a:ahLst/>
              <a:cxnLst/>
              <a:rect l="l" t="t" r="r" b="b"/>
              <a:pathLst>
                <a:path w="503" h="497" extrusionOk="0">
                  <a:moveTo>
                    <a:pt x="251" y="1"/>
                  </a:moveTo>
                  <a:cubicBezTo>
                    <a:pt x="115" y="1"/>
                    <a:pt x="0" y="109"/>
                    <a:pt x="0" y="245"/>
                  </a:cubicBezTo>
                  <a:cubicBezTo>
                    <a:pt x="0" y="388"/>
                    <a:pt x="115" y="496"/>
                    <a:pt x="251" y="496"/>
                  </a:cubicBezTo>
                  <a:cubicBezTo>
                    <a:pt x="387" y="496"/>
                    <a:pt x="503" y="388"/>
                    <a:pt x="503" y="245"/>
                  </a:cubicBezTo>
                  <a:cubicBezTo>
                    <a:pt x="503"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9"/>
            <p:cNvSpPr/>
            <p:nvPr/>
          </p:nvSpPr>
          <p:spPr>
            <a:xfrm>
              <a:off x="3064375" y="5147025"/>
              <a:ext cx="12375" cy="12425"/>
            </a:xfrm>
            <a:custGeom>
              <a:avLst/>
              <a:gdLst/>
              <a:ahLst/>
              <a:cxnLst/>
              <a:rect l="l" t="t" r="r" b="b"/>
              <a:pathLst>
                <a:path w="495" h="497" extrusionOk="0">
                  <a:moveTo>
                    <a:pt x="243" y="1"/>
                  </a:moveTo>
                  <a:cubicBezTo>
                    <a:pt x="107" y="1"/>
                    <a:pt x="1" y="109"/>
                    <a:pt x="1" y="245"/>
                  </a:cubicBezTo>
                  <a:cubicBezTo>
                    <a:pt x="1" y="388"/>
                    <a:pt x="107" y="496"/>
                    <a:pt x="243" y="496"/>
                  </a:cubicBezTo>
                  <a:cubicBezTo>
                    <a:pt x="388" y="496"/>
                    <a:pt x="495" y="388"/>
                    <a:pt x="495" y="245"/>
                  </a:cubicBezTo>
                  <a:cubicBezTo>
                    <a:pt x="495" y="109"/>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9"/>
            <p:cNvSpPr/>
            <p:nvPr/>
          </p:nvSpPr>
          <p:spPr>
            <a:xfrm>
              <a:off x="3156125" y="5147025"/>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9"/>
            <p:cNvSpPr/>
            <p:nvPr/>
          </p:nvSpPr>
          <p:spPr>
            <a:xfrm>
              <a:off x="3247875" y="5147025"/>
              <a:ext cx="12575" cy="12425"/>
            </a:xfrm>
            <a:custGeom>
              <a:avLst/>
              <a:gdLst/>
              <a:ahLst/>
              <a:cxnLst/>
              <a:rect l="l" t="t" r="r" b="b"/>
              <a:pathLst>
                <a:path w="503"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9"/>
            <p:cNvSpPr/>
            <p:nvPr/>
          </p:nvSpPr>
          <p:spPr>
            <a:xfrm>
              <a:off x="3339850" y="5147025"/>
              <a:ext cx="12525" cy="12425"/>
            </a:xfrm>
            <a:custGeom>
              <a:avLst/>
              <a:gdLst/>
              <a:ahLst/>
              <a:cxnLst/>
              <a:rect l="l" t="t" r="r" b="b"/>
              <a:pathLst>
                <a:path w="501" h="497" extrusionOk="0">
                  <a:moveTo>
                    <a:pt x="251" y="1"/>
                  </a:moveTo>
                  <a:cubicBezTo>
                    <a:pt x="107" y="1"/>
                    <a:pt x="0" y="109"/>
                    <a:pt x="0" y="245"/>
                  </a:cubicBezTo>
                  <a:cubicBezTo>
                    <a:pt x="0" y="388"/>
                    <a:pt x="107" y="496"/>
                    <a:pt x="251" y="496"/>
                  </a:cubicBezTo>
                  <a:cubicBezTo>
                    <a:pt x="387" y="496"/>
                    <a:pt x="501" y="388"/>
                    <a:pt x="501" y="245"/>
                  </a:cubicBezTo>
                  <a:cubicBezTo>
                    <a:pt x="501"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9"/>
            <p:cNvSpPr/>
            <p:nvPr/>
          </p:nvSpPr>
          <p:spPr>
            <a:xfrm>
              <a:off x="3431575" y="5147025"/>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9"/>
            <p:cNvSpPr/>
            <p:nvPr/>
          </p:nvSpPr>
          <p:spPr>
            <a:xfrm>
              <a:off x="3523550" y="5147025"/>
              <a:ext cx="12375" cy="12425"/>
            </a:xfrm>
            <a:custGeom>
              <a:avLst/>
              <a:gdLst/>
              <a:ahLst/>
              <a:cxnLst/>
              <a:rect l="l" t="t" r="r" b="b"/>
              <a:pathLst>
                <a:path w="495" h="497" extrusionOk="0">
                  <a:moveTo>
                    <a:pt x="250" y="1"/>
                  </a:moveTo>
                  <a:cubicBezTo>
                    <a:pt x="107" y="1"/>
                    <a:pt x="0" y="109"/>
                    <a:pt x="0" y="245"/>
                  </a:cubicBezTo>
                  <a:cubicBezTo>
                    <a:pt x="0" y="388"/>
                    <a:pt x="107" y="496"/>
                    <a:pt x="250" y="496"/>
                  </a:cubicBezTo>
                  <a:cubicBezTo>
                    <a:pt x="388" y="496"/>
                    <a:pt x="494" y="388"/>
                    <a:pt x="494" y="245"/>
                  </a:cubicBezTo>
                  <a:cubicBezTo>
                    <a:pt x="494"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9"/>
            <p:cNvSpPr/>
            <p:nvPr/>
          </p:nvSpPr>
          <p:spPr>
            <a:xfrm>
              <a:off x="676400" y="52387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9"/>
            <p:cNvSpPr/>
            <p:nvPr/>
          </p:nvSpPr>
          <p:spPr>
            <a:xfrm>
              <a:off x="768325" y="5238775"/>
              <a:ext cx="12400" cy="12600"/>
            </a:xfrm>
            <a:custGeom>
              <a:avLst/>
              <a:gdLst/>
              <a:ahLst/>
              <a:cxnLst/>
              <a:rect l="l" t="t" r="r" b="b"/>
              <a:pathLst>
                <a:path w="496" h="504"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9"/>
            <p:cNvSpPr/>
            <p:nvPr/>
          </p:nvSpPr>
          <p:spPr>
            <a:xfrm>
              <a:off x="860125" y="5238775"/>
              <a:ext cx="12525" cy="12600"/>
            </a:xfrm>
            <a:custGeom>
              <a:avLst/>
              <a:gdLst/>
              <a:ahLst/>
              <a:cxnLst/>
              <a:rect l="l" t="t" r="r" b="b"/>
              <a:pathLst>
                <a:path w="501" h="504"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9"/>
            <p:cNvSpPr/>
            <p:nvPr/>
          </p:nvSpPr>
          <p:spPr>
            <a:xfrm>
              <a:off x="951850" y="52387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9"/>
            <p:cNvSpPr/>
            <p:nvPr/>
          </p:nvSpPr>
          <p:spPr>
            <a:xfrm>
              <a:off x="1043825" y="5238775"/>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9"/>
            <p:cNvSpPr/>
            <p:nvPr/>
          </p:nvSpPr>
          <p:spPr>
            <a:xfrm>
              <a:off x="1135575" y="5238775"/>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9"/>
            <p:cNvSpPr/>
            <p:nvPr/>
          </p:nvSpPr>
          <p:spPr>
            <a:xfrm>
              <a:off x="1227500" y="5238775"/>
              <a:ext cx="12400" cy="12600"/>
            </a:xfrm>
            <a:custGeom>
              <a:avLst/>
              <a:gdLst/>
              <a:ahLst/>
              <a:cxnLst/>
              <a:rect l="l" t="t" r="r" b="b"/>
              <a:pathLst>
                <a:path w="496" h="504"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9"/>
            <p:cNvSpPr/>
            <p:nvPr/>
          </p:nvSpPr>
          <p:spPr>
            <a:xfrm>
              <a:off x="1319275" y="5238775"/>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9"/>
            <p:cNvSpPr/>
            <p:nvPr/>
          </p:nvSpPr>
          <p:spPr>
            <a:xfrm>
              <a:off x="1411200" y="5238775"/>
              <a:ext cx="12425" cy="12600"/>
            </a:xfrm>
            <a:custGeom>
              <a:avLst/>
              <a:gdLst/>
              <a:ahLst/>
              <a:cxnLst/>
              <a:rect l="l" t="t" r="r" b="b"/>
              <a:pathLst>
                <a:path w="497" h="504"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9"/>
            <p:cNvSpPr/>
            <p:nvPr/>
          </p:nvSpPr>
          <p:spPr>
            <a:xfrm>
              <a:off x="1503000" y="5238775"/>
              <a:ext cx="12525" cy="12600"/>
            </a:xfrm>
            <a:custGeom>
              <a:avLst/>
              <a:gdLst/>
              <a:ahLst/>
              <a:cxnLst/>
              <a:rect l="l" t="t" r="r" b="b"/>
              <a:pathLst>
                <a:path w="501" h="504"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9"/>
            <p:cNvSpPr/>
            <p:nvPr/>
          </p:nvSpPr>
          <p:spPr>
            <a:xfrm>
              <a:off x="1594750" y="5238775"/>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9"/>
            <p:cNvSpPr/>
            <p:nvPr/>
          </p:nvSpPr>
          <p:spPr>
            <a:xfrm>
              <a:off x="1686650" y="52387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9"/>
            <p:cNvSpPr/>
            <p:nvPr/>
          </p:nvSpPr>
          <p:spPr>
            <a:xfrm>
              <a:off x="1778450" y="5238775"/>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9"/>
            <p:cNvSpPr/>
            <p:nvPr/>
          </p:nvSpPr>
          <p:spPr>
            <a:xfrm>
              <a:off x="1870375" y="5238775"/>
              <a:ext cx="12400" cy="12600"/>
            </a:xfrm>
            <a:custGeom>
              <a:avLst/>
              <a:gdLst/>
              <a:ahLst/>
              <a:cxnLst/>
              <a:rect l="l" t="t" r="r" b="b"/>
              <a:pathLst>
                <a:path w="496" h="504"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9"/>
            <p:cNvSpPr/>
            <p:nvPr/>
          </p:nvSpPr>
          <p:spPr>
            <a:xfrm>
              <a:off x="1962150" y="5238775"/>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9"/>
            <p:cNvSpPr/>
            <p:nvPr/>
          </p:nvSpPr>
          <p:spPr>
            <a:xfrm>
              <a:off x="2054075" y="5238775"/>
              <a:ext cx="12425" cy="12600"/>
            </a:xfrm>
            <a:custGeom>
              <a:avLst/>
              <a:gdLst/>
              <a:ahLst/>
              <a:cxnLst/>
              <a:rect l="l" t="t" r="r" b="b"/>
              <a:pathLst>
                <a:path w="497" h="504"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9"/>
            <p:cNvSpPr/>
            <p:nvPr/>
          </p:nvSpPr>
          <p:spPr>
            <a:xfrm>
              <a:off x="2145825" y="52387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9"/>
            <p:cNvSpPr/>
            <p:nvPr/>
          </p:nvSpPr>
          <p:spPr>
            <a:xfrm>
              <a:off x="2237800" y="5238775"/>
              <a:ext cx="12350" cy="12600"/>
            </a:xfrm>
            <a:custGeom>
              <a:avLst/>
              <a:gdLst/>
              <a:ahLst/>
              <a:cxnLst/>
              <a:rect l="l" t="t" r="r" b="b"/>
              <a:pathLst>
                <a:path w="494" h="504"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9"/>
            <p:cNvSpPr/>
            <p:nvPr/>
          </p:nvSpPr>
          <p:spPr>
            <a:xfrm>
              <a:off x="2329550" y="5238775"/>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9"/>
            <p:cNvSpPr/>
            <p:nvPr/>
          </p:nvSpPr>
          <p:spPr>
            <a:xfrm>
              <a:off x="2421325" y="5238775"/>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9"/>
            <p:cNvSpPr/>
            <p:nvPr/>
          </p:nvSpPr>
          <p:spPr>
            <a:xfrm>
              <a:off x="2513250" y="5238775"/>
              <a:ext cx="12575" cy="12600"/>
            </a:xfrm>
            <a:custGeom>
              <a:avLst/>
              <a:gdLst/>
              <a:ahLst/>
              <a:cxnLst/>
              <a:rect l="l" t="t" r="r" b="b"/>
              <a:pathLst>
                <a:path w="503" h="504"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9"/>
            <p:cNvSpPr/>
            <p:nvPr/>
          </p:nvSpPr>
          <p:spPr>
            <a:xfrm>
              <a:off x="2605000" y="5238775"/>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9"/>
            <p:cNvSpPr/>
            <p:nvPr/>
          </p:nvSpPr>
          <p:spPr>
            <a:xfrm>
              <a:off x="2696950" y="5238775"/>
              <a:ext cx="12375" cy="12600"/>
            </a:xfrm>
            <a:custGeom>
              <a:avLst/>
              <a:gdLst/>
              <a:ahLst/>
              <a:cxnLst/>
              <a:rect l="l" t="t" r="r" b="b"/>
              <a:pathLst>
                <a:path w="495" h="504"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9"/>
            <p:cNvSpPr/>
            <p:nvPr/>
          </p:nvSpPr>
          <p:spPr>
            <a:xfrm>
              <a:off x="2788700" y="52387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9"/>
            <p:cNvSpPr/>
            <p:nvPr/>
          </p:nvSpPr>
          <p:spPr>
            <a:xfrm>
              <a:off x="2880675" y="5238775"/>
              <a:ext cx="12375" cy="12600"/>
            </a:xfrm>
            <a:custGeom>
              <a:avLst/>
              <a:gdLst/>
              <a:ahLst/>
              <a:cxnLst/>
              <a:rect l="l" t="t" r="r" b="b"/>
              <a:pathLst>
                <a:path w="495" h="504"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9"/>
            <p:cNvSpPr/>
            <p:nvPr/>
          </p:nvSpPr>
          <p:spPr>
            <a:xfrm>
              <a:off x="2972425" y="5238775"/>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9"/>
            <p:cNvSpPr/>
            <p:nvPr/>
          </p:nvSpPr>
          <p:spPr>
            <a:xfrm>
              <a:off x="3064375" y="5238775"/>
              <a:ext cx="12375" cy="12600"/>
            </a:xfrm>
            <a:custGeom>
              <a:avLst/>
              <a:gdLst/>
              <a:ahLst/>
              <a:cxnLst/>
              <a:rect l="l" t="t" r="r" b="b"/>
              <a:pathLst>
                <a:path w="495" h="504"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9"/>
            <p:cNvSpPr/>
            <p:nvPr/>
          </p:nvSpPr>
          <p:spPr>
            <a:xfrm>
              <a:off x="3156125" y="52387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9"/>
            <p:cNvSpPr/>
            <p:nvPr/>
          </p:nvSpPr>
          <p:spPr>
            <a:xfrm>
              <a:off x="3247875" y="5238775"/>
              <a:ext cx="12575" cy="12600"/>
            </a:xfrm>
            <a:custGeom>
              <a:avLst/>
              <a:gdLst/>
              <a:ahLst/>
              <a:cxnLst/>
              <a:rect l="l" t="t" r="r" b="b"/>
              <a:pathLst>
                <a:path w="503"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9"/>
            <p:cNvSpPr/>
            <p:nvPr/>
          </p:nvSpPr>
          <p:spPr>
            <a:xfrm>
              <a:off x="3339850" y="5238775"/>
              <a:ext cx="12525" cy="12600"/>
            </a:xfrm>
            <a:custGeom>
              <a:avLst/>
              <a:gdLst/>
              <a:ahLst/>
              <a:cxnLst/>
              <a:rect l="l" t="t" r="r" b="b"/>
              <a:pathLst>
                <a:path w="501" h="504"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9"/>
            <p:cNvSpPr/>
            <p:nvPr/>
          </p:nvSpPr>
          <p:spPr>
            <a:xfrm>
              <a:off x="3431575" y="52387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9"/>
            <p:cNvSpPr/>
            <p:nvPr/>
          </p:nvSpPr>
          <p:spPr>
            <a:xfrm>
              <a:off x="3523550" y="5238775"/>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9"/>
            <p:cNvSpPr/>
            <p:nvPr/>
          </p:nvSpPr>
          <p:spPr>
            <a:xfrm>
              <a:off x="676400" y="53305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9"/>
            <p:cNvSpPr/>
            <p:nvPr/>
          </p:nvSpPr>
          <p:spPr>
            <a:xfrm>
              <a:off x="768325" y="5330575"/>
              <a:ext cx="12400" cy="12550"/>
            </a:xfrm>
            <a:custGeom>
              <a:avLst/>
              <a:gdLst/>
              <a:ahLst/>
              <a:cxnLst/>
              <a:rect l="l" t="t" r="r" b="b"/>
              <a:pathLst>
                <a:path w="496" h="502" extrusionOk="0">
                  <a:moveTo>
                    <a:pt x="245" y="0"/>
                  </a:moveTo>
                  <a:cubicBezTo>
                    <a:pt x="109" y="0"/>
                    <a:pt x="0" y="114"/>
                    <a:pt x="0" y="252"/>
                  </a:cubicBezTo>
                  <a:cubicBezTo>
                    <a:pt x="0" y="388"/>
                    <a:pt x="109" y="501"/>
                    <a:pt x="245" y="501"/>
                  </a:cubicBezTo>
                  <a:cubicBezTo>
                    <a:pt x="388" y="501"/>
                    <a:pt x="496" y="388"/>
                    <a:pt x="496" y="252"/>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9"/>
            <p:cNvSpPr/>
            <p:nvPr/>
          </p:nvSpPr>
          <p:spPr>
            <a:xfrm>
              <a:off x="860125" y="5330575"/>
              <a:ext cx="12525" cy="12550"/>
            </a:xfrm>
            <a:custGeom>
              <a:avLst/>
              <a:gdLst/>
              <a:ahLst/>
              <a:cxnLst/>
              <a:rect l="l" t="t" r="r" b="b"/>
              <a:pathLst>
                <a:path w="501" h="502" extrusionOk="0">
                  <a:moveTo>
                    <a:pt x="251" y="0"/>
                  </a:moveTo>
                  <a:cubicBezTo>
                    <a:pt x="114" y="0"/>
                    <a:pt x="0" y="114"/>
                    <a:pt x="0" y="252"/>
                  </a:cubicBezTo>
                  <a:cubicBezTo>
                    <a:pt x="0" y="388"/>
                    <a:pt x="114" y="501"/>
                    <a:pt x="251" y="501"/>
                  </a:cubicBezTo>
                  <a:cubicBezTo>
                    <a:pt x="387" y="501"/>
                    <a:pt x="501" y="388"/>
                    <a:pt x="501" y="252"/>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9"/>
            <p:cNvSpPr/>
            <p:nvPr/>
          </p:nvSpPr>
          <p:spPr>
            <a:xfrm>
              <a:off x="951850" y="53305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9"/>
            <p:cNvSpPr/>
            <p:nvPr/>
          </p:nvSpPr>
          <p:spPr>
            <a:xfrm>
              <a:off x="1043825" y="5330575"/>
              <a:ext cx="12375" cy="12550"/>
            </a:xfrm>
            <a:custGeom>
              <a:avLst/>
              <a:gdLst/>
              <a:ahLst/>
              <a:cxnLst/>
              <a:rect l="l" t="t" r="r" b="b"/>
              <a:pathLst>
                <a:path w="495" h="502" extrusionOk="0">
                  <a:moveTo>
                    <a:pt x="250" y="0"/>
                  </a:moveTo>
                  <a:cubicBezTo>
                    <a:pt x="107" y="0"/>
                    <a:pt x="0" y="114"/>
                    <a:pt x="0" y="252"/>
                  </a:cubicBezTo>
                  <a:cubicBezTo>
                    <a:pt x="0" y="388"/>
                    <a:pt x="107" y="501"/>
                    <a:pt x="250" y="501"/>
                  </a:cubicBezTo>
                  <a:cubicBezTo>
                    <a:pt x="388" y="501"/>
                    <a:pt x="494" y="388"/>
                    <a:pt x="494" y="252"/>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9"/>
            <p:cNvSpPr/>
            <p:nvPr/>
          </p:nvSpPr>
          <p:spPr>
            <a:xfrm>
              <a:off x="1135575" y="5330575"/>
              <a:ext cx="12575" cy="12550"/>
            </a:xfrm>
            <a:custGeom>
              <a:avLst/>
              <a:gdLst/>
              <a:ahLst/>
              <a:cxnLst/>
              <a:rect l="l" t="t" r="r" b="b"/>
              <a:pathLst>
                <a:path w="503" h="502" extrusionOk="0">
                  <a:moveTo>
                    <a:pt x="252" y="0"/>
                  </a:moveTo>
                  <a:cubicBezTo>
                    <a:pt x="116" y="0"/>
                    <a:pt x="0" y="114"/>
                    <a:pt x="0" y="252"/>
                  </a:cubicBezTo>
                  <a:cubicBezTo>
                    <a:pt x="0" y="388"/>
                    <a:pt x="116" y="501"/>
                    <a:pt x="252" y="501"/>
                  </a:cubicBezTo>
                  <a:cubicBezTo>
                    <a:pt x="387" y="501"/>
                    <a:pt x="503" y="388"/>
                    <a:pt x="503" y="252"/>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9"/>
            <p:cNvSpPr/>
            <p:nvPr/>
          </p:nvSpPr>
          <p:spPr>
            <a:xfrm>
              <a:off x="1227500" y="5330575"/>
              <a:ext cx="12400" cy="12550"/>
            </a:xfrm>
            <a:custGeom>
              <a:avLst/>
              <a:gdLst/>
              <a:ahLst/>
              <a:cxnLst/>
              <a:rect l="l" t="t" r="r" b="b"/>
              <a:pathLst>
                <a:path w="496" h="502" extrusionOk="0">
                  <a:moveTo>
                    <a:pt x="251" y="0"/>
                  </a:moveTo>
                  <a:cubicBezTo>
                    <a:pt x="109" y="0"/>
                    <a:pt x="0" y="114"/>
                    <a:pt x="0" y="252"/>
                  </a:cubicBezTo>
                  <a:cubicBezTo>
                    <a:pt x="0" y="388"/>
                    <a:pt x="109" y="501"/>
                    <a:pt x="251" y="501"/>
                  </a:cubicBezTo>
                  <a:cubicBezTo>
                    <a:pt x="387" y="501"/>
                    <a:pt x="496" y="388"/>
                    <a:pt x="496" y="252"/>
                  </a:cubicBezTo>
                  <a:cubicBezTo>
                    <a:pt x="496"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9"/>
            <p:cNvSpPr/>
            <p:nvPr/>
          </p:nvSpPr>
          <p:spPr>
            <a:xfrm>
              <a:off x="1319275" y="5330575"/>
              <a:ext cx="12550" cy="12550"/>
            </a:xfrm>
            <a:custGeom>
              <a:avLst/>
              <a:gdLst/>
              <a:ahLst/>
              <a:cxnLst/>
              <a:rect l="l" t="t" r="r" b="b"/>
              <a:pathLst>
                <a:path w="502" h="502" extrusionOk="0">
                  <a:moveTo>
                    <a:pt x="252" y="0"/>
                  </a:moveTo>
                  <a:cubicBezTo>
                    <a:pt x="114" y="0"/>
                    <a:pt x="1" y="114"/>
                    <a:pt x="1" y="252"/>
                  </a:cubicBezTo>
                  <a:cubicBezTo>
                    <a:pt x="1" y="388"/>
                    <a:pt x="114" y="501"/>
                    <a:pt x="252" y="501"/>
                  </a:cubicBezTo>
                  <a:cubicBezTo>
                    <a:pt x="388" y="501"/>
                    <a:pt x="501" y="388"/>
                    <a:pt x="501" y="252"/>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9"/>
            <p:cNvSpPr/>
            <p:nvPr/>
          </p:nvSpPr>
          <p:spPr>
            <a:xfrm>
              <a:off x="1411200" y="5330575"/>
              <a:ext cx="12425" cy="12550"/>
            </a:xfrm>
            <a:custGeom>
              <a:avLst/>
              <a:gdLst/>
              <a:ahLst/>
              <a:cxnLst/>
              <a:rect l="l" t="t" r="r" b="b"/>
              <a:pathLst>
                <a:path w="497" h="502" extrusionOk="0">
                  <a:moveTo>
                    <a:pt x="245" y="0"/>
                  </a:moveTo>
                  <a:cubicBezTo>
                    <a:pt x="109" y="0"/>
                    <a:pt x="1" y="114"/>
                    <a:pt x="1" y="252"/>
                  </a:cubicBezTo>
                  <a:cubicBezTo>
                    <a:pt x="1" y="388"/>
                    <a:pt x="109" y="501"/>
                    <a:pt x="245" y="501"/>
                  </a:cubicBezTo>
                  <a:cubicBezTo>
                    <a:pt x="388" y="501"/>
                    <a:pt x="496" y="388"/>
                    <a:pt x="496" y="252"/>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9"/>
            <p:cNvSpPr/>
            <p:nvPr/>
          </p:nvSpPr>
          <p:spPr>
            <a:xfrm>
              <a:off x="1503000" y="5330575"/>
              <a:ext cx="12525" cy="12550"/>
            </a:xfrm>
            <a:custGeom>
              <a:avLst/>
              <a:gdLst/>
              <a:ahLst/>
              <a:cxnLst/>
              <a:rect l="l" t="t" r="r" b="b"/>
              <a:pathLst>
                <a:path w="501" h="502" extrusionOk="0">
                  <a:moveTo>
                    <a:pt x="250" y="0"/>
                  </a:moveTo>
                  <a:cubicBezTo>
                    <a:pt x="114" y="0"/>
                    <a:pt x="0" y="114"/>
                    <a:pt x="0" y="252"/>
                  </a:cubicBezTo>
                  <a:cubicBezTo>
                    <a:pt x="0" y="388"/>
                    <a:pt x="114" y="501"/>
                    <a:pt x="250" y="501"/>
                  </a:cubicBezTo>
                  <a:cubicBezTo>
                    <a:pt x="387" y="501"/>
                    <a:pt x="501" y="388"/>
                    <a:pt x="501" y="252"/>
                  </a:cubicBezTo>
                  <a:cubicBezTo>
                    <a:pt x="501" y="114"/>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9"/>
            <p:cNvSpPr/>
            <p:nvPr/>
          </p:nvSpPr>
          <p:spPr>
            <a:xfrm>
              <a:off x="1594750" y="5330575"/>
              <a:ext cx="12575" cy="12550"/>
            </a:xfrm>
            <a:custGeom>
              <a:avLst/>
              <a:gdLst/>
              <a:ahLst/>
              <a:cxnLst/>
              <a:rect l="l" t="t" r="r" b="b"/>
              <a:pathLst>
                <a:path w="503" h="502" extrusionOk="0">
                  <a:moveTo>
                    <a:pt x="251" y="0"/>
                  </a:moveTo>
                  <a:cubicBezTo>
                    <a:pt x="115" y="0"/>
                    <a:pt x="0" y="114"/>
                    <a:pt x="0" y="252"/>
                  </a:cubicBezTo>
                  <a:cubicBezTo>
                    <a:pt x="0" y="388"/>
                    <a:pt x="115" y="501"/>
                    <a:pt x="251" y="501"/>
                  </a:cubicBezTo>
                  <a:cubicBezTo>
                    <a:pt x="394" y="501"/>
                    <a:pt x="503" y="388"/>
                    <a:pt x="503" y="252"/>
                  </a:cubicBezTo>
                  <a:cubicBezTo>
                    <a:pt x="503" y="114"/>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9"/>
            <p:cNvSpPr/>
            <p:nvPr/>
          </p:nvSpPr>
          <p:spPr>
            <a:xfrm>
              <a:off x="1686650" y="53305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9"/>
            <p:cNvSpPr/>
            <p:nvPr/>
          </p:nvSpPr>
          <p:spPr>
            <a:xfrm>
              <a:off x="1778450" y="5330575"/>
              <a:ext cx="12550" cy="12550"/>
            </a:xfrm>
            <a:custGeom>
              <a:avLst/>
              <a:gdLst/>
              <a:ahLst/>
              <a:cxnLst/>
              <a:rect l="l" t="t" r="r" b="b"/>
              <a:pathLst>
                <a:path w="502" h="502" extrusionOk="0">
                  <a:moveTo>
                    <a:pt x="252" y="0"/>
                  </a:moveTo>
                  <a:cubicBezTo>
                    <a:pt x="114" y="0"/>
                    <a:pt x="1" y="114"/>
                    <a:pt x="1" y="252"/>
                  </a:cubicBezTo>
                  <a:cubicBezTo>
                    <a:pt x="1" y="388"/>
                    <a:pt x="114" y="501"/>
                    <a:pt x="252" y="501"/>
                  </a:cubicBezTo>
                  <a:cubicBezTo>
                    <a:pt x="388" y="501"/>
                    <a:pt x="501" y="388"/>
                    <a:pt x="501" y="252"/>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9"/>
            <p:cNvSpPr/>
            <p:nvPr/>
          </p:nvSpPr>
          <p:spPr>
            <a:xfrm>
              <a:off x="1870375" y="5330575"/>
              <a:ext cx="12400" cy="12550"/>
            </a:xfrm>
            <a:custGeom>
              <a:avLst/>
              <a:gdLst/>
              <a:ahLst/>
              <a:cxnLst/>
              <a:rect l="l" t="t" r="r" b="b"/>
              <a:pathLst>
                <a:path w="496" h="502" extrusionOk="0">
                  <a:moveTo>
                    <a:pt x="252" y="0"/>
                  </a:moveTo>
                  <a:cubicBezTo>
                    <a:pt x="109" y="0"/>
                    <a:pt x="0" y="114"/>
                    <a:pt x="0" y="252"/>
                  </a:cubicBezTo>
                  <a:cubicBezTo>
                    <a:pt x="0" y="388"/>
                    <a:pt x="109" y="501"/>
                    <a:pt x="252" y="501"/>
                  </a:cubicBezTo>
                  <a:cubicBezTo>
                    <a:pt x="387" y="501"/>
                    <a:pt x="496" y="388"/>
                    <a:pt x="496" y="252"/>
                  </a:cubicBezTo>
                  <a:cubicBezTo>
                    <a:pt x="496"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9"/>
            <p:cNvSpPr/>
            <p:nvPr/>
          </p:nvSpPr>
          <p:spPr>
            <a:xfrm>
              <a:off x="1962150" y="5330575"/>
              <a:ext cx="12550" cy="12550"/>
            </a:xfrm>
            <a:custGeom>
              <a:avLst/>
              <a:gdLst/>
              <a:ahLst/>
              <a:cxnLst/>
              <a:rect l="l" t="t" r="r" b="b"/>
              <a:pathLst>
                <a:path w="502" h="502" extrusionOk="0">
                  <a:moveTo>
                    <a:pt x="250" y="0"/>
                  </a:moveTo>
                  <a:cubicBezTo>
                    <a:pt x="114" y="0"/>
                    <a:pt x="1" y="114"/>
                    <a:pt x="1" y="252"/>
                  </a:cubicBezTo>
                  <a:cubicBezTo>
                    <a:pt x="1" y="388"/>
                    <a:pt x="114" y="501"/>
                    <a:pt x="250" y="501"/>
                  </a:cubicBezTo>
                  <a:cubicBezTo>
                    <a:pt x="388" y="501"/>
                    <a:pt x="502" y="388"/>
                    <a:pt x="502" y="252"/>
                  </a:cubicBezTo>
                  <a:cubicBezTo>
                    <a:pt x="502"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9"/>
            <p:cNvSpPr/>
            <p:nvPr/>
          </p:nvSpPr>
          <p:spPr>
            <a:xfrm>
              <a:off x="2054075" y="5330575"/>
              <a:ext cx="12425" cy="12550"/>
            </a:xfrm>
            <a:custGeom>
              <a:avLst/>
              <a:gdLst/>
              <a:ahLst/>
              <a:cxnLst/>
              <a:rect l="l" t="t" r="r" b="b"/>
              <a:pathLst>
                <a:path w="497" h="502" extrusionOk="0">
                  <a:moveTo>
                    <a:pt x="252" y="0"/>
                  </a:moveTo>
                  <a:cubicBezTo>
                    <a:pt x="109" y="0"/>
                    <a:pt x="1" y="114"/>
                    <a:pt x="1" y="252"/>
                  </a:cubicBezTo>
                  <a:cubicBezTo>
                    <a:pt x="1" y="388"/>
                    <a:pt x="109" y="501"/>
                    <a:pt x="252" y="501"/>
                  </a:cubicBezTo>
                  <a:cubicBezTo>
                    <a:pt x="388" y="501"/>
                    <a:pt x="496" y="388"/>
                    <a:pt x="496" y="252"/>
                  </a:cubicBezTo>
                  <a:cubicBezTo>
                    <a:pt x="496"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9"/>
            <p:cNvSpPr/>
            <p:nvPr/>
          </p:nvSpPr>
          <p:spPr>
            <a:xfrm>
              <a:off x="2145825" y="53305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9"/>
            <p:cNvSpPr/>
            <p:nvPr/>
          </p:nvSpPr>
          <p:spPr>
            <a:xfrm>
              <a:off x="2237800" y="5330575"/>
              <a:ext cx="12350" cy="12550"/>
            </a:xfrm>
            <a:custGeom>
              <a:avLst/>
              <a:gdLst/>
              <a:ahLst/>
              <a:cxnLst/>
              <a:rect l="l" t="t" r="r" b="b"/>
              <a:pathLst>
                <a:path w="494" h="502" extrusionOk="0">
                  <a:moveTo>
                    <a:pt x="244" y="0"/>
                  </a:moveTo>
                  <a:cubicBezTo>
                    <a:pt x="107" y="0"/>
                    <a:pt x="0" y="114"/>
                    <a:pt x="0" y="252"/>
                  </a:cubicBezTo>
                  <a:cubicBezTo>
                    <a:pt x="0" y="388"/>
                    <a:pt x="107" y="501"/>
                    <a:pt x="244" y="501"/>
                  </a:cubicBezTo>
                  <a:cubicBezTo>
                    <a:pt x="387" y="501"/>
                    <a:pt x="494" y="388"/>
                    <a:pt x="494" y="252"/>
                  </a:cubicBezTo>
                  <a:cubicBezTo>
                    <a:pt x="494" y="114"/>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9"/>
            <p:cNvSpPr/>
            <p:nvPr/>
          </p:nvSpPr>
          <p:spPr>
            <a:xfrm>
              <a:off x="2329550" y="5330575"/>
              <a:ext cx="12575" cy="12550"/>
            </a:xfrm>
            <a:custGeom>
              <a:avLst/>
              <a:gdLst/>
              <a:ahLst/>
              <a:cxnLst/>
              <a:rect l="l" t="t" r="r" b="b"/>
              <a:pathLst>
                <a:path w="503" h="502" extrusionOk="0">
                  <a:moveTo>
                    <a:pt x="251" y="0"/>
                  </a:moveTo>
                  <a:cubicBezTo>
                    <a:pt x="115" y="0"/>
                    <a:pt x="0" y="114"/>
                    <a:pt x="0" y="252"/>
                  </a:cubicBezTo>
                  <a:cubicBezTo>
                    <a:pt x="0" y="388"/>
                    <a:pt x="115" y="501"/>
                    <a:pt x="251" y="501"/>
                  </a:cubicBezTo>
                  <a:cubicBezTo>
                    <a:pt x="387" y="501"/>
                    <a:pt x="502" y="388"/>
                    <a:pt x="502" y="252"/>
                  </a:cubicBezTo>
                  <a:cubicBezTo>
                    <a:pt x="502"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9"/>
            <p:cNvSpPr/>
            <p:nvPr/>
          </p:nvSpPr>
          <p:spPr>
            <a:xfrm>
              <a:off x="2421325" y="5330575"/>
              <a:ext cx="12550" cy="12550"/>
            </a:xfrm>
            <a:custGeom>
              <a:avLst/>
              <a:gdLst/>
              <a:ahLst/>
              <a:cxnLst/>
              <a:rect l="l" t="t" r="r" b="b"/>
              <a:pathLst>
                <a:path w="502" h="502" extrusionOk="0">
                  <a:moveTo>
                    <a:pt x="250" y="0"/>
                  </a:moveTo>
                  <a:cubicBezTo>
                    <a:pt x="114" y="0"/>
                    <a:pt x="1" y="114"/>
                    <a:pt x="1" y="252"/>
                  </a:cubicBezTo>
                  <a:cubicBezTo>
                    <a:pt x="1" y="388"/>
                    <a:pt x="114" y="501"/>
                    <a:pt x="250" y="501"/>
                  </a:cubicBezTo>
                  <a:cubicBezTo>
                    <a:pt x="395" y="501"/>
                    <a:pt x="501" y="388"/>
                    <a:pt x="501" y="252"/>
                  </a:cubicBezTo>
                  <a:cubicBezTo>
                    <a:pt x="501" y="114"/>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9"/>
            <p:cNvSpPr/>
            <p:nvPr/>
          </p:nvSpPr>
          <p:spPr>
            <a:xfrm>
              <a:off x="2513250" y="5330575"/>
              <a:ext cx="12575" cy="12550"/>
            </a:xfrm>
            <a:custGeom>
              <a:avLst/>
              <a:gdLst/>
              <a:ahLst/>
              <a:cxnLst/>
              <a:rect l="l" t="t" r="r" b="b"/>
              <a:pathLst>
                <a:path w="503" h="502" extrusionOk="0">
                  <a:moveTo>
                    <a:pt x="252" y="0"/>
                  </a:moveTo>
                  <a:cubicBezTo>
                    <a:pt x="109" y="0"/>
                    <a:pt x="0" y="114"/>
                    <a:pt x="0" y="252"/>
                  </a:cubicBezTo>
                  <a:cubicBezTo>
                    <a:pt x="0" y="388"/>
                    <a:pt x="109"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9"/>
            <p:cNvSpPr/>
            <p:nvPr/>
          </p:nvSpPr>
          <p:spPr>
            <a:xfrm>
              <a:off x="2605000" y="5330575"/>
              <a:ext cx="12575" cy="12550"/>
            </a:xfrm>
            <a:custGeom>
              <a:avLst/>
              <a:gdLst/>
              <a:ahLst/>
              <a:cxnLst/>
              <a:rect l="l" t="t" r="r" b="b"/>
              <a:pathLst>
                <a:path w="503" h="502" extrusionOk="0">
                  <a:moveTo>
                    <a:pt x="252" y="0"/>
                  </a:moveTo>
                  <a:cubicBezTo>
                    <a:pt x="116" y="0"/>
                    <a:pt x="0" y="114"/>
                    <a:pt x="0" y="252"/>
                  </a:cubicBezTo>
                  <a:cubicBezTo>
                    <a:pt x="0" y="388"/>
                    <a:pt x="116" y="501"/>
                    <a:pt x="252" y="501"/>
                  </a:cubicBezTo>
                  <a:cubicBezTo>
                    <a:pt x="387" y="501"/>
                    <a:pt x="503" y="388"/>
                    <a:pt x="503" y="252"/>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9"/>
            <p:cNvSpPr/>
            <p:nvPr/>
          </p:nvSpPr>
          <p:spPr>
            <a:xfrm>
              <a:off x="2696950" y="5330575"/>
              <a:ext cx="12375" cy="12550"/>
            </a:xfrm>
            <a:custGeom>
              <a:avLst/>
              <a:gdLst/>
              <a:ahLst/>
              <a:cxnLst/>
              <a:rect l="l" t="t" r="r" b="b"/>
              <a:pathLst>
                <a:path w="495" h="502" extrusionOk="0">
                  <a:moveTo>
                    <a:pt x="252" y="0"/>
                  </a:moveTo>
                  <a:cubicBezTo>
                    <a:pt x="108" y="0"/>
                    <a:pt x="1" y="114"/>
                    <a:pt x="1" y="252"/>
                  </a:cubicBezTo>
                  <a:cubicBezTo>
                    <a:pt x="1" y="388"/>
                    <a:pt x="108" y="501"/>
                    <a:pt x="252" y="501"/>
                  </a:cubicBezTo>
                  <a:cubicBezTo>
                    <a:pt x="388" y="501"/>
                    <a:pt x="495" y="388"/>
                    <a:pt x="495" y="252"/>
                  </a:cubicBezTo>
                  <a:cubicBezTo>
                    <a:pt x="495"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9"/>
            <p:cNvSpPr/>
            <p:nvPr/>
          </p:nvSpPr>
          <p:spPr>
            <a:xfrm>
              <a:off x="2788700" y="53305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9"/>
            <p:cNvSpPr/>
            <p:nvPr/>
          </p:nvSpPr>
          <p:spPr>
            <a:xfrm>
              <a:off x="2880675" y="5330575"/>
              <a:ext cx="12375" cy="12550"/>
            </a:xfrm>
            <a:custGeom>
              <a:avLst/>
              <a:gdLst/>
              <a:ahLst/>
              <a:cxnLst/>
              <a:rect l="l" t="t" r="r" b="b"/>
              <a:pathLst>
                <a:path w="495" h="502" extrusionOk="0">
                  <a:moveTo>
                    <a:pt x="243" y="0"/>
                  </a:moveTo>
                  <a:cubicBezTo>
                    <a:pt x="107" y="0"/>
                    <a:pt x="0" y="114"/>
                    <a:pt x="0" y="252"/>
                  </a:cubicBezTo>
                  <a:cubicBezTo>
                    <a:pt x="0" y="388"/>
                    <a:pt x="107" y="501"/>
                    <a:pt x="243" y="501"/>
                  </a:cubicBezTo>
                  <a:cubicBezTo>
                    <a:pt x="387" y="501"/>
                    <a:pt x="494" y="388"/>
                    <a:pt x="494" y="252"/>
                  </a:cubicBezTo>
                  <a:cubicBezTo>
                    <a:pt x="494" y="114"/>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9"/>
            <p:cNvSpPr/>
            <p:nvPr/>
          </p:nvSpPr>
          <p:spPr>
            <a:xfrm>
              <a:off x="2972425" y="5330575"/>
              <a:ext cx="12575" cy="12550"/>
            </a:xfrm>
            <a:custGeom>
              <a:avLst/>
              <a:gdLst/>
              <a:ahLst/>
              <a:cxnLst/>
              <a:rect l="l" t="t" r="r" b="b"/>
              <a:pathLst>
                <a:path w="503" h="502" extrusionOk="0">
                  <a:moveTo>
                    <a:pt x="251" y="0"/>
                  </a:moveTo>
                  <a:cubicBezTo>
                    <a:pt x="115" y="0"/>
                    <a:pt x="0" y="114"/>
                    <a:pt x="0" y="252"/>
                  </a:cubicBezTo>
                  <a:cubicBezTo>
                    <a:pt x="0" y="388"/>
                    <a:pt x="115" y="501"/>
                    <a:pt x="251" y="501"/>
                  </a:cubicBezTo>
                  <a:cubicBezTo>
                    <a:pt x="387" y="501"/>
                    <a:pt x="503" y="388"/>
                    <a:pt x="503" y="252"/>
                  </a:cubicBezTo>
                  <a:cubicBezTo>
                    <a:pt x="503"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9"/>
            <p:cNvSpPr/>
            <p:nvPr/>
          </p:nvSpPr>
          <p:spPr>
            <a:xfrm>
              <a:off x="3064375" y="5330575"/>
              <a:ext cx="12375" cy="12550"/>
            </a:xfrm>
            <a:custGeom>
              <a:avLst/>
              <a:gdLst/>
              <a:ahLst/>
              <a:cxnLst/>
              <a:rect l="l" t="t" r="r" b="b"/>
              <a:pathLst>
                <a:path w="495" h="502" extrusionOk="0">
                  <a:moveTo>
                    <a:pt x="243" y="0"/>
                  </a:moveTo>
                  <a:cubicBezTo>
                    <a:pt x="107" y="0"/>
                    <a:pt x="1" y="114"/>
                    <a:pt x="1" y="252"/>
                  </a:cubicBezTo>
                  <a:cubicBezTo>
                    <a:pt x="1" y="388"/>
                    <a:pt x="107" y="501"/>
                    <a:pt x="243" y="501"/>
                  </a:cubicBezTo>
                  <a:cubicBezTo>
                    <a:pt x="388" y="501"/>
                    <a:pt x="495" y="388"/>
                    <a:pt x="495" y="252"/>
                  </a:cubicBezTo>
                  <a:cubicBezTo>
                    <a:pt x="495" y="114"/>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9"/>
            <p:cNvSpPr/>
            <p:nvPr/>
          </p:nvSpPr>
          <p:spPr>
            <a:xfrm>
              <a:off x="3156125" y="53305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9"/>
            <p:cNvSpPr/>
            <p:nvPr/>
          </p:nvSpPr>
          <p:spPr>
            <a:xfrm>
              <a:off x="3247875" y="5330575"/>
              <a:ext cx="12575" cy="12550"/>
            </a:xfrm>
            <a:custGeom>
              <a:avLst/>
              <a:gdLst/>
              <a:ahLst/>
              <a:cxnLst/>
              <a:rect l="l" t="t" r="r" b="b"/>
              <a:pathLst>
                <a:path w="503"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9"/>
            <p:cNvSpPr/>
            <p:nvPr/>
          </p:nvSpPr>
          <p:spPr>
            <a:xfrm>
              <a:off x="3339850" y="5330575"/>
              <a:ext cx="12525" cy="12550"/>
            </a:xfrm>
            <a:custGeom>
              <a:avLst/>
              <a:gdLst/>
              <a:ahLst/>
              <a:cxnLst/>
              <a:rect l="l" t="t" r="r" b="b"/>
              <a:pathLst>
                <a:path w="501" h="502" extrusionOk="0">
                  <a:moveTo>
                    <a:pt x="251" y="0"/>
                  </a:moveTo>
                  <a:cubicBezTo>
                    <a:pt x="107" y="0"/>
                    <a:pt x="0" y="114"/>
                    <a:pt x="0" y="252"/>
                  </a:cubicBezTo>
                  <a:cubicBezTo>
                    <a:pt x="0" y="388"/>
                    <a:pt x="107" y="501"/>
                    <a:pt x="251" y="501"/>
                  </a:cubicBezTo>
                  <a:cubicBezTo>
                    <a:pt x="387" y="501"/>
                    <a:pt x="501" y="388"/>
                    <a:pt x="501" y="252"/>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9"/>
            <p:cNvSpPr/>
            <p:nvPr/>
          </p:nvSpPr>
          <p:spPr>
            <a:xfrm>
              <a:off x="3431575" y="53305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9"/>
            <p:cNvSpPr/>
            <p:nvPr/>
          </p:nvSpPr>
          <p:spPr>
            <a:xfrm>
              <a:off x="3523550" y="5330575"/>
              <a:ext cx="12375" cy="12550"/>
            </a:xfrm>
            <a:custGeom>
              <a:avLst/>
              <a:gdLst/>
              <a:ahLst/>
              <a:cxnLst/>
              <a:rect l="l" t="t" r="r" b="b"/>
              <a:pathLst>
                <a:path w="495" h="502" extrusionOk="0">
                  <a:moveTo>
                    <a:pt x="250" y="0"/>
                  </a:moveTo>
                  <a:cubicBezTo>
                    <a:pt x="107" y="0"/>
                    <a:pt x="0" y="114"/>
                    <a:pt x="0" y="252"/>
                  </a:cubicBezTo>
                  <a:cubicBezTo>
                    <a:pt x="0" y="388"/>
                    <a:pt x="107" y="501"/>
                    <a:pt x="250" y="501"/>
                  </a:cubicBezTo>
                  <a:cubicBezTo>
                    <a:pt x="388" y="501"/>
                    <a:pt x="494" y="388"/>
                    <a:pt x="494" y="252"/>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9"/>
            <p:cNvSpPr/>
            <p:nvPr/>
          </p:nvSpPr>
          <p:spPr>
            <a:xfrm>
              <a:off x="676400" y="5422500"/>
              <a:ext cx="12600" cy="12575"/>
            </a:xfrm>
            <a:custGeom>
              <a:avLst/>
              <a:gdLst/>
              <a:ahLst/>
              <a:cxnLst/>
              <a:rect l="l" t="t" r="r" b="b"/>
              <a:pathLst>
                <a:path w="504" h="503" extrusionOk="0">
                  <a:moveTo>
                    <a:pt x="252" y="0"/>
                  </a:moveTo>
                  <a:cubicBezTo>
                    <a:pt x="116" y="0"/>
                    <a:pt x="1" y="109"/>
                    <a:pt x="1" y="251"/>
                  </a:cubicBezTo>
                  <a:cubicBezTo>
                    <a:pt x="1" y="387"/>
                    <a:pt x="116" y="503"/>
                    <a:pt x="252" y="503"/>
                  </a:cubicBezTo>
                  <a:cubicBezTo>
                    <a:pt x="388" y="503"/>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9"/>
            <p:cNvSpPr/>
            <p:nvPr/>
          </p:nvSpPr>
          <p:spPr>
            <a:xfrm>
              <a:off x="768325" y="5422500"/>
              <a:ext cx="12400" cy="12575"/>
            </a:xfrm>
            <a:custGeom>
              <a:avLst/>
              <a:gdLst/>
              <a:ahLst/>
              <a:cxnLst/>
              <a:rect l="l" t="t" r="r" b="b"/>
              <a:pathLst>
                <a:path w="496" h="503" extrusionOk="0">
                  <a:moveTo>
                    <a:pt x="245" y="0"/>
                  </a:moveTo>
                  <a:cubicBezTo>
                    <a:pt x="109" y="0"/>
                    <a:pt x="0" y="109"/>
                    <a:pt x="0" y="251"/>
                  </a:cubicBezTo>
                  <a:cubicBezTo>
                    <a:pt x="0" y="387"/>
                    <a:pt x="109" y="503"/>
                    <a:pt x="245" y="503"/>
                  </a:cubicBezTo>
                  <a:cubicBezTo>
                    <a:pt x="388" y="503"/>
                    <a:pt x="496" y="387"/>
                    <a:pt x="496" y="251"/>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9"/>
            <p:cNvSpPr/>
            <p:nvPr/>
          </p:nvSpPr>
          <p:spPr>
            <a:xfrm>
              <a:off x="860125" y="5422500"/>
              <a:ext cx="12525" cy="12575"/>
            </a:xfrm>
            <a:custGeom>
              <a:avLst/>
              <a:gdLst/>
              <a:ahLst/>
              <a:cxnLst/>
              <a:rect l="l" t="t" r="r" b="b"/>
              <a:pathLst>
                <a:path w="501" h="503" extrusionOk="0">
                  <a:moveTo>
                    <a:pt x="251" y="0"/>
                  </a:moveTo>
                  <a:cubicBezTo>
                    <a:pt x="114" y="0"/>
                    <a:pt x="0" y="109"/>
                    <a:pt x="0" y="251"/>
                  </a:cubicBezTo>
                  <a:cubicBezTo>
                    <a:pt x="0" y="387"/>
                    <a:pt x="114" y="503"/>
                    <a:pt x="251" y="503"/>
                  </a:cubicBezTo>
                  <a:cubicBezTo>
                    <a:pt x="387" y="503"/>
                    <a:pt x="501" y="387"/>
                    <a:pt x="501" y="251"/>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9"/>
            <p:cNvSpPr/>
            <p:nvPr/>
          </p:nvSpPr>
          <p:spPr>
            <a:xfrm>
              <a:off x="951850" y="5422500"/>
              <a:ext cx="12600" cy="12575"/>
            </a:xfrm>
            <a:custGeom>
              <a:avLst/>
              <a:gdLst/>
              <a:ahLst/>
              <a:cxnLst/>
              <a:rect l="l" t="t" r="r" b="b"/>
              <a:pathLst>
                <a:path w="504" h="503" extrusionOk="0">
                  <a:moveTo>
                    <a:pt x="252" y="0"/>
                  </a:moveTo>
                  <a:cubicBezTo>
                    <a:pt x="116" y="0"/>
                    <a:pt x="1" y="109"/>
                    <a:pt x="1" y="251"/>
                  </a:cubicBezTo>
                  <a:cubicBezTo>
                    <a:pt x="1" y="387"/>
                    <a:pt x="116" y="503"/>
                    <a:pt x="252" y="503"/>
                  </a:cubicBezTo>
                  <a:cubicBezTo>
                    <a:pt x="388" y="503"/>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9"/>
            <p:cNvSpPr/>
            <p:nvPr/>
          </p:nvSpPr>
          <p:spPr>
            <a:xfrm>
              <a:off x="1043825" y="5422500"/>
              <a:ext cx="12375" cy="12575"/>
            </a:xfrm>
            <a:custGeom>
              <a:avLst/>
              <a:gdLst/>
              <a:ahLst/>
              <a:cxnLst/>
              <a:rect l="l" t="t" r="r" b="b"/>
              <a:pathLst>
                <a:path w="495" h="503" extrusionOk="0">
                  <a:moveTo>
                    <a:pt x="250" y="0"/>
                  </a:moveTo>
                  <a:cubicBezTo>
                    <a:pt x="107" y="0"/>
                    <a:pt x="0" y="109"/>
                    <a:pt x="0" y="251"/>
                  </a:cubicBezTo>
                  <a:cubicBezTo>
                    <a:pt x="0" y="387"/>
                    <a:pt x="107" y="503"/>
                    <a:pt x="250" y="503"/>
                  </a:cubicBezTo>
                  <a:cubicBezTo>
                    <a:pt x="388" y="503"/>
                    <a:pt x="494" y="387"/>
                    <a:pt x="494" y="251"/>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9"/>
            <p:cNvSpPr/>
            <p:nvPr/>
          </p:nvSpPr>
          <p:spPr>
            <a:xfrm>
              <a:off x="1135575" y="5422500"/>
              <a:ext cx="12575" cy="12575"/>
            </a:xfrm>
            <a:custGeom>
              <a:avLst/>
              <a:gdLst/>
              <a:ahLst/>
              <a:cxnLst/>
              <a:rect l="l" t="t" r="r" b="b"/>
              <a:pathLst>
                <a:path w="503" h="503" extrusionOk="0">
                  <a:moveTo>
                    <a:pt x="252" y="0"/>
                  </a:moveTo>
                  <a:cubicBezTo>
                    <a:pt x="116" y="0"/>
                    <a:pt x="0" y="109"/>
                    <a:pt x="0" y="251"/>
                  </a:cubicBezTo>
                  <a:cubicBezTo>
                    <a:pt x="0" y="387"/>
                    <a:pt x="116" y="503"/>
                    <a:pt x="252" y="503"/>
                  </a:cubicBezTo>
                  <a:cubicBezTo>
                    <a:pt x="387" y="503"/>
                    <a:pt x="503" y="387"/>
                    <a:pt x="503" y="251"/>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9"/>
            <p:cNvSpPr/>
            <p:nvPr/>
          </p:nvSpPr>
          <p:spPr>
            <a:xfrm>
              <a:off x="1227500" y="5422500"/>
              <a:ext cx="12400" cy="12575"/>
            </a:xfrm>
            <a:custGeom>
              <a:avLst/>
              <a:gdLst/>
              <a:ahLst/>
              <a:cxnLst/>
              <a:rect l="l" t="t" r="r" b="b"/>
              <a:pathLst>
                <a:path w="496" h="503" extrusionOk="0">
                  <a:moveTo>
                    <a:pt x="251" y="0"/>
                  </a:moveTo>
                  <a:cubicBezTo>
                    <a:pt x="109" y="0"/>
                    <a:pt x="0" y="109"/>
                    <a:pt x="0" y="251"/>
                  </a:cubicBezTo>
                  <a:cubicBezTo>
                    <a:pt x="0" y="387"/>
                    <a:pt x="109" y="503"/>
                    <a:pt x="251" y="503"/>
                  </a:cubicBezTo>
                  <a:cubicBezTo>
                    <a:pt x="387" y="503"/>
                    <a:pt x="496" y="387"/>
                    <a:pt x="496" y="251"/>
                  </a:cubicBezTo>
                  <a:cubicBezTo>
                    <a:pt x="496"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9"/>
            <p:cNvSpPr/>
            <p:nvPr/>
          </p:nvSpPr>
          <p:spPr>
            <a:xfrm>
              <a:off x="1319275" y="5422500"/>
              <a:ext cx="12550" cy="12575"/>
            </a:xfrm>
            <a:custGeom>
              <a:avLst/>
              <a:gdLst/>
              <a:ahLst/>
              <a:cxnLst/>
              <a:rect l="l" t="t" r="r" b="b"/>
              <a:pathLst>
                <a:path w="502" h="503" extrusionOk="0">
                  <a:moveTo>
                    <a:pt x="252" y="0"/>
                  </a:moveTo>
                  <a:cubicBezTo>
                    <a:pt x="114" y="0"/>
                    <a:pt x="1" y="109"/>
                    <a:pt x="1" y="251"/>
                  </a:cubicBezTo>
                  <a:cubicBezTo>
                    <a:pt x="1" y="387"/>
                    <a:pt x="114" y="503"/>
                    <a:pt x="252" y="503"/>
                  </a:cubicBezTo>
                  <a:cubicBezTo>
                    <a:pt x="388" y="503"/>
                    <a:pt x="501" y="387"/>
                    <a:pt x="501" y="251"/>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9"/>
            <p:cNvSpPr/>
            <p:nvPr/>
          </p:nvSpPr>
          <p:spPr>
            <a:xfrm>
              <a:off x="1411200" y="5422500"/>
              <a:ext cx="12425" cy="12575"/>
            </a:xfrm>
            <a:custGeom>
              <a:avLst/>
              <a:gdLst/>
              <a:ahLst/>
              <a:cxnLst/>
              <a:rect l="l" t="t" r="r" b="b"/>
              <a:pathLst>
                <a:path w="497" h="503" extrusionOk="0">
                  <a:moveTo>
                    <a:pt x="245" y="0"/>
                  </a:moveTo>
                  <a:cubicBezTo>
                    <a:pt x="109" y="0"/>
                    <a:pt x="1" y="109"/>
                    <a:pt x="1" y="251"/>
                  </a:cubicBezTo>
                  <a:cubicBezTo>
                    <a:pt x="1" y="387"/>
                    <a:pt x="109" y="503"/>
                    <a:pt x="245" y="503"/>
                  </a:cubicBezTo>
                  <a:cubicBezTo>
                    <a:pt x="388" y="503"/>
                    <a:pt x="496" y="387"/>
                    <a:pt x="496" y="251"/>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9"/>
            <p:cNvSpPr/>
            <p:nvPr/>
          </p:nvSpPr>
          <p:spPr>
            <a:xfrm>
              <a:off x="1503000" y="5422500"/>
              <a:ext cx="12525" cy="12575"/>
            </a:xfrm>
            <a:custGeom>
              <a:avLst/>
              <a:gdLst/>
              <a:ahLst/>
              <a:cxnLst/>
              <a:rect l="l" t="t" r="r" b="b"/>
              <a:pathLst>
                <a:path w="501" h="503" extrusionOk="0">
                  <a:moveTo>
                    <a:pt x="250" y="0"/>
                  </a:moveTo>
                  <a:cubicBezTo>
                    <a:pt x="114" y="0"/>
                    <a:pt x="0" y="109"/>
                    <a:pt x="0" y="251"/>
                  </a:cubicBezTo>
                  <a:cubicBezTo>
                    <a:pt x="0" y="387"/>
                    <a:pt x="114" y="503"/>
                    <a:pt x="250" y="503"/>
                  </a:cubicBezTo>
                  <a:cubicBezTo>
                    <a:pt x="387" y="503"/>
                    <a:pt x="501" y="387"/>
                    <a:pt x="501" y="251"/>
                  </a:cubicBezTo>
                  <a:cubicBezTo>
                    <a:pt x="501" y="109"/>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9"/>
            <p:cNvSpPr/>
            <p:nvPr/>
          </p:nvSpPr>
          <p:spPr>
            <a:xfrm>
              <a:off x="1594750" y="5422500"/>
              <a:ext cx="12575" cy="12575"/>
            </a:xfrm>
            <a:custGeom>
              <a:avLst/>
              <a:gdLst/>
              <a:ahLst/>
              <a:cxnLst/>
              <a:rect l="l" t="t" r="r" b="b"/>
              <a:pathLst>
                <a:path w="503" h="503" extrusionOk="0">
                  <a:moveTo>
                    <a:pt x="251" y="0"/>
                  </a:moveTo>
                  <a:cubicBezTo>
                    <a:pt x="115" y="0"/>
                    <a:pt x="0" y="109"/>
                    <a:pt x="0" y="251"/>
                  </a:cubicBezTo>
                  <a:cubicBezTo>
                    <a:pt x="0" y="387"/>
                    <a:pt x="115" y="503"/>
                    <a:pt x="251" y="503"/>
                  </a:cubicBezTo>
                  <a:cubicBezTo>
                    <a:pt x="394" y="503"/>
                    <a:pt x="503" y="387"/>
                    <a:pt x="503" y="251"/>
                  </a:cubicBezTo>
                  <a:cubicBezTo>
                    <a:pt x="503" y="109"/>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9"/>
            <p:cNvSpPr/>
            <p:nvPr/>
          </p:nvSpPr>
          <p:spPr>
            <a:xfrm>
              <a:off x="1686650" y="5422500"/>
              <a:ext cx="12600" cy="12575"/>
            </a:xfrm>
            <a:custGeom>
              <a:avLst/>
              <a:gdLst/>
              <a:ahLst/>
              <a:cxnLst/>
              <a:rect l="l" t="t" r="r" b="b"/>
              <a:pathLst>
                <a:path w="504" h="503" extrusionOk="0">
                  <a:moveTo>
                    <a:pt x="252" y="0"/>
                  </a:moveTo>
                  <a:cubicBezTo>
                    <a:pt x="116" y="0"/>
                    <a:pt x="1" y="109"/>
                    <a:pt x="1" y="251"/>
                  </a:cubicBezTo>
                  <a:cubicBezTo>
                    <a:pt x="1" y="387"/>
                    <a:pt x="116" y="503"/>
                    <a:pt x="252" y="503"/>
                  </a:cubicBezTo>
                  <a:cubicBezTo>
                    <a:pt x="388" y="503"/>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9"/>
            <p:cNvSpPr/>
            <p:nvPr/>
          </p:nvSpPr>
          <p:spPr>
            <a:xfrm>
              <a:off x="1778450" y="5422500"/>
              <a:ext cx="12550" cy="12575"/>
            </a:xfrm>
            <a:custGeom>
              <a:avLst/>
              <a:gdLst/>
              <a:ahLst/>
              <a:cxnLst/>
              <a:rect l="l" t="t" r="r" b="b"/>
              <a:pathLst>
                <a:path w="502" h="503" extrusionOk="0">
                  <a:moveTo>
                    <a:pt x="252" y="0"/>
                  </a:moveTo>
                  <a:cubicBezTo>
                    <a:pt x="114" y="0"/>
                    <a:pt x="1" y="109"/>
                    <a:pt x="1" y="251"/>
                  </a:cubicBezTo>
                  <a:cubicBezTo>
                    <a:pt x="1" y="387"/>
                    <a:pt x="114" y="503"/>
                    <a:pt x="252" y="503"/>
                  </a:cubicBezTo>
                  <a:cubicBezTo>
                    <a:pt x="388" y="503"/>
                    <a:pt x="501" y="387"/>
                    <a:pt x="501" y="251"/>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9"/>
            <p:cNvSpPr/>
            <p:nvPr/>
          </p:nvSpPr>
          <p:spPr>
            <a:xfrm>
              <a:off x="1870375" y="5422500"/>
              <a:ext cx="12400" cy="12575"/>
            </a:xfrm>
            <a:custGeom>
              <a:avLst/>
              <a:gdLst/>
              <a:ahLst/>
              <a:cxnLst/>
              <a:rect l="l" t="t" r="r" b="b"/>
              <a:pathLst>
                <a:path w="496" h="503" extrusionOk="0">
                  <a:moveTo>
                    <a:pt x="252" y="0"/>
                  </a:moveTo>
                  <a:cubicBezTo>
                    <a:pt x="109" y="0"/>
                    <a:pt x="0" y="109"/>
                    <a:pt x="0" y="251"/>
                  </a:cubicBezTo>
                  <a:cubicBezTo>
                    <a:pt x="0" y="387"/>
                    <a:pt x="109" y="503"/>
                    <a:pt x="252" y="503"/>
                  </a:cubicBezTo>
                  <a:cubicBezTo>
                    <a:pt x="387" y="503"/>
                    <a:pt x="496" y="387"/>
                    <a:pt x="496" y="251"/>
                  </a:cubicBezTo>
                  <a:cubicBezTo>
                    <a:pt x="496"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9"/>
            <p:cNvSpPr/>
            <p:nvPr/>
          </p:nvSpPr>
          <p:spPr>
            <a:xfrm>
              <a:off x="1962150" y="5422500"/>
              <a:ext cx="12550" cy="12575"/>
            </a:xfrm>
            <a:custGeom>
              <a:avLst/>
              <a:gdLst/>
              <a:ahLst/>
              <a:cxnLst/>
              <a:rect l="l" t="t" r="r" b="b"/>
              <a:pathLst>
                <a:path w="502" h="503" extrusionOk="0">
                  <a:moveTo>
                    <a:pt x="250" y="0"/>
                  </a:moveTo>
                  <a:cubicBezTo>
                    <a:pt x="114" y="0"/>
                    <a:pt x="1" y="109"/>
                    <a:pt x="1" y="251"/>
                  </a:cubicBezTo>
                  <a:cubicBezTo>
                    <a:pt x="1" y="387"/>
                    <a:pt x="114" y="503"/>
                    <a:pt x="250" y="503"/>
                  </a:cubicBezTo>
                  <a:cubicBezTo>
                    <a:pt x="388" y="503"/>
                    <a:pt x="502" y="387"/>
                    <a:pt x="502" y="251"/>
                  </a:cubicBezTo>
                  <a:cubicBezTo>
                    <a:pt x="502"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9"/>
            <p:cNvSpPr/>
            <p:nvPr/>
          </p:nvSpPr>
          <p:spPr>
            <a:xfrm>
              <a:off x="2054075" y="5422500"/>
              <a:ext cx="12425" cy="12575"/>
            </a:xfrm>
            <a:custGeom>
              <a:avLst/>
              <a:gdLst/>
              <a:ahLst/>
              <a:cxnLst/>
              <a:rect l="l" t="t" r="r" b="b"/>
              <a:pathLst>
                <a:path w="497" h="503" extrusionOk="0">
                  <a:moveTo>
                    <a:pt x="252" y="0"/>
                  </a:moveTo>
                  <a:cubicBezTo>
                    <a:pt x="109" y="0"/>
                    <a:pt x="1" y="109"/>
                    <a:pt x="1" y="251"/>
                  </a:cubicBezTo>
                  <a:cubicBezTo>
                    <a:pt x="1" y="387"/>
                    <a:pt x="109" y="503"/>
                    <a:pt x="252" y="503"/>
                  </a:cubicBezTo>
                  <a:cubicBezTo>
                    <a:pt x="388" y="503"/>
                    <a:pt x="496" y="387"/>
                    <a:pt x="496" y="251"/>
                  </a:cubicBezTo>
                  <a:cubicBezTo>
                    <a:pt x="496"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9"/>
            <p:cNvSpPr/>
            <p:nvPr/>
          </p:nvSpPr>
          <p:spPr>
            <a:xfrm>
              <a:off x="2145825" y="5422500"/>
              <a:ext cx="12600" cy="12575"/>
            </a:xfrm>
            <a:custGeom>
              <a:avLst/>
              <a:gdLst/>
              <a:ahLst/>
              <a:cxnLst/>
              <a:rect l="l" t="t" r="r" b="b"/>
              <a:pathLst>
                <a:path w="504" h="503" extrusionOk="0">
                  <a:moveTo>
                    <a:pt x="252" y="0"/>
                  </a:moveTo>
                  <a:cubicBezTo>
                    <a:pt x="116" y="0"/>
                    <a:pt x="1" y="109"/>
                    <a:pt x="1" y="251"/>
                  </a:cubicBezTo>
                  <a:cubicBezTo>
                    <a:pt x="1" y="387"/>
                    <a:pt x="116" y="503"/>
                    <a:pt x="252" y="503"/>
                  </a:cubicBezTo>
                  <a:cubicBezTo>
                    <a:pt x="388" y="503"/>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9"/>
            <p:cNvSpPr/>
            <p:nvPr/>
          </p:nvSpPr>
          <p:spPr>
            <a:xfrm>
              <a:off x="2237800" y="5422500"/>
              <a:ext cx="12350" cy="12575"/>
            </a:xfrm>
            <a:custGeom>
              <a:avLst/>
              <a:gdLst/>
              <a:ahLst/>
              <a:cxnLst/>
              <a:rect l="l" t="t" r="r" b="b"/>
              <a:pathLst>
                <a:path w="494" h="503" extrusionOk="0">
                  <a:moveTo>
                    <a:pt x="244" y="0"/>
                  </a:moveTo>
                  <a:cubicBezTo>
                    <a:pt x="107" y="0"/>
                    <a:pt x="0" y="109"/>
                    <a:pt x="0" y="251"/>
                  </a:cubicBezTo>
                  <a:cubicBezTo>
                    <a:pt x="0" y="387"/>
                    <a:pt x="107" y="503"/>
                    <a:pt x="244" y="503"/>
                  </a:cubicBezTo>
                  <a:cubicBezTo>
                    <a:pt x="387" y="503"/>
                    <a:pt x="494" y="387"/>
                    <a:pt x="494" y="251"/>
                  </a:cubicBezTo>
                  <a:cubicBezTo>
                    <a:pt x="494" y="109"/>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9"/>
            <p:cNvSpPr/>
            <p:nvPr/>
          </p:nvSpPr>
          <p:spPr>
            <a:xfrm>
              <a:off x="2329550" y="5422500"/>
              <a:ext cx="12575" cy="12575"/>
            </a:xfrm>
            <a:custGeom>
              <a:avLst/>
              <a:gdLst/>
              <a:ahLst/>
              <a:cxnLst/>
              <a:rect l="l" t="t" r="r" b="b"/>
              <a:pathLst>
                <a:path w="503" h="503" extrusionOk="0">
                  <a:moveTo>
                    <a:pt x="251" y="0"/>
                  </a:moveTo>
                  <a:cubicBezTo>
                    <a:pt x="115" y="0"/>
                    <a:pt x="0" y="109"/>
                    <a:pt x="0" y="251"/>
                  </a:cubicBezTo>
                  <a:cubicBezTo>
                    <a:pt x="0" y="387"/>
                    <a:pt x="115" y="503"/>
                    <a:pt x="251" y="503"/>
                  </a:cubicBezTo>
                  <a:cubicBezTo>
                    <a:pt x="387" y="503"/>
                    <a:pt x="502" y="387"/>
                    <a:pt x="502" y="251"/>
                  </a:cubicBezTo>
                  <a:cubicBezTo>
                    <a:pt x="502"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9"/>
            <p:cNvSpPr/>
            <p:nvPr/>
          </p:nvSpPr>
          <p:spPr>
            <a:xfrm>
              <a:off x="2421325" y="5422500"/>
              <a:ext cx="12550" cy="12575"/>
            </a:xfrm>
            <a:custGeom>
              <a:avLst/>
              <a:gdLst/>
              <a:ahLst/>
              <a:cxnLst/>
              <a:rect l="l" t="t" r="r" b="b"/>
              <a:pathLst>
                <a:path w="502" h="503" extrusionOk="0">
                  <a:moveTo>
                    <a:pt x="250" y="0"/>
                  </a:moveTo>
                  <a:cubicBezTo>
                    <a:pt x="114" y="0"/>
                    <a:pt x="1" y="109"/>
                    <a:pt x="1" y="251"/>
                  </a:cubicBezTo>
                  <a:cubicBezTo>
                    <a:pt x="1" y="387"/>
                    <a:pt x="114" y="503"/>
                    <a:pt x="250" y="503"/>
                  </a:cubicBezTo>
                  <a:cubicBezTo>
                    <a:pt x="395" y="503"/>
                    <a:pt x="501" y="387"/>
                    <a:pt x="501" y="251"/>
                  </a:cubicBezTo>
                  <a:cubicBezTo>
                    <a:pt x="501" y="109"/>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9"/>
            <p:cNvSpPr/>
            <p:nvPr/>
          </p:nvSpPr>
          <p:spPr>
            <a:xfrm>
              <a:off x="2513250" y="5422500"/>
              <a:ext cx="12575" cy="12575"/>
            </a:xfrm>
            <a:custGeom>
              <a:avLst/>
              <a:gdLst/>
              <a:ahLst/>
              <a:cxnLst/>
              <a:rect l="l" t="t" r="r" b="b"/>
              <a:pathLst>
                <a:path w="503" h="503" extrusionOk="0">
                  <a:moveTo>
                    <a:pt x="252" y="0"/>
                  </a:moveTo>
                  <a:cubicBezTo>
                    <a:pt x="109" y="0"/>
                    <a:pt x="0" y="109"/>
                    <a:pt x="0" y="251"/>
                  </a:cubicBezTo>
                  <a:cubicBezTo>
                    <a:pt x="0" y="387"/>
                    <a:pt x="109" y="503"/>
                    <a:pt x="252" y="503"/>
                  </a:cubicBezTo>
                  <a:cubicBezTo>
                    <a:pt x="388" y="503"/>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9"/>
            <p:cNvSpPr/>
            <p:nvPr/>
          </p:nvSpPr>
          <p:spPr>
            <a:xfrm>
              <a:off x="2605000" y="5422500"/>
              <a:ext cx="12575" cy="12575"/>
            </a:xfrm>
            <a:custGeom>
              <a:avLst/>
              <a:gdLst/>
              <a:ahLst/>
              <a:cxnLst/>
              <a:rect l="l" t="t" r="r" b="b"/>
              <a:pathLst>
                <a:path w="503" h="503" extrusionOk="0">
                  <a:moveTo>
                    <a:pt x="252" y="0"/>
                  </a:moveTo>
                  <a:cubicBezTo>
                    <a:pt x="116" y="0"/>
                    <a:pt x="0" y="109"/>
                    <a:pt x="0" y="251"/>
                  </a:cubicBezTo>
                  <a:cubicBezTo>
                    <a:pt x="0" y="387"/>
                    <a:pt x="116" y="503"/>
                    <a:pt x="252" y="503"/>
                  </a:cubicBezTo>
                  <a:cubicBezTo>
                    <a:pt x="387" y="503"/>
                    <a:pt x="503" y="387"/>
                    <a:pt x="503" y="251"/>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9"/>
            <p:cNvSpPr/>
            <p:nvPr/>
          </p:nvSpPr>
          <p:spPr>
            <a:xfrm>
              <a:off x="2696950" y="5422500"/>
              <a:ext cx="12375" cy="12575"/>
            </a:xfrm>
            <a:custGeom>
              <a:avLst/>
              <a:gdLst/>
              <a:ahLst/>
              <a:cxnLst/>
              <a:rect l="l" t="t" r="r" b="b"/>
              <a:pathLst>
                <a:path w="495" h="503" extrusionOk="0">
                  <a:moveTo>
                    <a:pt x="252" y="0"/>
                  </a:moveTo>
                  <a:cubicBezTo>
                    <a:pt x="108" y="0"/>
                    <a:pt x="1" y="109"/>
                    <a:pt x="1" y="251"/>
                  </a:cubicBezTo>
                  <a:cubicBezTo>
                    <a:pt x="1" y="387"/>
                    <a:pt x="108" y="503"/>
                    <a:pt x="252" y="503"/>
                  </a:cubicBezTo>
                  <a:cubicBezTo>
                    <a:pt x="388" y="503"/>
                    <a:pt x="495" y="387"/>
                    <a:pt x="495" y="251"/>
                  </a:cubicBezTo>
                  <a:cubicBezTo>
                    <a:pt x="495"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9"/>
            <p:cNvSpPr/>
            <p:nvPr/>
          </p:nvSpPr>
          <p:spPr>
            <a:xfrm>
              <a:off x="2788700" y="5422500"/>
              <a:ext cx="12600" cy="12575"/>
            </a:xfrm>
            <a:custGeom>
              <a:avLst/>
              <a:gdLst/>
              <a:ahLst/>
              <a:cxnLst/>
              <a:rect l="l" t="t" r="r" b="b"/>
              <a:pathLst>
                <a:path w="504" h="503" extrusionOk="0">
                  <a:moveTo>
                    <a:pt x="252" y="0"/>
                  </a:moveTo>
                  <a:cubicBezTo>
                    <a:pt x="116" y="0"/>
                    <a:pt x="1" y="109"/>
                    <a:pt x="1" y="251"/>
                  </a:cubicBezTo>
                  <a:cubicBezTo>
                    <a:pt x="1" y="387"/>
                    <a:pt x="116" y="503"/>
                    <a:pt x="252" y="503"/>
                  </a:cubicBezTo>
                  <a:cubicBezTo>
                    <a:pt x="388" y="503"/>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9"/>
            <p:cNvSpPr/>
            <p:nvPr/>
          </p:nvSpPr>
          <p:spPr>
            <a:xfrm>
              <a:off x="2880675" y="5422500"/>
              <a:ext cx="12375" cy="12575"/>
            </a:xfrm>
            <a:custGeom>
              <a:avLst/>
              <a:gdLst/>
              <a:ahLst/>
              <a:cxnLst/>
              <a:rect l="l" t="t" r="r" b="b"/>
              <a:pathLst>
                <a:path w="495" h="503" extrusionOk="0">
                  <a:moveTo>
                    <a:pt x="243" y="0"/>
                  </a:moveTo>
                  <a:cubicBezTo>
                    <a:pt x="107" y="0"/>
                    <a:pt x="0" y="109"/>
                    <a:pt x="0" y="251"/>
                  </a:cubicBezTo>
                  <a:cubicBezTo>
                    <a:pt x="0" y="387"/>
                    <a:pt x="107" y="503"/>
                    <a:pt x="243" y="503"/>
                  </a:cubicBezTo>
                  <a:cubicBezTo>
                    <a:pt x="387" y="503"/>
                    <a:pt x="494" y="387"/>
                    <a:pt x="494" y="251"/>
                  </a:cubicBezTo>
                  <a:cubicBezTo>
                    <a:pt x="494" y="109"/>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9"/>
            <p:cNvSpPr/>
            <p:nvPr/>
          </p:nvSpPr>
          <p:spPr>
            <a:xfrm>
              <a:off x="2972425" y="5422500"/>
              <a:ext cx="12575" cy="12575"/>
            </a:xfrm>
            <a:custGeom>
              <a:avLst/>
              <a:gdLst/>
              <a:ahLst/>
              <a:cxnLst/>
              <a:rect l="l" t="t" r="r" b="b"/>
              <a:pathLst>
                <a:path w="503" h="503" extrusionOk="0">
                  <a:moveTo>
                    <a:pt x="251" y="0"/>
                  </a:moveTo>
                  <a:cubicBezTo>
                    <a:pt x="115" y="0"/>
                    <a:pt x="0" y="109"/>
                    <a:pt x="0" y="251"/>
                  </a:cubicBezTo>
                  <a:cubicBezTo>
                    <a:pt x="0" y="387"/>
                    <a:pt x="115" y="503"/>
                    <a:pt x="251" y="503"/>
                  </a:cubicBezTo>
                  <a:cubicBezTo>
                    <a:pt x="387" y="503"/>
                    <a:pt x="503" y="387"/>
                    <a:pt x="503" y="251"/>
                  </a:cubicBezTo>
                  <a:cubicBezTo>
                    <a:pt x="503"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9"/>
            <p:cNvSpPr/>
            <p:nvPr/>
          </p:nvSpPr>
          <p:spPr>
            <a:xfrm>
              <a:off x="3064375" y="5422500"/>
              <a:ext cx="12375" cy="12575"/>
            </a:xfrm>
            <a:custGeom>
              <a:avLst/>
              <a:gdLst/>
              <a:ahLst/>
              <a:cxnLst/>
              <a:rect l="l" t="t" r="r" b="b"/>
              <a:pathLst>
                <a:path w="495" h="503" extrusionOk="0">
                  <a:moveTo>
                    <a:pt x="243" y="0"/>
                  </a:moveTo>
                  <a:cubicBezTo>
                    <a:pt x="107" y="0"/>
                    <a:pt x="1" y="109"/>
                    <a:pt x="1" y="251"/>
                  </a:cubicBezTo>
                  <a:cubicBezTo>
                    <a:pt x="1" y="387"/>
                    <a:pt x="107" y="503"/>
                    <a:pt x="243" y="503"/>
                  </a:cubicBezTo>
                  <a:cubicBezTo>
                    <a:pt x="388" y="503"/>
                    <a:pt x="495" y="387"/>
                    <a:pt x="495" y="251"/>
                  </a:cubicBezTo>
                  <a:cubicBezTo>
                    <a:pt x="495" y="109"/>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9"/>
            <p:cNvSpPr/>
            <p:nvPr/>
          </p:nvSpPr>
          <p:spPr>
            <a:xfrm>
              <a:off x="3156125" y="5422500"/>
              <a:ext cx="12600" cy="12575"/>
            </a:xfrm>
            <a:custGeom>
              <a:avLst/>
              <a:gdLst/>
              <a:ahLst/>
              <a:cxnLst/>
              <a:rect l="l" t="t" r="r" b="b"/>
              <a:pathLst>
                <a:path w="504" h="503" extrusionOk="0">
                  <a:moveTo>
                    <a:pt x="252" y="0"/>
                  </a:moveTo>
                  <a:cubicBezTo>
                    <a:pt x="116" y="0"/>
                    <a:pt x="1" y="109"/>
                    <a:pt x="1" y="251"/>
                  </a:cubicBezTo>
                  <a:cubicBezTo>
                    <a:pt x="1" y="387"/>
                    <a:pt x="116" y="503"/>
                    <a:pt x="252" y="503"/>
                  </a:cubicBezTo>
                  <a:cubicBezTo>
                    <a:pt x="388" y="503"/>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9"/>
            <p:cNvSpPr/>
            <p:nvPr/>
          </p:nvSpPr>
          <p:spPr>
            <a:xfrm>
              <a:off x="3247875" y="5422500"/>
              <a:ext cx="12575" cy="12575"/>
            </a:xfrm>
            <a:custGeom>
              <a:avLst/>
              <a:gdLst/>
              <a:ahLst/>
              <a:cxnLst/>
              <a:rect l="l" t="t" r="r" b="b"/>
              <a:pathLst>
                <a:path w="503" h="503" extrusionOk="0">
                  <a:moveTo>
                    <a:pt x="252" y="0"/>
                  </a:moveTo>
                  <a:cubicBezTo>
                    <a:pt x="116" y="0"/>
                    <a:pt x="1" y="109"/>
                    <a:pt x="1" y="251"/>
                  </a:cubicBezTo>
                  <a:cubicBezTo>
                    <a:pt x="1" y="387"/>
                    <a:pt x="116" y="503"/>
                    <a:pt x="252" y="503"/>
                  </a:cubicBezTo>
                  <a:cubicBezTo>
                    <a:pt x="388" y="503"/>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9"/>
            <p:cNvSpPr/>
            <p:nvPr/>
          </p:nvSpPr>
          <p:spPr>
            <a:xfrm>
              <a:off x="3339850" y="5422500"/>
              <a:ext cx="12525" cy="12575"/>
            </a:xfrm>
            <a:custGeom>
              <a:avLst/>
              <a:gdLst/>
              <a:ahLst/>
              <a:cxnLst/>
              <a:rect l="l" t="t" r="r" b="b"/>
              <a:pathLst>
                <a:path w="501" h="503" extrusionOk="0">
                  <a:moveTo>
                    <a:pt x="251" y="0"/>
                  </a:moveTo>
                  <a:cubicBezTo>
                    <a:pt x="107" y="0"/>
                    <a:pt x="0" y="109"/>
                    <a:pt x="0" y="251"/>
                  </a:cubicBezTo>
                  <a:cubicBezTo>
                    <a:pt x="0" y="387"/>
                    <a:pt x="107" y="503"/>
                    <a:pt x="251" y="503"/>
                  </a:cubicBezTo>
                  <a:cubicBezTo>
                    <a:pt x="387" y="503"/>
                    <a:pt x="501" y="387"/>
                    <a:pt x="501" y="251"/>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9"/>
            <p:cNvSpPr/>
            <p:nvPr/>
          </p:nvSpPr>
          <p:spPr>
            <a:xfrm>
              <a:off x="3431575" y="5422500"/>
              <a:ext cx="12600" cy="12575"/>
            </a:xfrm>
            <a:custGeom>
              <a:avLst/>
              <a:gdLst/>
              <a:ahLst/>
              <a:cxnLst/>
              <a:rect l="l" t="t" r="r" b="b"/>
              <a:pathLst>
                <a:path w="504" h="503" extrusionOk="0">
                  <a:moveTo>
                    <a:pt x="252" y="0"/>
                  </a:moveTo>
                  <a:cubicBezTo>
                    <a:pt x="116" y="0"/>
                    <a:pt x="1" y="109"/>
                    <a:pt x="1" y="251"/>
                  </a:cubicBezTo>
                  <a:cubicBezTo>
                    <a:pt x="1" y="387"/>
                    <a:pt x="116" y="503"/>
                    <a:pt x="252" y="503"/>
                  </a:cubicBezTo>
                  <a:cubicBezTo>
                    <a:pt x="388" y="503"/>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9"/>
            <p:cNvSpPr/>
            <p:nvPr/>
          </p:nvSpPr>
          <p:spPr>
            <a:xfrm>
              <a:off x="3523550" y="5422500"/>
              <a:ext cx="12375" cy="12575"/>
            </a:xfrm>
            <a:custGeom>
              <a:avLst/>
              <a:gdLst/>
              <a:ahLst/>
              <a:cxnLst/>
              <a:rect l="l" t="t" r="r" b="b"/>
              <a:pathLst>
                <a:path w="495" h="503" extrusionOk="0">
                  <a:moveTo>
                    <a:pt x="250" y="0"/>
                  </a:moveTo>
                  <a:cubicBezTo>
                    <a:pt x="107" y="0"/>
                    <a:pt x="0" y="109"/>
                    <a:pt x="0" y="251"/>
                  </a:cubicBezTo>
                  <a:cubicBezTo>
                    <a:pt x="0" y="387"/>
                    <a:pt x="107" y="503"/>
                    <a:pt x="250" y="503"/>
                  </a:cubicBezTo>
                  <a:cubicBezTo>
                    <a:pt x="388" y="503"/>
                    <a:pt x="494" y="387"/>
                    <a:pt x="494" y="251"/>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9"/>
            <p:cNvSpPr/>
            <p:nvPr/>
          </p:nvSpPr>
          <p:spPr>
            <a:xfrm>
              <a:off x="635875" y="5336650"/>
              <a:ext cx="2940550" cy="1475"/>
            </a:xfrm>
            <a:custGeom>
              <a:avLst/>
              <a:gdLst/>
              <a:ahLst/>
              <a:cxnLst/>
              <a:rect l="l" t="t" r="r" b="b"/>
              <a:pathLst>
                <a:path w="117622" h="59" extrusionOk="0">
                  <a:moveTo>
                    <a:pt x="1" y="0"/>
                  </a:moveTo>
                  <a:lnTo>
                    <a:pt x="1" y="59"/>
                  </a:lnTo>
                  <a:lnTo>
                    <a:pt x="117622" y="59"/>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9"/>
            <p:cNvSpPr/>
            <p:nvPr/>
          </p:nvSpPr>
          <p:spPr>
            <a:xfrm>
              <a:off x="635875" y="5428425"/>
              <a:ext cx="2940550" cy="1450"/>
            </a:xfrm>
            <a:custGeom>
              <a:avLst/>
              <a:gdLst/>
              <a:ahLst/>
              <a:cxnLst/>
              <a:rect l="l" t="t" r="r" b="b"/>
              <a:pathLst>
                <a:path w="117622" h="58" extrusionOk="0">
                  <a:moveTo>
                    <a:pt x="1" y="1"/>
                  </a:moveTo>
                  <a:lnTo>
                    <a:pt x="1" y="57"/>
                  </a:lnTo>
                  <a:lnTo>
                    <a:pt x="117622" y="57"/>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9"/>
            <p:cNvSpPr/>
            <p:nvPr/>
          </p:nvSpPr>
          <p:spPr>
            <a:xfrm>
              <a:off x="635875" y="5244725"/>
              <a:ext cx="2940550" cy="1450"/>
            </a:xfrm>
            <a:custGeom>
              <a:avLst/>
              <a:gdLst/>
              <a:ahLst/>
              <a:cxnLst/>
              <a:rect l="l" t="t" r="r" b="b"/>
              <a:pathLst>
                <a:path w="117622" h="58"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9"/>
            <p:cNvSpPr/>
            <p:nvPr/>
          </p:nvSpPr>
          <p:spPr>
            <a:xfrm>
              <a:off x="635875" y="5152975"/>
              <a:ext cx="2940550" cy="1450"/>
            </a:xfrm>
            <a:custGeom>
              <a:avLst/>
              <a:gdLst/>
              <a:ahLst/>
              <a:cxnLst/>
              <a:rect l="l" t="t" r="r" b="b"/>
              <a:pathLst>
                <a:path w="117622" h="58"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9"/>
            <p:cNvSpPr/>
            <p:nvPr/>
          </p:nvSpPr>
          <p:spPr>
            <a:xfrm>
              <a:off x="635875" y="5061000"/>
              <a:ext cx="2940550" cy="1450"/>
            </a:xfrm>
            <a:custGeom>
              <a:avLst/>
              <a:gdLst/>
              <a:ahLst/>
              <a:cxnLst/>
              <a:rect l="l" t="t" r="r" b="b"/>
              <a:pathLst>
                <a:path w="117622" h="58" extrusionOk="0">
                  <a:moveTo>
                    <a:pt x="1" y="1"/>
                  </a:moveTo>
                  <a:lnTo>
                    <a:pt x="1" y="58"/>
                  </a:lnTo>
                  <a:lnTo>
                    <a:pt x="117622" y="58"/>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9"/>
            <p:cNvSpPr/>
            <p:nvPr/>
          </p:nvSpPr>
          <p:spPr>
            <a:xfrm>
              <a:off x="635875" y="4969250"/>
              <a:ext cx="2940550" cy="1450"/>
            </a:xfrm>
            <a:custGeom>
              <a:avLst/>
              <a:gdLst/>
              <a:ahLst/>
              <a:cxnLst/>
              <a:rect l="l" t="t" r="r" b="b"/>
              <a:pathLst>
                <a:path w="117622" h="58" extrusionOk="0">
                  <a:moveTo>
                    <a:pt x="1" y="1"/>
                  </a:moveTo>
                  <a:lnTo>
                    <a:pt x="1" y="58"/>
                  </a:lnTo>
                  <a:lnTo>
                    <a:pt x="117622" y="58"/>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9"/>
            <p:cNvSpPr/>
            <p:nvPr/>
          </p:nvSpPr>
          <p:spPr>
            <a:xfrm>
              <a:off x="635875" y="4877300"/>
              <a:ext cx="2940550" cy="1650"/>
            </a:xfrm>
            <a:custGeom>
              <a:avLst/>
              <a:gdLst/>
              <a:ahLst/>
              <a:cxnLst/>
              <a:rect l="l" t="t" r="r" b="b"/>
              <a:pathLst>
                <a:path w="117622" h="66" extrusionOk="0">
                  <a:moveTo>
                    <a:pt x="1" y="0"/>
                  </a:moveTo>
                  <a:lnTo>
                    <a:pt x="1" y="66"/>
                  </a:lnTo>
                  <a:lnTo>
                    <a:pt x="117622" y="66"/>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9"/>
            <p:cNvSpPr/>
            <p:nvPr/>
          </p:nvSpPr>
          <p:spPr>
            <a:xfrm>
              <a:off x="635875" y="4785550"/>
              <a:ext cx="2940550" cy="1450"/>
            </a:xfrm>
            <a:custGeom>
              <a:avLst/>
              <a:gdLst/>
              <a:ahLst/>
              <a:cxnLst/>
              <a:rect l="l" t="t" r="r" b="b"/>
              <a:pathLst>
                <a:path w="117622" h="58"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9"/>
            <p:cNvSpPr/>
            <p:nvPr/>
          </p:nvSpPr>
          <p:spPr>
            <a:xfrm>
              <a:off x="635875" y="4693575"/>
              <a:ext cx="2940550" cy="1675"/>
            </a:xfrm>
            <a:custGeom>
              <a:avLst/>
              <a:gdLst/>
              <a:ahLst/>
              <a:cxnLst/>
              <a:rect l="l" t="t" r="r" b="b"/>
              <a:pathLst>
                <a:path w="117622" h="67" extrusionOk="0">
                  <a:moveTo>
                    <a:pt x="1" y="1"/>
                  </a:moveTo>
                  <a:lnTo>
                    <a:pt x="1" y="66"/>
                  </a:lnTo>
                  <a:lnTo>
                    <a:pt x="117622" y="66"/>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9"/>
            <p:cNvSpPr/>
            <p:nvPr/>
          </p:nvSpPr>
          <p:spPr>
            <a:xfrm>
              <a:off x="635875" y="4601850"/>
              <a:ext cx="2940550" cy="1425"/>
            </a:xfrm>
            <a:custGeom>
              <a:avLst/>
              <a:gdLst/>
              <a:ahLst/>
              <a:cxnLst/>
              <a:rect l="l" t="t" r="r" b="b"/>
              <a:pathLst>
                <a:path w="117622" h="57"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9"/>
            <p:cNvSpPr/>
            <p:nvPr/>
          </p:nvSpPr>
          <p:spPr>
            <a:xfrm>
              <a:off x="635875" y="4510100"/>
              <a:ext cx="2940550" cy="1425"/>
            </a:xfrm>
            <a:custGeom>
              <a:avLst/>
              <a:gdLst/>
              <a:ahLst/>
              <a:cxnLst/>
              <a:rect l="l" t="t" r="r" b="b"/>
              <a:pathLst>
                <a:path w="117622" h="57"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9"/>
            <p:cNvSpPr/>
            <p:nvPr/>
          </p:nvSpPr>
          <p:spPr>
            <a:xfrm>
              <a:off x="635875" y="4418125"/>
              <a:ext cx="2940550" cy="1500"/>
            </a:xfrm>
            <a:custGeom>
              <a:avLst/>
              <a:gdLst/>
              <a:ahLst/>
              <a:cxnLst/>
              <a:rect l="l" t="t" r="r" b="b"/>
              <a:pathLst>
                <a:path w="117622" h="60" extrusionOk="0">
                  <a:moveTo>
                    <a:pt x="1" y="1"/>
                  </a:moveTo>
                  <a:lnTo>
                    <a:pt x="1" y="59"/>
                  </a:lnTo>
                  <a:lnTo>
                    <a:pt x="117622" y="59"/>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9"/>
            <p:cNvSpPr/>
            <p:nvPr/>
          </p:nvSpPr>
          <p:spPr>
            <a:xfrm>
              <a:off x="635875" y="4326375"/>
              <a:ext cx="2940550" cy="1450"/>
            </a:xfrm>
            <a:custGeom>
              <a:avLst/>
              <a:gdLst/>
              <a:ahLst/>
              <a:cxnLst/>
              <a:rect l="l" t="t" r="r" b="b"/>
              <a:pathLst>
                <a:path w="117622" h="58" extrusionOk="0">
                  <a:moveTo>
                    <a:pt x="1" y="1"/>
                  </a:moveTo>
                  <a:lnTo>
                    <a:pt x="1" y="57"/>
                  </a:lnTo>
                  <a:lnTo>
                    <a:pt x="117622" y="57"/>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9"/>
            <p:cNvSpPr/>
            <p:nvPr/>
          </p:nvSpPr>
          <p:spPr>
            <a:xfrm>
              <a:off x="635875" y="4234425"/>
              <a:ext cx="2940550" cy="1475"/>
            </a:xfrm>
            <a:custGeom>
              <a:avLst/>
              <a:gdLst/>
              <a:ahLst/>
              <a:cxnLst/>
              <a:rect l="l" t="t" r="r" b="b"/>
              <a:pathLst>
                <a:path w="117622" h="59" extrusionOk="0">
                  <a:moveTo>
                    <a:pt x="1" y="0"/>
                  </a:moveTo>
                  <a:lnTo>
                    <a:pt x="1" y="59"/>
                  </a:lnTo>
                  <a:lnTo>
                    <a:pt x="117622" y="59"/>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9"/>
            <p:cNvSpPr/>
            <p:nvPr/>
          </p:nvSpPr>
          <p:spPr>
            <a:xfrm>
              <a:off x="635875" y="4142675"/>
              <a:ext cx="2940550" cy="1425"/>
            </a:xfrm>
            <a:custGeom>
              <a:avLst/>
              <a:gdLst/>
              <a:ahLst/>
              <a:cxnLst/>
              <a:rect l="l" t="t" r="r" b="b"/>
              <a:pathLst>
                <a:path w="117622" h="57"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9"/>
            <p:cNvSpPr/>
            <p:nvPr/>
          </p:nvSpPr>
          <p:spPr>
            <a:xfrm>
              <a:off x="635875" y="4050750"/>
              <a:ext cx="2940550" cy="1625"/>
            </a:xfrm>
            <a:custGeom>
              <a:avLst/>
              <a:gdLst/>
              <a:ahLst/>
              <a:cxnLst/>
              <a:rect l="l" t="t" r="r" b="b"/>
              <a:pathLst>
                <a:path w="117622" h="65" extrusionOk="0">
                  <a:moveTo>
                    <a:pt x="1" y="0"/>
                  </a:moveTo>
                  <a:lnTo>
                    <a:pt x="1" y="64"/>
                  </a:lnTo>
                  <a:lnTo>
                    <a:pt x="117622" y="64"/>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9"/>
            <p:cNvSpPr/>
            <p:nvPr/>
          </p:nvSpPr>
          <p:spPr>
            <a:xfrm>
              <a:off x="635875" y="3958950"/>
              <a:ext cx="2940550" cy="1500"/>
            </a:xfrm>
            <a:custGeom>
              <a:avLst/>
              <a:gdLst/>
              <a:ahLst/>
              <a:cxnLst/>
              <a:rect l="l" t="t" r="r" b="b"/>
              <a:pathLst>
                <a:path w="117622" h="60" extrusionOk="0">
                  <a:moveTo>
                    <a:pt x="1" y="1"/>
                  </a:moveTo>
                  <a:lnTo>
                    <a:pt x="1" y="59"/>
                  </a:lnTo>
                  <a:lnTo>
                    <a:pt x="117622" y="59"/>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9"/>
            <p:cNvSpPr/>
            <p:nvPr/>
          </p:nvSpPr>
          <p:spPr>
            <a:xfrm>
              <a:off x="635875" y="3867025"/>
              <a:ext cx="2940550" cy="1625"/>
            </a:xfrm>
            <a:custGeom>
              <a:avLst/>
              <a:gdLst/>
              <a:ahLst/>
              <a:cxnLst/>
              <a:rect l="l" t="t" r="r" b="b"/>
              <a:pathLst>
                <a:path w="117622" h="65" extrusionOk="0">
                  <a:moveTo>
                    <a:pt x="1" y="1"/>
                  </a:moveTo>
                  <a:lnTo>
                    <a:pt x="1" y="65"/>
                  </a:lnTo>
                  <a:lnTo>
                    <a:pt x="117622" y="65"/>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9"/>
            <p:cNvSpPr/>
            <p:nvPr/>
          </p:nvSpPr>
          <p:spPr>
            <a:xfrm>
              <a:off x="635875" y="3775250"/>
              <a:ext cx="2940550" cy="1475"/>
            </a:xfrm>
            <a:custGeom>
              <a:avLst/>
              <a:gdLst/>
              <a:ahLst/>
              <a:cxnLst/>
              <a:rect l="l" t="t" r="r" b="b"/>
              <a:pathLst>
                <a:path w="117622" h="59" extrusionOk="0">
                  <a:moveTo>
                    <a:pt x="1" y="0"/>
                  </a:moveTo>
                  <a:lnTo>
                    <a:pt x="1" y="59"/>
                  </a:lnTo>
                  <a:lnTo>
                    <a:pt x="117622" y="59"/>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9"/>
            <p:cNvSpPr/>
            <p:nvPr/>
          </p:nvSpPr>
          <p:spPr>
            <a:xfrm>
              <a:off x="635875" y="3683500"/>
              <a:ext cx="2940550" cy="1450"/>
            </a:xfrm>
            <a:custGeom>
              <a:avLst/>
              <a:gdLst/>
              <a:ahLst/>
              <a:cxnLst/>
              <a:rect l="l" t="t" r="r" b="b"/>
              <a:pathLst>
                <a:path w="117622" h="58"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9"/>
            <p:cNvSpPr/>
            <p:nvPr/>
          </p:nvSpPr>
          <p:spPr>
            <a:xfrm>
              <a:off x="635875" y="3591575"/>
              <a:ext cx="2940550" cy="1450"/>
            </a:xfrm>
            <a:custGeom>
              <a:avLst/>
              <a:gdLst/>
              <a:ahLst/>
              <a:cxnLst/>
              <a:rect l="l" t="t" r="r" b="b"/>
              <a:pathLst>
                <a:path w="117622" h="58" extrusionOk="0">
                  <a:moveTo>
                    <a:pt x="1" y="1"/>
                  </a:moveTo>
                  <a:lnTo>
                    <a:pt x="1" y="57"/>
                  </a:lnTo>
                  <a:lnTo>
                    <a:pt x="117622" y="57"/>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9"/>
            <p:cNvSpPr/>
            <p:nvPr/>
          </p:nvSpPr>
          <p:spPr>
            <a:xfrm>
              <a:off x="635875" y="3499800"/>
              <a:ext cx="2940550" cy="1475"/>
            </a:xfrm>
            <a:custGeom>
              <a:avLst/>
              <a:gdLst/>
              <a:ahLst/>
              <a:cxnLst/>
              <a:rect l="l" t="t" r="r" b="b"/>
              <a:pathLst>
                <a:path w="117622" h="59" extrusionOk="0">
                  <a:moveTo>
                    <a:pt x="1" y="0"/>
                  </a:moveTo>
                  <a:lnTo>
                    <a:pt x="1" y="59"/>
                  </a:lnTo>
                  <a:lnTo>
                    <a:pt x="117622" y="59"/>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9"/>
            <p:cNvSpPr/>
            <p:nvPr/>
          </p:nvSpPr>
          <p:spPr>
            <a:xfrm>
              <a:off x="635875" y="3407875"/>
              <a:ext cx="2940550" cy="1425"/>
            </a:xfrm>
            <a:custGeom>
              <a:avLst/>
              <a:gdLst/>
              <a:ahLst/>
              <a:cxnLst/>
              <a:rect l="l" t="t" r="r" b="b"/>
              <a:pathLst>
                <a:path w="117622" h="57"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9"/>
            <p:cNvSpPr/>
            <p:nvPr/>
          </p:nvSpPr>
          <p:spPr>
            <a:xfrm>
              <a:off x="635875" y="3316075"/>
              <a:ext cx="2940550" cy="1500"/>
            </a:xfrm>
            <a:custGeom>
              <a:avLst/>
              <a:gdLst/>
              <a:ahLst/>
              <a:cxnLst/>
              <a:rect l="l" t="t" r="r" b="b"/>
              <a:pathLst>
                <a:path w="117622" h="60" extrusionOk="0">
                  <a:moveTo>
                    <a:pt x="1" y="1"/>
                  </a:moveTo>
                  <a:lnTo>
                    <a:pt x="1" y="59"/>
                  </a:lnTo>
                  <a:lnTo>
                    <a:pt x="117622" y="59"/>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9"/>
            <p:cNvSpPr/>
            <p:nvPr/>
          </p:nvSpPr>
          <p:spPr>
            <a:xfrm>
              <a:off x="635875" y="3224150"/>
              <a:ext cx="2940550" cy="1625"/>
            </a:xfrm>
            <a:custGeom>
              <a:avLst/>
              <a:gdLst/>
              <a:ahLst/>
              <a:cxnLst/>
              <a:rect l="l" t="t" r="r" b="b"/>
              <a:pathLst>
                <a:path w="117622" h="65" extrusionOk="0">
                  <a:moveTo>
                    <a:pt x="1" y="1"/>
                  </a:moveTo>
                  <a:lnTo>
                    <a:pt x="1" y="64"/>
                  </a:lnTo>
                  <a:lnTo>
                    <a:pt x="117622" y="64"/>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9"/>
            <p:cNvSpPr/>
            <p:nvPr/>
          </p:nvSpPr>
          <p:spPr>
            <a:xfrm>
              <a:off x="635875" y="3132400"/>
              <a:ext cx="2940550" cy="1450"/>
            </a:xfrm>
            <a:custGeom>
              <a:avLst/>
              <a:gdLst/>
              <a:ahLst/>
              <a:cxnLst/>
              <a:rect l="l" t="t" r="r" b="b"/>
              <a:pathLst>
                <a:path w="117622" h="58" extrusionOk="0">
                  <a:moveTo>
                    <a:pt x="1" y="1"/>
                  </a:moveTo>
                  <a:lnTo>
                    <a:pt x="1" y="58"/>
                  </a:lnTo>
                  <a:lnTo>
                    <a:pt x="117622" y="58"/>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9"/>
            <p:cNvSpPr/>
            <p:nvPr/>
          </p:nvSpPr>
          <p:spPr>
            <a:xfrm>
              <a:off x="635875" y="3040450"/>
              <a:ext cx="2940550" cy="1650"/>
            </a:xfrm>
            <a:custGeom>
              <a:avLst/>
              <a:gdLst/>
              <a:ahLst/>
              <a:cxnLst/>
              <a:rect l="l" t="t" r="r" b="b"/>
              <a:pathLst>
                <a:path w="117622" h="66" extrusionOk="0">
                  <a:moveTo>
                    <a:pt x="1" y="0"/>
                  </a:moveTo>
                  <a:lnTo>
                    <a:pt x="1" y="66"/>
                  </a:lnTo>
                  <a:lnTo>
                    <a:pt x="117622" y="66"/>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9"/>
            <p:cNvSpPr/>
            <p:nvPr/>
          </p:nvSpPr>
          <p:spPr>
            <a:xfrm>
              <a:off x="635875" y="2948700"/>
              <a:ext cx="2940550" cy="1450"/>
            </a:xfrm>
            <a:custGeom>
              <a:avLst/>
              <a:gdLst/>
              <a:ahLst/>
              <a:cxnLst/>
              <a:rect l="l" t="t" r="r" b="b"/>
              <a:pathLst>
                <a:path w="117622" h="58"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9"/>
            <p:cNvSpPr/>
            <p:nvPr/>
          </p:nvSpPr>
          <p:spPr>
            <a:xfrm>
              <a:off x="635875" y="2856900"/>
              <a:ext cx="2940550" cy="1500"/>
            </a:xfrm>
            <a:custGeom>
              <a:avLst/>
              <a:gdLst/>
              <a:ahLst/>
              <a:cxnLst/>
              <a:rect l="l" t="t" r="r" b="b"/>
              <a:pathLst>
                <a:path w="117622" h="60" extrusionOk="0">
                  <a:moveTo>
                    <a:pt x="1" y="1"/>
                  </a:moveTo>
                  <a:lnTo>
                    <a:pt x="1" y="59"/>
                  </a:lnTo>
                  <a:lnTo>
                    <a:pt x="117622" y="59"/>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9"/>
            <p:cNvSpPr/>
            <p:nvPr/>
          </p:nvSpPr>
          <p:spPr>
            <a:xfrm>
              <a:off x="635875" y="2764975"/>
              <a:ext cx="2940550" cy="1450"/>
            </a:xfrm>
            <a:custGeom>
              <a:avLst/>
              <a:gdLst/>
              <a:ahLst/>
              <a:cxnLst/>
              <a:rect l="l" t="t" r="r" b="b"/>
              <a:pathLst>
                <a:path w="117622" h="58" extrusionOk="0">
                  <a:moveTo>
                    <a:pt x="1" y="1"/>
                  </a:moveTo>
                  <a:lnTo>
                    <a:pt x="1" y="58"/>
                  </a:lnTo>
                  <a:lnTo>
                    <a:pt x="117622" y="58"/>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9"/>
            <p:cNvSpPr/>
            <p:nvPr/>
          </p:nvSpPr>
          <p:spPr>
            <a:xfrm>
              <a:off x="635875" y="2673250"/>
              <a:ext cx="2940550" cy="1425"/>
            </a:xfrm>
            <a:custGeom>
              <a:avLst/>
              <a:gdLst/>
              <a:ahLst/>
              <a:cxnLst/>
              <a:rect l="l" t="t" r="r" b="b"/>
              <a:pathLst>
                <a:path w="117622" h="57"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9"/>
            <p:cNvSpPr/>
            <p:nvPr/>
          </p:nvSpPr>
          <p:spPr>
            <a:xfrm>
              <a:off x="635875" y="2581275"/>
              <a:ext cx="2940550" cy="1450"/>
            </a:xfrm>
            <a:custGeom>
              <a:avLst/>
              <a:gdLst/>
              <a:ahLst/>
              <a:cxnLst/>
              <a:rect l="l" t="t" r="r" b="b"/>
              <a:pathLst>
                <a:path w="117622" h="58" extrusionOk="0">
                  <a:moveTo>
                    <a:pt x="1" y="1"/>
                  </a:moveTo>
                  <a:lnTo>
                    <a:pt x="1" y="57"/>
                  </a:lnTo>
                  <a:lnTo>
                    <a:pt x="117622" y="57"/>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9"/>
            <p:cNvSpPr/>
            <p:nvPr/>
          </p:nvSpPr>
          <p:spPr>
            <a:xfrm>
              <a:off x="635875" y="2489525"/>
              <a:ext cx="2940550" cy="1450"/>
            </a:xfrm>
            <a:custGeom>
              <a:avLst/>
              <a:gdLst/>
              <a:ahLst/>
              <a:cxnLst/>
              <a:rect l="l" t="t" r="r" b="b"/>
              <a:pathLst>
                <a:path w="117622" h="58" extrusionOk="0">
                  <a:moveTo>
                    <a:pt x="1" y="1"/>
                  </a:moveTo>
                  <a:lnTo>
                    <a:pt x="1" y="57"/>
                  </a:lnTo>
                  <a:lnTo>
                    <a:pt x="117622" y="57"/>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9"/>
            <p:cNvSpPr/>
            <p:nvPr/>
          </p:nvSpPr>
          <p:spPr>
            <a:xfrm>
              <a:off x="635875" y="2397575"/>
              <a:ext cx="2940550" cy="1650"/>
            </a:xfrm>
            <a:custGeom>
              <a:avLst/>
              <a:gdLst/>
              <a:ahLst/>
              <a:cxnLst/>
              <a:rect l="l" t="t" r="r" b="b"/>
              <a:pathLst>
                <a:path w="117622" h="66" extrusionOk="0">
                  <a:moveTo>
                    <a:pt x="1" y="0"/>
                  </a:moveTo>
                  <a:lnTo>
                    <a:pt x="1" y="65"/>
                  </a:lnTo>
                  <a:lnTo>
                    <a:pt x="117622" y="65"/>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9"/>
            <p:cNvSpPr/>
            <p:nvPr/>
          </p:nvSpPr>
          <p:spPr>
            <a:xfrm>
              <a:off x="635875" y="2305825"/>
              <a:ext cx="2940550" cy="1425"/>
            </a:xfrm>
            <a:custGeom>
              <a:avLst/>
              <a:gdLst/>
              <a:ahLst/>
              <a:cxnLst/>
              <a:rect l="l" t="t" r="r" b="b"/>
              <a:pathLst>
                <a:path w="117622" h="57"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9"/>
            <p:cNvSpPr/>
            <p:nvPr/>
          </p:nvSpPr>
          <p:spPr>
            <a:xfrm>
              <a:off x="635875" y="2213850"/>
              <a:ext cx="2940550" cy="1675"/>
            </a:xfrm>
            <a:custGeom>
              <a:avLst/>
              <a:gdLst/>
              <a:ahLst/>
              <a:cxnLst/>
              <a:rect l="l" t="t" r="r" b="b"/>
              <a:pathLst>
                <a:path w="117622" h="67" extrusionOk="0">
                  <a:moveTo>
                    <a:pt x="1" y="1"/>
                  </a:moveTo>
                  <a:lnTo>
                    <a:pt x="1" y="66"/>
                  </a:lnTo>
                  <a:lnTo>
                    <a:pt x="117622" y="66"/>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9"/>
            <p:cNvSpPr/>
            <p:nvPr/>
          </p:nvSpPr>
          <p:spPr>
            <a:xfrm>
              <a:off x="635875" y="2122100"/>
              <a:ext cx="2940550" cy="1450"/>
            </a:xfrm>
            <a:custGeom>
              <a:avLst/>
              <a:gdLst/>
              <a:ahLst/>
              <a:cxnLst/>
              <a:rect l="l" t="t" r="r" b="b"/>
              <a:pathLst>
                <a:path w="117622" h="58" extrusionOk="0">
                  <a:moveTo>
                    <a:pt x="1" y="1"/>
                  </a:moveTo>
                  <a:lnTo>
                    <a:pt x="1" y="58"/>
                  </a:lnTo>
                  <a:lnTo>
                    <a:pt x="117622" y="58"/>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9"/>
            <p:cNvSpPr/>
            <p:nvPr/>
          </p:nvSpPr>
          <p:spPr>
            <a:xfrm>
              <a:off x="635875" y="2030350"/>
              <a:ext cx="2940550" cy="1450"/>
            </a:xfrm>
            <a:custGeom>
              <a:avLst/>
              <a:gdLst/>
              <a:ahLst/>
              <a:cxnLst/>
              <a:rect l="l" t="t" r="r" b="b"/>
              <a:pathLst>
                <a:path w="117622" h="58" extrusionOk="0">
                  <a:moveTo>
                    <a:pt x="1" y="1"/>
                  </a:moveTo>
                  <a:lnTo>
                    <a:pt x="1" y="58"/>
                  </a:lnTo>
                  <a:lnTo>
                    <a:pt x="117622" y="58"/>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9"/>
            <p:cNvSpPr/>
            <p:nvPr/>
          </p:nvSpPr>
          <p:spPr>
            <a:xfrm>
              <a:off x="635875" y="1938400"/>
              <a:ext cx="2940550" cy="1475"/>
            </a:xfrm>
            <a:custGeom>
              <a:avLst/>
              <a:gdLst/>
              <a:ahLst/>
              <a:cxnLst/>
              <a:rect l="l" t="t" r="r" b="b"/>
              <a:pathLst>
                <a:path w="117622" h="59" extrusionOk="0">
                  <a:moveTo>
                    <a:pt x="1" y="0"/>
                  </a:moveTo>
                  <a:lnTo>
                    <a:pt x="1" y="59"/>
                  </a:lnTo>
                  <a:lnTo>
                    <a:pt x="117622" y="59"/>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9"/>
            <p:cNvSpPr/>
            <p:nvPr/>
          </p:nvSpPr>
          <p:spPr>
            <a:xfrm>
              <a:off x="635875" y="1846650"/>
              <a:ext cx="2940550" cy="1450"/>
            </a:xfrm>
            <a:custGeom>
              <a:avLst/>
              <a:gdLst/>
              <a:ahLst/>
              <a:cxnLst/>
              <a:rect l="l" t="t" r="r" b="b"/>
              <a:pathLst>
                <a:path w="117622" h="58"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9"/>
            <p:cNvSpPr/>
            <p:nvPr/>
          </p:nvSpPr>
          <p:spPr>
            <a:xfrm>
              <a:off x="635875" y="1754675"/>
              <a:ext cx="2940550" cy="1500"/>
            </a:xfrm>
            <a:custGeom>
              <a:avLst/>
              <a:gdLst/>
              <a:ahLst/>
              <a:cxnLst/>
              <a:rect l="l" t="t" r="r" b="b"/>
              <a:pathLst>
                <a:path w="117622" h="60" extrusionOk="0">
                  <a:moveTo>
                    <a:pt x="1" y="1"/>
                  </a:moveTo>
                  <a:lnTo>
                    <a:pt x="1" y="59"/>
                  </a:lnTo>
                  <a:lnTo>
                    <a:pt x="117622" y="59"/>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9"/>
            <p:cNvSpPr/>
            <p:nvPr/>
          </p:nvSpPr>
          <p:spPr>
            <a:xfrm>
              <a:off x="635875" y="1662925"/>
              <a:ext cx="2940550" cy="1450"/>
            </a:xfrm>
            <a:custGeom>
              <a:avLst/>
              <a:gdLst/>
              <a:ahLst/>
              <a:cxnLst/>
              <a:rect l="l" t="t" r="r" b="b"/>
              <a:pathLst>
                <a:path w="117622" h="58" extrusionOk="0">
                  <a:moveTo>
                    <a:pt x="1" y="1"/>
                  </a:moveTo>
                  <a:lnTo>
                    <a:pt x="1" y="58"/>
                  </a:lnTo>
                  <a:lnTo>
                    <a:pt x="117622" y="58"/>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9"/>
            <p:cNvSpPr/>
            <p:nvPr/>
          </p:nvSpPr>
          <p:spPr>
            <a:xfrm>
              <a:off x="635875" y="1571025"/>
              <a:ext cx="2940550" cy="1600"/>
            </a:xfrm>
            <a:custGeom>
              <a:avLst/>
              <a:gdLst/>
              <a:ahLst/>
              <a:cxnLst/>
              <a:rect l="l" t="t" r="r" b="b"/>
              <a:pathLst>
                <a:path w="117622" h="64" extrusionOk="0">
                  <a:moveTo>
                    <a:pt x="1" y="0"/>
                  </a:moveTo>
                  <a:lnTo>
                    <a:pt x="1" y="64"/>
                  </a:lnTo>
                  <a:lnTo>
                    <a:pt x="117622" y="64"/>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9"/>
            <p:cNvSpPr/>
            <p:nvPr/>
          </p:nvSpPr>
          <p:spPr>
            <a:xfrm>
              <a:off x="635875" y="1479225"/>
              <a:ext cx="2940550" cy="1500"/>
            </a:xfrm>
            <a:custGeom>
              <a:avLst/>
              <a:gdLst/>
              <a:ahLst/>
              <a:cxnLst/>
              <a:rect l="l" t="t" r="r" b="b"/>
              <a:pathLst>
                <a:path w="117622" h="60" extrusionOk="0">
                  <a:moveTo>
                    <a:pt x="1" y="1"/>
                  </a:moveTo>
                  <a:lnTo>
                    <a:pt x="1" y="59"/>
                  </a:lnTo>
                  <a:lnTo>
                    <a:pt x="117622" y="59"/>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9"/>
            <p:cNvSpPr/>
            <p:nvPr/>
          </p:nvSpPr>
          <p:spPr>
            <a:xfrm>
              <a:off x="635875" y="1387475"/>
              <a:ext cx="2940550" cy="1450"/>
            </a:xfrm>
            <a:custGeom>
              <a:avLst/>
              <a:gdLst/>
              <a:ahLst/>
              <a:cxnLst/>
              <a:rect l="l" t="t" r="r" b="b"/>
              <a:pathLst>
                <a:path w="117622" h="58" extrusionOk="0">
                  <a:moveTo>
                    <a:pt x="1" y="1"/>
                  </a:moveTo>
                  <a:lnTo>
                    <a:pt x="1" y="57"/>
                  </a:lnTo>
                  <a:lnTo>
                    <a:pt x="117622" y="57"/>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9"/>
            <p:cNvSpPr/>
            <p:nvPr/>
          </p:nvSpPr>
          <p:spPr>
            <a:xfrm>
              <a:off x="635875" y="1295525"/>
              <a:ext cx="2940550" cy="1475"/>
            </a:xfrm>
            <a:custGeom>
              <a:avLst/>
              <a:gdLst/>
              <a:ahLst/>
              <a:cxnLst/>
              <a:rect l="l" t="t" r="r" b="b"/>
              <a:pathLst>
                <a:path w="117622" h="59" extrusionOk="0">
                  <a:moveTo>
                    <a:pt x="1" y="0"/>
                  </a:moveTo>
                  <a:lnTo>
                    <a:pt x="1" y="59"/>
                  </a:lnTo>
                  <a:lnTo>
                    <a:pt x="117622" y="59"/>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9"/>
            <p:cNvSpPr/>
            <p:nvPr/>
          </p:nvSpPr>
          <p:spPr>
            <a:xfrm>
              <a:off x="635875" y="1203775"/>
              <a:ext cx="2940550" cy="1425"/>
            </a:xfrm>
            <a:custGeom>
              <a:avLst/>
              <a:gdLst/>
              <a:ahLst/>
              <a:cxnLst/>
              <a:rect l="l" t="t" r="r" b="b"/>
              <a:pathLst>
                <a:path w="117622" h="57"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9"/>
            <p:cNvSpPr/>
            <p:nvPr/>
          </p:nvSpPr>
          <p:spPr>
            <a:xfrm>
              <a:off x="635875" y="1111850"/>
              <a:ext cx="2940550" cy="1450"/>
            </a:xfrm>
            <a:custGeom>
              <a:avLst/>
              <a:gdLst/>
              <a:ahLst/>
              <a:cxnLst/>
              <a:rect l="l" t="t" r="r" b="b"/>
              <a:pathLst>
                <a:path w="117622" h="58"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9"/>
            <p:cNvSpPr/>
            <p:nvPr/>
          </p:nvSpPr>
          <p:spPr>
            <a:xfrm>
              <a:off x="773700" y="1065050"/>
              <a:ext cx="1475" cy="4410900"/>
            </a:xfrm>
            <a:custGeom>
              <a:avLst/>
              <a:gdLst/>
              <a:ahLst/>
              <a:cxnLst/>
              <a:rect l="l" t="t" r="r" b="b"/>
              <a:pathLst>
                <a:path w="59" h="176436" extrusionOk="0">
                  <a:moveTo>
                    <a:pt x="0" y="0"/>
                  </a:moveTo>
                  <a:lnTo>
                    <a:pt x="0" y="176435"/>
                  </a:lnTo>
                  <a:lnTo>
                    <a:pt x="59" y="176435"/>
                  </a:lnTo>
                  <a:lnTo>
                    <a:pt x="59"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9"/>
            <p:cNvSpPr/>
            <p:nvPr/>
          </p:nvSpPr>
          <p:spPr>
            <a:xfrm>
              <a:off x="681950" y="1065050"/>
              <a:ext cx="1450" cy="4410900"/>
            </a:xfrm>
            <a:custGeom>
              <a:avLst/>
              <a:gdLst/>
              <a:ahLst/>
              <a:cxnLst/>
              <a:rect l="l" t="t" r="r" b="b"/>
              <a:pathLst>
                <a:path w="58" h="176436" extrusionOk="0">
                  <a:moveTo>
                    <a:pt x="1" y="0"/>
                  </a:moveTo>
                  <a:lnTo>
                    <a:pt x="1"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9"/>
            <p:cNvSpPr/>
            <p:nvPr/>
          </p:nvSpPr>
          <p:spPr>
            <a:xfrm>
              <a:off x="865650" y="1065050"/>
              <a:ext cx="1450" cy="4410900"/>
            </a:xfrm>
            <a:custGeom>
              <a:avLst/>
              <a:gdLst/>
              <a:ahLst/>
              <a:cxnLst/>
              <a:rect l="l" t="t" r="r" b="b"/>
              <a:pathLst>
                <a:path w="58" h="176436" extrusionOk="0">
                  <a:moveTo>
                    <a:pt x="1" y="0"/>
                  </a:moveTo>
                  <a:lnTo>
                    <a:pt x="1" y="176435"/>
                  </a:lnTo>
                  <a:lnTo>
                    <a:pt x="58" y="176435"/>
                  </a:lnTo>
                  <a:lnTo>
                    <a:pt x="58"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9"/>
            <p:cNvSpPr/>
            <p:nvPr/>
          </p:nvSpPr>
          <p:spPr>
            <a:xfrm>
              <a:off x="957400" y="1065050"/>
              <a:ext cx="1500" cy="4410900"/>
            </a:xfrm>
            <a:custGeom>
              <a:avLst/>
              <a:gdLst/>
              <a:ahLst/>
              <a:cxnLst/>
              <a:rect l="l" t="t" r="r" b="b"/>
              <a:pathLst>
                <a:path w="60" h="176436" extrusionOk="0">
                  <a:moveTo>
                    <a:pt x="1" y="0"/>
                  </a:moveTo>
                  <a:lnTo>
                    <a:pt x="1" y="176435"/>
                  </a:lnTo>
                  <a:lnTo>
                    <a:pt x="59" y="176435"/>
                  </a:lnTo>
                  <a:lnTo>
                    <a:pt x="59"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9"/>
            <p:cNvSpPr/>
            <p:nvPr/>
          </p:nvSpPr>
          <p:spPr>
            <a:xfrm>
              <a:off x="1049375" y="1065050"/>
              <a:ext cx="1450" cy="4410900"/>
            </a:xfrm>
            <a:custGeom>
              <a:avLst/>
              <a:gdLst/>
              <a:ahLst/>
              <a:cxnLst/>
              <a:rect l="l" t="t" r="r" b="b"/>
              <a:pathLst>
                <a:path w="58" h="176436" extrusionOk="0">
                  <a:moveTo>
                    <a:pt x="0" y="0"/>
                  </a:moveTo>
                  <a:lnTo>
                    <a:pt x="0"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9"/>
            <p:cNvSpPr/>
            <p:nvPr/>
          </p:nvSpPr>
          <p:spPr>
            <a:xfrm>
              <a:off x="1141125" y="1065050"/>
              <a:ext cx="1450" cy="4410900"/>
            </a:xfrm>
            <a:custGeom>
              <a:avLst/>
              <a:gdLst/>
              <a:ahLst/>
              <a:cxnLst/>
              <a:rect l="l" t="t" r="r" b="b"/>
              <a:pathLst>
                <a:path w="58" h="176436" extrusionOk="0">
                  <a:moveTo>
                    <a:pt x="0" y="0"/>
                  </a:moveTo>
                  <a:lnTo>
                    <a:pt x="0"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9"/>
            <p:cNvSpPr/>
            <p:nvPr/>
          </p:nvSpPr>
          <p:spPr>
            <a:xfrm>
              <a:off x="1232875" y="1065050"/>
              <a:ext cx="1650" cy="4410900"/>
            </a:xfrm>
            <a:custGeom>
              <a:avLst/>
              <a:gdLst/>
              <a:ahLst/>
              <a:cxnLst/>
              <a:rect l="l" t="t" r="r" b="b"/>
              <a:pathLst>
                <a:path w="66" h="176436" extrusionOk="0">
                  <a:moveTo>
                    <a:pt x="0" y="0"/>
                  </a:moveTo>
                  <a:lnTo>
                    <a:pt x="0" y="176435"/>
                  </a:lnTo>
                  <a:lnTo>
                    <a:pt x="66" y="176435"/>
                  </a:lnTo>
                  <a:lnTo>
                    <a:pt x="66"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9"/>
            <p:cNvSpPr/>
            <p:nvPr/>
          </p:nvSpPr>
          <p:spPr>
            <a:xfrm>
              <a:off x="1324825" y="1065050"/>
              <a:ext cx="1450" cy="4410900"/>
            </a:xfrm>
            <a:custGeom>
              <a:avLst/>
              <a:gdLst/>
              <a:ahLst/>
              <a:cxnLst/>
              <a:rect l="l" t="t" r="r" b="b"/>
              <a:pathLst>
                <a:path w="58" h="176436" extrusionOk="0">
                  <a:moveTo>
                    <a:pt x="1" y="0"/>
                  </a:moveTo>
                  <a:lnTo>
                    <a:pt x="1" y="176435"/>
                  </a:lnTo>
                  <a:lnTo>
                    <a:pt x="58" y="176435"/>
                  </a:lnTo>
                  <a:lnTo>
                    <a:pt x="58"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9"/>
            <p:cNvSpPr/>
            <p:nvPr/>
          </p:nvSpPr>
          <p:spPr>
            <a:xfrm>
              <a:off x="1416575" y="1065050"/>
              <a:ext cx="1500" cy="4410900"/>
            </a:xfrm>
            <a:custGeom>
              <a:avLst/>
              <a:gdLst/>
              <a:ahLst/>
              <a:cxnLst/>
              <a:rect l="l" t="t" r="r" b="b"/>
              <a:pathLst>
                <a:path w="60" h="176436" extrusionOk="0">
                  <a:moveTo>
                    <a:pt x="1" y="0"/>
                  </a:moveTo>
                  <a:lnTo>
                    <a:pt x="1" y="176435"/>
                  </a:lnTo>
                  <a:lnTo>
                    <a:pt x="59" y="176435"/>
                  </a:lnTo>
                  <a:lnTo>
                    <a:pt x="59"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9"/>
            <p:cNvSpPr/>
            <p:nvPr/>
          </p:nvSpPr>
          <p:spPr>
            <a:xfrm>
              <a:off x="1508550" y="1065050"/>
              <a:ext cx="1425" cy="4410900"/>
            </a:xfrm>
            <a:custGeom>
              <a:avLst/>
              <a:gdLst/>
              <a:ahLst/>
              <a:cxnLst/>
              <a:rect l="l" t="t" r="r" b="b"/>
              <a:pathLst>
                <a:path w="57" h="176436" extrusionOk="0">
                  <a:moveTo>
                    <a:pt x="0" y="0"/>
                  </a:moveTo>
                  <a:lnTo>
                    <a:pt x="0"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9"/>
            <p:cNvSpPr/>
            <p:nvPr/>
          </p:nvSpPr>
          <p:spPr>
            <a:xfrm>
              <a:off x="1600300" y="1065050"/>
              <a:ext cx="1425" cy="4410900"/>
            </a:xfrm>
            <a:custGeom>
              <a:avLst/>
              <a:gdLst/>
              <a:ahLst/>
              <a:cxnLst/>
              <a:rect l="l" t="t" r="r" b="b"/>
              <a:pathLst>
                <a:path w="57" h="176436" extrusionOk="0">
                  <a:moveTo>
                    <a:pt x="0" y="0"/>
                  </a:moveTo>
                  <a:lnTo>
                    <a:pt x="0"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9"/>
            <p:cNvSpPr/>
            <p:nvPr/>
          </p:nvSpPr>
          <p:spPr>
            <a:xfrm>
              <a:off x="1692250" y="1065050"/>
              <a:ext cx="1450" cy="4410900"/>
            </a:xfrm>
            <a:custGeom>
              <a:avLst/>
              <a:gdLst/>
              <a:ahLst/>
              <a:cxnLst/>
              <a:rect l="l" t="t" r="r" b="b"/>
              <a:pathLst>
                <a:path w="58" h="176436" extrusionOk="0">
                  <a:moveTo>
                    <a:pt x="1" y="0"/>
                  </a:moveTo>
                  <a:lnTo>
                    <a:pt x="1"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9"/>
            <p:cNvSpPr/>
            <p:nvPr/>
          </p:nvSpPr>
          <p:spPr>
            <a:xfrm>
              <a:off x="1784000" y="1065050"/>
              <a:ext cx="1450" cy="4410900"/>
            </a:xfrm>
            <a:custGeom>
              <a:avLst/>
              <a:gdLst/>
              <a:ahLst/>
              <a:cxnLst/>
              <a:rect l="l" t="t" r="r" b="b"/>
              <a:pathLst>
                <a:path w="58" h="176436" extrusionOk="0">
                  <a:moveTo>
                    <a:pt x="0" y="0"/>
                  </a:moveTo>
                  <a:lnTo>
                    <a:pt x="0"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9"/>
            <p:cNvSpPr/>
            <p:nvPr/>
          </p:nvSpPr>
          <p:spPr>
            <a:xfrm>
              <a:off x="1875750" y="1065050"/>
              <a:ext cx="1650" cy="4410900"/>
            </a:xfrm>
            <a:custGeom>
              <a:avLst/>
              <a:gdLst/>
              <a:ahLst/>
              <a:cxnLst/>
              <a:rect l="l" t="t" r="r" b="b"/>
              <a:pathLst>
                <a:path w="66" h="176436" extrusionOk="0">
                  <a:moveTo>
                    <a:pt x="0" y="0"/>
                  </a:moveTo>
                  <a:lnTo>
                    <a:pt x="0" y="176435"/>
                  </a:lnTo>
                  <a:lnTo>
                    <a:pt x="66" y="176435"/>
                  </a:lnTo>
                  <a:lnTo>
                    <a:pt x="66"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9"/>
            <p:cNvSpPr/>
            <p:nvPr/>
          </p:nvSpPr>
          <p:spPr>
            <a:xfrm>
              <a:off x="1967700" y="1065050"/>
              <a:ext cx="1450" cy="4410900"/>
            </a:xfrm>
            <a:custGeom>
              <a:avLst/>
              <a:gdLst/>
              <a:ahLst/>
              <a:cxnLst/>
              <a:rect l="l" t="t" r="r" b="b"/>
              <a:pathLst>
                <a:path w="58" h="176436" extrusionOk="0">
                  <a:moveTo>
                    <a:pt x="1" y="0"/>
                  </a:moveTo>
                  <a:lnTo>
                    <a:pt x="1" y="176435"/>
                  </a:lnTo>
                  <a:lnTo>
                    <a:pt x="58" y="176435"/>
                  </a:lnTo>
                  <a:lnTo>
                    <a:pt x="58"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9"/>
            <p:cNvSpPr/>
            <p:nvPr/>
          </p:nvSpPr>
          <p:spPr>
            <a:xfrm>
              <a:off x="2059450" y="1065050"/>
              <a:ext cx="1675" cy="4410900"/>
            </a:xfrm>
            <a:custGeom>
              <a:avLst/>
              <a:gdLst/>
              <a:ahLst/>
              <a:cxnLst/>
              <a:rect l="l" t="t" r="r" b="b"/>
              <a:pathLst>
                <a:path w="67" h="176436" extrusionOk="0">
                  <a:moveTo>
                    <a:pt x="1" y="0"/>
                  </a:moveTo>
                  <a:lnTo>
                    <a:pt x="1" y="176435"/>
                  </a:lnTo>
                  <a:lnTo>
                    <a:pt x="66" y="176435"/>
                  </a:lnTo>
                  <a:lnTo>
                    <a:pt x="66"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9"/>
            <p:cNvSpPr/>
            <p:nvPr/>
          </p:nvSpPr>
          <p:spPr>
            <a:xfrm>
              <a:off x="2151425" y="1065050"/>
              <a:ext cx="1450" cy="4410900"/>
            </a:xfrm>
            <a:custGeom>
              <a:avLst/>
              <a:gdLst/>
              <a:ahLst/>
              <a:cxnLst/>
              <a:rect l="l" t="t" r="r" b="b"/>
              <a:pathLst>
                <a:path w="58" h="176436" extrusionOk="0">
                  <a:moveTo>
                    <a:pt x="0" y="0"/>
                  </a:moveTo>
                  <a:lnTo>
                    <a:pt x="0"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9"/>
            <p:cNvSpPr/>
            <p:nvPr/>
          </p:nvSpPr>
          <p:spPr>
            <a:xfrm>
              <a:off x="2243175" y="1065050"/>
              <a:ext cx="1425" cy="4410900"/>
            </a:xfrm>
            <a:custGeom>
              <a:avLst/>
              <a:gdLst/>
              <a:ahLst/>
              <a:cxnLst/>
              <a:rect l="l" t="t" r="r" b="b"/>
              <a:pathLst>
                <a:path w="57" h="176436" extrusionOk="0">
                  <a:moveTo>
                    <a:pt x="0" y="0"/>
                  </a:moveTo>
                  <a:lnTo>
                    <a:pt x="0"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9"/>
            <p:cNvSpPr/>
            <p:nvPr/>
          </p:nvSpPr>
          <p:spPr>
            <a:xfrm>
              <a:off x="2335075" y="1065050"/>
              <a:ext cx="1500" cy="4410900"/>
            </a:xfrm>
            <a:custGeom>
              <a:avLst/>
              <a:gdLst/>
              <a:ahLst/>
              <a:cxnLst/>
              <a:rect l="l" t="t" r="r" b="b"/>
              <a:pathLst>
                <a:path w="60" h="176436" extrusionOk="0">
                  <a:moveTo>
                    <a:pt x="1" y="0"/>
                  </a:moveTo>
                  <a:lnTo>
                    <a:pt x="1" y="176435"/>
                  </a:lnTo>
                  <a:lnTo>
                    <a:pt x="59" y="176435"/>
                  </a:lnTo>
                  <a:lnTo>
                    <a:pt x="59"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9"/>
            <p:cNvSpPr/>
            <p:nvPr/>
          </p:nvSpPr>
          <p:spPr>
            <a:xfrm>
              <a:off x="2426875" y="1065050"/>
              <a:ext cx="1450" cy="4410900"/>
            </a:xfrm>
            <a:custGeom>
              <a:avLst/>
              <a:gdLst/>
              <a:ahLst/>
              <a:cxnLst/>
              <a:rect l="l" t="t" r="r" b="b"/>
              <a:pathLst>
                <a:path w="58" h="176436" extrusionOk="0">
                  <a:moveTo>
                    <a:pt x="1" y="0"/>
                  </a:moveTo>
                  <a:lnTo>
                    <a:pt x="1"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9"/>
            <p:cNvSpPr/>
            <p:nvPr/>
          </p:nvSpPr>
          <p:spPr>
            <a:xfrm>
              <a:off x="2518800" y="1065050"/>
              <a:ext cx="1475" cy="4410900"/>
            </a:xfrm>
            <a:custGeom>
              <a:avLst/>
              <a:gdLst/>
              <a:ahLst/>
              <a:cxnLst/>
              <a:rect l="l" t="t" r="r" b="b"/>
              <a:pathLst>
                <a:path w="59" h="176436" extrusionOk="0">
                  <a:moveTo>
                    <a:pt x="0" y="0"/>
                  </a:moveTo>
                  <a:lnTo>
                    <a:pt x="0" y="176435"/>
                  </a:lnTo>
                  <a:lnTo>
                    <a:pt x="59" y="176435"/>
                  </a:lnTo>
                  <a:lnTo>
                    <a:pt x="59"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9"/>
            <p:cNvSpPr/>
            <p:nvPr/>
          </p:nvSpPr>
          <p:spPr>
            <a:xfrm>
              <a:off x="2610600" y="1065050"/>
              <a:ext cx="1425" cy="4410900"/>
            </a:xfrm>
            <a:custGeom>
              <a:avLst/>
              <a:gdLst/>
              <a:ahLst/>
              <a:cxnLst/>
              <a:rect l="l" t="t" r="r" b="b"/>
              <a:pathLst>
                <a:path w="57" h="176436" extrusionOk="0">
                  <a:moveTo>
                    <a:pt x="0" y="0"/>
                  </a:moveTo>
                  <a:lnTo>
                    <a:pt x="0"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9"/>
            <p:cNvSpPr/>
            <p:nvPr/>
          </p:nvSpPr>
          <p:spPr>
            <a:xfrm>
              <a:off x="2702325" y="1065050"/>
              <a:ext cx="1625" cy="4410900"/>
            </a:xfrm>
            <a:custGeom>
              <a:avLst/>
              <a:gdLst/>
              <a:ahLst/>
              <a:cxnLst/>
              <a:rect l="l" t="t" r="r" b="b"/>
              <a:pathLst>
                <a:path w="65" h="176436" extrusionOk="0">
                  <a:moveTo>
                    <a:pt x="1" y="0"/>
                  </a:moveTo>
                  <a:lnTo>
                    <a:pt x="1" y="176435"/>
                  </a:lnTo>
                  <a:lnTo>
                    <a:pt x="65" y="176435"/>
                  </a:lnTo>
                  <a:lnTo>
                    <a:pt x="65"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9"/>
            <p:cNvSpPr/>
            <p:nvPr/>
          </p:nvSpPr>
          <p:spPr>
            <a:xfrm>
              <a:off x="2794250" y="1065050"/>
              <a:ext cx="1500" cy="4410900"/>
            </a:xfrm>
            <a:custGeom>
              <a:avLst/>
              <a:gdLst/>
              <a:ahLst/>
              <a:cxnLst/>
              <a:rect l="l" t="t" r="r" b="b"/>
              <a:pathLst>
                <a:path w="60" h="176436" extrusionOk="0">
                  <a:moveTo>
                    <a:pt x="1" y="0"/>
                  </a:moveTo>
                  <a:lnTo>
                    <a:pt x="1" y="176435"/>
                  </a:lnTo>
                  <a:lnTo>
                    <a:pt x="59" y="176435"/>
                  </a:lnTo>
                  <a:lnTo>
                    <a:pt x="59"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9"/>
            <p:cNvSpPr/>
            <p:nvPr/>
          </p:nvSpPr>
          <p:spPr>
            <a:xfrm>
              <a:off x="2886050" y="1065050"/>
              <a:ext cx="1625" cy="4410900"/>
            </a:xfrm>
            <a:custGeom>
              <a:avLst/>
              <a:gdLst/>
              <a:ahLst/>
              <a:cxnLst/>
              <a:rect l="l" t="t" r="r" b="b"/>
              <a:pathLst>
                <a:path w="65" h="176436" extrusionOk="0">
                  <a:moveTo>
                    <a:pt x="0" y="0"/>
                  </a:moveTo>
                  <a:lnTo>
                    <a:pt x="0" y="176435"/>
                  </a:lnTo>
                  <a:lnTo>
                    <a:pt x="64" y="176435"/>
                  </a:lnTo>
                  <a:lnTo>
                    <a:pt x="64"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9"/>
            <p:cNvSpPr/>
            <p:nvPr/>
          </p:nvSpPr>
          <p:spPr>
            <a:xfrm>
              <a:off x="2977975" y="1065050"/>
              <a:ext cx="1475" cy="4410900"/>
            </a:xfrm>
            <a:custGeom>
              <a:avLst/>
              <a:gdLst/>
              <a:ahLst/>
              <a:cxnLst/>
              <a:rect l="l" t="t" r="r" b="b"/>
              <a:pathLst>
                <a:path w="59" h="176436" extrusionOk="0">
                  <a:moveTo>
                    <a:pt x="0" y="0"/>
                  </a:moveTo>
                  <a:lnTo>
                    <a:pt x="0" y="176435"/>
                  </a:lnTo>
                  <a:lnTo>
                    <a:pt x="59" y="176435"/>
                  </a:lnTo>
                  <a:lnTo>
                    <a:pt x="59"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9"/>
            <p:cNvSpPr/>
            <p:nvPr/>
          </p:nvSpPr>
          <p:spPr>
            <a:xfrm>
              <a:off x="3069750" y="1065050"/>
              <a:ext cx="1450" cy="4410900"/>
            </a:xfrm>
            <a:custGeom>
              <a:avLst/>
              <a:gdLst/>
              <a:ahLst/>
              <a:cxnLst/>
              <a:rect l="l" t="t" r="r" b="b"/>
              <a:pathLst>
                <a:path w="58" h="176436" extrusionOk="0">
                  <a:moveTo>
                    <a:pt x="1" y="0"/>
                  </a:moveTo>
                  <a:lnTo>
                    <a:pt x="1" y="176435"/>
                  </a:lnTo>
                  <a:lnTo>
                    <a:pt x="58" y="176435"/>
                  </a:lnTo>
                  <a:lnTo>
                    <a:pt x="58"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9"/>
            <p:cNvSpPr/>
            <p:nvPr/>
          </p:nvSpPr>
          <p:spPr>
            <a:xfrm>
              <a:off x="3161675" y="1065050"/>
              <a:ext cx="1450" cy="4410900"/>
            </a:xfrm>
            <a:custGeom>
              <a:avLst/>
              <a:gdLst/>
              <a:ahLst/>
              <a:cxnLst/>
              <a:rect l="l" t="t" r="r" b="b"/>
              <a:pathLst>
                <a:path w="58" h="176436" extrusionOk="0">
                  <a:moveTo>
                    <a:pt x="1" y="0"/>
                  </a:moveTo>
                  <a:lnTo>
                    <a:pt x="1"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9"/>
            <p:cNvSpPr/>
            <p:nvPr/>
          </p:nvSpPr>
          <p:spPr>
            <a:xfrm>
              <a:off x="3253425" y="1065050"/>
              <a:ext cx="1475" cy="4410900"/>
            </a:xfrm>
            <a:custGeom>
              <a:avLst/>
              <a:gdLst/>
              <a:ahLst/>
              <a:cxnLst/>
              <a:rect l="l" t="t" r="r" b="b"/>
              <a:pathLst>
                <a:path w="59" h="176436" extrusionOk="0">
                  <a:moveTo>
                    <a:pt x="0" y="0"/>
                  </a:moveTo>
                  <a:lnTo>
                    <a:pt x="0" y="176435"/>
                  </a:lnTo>
                  <a:lnTo>
                    <a:pt x="59" y="176435"/>
                  </a:lnTo>
                  <a:lnTo>
                    <a:pt x="59"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9"/>
            <p:cNvSpPr/>
            <p:nvPr/>
          </p:nvSpPr>
          <p:spPr>
            <a:xfrm>
              <a:off x="3345375" y="1065050"/>
              <a:ext cx="1450" cy="4410900"/>
            </a:xfrm>
            <a:custGeom>
              <a:avLst/>
              <a:gdLst/>
              <a:ahLst/>
              <a:cxnLst/>
              <a:rect l="l" t="t" r="r" b="b"/>
              <a:pathLst>
                <a:path w="58" h="176436" extrusionOk="0">
                  <a:moveTo>
                    <a:pt x="1" y="0"/>
                  </a:moveTo>
                  <a:lnTo>
                    <a:pt x="1" y="176435"/>
                  </a:lnTo>
                  <a:lnTo>
                    <a:pt x="58" y="176435"/>
                  </a:lnTo>
                  <a:lnTo>
                    <a:pt x="58"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9"/>
            <p:cNvSpPr/>
            <p:nvPr/>
          </p:nvSpPr>
          <p:spPr>
            <a:xfrm>
              <a:off x="3437125" y="1065050"/>
              <a:ext cx="1500" cy="4410900"/>
            </a:xfrm>
            <a:custGeom>
              <a:avLst/>
              <a:gdLst/>
              <a:ahLst/>
              <a:cxnLst/>
              <a:rect l="l" t="t" r="r" b="b"/>
              <a:pathLst>
                <a:path w="60" h="176436" extrusionOk="0">
                  <a:moveTo>
                    <a:pt x="1" y="0"/>
                  </a:moveTo>
                  <a:lnTo>
                    <a:pt x="1" y="176435"/>
                  </a:lnTo>
                  <a:lnTo>
                    <a:pt x="59" y="176435"/>
                  </a:lnTo>
                  <a:lnTo>
                    <a:pt x="59"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9"/>
            <p:cNvSpPr/>
            <p:nvPr/>
          </p:nvSpPr>
          <p:spPr>
            <a:xfrm>
              <a:off x="3528925" y="1065050"/>
              <a:ext cx="1625" cy="4410900"/>
            </a:xfrm>
            <a:custGeom>
              <a:avLst/>
              <a:gdLst/>
              <a:ahLst/>
              <a:cxnLst/>
              <a:rect l="l" t="t" r="r" b="b"/>
              <a:pathLst>
                <a:path w="65" h="176436" extrusionOk="0">
                  <a:moveTo>
                    <a:pt x="1" y="0"/>
                  </a:moveTo>
                  <a:lnTo>
                    <a:pt x="1" y="176435"/>
                  </a:lnTo>
                  <a:lnTo>
                    <a:pt x="64" y="176435"/>
                  </a:lnTo>
                  <a:lnTo>
                    <a:pt x="64"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94" name="Google Shape;6794;p9"/>
          <p:cNvSpPr txBox="1">
            <a:spLocks noGrp="1"/>
          </p:cNvSpPr>
          <p:nvPr>
            <p:ph type="title"/>
          </p:nvPr>
        </p:nvSpPr>
        <p:spPr>
          <a:xfrm>
            <a:off x="713225" y="2310023"/>
            <a:ext cx="5722500" cy="1972500"/>
          </a:xfrm>
          <a:prstGeom prst="rect">
            <a:avLst/>
          </a:prstGeom>
        </p:spPr>
        <p:txBody>
          <a:bodyPr spcFirstLastPara="1" wrap="square" lIns="91425" tIns="91425" rIns="91425" bIns="91425" anchor="b" anchorCtr="0">
            <a:noAutofit/>
          </a:bodyPr>
          <a:lstStyle>
            <a:lvl1pPr lvl="0" rtl="0">
              <a:lnSpc>
                <a:spcPct val="115000"/>
              </a:lnSpc>
              <a:spcBef>
                <a:spcPts val="0"/>
              </a:spcBef>
              <a:spcAft>
                <a:spcPts val="0"/>
              </a:spcAft>
              <a:buClr>
                <a:schemeClr val="dk2"/>
              </a:buClr>
              <a:buSzPts val="3500"/>
              <a:buNone/>
              <a:defRPr sz="12000">
                <a:solidFill>
                  <a:schemeClr val="dk2"/>
                </a:solidFill>
              </a:defRPr>
            </a:lvl1pPr>
            <a:lvl2pPr lvl="1" algn="ctr" rtl="0">
              <a:spcBef>
                <a:spcPts val="0"/>
              </a:spcBef>
              <a:spcAft>
                <a:spcPts val="0"/>
              </a:spcAft>
              <a:buClr>
                <a:schemeClr val="dk2"/>
              </a:buClr>
              <a:buSzPts val="3500"/>
              <a:buNone/>
              <a:defRPr>
                <a:solidFill>
                  <a:schemeClr val="dk2"/>
                </a:solidFill>
              </a:defRPr>
            </a:lvl2pPr>
            <a:lvl3pPr lvl="2" algn="ctr" rtl="0">
              <a:spcBef>
                <a:spcPts val="0"/>
              </a:spcBef>
              <a:spcAft>
                <a:spcPts val="0"/>
              </a:spcAft>
              <a:buClr>
                <a:schemeClr val="dk2"/>
              </a:buClr>
              <a:buSzPts val="3500"/>
              <a:buNone/>
              <a:defRPr>
                <a:solidFill>
                  <a:schemeClr val="dk2"/>
                </a:solidFill>
              </a:defRPr>
            </a:lvl3pPr>
            <a:lvl4pPr lvl="3" algn="ctr" rtl="0">
              <a:spcBef>
                <a:spcPts val="0"/>
              </a:spcBef>
              <a:spcAft>
                <a:spcPts val="0"/>
              </a:spcAft>
              <a:buClr>
                <a:schemeClr val="dk2"/>
              </a:buClr>
              <a:buSzPts val="3500"/>
              <a:buNone/>
              <a:defRPr>
                <a:solidFill>
                  <a:schemeClr val="dk2"/>
                </a:solidFill>
              </a:defRPr>
            </a:lvl4pPr>
            <a:lvl5pPr lvl="4" algn="ctr" rtl="0">
              <a:spcBef>
                <a:spcPts val="0"/>
              </a:spcBef>
              <a:spcAft>
                <a:spcPts val="0"/>
              </a:spcAft>
              <a:buClr>
                <a:schemeClr val="dk2"/>
              </a:buClr>
              <a:buSzPts val="3500"/>
              <a:buNone/>
              <a:defRPr>
                <a:solidFill>
                  <a:schemeClr val="dk2"/>
                </a:solidFill>
              </a:defRPr>
            </a:lvl5pPr>
            <a:lvl6pPr lvl="5" algn="ctr" rtl="0">
              <a:spcBef>
                <a:spcPts val="0"/>
              </a:spcBef>
              <a:spcAft>
                <a:spcPts val="0"/>
              </a:spcAft>
              <a:buClr>
                <a:schemeClr val="dk2"/>
              </a:buClr>
              <a:buSzPts val="3500"/>
              <a:buNone/>
              <a:defRPr>
                <a:solidFill>
                  <a:schemeClr val="dk2"/>
                </a:solidFill>
              </a:defRPr>
            </a:lvl6pPr>
            <a:lvl7pPr lvl="6" algn="ctr" rtl="0">
              <a:spcBef>
                <a:spcPts val="0"/>
              </a:spcBef>
              <a:spcAft>
                <a:spcPts val="0"/>
              </a:spcAft>
              <a:buClr>
                <a:schemeClr val="dk2"/>
              </a:buClr>
              <a:buSzPts val="3500"/>
              <a:buNone/>
              <a:defRPr>
                <a:solidFill>
                  <a:schemeClr val="dk2"/>
                </a:solidFill>
              </a:defRPr>
            </a:lvl7pPr>
            <a:lvl8pPr lvl="7" algn="ctr" rtl="0">
              <a:spcBef>
                <a:spcPts val="0"/>
              </a:spcBef>
              <a:spcAft>
                <a:spcPts val="0"/>
              </a:spcAft>
              <a:buClr>
                <a:schemeClr val="dk2"/>
              </a:buClr>
              <a:buSzPts val="3500"/>
              <a:buNone/>
              <a:defRPr>
                <a:solidFill>
                  <a:schemeClr val="dk2"/>
                </a:solidFill>
              </a:defRPr>
            </a:lvl8pPr>
            <a:lvl9pPr lvl="8" algn="ctr" rtl="0">
              <a:spcBef>
                <a:spcPts val="0"/>
              </a:spcBef>
              <a:spcAft>
                <a:spcPts val="0"/>
              </a:spcAft>
              <a:buClr>
                <a:schemeClr val="dk2"/>
              </a:buClr>
              <a:buSzPts val="3500"/>
              <a:buNone/>
              <a:defRPr>
                <a:solidFill>
                  <a:schemeClr val="dk2"/>
                </a:solidFill>
              </a:defRPr>
            </a:lvl9pPr>
          </a:lstStyle>
          <a:p>
            <a:r>
              <a:rPr lang="en-US"/>
              <a:t>Click to edit Master title style</a:t>
            </a:r>
            <a:endParaRPr/>
          </a:p>
        </p:txBody>
      </p:sp>
      <p:sp>
        <p:nvSpPr>
          <p:cNvPr id="6795" name="Google Shape;6795;p9"/>
          <p:cNvSpPr txBox="1">
            <a:spLocks noGrp="1"/>
          </p:cNvSpPr>
          <p:nvPr>
            <p:ph type="subTitle" idx="1"/>
          </p:nvPr>
        </p:nvSpPr>
        <p:spPr>
          <a:xfrm>
            <a:off x="713225" y="3932900"/>
            <a:ext cx="5722500" cy="671100"/>
          </a:xfrm>
          <a:prstGeom prst="rect">
            <a:avLst/>
          </a:prstGeom>
          <a:solidFill>
            <a:schemeClr val="dk2"/>
          </a:solidFill>
        </p:spPr>
        <p:txBody>
          <a:bodyPr spcFirstLastPara="1" wrap="square" lIns="91425" tIns="91425" rIns="91425" bIns="91425" anchor="ctr" anchorCtr="0">
            <a:noAutofit/>
          </a:bodyPr>
          <a:lstStyle>
            <a:lvl1pPr lvl="0" rtl="0">
              <a:lnSpc>
                <a:spcPct val="115000"/>
              </a:lnSpc>
              <a:spcBef>
                <a:spcPts val="0"/>
              </a:spcBef>
              <a:spcAft>
                <a:spcPts val="0"/>
              </a:spcAft>
              <a:buSzPts val="1400"/>
              <a:buNone/>
              <a:defRPr sz="1600">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r>
              <a:rPr lang="en-US"/>
              <a:t>Click to edit Master subtitle style</a:t>
            </a:r>
            <a:endParaRPr/>
          </a:p>
        </p:txBody>
      </p:sp>
      <p:grpSp>
        <p:nvGrpSpPr>
          <p:cNvPr id="6796" name="Google Shape;6796;p9"/>
          <p:cNvGrpSpPr/>
          <p:nvPr/>
        </p:nvGrpSpPr>
        <p:grpSpPr>
          <a:xfrm rot="5400000">
            <a:off x="6959195" y="-2074329"/>
            <a:ext cx="347597" cy="4345456"/>
            <a:chOff x="-136402" y="-175976"/>
            <a:chExt cx="347597" cy="4345456"/>
          </a:xfrm>
        </p:grpSpPr>
        <p:sp>
          <p:nvSpPr>
            <p:cNvPr id="6797" name="Google Shape;6797;p9"/>
            <p:cNvSpPr/>
            <p:nvPr/>
          </p:nvSpPr>
          <p:spPr>
            <a:xfrm>
              <a:off x="-136402" y="-175976"/>
              <a:ext cx="273965" cy="273814"/>
            </a:xfrm>
            <a:custGeom>
              <a:avLst/>
              <a:gdLst/>
              <a:ahLst/>
              <a:cxnLst/>
              <a:rect l="l" t="t" r="r" b="b"/>
              <a:pathLst>
                <a:path w="3624" h="3622" extrusionOk="0">
                  <a:moveTo>
                    <a:pt x="1515" y="0"/>
                  </a:moveTo>
                  <a:lnTo>
                    <a:pt x="1" y="1513"/>
                  </a:lnTo>
                  <a:lnTo>
                    <a:pt x="1" y="3621"/>
                  </a:lnTo>
                  <a:lnTo>
                    <a:pt x="36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9"/>
            <p:cNvSpPr/>
            <p:nvPr/>
          </p:nvSpPr>
          <p:spPr>
            <a:xfrm>
              <a:off x="-136402" y="1778994"/>
              <a:ext cx="347597" cy="506503"/>
            </a:xfrm>
            <a:custGeom>
              <a:avLst/>
              <a:gdLst/>
              <a:ahLst/>
              <a:cxnLst/>
              <a:rect l="l" t="t" r="r" b="b"/>
              <a:pathLst>
                <a:path w="4598" h="6700" extrusionOk="0">
                  <a:moveTo>
                    <a:pt x="4597" y="1"/>
                  </a:moveTo>
                  <a:lnTo>
                    <a:pt x="1" y="4597"/>
                  </a:lnTo>
                  <a:lnTo>
                    <a:pt x="1" y="6699"/>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9"/>
            <p:cNvSpPr/>
            <p:nvPr/>
          </p:nvSpPr>
          <p:spPr>
            <a:xfrm>
              <a:off x="-136402" y="2326153"/>
              <a:ext cx="347597" cy="506276"/>
            </a:xfrm>
            <a:custGeom>
              <a:avLst/>
              <a:gdLst/>
              <a:ahLst/>
              <a:cxnLst/>
              <a:rect l="l" t="t" r="r" b="b"/>
              <a:pathLst>
                <a:path w="4598" h="6697" extrusionOk="0">
                  <a:moveTo>
                    <a:pt x="4597" y="0"/>
                  </a:moveTo>
                  <a:lnTo>
                    <a:pt x="1" y="4597"/>
                  </a:lnTo>
                  <a:lnTo>
                    <a:pt x="1" y="6697"/>
                  </a:lnTo>
                  <a:lnTo>
                    <a:pt x="4597" y="2108"/>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9"/>
            <p:cNvSpPr/>
            <p:nvPr/>
          </p:nvSpPr>
          <p:spPr>
            <a:xfrm>
              <a:off x="-136402" y="-175976"/>
              <a:ext cx="91624" cy="91473"/>
            </a:xfrm>
            <a:custGeom>
              <a:avLst/>
              <a:gdLst/>
              <a:ahLst/>
              <a:cxnLst/>
              <a:rect l="l" t="t" r="r" b="b"/>
              <a:pathLst>
                <a:path w="1212" h="1210" extrusionOk="0">
                  <a:moveTo>
                    <a:pt x="1" y="0"/>
                  </a:moveTo>
                  <a:lnTo>
                    <a:pt x="1" y="1209"/>
                  </a:lnTo>
                  <a:lnTo>
                    <a:pt x="12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9"/>
            <p:cNvSpPr/>
            <p:nvPr/>
          </p:nvSpPr>
          <p:spPr>
            <a:xfrm>
              <a:off x="-136402" y="3602504"/>
              <a:ext cx="347597" cy="506428"/>
            </a:xfrm>
            <a:custGeom>
              <a:avLst/>
              <a:gdLst/>
              <a:ahLst/>
              <a:cxnLst/>
              <a:rect l="l" t="t" r="r" b="b"/>
              <a:pathLst>
                <a:path w="4598" h="6699" extrusionOk="0">
                  <a:moveTo>
                    <a:pt x="4597" y="1"/>
                  </a:moveTo>
                  <a:lnTo>
                    <a:pt x="1" y="4597"/>
                  </a:lnTo>
                  <a:lnTo>
                    <a:pt x="1" y="6699"/>
                  </a:lnTo>
                  <a:lnTo>
                    <a:pt x="4597" y="2102"/>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9"/>
            <p:cNvSpPr/>
            <p:nvPr/>
          </p:nvSpPr>
          <p:spPr>
            <a:xfrm>
              <a:off x="-136402" y="3420168"/>
              <a:ext cx="347597" cy="506352"/>
            </a:xfrm>
            <a:custGeom>
              <a:avLst/>
              <a:gdLst/>
              <a:ahLst/>
              <a:cxnLst/>
              <a:rect l="l" t="t" r="r" b="b"/>
              <a:pathLst>
                <a:path w="4598" h="6698" extrusionOk="0">
                  <a:moveTo>
                    <a:pt x="4597" y="1"/>
                  </a:moveTo>
                  <a:lnTo>
                    <a:pt x="1" y="4597"/>
                  </a:lnTo>
                  <a:lnTo>
                    <a:pt x="1" y="6697"/>
                  </a:lnTo>
                  <a:lnTo>
                    <a:pt x="4597" y="2103"/>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9"/>
            <p:cNvSpPr/>
            <p:nvPr/>
          </p:nvSpPr>
          <p:spPr>
            <a:xfrm>
              <a:off x="-136402" y="3237908"/>
              <a:ext cx="347597" cy="506276"/>
            </a:xfrm>
            <a:custGeom>
              <a:avLst/>
              <a:gdLst/>
              <a:ahLst/>
              <a:cxnLst/>
              <a:rect l="l" t="t" r="r" b="b"/>
              <a:pathLst>
                <a:path w="4598" h="6697" extrusionOk="0">
                  <a:moveTo>
                    <a:pt x="4597" y="0"/>
                  </a:moveTo>
                  <a:lnTo>
                    <a:pt x="1" y="4596"/>
                  </a:lnTo>
                  <a:lnTo>
                    <a:pt x="1" y="6696"/>
                  </a:lnTo>
                  <a:lnTo>
                    <a:pt x="4597" y="2100"/>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9"/>
            <p:cNvSpPr/>
            <p:nvPr/>
          </p:nvSpPr>
          <p:spPr>
            <a:xfrm>
              <a:off x="-136402" y="3055572"/>
              <a:ext cx="347597" cy="506276"/>
            </a:xfrm>
            <a:custGeom>
              <a:avLst/>
              <a:gdLst/>
              <a:ahLst/>
              <a:cxnLst/>
              <a:rect l="l" t="t" r="r" b="b"/>
              <a:pathLst>
                <a:path w="4598" h="6697" extrusionOk="0">
                  <a:moveTo>
                    <a:pt x="4597" y="0"/>
                  </a:moveTo>
                  <a:lnTo>
                    <a:pt x="1" y="4595"/>
                  </a:lnTo>
                  <a:lnTo>
                    <a:pt x="1" y="6697"/>
                  </a:lnTo>
                  <a:lnTo>
                    <a:pt x="4597" y="2107"/>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9"/>
            <p:cNvSpPr/>
            <p:nvPr/>
          </p:nvSpPr>
          <p:spPr>
            <a:xfrm>
              <a:off x="-136402" y="-175976"/>
              <a:ext cx="347597" cy="456155"/>
            </a:xfrm>
            <a:custGeom>
              <a:avLst/>
              <a:gdLst/>
              <a:ahLst/>
              <a:cxnLst/>
              <a:rect l="l" t="t" r="r" b="b"/>
              <a:pathLst>
                <a:path w="4598" h="6034" extrusionOk="0">
                  <a:moveTo>
                    <a:pt x="3927" y="0"/>
                  </a:moveTo>
                  <a:lnTo>
                    <a:pt x="1" y="3925"/>
                  </a:lnTo>
                  <a:lnTo>
                    <a:pt x="1" y="6033"/>
                  </a:lnTo>
                  <a:lnTo>
                    <a:pt x="4597" y="1437"/>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9"/>
            <p:cNvSpPr/>
            <p:nvPr/>
          </p:nvSpPr>
          <p:spPr>
            <a:xfrm>
              <a:off x="-136402" y="2690749"/>
              <a:ext cx="347597" cy="506428"/>
            </a:xfrm>
            <a:custGeom>
              <a:avLst/>
              <a:gdLst/>
              <a:ahLst/>
              <a:cxnLst/>
              <a:rect l="l" t="t" r="r" b="b"/>
              <a:pathLst>
                <a:path w="4598" h="6699" extrusionOk="0">
                  <a:moveTo>
                    <a:pt x="4597" y="1"/>
                  </a:moveTo>
                  <a:lnTo>
                    <a:pt x="1" y="4597"/>
                  </a:lnTo>
                  <a:lnTo>
                    <a:pt x="1" y="6699"/>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9"/>
            <p:cNvSpPr/>
            <p:nvPr/>
          </p:nvSpPr>
          <p:spPr>
            <a:xfrm>
              <a:off x="-136402" y="1232062"/>
              <a:ext cx="347597" cy="506957"/>
            </a:xfrm>
            <a:custGeom>
              <a:avLst/>
              <a:gdLst/>
              <a:ahLst/>
              <a:cxnLst/>
              <a:rect l="l" t="t" r="r" b="b"/>
              <a:pathLst>
                <a:path w="4598" h="6706" extrusionOk="0">
                  <a:moveTo>
                    <a:pt x="4597" y="0"/>
                  </a:moveTo>
                  <a:lnTo>
                    <a:pt x="1" y="4597"/>
                  </a:lnTo>
                  <a:lnTo>
                    <a:pt x="1" y="6705"/>
                  </a:lnTo>
                  <a:lnTo>
                    <a:pt x="4597" y="2109"/>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9"/>
            <p:cNvSpPr/>
            <p:nvPr/>
          </p:nvSpPr>
          <p:spPr>
            <a:xfrm>
              <a:off x="-136402" y="2508489"/>
              <a:ext cx="347597" cy="506428"/>
            </a:xfrm>
            <a:custGeom>
              <a:avLst/>
              <a:gdLst/>
              <a:ahLst/>
              <a:cxnLst/>
              <a:rect l="l" t="t" r="r" b="b"/>
              <a:pathLst>
                <a:path w="4598" h="6699" extrusionOk="0">
                  <a:moveTo>
                    <a:pt x="4597" y="0"/>
                  </a:moveTo>
                  <a:lnTo>
                    <a:pt x="1" y="4596"/>
                  </a:lnTo>
                  <a:lnTo>
                    <a:pt x="1" y="6698"/>
                  </a:lnTo>
                  <a:lnTo>
                    <a:pt x="4597" y="2108"/>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9"/>
            <p:cNvSpPr/>
            <p:nvPr/>
          </p:nvSpPr>
          <p:spPr>
            <a:xfrm>
              <a:off x="-136402" y="1049726"/>
              <a:ext cx="347597" cy="506806"/>
            </a:xfrm>
            <a:custGeom>
              <a:avLst/>
              <a:gdLst/>
              <a:ahLst/>
              <a:cxnLst/>
              <a:rect l="l" t="t" r="r" b="b"/>
              <a:pathLst>
                <a:path w="4598" h="6704" extrusionOk="0">
                  <a:moveTo>
                    <a:pt x="4597" y="1"/>
                  </a:moveTo>
                  <a:lnTo>
                    <a:pt x="1" y="4597"/>
                  </a:lnTo>
                  <a:lnTo>
                    <a:pt x="1" y="6704"/>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9"/>
            <p:cNvSpPr/>
            <p:nvPr/>
          </p:nvSpPr>
          <p:spPr>
            <a:xfrm>
              <a:off x="-136402" y="503172"/>
              <a:ext cx="347597" cy="506428"/>
            </a:xfrm>
            <a:custGeom>
              <a:avLst/>
              <a:gdLst/>
              <a:ahLst/>
              <a:cxnLst/>
              <a:rect l="l" t="t" r="r" b="b"/>
              <a:pathLst>
                <a:path w="4598" h="6699" extrusionOk="0">
                  <a:moveTo>
                    <a:pt x="4597" y="0"/>
                  </a:moveTo>
                  <a:lnTo>
                    <a:pt x="1" y="4590"/>
                  </a:lnTo>
                  <a:lnTo>
                    <a:pt x="1" y="6698"/>
                  </a:lnTo>
                  <a:lnTo>
                    <a:pt x="4597" y="2102"/>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9"/>
            <p:cNvSpPr/>
            <p:nvPr/>
          </p:nvSpPr>
          <p:spPr>
            <a:xfrm>
              <a:off x="-136402" y="2143817"/>
              <a:ext cx="347597" cy="506276"/>
            </a:xfrm>
            <a:custGeom>
              <a:avLst/>
              <a:gdLst/>
              <a:ahLst/>
              <a:cxnLst/>
              <a:rect l="l" t="t" r="r" b="b"/>
              <a:pathLst>
                <a:path w="4598" h="6697" extrusionOk="0">
                  <a:moveTo>
                    <a:pt x="4597" y="0"/>
                  </a:moveTo>
                  <a:lnTo>
                    <a:pt x="1" y="4597"/>
                  </a:lnTo>
                  <a:lnTo>
                    <a:pt x="1" y="6697"/>
                  </a:lnTo>
                  <a:lnTo>
                    <a:pt x="4597" y="2109"/>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9"/>
            <p:cNvSpPr/>
            <p:nvPr/>
          </p:nvSpPr>
          <p:spPr>
            <a:xfrm>
              <a:off x="-136402" y="1596734"/>
              <a:ext cx="347597" cy="506428"/>
            </a:xfrm>
            <a:custGeom>
              <a:avLst/>
              <a:gdLst/>
              <a:ahLst/>
              <a:cxnLst/>
              <a:rect l="l" t="t" r="r" b="b"/>
              <a:pathLst>
                <a:path w="4598" h="6699" extrusionOk="0">
                  <a:moveTo>
                    <a:pt x="4597" y="0"/>
                  </a:moveTo>
                  <a:lnTo>
                    <a:pt x="1" y="4597"/>
                  </a:lnTo>
                  <a:lnTo>
                    <a:pt x="1" y="6698"/>
                  </a:lnTo>
                  <a:lnTo>
                    <a:pt x="4597" y="2108"/>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9"/>
            <p:cNvSpPr/>
            <p:nvPr/>
          </p:nvSpPr>
          <p:spPr>
            <a:xfrm>
              <a:off x="-136402" y="320836"/>
              <a:ext cx="347597" cy="506428"/>
            </a:xfrm>
            <a:custGeom>
              <a:avLst/>
              <a:gdLst/>
              <a:ahLst/>
              <a:cxnLst/>
              <a:rect l="l" t="t" r="r" b="b"/>
              <a:pathLst>
                <a:path w="4598" h="6699" extrusionOk="0">
                  <a:moveTo>
                    <a:pt x="4597" y="0"/>
                  </a:moveTo>
                  <a:lnTo>
                    <a:pt x="1" y="4590"/>
                  </a:lnTo>
                  <a:lnTo>
                    <a:pt x="1" y="6698"/>
                  </a:lnTo>
                  <a:lnTo>
                    <a:pt x="4597" y="2102"/>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9"/>
            <p:cNvSpPr/>
            <p:nvPr/>
          </p:nvSpPr>
          <p:spPr>
            <a:xfrm>
              <a:off x="-136402" y="3784840"/>
              <a:ext cx="347597" cy="384640"/>
            </a:xfrm>
            <a:custGeom>
              <a:avLst/>
              <a:gdLst/>
              <a:ahLst/>
              <a:cxnLst/>
              <a:rect l="l" t="t" r="r" b="b"/>
              <a:pathLst>
                <a:path w="4598" h="5088" extrusionOk="0">
                  <a:moveTo>
                    <a:pt x="4597" y="1"/>
                  </a:moveTo>
                  <a:lnTo>
                    <a:pt x="1" y="4597"/>
                  </a:lnTo>
                  <a:lnTo>
                    <a:pt x="1" y="5088"/>
                  </a:lnTo>
                  <a:lnTo>
                    <a:pt x="1611" y="5088"/>
                  </a:lnTo>
                  <a:lnTo>
                    <a:pt x="4597" y="2102"/>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9"/>
            <p:cNvSpPr/>
            <p:nvPr/>
          </p:nvSpPr>
          <p:spPr>
            <a:xfrm>
              <a:off x="-136402" y="1414398"/>
              <a:ext cx="347597" cy="506957"/>
            </a:xfrm>
            <a:custGeom>
              <a:avLst/>
              <a:gdLst/>
              <a:ahLst/>
              <a:cxnLst/>
              <a:rect l="l" t="t" r="r" b="b"/>
              <a:pathLst>
                <a:path w="4598" h="6706" extrusionOk="0">
                  <a:moveTo>
                    <a:pt x="4597" y="0"/>
                  </a:moveTo>
                  <a:lnTo>
                    <a:pt x="1" y="4597"/>
                  </a:lnTo>
                  <a:lnTo>
                    <a:pt x="1" y="6705"/>
                  </a:lnTo>
                  <a:lnTo>
                    <a:pt x="4597" y="2109"/>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9"/>
            <p:cNvSpPr/>
            <p:nvPr/>
          </p:nvSpPr>
          <p:spPr>
            <a:xfrm>
              <a:off x="-136402" y="685583"/>
              <a:ext cx="347597" cy="506276"/>
            </a:xfrm>
            <a:custGeom>
              <a:avLst/>
              <a:gdLst/>
              <a:ahLst/>
              <a:cxnLst/>
              <a:rect l="l" t="t" r="r" b="b"/>
              <a:pathLst>
                <a:path w="4598" h="6697" extrusionOk="0">
                  <a:moveTo>
                    <a:pt x="4597" y="1"/>
                  </a:moveTo>
                  <a:lnTo>
                    <a:pt x="1" y="4589"/>
                  </a:lnTo>
                  <a:lnTo>
                    <a:pt x="1" y="6697"/>
                  </a:lnTo>
                  <a:lnTo>
                    <a:pt x="4597" y="2101"/>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9"/>
            <p:cNvSpPr/>
            <p:nvPr/>
          </p:nvSpPr>
          <p:spPr>
            <a:xfrm>
              <a:off x="-136402" y="2873085"/>
              <a:ext cx="347597" cy="506428"/>
            </a:xfrm>
            <a:custGeom>
              <a:avLst/>
              <a:gdLst/>
              <a:ahLst/>
              <a:cxnLst/>
              <a:rect l="l" t="t" r="r" b="b"/>
              <a:pathLst>
                <a:path w="4598" h="6699" extrusionOk="0">
                  <a:moveTo>
                    <a:pt x="4597" y="1"/>
                  </a:moveTo>
                  <a:lnTo>
                    <a:pt x="1" y="4597"/>
                  </a:lnTo>
                  <a:lnTo>
                    <a:pt x="1" y="6699"/>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9"/>
            <p:cNvSpPr/>
            <p:nvPr/>
          </p:nvSpPr>
          <p:spPr>
            <a:xfrm>
              <a:off x="-136402" y="-43836"/>
              <a:ext cx="347597" cy="506276"/>
            </a:xfrm>
            <a:custGeom>
              <a:avLst/>
              <a:gdLst/>
              <a:ahLst/>
              <a:cxnLst/>
              <a:rect l="l" t="t" r="r" b="b"/>
              <a:pathLst>
                <a:path w="4598" h="6697" extrusionOk="0">
                  <a:moveTo>
                    <a:pt x="4597" y="1"/>
                  </a:moveTo>
                  <a:lnTo>
                    <a:pt x="1" y="4590"/>
                  </a:lnTo>
                  <a:lnTo>
                    <a:pt x="1" y="6697"/>
                  </a:lnTo>
                  <a:lnTo>
                    <a:pt x="4597" y="2102"/>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9"/>
            <p:cNvSpPr/>
            <p:nvPr/>
          </p:nvSpPr>
          <p:spPr>
            <a:xfrm>
              <a:off x="8971" y="3967175"/>
              <a:ext cx="202223" cy="202299"/>
            </a:xfrm>
            <a:custGeom>
              <a:avLst/>
              <a:gdLst/>
              <a:ahLst/>
              <a:cxnLst/>
              <a:rect l="l" t="t" r="r" b="b"/>
              <a:pathLst>
                <a:path w="2675" h="2676" extrusionOk="0">
                  <a:moveTo>
                    <a:pt x="2674" y="0"/>
                  </a:moveTo>
                  <a:lnTo>
                    <a:pt x="0" y="2676"/>
                  </a:lnTo>
                  <a:lnTo>
                    <a:pt x="2100" y="2676"/>
                  </a:lnTo>
                  <a:lnTo>
                    <a:pt x="2674" y="2102"/>
                  </a:lnTo>
                  <a:lnTo>
                    <a:pt x="267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9"/>
            <p:cNvSpPr/>
            <p:nvPr/>
          </p:nvSpPr>
          <p:spPr>
            <a:xfrm>
              <a:off x="-136402" y="1961481"/>
              <a:ext cx="347597" cy="506276"/>
            </a:xfrm>
            <a:custGeom>
              <a:avLst/>
              <a:gdLst/>
              <a:ahLst/>
              <a:cxnLst/>
              <a:rect l="l" t="t" r="r" b="b"/>
              <a:pathLst>
                <a:path w="4598" h="6697" extrusionOk="0">
                  <a:moveTo>
                    <a:pt x="4597" y="0"/>
                  </a:moveTo>
                  <a:lnTo>
                    <a:pt x="1" y="4595"/>
                  </a:lnTo>
                  <a:lnTo>
                    <a:pt x="1" y="6697"/>
                  </a:lnTo>
                  <a:lnTo>
                    <a:pt x="4597" y="2107"/>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9"/>
            <p:cNvSpPr/>
            <p:nvPr/>
          </p:nvSpPr>
          <p:spPr>
            <a:xfrm>
              <a:off x="-136402" y="867919"/>
              <a:ext cx="347597" cy="506276"/>
            </a:xfrm>
            <a:custGeom>
              <a:avLst/>
              <a:gdLst/>
              <a:ahLst/>
              <a:cxnLst/>
              <a:rect l="l" t="t" r="r" b="b"/>
              <a:pathLst>
                <a:path w="4598" h="6697" extrusionOk="0">
                  <a:moveTo>
                    <a:pt x="4597" y="0"/>
                  </a:moveTo>
                  <a:lnTo>
                    <a:pt x="1" y="4589"/>
                  </a:lnTo>
                  <a:lnTo>
                    <a:pt x="1" y="6697"/>
                  </a:lnTo>
                  <a:lnTo>
                    <a:pt x="4597" y="2100"/>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9"/>
            <p:cNvSpPr/>
            <p:nvPr/>
          </p:nvSpPr>
          <p:spPr>
            <a:xfrm>
              <a:off x="-136402" y="138500"/>
              <a:ext cx="347597" cy="506428"/>
            </a:xfrm>
            <a:custGeom>
              <a:avLst/>
              <a:gdLst/>
              <a:ahLst/>
              <a:cxnLst/>
              <a:rect l="l" t="t" r="r" b="b"/>
              <a:pathLst>
                <a:path w="4598" h="6699" extrusionOk="0">
                  <a:moveTo>
                    <a:pt x="4597" y="0"/>
                  </a:moveTo>
                  <a:lnTo>
                    <a:pt x="1" y="4590"/>
                  </a:lnTo>
                  <a:lnTo>
                    <a:pt x="1" y="6698"/>
                  </a:lnTo>
                  <a:lnTo>
                    <a:pt x="4597" y="2102"/>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9"/>
            <p:cNvSpPr/>
            <p:nvPr/>
          </p:nvSpPr>
          <p:spPr>
            <a:xfrm>
              <a:off x="191311" y="4149587"/>
              <a:ext cx="19882" cy="19882"/>
            </a:xfrm>
            <a:custGeom>
              <a:avLst/>
              <a:gdLst/>
              <a:ahLst/>
              <a:cxnLst/>
              <a:rect l="l" t="t" r="r" b="b"/>
              <a:pathLst>
                <a:path w="263" h="263" extrusionOk="0">
                  <a:moveTo>
                    <a:pt x="262" y="1"/>
                  </a:moveTo>
                  <a:lnTo>
                    <a:pt x="0" y="263"/>
                  </a:lnTo>
                  <a:lnTo>
                    <a:pt x="262" y="263"/>
                  </a:lnTo>
                  <a:lnTo>
                    <a:pt x="26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24" name="Google Shape;6824;p9"/>
          <p:cNvGrpSpPr/>
          <p:nvPr/>
        </p:nvGrpSpPr>
        <p:grpSpPr>
          <a:xfrm rot="5400000">
            <a:off x="6959197" y="-2074327"/>
            <a:ext cx="347597" cy="4345451"/>
            <a:chOff x="-136402" y="-175976"/>
            <a:chExt cx="347597" cy="4345451"/>
          </a:xfrm>
        </p:grpSpPr>
        <p:sp>
          <p:nvSpPr>
            <p:cNvPr id="6825" name="Google Shape;6825;p9"/>
            <p:cNvSpPr/>
            <p:nvPr/>
          </p:nvSpPr>
          <p:spPr>
            <a:xfrm>
              <a:off x="-136402" y="3579069"/>
              <a:ext cx="347597" cy="371033"/>
            </a:xfrm>
            <a:custGeom>
              <a:avLst/>
              <a:gdLst/>
              <a:ahLst/>
              <a:cxnLst/>
              <a:rect l="l" t="t" r="r" b="b"/>
              <a:pathLst>
                <a:path w="4598" h="4908" extrusionOk="0">
                  <a:moveTo>
                    <a:pt x="4597" y="1"/>
                  </a:moveTo>
                  <a:lnTo>
                    <a:pt x="1" y="4595"/>
                  </a:lnTo>
                  <a:lnTo>
                    <a:pt x="1" y="4907"/>
                  </a:lnTo>
                  <a:lnTo>
                    <a:pt x="4597" y="311"/>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9"/>
            <p:cNvSpPr/>
            <p:nvPr/>
          </p:nvSpPr>
          <p:spPr>
            <a:xfrm>
              <a:off x="-136402" y="2850179"/>
              <a:ext cx="347597" cy="370503"/>
            </a:xfrm>
            <a:custGeom>
              <a:avLst/>
              <a:gdLst/>
              <a:ahLst/>
              <a:cxnLst/>
              <a:rect l="l" t="t" r="r" b="b"/>
              <a:pathLst>
                <a:path w="4598" h="4901" extrusionOk="0">
                  <a:moveTo>
                    <a:pt x="4597" y="0"/>
                  </a:moveTo>
                  <a:lnTo>
                    <a:pt x="1" y="4590"/>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9"/>
            <p:cNvSpPr/>
            <p:nvPr/>
          </p:nvSpPr>
          <p:spPr>
            <a:xfrm>
              <a:off x="-14615" y="3943741"/>
              <a:ext cx="225810" cy="225734"/>
            </a:xfrm>
            <a:custGeom>
              <a:avLst/>
              <a:gdLst/>
              <a:ahLst/>
              <a:cxnLst/>
              <a:rect l="l" t="t" r="r" b="b"/>
              <a:pathLst>
                <a:path w="2987" h="2986" extrusionOk="0">
                  <a:moveTo>
                    <a:pt x="2986" y="0"/>
                  </a:moveTo>
                  <a:lnTo>
                    <a:pt x="0" y="2986"/>
                  </a:lnTo>
                  <a:lnTo>
                    <a:pt x="312" y="2986"/>
                  </a:lnTo>
                  <a:lnTo>
                    <a:pt x="2986" y="310"/>
                  </a:lnTo>
                  <a:lnTo>
                    <a:pt x="29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9"/>
            <p:cNvSpPr/>
            <p:nvPr/>
          </p:nvSpPr>
          <p:spPr>
            <a:xfrm>
              <a:off x="-136402" y="3214775"/>
              <a:ext cx="347597" cy="370655"/>
            </a:xfrm>
            <a:custGeom>
              <a:avLst/>
              <a:gdLst/>
              <a:ahLst/>
              <a:cxnLst/>
              <a:rect l="l" t="t" r="r" b="b"/>
              <a:pathLst>
                <a:path w="4598" h="4903" extrusionOk="0">
                  <a:moveTo>
                    <a:pt x="4597" y="1"/>
                  </a:moveTo>
                  <a:lnTo>
                    <a:pt x="1" y="4591"/>
                  </a:lnTo>
                  <a:lnTo>
                    <a:pt x="1" y="4902"/>
                  </a:lnTo>
                  <a:lnTo>
                    <a:pt x="4597" y="306"/>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9"/>
            <p:cNvSpPr/>
            <p:nvPr/>
          </p:nvSpPr>
          <p:spPr>
            <a:xfrm>
              <a:off x="-136402" y="2485508"/>
              <a:ext cx="347597" cy="370503"/>
            </a:xfrm>
            <a:custGeom>
              <a:avLst/>
              <a:gdLst/>
              <a:ahLst/>
              <a:cxnLst/>
              <a:rect l="l" t="t" r="r" b="b"/>
              <a:pathLst>
                <a:path w="4598" h="4901" extrusionOk="0">
                  <a:moveTo>
                    <a:pt x="4597" y="0"/>
                  </a:moveTo>
                  <a:lnTo>
                    <a:pt x="1" y="4589"/>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9"/>
            <p:cNvSpPr/>
            <p:nvPr/>
          </p:nvSpPr>
          <p:spPr>
            <a:xfrm>
              <a:off x="-136402" y="2120760"/>
              <a:ext cx="347597" cy="370579"/>
            </a:xfrm>
            <a:custGeom>
              <a:avLst/>
              <a:gdLst/>
              <a:ahLst/>
              <a:cxnLst/>
              <a:rect l="l" t="t" r="r" b="b"/>
              <a:pathLst>
                <a:path w="4598" h="4902" extrusionOk="0">
                  <a:moveTo>
                    <a:pt x="4597" y="0"/>
                  </a:moveTo>
                  <a:lnTo>
                    <a:pt x="1" y="4590"/>
                  </a:lnTo>
                  <a:lnTo>
                    <a:pt x="1" y="4902"/>
                  </a:lnTo>
                  <a:lnTo>
                    <a:pt x="4597" y="305"/>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9"/>
            <p:cNvSpPr/>
            <p:nvPr/>
          </p:nvSpPr>
          <p:spPr>
            <a:xfrm>
              <a:off x="-136402" y="1756088"/>
              <a:ext cx="347597" cy="370503"/>
            </a:xfrm>
            <a:custGeom>
              <a:avLst/>
              <a:gdLst/>
              <a:ahLst/>
              <a:cxnLst/>
              <a:rect l="l" t="t" r="r" b="b"/>
              <a:pathLst>
                <a:path w="4598" h="4901" extrusionOk="0">
                  <a:moveTo>
                    <a:pt x="4597" y="0"/>
                  </a:moveTo>
                  <a:lnTo>
                    <a:pt x="1" y="4590"/>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9"/>
            <p:cNvSpPr/>
            <p:nvPr/>
          </p:nvSpPr>
          <p:spPr>
            <a:xfrm>
              <a:off x="-136402" y="1391417"/>
              <a:ext cx="347597" cy="370503"/>
            </a:xfrm>
            <a:custGeom>
              <a:avLst/>
              <a:gdLst/>
              <a:ahLst/>
              <a:cxnLst/>
              <a:rect l="l" t="t" r="r" b="b"/>
              <a:pathLst>
                <a:path w="4598" h="4901" extrusionOk="0">
                  <a:moveTo>
                    <a:pt x="4597" y="1"/>
                  </a:moveTo>
                  <a:lnTo>
                    <a:pt x="1" y="4597"/>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9"/>
            <p:cNvSpPr/>
            <p:nvPr/>
          </p:nvSpPr>
          <p:spPr>
            <a:xfrm>
              <a:off x="-136402" y="1026669"/>
              <a:ext cx="347597" cy="370655"/>
            </a:xfrm>
            <a:custGeom>
              <a:avLst/>
              <a:gdLst/>
              <a:ahLst/>
              <a:cxnLst/>
              <a:rect l="l" t="t" r="r" b="b"/>
              <a:pathLst>
                <a:path w="4598" h="4903" extrusionOk="0">
                  <a:moveTo>
                    <a:pt x="4597" y="0"/>
                  </a:moveTo>
                  <a:lnTo>
                    <a:pt x="1" y="4597"/>
                  </a:lnTo>
                  <a:lnTo>
                    <a:pt x="1" y="4902"/>
                  </a:lnTo>
                  <a:lnTo>
                    <a:pt x="4597" y="306"/>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9"/>
            <p:cNvSpPr/>
            <p:nvPr/>
          </p:nvSpPr>
          <p:spPr>
            <a:xfrm>
              <a:off x="-136402" y="661998"/>
              <a:ext cx="347597" cy="370503"/>
            </a:xfrm>
            <a:custGeom>
              <a:avLst/>
              <a:gdLst/>
              <a:ahLst/>
              <a:cxnLst/>
              <a:rect l="l" t="t" r="r" b="b"/>
              <a:pathLst>
                <a:path w="4598" h="4901" extrusionOk="0">
                  <a:moveTo>
                    <a:pt x="4597" y="1"/>
                  </a:moveTo>
                  <a:lnTo>
                    <a:pt x="1" y="4597"/>
                  </a:lnTo>
                  <a:lnTo>
                    <a:pt x="1" y="4901"/>
                  </a:lnTo>
                  <a:lnTo>
                    <a:pt x="4597" y="313"/>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9"/>
            <p:cNvSpPr/>
            <p:nvPr/>
          </p:nvSpPr>
          <p:spPr>
            <a:xfrm>
              <a:off x="-136402" y="297402"/>
              <a:ext cx="347597" cy="370503"/>
            </a:xfrm>
            <a:custGeom>
              <a:avLst/>
              <a:gdLst/>
              <a:ahLst/>
              <a:cxnLst/>
              <a:rect l="l" t="t" r="r" b="b"/>
              <a:pathLst>
                <a:path w="4598" h="4901" extrusionOk="0">
                  <a:moveTo>
                    <a:pt x="4597" y="0"/>
                  </a:moveTo>
                  <a:lnTo>
                    <a:pt x="1" y="4596"/>
                  </a:lnTo>
                  <a:lnTo>
                    <a:pt x="1" y="4900"/>
                  </a:lnTo>
                  <a:lnTo>
                    <a:pt x="4597" y="310"/>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9"/>
            <p:cNvSpPr/>
            <p:nvPr/>
          </p:nvSpPr>
          <p:spPr>
            <a:xfrm>
              <a:off x="-136402" y="-67421"/>
              <a:ext cx="347597" cy="370655"/>
            </a:xfrm>
            <a:custGeom>
              <a:avLst/>
              <a:gdLst/>
              <a:ahLst/>
              <a:cxnLst/>
              <a:rect l="l" t="t" r="r" b="b"/>
              <a:pathLst>
                <a:path w="4598" h="4903" extrusionOk="0">
                  <a:moveTo>
                    <a:pt x="4597" y="1"/>
                  </a:moveTo>
                  <a:lnTo>
                    <a:pt x="1" y="4597"/>
                  </a:lnTo>
                  <a:lnTo>
                    <a:pt x="1" y="4902"/>
                  </a:lnTo>
                  <a:lnTo>
                    <a:pt x="4597" y="313"/>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9"/>
            <p:cNvSpPr/>
            <p:nvPr/>
          </p:nvSpPr>
          <p:spPr>
            <a:xfrm>
              <a:off x="-136402" y="-175976"/>
              <a:ext cx="114606" cy="114379"/>
            </a:xfrm>
            <a:custGeom>
              <a:avLst/>
              <a:gdLst/>
              <a:ahLst/>
              <a:cxnLst/>
              <a:rect l="l" t="t" r="r" b="b"/>
              <a:pathLst>
                <a:path w="1516" h="1513" extrusionOk="0">
                  <a:moveTo>
                    <a:pt x="1212" y="0"/>
                  </a:moveTo>
                  <a:lnTo>
                    <a:pt x="1" y="1209"/>
                  </a:lnTo>
                  <a:lnTo>
                    <a:pt x="1" y="1513"/>
                  </a:lnTo>
                  <a:lnTo>
                    <a:pt x="15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9"/>
            <p:cNvSpPr/>
            <p:nvPr/>
          </p:nvSpPr>
          <p:spPr>
            <a:xfrm>
              <a:off x="167725" y="4126077"/>
              <a:ext cx="43469" cy="43393"/>
            </a:xfrm>
            <a:custGeom>
              <a:avLst/>
              <a:gdLst/>
              <a:ahLst/>
              <a:cxnLst/>
              <a:rect l="l" t="t" r="r" b="b"/>
              <a:pathLst>
                <a:path w="575" h="574" extrusionOk="0">
                  <a:moveTo>
                    <a:pt x="574" y="0"/>
                  </a:moveTo>
                  <a:lnTo>
                    <a:pt x="0" y="574"/>
                  </a:lnTo>
                  <a:lnTo>
                    <a:pt x="312" y="574"/>
                  </a:lnTo>
                  <a:lnTo>
                    <a:pt x="574" y="312"/>
                  </a:lnTo>
                  <a:lnTo>
                    <a:pt x="57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9"/>
            <p:cNvSpPr/>
            <p:nvPr/>
          </p:nvSpPr>
          <p:spPr>
            <a:xfrm>
              <a:off x="-136402" y="3396658"/>
              <a:ext cx="347597" cy="371108"/>
            </a:xfrm>
            <a:custGeom>
              <a:avLst/>
              <a:gdLst/>
              <a:ahLst/>
              <a:cxnLst/>
              <a:rect l="l" t="t" r="r" b="b"/>
              <a:pathLst>
                <a:path w="4598" h="4909" extrusionOk="0">
                  <a:moveTo>
                    <a:pt x="4597" y="0"/>
                  </a:moveTo>
                  <a:lnTo>
                    <a:pt x="1" y="4596"/>
                  </a:lnTo>
                  <a:lnTo>
                    <a:pt x="1" y="4908"/>
                  </a:lnTo>
                  <a:lnTo>
                    <a:pt x="4597" y="312"/>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9"/>
            <p:cNvSpPr/>
            <p:nvPr/>
          </p:nvSpPr>
          <p:spPr>
            <a:xfrm>
              <a:off x="-136402" y="2667843"/>
              <a:ext cx="347597" cy="370503"/>
            </a:xfrm>
            <a:custGeom>
              <a:avLst/>
              <a:gdLst/>
              <a:ahLst/>
              <a:cxnLst/>
              <a:rect l="l" t="t" r="r" b="b"/>
              <a:pathLst>
                <a:path w="4598" h="4901" extrusionOk="0">
                  <a:moveTo>
                    <a:pt x="4597" y="0"/>
                  </a:moveTo>
                  <a:lnTo>
                    <a:pt x="1" y="4590"/>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9"/>
            <p:cNvSpPr/>
            <p:nvPr/>
          </p:nvSpPr>
          <p:spPr>
            <a:xfrm>
              <a:off x="-136402" y="1938424"/>
              <a:ext cx="347597" cy="370503"/>
            </a:xfrm>
            <a:custGeom>
              <a:avLst/>
              <a:gdLst/>
              <a:ahLst/>
              <a:cxnLst/>
              <a:rect l="l" t="t" r="r" b="b"/>
              <a:pathLst>
                <a:path w="4598" h="4901" extrusionOk="0">
                  <a:moveTo>
                    <a:pt x="4597" y="0"/>
                  </a:moveTo>
                  <a:lnTo>
                    <a:pt x="1" y="4590"/>
                  </a:lnTo>
                  <a:lnTo>
                    <a:pt x="1" y="4900"/>
                  </a:lnTo>
                  <a:lnTo>
                    <a:pt x="4597" y="305"/>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9"/>
            <p:cNvSpPr/>
            <p:nvPr/>
          </p:nvSpPr>
          <p:spPr>
            <a:xfrm>
              <a:off x="-136402" y="1209081"/>
              <a:ext cx="347597" cy="370503"/>
            </a:xfrm>
            <a:custGeom>
              <a:avLst/>
              <a:gdLst/>
              <a:ahLst/>
              <a:cxnLst/>
              <a:rect l="l" t="t" r="r" b="b"/>
              <a:pathLst>
                <a:path w="4598" h="4901" extrusionOk="0">
                  <a:moveTo>
                    <a:pt x="4597" y="1"/>
                  </a:moveTo>
                  <a:lnTo>
                    <a:pt x="1" y="4596"/>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9"/>
            <p:cNvSpPr/>
            <p:nvPr/>
          </p:nvSpPr>
          <p:spPr>
            <a:xfrm>
              <a:off x="-136402" y="479662"/>
              <a:ext cx="347597" cy="370503"/>
            </a:xfrm>
            <a:custGeom>
              <a:avLst/>
              <a:gdLst/>
              <a:ahLst/>
              <a:cxnLst/>
              <a:rect l="l" t="t" r="r" b="b"/>
              <a:pathLst>
                <a:path w="4598" h="4901" extrusionOk="0">
                  <a:moveTo>
                    <a:pt x="4597" y="1"/>
                  </a:moveTo>
                  <a:lnTo>
                    <a:pt x="1" y="4597"/>
                  </a:lnTo>
                  <a:lnTo>
                    <a:pt x="1" y="4901"/>
                  </a:lnTo>
                  <a:lnTo>
                    <a:pt x="4597" y="311"/>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9"/>
            <p:cNvSpPr/>
            <p:nvPr/>
          </p:nvSpPr>
          <p:spPr>
            <a:xfrm>
              <a:off x="-136402" y="3761405"/>
              <a:ext cx="347597" cy="370957"/>
            </a:xfrm>
            <a:custGeom>
              <a:avLst/>
              <a:gdLst/>
              <a:ahLst/>
              <a:cxnLst/>
              <a:rect l="l" t="t" r="r" b="b"/>
              <a:pathLst>
                <a:path w="4598" h="4907" extrusionOk="0">
                  <a:moveTo>
                    <a:pt x="4597" y="0"/>
                  </a:moveTo>
                  <a:lnTo>
                    <a:pt x="1" y="4597"/>
                  </a:lnTo>
                  <a:lnTo>
                    <a:pt x="1" y="4907"/>
                  </a:lnTo>
                  <a:lnTo>
                    <a:pt x="4597" y="311"/>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9"/>
            <p:cNvSpPr/>
            <p:nvPr/>
          </p:nvSpPr>
          <p:spPr>
            <a:xfrm>
              <a:off x="-136402" y="3032440"/>
              <a:ext cx="347597" cy="370503"/>
            </a:xfrm>
            <a:custGeom>
              <a:avLst/>
              <a:gdLst/>
              <a:ahLst/>
              <a:cxnLst/>
              <a:rect l="l" t="t" r="r" b="b"/>
              <a:pathLst>
                <a:path w="4598" h="4901" extrusionOk="0">
                  <a:moveTo>
                    <a:pt x="4597" y="1"/>
                  </a:moveTo>
                  <a:lnTo>
                    <a:pt x="1" y="4591"/>
                  </a:lnTo>
                  <a:lnTo>
                    <a:pt x="1" y="4901"/>
                  </a:lnTo>
                  <a:lnTo>
                    <a:pt x="4597" y="306"/>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9"/>
            <p:cNvSpPr/>
            <p:nvPr/>
          </p:nvSpPr>
          <p:spPr>
            <a:xfrm>
              <a:off x="-136402" y="2303172"/>
              <a:ext cx="347597" cy="370503"/>
            </a:xfrm>
            <a:custGeom>
              <a:avLst/>
              <a:gdLst/>
              <a:ahLst/>
              <a:cxnLst/>
              <a:rect l="l" t="t" r="r" b="b"/>
              <a:pathLst>
                <a:path w="4598" h="4901" extrusionOk="0">
                  <a:moveTo>
                    <a:pt x="4597" y="1"/>
                  </a:moveTo>
                  <a:lnTo>
                    <a:pt x="1" y="4589"/>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9"/>
            <p:cNvSpPr/>
            <p:nvPr/>
          </p:nvSpPr>
          <p:spPr>
            <a:xfrm>
              <a:off x="-136402" y="1573753"/>
              <a:ext cx="347597" cy="370503"/>
            </a:xfrm>
            <a:custGeom>
              <a:avLst/>
              <a:gdLst/>
              <a:ahLst/>
              <a:cxnLst/>
              <a:rect l="l" t="t" r="r" b="b"/>
              <a:pathLst>
                <a:path w="4598" h="4901" extrusionOk="0">
                  <a:moveTo>
                    <a:pt x="4597" y="1"/>
                  </a:moveTo>
                  <a:lnTo>
                    <a:pt x="1" y="4597"/>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9"/>
            <p:cNvSpPr/>
            <p:nvPr/>
          </p:nvSpPr>
          <p:spPr>
            <a:xfrm>
              <a:off x="-136402" y="844334"/>
              <a:ext cx="347597" cy="370503"/>
            </a:xfrm>
            <a:custGeom>
              <a:avLst/>
              <a:gdLst/>
              <a:ahLst/>
              <a:cxnLst/>
              <a:rect l="l" t="t" r="r" b="b"/>
              <a:pathLst>
                <a:path w="4598" h="4901" extrusionOk="0">
                  <a:moveTo>
                    <a:pt x="4597" y="1"/>
                  </a:moveTo>
                  <a:lnTo>
                    <a:pt x="1" y="4597"/>
                  </a:lnTo>
                  <a:lnTo>
                    <a:pt x="1" y="4901"/>
                  </a:lnTo>
                  <a:lnTo>
                    <a:pt x="4597" y="312"/>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9"/>
            <p:cNvSpPr/>
            <p:nvPr/>
          </p:nvSpPr>
          <p:spPr>
            <a:xfrm>
              <a:off x="-136402" y="115066"/>
              <a:ext cx="347597" cy="370503"/>
            </a:xfrm>
            <a:custGeom>
              <a:avLst/>
              <a:gdLst/>
              <a:ahLst/>
              <a:cxnLst/>
              <a:rect l="l" t="t" r="r" b="b"/>
              <a:pathLst>
                <a:path w="4598" h="4901" extrusionOk="0">
                  <a:moveTo>
                    <a:pt x="4597" y="0"/>
                  </a:moveTo>
                  <a:lnTo>
                    <a:pt x="1" y="4595"/>
                  </a:lnTo>
                  <a:lnTo>
                    <a:pt x="1" y="4900"/>
                  </a:lnTo>
                  <a:lnTo>
                    <a:pt x="4597" y="310"/>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9"/>
            <p:cNvSpPr/>
            <p:nvPr/>
          </p:nvSpPr>
          <p:spPr>
            <a:xfrm>
              <a:off x="-136402" y="-175976"/>
              <a:ext cx="296947" cy="296720"/>
            </a:xfrm>
            <a:custGeom>
              <a:avLst/>
              <a:gdLst/>
              <a:ahLst/>
              <a:cxnLst/>
              <a:rect l="l" t="t" r="r" b="b"/>
              <a:pathLst>
                <a:path w="3928" h="3925" extrusionOk="0">
                  <a:moveTo>
                    <a:pt x="3624" y="0"/>
                  </a:moveTo>
                  <a:lnTo>
                    <a:pt x="1" y="3621"/>
                  </a:lnTo>
                  <a:lnTo>
                    <a:pt x="1" y="3925"/>
                  </a:lnTo>
                  <a:lnTo>
                    <a:pt x="39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51" name="Google Shape;6851;p9"/>
          <p:cNvSpPr/>
          <p:nvPr/>
        </p:nvSpPr>
        <p:spPr>
          <a:xfrm rot="5400000">
            <a:off x="6959170" y="-2074348"/>
            <a:ext cx="347700" cy="43455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410358802"/>
      </p:ext>
    </p:extLst>
  </p:cSld>
  <p:clrMapOvr>
    <a:masterClrMapping/>
  </p:clrMapOvr>
  <p:hf sldNum="0" hdr="0" ftr="0" dt="0"/>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6852"/>
        <p:cNvGrpSpPr/>
        <p:nvPr/>
      </p:nvGrpSpPr>
      <p:grpSpPr>
        <a:xfrm>
          <a:off x="0" y="0"/>
          <a:ext cx="0" cy="0"/>
          <a:chOff x="0" y="0"/>
          <a:chExt cx="0" cy="0"/>
        </a:xfrm>
      </p:grpSpPr>
      <p:sp>
        <p:nvSpPr>
          <p:cNvPr id="6853" name="Google Shape;6853;p10"/>
          <p:cNvSpPr txBox="1">
            <a:spLocks noGrp="1"/>
          </p:cNvSpPr>
          <p:nvPr>
            <p:ph type="title"/>
          </p:nvPr>
        </p:nvSpPr>
        <p:spPr>
          <a:xfrm>
            <a:off x="2086950" y="1930050"/>
            <a:ext cx="4970100" cy="1283400"/>
          </a:xfrm>
          <a:prstGeom prst="rect">
            <a:avLst/>
          </a:prstGeom>
          <a:solidFill>
            <a:schemeClr val="dk2"/>
          </a:solidFill>
        </p:spPr>
        <p:txBody>
          <a:bodyPr spcFirstLastPara="1" wrap="square" lIns="91425" tIns="91425" rIns="91425" bIns="91425" anchor="t" anchorCtr="0">
            <a:noAutofit/>
          </a:bodyPr>
          <a:lstStyle>
            <a:lvl1pPr lvl="0" algn="ctr" rtl="0">
              <a:lnSpc>
                <a:spcPct val="115000"/>
              </a:lnSpc>
              <a:spcBef>
                <a:spcPts val="0"/>
              </a:spcBef>
              <a:spcAft>
                <a:spcPts val="0"/>
              </a:spcAft>
              <a:buSzPts val="3500"/>
              <a:buNone/>
              <a:defRPr>
                <a:solidFill>
                  <a:schemeClr val="dk1"/>
                </a:solidFill>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r>
              <a:rPr lang="en-US"/>
              <a:t>Click to edit Master title style</a:t>
            </a:r>
            <a:endParaRPr/>
          </a:p>
        </p:txBody>
      </p:sp>
    </p:spTree>
    <p:extLst>
      <p:ext uri="{BB962C8B-B14F-4D97-AF65-F5344CB8AC3E}">
        <p14:creationId xmlns:p14="http://schemas.microsoft.com/office/powerpoint/2010/main" val="3638160005"/>
      </p:ext>
    </p:extLst>
  </p:cSld>
  <p:clrMapOvr>
    <a:masterClrMapping/>
  </p:clrMapOvr>
  <p:hf sldNum="0" hdr="0" ftr="0" dt="0"/>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ig number">
  <p:cSld name="Big number">
    <p:spTree>
      <p:nvGrpSpPr>
        <p:cNvPr id="1" name="Shape 6854"/>
        <p:cNvGrpSpPr/>
        <p:nvPr/>
      </p:nvGrpSpPr>
      <p:grpSpPr>
        <a:xfrm>
          <a:off x="0" y="0"/>
          <a:ext cx="0" cy="0"/>
          <a:chOff x="0" y="0"/>
          <a:chExt cx="0" cy="0"/>
        </a:xfrm>
      </p:grpSpPr>
      <p:grpSp>
        <p:nvGrpSpPr>
          <p:cNvPr id="6855" name="Google Shape;6855;p11"/>
          <p:cNvGrpSpPr/>
          <p:nvPr/>
        </p:nvGrpSpPr>
        <p:grpSpPr>
          <a:xfrm rot="5400000">
            <a:off x="1416205" y="-2099758"/>
            <a:ext cx="6311597" cy="9467556"/>
            <a:chOff x="635875" y="1065050"/>
            <a:chExt cx="2940550" cy="4410900"/>
          </a:xfrm>
        </p:grpSpPr>
        <p:sp>
          <p:nvSpPr>
            <p:cNvPr id="6856" name="Google Shape;6856;p11"/>
            <p:cNvSpPr/>
            <p:nvPr/>
          </p:nvSpPr>
          <p:spPr>
            <a:xfrm>
              <a:off x="676400" y="11059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11"/>
            <p:cNvSpPr/>
            <p:nvPr/>
          </p:nvSpPr>
          <p:spPr>
            <a:xfrm>
              <a:off x="768325" y="1105900"/>
              <a:ext cx="12400" cy="12600"/>
            </a:xfrm>
            <a:custGeom>
              <a:avLst/>
              <a:gdLst/>
              <a:ahLst/>
              <a:cxnLst/>
              <a:rect l="l" t="t" r="r" b="b"/>
              <a:pathLst>
                <a:path w="496" h="504"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11"/>
            <p:cNvSpPr/>
            <p:nvPr/>
          </p:nvSpPr>
          <p:spPr>
            <a:xfrm>
              <a:off x="860125" y="1105900"/>
              <a:ext cx="12525" cy="12600"/>
            </a:xfrm>
            <a:custGeom>
              <a:avLst/>
              <a:gdLst/>
              <a:ahLst/>
              <a:cxnLst/>
              <a:rect l="l" t="t" r="r" b="b"/>
              <a:pathLst>
                <a:path w="501" h="504"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11"/>
            <p:cNvSpPr/>
            <p:nvPr/>
          </p:nvSpPr>
          <p:spPr>
            <a:xfrm>
              <a:off x="951850" y="11059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11"/>
            <p:cNvSpPr/>
            <p:nvPr/>
          </p:nvSpPr>
          <p:spPr>
            <a:xfrm>
              <a:off x="1043825" y="110590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11"/>
            <p:cNvSpPr/>
            <p:nvPr/>
          </p:nvSpPr>
          <p:spPr>
            <a:xfrm>
              <a:off x="1135575" y="110590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11"/>
            <p:cNvSpPr/>
            <p:nvPr/>
          </p:nvSpPr>
          <p:spPr>
            <a:xfrm>
              <a:off x="1227500" y="1105900"/>
              <a:ext cx="12400" cy="12600"/>
            </a:xfrm>
            <a:custGeom>
              <a:avLst/>
              <a:gdLst/>
              <a:ahLst/>
              <a:cxnLst/>
              <a:rect l="l" t="t" r="r" b="b"/>
              <a:pathLst>
                <a:path w="496" h="504"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11"/>
            <p:cNvSpPr/>
            <p:nvPr/>
          </p:nvSpPr>
          <p:spPr>
            <a:xfrm>
              <a:off x="1319275" y="110590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11"/>
            <p:cNvSpPr/>
            <p:nvPr/>
          </p:nvSpPr>
          <p:spPr>
            <a:xfrm>
              <a:off x="1411200" y="1105900"/>
              <a:ext cx="12425" cy="12600"/>
            </a:xfrm>
            <a:custGeom>
              <a:avLst/>
              <a:gdLst/>
              <a:ahLst/>
              <a:cxnLst/>
              <a:rect l="l" t="t" r="r" b="b"/>
              <a:pathLst>
                <a:path w="497" h="504"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11"/>
            <p:cNvSpPr/>
            <p:nvPr/>
          </p:nvSpPr>
          <p:spPr>
            <a:xfrm>
              <a:off x="1503000" y="1105900"/>
              <a:ext cx="12525" cy="12600"/>
            </a:xfrm>
            <a:custGeom>
              <a:avLst/>
              <a:gdLst/>
              <a:ahLst/>
              <a:cxnLst/>
              <a:rect l="l" t="t" r="r" b="b"/>
              <a:pathLst>
                <a:path w="501" h="504"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11"/>
            <p:cNvSpPr/>
            <p:nvPr/>
          </p:nvSpPr>
          <p:spPr>
            <a:xfrm>
              <a:off x="1594750" y="110590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11"/>
            <p:cNvSpPr/>
            <p:nvPr/>
          </p:nvSpPr>
          <p:spPr>
            <a:xfrm>
              <a:off x="1686650" y="11059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11"/>
            <p:cNvSpPr/>
            <p:nvPr/>
          </p:nvSpPr>
          <p:spPr>
            <a:xfrm>
              <a:off x="1778450" y="110590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11"/>
            <p:cNvSpPr/>
            <p:nvPr/>
          </p:nvSpPr>
          <p:spPr>
            <a:xfrm>
              <a:off x="1870375" y="1105900"/>
              <a:ext cx="12400" cy="12600"/>
            </a:xfrm>
            <a:custGeom>
              <a:avLst/>
              <a:gdLst/>
              <a:ahLst/>
              <a:cxnLst/>
              <a:rect l="l" t="t" r="r" b="b"/>
              <a:pathLst>
                <a:path w="496" h="504"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11"/>
            <p:cNvSpPr/>
            <p:nvPr/>
          </p:nvSpPr>
          <p:spPr>
            <a:xfrm>
              <a:off x="1962150" y="110590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11"/>
            <p:cNvSpPr/>
            <p:nvPr/>
          </p:nvSpPr>
          <p:spPr>
            <a:xfrm>
              <a:off x="2054075" y="1105900"/>
              <a:ext cx="12425" cy="12600"/>
            </a:xfrm>
            <a:custGeom>
              <a:avLst/>
              <a:gdLst/>
              <a:ahLst/>
              <a:cxnLst/>
              <a:rect l="l" t="t" r="r" b="b"/>
              <a:pathLst>
                <a:path w="497" h="504"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11"/>
            <p:cNvSpPr/>
            <p:nvPr/>
          </p:nvSpPr>
          <p:spPr>
            <a:xfrm>
              <a:off x="2145825" y="11059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11"/>
            <p:cNvSpPr/>
            <p:nvPr/>
          </p:nvSpPr>
          <p:spPr>
            <a:xfrm>
              <a:off x="2237800" y="1105900"/>
              <a:ext cx="12350" cy="12600"/>
            </a:xfrm>
            <a:custGeom>
              <a:avLst/>
              <a:gdLst/>
              <a:ahLst/>
              <a:cxnLst/>
              <a:rect l="l" t="t" r="r" b="b"/>
              <a:pathLst>
                <a:path w="494" h="504"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11"/>
            <p:cNvSpPr/>
            <p:nvPr/>
          </p:nvSpPr>
          <p:spPr>
            <a:xfrm>
              <a:off x="2329550" y="110590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11"/>
            <p:cNvSpPr/>
            <p:nvPr/>
          </p:nvSpPr>
          <p:spPr>
            <a:xfrm>
              <a:off x="2421325" y="110590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11"/>
            <p:cNvSpPr/>
            <p:nvPr/>
          </p:nvSpPr>
          <p:spPr>
            <a:xfrm>
              <a:off x="2513250" y="1105900"/>
              <a:ext cx="12575" cy="12600"/>
            </a:xfrm>
            <a:custGeom>
              <a:avLst/>
              <a:gdLst/>
              <a:ahLst/>
              <a:cxnLst/>
              <a:rect l="l" t="t" r="r" b="b"/>
              <a:pathLst>
                <a:path w="503" h="504"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11"/>
            <p:cNvSpPr/>
            <p:nvPr/>
          </p:nvSpPr>
          <p:spPr>
            <a:xfrm>
              <a:off x="2605000" y="110590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11"/>
            <p:cNvSpPr/>
            <p:nvPr/>
          </p:nvSpPr>
          <p:spPr>
            <a:xfrm>
              <a:off x="2696950" y="1105900"/>
              <a:ext cx="12375" cy="12600"/>
            </a:xfrm>
            <a:custGeom>
              <a:avLst/>
              <a:gdLst/>
              <a:ahLst/>
              <a:cxnLst/>
              <a:rect l="l" t="t" r="r" b="b"/>
              <a:pathLst>
                <a:path w="495" h="504"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11"/>
            <p:cNvSpPr/>
            <p:nvPr/>
          </p:nvSpPr>
          <p:spPr>
            <a:xfrm>
              <a:off x="2788700" y="11059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11"/>
            <p:cNvSpPr/>
            <p:nvPr/>
          </p:nvSpPr>
          <p:spPr>
            <a:xfrm>
              <a:off x="2880675" y="1105900"/>
              <a:ext cx="12375" cy="12600"/>
            </a:xfrm>
            <a:custGeom>
              <a:avLst/>
              <a:gdLst/>
              <a:ahLst/>
              <a:cxnLst/>
              <a:rect l="l" t="t" r="r" b="b"/>
              <a:pathLst>
                <a:path w="495" h="504"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11"/>
            <p:cNvSpPr/>
            <p:nvPr/>
          </p:nvSpPr>
          <p:spPr>
            <a:xfrm>
              <a:off x="2972425" y="110590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11"/>
            <p:cNvSpPr/>
            <p:nvPr/>
          </p:nvSpPr>
          <p:spPr>
            <a:xfrm>
              <a:off x="3064375" y="1105900"/>
              <a:ext cx="12375" cy="12600"/>
            </a:xfrm>
            <a:custGeom>
              <a:avLst/>
              <a:gdLst/>
              <a:ahLst/>
              <a:cxnLst/>
              <a:rect l="l" t="t" r="r" b="b"/>
              <a:pathLst>
                <a:path w="495" h="504"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11"/>
            <p:cNvSpPr/>
            <p:nvPr/>
          </p:nvSpPr>
          <p:spPr>
            <a:xfrm>
              <a:off x="3156125" y="11059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11"/>
            <p:cNvSpPr/>
            <p:nvPr/>
          </p:nvSpPr>
          <p:spPr>
            <a:xfrm>
              <a:off x="3247875" y="1105900"/>
              <a:ext cx="12575" cy="12600"/>
            </a:xfrm>
            <a:custGeom>
              <a:avLst/>
              <a:gdLst/>
              <a:ahLst/>
              <a:cxnLst/>
              <a:rect l="l" t="t" r="r" b="b"/>
              <a:pathLst>
                <a:path w="503"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11"/>
            <p:cNvSpPr/>
            <p:nvPr/>
          </p:nvSpPr>
          <p:spPr>
            <a:xfrm>
              <a:off x="3339850" y="1105900"/>
              <a:ext cx="12525" cy="12600"/>
            </a:xfrm>
            <a:custGeom>
              <a:avLst/>
              <a:gdLst/>
              <a:ahLst/>
              <a:cxnLst/>
              <a:rect l="l" t="t" r="r" b="b"/>
              <a:pathLst>
                <a:path w="501" h="504"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11"/>
            <p:cNvSpPr/>
            <p:nvPr/>
          </p:nvSpPr>
          <p:spPr>
            <a:xfrm>
              <a:off x="3431575" y="11059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11"/>
            <p:cNvSpPr/>
            <p:nvPr/>
          </p:nvSpPr>
          <p:spPr>
            <a:xfrm>
              <a:off x="3523550" y="110590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11"/>
            <p:cNvSpPr/>
            <p:nvPr/>
          </p:nvSpPr>
          <p:spPr>
            <a:xfrm>
              <a:off x="676400" y="1197875"/>
              <a:ext cx="12600" cy="12375"/>
            </a:xfrm>
            <a:custGeom>
              <a:avLst/>
              <a:gdLst/>
              <a:ahLst/>
              <a:cxnLst/>
              <a:rect l="l" t="t" r="r" b="b"/>
              <a:pathLst>
                <a:path w="504" h="495" extrusionOk="0">
                  <a:moveTo>
                    <a:pt x="252" y="0"/>
                  </a:moveTo>
                  <a:cubicBezTo>
                    <a:pt x="116" y="0"/>
                    <a:pt x="1" y="107"/>
                    <a:pt x="1" y="243"/>
                  </a:cubicBezTo>
                  <a:cubicBezTo>
                    <a:pt x="1" y="388"/>
                    <a:pt x="116" y="494"/>
                    <a:pt x="252" y="494"/>
                  </a:cubicBezTo>
                  <a:cubicBezTo>
                    <a:pt x="388" y="494"/>
                    <a:pt x="503" y="388"/>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11"/>
            <p:cNvSpPr/>
            <p:nvPr/>
          </p:nvSpPr>
          <p:spPr>
            <a:xfrm>
              <a:off x="768325" y="1197875"/>
              <a:ext cx="12400" cy="12375"/>
            </a:xfrm>
            <a:custGeom>
              <a:avLst/>
              <a:gdLst/>
              <a:ahLst/>
              <a:cxnLst/>
              <a:rect l="l" t="t" r="r" b="b"/>
              <a:pathLst>
                <a:path w="496" h="495" extrusionOk="0">
                  <a:moveTo>
                    <a:pt x="245" y="0"/>
                  </a:moveTo>
                  <a:cubicBezTo>
                    <a:pt x="109" y="0"/>
                    <a:pt x="0" y="107"/>
                    <a:pt x="0" y="243"/>
                  </a:cubicBezTo>
                  <a:cubicBezTo>
                    <a:pt x="0" y="388"/>
                    <a:pt x="109" y="494"/>
                    <a:pt x="245" y="494"/>
                  </a:cubicBezTo>
                  <a:cubicBezTo>
                    <a:pt x="388" y="494"/>
                    <a:pt x="496" y="388"/>
                    <a:pt x="496" y="243"/>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11"/>
            <p:cNvSpPr/>
            <p:nvPr/>
          </p:nvSpPr>
          <p:spPr>
            <a:xfrm>
              <a:off x="860125" y="1197875"/>
              <a:ext cx="12525" cy="12375"/>
            </a:xfrm>
            <a:custGeom>
              <a:avLst/>
              <a:gdLst/>
              <a:ahLst/>
              <a:cxnLst/>
              <a:rect l="l" t="t" r="r" b="b"/>
              <a:pathLst>
                <a:path w="501" h="495" extrusionOk="0">
                  <a:moveTo>
                    <a:pt x="251" y="0"/>
                  </a:moveTo>
                  <a:cubicBezTo>
                    <a:pt x="114" y="0"/>
                    <a:pt x="0" y="107"/>
                    <a:pt x="0" y="243"/>
                  </a:cubicBezTo>
                  <a:cubicBezTo>
                    <a:pt x="0" y="388"/>
                    <a:pt x="114" y="494"/>
                    <a:pt x="251" y="494"/>
                  </a:cubicBezTo>
                  <a:cubicBezTo>
                    <a:pt x="387" y="494"/>
                    <a:pt x="501" y="388"/>
                    <a:pt x="501" y="243"/>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11"/>
            <p:cNvSpPr/>
            <p:nvPr/>
          </p:nvSpPr>
          <p:spPr>
            <a:xfrm>
              <a:off x="951850" y="1197875"/>
              <a:ext cx="12600" cy="12375"/>
            </a:xfrm>
            <a:custGeom>
              <a:avLst/>
              <a:gdLst/>
              <a:ahLst/>
              <a:cxnLst/>
              <a:rect l="l" t="t" r="r" b="b"/>
              <a:pathLst>
                <a:path w="504" h="495" extrusionOk="0">
                  <a:moveTo>
                    <a:pt x="252" y="0"/>
                  </a:moveTo>
                  <a:cubicBezTo>
                    <a:pt x="116" y="0"/>
                    <a:pt x="1" y="107"/>
                    <a:pt x="1" y="243"/>
                  </a:cubicBezTo>
                  <a:cubicBezTo>
                    <a:pt x="1" y="388"/>
                    <a:pt x="116" y="494"/>
                    <a:pt x="252" y="494"/>
                  </a:cubicBezTo>
                  <a:cubicBezTo>
                    <a:pt x="388" y="494"/>
                    <a:pt x="503" y="388"/>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11"/>
            <p:cNvSpPr/>
            <p:nvPr/>
          </p:nvSpPr>
          <p:spPr>
            <a:xfrm>
              <a:off x="1043825" y="1197875"/>
              <a:ext cx="12375" cy="12375"/>
            </a:xfrm>
            <a:custGeom>
              <a:avLst/>
              <a:gdLst/>
              <a:ahLst/>
              <a:cxnLst/>
              <a:rect l="l" t="t" r="r" b="b"/>
              <a:pathLst>
                <a:path w="495" h="495" extrusionOk="0">
                  <a:moveTo>
                    <a:pt x="250" y="0"/>
                  </a:moveTo>
                  <a:cubicBezTo>
                    <a:pt x="107" y="0"/>
                    <a:pt x="0" y="107"/>
                    <a:pt x="0" y="243"/>
                  </a:cubicBezTo>
                  <a:cubicBezTo>
                    <a:pt x="0" y="388"/>
                    <a:pt x="107" y="494"/>
                    <a:pt x="250" y="494"/>
                  </a:cubicBezTo>
                  <a:cubicBezTo>
                    <a:pt x="388" y="494"/>
                    <a:pt x="494" y="388"/>
                    <a:pt x="494" y="243"/>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11"/>
            <p:cNvSpPr/>
            <p:nvPr/>
          </p:nvSpPr>
          <p:spPr>
            <a:xfrm>
              <a:off x="1135575" y="1197875"/>
              <a:ext cx="12575" cy="12375"/>
            </a:xfrm>
            <a:custGeom>
              <a:avLst/>
              <a:gdLst/>
              <a:ahLst/>
              <a:cxnLst/>
              <a:rect l="l" t="t" r="r" b="b"/>
              <a:pathLst>
                <a:path w="503" h="495" extrusionOk="0">
                  <a:moveTo>
                    <a:pt x="252" y="0"/>
                  </a:moveTo>
                  <a:cubicBezTo>
                    <a:pt x="116" y="0"/>
                    <a:pt x="0" y="107"/>
                    <a:pt x="0" y="243"/>
                  </a:cubicBezTo>
                  <a:cubicBezTo>
                    <a:pt x="0" y="388"/>
                    <a:pt x="116" y="494"/>
                    <a:pt x="252" y="494"/>
                  </a:cubicBezTo>
                  <a:cubicBezTo>
                    <a:pt x="387" y="494"/>
                    <a:pt x="503" y="388"/>
                    <a:pt x="503" y="243"/>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11"/>
            <p:cNvSpPr/>
            <p:nvPr/>
          </p:nvSpPr>
          <p:spPr>
            <a:xfrm>
              <a:off x="1227500" y="1197875"/>
              <a:ext cx="12400" cy="12375"/>
            </a:xfrm>
            <a:custGeom>
              <a:avLst/>
              <a:gdLst/>
              <a:ahLst/>
              <a:cxnLst/>
              <a:rect l="l" t="t" r="r" b="b"/>
              <a:pathLst>
                <a:path w="496" h="495" extrusionOk="0">
                  <a:moveTo>
                    <a:pt x="251" y="0"/>
                  </a:moveTo>
                  <a:cubicBezTo>
                    <a:pt x="109" y="0"/>
                    <a:pt x="0" y="107"/>
                    <a:pt x="0" y="243"/>
                  </a:cubicBezTo>
                  <a:cubicBezTo>
                    <a:pt x="0" y="388"/>
                    <a:pt x="109" y="494"/>
                    <a:pt x="251" y="494"/>
                  </a:cubicBezTo>
                  <a:cubicBezTo>
                    <a:pt x="387" y="494"/>
                    <a:pt x="496" y="388"/>
                    <a:pt x="496" y="243"/>
                  </a:cubicBezTo>
                  <a:cubicBezTo>
                    <a:pt x="496"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11"/>
            <p:cNvSpPr/>
            <p:nvPr/>
          </p:nvSpPr>
          <p:spPr>
            <a:xfrm>
              <a:off x="1319275" y="1197875"/>
              <a:ext cx="12550" cy="12375"/>
            </a:xfrm>
            <a:custGeom>
              <a:avLst/>
              <a:gdLst/>
              <a:ahLst/>
              <a:cxnLst/>
              <a:rect l="l" t="t" r="r" b="b"/>
              <a:pathLst>
                <a:path w="502" h="495" extrusionOk="0">
                  <a:moveTo>
                    <a:pt x="252" y="0"/>
                  </a:moveTo>
                  <a:cubicBezTo>
                    <a:pt x="114" y="0"/>
                    <a:pt x="1" y="107"/>
                    <a:pt x="1" y="243"/>
                  </a:cubicBezTo>
                  <a:cubicBezTo>
                    <a:pt x="1" y="388"/>
                    <a:pt x="114" y="494"/>
                    <a:pt x="252" y="494"/>
                  </a:cubicBezTo>
                  <a:cubicBezTo>
                    <a:pt x="388" y="494"/>
                    <a:pt x="501" y="388"/>
                    <a:pt x="501" y="243"/>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11"/>
            <p:cNvSpPr/>
            <p:nvPr/>
          </p:nvSpPr>
          <p:spPr>
            <a:xfrm>
              <a:off x="1411200" y="1197875"/>
              <a:ext cx="12425" cy="12375"/>
            </a:xfrm>
            <a:custGeom>
              <a:avLst/>
              <a:gdLst/>
              <a:ahLst/>
              <a:cxnLst/>
              <a:rect l="l" t="t" r="r" b="b"/>
              <a:pathLst>
                <a:path w="497" h="495" extrusionOk="0">
                  <a:moveTo>
                    <a:pt x="245" y="0"/>
                  </a:moveTo>
                  <a:cubicBezTo>
                    <a:pt x="109" y="0"/>
                    <a:pt x="1" y="107"/>
                    <a:pt x="1" y="243"/>
                  </a:cubicBezTo>
                  <a:cubicBezTo>
                    <a:pt x="1" y="388"/>
                    <a:pt x="109" y="494"/>
                    <a:pt x="245" y="494"/>
                  </a:cubicBezTo>
                  <a:cubicBezTo>
                    <a:pt x="388" y="494"/>
                    <a:pt x="496" y="388"/>
                    <a:pt x="496" y="243"/>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11"/>
            <p:cNvSpPr/>
            <p:nvPr/>
          </p:nvSpPr>
          <p:spPr>
            <a:xfrm>
              <a:off x="1503000" y="1197875"/>
              <a:ext cx="12525" cy="12375"/>
            </a:xfrm>
            <a:custGeom>
              <a:avLst/>
              <a:gdLst/>
              <a:ahLst/>
              <a:cxnLst/>
              <a:rect l="l" t="t" r="r" b="b"/>
              <a:pathLst>
                <a:path w="501" h="495" extrusionOk="0">
                  <a:moveTo>
                    <a:pt x="250" y="0"/>
                  </a:moveTo>
                  <a:cubicBezTo>
                    <a:pt x="114" y="0"/>
                    <a:pt x="0" y="107"/>
                    <a:pt x="0" y="243"/>
                  </a:cubicBezTo>
                  <a:cubicBezTo>
                    <a:pt x="0" y="388"/>
                    <a:pt x="114" y="494"/>
                    <a:pt x="250" y="494"/>
                  </a:cubicBezTo>
                  <a:cubicBezTo>
                    <a:pt x="387" y="494"/>
                    <a:pt x="501" y="388"/>
                    <a:pt x="501" y="243"/>
                  </a:cubicBezTo>
                  <a:cubicBezTo>
                    <a:pt x="501" y="107"/>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11"/>
            <p:cNvSpPr/>
            <p:nvPr/>
          </p:nvSpPr>
          <p:spPr>
            <a:xfrm>
              <a:off x="1594750" y="1197875"/>
              <a:ext cx="12575" cy="12375"/>
            </a:xfrm>
            <a:custGeom>
              <a:avLst/>
              <a:gdLst/>
              <a:ahLst/>
              <a:cxnLst/>
              <a:rect l="l" t="t" r="r" b="b"/>
              <a:pathLst>
                <a:path w="503" h="495" extrusionOk="0">
                  <a:moveTo>
                    <a:pt x="251" y="0"/>
                  </a:moveTo>
                  <a:cubicBezTo>
                    <a:pt x="115" y="0"/>
                    <a:pt x="0" y="107"/>
                    <a:pt x="0" y="243"/>
                  </a:cubicBezTo>
                  <a:cubicBezTo>
                    <a:pt x="0" y="388"/>
                    <a:pt x="115" y="494"/>
                    <a:pt x="251" y="494"/>
                  </a:cubicBezTo>
                  <a:cubicBezTo>
                    <a:pt x="394" y="494"/>
                    <a:pt x="503" y="388"/>
                    <a:pt x="503" y="243"/>
                  </a:cubicBezTo>
                  <a:cubicBezTo>
                    <a:pt x="503" y="107"/>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11"/>
            <p:cNvSpPr/>
            <p:nvPr/>
          </p:nvSpPr>
          <p:spPr>
            <a:xfrm>
              <a:off x="1686650" y="1197875"/>
              <a:ext cx="12600" cy="12375"/>
            </a:xfrm>
            <a:custGeom>
              <a:avLst/>
              <a:gdLst/>
              <a:ahLst/>
              <a:cxnLst/>
              <a:rect l="l" t="t" r="r" b="b"/>
              <a:pathLst>
                <a:path w="504" h="495" extrusionOk="0">
                  <a:moveTo>
                    <a:pt x="252" y="0"/>
                  </a:moveTo>
                  <a:cubicBezTo>
                    <a:pt x="116" y="0"/>
                    <a:pt x="1" y="107"/>
                    <a:pt x="1" y="243"/>
                  </a:cubicBezTo>
                  <a:cubicBezTo>
                    <a:pt x="1" y="388"/>
                    <a:pt x="116" y="494"/>
                    <a:pt x="252" y="494"/>
                  </a:cubicBezTo>
                  <a:cubicBezTo>
                    <a:pt x="388" y="494"/>
                    <a:pt x="503" y="388"/>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11"/>
            <p:cNvSpPr/>
            <p:nvPr/>
          </p:nvSpPr>
          <p:spPr>
            <a:xfrm>
              <a:off x="1778450" y="1197875"/>
              <a:ext cx="12550" cy="12375"/>
            </a:xfrm>
            <a:custGeom>
              <a:avLst/>
              <a:gdLst/>
              <a:ahLst/>
              <a:cxnLst/>
              <a:rect l="l" t="t" r="r" b="b"/>
              <a:pathLst>
                <a:path w="502" h="495" extrusionOk="0">
                  <a:moveTo>
                    <a:pt x="252" y="0"/>
                  </a:moveTo>
                  <a:cubicBezTo>
                    <a:pt x="114" y="0"/>
                    <a:pt x="1" y="107"/>
                    <a:pt x="1" y="243"/>
                  </a:cubicBezTo>
                  <a:cubicBezTo>
                    <a:pt x="1" y="388"/>
                    <a:pt x="114" y="494"/>
                    <a:pt x="252" y="494"/>
                  </a:cubicBezTo>
                  <a:cubicBezTo>
                    <a:pt x="388" y="494"/>
                    <a:pt x="501" y="388"/>
                    <a:pt x="501" y="243"/>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11"/>
            <p:cNvSpPr/>
            <p:nvPr/>
          </p:nvSpPr>
          <p:spPr>
            <a:xfrm>
              <a:off x="1870375" y="1197875"/>
              <a:ext cx="12400" cy="12375"/>
            </a:xfrm>
            <a:custGeom>
              <a:avLst/>
              <a:gdLst/>
              <a:ahLst/>
              <a:cxnLst/>
              <a:rect l="l" t="t" r="r" b="b"/>
              <a:pathLst>
                <a:path w="496" h="495" extrusionOk="0">
                  <a:moveTo>
                    <a:pt x="252" y="0"/>
                  </a:moveTo>
                  <a:cubicBezTo>
                    <a:pt x="109" y="0"/>
                    <a:pt x="0" y="107"/>
                    <a:pt x="0" y="243"/>
                  </a:cubicBezTo>
                  <a:cubicBezTo>
                    <a:pt x="0" y="388"/>
                    <a:pt x="109" y="494"/>
                    <a:pt x="252" y="494"/>
                  </a:cubicBezTo>
                  <a:cubicBezTo>
                    <a:pt x="387" y="494"/>
                    <a:pt x="496" y="388"/>
                    <a:pt x="496" y="243"/>
                  </a:cubicBezTo>
                  <a:cubicBezTo>
                    <a:pt x="496"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11"/>
            <p:cNvSpPr/>
            <p:nvPr/>
          </p:nvSpPr>
          <p:spPr>
            <a:xfrm>
              <a:off x="1962150" y="1197875"/>
              <a:ext cx="12550" cy="12375"/>
            </a:xfrm>
            <a:custGeom>
              <a:avLst/>
              <a:gdLst/>
              <a:ahLst/>
              <a:cxnLst/>
              <a:rect l="l" t="t" r="r" b="b"/>
              <a:pathLst>
                <a:path w="502" h="495" extrusionOk="0">
                  <a:moveTo>
                    <a:pt x="250" y="0"/>
                  </a:moveTo>
                  <a:cubicBezTo>
                    <a:pt x="114" y="0"/>
                    <a:pt x="1" y="107"/>
                    <a:pt x="1" y="243"/>
                  </a:cubicBezTo>
                  <a:cubicBezTo>
                    <a:pt x="1" y="388"/>
                    <a:pt x="114" y="494"/>
                    <a:pt x="250" y="494"/>
                  </a:cubicBezTo>
                  <a:cubicBezTo>
                    <a:pt x="388" y="494"/>
                    <a:pt x="502" y="388"/>
                    <a:pt x="502" y="243"/>
                  </a:cubicBezTo>
                  <a:cubicBezTo>
                    <a:pt x="502"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11"/>
            <p:cNvSpPr/>
            <p:nvPr/>
          </p:nvSpPr>
          <p:spPr>
            <a:xfrm>
              <a:off x="2054075" y="1197875"/>
              <a:ext cx="12425" cy="12375"/>
            </a:xfrm>
            <a:custGeom>
              <a:avLst/>
              <a:gdLst/>
              <a:ahLst/>
              <a:cxnLst/>
              <a:rect l="l" t="t" r="r" b="b"/>
              <a:pathLst>
                <a:path w="497" h="495" extrusionOk="0">
                  <a:moveTo>
                    <a:pt x="252" y="0"/>
                  </a:moveTo>
                  <a:cubicBezTo>
                    <a:pt x="109" y="0"/>
                    <a:pt x="1" y="107"/>
                    <a:pt x="1" y="243"/>
                  </a:cubicBezTo>
                  <a:cubicBezTo>
                    <a:pt x="1" y="388"/>
                    <a:pt x="109" y="494"/>
                    <a:pt x="252" y="494"/>
                  </a:cubicBezTo>
                  <a:cubicBezTo>
                    <a:pt x="388" y="494"/>
                    <a:pt x="496" y="388"/>
                    <a:pt x="496" y="243"/>
                  </a:cubicBezTo>
                  <a:cubicBezTo>
                    <a:pt x="496"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11"/>
            <p:cNvSpPr/>
            <p:nvPr/>
          </p:nvSpPr>
          <p:spPr>
            <a:xfrm>
              <a:off x="2145825" y="1197875"/>
              <a:ext cx="12600" cy="12375"/>
            </a:xfrm>
            <a:custGeom>
              <a:avLst/>
              <a:gdLst/>
              <a:ahLst/>
              <a:cxnLst/>
              <a:rect l="l" t="t" r="r" b="b"/>
              <a:pathLst>
                <a:path w="504" h="495" extrusionOk="0">
                  <a:moveTo>
                    <a:pt x="252" y="0"/>
                  </a:moveTo>
                  <a:cubicBezTo>
                    <a:pt x="116" y="0"/>
                    <a:pt x="1" y="107"/>
                    <a:pt x="1" y="243"/>
                  </a:cubicBezTo>
                  <a:cubicBezTo>
                    <a:pt x="1" y="388"/>
                    <a:pt x="116" y="494"/>
                    <a:pt x="252" y="494"/>
                  </a:cubicBezTo>
                  <a:cubicBezTo>
                    <a:pt x="388" y="494"/>
                    <a:pt x="503" y="388"/>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11"/>
            <p:cNvSpPr/>
            <p:nvPr/>
          </p:nvSpPr>
          <p:spPr>
            <a:xfrm>
              <a:off x="2237800" y="1197875"/>
              <a:ext cx="12350" cy="12375"/>
            </a:xfrm>
            <a:custGeom>
              <a:avLst/>
              <a:gdLst/>
              <a:ahLst/>
              <a:cxnLst/>
              <a:rect l="l" t="t" r="r" b="b"/>
              <a:pathLst>
                <a:path w="494" h="495" extrusionOk="0">
                  <a:moveTo>
                    <a:pt x="244" y="0"/>
                  </a:moveTo>
                  <a:cubicBezTo>
                    <a:pt x="107" y="0"/>
                    <a:pt x="0" y="107"/>
                    <a:pt x="0" y="243"/>
                  </a:cubicBezTo>
                  <a:cubicBezTo>
                    <a:pt x="0" y="388"/>
                    <a:pt x="107" y="494"/>
                    <a:pt x="244" y="494"/>
                  </a:cubicBezTo>
                  <a:cubicBezTo>
                    <a:pt x="387" y="494"/>
                    <a:pt x="494" y="388"/>
                    <a:pt x="494" y="243"/>
                  </a:cubicBezTo>
                  <a:cubicBezTo>
                    <a:pt x="494" y="107"/>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11"/>
            <p:cNvSpPr/>
            <p:nvPr/>
          </p:nvSpPr>
          <p:spPr>
            <a:xfrm>
              <a:off x="2329550" y="1197875"/>
              <a:ext cx="12575" cy="12375"/>
            </a:xfrm>
            <a:custGeom>
              <a:avLst/>
              <a:gdLst/>
              <a:ahLst/>
              <a:cxnLst/>
              <a:rect l="l" t="t" r="r" b="b"/>
              <a:pathLst>
                <a:path w="503" h="495" extrusionOk="0">
                  <a:moveTo>
                    <a:pt x="251" y="0"/>
                  </a:moveTo>
                  <a:cubicBezTo>
                    <a:pt x="115" y="0"/>
                    <a:pt x="0" y="107"/>
                    <a:pt x="0" y="243"/>
                  </a:cubicBezTo>
                  <a:cubicBezTo>
                    <a:pt x="0" y="388"/>
                    <a:pt x="115" y="494"/>
                    <a:pt x="251" y="494"/>
                  </a:cubicBezTo>
                  <a:cubicBezTo>
                    <a:pt x="387" y="494"/>
                    <a:pt x="502" y="388"/>
                    <a:pt x="502" y="243"/>
                  </a:cubicBezTo>
                  <a:cubicBezTo>
                    <a:pt x="502"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11"/>
            <p:cNvSpPr/>
            <p:nvPr/>
          </p:nvSpPr>
          <p:spPr>
            <a:xfrm>
              <a:off x="2421325" y="1197875"/>
              <a:ext cx="12550" cy="12375"/>
            </a:xfrm>
            <a:custGeom>
              <a:avLst/>
              <a:gdLst/>
              <a:ahLst/>
              <a:cxnLst/>
              <a:rect l="l" t="t" r="r" b="b"/>
              <a:pathLst>
                <a:path w="502" h="495" extrusionOk="0">
                  <a:moveTo>
                    <a:pt x="250" y="0"/>
                  </a:moveTo>
                  <a:cubicBezTo>
                    <a:pt x="114" y="0"/>
                    <a:pt x="1" y="107"/>
                    <a:pt x="1" y="243"/>
                  </a:cubicBezTo>
                  <a:cubicBezTo>
                    <a:pt x="1" y="388"/>
                    <a:pt x="114" y="494"/>
                    <a:pt x="250" y="494"/>
                  </a:cubicBezTo>
                  <a:cubicBezTo>
                    <a:pt x="395" y="494"/>
                    <a:pt x="501" y="388"/>
                    <a:pt x="501" y="243"/>
                  </a:cubicBezTo>
                  <a:cubicBezTo>
                    <a:pt x="501" y="107"/>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11"/>
            <p:cNvSpPr/>
            <p:nvPr/>
          </p:nvSpPr>
          <p:spPr>
            <a:xfrm>
              <a:off x="2513250" y="1197875"/>
              <a:ext cx="12575" cy="12375"/>
            </a:xfrm>
            <a:custGeom>
              <a:avLst/>
              <a:gdLst/>
              <a:ahLst/>
              <a:cxnLst/>
              <a:rect l="l" t="t" r="r" b="b"/>
              <a:pathLst>
                <a:path w="503" h="495" extrusionOk="0">
                  <a:moveTo>
                    <a:pt x="252" y="0"/>
                  </a:moveTo>
                  <a:cubicBezTo>
                    <a:pt x="109" y="0"/>
                    <a:pt x="0" y="107"/>
                    <a:pt x="0" y="243"/>
                  </a:cubicBezTo>
                  <a:cubicBezTo>
                    <a:pt x="0" y="388"/>
                    <a:pt x="109" y="494"/>
                    <a:pt x="252" y="494"/>
                  </a:cubicBezTo>
                  <a:cubicBezTo>
                    <a:pt x="388" y="494"/>
                    <a:pt x="503" y="388"/>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11"/>
            <p:cNvSpPr/>
            <p:nvPr/>
          </p:nvSpPr>
          <p:spPr>
            <a:xfrm>
              <a:off x="2605000" y="1197875"/>
              <a:ext cx="12575" cy="12375"/>
            </a:xfrm>
            <a:custGeom>
              <a:avLst/>
              <a:gdLst/>
              <a:ahLst/>
              <a:cxnLst/>
              <a:rect l="l" t="t" r="r" b="b"/>
              <a:pathLst>
                <a:path w="503" h="495" extrusionOk="0">
                  <a:moveTo>
                    <a:pt x="252" y="0"/>
                  </a:moveTo>
                  <a:cubicBezTo>
                    <a:pt x="116" y="0"/>
                    <a:pt x="0" y="107"/>
                    <a:pt x="0" y="243"/>
                  </a:cubicBezTo>
                  <a:cubicBezTo>
                    <a:pt x="0" y="388"/>
                    <a:pt x="116" y="494"/>
                    <a:pt x="252" y="494"/>
                  </a:cubicBezTo>
                  <a:cubicBezTo>
                    <a:pt x="387" y="494"/>
                    <a:pt x="503" y="388"/>
                    <a:pt x="503" y="243"/>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11"/>
            <p:cNvSpPr/>
            <p:nvPr/>
          </p:nvSpPr>
          <p:spPr>
            <a:xfrm>
              <a:off x="2696950" y="1197875"/>
              <a:ext cx="12375" cy="12375"/>
            </a:xfrm>
            <a:custGeom>
              <a:avLst/>
              <a:gdLst/>
              <a:ahLst/>
              <a:cxnLst/>
              <a:rect l="l" t="t" r="r" b="b"/>
              <a:pathLst>
                <a:path w="495" h="495" extrusionOk="0">
                  <a:moveTo>
                    <a:pt x="252" y="0"/>
                  </a:moveTo>
                  <a:cubicBezTo>
                    <a:pt x="108" y="0"/>
                    <a:pt x="1" y="107"/>
                    <a:pt x="1" y="243"/>
                  </a:cubicBezTo>
                  <a:cubicBezTo>
                    <a:pt x="1" y="388"/>
                    <a:pt x="108" y="494"/>
                    <a:pt x="252" y="494"/>
                  </a:cubicBezTo>
                  <a:cubicBezTo>
                    <a:pt x="388" y="494"/>
                    <a:pt x="495" y="388"/>
                    <a:pt x="495" y="243"/>
                  </a:cubicBezTo>
                  <a:cubicBezTo>
                    <a:pt x="495"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11"/>
            <p:cNvSpPr/>
            <p:nvPr/>
          </p:nvSpPr>
          <p:spPr>
            <a:xfrm>
              <a:off x="2788700" y="1197875"/>
              <a:ext cx="12600" cy="12375"/>
            </a:xfrm>
            <a:custGeom>
              <a:avLst/>
              <a:gdLst/>
              <a:ahLst/>
              <a:cxnLst/>
              <a:rect l="l" t="t" r="r" b="b"/>
              <a:pathLst>
                <a:path w="504" h="495" extrusionOk="0">
                  <a:moveTo>
                    <a:pt x="252" y="0"/>
                  </a:moveTo>
                  <a:cubicBezTo>
                    <a:pt x="116" y="0"/>
                    <a:pt x="1" y="107"/>
                    <a:pt x="1" y="243"/>
                  </a:cubicBezTo>
                  <a:cubicBezTo>
                    <a:pt x="1" y="388"/>
                    <a:pt x="116" y="494"/>
                    <a:pt x="252" y="494"/>
                  </a:cubicBezTo>
                  <a:cubicBezTo>
                    <a:pt x="388" y="494"/>
                    <a:pt x="503" y="388"/>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11"/>
            <p:cNvSpPr/>
            <p:nvPr/>
          </p:nvSpPr>
          <p:spPr>
            <a:xfrm>
              <a:off x="2880675" y="1197875"/>
              <a:ext cx="12375" cy="12375"/>
            </a:xfrm>
            <a:custGeom>
              <a:avLst/>
              <a:gdLst/>
              <a:ahLst/>
              <a:cxnLst/>
              <a:rect l="l" t="t" r="r" b="b"/>
              <a:pathLst>
                <a:path w="495" h="495" extrusionOk="0">
                  <a:moveTo>
                    <a:pt x="243" y="0"/>
                  </a:moveTo>
                  <a:cubicBezTo>
                    <a:pt x="107" y="0"/>
                    <a:pt x="0" y="107"/>
                    <a:pt x="0" y="243"/>
                  </a:cubicBezTo>
                  <a:cubicBezTo>
                    <a:pt x="0" y="388"/>
                    <a:pt x="107" y="494"/>
                    <a:pt x="243" y="494"/>
                  </a:cubicBezTo>
                  <a:cubicBezTo>
                    <a:pt x="387" y="494"/>
                    <a:pt x="494" y="388"/>
                    <a:pt x="494" y="243"/>
                  </a:cubicBezTo>
                  <a:cubicBezTo>
                    <a:pt x="494" y="107"/>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11"/>
            <p:cNvSpPr/>
            <p:nvPr/>
          </p:nvSpPr>
          <p:spPr>
            <a:xfrm>
              <a:off x="2972425" y="1197875"/>
              <a:ext cx="12575" cy="12375"/>
            </a:xfrm>
            <a:custGeom>
              <a:avLst/>
              <a:gdLst/>
              <a:ahLst/>
              <a:cxnLst/>
              <a:rect l="l" t="t" r="r" b="b"/>
              <a:pathLst>
                <a:path w="503" h="495" extrusionOk="0">
                  <a:moveTo>
                    <a:pt x="251" y="0"/>
                  </a:moveTo>
                  <a:cubicBezTo>
                    <a:pt x="115" y="0"/>
                    <a:pt x="0" y="107"/>
                    <a:pt x="0" y="243"/>
                  </a:cubicBezTo>
                  <a:cubicBezTo>
                    <a:pt x="0" y="388"/>
                    <a:pt x="115" y="494"/>
                    <a:pt x="251" y="494"/>
                  </a:cubicBezTo>
                  <a:cubicBezTo>
                    <a:pt x="387" y="494"/>
                    <a:pt x="503" y="388"/>
                    <a:pt x="503" y="243"/>
                  </a:cubicBezTo>
                  <a:cubicBezTo>
                    <a:pt x="503"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11"/>
            <p:cNvSpPr/>
            <p:nvPr/>
          </p:nvSpPr>
          <p:spPr>
            <a:xfrm>
              <a:off x="3064375" y="1197875"/>
              <a:ext cx="12375" cy="12375"/>
            </a:xfrm>
            <a:custGeom>
              <a:avLst/>
              <a:gdLst/>
              <a:ahLst/>
              <a:cxnLst/>
              <a:rect l="l" t="t" r="r" b="b"/>
              <a:pathLst>
                <a:path w="495" h="495" extrusionOk="0">
                  <a:moveTo>
                    <a:pt x="243" y="0"/>
                  </a:moveTo>
                  <a:cubicBezTo>
                    <a:pt x="107" y="0"/>
                    <a:pt x="1" y="107"/>
                    <a:pt x="1" y="243"/>
                  </a:cubicBezTo>
                  <a:cubicBezTo>
                    <a:pt x="1" y="388"/>
                    <a:pt x="107" y="494"/>
                    <a:pt x="243" y="494"/>
                  </a:cubicBezTo>
                  <a:cubicBezTo>
                    <a:pt x="388" y="494"/>
                    <a:pt x="495" y="388"/>
                    <a:pt x="495" y="243"/>
                  </a:cubicBezTo>
                  <a:cubicBezTo>
                    <a:pt x="495" y="107"/>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11"/>
            <p:cNvSpPr/>
            <p:nvPr/>
          </p:nvSpPr>
          <p:spPr>
            <a:xfrm>
              <a:off x="3156125" y="1197875"/>
              <a:ext cx="12600" cy="12375"/>
            </a:xfrm>
            <a:custGeom>
              <a:avLst/>
              <a:gdLst/>
              <a:ahLst/>
              <a:cxnLst/>
              <a:rect l="l" t="t" r="r" b="b"/>
              <a:pathLst>
                <a:path w="504" h="495" extrusionOk="0">
                  <a:moveTo>
                    <a:pt x="252" y="0"/>
                  </a:moveTo>
                  <a:cubicBezTo>
                    <a:pt x="116" y="0"/>
                    <a:pt x="1" y="107"/>
                    <a:pt x="1" y="243"/>
                  </a:cubicBezTo>
                  <a:cubicBezTo>
                    <a:pt x="1" y="388"/>
                    <a:pt x="116" y="494"/>
                    <a:pt x="252" y="494"/>
                  </a:cubicBezTo>
                  <a:cubicBezTo>
                    <a:pt x="388" y="494"/>
                    <a:pt x="503" y="388"/>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11"/>
            <p:cNvSpPr/>
            <p:nvPr/>
          </p:nvSpPr>
          <p:spPr>
            <a:xfrm>
              <a:off x="3247875" y="1197875"/>
              <a:ext cx="12575" cy="12375"/>
            </a:xfrm>
            <a:custGeom>
              <a:avLst/>
              <a:gdLst/>
              <a:ahLst/>
              <a:cxnLst/>
              <a:rect l="l" t="t" r="r" b="b"/>
              <a:pathLst>
                <a:path w="503" h="495" extrusionOk="0">
                  <a:moveTo>
                    <a:pt x="252" y="0"/>
                  </a:moveTo>
                  <a:cubicBezTo>
                    <a:pt x="116" y="0"/>
                    <a:pt x="1" y="107"/>
                    <a:pt x="1" y="243"/>
                  </a:cubicBezTo>
                  <a:cubicBezTo>
                    <a:pt x="1" y="388"/>
                    <a:pt x="116" y="494"/>
                    <a:pt x="252" y="494"/>
                  </a:cubicBezTo>
                  <a:cubicBezTo>
                    <a:pt x="388" y="494"/>
                    <a:pt x="503" y="388"/>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11"/>
            <p:cNvSpPr/>
            <p:nvPr/>
          </p:nvSpPr>
          <p:spPr>
            <a:xfrm>
              <a:off x="3339850" y="1197875"/>
              <a:ext cx="12525" cy="12375"/>
            </a:xfrm>
            <a:custGeom>
              <a:avLst/>
              <a:gdLst/>
              <a:ahLst/>
              <a:cxnLst/>
              <a:rect l="l" t="t" r="r" b="b"/>
              <a:pathLst>
                <a:path w="501" h="495" extrusionOk="0">
                  <a:moveTo>
                    <a:pt x="251" y="0"/>
                  </a:moveTo>
                  <a:cubicBezTo>
                    <a:pt x="107" y="0"/>
                    <a:pt x="0" y="107"/>
                    <a:pt x="0" y="243"/>
                  </a:cubicBezTo>
                  <a:cubicBezTo>
                    <a:pt x="0" y="388"/>
                    <a:pt x="107" y="494"/>
                    <a:pt x="251" y="494"/>
                  </a:cubicBezTo>
                  <a:cubicBezTo>
                    <a:pt x="387" y="494"/>
                    <a:pt x="501" y="388"/>
                    <a:pt x="501" y="243"/>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11"/>
            <p:cNvSpPr/>
            <p:nvPr/>
          </p:nvSpPr>
          <p:spPr>
            <a:xfrm>
              <a:off x="3431575" y="1197875"/>
              <a:ext cx="12600" cy="12375"/>
            </a:xfrm>
            <a:custGeom>
              <a:avLst/>
              <a:gdLst/>
              <a:ahLst/>
              <a:cxnLst/>
              <a:rect l="l" t="t" r="r" b="b"/>
              <a:pathLst>
                <a:path w="504" h="495" extrusionOk="0">
                  <a:moveTo>
                    <a:pt x="252" y="0"/>
                  </a:moveTo>
                  <a:cubicBezTo>
                    <a:pt x="116" y="0"/>
                    <a:pt x="1" y="107"/>
                    <a:pt x="1" y="243"/>
                  </a:cubicBezTo>
                  <a:cubicBezTo>
                    <a:pt x="1" y="388"/>
                    <a:pt x="116" y="494"/>
                    <a:pt x="252" y="494"/>
                  </a:cubicBezTo>
                  <a:cubicBezTo>
                    <a:pt x="388" y="494"/>
                    <a:pt x="503" y="388"/>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11"/>
            <p:cNvSpPr/>
            <p:nvPr/>
          </p:nvSpPr>
          <p:spPr>
            <a:xfrm>
              <a:off x="3523550" y="1197875"/>
              <a:ext cx="12375" cy="12375"/>
            </a:xfrm>
            <a:custGeom>
              <a:avLst/>
              <a:gdLst/>
              <a:ahLst/>
              <a:cxnLst/>
              <a:rect l="l" t="t" r="r" b="b"/>
              <a:pathLst>
                <a:path w="495" h="495" extrusionOk="0">
                  <a:moveTo>
                    <a:pt x="250" y="0"/>
                  </a:moveTo>
                  <a:cubicBezTo>
                    <a:pt x="107" y="0"/>
                    <a:pt x="0" y="107"/>
                    <a:pt x="0" y="243"/>
                  </a:cubicBezTo>
                  <a:cubicBezTo>
                    <a:pt x="0" y="388"/>
                    <a:pt x="107" y="494"/>
                    <a:pt x="250" y="494"/>
                  </a:cubicBezTo>
                  <a:cubicBezTo>
                    <a:pt x="388" y="494"/>
                    <a:pt x="494" y="388"/>
                    <a:pt x="494" y="243"/>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11"/>
            <p:cNvSpPr/>
            <p:nvPr/>
          </p:nvSpPr>
          <p:spPr>
            <a:xfrm>
              <a:off x="676400" y="12896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11"/>
            <p:cNvSpPr/>
            <p:nvPr/>
          </p:nvSpPr>
          <p:spPr>
            <a:xfrm>
              <a:off x="768325" y="1289625"/>
              <a:ext cx="12400" cy="12575"/>
            </a:xfrm>
            <a:custGeom>
              <a:avLst/>
              <a:gdLst/>
              <a:ahLst/>
              <a:cxnLst/>
              <a:rect l="l" t="t" r="r" b="b"/>
              <a:pathLst>
                <a:path w="496" h="503" extrusionOk="0">
                  <a:moveTo>
                    <a:pt x="245" y="0"/>
                  </a:moveTo>
                  <a:cubicBezTo>
                    <a:pt x="109" y="0"/>
                    <a:pt x="0" y="116"/>
                    <a:pt x="0" y="252"/>
                  </a:cubicBezTo>
                  <a:cubicBezTo>
                    <a:pt x="0" y="387"/>
                    <a:pt x="109" y="503"/>
                    <a:pt x="245" y="503"/>
                  </a:cubicBezTo>
                  <a:cubicBezTo>
                    <a:pt x="388" y="503"/>
                    <a:pt x="496" y="387"/>
                    <a:pt x="496" y="252"/>
                  </a:cubicBezTo>
                  <a:cubicBezTo>
                    <a:pt x="496" y="116"/>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11"/>
            <p:cNvSpPr/>
            <p:nvPr/>
          </p:nvSpPr>
          <p:spPr>
            <a:xfrm>
              <a:off x="860125" y="1289625"/>
              <a:ext cx="12525" cy="12575"/>
            </a:xfrm>
            <a:custGeom>
              <a:avLst/>
              <a:gdLst/>
              <a:ahLst/>
              <a:cxnLst/>
              <a:rect l="l" t="t" r="r" b="b"/>
              <a:pathLst>
                <a:path w="501" h="503" extrusionOk="0">
                  <a:moveTo>
                    <a:pt x="251" y="0"/>
                  </a:moveTo>
                  <a:cubicBezTo>
                    <a:pt x="114" y="0"/>
                    <a:pt x="0" y="116"/>
                    <a:pt x="0" y="252"/>
                  </a:cubicBezTo>
                  <a:cubicBezTo>
                    <a:pt x="0" y="387"/>
                    <a:pt x="114" y="503"/>
                    <a:pt x="251" y="503"/>
                  </a:cubicBezTo>
                  <a:cubicBezTo>
                    <a:pt x="387" y="503"/>
                    <a:pt x="501" y="387"/>
                    <a:pt x="501" y="252"/>
                  </a:cubicBezTo>
                  <a:cubicBezTo>
                    <a:pt x="501"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11"/>
            <p:cNvSpPr/>
            <p:nvPr/>
          </p:nvSpPr>
          <p:spPr>
            <a:xfrm>
              <a:off x="951850" y="12896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11"/>
            <p:cNvSpPr/>
            <p:nvPr/>
          </p:nvSpPr>
          <p:spPr>
            <a:xfrm>
              <a:off x="1043825" y="1289625"/>
              <a:ext cx="12375" cy="12575"/>
            </a:xfrm>
            <a:custGeom>
              <a:avLst/>
              <a:gdLst/>
              <a:ahLst/>
              <a:cxnLst/>
              <a:rect l="l" t="t" r="r" b="b"/>
              <a:pathLst>
                <a:path w="495" h="503" extrusionOk="0">
                  <a:moveTo>
                    <a:pt x="250" y="0"/>
                  </a:moveTo>
                  <a:cubicBezTo>
                    <a:pt x="107" y="0"/>
                    <a:pt x="0" y="116"/>
                    <a:pt x="0" y="252"/>
                  </a:cubicBezTo>
                  <a:cubicBezTo>
                    <a:pt x="0" y="387"/>
                    <a:pt x="107" y="503"/>
                    <a:pt x="250" y="503"/>
                  </a:cubicBezTo>
                  <a:cubicBezTo>
                    <a:pt x="388" y="503"/>
                    <a:pt x="494" y="387"/>
                    <a:pt x="494" y="252"/>
                  </a:cubicBezTo>
                  <a:cubicBezTo>
                    <a:pt x="494"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11"/>
            <p:cNvSpPr/>
            <p:nvPr/>
          </p:nvSpPr>
          <p:spPr>
            <a:xfrm>
              <a:off x="1135575" y="1289625"/>
              <a:ext cx="12575" cy="12575"/>
            </a:xfrm>
            <a:custGeom>
              <a:avLst/>
              <a:gdLst/>
              <a:ahLst/>
              <a:cxnLst/>
              <a:rect l="l" t="t" r="r" b="b"/>
              <a:pathLst>
                <a:path w="503" h="503" extrusionOk="0">
                  <a:moveTo>
                    <a:pt x="252" y="0"/>
                  </a:moveTo>
                  <a:cubicBezTo>
                    <a:pt x="116" y="0"/>
                    <a:pt x="0" y="116"/>
                    <a:pt x="0" y="252"/>
                  </a:cubicBezTo>
                  <a:cubicBezTo>
                    <a:pt x="0" y="387"/>
                    <a:pt x="116" y="503"/>
                    <a:pt x="252" y="503"/>
                  </a:cubicBezTo>
                  <a:cubicBezTo>
                    <a:pt x="387" y="503"/>
                    <a:pt x="503" y="387"/>
                    <a:pt x="503" y="252"/>
                  </a:cubicBezTo>
                  <a:cubicBezTo>
                    <a:pt x="503"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11"/>
            <p:cNvSpPr/>
            <p:nvPr/>
          </p:nvSpPr>
          <p:spPr>
            <a:xfrm>
              <a:off x="1227500" y="1289625"/>
              <a:ext cx="12400" cy="12575"/>
            </a:xfrm>
            <a:custGeom>
              <a:avLst/>
              <a:gdLst/>
              <a:ahLst/>
              <a:cxnLst/>
              <a:rect l="l" t="t" r="r" b="b"/>
              <a:pathLst>
                <a:path w="496" h="503" extrusionOk="0">
                  <a:moveTo>
                    <a:pt x="251" y="0"/>
                  </a:moveTo>
                  <a:cubicBezTo>
                    <a:pt x="109" y="0"/>
                    <a:pt x="0" y="116"/>
                    <a:pt x="0" y="252"/>
                  </a:cubicBezTo>
                  <a:cubicBezTo>
                    <a:pt x="0" y="387"/>
                    <a:pt x="109" y="503"/>
                    <a:pt x="251" y="503"/>
                  </a:cubicBezTo>
                  <a:cubicBezTo>
                    <a:pt x="387" y="503"/>
                    <a:pt x="496" y="387"/>
                    <a:pt x="496" y="252"/>
                  </a:cubicBezTo>
                  <a:cubicBezTo>
                    <a:pt x="496"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11"/>
            <p:cNvSpPr/>
            <p:nvPr/>
          </p:nvSpPr>
          <p:spPr>
            <a:xfrm>
              <a:off x="1319275" y="1289625"/>
              <a:ext cx="12550" cy="12575"/>
            </a:xfrm>
            <a:custGeom>
              <a:avLst/>
              <a:gdLst/>
              <a:ahLst/>
              <a:cxnLst/>
              <a:rect l="l" t="t" r="r" b="b"/>
              <a:pathLst>
                <a:path w="502" h="503" extrusionOk="0">
                  <a:moveTo>
                    <a:pt x="252" y="0"/>
                  </a:moveTo>
                  <a:cubicBezTo>
                    <a:pt x="114" y="0"/>
                    <a:pt x="1" y="116"/>
                    <a:pt x="1" y="252"/>
                  </a:cubicBezTo>
                  <a:cubicBezTo>
                    <a:pt x="1" y="387"/>
                    <a:pt x="114" y="503"/>
                    <a:pt x="252" y="503"/>
                  </a:cubicBezTo>
                  <a:cubicBezTo>
                    <a:pt x="388" y="503"/>
                    <a:pt x="501" y="387"/>
                    <a:pt x="501" y="252"/>
                  </a:cubicBezTo>
                  <a:cubicBezTo>
                    <a:pt x="501"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11"/>
            <p:cNvSpPr/>
            <p:nvPr/>
          </p:nvSpPr>
          <p:spPr>
            <a:xfrm>
              <a:off x="1411200" y="1289625"/>
              <a:ext cx="12425" cy="12575"/>
            </a:xfrm>
            <a:custGeom>
              <a:avLst/>
              <a:gdLst/>
              <a:ahLst/>
              <a:cxnLst/>
              <a:rect l="l" t="t" r="r" b="b"/>
              <a:pathLst>
                <a:path w="497" h="503" extrusionOk="0">
                  <a:moveTo>
                    <a:pt x="245" y="0"/>
                  </a:moveTo>
                  <a:cubicBezTo>
                    <a:pt x="109" y="0"/>
                    <a:pt x="1" y="116"/>
                    <a:pt x="1" y="252"/>
                  </a:cubicBezTo>
                  <a:cubicBezTo>
                    <a:pt x="1" y="387"/>
                    <a:pt x="109" y="503"/>
                    <a:pt x="245" y="503"/>
                  </a:cubicBezTo>
                  <a:cubicBezTo>
                    <a:pt x="388" y="503"/>
                    <a:pt x="496" y="387"/>
                    <a:pt x="496" y="252"/>
                  </a:cubicBezTo>
                  <a:cubicBezTo>
                    <a:pt x="496" y="116"/>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11"/>
            <p:cNvSpPr/>
            <p:nvPr/>
          </p:nvSpPr>
          <p:spPr>
            <a:xfrm>
              <a:off x="1503000" y="1289625"/>
              <a:ext cx="12525" cy="12575"/>
            </a:xfrm>
            <a:custGeom>
              <a:avLst/>
              <a:gdLst/>
              <a:ahLst/>
              <a:cxnLst/>
              <a:rect l="l" t="t" r="r" b="b"/>
              <a:pathLst>
                <a:path w="501" h="503" extrusionOk="0">
                  <a:moveTo>
                    <a:pt x="250" y="0"/>
                  </a:moveTo>
                  <a:cubicBezTo>
                    <a:pt x="114" y="0"/>
                    <a:pt x="0" y="116"/>
                    <a:pt x="0" y="252"/>
                  </a:cubicBezTo>
                  <a:cubicBezTo>
                    <a:pt x="0" y="387"/>
                    <a:pt x="114" y="503"/>
                    <a:pt x="250" y="503"/>
                  </a:cubicBezTo>
                  <a:cubicBezTo>
                    <a:pt x="387" y="503"/>
                    <a:pt x="501" y="387"/>
                    <a:pt x="501" y="252"/>
                  </a:cubicBezTo>
                  <a:cubicBezTo>
                    <a:pt x="501" y="116"/>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11"/>
            <p:cNvSpPr/>
            <p:nvPr/>
          </p:nvSpPr>
          <p:spPr>
            <a:xfrm>
              <a:off x="1594750" y="1289625"/>
              <a:ext cx="12575" cy="12575"/>
            </a:xfrm>
            <a:custGeom>
              <a:avLst/>
              <a:gdLst/>
              <a:ahLst/>
              <a:cxnLst/>
              <a:rect l="l" t="t" r="r" b="b"/>
              <a:pathLst>
                <a:path w="503" h="503" extrusionOk="0">
                  <a:moveTo>
                    <a:pt x="251" y="0"/>
                  </a:moveTo>
                  <a:cubicBezTo>
                    <a:pt x="115" y="0"/>
                    <a:pt x="0" y="116"/>
                    <a:pt x="0" y="252"/>
                  </a:cubicBezTo>
                  <a:cubicBezTo>
                    <a:pt x="0" y="387"/>
                    <a:pt x="115" y="503"/>
                    <a:pt x="251" y="503"/>
                  </a:cubicBezTo>
                  <a:cubicBezTo>
                    <a:pt x="394" y="503"/>
                    <a:pt x="503" y="387"/>
                    <a:pt x="503" y="252"/>
                  </a:cubicBezTo>
                  <a:cubicBezTo>
                    <a:pt x="503" y="116"/>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11"/>
            <p:cNvSpPr/>
            <p:nvPr/>
          </p:nvSpPr>
          <p:spPr>
            <a:xfrm>
              <a:off x="1686650" y="12896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11"/>
            <p:cNvSpPr/>
            <p:nvPr/>
          </p:nvSpPr>
          <p:spPr>
            <a:xfrm>
              <a:off x="1778450" y="1289625"/>
              <a:ext cx="12550" cy="12575"/>
            </a:xfrm>
            <a:custGeom>
              <a:avLst/>
              <a:gdLst/>
              <a:ahLst/>
              <a:cxnLst/>
              <a:rect l="l" t="t" r="r" b="b"/>
              <a:pathLst>
                <a:path w="502" h="503" extrusionOk="0">
                  <a:moveTo>
                    <a:pt x="252" y="0"/>
                  </a:moveTo>
                  <a:cubicBezTo>
                    <a:pt x="114" y="0"/>
                    <a:pt x="1" y="116"/>
                    <a:pt x="1" y="252"/>
                  </a:cubicBezTo>
                  <a:cubicBezTo>
                    <a:pt x="1" y="387"/>
                    <a:pt x="114" y="503"/>
                    <a:pt x="252" y="503"/>
                  </a:cubicBezTo>
                  <a:cubicBezTo>
                    <a:pt x="388" y="503"/>
                    <a:pt x="501" y="387"/>
                    <a:pt x="501" y="252"/>
                  </a:cubicBezTo>
                  <a:cubicBezTo>
                    <a:pt x="501"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11"/>
            <p:cNvSpPr/>
            <p:nvPr/>
          </p:nvSpPr>
          <p:spPr>
            <a:xfrm>
              <a:off x="1870375" y="1289625"/>
              <a:ext cx="12400" cy="12575"/>
            </a:xfrm>
            <a:custGeom>
              <a:avLst/>
              <a:gdLst/>
              <a:ahLst/>
              <a:cxnLst/>
              <a:rect l="l" t="t" r="r" b="b"/>
              <a:pathLst>
                <a:path w="496" h="503" extrusionOk="0">
                  <a:moveTo>
                    <a:pt x="252" y="0"/>
                  </a:moveTo>
                  <a:cubicBezTo>
                    <a:pt x="109" y="0"/>
                    <a:pt x="0" y="116"/>
                    <a:pt x="0" y="252"/>
                  </a:cubicBezTo>
                  <a:cubicBezTo>
                    <a:pt x="0" y="387"/>
                    <a:pt x="109" y="503"/>
                    <a:pt x="252" y="503"/>
                  </a:cubicBezTo>
                  <a:cubicBezTo>
                    <a:pt x="387" y="503"/>
                    <a:pt x="496" y="387"/>
                    <a:pt x="496" y="252"/>
                  </a:cubicBezTo>
                  <a:cubicBezTo>
                    <a:pt x="496"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11"/>
            <p:cNvSpPr/>
            <p:nvPr/>
          </p:nvSpPr>
          <p:spPr>
            <a:xfrm>
              <a:off x="1962150" y="1289625"/>
              <a:ext cx="12550" cy="12575"/>
            </a:xfrm>
            <a:custGeom>
              <a:avLst/>
              <a:gdLst/>
              <a:ahLst/>
              <a:cxnLst/>
              <a:rect l="l" t="t" r="r" b="b"/>
              <a:pathLst>
                <a:path w="502" h="503" extrusionOk="0">
                  <a:moveTo>
                    <a:pt x="250" y="0"/>
                  </a:moveTo>
                  <a:cubicBezTo>
                    <a:pt x="114" y="0"/>
                    <a:pt x="1" y="116"/>
                    <a:pt x="1" y="252"/>
                  </a:cubicBezTo>
                  <a:cubicBezTo>
                    <a:pt x="1" y="387"/>
                    <a:pt x="114" y="503"/>
                    <a:pt x="250" y="503"/>
                  </a:cubicBezTo>
                  <a:cubicBezTo>
                    <a:pt x="388" y="503"/>
                    <a:pt x="502" y="387"/>
                    <a:pt x="502" y="252"/>
                  </a:cubicBezTo>
                  <a:cubicBezTo>
                    <a:pt x="502"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11"/>
            <p:cNvSpPr/>
            <p:nvPr/>
          </p:nvSpPr>
          <p:spPr>
            <a:xfrm>
              <a:off x="2054075" y="1289625"/>
              <a:ext cx="12425" cy="12575"/>
            </a:xfrm>
            <a:custGeom>
              <a:avLst/>
              <a:gdLst/>
              <a:ahLst/>
              <a:cxnLst/>
              <a:rect l="l" t="t" r="r" b="b"/>
              <a:pathLst>
                <a:path w="497" h="503" extrusionOk="0">
                  <a:moveTo>
                    <a:pt x="252" y="0"/>
                  </a:moveTo>
                  <a:cubicBezTo>
                    <a:pt x="109" y="0"/>
                    <a:pt x="1" y="116"/>
                    <a:pt x="1" y="252"/>
                  </a:cubicBezTo>
                  <a:cubicBezTo>
                    <a:pt x="1" y="387"/>
                    <a:pt x="109" y="503"/>
                    <a:pt x="252" y="503"/>
                  </a:cubicBezTo>
                  <a:cubicBezTo>
                    <a:pt x="388" y="503"/>
                    <a:pt x="496" y="387"/>
                    <a:pt x="496" y="252"/>
                  </a:cubicBezTo>
                  <a:cubicBezTo>
                    <a:pt x="496"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11"/>
            <p:cNvSpPr/>
            <p:nvPr/>
          </p:nvSpPr>
          <p:spPr>
            <a:xfrm>
              <a:off x="2145825" y="12896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11"/>
            <p:cNvSpPr/>
            <p:nvPr/>
          </p:nvSpPr>
          <p:spPr>
            <a:xfrm>
              <a:off x="2237800" y="1289625"/>
              <a:ext cx="12350" cy="12575"/>
            </a:xfrm>
            <a:custGeom>
              <a:avLst/>
              <a:gdLst/>
              <a:ahLst/>
              <a:cxnLst/>
              <a:rect l="l" t="t" r="r" b="b"/>
              <a:pathLst>
                <a:path w="494" h="503" extrusionOk="0">
                  <a:moveTo>
                    <a:pt x="244" y="0"/>
                  </a:moveTo>
                  <a:cubicBezTo>
                    <a:pt x="107" y="0"/>
                    <a:pt x="0" y="116"/>
                    <a:pt x="0" y="252"/>
                  </a:cubicBezTo>
                  <a:cubicBezTo>
                    <a:pt x="0" y="387"/>
                    <a:pt x="107" y="503"/>
                    <a:pt x="244" y="503"/>
                  </a:cubicBezTo>
                  <a:cubicBezTo>
                    <a:pt x="387" y="503"/>
                    <a:pt x="494" y="387"/>
                    <a:pt x="494" y="252"/>
                  </a:cubicBezTo>
                  <a:cubicBezTo>
                    <a:pt x="494" y="116"/>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11"/>
            <p:cNvSpPr/>
            <p:nvPr/>
          </p:nvSpPr>
          <p:spPr>
            <a:xfrm>
              <a:off x="2329550" y="1289625"/>
              <a:ext cx="12575" cy="12575"/>
            </a:xfrm>
            <a:custGeom>
              <a:avLst/>
              <a:gdLst/>
              <a:ahLst/>
              <a:cxnLst/>
              <a:rect l="l" t="t" r="r" b="b"/>
              <a:pathLst>
                <a:path w="503" h="503" extrusionOk="0">
                  <a:moveTo>
                    <a:pt x="251" y="0"/>
                  </a:moveTo>
                  <a:cubicBezTo>
                    <a:pt x="115" y="0"/>
                    <a:pt x="0" y="116"/>
                    <a:pt x="0" y="252"/>
                  </a:cubicBezTo>
                  <a:cubicBezTo>
                    <a:pt x="0" y="387"/>
                    <a:pt x="115" y="503"/>
                    <a:pt x="251" y="503"/>
                  </a:cubicBezTo>
                  <a:cubicBezTo>
                    <a:pt x="387" y="503"/>
                    <a:pt x="502" y="387"/>
                    <a:pt x="502" y="252"/>
                  </a:cubicBezTo>
                  <a:cubicBezTo>
                    <a:pt x="502"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11"/>
            <p:cNvSpPr/>
            <p:nvPr/>
          </p:nvSpPr>
          <p:spPr>
            <a:xfrm>
              <a:off x="2421325" y="1289625"/>
              <a:ext cx="12550" cy="12575"/>
            </a:xfrm>
            <a:custGeom>
              <a:avLst/>
              <a:gdLst/>
              <a:ahLst/>
              <a:cxnLst/>
              <a:rect l="l" t="t" r="r" b="b"/>
              <a:pathLst>
                <a:path w="502" h="503" extrusionOk="0">
                  <a:moveTo>
                    <a:pt x="250" y="0"/>
                  </a:moveTo>
                  <a:cubicBezTo>
                    <a:pt x="114" y="0"/>
                    <a:pt x="1" y="116"/>
                    <a:pt x="1" y="252"/>
                  </a:cubicBezTo>
                  <a:cubicBezTo>
                    <a:pt x="1" y="387"/>
                    <a:pt x="114" y="503"/>
                    <a:pt x="250" y="503"/>
                  </a:cubicBezTo>
                  <a:cubicBezTo>
                    <a:pt x="395" y="503"/>
                    <a:pt x="501" y="387"/>
                    <a:pt x="501" y="252"/>
                  </a:cubicBezTo>
                  <a:cubicBezTo>
                    <a:pt x="501" y="116"/>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11"/>
            <p:cNvSpPr/>
            <p:nvPr/>
          </p:nvSpPr>
          <p:spPr>
            <a:xfrm>
              <a:off x="2513250" y="1289625"/>
              <a:ext cx="12575" cy="12575"/>
            </a:xfrm>
            <a:custGeom>
              <a:avLst/>
              <a:gdLst/>
              <a:ahLst/>
              <a:cxnLst/>
              <a:rect l="l" t="t" r="r" b="b"/>
              <a:pathLst>
                <a:path w="503" h="503" extrusionOk="0">
                  <a:moveTo>
                    <a:pt x="252" y="0"/>
                  </a:moveTo>
                  <a:cubicBezTo>
                    <a:pt x="109" y="0"/>
                    <a:pt x="0" y="116"/>
                    <a:pt x="0" y="252"/>
                  </a:cubicBezTo>
                  <a:cubicBezTo>
                    <a:pt x="0" y="387"/>
                    <a:pt x="109"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11"/>
            <p:cNvSpPr/>
            <p:nvPr/>
          </p:nvSpPr>
          <p:spPr>
            <a:xfrm>
              <a:off x="2605000" y="1289625"/>
              <a:ext cx="12575" cy="12575"/>
            </a:xfrm>
            <a:custGeom>
              <a:avLst/>
              <a:gdLst/>
              <a:ahLst/>
              <a:cxnLst/>
              <a:rect l="l" t="t" r="r" b="b"/>
              <a:pathLst>
                <a:path w="503" h="503" extrusionOk="0">
                  <a:moveTo>
                    <a:pt x="252" y="0"/>
                  </a:moveTo>
                  <a:cubicBezTo>
                    <a:pt x="116" y="0"/>
                    <a:pt x="0" y="116"/>
                    <a:pt x="0" y="252"/>
                  </a:cubicBezTo>
                  <a:cubicBezTo>
                    <a:pt x="0" y="387"/>
                    <a:pt x="116" y="503"/>
                    <a:pt x="252" y="503"/>
                  </a:cubicBezTo>
                  <a:cubicBezTo>
                    <a:pt x="387" y="503"/>
                    <a:pt x="503" y="387"/>
                    <a:pt x="503" y="252"/>
                  </a:cubicBezTo>
                  <a:cubicBezTo>
                    <a:pt x="503"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11"/>
            <p:cNvSpPr/>
            <p:nvPr/>
          </p:nvSpPr>
          <p:spPr>
            <a:xfrm>
              <a:off x="2696950" y="1289625"/>
              <a:ext cx="12375" cy="12575"/>
            </a:xfrm>
            <a:custGeom>
              <a:avLst/>
              <a:gdLst/>
              <a:ahLst/>
              <a:cxnLst/>
              <a:rect l="l" t="t" r="r" b="b"/>
              <a:pathLst>
                <a:path w="495" h="503" extrusionOk="0">
                  <a:moveTo>
                    <a:pt x="252" y="0"/>
                  </a:moveTo>
                  <a:cubicBezTo>
                    <a:pt x="108" y="0"/>
                    <a:pt x="1" y="116"/>
                    <a:pt x="1" y="252"/>
                  </a:cubicBezTo>
                  <a:cubicBezTo>
                    <a:pt x="1" y="387"/>
                    <a:pt x="108" y="503"/>
                    <a:pt x="252" y="503"/>
                  </a:cubicBezTo>
                  <a:cubicBezTo>
                    <a:pt x="388" y="503"/>
                    <a:pt x="495" y="387"/>
                    <a:pt x="495" y="252"/>
                  </a:cubicBezTo>
                  <a:cubicBezTo>
                    <a:pt x="495"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11"/>
            <p:cNvSpPr/>
            <p:nvPr/>
          </p:nvSpPr>
          <p:spPr>
            <a:xfrm>
              <a:off x="2788700" y="12896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11"/>
            <p:cNvSpPr/>
            <p:nvPr/>
          </p:nvSpPr>
          <p:spPr>
            <a:xfrm>
              <a:off x="2880675" y="1289625"/>
              <a:ext cx="12375" cy="12575"/>
            </a:xfrm>
            <a:custGeom>
              <a:avLst/>
              <a:gdLst/>
              <a:ahLst/>
              <a:cxnLst/>
              <a:rect l="l" t="t" r="r" b="b"/>
              <a:pathLst>
                <a:path w="495" h="503" extrusionOk="0">
                  <a:moveTo>
                    <a:pt x="243" y="0"/>
                  </a:moveTo>
                  <a:cubicBezTo>
                    <a:pt x="107" y="0"/>
                    <a:pt x="0" y="116"/>
                    <a:pt x="0" y="252"/>
                  </a:cubicBezTo>
                  <a:cubicBezTo>
                    <a:pt x="0" y="387"/>
                    <a:pt x="107" y="503"/>
                    <a:pt x="243" y="503"/>
                  </a:cubicBezTo>
                  <a:cubicBezTo>
                    <a:pt x="387" y="503"/>
                    <a:pt x="494" y="387"/>
                    <a:pt x="494" y="252"/>
                  </a:cubicBezTo>
                  <a:cubicBezTo>
                    <a:pt x="494" y="116"/>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11"/>
            <p:cNvSpPr/>
            <p:nvPr/>
          </p:nvSpPr>
          <p:spPr>
            <a:xfrm>
              <a:off x="2972425" y="1289625"/>
              <a:ext cx="12575" cy="12575"/>
            </a:xfrm>
            <a:custGeom>
              <a:avLst/>
              <a:gdLst/>
              <a:ahLst/>
              <a:cxnLst/>
              <a:rect l="l" t="t" r="r" b="b"/>
              <a:pathLst>
                <a:path w="503" h="503" extrusionOk="0">
                  <a:moveTo>
                    <a:pt x="251" y="0"/>
                  </a:moveTo>
                  <a:cubicBezTo>
                    <a:pt x="115" y="0"/>
                    <a:pt x="0" y="116"/>
                    <a:pt x="0" y="252"/>
                  </a:cubicBezTo>
                  <a:cubicBezTo>
                    <a:pt x="0" y="387"/>
                    <a:pt x="115" y="503"/>
                    <a:pt x="251" y="503"/>
                  </a:cubicBezTo>
                  <a:cubicBezTo>
                    <a:pt x="387" y="503"/>
                    <a:pt x="503" y="387"/>
                    <a:pt x="503" y="252"/>
                  </a:cubicBezTo>
                  <a:cubicBezTo>
                    <a:pt x="503"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11"/>
            <p:cNvSpPr/>
            <p:nvPr/>
          </p:nvSpPr>
          <p:spPr>
            <a:xfrm>
              <a:off x="3064375" y="1289625"/>
              <a:ext cx="12375" cy="12575"/>
            </a:xfrm>
            <a:custGeom>
              <a:avLst/>
              <a:gdLst/>
              <a:ahLst/>
              <a:cxnLst/>
              <a:rect l="l" t="t" r="r" b="b"/>
              <a:pathLst>
                <a:path w="495" h="503" extrusionOk="0">
                  <a:moveTo>
                    <a:pt x="243" y="0"/>
                  </a:moveTo>
                  <a:cubicBezTo>
                    <a:pt x="107" y="0"/>
                    <a:pt x="1" y="116"/>
                    <a:pt x="1" y="252"/>
                  </a:cubicBezTo>
                  <a:cubicBezTo>
                    <a:pt x="1" y="387"/>
                    <a:pt x="107" y="503"/>
                    <a:pt x="243" y="503"/>
                  </a:cubicBezTo>
                  <a:cubicBezTo>
                    <a:pt x="388" y="503"/>
                    <a:pt x="495" y="387"/>
                    <a:pt x="495" y="252"/>
                  </a:cubicBezTo>
                  <a:cubicBezTo>
                    <a:pt x="495" y="116"/>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11"/>
            <p:cNvSpPr/>
            <p:nvPr/>
          </p:nvSpPr>
          <p:spPr>
            <a:xfrm>
              <a:off x="3156125" y="12896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11"/>
            <p:cNvSpPr/>
            <p:nvPr/>
          </p:nvSpPr>
          <p:spPr>
            <a:xfrm>
              <a:off x="3247875" y="1289625"/>
              <a:ext cx="12575" cy="12575"/>
            </a:xfrm>
            <a:custGeom>
              <a:avLst/>
              <a:gdLst/>
              <a:ahLst/>
              <a:cxnLst/>
              <a:rect l="l" t="t" r="r" b="b"/>
              <a:pathLst>
                <a:path w="503"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11"/>
            <p:cNvSpPr/>
            <p:nvPr/>
          </p:nvSpPr>
          <p:spPr>
            <a:xfrm>
              <a:off x="3339850" y="1289625"/>
              <a:ext cx="12525" cy="12575"/>
            </a:xfrm>
            <a:custGeom>
              <a:avLst/>
              <a:gdLst/>
              <a:ahLst/>
              <a:cxnLst/>
              <a:rect l="l" t="t" r="r" b="b"/>
              <a:pathLst>
                <a:path w="501" h="503" extrusionOk="0">
                  <a:moveTo>
                    <a:pt x="251" y="0"/>
                  </a:moveTo>
                  <a:cubicBezTo>
                    <a:pt x="107" y="0"/>
                    <a:pt x="0" y="116"/>
                    <a:pt x="0" y="252"/>
                  </a:cubicBezTo>
                  <a:cubicBezTo>
                    <a:pt x="0" y="387"/>
                    <a:pt x="107" y="503"/>
                    <a:pt x="251" y="503"/>
                  </a:cubicBezTo>
                  <a:cubicBezTo>
                    <a:pt x="387" y="503"/>
                    <a:pt x="501" y="387"/>
                    <a:pt x="501" y="252"/>
                  </a:cubicBezTo>
                  <a:cubicBezTo>
                    <a:pt x="501"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11"/>
            <p:cNvSpPr/>
            <p:nvPr/>
          </p:nvSpPr>
          <p:spPr>
            <a:xfrm>
              <a:off x="3431575" y="12896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11"/>
            <p:cNvSpPr/>
            <p:nvPr/>
          </p:nvSpPr>
          <p:spPr>
            <a:xfrm>
              <a:off x="3523550" y="1289625"/>
              <a:ext cx="12375" cy="12575"/>
            </a:xfrm>
            <a:custGeom>
              <a:avLst/>
              <a:gdLst/>
              <a:ahLst/>
              <a:cxnLst/>
              <a:rect l="l" t="t" r="r" b="b"/>
              <a:pathLst>
                <a:path w="495" h="503" extrusionOk="0">
                  <a:moveTo>
                    <a:pt x="250" y="0"/>
                  </a:moveTo>
                  <a:cubicBezTo>
                    <a:pt x="107" y="0"/>
                    <a:pt x="0" y="116"/>
                    <a:pt x="0" y="252"/>
                  </a:cubicBezTo>
                  <a:cubicBezTo>
                    <a:pt x="0" y="387"/>
                    <a:pt x="107" y="503"/>
                    <a:pt x="250" y="503"/>
                  </a:cubicBezTo>
                  <a:cubicBezTo>
                    <a:pt x="388" y="503"/>
                    <a:pt x="494" y="387"/>
                    <a:pt x="494" y="252"/>
                  </a:cubicBezTo>
                  <a:cubicBezTo>
                    <a:pt x="494"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11"/>
            <p:cNvSpPr/>
            <p:nvPr/>
          </p:nvSpPr>
          <p:spPr>
            <a:xfrm>
              <a:off x="676400" y="1381375"/>
              <a:ext cx="12600" cy="12575"/>
            </a:xfrm>
            <a:custGeom>
              <a:avLst/>
              <a:gdLst/>
              <a:ahLst/>
              <a:cxnLst/>
              <a:rect l="l" t="t" r="r" b="b"/>
              <a:pathLst>
                <a:path w="504" h="503" extrusionOk="0">
                  <a:moveTo>
                    <a:pt x="252" y="0"/>
                  </a:moveTo>
                  <a:cubicBezTo>
                    <a:pt x="116" y="0"/>
                    <a:pt x="1" y="116"/>
                    <a:pt x="1" y="251"/>
                  </a:cubicBezTo>
                  <a:cubicBezTo>
                    <a:pt x="1" y="394"/>
                    <a:pt x="116" y="503"/>
                    <a:pt x="252" y="503"/>
                  </a:cubicBezTo>
                  <a:cubicBezTo>
                    <a:pt x="388" y="503"/>
                    <a:pt x="503" y="394"/>
                    <a:pt x="503" y="251"/>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11"/>
            <p:cNvSpPr/>
            <p:nvPr/>
          </p:nvSpPr>
          <p:spPr>
            <a:xfrm>
              <a:off x="768325" y="1381375"/>
              <a:ext cx="12400" cy="12575"/>
            </a:xfrm>
            <a:custGeom>
              <a:avLst/>
              <a:gdLst/>
              <a:ahLst/>
              <a:cxnLst/>
              <a:rect l="l" t="t" r="r" b="b"/>
              <a:pathLst>
                <a:path w="496" h="503" extrusionOk="0">
                  <a:moveTo>
                    <a:pt x="245" y="0"/>
                  </a:moveTo>
                  <a:cubicBezTo>
                    <a:pt x="109" y="0"/>
                    <a:pt x="0" y="116"/>
                    <a:pt x="0" y="251"/>
                  </a:cubicBezTo>
                  <a:cubicBezTo>
                    <a:pt x="0" y="394"/>
                    <a:pt x="109" y="503"/>
                    <a:pt x="245" y="503"/>
                  </a:cubicBezTo>
                  <a:cubicBezTo>
                    <a:pt x="388" y="503"/>
                    <a:pt x="496" y="394"/>
                    <a:pt x="496" y="251"/>
                  </a:cubicBezTo>
                  <a:cubicBezTo>
                    <a:pt x="496" y="116"/>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11"/>
            <p:cNvSpPr/>
            <p:nvPr/>
          </p:nvSpPr>
          <p:spPr>
            <a:xfrm>
              <a:off x="860125" y="1381375"/>
              <a:ext cx="12525" cy="12575"/>
            </a:xfrm>
            <a:custGeom>
              <a:avLst/>
              <a:gdLst/>
              <a:ahLst/>
              <a:cxnLst/>
              <a:rect l="l" t="t" r="r" b="b"/>
              <a:pathLst>
                <a:path w="501" h="503" extrusionOk="0">
                  <a:moveTo>
                    <a:pt x="251" y="0"/>
                  </a:moveTo>
                  <a:cubicBezTo>
                    <a:pt x="114" y="0"/>
                    <a:pt x="0" y="116"/>
                    <a:pt x="0" y="251"/>
                  </a:cubicBezTo>
                  <a:cubicBezTo>
                    <a:pt x="0" y="394"/>
                    <a:pt x="114" y="503"/>
                    <a:pt x="251" y="503"/>
                  </a:cubicBezTo>
                  <a:cubicBezTo>
                    <a:pt x="387" y="503"/>
                    <a:pt x="501" y="394"/>
                    <a:pt x="501" y="251"/>
                  </a:cubicBezTo>
                  <a:cubicBezTo>
                    <a:pt x="501"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11"/>
            <p:cNvSpPr/>
            <p:nvPr/>
          </p:nvSpPr>
          <p:spPr>
            <a:xfrm>
              <a:off x="951850" y="1381375"/>
              <a:ext cx="12600" cy="12575"/>
            </a:xfrm>
            <a:custGeom>
              <a:avLst/>
              <a:gdLst/>
              <a:ahLst/>
              <a:cxnLst/>
              <a:rect l="l" t="t" r="r" b="b"/>
              <a:pathLst>
                <a:path w="504" h="503" extrusionOk="0">
                  <a:moveTo>
                    <a:pt x="252" y="0"/>
                  </a:moveTo>
                  <a:cubicBezTo>
                    <a:pt x="116" y="0"/>
                    <a:pt x="1" y="116"/>
                    <a:pt x="1" y="251"/>
                  </a:cubicBezTo>
                  <a:cubicBezTo>
                    <a:pt x="1" y="394"/>
                    <a:pt x="116" y="503"/>
                    <a:pt x="252" y="503"/>
                  </a:cubicBezTo>
                  <a:cubicBezTo>
                    <a:pt x="388" y="503"/>
                    <a:pt x="503" y="394"/>
                    <a:pt x="503" y="251"/>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11"/>
            <p:cNvSpPr/>
            <p:nvPr/>
          </p:nvSpPr>
          <p:spPr>
            <a:xfrm>
              <a:off x="1043825" y="1381375"/>
              <a:ext cx="12375" cy="12575"/>
            </a:xfrm>
            <a:custGeom>
              <a:avLst/>
              <a:gdLst/>
              <a:ahLst/>
              <a:cxnLst/>
              <a:rect l="l" t="t" r="r" b="b"/>
              <a:pathLst>
                <a:path w="495" h="503" extrusionOk="0">
                  <a:moveTo>
                    <a:pt x="250" y="0"/>
                  </a:moveTo>
                  <a:cubicBezTo>
                    <a:pt x="107" y="0"/>
                    <a:pt x="0" y="116"/>
                    <a:pt x="0" y="251"/>
                  </a:cubicBezTo>
                  <a:cubicBezTo>
                    <a:pt x="0" y="394"/>
                    <a:pt x="107" y="503"/>
                    <a:pt x="250" y="503"/>
                  </a:cubicBezTo>
                  <a:cubicBezTo>
                    <a:pt x="388" y="503"/>
                    <a:pt x="494" y="394"/>
                    <a:pt x="494" y="251"/>
                  </a:cubicBezTo>
                  <a:cubicBezTo>
                    <a:pt x="494"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11"/>
            <p:cNvSpPr/>
            <p:nvPr/>
          </p:nvSpPr>
          <p:spPr>
            <a:xfrm>
              <a:off x="1135575" y="1381375"/>
              <a:ext cx="12575" cy="12575"/>
            </a:xfrm>
            <a:custGeom>
              <a:avLst/>
              <a:gdLst/>
              <a:ahLst/>
              <a:cxnLst/>
              <a:rect l="l" t="t" r="r" b="b"/>
              <a:pathLst>
                <a:path w="503" h="503" extrusionOk="0">
                  <a:moveTo>
                    <a:pt x="252" y="0"/>
                  </a:moveTo>
                  <a:cubicBezTo>
                    <a:pt x="116" y="0"/>
                    <a:pt x="0" y="116"/>
                    <a:pt x="0" y="251"/>
                  </a:cubicBezTo>
                  <a:cubicBezTo>
                    <a:pt x="0" y="394"/>
                    <a:pt x="116" y="503"/>
                    <a:pt x="252" y="503"/>
                  </a:cubicBezTo>
                  <a:cubicBezTo>
                    <a:pt x="387" y="503"/>
                    <a:pt x="503" y="394"/>
                    <a:pt x="503" y="251"/>
                  </a:cubicBezTo>
                  <a:cubicBezTo>
                    <a:pt x="503"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11"/>
            <p:cNvSpPr/>
            <p:nvPr/>
          </p:nvSpPr>
          <p:spPr>
            <a:xfrm>
              <a:off x="1227500" y="1381375"/>
              <a:ext cx="12400" cy="12575"/>
            </a:xfrm>
            <a:custGeom>
              <a:avLst/>
              <a:gdLst/>
              <a:ahLst/>
              <a:cxnLst/>
              <a:rect l="l" t="t" r="r" b="b"/>
              <a:pathLst>
                <a:path w="496" h="503" extrusionOk="0">
                  <a:moveTo>
                    <a:pt x="251" y="0"/>
                  </a:moveTo>
                  <a:cubicBezTo>
                    <a:pt x="109" y="0"/>
                    <a:pt x="0" y="116"/>
                    <a:pt x="0" y="251"/>
                  </a:cubicBezTo>
                  <a:cubicBezTo>
                    <a:pt x="0" y="394"/>
                    <a:pt x="109" y="503"/>
                    <a:pt x="251" y="503"/>
                  </a:cubicBezTo>
                  <a:cubicBezTo>
                    <a:pt x="387" y="503"/>
                    <a:pt x="496" y="394"/>
                    <a:pt x="496" y="251"/>
                  </a:cubicBezTo>
                  <a:cubicBezTo>
                    <a:pt x="496"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11"/>
            <p:cNvSpPr/>
            <p:nvPr/>
          </p:nvSpPr>
          <p:spPr>
            <a:xfrm>
              <a:off x="1319275" y="1381375"/>
              <a:ext cx="12550" cy="12575"/>
            </a:xfrm>
            <a:custGeom>
              <a:avLst/>
              <a:gdLst/>
              <a:ahLst/>
              <a:cxnLst/>
              <a:rect l="l" t="t" r="r" b="b"/>
              <a:pathLst>
                <a:path w="502" h="503" extrusionOk="0">
                  <a:moveTo>
                    <a:pt x="252" y="0"/>
                  </a:moveTo>
                  <a:cubicBezTo>
                    <a:pt x="114" y="0"/>
                    <a:pt x="1" y="116"/>
                    <a:pt x="1" y="251"/>
                  </a:cubicBezTo>
                  <a:cubicBezTo>
                    <a:pt x="1" y="394"/>
                    <a:pt x="114" y="503"/>
                    <a:pt x="252" y="503"/>
                  </a:cubicBezTo>
                  <a:cubicBezTo>
                    <a:pt x="388" y="503"/>
                    <a:pt x="501" y="394"/>
                    <a:pt x="501" y="251"/>
                  </a:cubicBezTo>
                  <a:cubicBezTo>
                    <a:pt x="501"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11"/>
            <p:cNvSpPr/>
            <p:nvPr/>
          </p:nvSpPr>
          <p:spPr>
            <a:xfrm>
              <a:off x="1411200" y="1381375"/>
              <a:ext cx="12425" cy="12575"/>
            </a:xfrm>
            <a:custGeom>
              <a:avLst/>
              <a:gdLst/>
              <a:ahLst/>
              <a:cxnLst/>
              <a:rect l="l" t="t" r="r" b="b"/>
              <a:pathLst>
                <a:path w="497" h="503" extrusionOk="0">
                  <a:moveTo>
                    <a:pt x="245" y="0"/>
                  </a:moveTo>
                  <a:cubicBezTo>
                    <a:pt x="109" y="0"/>
                    <a:pt x="1" y="116"/>
                    <a:pt x="1" y="251"/>
                  </a:cubicBezTo>
                  <a:cubicBezTo>
                    <a:pt x="1" y="394"/>
                    <a:pt x="109" y="503"/>
                    <a:pt x="245" y="503"/>
                  </a:cubicBezTo>
                  <a:cubicBezTo>
                    <a:pt x="388" y="503"/>
                    <a:pt x="496" y="394"/>
                    <a:pt x="496" y="251"/>
                  </a:cubicBezTo>
                  <a:cubicBezTo>
                    <a:pt x="496" y="116"/>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11"/>
            <p:cNvSpPr/>
            <p:nvPr/>
          </p:nvSpPr>
          <p:spPr>
            <a:xfrm>
              <a:off x="1503000" y="1381375"/>
              <a:ext cx="12525" cy="12575"/>
            </a:xfrm>
            <a:custGeom>
              <a:avLst/>
              <a:gdLst/>
              <a:ahLst/>
              <a:cxnLst/>
              <a:rect l="l" t="t" r="r" b="b"/>
              <a:pathLst>
                <a:path w="501" h="503" extrusionOk="0">
                  <a:moveTo>
                    <a:pt x="250" y="0"/>
                  </a:moveTo>
                  <a:cubicBezTo>
                    <a:pt x="114" y="0"/>
                    <a:pt x="0" y="116"/>
                    <a:pt x="0" y="251"/>
                  </a:cubicBezTo>
                  <a:cubicBezTo>
                    <a:pt x="0" y="394"/>
                    <a:pt x="114" y="503"/>
                    <a:pt x="250" y="503"/>
                  </a:cubicBezTo>
                  <a:cubicBezTo>
                    <a:pt x="387" y="503"/>
                    <a:pt x="501" y="394"/>
                    <a:pt x="501" y="251"/>
                  </a:cubicBezTo>
                  <a:cubicBezTo>
                    <a:pt x="501" y="116"/>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11"/>
            <p:cNvSpPr/>
            <p:nvPr/>
          </p:nvSpPr>
          <p:spPr>
            <a:xfrm>
              <a:off x="1594750" y="1381375"/>
              <a:ext cx="12575" cy="12575"/>
            </a:xfrm>
            <a:custGeom>
              <a:avLst/>
              <a:gdLst/>
              <a:ahLst/>
              <a:cxnLst/>
              <a:rect l="l" t="t" r="r" b="b"/>
              <a:pathLst>
                <a:path w="503" h="503" extrusionOk="0">
                  <a:moveTo>
                    <a:pt x="251" y="0"/>
                  </a:moveTo>
                  <a:cubicBezTo>
                    <a:pt x="115" y="0"/>
                    <a:pt x="0" y="116"/>
                    <a:pt x="0" y="251"/>
                  </a:cubicBezTo>
                  <a:cubicBezTo>
                    <a:pt x="0" y="394"/>
                    <a:pt x="115" y="503"/>
                    <a:pt x="251" y="503"/>
                  </a:cubicBezTo>
                  <a:cubicBezTo>
                    <a:pt x="394" y="503"/>
                    <a:pt x="503" y="394"/>
                    <a:pt x="503" y="251"/>
                  </a:cubicBezTo>
                  <a:cubicBezTo>
                    <a:pt x="503" y="116"/>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11"/>
            <p:cNvSpPr/>
            <p:nvPr/>
          </p:nvSpPr>
          <p:spPr>
            <a:xfrm>
              <a:off x="1686650" y="1381375"/>
              <a:ext cx="12600" cy="12575"/>
            </a:xfrm>
            <a:custGeom>
              <a:avLst/>
              <a:gdLst/>
              <a:ahLst/>
              <a:cxnLst/>
              <a:rect l="l" t="t" r="r" b="b"/>
              <a:pathLst>
                <a:path w="504" h="503" extrusionOk="0">
                  <a:moveTo>
                    <a:pt x="252" y="0"/>
                  </a:moveTo>
                  <a:cubicBezTo>
                    <a:pt x="116" y="0"/>
                    <a:pt x="1" y="116"/>
                    <a:pt x="1" y="251"/>
                  </a:cubicBezTo>
                  <a:cubicBezTo>
                    <a:pt x="1" y="394"/>
                    <a:pt x="116" y="503"/>
                    <a:pt x="252" y="503"/>
                  </a:cubicBezTo>
                  <a:cubicBezTo>
                    <a:pt x="388" y="503"/>
                    <a:pt x="503" y="394"/>
                    <a:pt x="503" y="251"/>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11"/>
            <p:cNvSpPr/>
            <p:nvPr/>
          </p:nvSpPr>
          <p:spPr>
            <a:xfrm>
              <a:off x="1778450" y="1381375"/>
              <a:ext cx="12550" cy="12575"/>
            </a:xfrm>
            <a:custGeom>
              <a:avLst/>
              <a:gdLst/>
              <a:ahLst/>
              <a:cxnLst/>
              <a:rect l="l" t="t" r="r" b="b"/>
              <a:pathLst>
                <a:path w="502" h="503" extrusionOk="0">
                  <a:moveTo>
                    <a:pt x="252" y="0"/>
                  </a:moveTo>
                  <a:cubicBezTo>
                    <a:pt x="114" y="0"/>
                    <a:pt x="1" y="116"/>
                    <a:pt x="1" y="251"/>
                  </a:cubicBezTo>
                  <a:cubicBezTo>
                    <a:pt x="1" y="394"/>
                    <a:pt x="114" y="503"/>
                    <a:pt x="252" y="503"/>
                  </a:cubicBezTo>
                  <a:cubicBezTo>
                    <a:pt x="388" y="503"/>
                    <a:pt x="501" y="394"/>
                    <a:pt x="501" y="251"/>
                  </a:cubicBezTo>
                  <a:cubicBezTo>
                    <a:pt x="501"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11"/>
            <p:cNvSpPr/>
            <p:nvPr/>
          </p:nvSpPr>
          <p:spPr>
            <a:xfrm>
              <a:off x="1870375" y="1381375"/>
              <a:ext cx="12400" cy="12575"/>
            </a:xfrm>
            <a:custGeom>
              <a:avLst/>
              <a:gdLst/>
              <a:ahLst/>
              <a:cxnLst/>
              <a:rect l="l" t="t" r="r" b="b"/>
              <a:pathLst>
                <a:path w="496" h="503" extrusionOk="0">
                  <a:moveTo>
                    <a:pt x="252" y="0"/>
                  </a:moveTo>
                  <a:cubicBezTo>
                    <a:pt x="109" y="0"/>
                    <a:pt x="0" y="116"/>
                    <a:pt x="0" y="251"/>
                  </a:cubicBezTo>
                  <a:cubicBezTo>
                    <a:pt x="0" y="394"/>
                    <a:pt x="109" y="503"/>
                    <a:pt x="252" y="503"/>
                  </a:cubicBezTo>
                  <a:cubicBezTo>
                    <a:pt x="387" y="503"/>
                    <a:pt x="496" y="394"/>
                    <a:pt x="496" y="251"/>
                  </a:cubicBezTo>
                  <a:cubicBezTo>
                    <a:pt x="496"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11"/>
            <p:cNvSpPr/>
            <p:nvPr/>
          </p:nvSpPr>
          <p:spPr>
            <a:xfrm>
              <a:off x="1962150" y="1381375"/>
              <a:ext cx="12550" cy="12575"/>
            </a:xfrm>
            <a:custGeom>
              <a:avLst/>
              <a:gdLst/>
              <a:ahLst/>
              <a:cxnLst/>
              <a:rect l="l" t="t" r="r" b="b"/>
              <a:pathLst>
                <a:path w="502" h="503" extrusionOk="0">
                  <a:moveTo>
                    <a:pt x="250" y="0"/>
                  </a:moveTo>
                  <a:cubicBezTo>
                    <a:pt x="114" y="0"/>
                    <a:pt x="1" y="116"/>
                    <a:pt x="1" y="251"/>
                  </a:cubicBezTo>
                  <a:cubicBezTo>
                    <a:pt x="1" y="394"/>
                    <a:pt x="114" y="503"/>
                    <a:pt x="250" y="503"/>
                  </a:cubicBezTo>
                  <a:cubicBezTo>
                    <a:pt x="388" y="503"/>
                    <a:pt x="502" y="394"/>
                    <a:pt x="502" y="251"/>
                  </a:cubicBezTo>
                  <a:cubicBezTo>
                    <a:pt x="502"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11"/>
            <p:cNvSpPr/>
            <p:nvPr/>
          </p:nvSpPr>
          <p:spPr>
            <a:xfrm>
              <a:off x="2054075" y="1381375"/>
              <a:ext cx="12425" cy="12575"/>
            </a:xfrm>
            <a:custGeom>
              <a:avLst/>
              <a:gdLst/>
              <a:ahLst/>
              <a:cxnLst/>
              <a:rect l="l" t="t" r="r" b="b"/>
              <a:pathLst>
                <a:path w="497" h="503" extrusionOk="0">
                  <a:moveTo>
                    <a:pt x="252" y="0"/>
                  </a:moveTo>
                  <a:cubicBezTo>
                    <a:pt x="109" y="0"/>
                    <a:pt x="1" y="116"/>
                    <a:pt x="1" y="251"/>
                  </a:cubicBezTo>
                  <a:cubicBezTo>
                    <a:pt x="1" y="394"/>
                    <a:pt x="109" y="503"/>
                    <a:pt x="252" y="503"/>
                  </a:cubicBezTo>
                  <a:cubicBezTo>
                    <a:pt x="388" y="503"/>
                    <a:pt x="496" y="394"/>
                    <a:pt x="496" y="251"/>
                  </a:cubicBezTo>
                  <a:cubicBezTo>
                    <a:pt x="496"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11"/>
            <p:cNvSpPr/>
            <p:nvPr/>
          </p:nvSpPr>
          <p:spPr>
            <a:xfrm>
              <a:off x="2145825" y="1381375"/>
              <a:ext cx="12600" cy="12575"/>
            </a:xfrm>
            <a:custGeom>
              <a:avLst/>
              <a:gdLst/>
              <a:ahLst/>
              <a:cxnLst/>
              <a:rect l="l" t="t" r="r" b="b"/>
              <a:pathLst>
                <a:path w="504" h="503" extrusionOk="0">
                  <a:moveTo>
                    <a:pt x="252" y="0"/>
                  </a:moveTo>
                  <a:cubicBezTo>
                    <a:pt x="116" y="0"/>
                    <a:pt x="1" y="116"/>
                    <a:pt x="1" y="251"/>
                  </a:cubicBezTo>
                  <a:cubicBezTo>
                    <a:pt x="1" y="394"/>
                    <a:pt x="116" y="503"/>
                    <a:pt x="252" y="503"/>
                  </a:cubicBezTo>
                  <a:cubicBezTo>
                    <a:pt x="388" y="503"/>
                    <a:pt x="503" y="394"/>
                    <a:pt x="503" y="251"/>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11"/>
            <p:cNvSpPr/>
            <p:nvPr/>
          </p:nvSpPr>
          <p:spPr>
            <a:xfrm>
              <a:off x="2237800" y="1381375"/>
              <a:ext cx="12350" cy="12575"/>
            </a:xfrm>
            <a:custGeom>
              <a:avLst/>
              <a:gdLst/>
              <a:ahLst/>
              <a:cxnLst/>
              <a:rect l="l" t="t" r="r" b="b"/>
              <a:pathLst>
                <a:path w="494" h="503" extrusionOk="0">
                  <a:moveTo>
                    <a:pt x="244" y="0"/>
                  </a:moveTo>
                  <a:cubicBezTo>
                    <a:pt x="107" y="0"/>
                    <a:pt x="0" y="116"/>
                    <a:pt x="0" y="251"/>
                  </a:cubicBezTo>
                  <a:cubicBezTo>
                    <a:pt x="0" y="394"/>
                    <a:pt x="107" y="503"/>
                    <a:pt x="244" y="503"/>
                  </a:cubicBezTo>
                  <a:cubicBezTo>
                    <a:pt x="387" y="503"/>
                    <a:pt x="494" y="394"/>
                    <a:pt x="494" y="251"/>
                  </a:cubicBezTo>
                  <a:cubicBezTo>
                    <a:pt x="494" y="116"/>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11"/>
            <p:cNvSpPr/>
            <p:nvPr/>
          </p:nvSpPr>
          <p:spPr>
            <a:xfrm>
              <a:off x="2329550" y="1381375"/>
              <a:ext cx="12575" cy="12575"/>
            </a:xfrm>
            <a:custGeom>
              <a:avLst/>
              <a:gdLst/>
              <a:ahLst/>
              <a:cxnLst/>
              <a:rect l="l" t="t" r="r" b="b"/>
              <a:pathLst>
                <a:path w="503" h="503" extrusionOk="0">
                  <a:moveTo>
                    <a:pt x="251" y="0"/>
                  </a:moveTo>
                  <a:cubicBezTo>
                    <a:pt x="115" y="0"/>
                    <a:pt x="0" y="116"/>
                    <a:pt x="0" y="251"/>
                  </a:cubicBezTo>
                  <a:cubicBezTo>
                    <a:pt x="0" y="394"/>
                    <a:pt x="115" y="503"/>
                    <a:pt x="251" y="503"/>
                  </a:cubicBezTo>
                  <a:cubicBezTo>
                    <a:pt x="387" y="503"/>
                    <a:pt x="502" y="394"/>
                    <a:pt x="502" y="251"/>
                  </a:cubicBezTo>
                  <a:cubicBezTo>
                    <a:pt x="502"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11"/>
            <p:cNvSpPr/>
            <p:nvPr/>
          </p:nvSpPr>
          <p:spPr>
            <a:xfrm>
              <a:off x="2421325" y="1381375"/>
              <a:ext cx="12550" cy="12575"/>
            </a:xfrm>
            <a:custGeom>
              <a:avLst/>
              <a:gdLst/>
              <a:ahLst/>
              <a:cxnLst/>
              <a:rect l="l" t="t" r="r" b="b"/>
              <a:pathLst>
                <a:path w="502" h="503" extrusionOk="0">
                  <a:moveTo>
                    <a:pt x="250" y="0"/>
                  </a:moveTo>
                  <a:cubicBezTo>
                    <a:pt x="114" y="0"/>
                    <a:pt x="1" y="116"/>
                    <a:pt x="1" y="251"/>
                  </a:cubicBezTo>
                  <a:cubicBezTo>
                    <a:pt x="1" y="394"/>
                    <a:pt x="114" y="503"/>
                    <a:pt x="250" y="503"/>
                  </a:cubicBezTo>
                  <a:cubicBezTo>
                    <a:pt x="395" y="503"/>
                    <a:pt x="501" y="394"/>
                    <a:pt x="501" y="251"/>
                  </a:cubicBezTo>
                  <a:cubicBezTo>
                    <a:pt x="501" y="116"/>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11"/>
            <p:cNvSpPr/>
            <p:nvPr/>
          </p:nvSpPr>
          <p:spPr>
            <a:xfrm>
              <a:off x="2513250" y="1381375"/>
              <a:ext cx="12575" cy="12575"/>
            </a:xfrm>
            <a:custGeom>
              <a:avLst/>
              <a:gdLst/>
              <a:ahLst/>
              <a:cxnLst/>
              <a:rect l="l" t="t" r="r" b="b"/>
              <a:pathLst>
                <a:path w="503" h="503" extrusionOk="0">
                  <a:moveTo>
                    <a:pt x="252" y="0"/>
                  </a:moveTo>
                  <a:cubicBezTo>
                    <a:pt x="109" y="0"/>
                    <a:pt x="0" y="116"/>
                    <a:pt x="0" y="251"/>
                  </a:cubicBezTo>
                  <a:cubicBezTo>
                    <a:pt x="0" y="394"/>
                    <a:pt x="109" y="503"/>
                    <a:pt x="252" y="503"/>
                  </a:cubicBezTo>
                  <a:cubicBezTo>
                    <a:pt x="388" y="503"/>
                    <a:pt x="503" y="394"/>
                    <a:pt x="503" y="251"/>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11"/>
            <p:cNvSpPr/>
            <p:nvPr/>
          </p:nvSpPr>
          <p:spPr>
            <a:xfrm>
              <a:off x="2605000" y="1381375"/>
              <a:ext cx="12575" cy="12575"/>
            </a:xfrm>
            <a:custGeom>
              <a:avLst/>
              <a:gdLst/>
              <a:ahLst/>
              <a:cxnLst/>
              <a:rect l="l" t="t" r="r" b="b"/>
              <a:pathLst>
                <a:path w="503" h="503" extrusionOk="0">
                  <a:moveTo>
                    <a:pt x="252" y="0"/>
                  </a:moveTo>
                  <a:cubicBezTo>
                    <a:pt x="116" y="0"/>
                    <a:pt x="0" y="116"/>
                    <a:pt x="0" y="251"/>
                  </a:cubicBezTo>
                  <a:cubicBezTo>
                    <a:pt x="0" y="394"/>
                    <a:pt x="116" y="503"/>
                    <a:pt x="252" y="503"/>
                  </a:cubicBezTo>
                  <a:cubicBezTo>
                    <a:pt x="387" y="503"/>
                    <a:pt x="503" y="394"/>
                    <a:pt x="503" y="251"/>
                  </a:cubicBezTo>
                  <a:cubicBezTo>
                    <a:pt x="503"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11"/>
            <p:cNvSpPr/>
            <p:nvPr/>
          </p:nvSpPr>
          <p:spPr>
            <a:xfrm>
              <a:off x="2696950" y="1381375"/>
              <a:ext cx="12375" cy="12575"/>
            </a:xfrm>
            <a:custGeom>
              <a:avLst/>
              <a:gdLst/>
              <a:ahLst/>
              <a:cxnLst/>
              <a:rect l="l" t="t" r="r" b="b"/>
              <a:pathLst>
                <a:path w="495" h="503" extrusionOk="0">
                  <a:moveTo>
                    <a:pt x="252" y="0"/>
                  </a:moveTo>
                  <a:cubicBezTo>
                    <a:pt x="108" y="0"/>
                    <a:pt x="1" y="116"/>
                    <a:pt x="1" y="251"/>
                  </a:cubicBezTo>
                  <a:cubicBezTo>
                    <a:pt x="1" y="394"/>
                    <a:pt x="108" y="503"/>
                    <a:pt x="252" y="503"/>
                  </a:cubicBezTo>
                  <a:cubicBezTo>
                    <a:pt x="388" y="503"/>
                    <a:pt x="495" y="394"/>
                    <a:pt x="495" y="251"/>
                  </a:cubicBezTo>
                  <a:cubicBezTo>
                    <a:pt x="495"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11"/>
            <p:cNvSpPr/>
            <p:nvPr/>
          </p:nvSpPr>
          <p:spPr>
            <a:xfrm>
              <a:off x="2788700" y="1381375"/>
              <a:ext cx="12600" cy="12575"/>
            </a:xfrm>
            <a:custGeom>
              <a:avLst/>
              <a:gdLst/>
              <a:ahLst/>
              <a:cxnLst/>
              <a:rect l="l" t="t" r="r" b="b"/>
              <a:pathLst>
                <a:path w="504" h="503" extrusionOk="0">
                  <a:moveTo>
                    <a:pt x="252" y="0"/>
                  </a:moveTo>
                  <a:cubicBezTo>
                    <a:pt x="116" y="0"/>
                    <a:pt x="1" y="116"/>
                    <a:pt x="1" y="251"/>
                  </a:cubicBezTo>
                  <a:cubicBezTo>
                    <a:pt x="1" y="394"/>
                    <a:pt x="116" y="503"/>
                    <a:pt x="252" y="503"/>
                  </a:cubicBezTo>
                  <a:cubicBezTo>
                    <a:pt x="388" y="503"/>
                    <a:pt x="503" y="394"/>
                    <a:pt x="503" y="251"/>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11"/>
            <p:cNvSpPr/>
            <p:nvPr/>
          </p:nvSpPr>
          <p:spPr>
            <a:xfrm>
              <a:off x="2880675" y="1381375"/>
              <a:ext cx="12375" cy="12575"/>
            </a:xfrm>
            <a:custGeom>
              <a:avLst/>
              <a:gdLst/>
              <a:ahLst/>
              <a:cxnLst/>
              <a:rect l="l" t="t" r="r" b="b"/>
              <a:pathLst>
                <a:path w="495" h="503" extrusionOk="0">
                  <a:moveTo>
                    <a:pt x="243" y="0"/>
                  </a:moveTo>
                  <a:cubicBezTo>
                    <a:pt x="107" y="0"/>
                    <a:pt x="0" y="116"/>
                    <a:pt x="0" y="251"/>
                  </a:cubicBezTo>
                  <a:cubicBezTo>
                    <a:pt x="0" y="394"/>
                    <a:pt x="107" y="503"/>
                    <a:pt x="243" y="503"/>
                  </a:cubicBezTo>
                  <a:cubicBezTo>
                    <a:pt x="387" y="503"/>
                    <a:pt x="494" y="394"/>
                    <a:pt x="494" y="251"/>
                  </a:cubicBezTo>
                  <a:cubicBezTo>
                    <a:pt x="494" y="116"/>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11"/>
            <p:cNvSpPr/>
            <p:nvPr/>
          </p:nvSpPr>
          <p:spPr>
            <a:xfrm>
              <a:off x="2972425" y="1381375"/>
              <a:ext cx="12575" cy="12575"/>
            </a:xfrm>
            <a:custGeom>
              <a:avLst/>
              <a:gdLst/>
              <a:ahLst/>
              <a:cxnLst/>
              <a:rect l="l" t="t" r="r" b="b"/>
              <a:pathLst>
                <a:path w="503" h="503" extrusionOk="0">
                  <a:moveTo>
                    <a:pt x="251" y="0"/>
                  </a:moveTo>
                  <a:cubicBezTo>
                    <a:pt x="115" y="0"/>
                    <a:pt x="0" y="116"/>
                    <a:pt x="0" y="251"/>
                  </a:cubicBezTo>
                  <a:cubicBezTo>
                    <a:pt x="0" y="394"/>
                    <a:pt x="115" y="503"/>
                    <a:pt x="251" y="503"/>
                  </a:cubicBezTo>
                  <a:cubicBezTo>
                    <a:pt x="387" y="503"/>
                    <a:pt x="503" y="394"/>
                    <a:pt x="503" y="251"/>
                  </a:cubicBezTo>
                  <a:cubicBezTo>
                    <a:pt x="503"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11"/>
            <p:cNvSpPr/>
            <p:nvPr/>
          </p:nvSpPr>
          <p:spPr>
            <a:xfrm>
              <a:off x="3064375" y="1381375"/>
              <a:ext cx="12375" cy="12575"/>
            </a:xfrm>
            <a:custGeom>
              <a:avLst/>
              <a:gdLst/>
              <a:ahLst/>
              <a:cxnLst/>
              <a:rect l="l" t="t" r="r" b="b"/>
              <a:pathLst>
                <a:path w="495" h="503" extrusionOk="0">
                  <a:moveTo>
                    <a:pt x="243" y="0"/>
                  </a:moveTo>
                  <a:cubicBezTo>
                    <a:pt x="107" y="0"/>
                    <a:pt x="1" y="116"/>
                    <a:pt x="1" y="251"/>
                  </a:cubicBezTo>
                  <a:cubicBezTo>
                    <a:pt x="1" y="394"/>
                    <a:pt x="107" y="503"/>
                    <a:pt x="243" y="503"/>
                  </a:cubicBezTo>
                  <a:cubicBezTo>
                    <a:pt x="388" y="503"/>
                    <a:pt x="495" y="394"/>
                    <a:pt x="495" y="251"/>
                  </a:cubicBezTo>
                  <a:cubicBezTo>
                    <a:pt x="495" y="116"/>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11"/>
            <p:cNvSpPr/>
            <p:nvPr/>
          </p:nvSpPr>
          <p:spPr>
            <a:xfrm>
              <a:off x="3156125" y="1381375"/>
              <a:ext cx="12600" cy="12575"/>
            </a:xfrm>
            <a:custGeom>
              <a:avLst/>
              <a:gdLst/>
              <a:ahLst/>
              <a:cxnLst/>
              <a:rect l="l" t="t" r="r" b="b"/>
              <a:pathLst>
                <a:path w="504" h="503" extrusionOk="0">
                  <a:moveTo>
                    <a:pt x="252" y="0"/>
                  </a:moveTo>
                  <a:cubicBezTo>
                    <a:pt x="116" y="0"/>
                    <a:pt x="1" y="116"/>
                    <a:pt x="1" y="251"/>
                  </a:cubicBezTo>
                  <a:cubicBezTo>
                    <a:pt x="1" y="394"/>
                    <a:pt x="116" y="503"/>
                    <a:pt x="252" y="503"/>
                  </a:cubicBezTo>
                  <a:cubicBezTo>
                    <a:pt x="388" y="503"/>
                    <a:pt x="503" y="394"/>
                    <a:pt x="503" y="251"/>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11"/>
            <p:cNvSpPr/>
            <p:nvPr/>
          </p:nvSpPr>
          <p:spPr>
            <a:xfrm>
              <a:off x="3247875" y="1381375"/>
              <a:ext cx="12575" cy="12575"/>
            </a:xfrm>
            <a:custGeom>
              <a:avLst/>
              <a:gdLst/>
              <a:ahLst/>
              <a:cxnLst/>
              <a:rect l="l" t="t" r="r" b="b"/>
              <a:pathLst>
                <a:path w="503" h="503" extrusionOk="0">
                  <a:moveTo>
                    <a:pt x="252" y="0"/>
                  </a:moveTo>
                  <a:cubicBezTo>
                    <a:pt x="116" y="0"/>
                    <a:pt x="1" y="116"/>
                    <a:pt x="1" y="251"/>
                  </a:cubicBezTo>
                  <a:cubicBezTo>
                    <a:pt x="1" y="394"/>
                    <a:pt x="116" y="503"/>
                    <a:pt x="252" y="503"/>
                  </a:cubicBezTo>
                  <a:cubicBezTo>
                    <a:pt x="388" y="503"/>
                    <a:pt x="503" y="394"/>
                    <a:pt x="503" y="251"/>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11"/>
            <p:cNvSpPr/>
            <p:nvPr/>
          </p:nvSpPr>
          <p:spPr>
            <a:xfrm>
              <a:off x="3339850" y="1381375"/>
              <a:ext cx="12525" cy="12575"/>
            </a:xfrm>
            <a:custGeom>
              <a:avLst/>
              <a:gdLst/>
              <a:ahLst/>
              <a:cxnLst/>
              <a:rect l="l" t="t" r="r" b="b"/>
              <a:pathLst>
                <a:path w="501" h="503" extrusionOk="0">
                  <a:moveTo>
                    <a:pt x="251" y="0"/>
                  </a:moveTo>
                  <a:cubicBezTo>
                    <a:pt x="107" y="0"/>
                    <a:pt x="0" y="116"/>
                    <a:pt x="0" y="251"/>
                  </a:cubicBezTo>
                  <a:cubicBezTo>
                    <a:pt x="0" y="394"/>
                    <a:pt x="107" y="503"/>
                    <a:pt x="251" y="503"/>
                  </a:cubicBezTo>
                  <a:cubicBezTo>
                    <a:pt x="387" y="503"/>
                    <a:pt x="501" y="394"/>
                    <a:pt x="501" y="251"/>
                  </a:cubicBezTo>
                  <a:cubicBezTo>
                    <a:pt x="501"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11"/>
            <p:cNvSpPr/>
            <p:nvPr/>
          </p:nvSpPr>
          <p:spPr>
            <a:xfrm>
              <a:off x="3431575" y="1381375"/>
              <a:ext cx="12600" cy="12575"/>
            </a:xfrm>
            <a:custGeom>
              <a:avLst/>
              <a:gdLst/>
              <a:ahLst/>
              <a:cxnLst/>
              <a:rect l="l" t="t" r="r" b="b"/>
              <a:pathLst>
                <a:path w="504" h="503" extrusionOk="0">
                  <a:moveTo>
                    <a:pt x="252" y="0"/>
                  </a:moveTo>
                  <a:cubicBezTo>
                    <a:pt x="116" y="0"/>
                    <a:pt x="1" y="116"/>
                    <a:pt x="1" y="251"/>
                  </a:cubicBezTo>
                  <a:cubicBezTo>
                    <a:pt x="1" y="394"/>
                    <a:pt x="116" y="503"/>
                    <a:pt x="252" y="503"/>
                  </a:cubicBezTo>
                  <a:cubicBezTo>
                    <a:pt x="388" y="503"/>
                    <a:pt x="503" y="394"/>
                    <a:pt x="503" y="251"/>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11"/>
            <p:cNvSpPr/>
            <p:nvPr/>
          </p:nvSpPr>
          <p:spPr>
            <a:xfrm>
              <a:off x="3523550" y="1381375"/>
              <a:ext cx="12375" cy="12575"/>
            </a:xfrm>
            <a:custGeom>
              <a:avLst/>
              <a:gdLst/>
              <a:ahLst/>
              <a:cxnLst/>
              <a:rect l="l" t="t" r="r" b="b"/>
              <a:pathLst>
                <a:path w="495" h="503" extrusionOk="0">
                  <a:moveTo>
                    <a:pt x="250" y="0"/>
                  </a:moveTo>
                  <a:cubicBezTo>
                    <a:pt x="107" y="0"/>
                    <a:pt x="0" y="116"/>
                    <a:pt x="0" y="251"/>
                  </a:cubicBezTo>
                  <a:cubicBezTo>
                    <a:pt x="0" y="394"/>
                    <a:pt x="107" y="503"/>
                    <a:pt x="250" y="503"/>
                  </a:cubicBezTo>
                  <a:cubicBezTo>
                    <a:pt x="388" y="503"/>
                    <a:pt x="494" y="394"/>
                    <a:pt x="494" y="251"/>
                  </a:cubicBezTo>
                  <a:cubicBezTo>
                    <a:pt x="494"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11"/>
            <p:cNvSpPr/>
            <p:nvPr/>
          </p:nvSpPr>
          <p:spPr>
            <a:xfrm>
              <a:off x="676400" y="1473325"/>
              <a:ext cx="12600" cy="12550"/>
            </a:xfrm>
            <a:custGeom>
              <a:avLst/>
              <a:gdLst/>
              <a:ahLst/>
              <a:cxnLst/>
              <a:rect l="l" t="t" r="r" b="b"/>
              <a:pathLst>
                <a:path w="504" h="502" extrusionOk="0">
                  <a:moveTo>
                    <a:pt x="252" y="1"/>
                  </a:moveTo>
                  <a:cubicBezTo>
                    <a:pt x="116" y="1"/>
                    <a:pt x="1" y="107"/>
                    <a:pt x="1" y="252"/>
                  </a:cubicBezTo>
                  <a:cubicBezTo>
                    <a:pt x="1" y="388"/>
                    <a:pt x="116" y="501"/>
                    <a:pt x="252" y="501"/>
                  </a:cubicBezTo>
                  <a:cubicBezTo>
                    <a:pt x="388" y="501"/>
                    <a:pt x="503" y="388"/>
                    <a:pt x="503" y="252"/>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11"/>
            <p:cNvSpPr/>
            <p:nvPr/>
          </p:nvSpPr>
          <p:spPr>
            <a:xfrm>
              <a:off x="768325" y="1473325"/>
              <a:ext cx="12400" cy="12550"/>
            </a:xfrm>
            <a:custGeom>
              <a:avLst/>
              <a:gdLst/>
              <a:ahLst/>
              <a:cxnLst/>
              <a:rect l="l" t="t" r="r" b="b"/>
              <a:pathLst>
                <a:path w="496" h="502" extrusionOk="0">
                  <a:moveTo>
                    <a:pt x="245" y="1"/>
                  </a:moveTo>
                  <a:cubicBezTo>
                    <a:pt x="109" y="1"/>
                    <a:pt x="0" y="107"/>
                    <a:pt x="0" y="252"/>
                  </a:cubicBezTo>
                  <a:cubicBezTo>
                    <a:pt x="0" y="388"/>
                    <a:pt x="109" y="501"/>
                    <a:pt x="245" y="501"/>
                  </a:cubicBezTo>
                  <a:cubicBezTo>
                    <a:pt x="388" y="501"/>
                    <a:pt x="496" y="388"/>
                    <a:pt x="496" y="252"/>
                  </a:cubicBezTo>
                  <a:cubicBezTo>
                    <a:pt x="496" y="107"/>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11"/>
            <p:cNvSpPr/>
            <p:nvPr/>
          </p:nvSpPr>
          <p:spPr>
            <a:xfrm>
              <a:off x="860125" y="1473325"/>
              <a:ext cx="12525" cy="12550"/>
            </a:xfrm>
            <a:custGeom>
              <a:avLst/>
              <a:gdLst/>
              <a:ahLst/>
              <a:cxnLst/>
              <a:rect l="l" t="t" r="r" b="b"/>
              <a:pathLst>
                <a:path w="501" h="502" extrusionOk="0">
                  <a:moveTo>
                    <a:pt x="251" y="1"/>
                  </a:moveTo>
                  <a:cubicBezTo>
                    <a:pt x="114" y="1"/>
                    <a:pt x="0" y="107"/>
                    <a:pt x="0" y="252"/>
                  </a:cubicBezTo>
                  <a:cubicBezTo>
                    <a:pt x="0" y="388"/>
                    <a:pt x="114" y="501"/>
                    <a:pt x="251" y="501"/>
                  </a:cubicBezTo>
                  <a:cubicBezTo>
                    <a:pt x="387" y="501"/>
                    <a:pt x="501" y="388"/>
                    <a:pt x="501" y="252"/>
                  </a:cubicBezTo>
                  <a:cubicBezTo>
                    <a:pt x="501"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11"/>
            <p:cNvSpPr/>
            <p:nvPr/>
          </p:nvSpPr>
          <p:spPr>
            <a:xfrm>
              <a:off x="951850" y="1473325"/>
              <a:ext cx="12600" cy="12550"/>
            </a:xfrm>
            <a:custGeom>
              <a:avLst/>
              <a:gdLst/>
              <a:ahLst/>
              <a:cxnLst/>
              <a:rect l="l" t="t" r="r" b="b"/>
              <a:pathLst>
                <a:path w="504" h="502" extrusionOk="0">
                  <a:moveTo>
                    <a:pt x="252" y="1"/>
                  </a:moveTo>
                  <a:cubicBezTo>
                    <a:pt x="116" y="1"/>
                    <a:pt x="1" y="107"/>
                    <a:pt x="1" y="252"/>
                  </a:cubicBezTo>
                  <a:cubicBezTo>
                    <a:pt x="1" y="388"/>
                    <a:pt x="116" y="501"/>
                    <a:pt x="252" y="501"/>
                  </a:cubicBezTo>
                  <a:cubicBezTo>
                    <a:pt x="388" y="501"/>
                    <a:pt x="503" y="388"/>
                    <a:pt x="503" y="252"/>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11"/>
            <p:cNvSpPr/>
            <p:nvPr/>
          </p:nvSpPr>
          <p:spPr>
            <a:xfrm>
              <a:off x="1043825" y="1473325"/>
              <a:ext cx="12375" cy="12550"/>
            </a:xfrm>
            <a:custGeom>
              <a:avLst/>
              <a:gdLst/>
              <a:ahLst/>
              <a:cxnLst/>
              <a:rect l="l" t="t" r="r" b="b"/>
              <a:pathLst>
                <a:path w="495" h="502" extrusionOk="0">
                  <a:moveTo>
                    <a:pt x="250" y="1"/>
                  </a:moveTo>
                  <a:cubicBezTo>
                    <a:pt x="107" y="1"/>
                    <a:pt x="0" y="107"/>
                    <a:pt x="0" y="252"/>
                  </a:cubicBezTo>
                  <a:cubicBezTo>
                    <a:pt x="0" y="388"/>
                    <a:pt x="107" y="501"/>
                    <a:pt x="250" y="501"/>
                  </a:cubicBezTo>
                  <a:cubicBezTo>
                    <a:pt x="388" y="501"/>
                    <a:pt x="494" y="388"/>
                    <a:pt x="494" y="252"/>
                  </a:cubicBezTo>
                  <a:cubicBezTo>
                    <a:pt x="494" y="107"/>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11"/>
            <p:cNvSpPr/>
            <p:nvPr/>
          </p:nvSpPr>
          <p:spPr>
            <a:xfrm>
              <a:off x="1135575" y="1473325"/>
              <a:ext cx="12575" cy="12550"/>
            </a:xfrm>
            <a:custGeom>
              <a:avLst/>
              <a:gdLst/>
              <a:ahLst/>
              <a:cxnLst/>
              <a:rect l="l" t="t" r="r" b="b"/>
              <a:pathLst>
                <a:path w="503" h="502" extrusionOk="0">
                  <a:moveTo>
                    <a:pt x="252" y="1"/>
                  </a:moveTo>
                  <a:cubicBezTo>
                    <a:pt x="116" y="1"/>
                    <a:pt x="0" y="107"/>
                    <a:pt x="0" y="252"/>
                  </a:cubicBezTo>
                  <a:cubicBezTo>
                    <a:pt x="0" y="388"/>
                    <a:pt x="116" y="501"/>
                    <a:pt x="252" y="501"/>
                  </a:cubicBezTo>
                  <a:cubicBezTo>
                    <a:pt x="387" y="501"/>
                    <a:pt x="503" y="388"/>
                    <a:pt x="503" y="252"/>
                  </a:cubicBezTo>
                  <a:cubicBezTo>
                    <a:pt x="503" y="107"/>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11"/>
            <p:cNvSpPr/>
            <p:nvPr/>
          </p:nvSpPr>
          <p:spPr>
            <a:xfrm>
              <a:off x="1227500" y="1473325"/>
              <a:ext cx="12400" cy="12550"/>
            </a:xfrm>
            <a:custGeom>
              <a:avLst/>
              <a:gdLst/>
              <a:ahLst/>
              <a:cxnLst/>
              <a:rect l="l" t="t" r="r" b="b"/>
              <a:pathLst>
                <a:path w="496" h="502" extrusionOk="0">
                  <a:moveTo>
                    <a:pt x="251" y="1"/>
                  </a:moveTo>
                  <a:cubicBezTo>
                    <a:pt x="109" y="1"/>
                    <a:pt x="0" y="107"/>
                    <a:pt x="0" y="252"/>
                  </a:cubicBezTo>
                  <a:cubicBezTo>
                    <a:pt x="0" y="388"/>
                    <a:pt x="109" y="501"/>
                    <a:pt x="251" y="501"/>
                  </a:cubicBezTo>
                  <a:cubicBezTo>
                    <a:pt x="387" y="501"/>
                    <a:pt x="496" y="388"/>
                    <a:pt x="496" y="252"/>
                  </a:cubicBezTo>
                  <a:cubicBezTo>
                    <a:pt x="496"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11"/>
            <p:cNvSpPr/>
            <p:nvPr/>
          </p:nvSpPr>
          <p:spPr>
            <a:xfrm>
              <a:off x="1319275" y="1473325"/>
              <a:ext cx="12550" cy="12550"/>
            </a:xfrm>
            <a:custGeom>
              <a:avLst/>
              <a:gdLst/>
              <a:ahLst/>
              <a:cxnLst/>
              <a:rect l="l" t="t" r="r" b="b"/>
              <a:pathLst>
                <a:path w="502" h="502" extrusionOk="0">
                  <a:moveTo>
                    <a:pt x="252" y="1"/>
                  </a:moveTo>
                  <a:cubicBezTo>
                    <a:pt x="114" y="1"/>
                    <a:pt x="1" y="107"/>
                    <a:pt x="1" y="252"/>
                  </a:cubicBezTo>
                  <a:cubicBezTo>
                    <a:pt x="1" y="388"/>
                    <a:pt x="114" y="501"/>
                    <a:pt x="252" y="501"/>
                  </a:cubicBezTo>
                  <a:cubicBezTo>
                    <a:pt x="388" y="501"/>
                    <a:pt x="501" y="388"/>
                    <a:pt x="501" y="252"/>
                  </a:cubicBezTo>
                  <a:cubicBezTo>
                    <a:pt x="501"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11"/>
            <p:cNvSpPr/>
            <p:nvPr/>
          </p:nvSpPr>
          <p:spPr>
            <a:xfrm>
              <a:off x="1411200" y="1473325"/>
              <a:ext cx="12425" cy="12550"/>
            </a:xfrm>
            <a:custGeom>
              <a:avLst/>
              <a:gdLst/>
              <a:ahLst/>
              <a:cxnLst/>
              <a:rect l="l" t="t" r="r" b="b"/>
              <a:pathLst>
                <a:path w="497" h="502" extrusionOk="0">
                  <a:moveTo>
                    <a:pt x="245" y="1"/>
                  </a:moveTo>
                  <a:cubicBezTo>
                    <a:pt x="109" y="1"/>
                    <a:pt x="1" y="107"/>
                    <a:pt x="1" y="252"/>
                  </a:cubicBezTo>
                  <a:cubicBezTo>
                    <a:pt x="1" y="388"/>
                    <a:pt x="109" y="501"/>
                    <a:pt x="245" y="501"/>
                  </a:cubicBezTo>
                  <a:cubicBezTo>
                    <a:pt x="388" y="501"/>
                    <a:pt x="496" y="388"/>
                    <a:pt x="496" y="252"/>
                  </a:cubicBezTo>
                  <a:cubicBezTo>
                    <a:pt x="496" y="107"/>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11"/>
            <p:cNvSpPr/>
            <p:nvPr/>
          </p:nvSpPr>
          <p:spPr>
            <a:xfrm>
              <a:off x="1503000" y="1473325"/>
              <a:ext cx="12525" cy="12550"/>
            </a:xfrm>
            <a:custGeom>
              <a:avLst/>
              <a:gdLst/>
              <a:ahLst/>
              <a:cxnLst/>
              <a:rect l="l" t="t" r="r" b="b"/>
              <a:pathLst>
                <a:path w="501" h="502" extrusionOk="0">
                  <a:moveTo>
                    <a:pt x="250" y="1"/>
                  </a:moveTo>
                  <a:cubicBezTo>
                    <a:pt x="114" y="1"/>
                    <a:pt x="0" y="107"/>
                    <a:pt x="0" y="252"/>
                  </a:cubicBezTo>
                  <a:cubicBezTo>
                    <a:pt x="0" y="388"/>
                    <a:pt x="114" y="501"/>
                    <a:pt x="250" y="501"/>
                  </a:cubicBezTo>
                  <a:cubicBezTo>
                    <a:pt x="387" y="501"/>
                    <a:pt x="501" y="388"/>
                    <a:pt x="501" y="252"/>
                  </a:cubicBezTo>
                  <a:cubicBezTo>
                    <a:pt x="501" y="107"/>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11"/>
            <p:cNvSpPr/>
            <p:nvPr/>
          </p:nvSpPr>
          <p:spPr>
            <a:xfrm>
              <a:off x="1594750" y="1473325"/>
              <a:ext cx="12575" cy="12550"/>
            </a:xfrm>
            <a:custGeom>
              <a:avLst/>
              <a:gdLst/>
              <a:ahLst/>
              <a:cxnLst/>
              <a:rect l="l" t="t" r="r" b="b"/>
              <a:pathLst>
                <a:path w="503" h="502" extrusionOk="0">
                  <a:moveTo>
                    <a:pt x="251" y="1"/>
                  </a:moveTo>
                  <a:cubicBezTo>
                    <a:pt x="115" y="1"/>
                    <a:pt x="0" y="107"/>
                    <a:pt x="0" y="252"/>
                  </a:cubicBezTo>
                  <a:cubicBezTo>
                    <a:pt x="0" y="388"/>
                    <a:pt x="115" y="501"/>
                    <a:pt x="251" y="501"/>
                  </a:cubicBezTo>
                  <a:cubicBezTo>
                    <a:pt x="394" y="501"/>
                    <a:pt x="503" y="388"/>
                    <a:pt x="503" y="252"/>
                  </a:cubicBezTo>
                  <a:cubicBezTo>
                    <a:pt x="503" y="107"/>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11"/>
            <p:cNvSpPr/>
            <p:nvPr/>
          </p:nvSpPr>
          <p:spPr>
            <a:xfrm>
              <a:off x="1686650" y="1473325"/>
              <a:ext cx="12600" cy="12550"/>
            </a:xfrm>
            <a:custGeom>
              <a:avLst/>
              <a:gdLst/>
              <a:ahLst/>
              <a:cxnLst/>
              <a:rect l="l" t="t" r="r" b="b"/>
              <a:pathLst>
                <a:path w="504" h="502" extrusionOk="0">
                  <a:moveTo>
                    <a:pt x="252" y="1"/>
                  </a:moveTo>
                  <a:cubicBezTo>
                    <a:pt x="116" y="1"/>
                    <a:pt x="1" y="107"/>
                    <a:pt x="1" y="252"/>
                  </a:cubicBezTo>
                  <a:cubicBezTo>
                    <a:pt x="1" y="388"/>
                    <a:pt x="116" y="501"/>
                    <a:pt x="252" y="501"/>
                  </a:cubicBezTo>
                  <a:cubicBezTo>
                    <a:pt x="388" y="501"/>
                    <a:pt x="503" y="388"/>
                    <a:pt x="503" y="252"/>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11"/>
            <p:cNvSpPr/>
            <p:nvPr/>
          </p:nvSpPr>
          <p:spPr>
            <a:xfrm>
              <a:off x="1778450" y="1473325"/>
              <a:ext cx="12550" cy="12550"/>
            </a:xfrm>
            <a:custGeom>
              <a:avLst/>
              <a:gdLst/>
              <a:ahLst/>
              <a:cxnLst/>
              <a:rect l="l" t="t" r="r" b="b"/>
              <a:pathLst>
                <a:path w="502" h="502" extrusionOk="0">
                  <a:moveTo>
                    <a:pt x="252" y="1"/>
                  </a:moveTo>
                  <a:cubicBezTo>
                    <a:pt x="114" y="1"/>
                    <a:pt x="1" y="107"/>
                    <a:pt x="1" y="252"/>
                  </a:cubicBezTo>
                  <a:cubicBezTo>
                    <a:pt x="1" y="388"/>
                    <a:pt x="114" y="501"/>
                    <a:pt x="252" y="501"/>
                  </a:cubicBezTo>
                  <a:cubicBezTo>
                    <a:pt x="388" y="501"/>
                    <a:pt x="501" y="388"/>
                    <a:pt x="501" y="252"/>
                  </a:cubicBezTo>
                  <a:cubicBezTo>
                    <a:pt x="501"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11"/>
            <p:cNvSpPr/>
            <p:nvPr/>
          </p:nvSpPr>
          <p:spPr>
            <a:xfrm>
              <a:off x="1870375" y="1473325"/>
              <a:ext cx="12400" cy="12550"/>
            </a:xfrm>
            <a:custGeom>
              <a:avLst/>
              <a:gdLst/>
              <a:ahLst/>
              <a:cxnLst/>
              <a:rect l="l" t="t" r="r" b="b"/>
              <a:pathLst>
                <a:path w="496" h="502" extrusionOk="0">
                  <a:moveTo>
                    <a:pt x="252" y="1"/>
                  </a:moveTo>
                  <a:cubicBezTo>
                    <a:pt x="109" y="1"/>
                    <a:pt x="0" y="107"/>
                    <a:pt x="0" y="252"/>
                  </a:cubicBezTo>
                  <a:cubicBezTo>
                    <a:pt x="0" y="388"/>
                    <a:pt x="109" y="501"/>
                    <a:pt x="252" y="501"/>
                  </a:cubicBezTo>
                  <a:cubicBezTo>
                    <a:pt x="387" y="501"/>
                    <a:pt x="496" y="388"/>
                    <a:pt x="496" y="252"/>
                  </a:cubicBezTo>
                  <a:cubicBezTo>
                    <a:pt x="496" y="107"/>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11"/>
            <p:cNvSpPr/>
            <p:nvPr/>
          </p:nvSpPr>
          <p:spPr>
            <a:xfrm>
              <a:off x="1962150" y="1473325"/>
              <a:ext cx="12550" cy="12550"/>
            </a:xfrm>
            <a:custGeom>
              <a:avLst/>
              <a:gdLst/>
              <a:ahLst/>
              <a:cxnLst/>
              <a:rect l="l" t="t" r="r" b="b"/>
              <a:pathLst>
                <a:path w="502" h="502" extrusionOk="0">
                  <a:moveTo>
                    <a:pt x="250" y="1"/>
                  </a:moveTo>
                  <a:cubicBezTo>
                    <a:pt x="114" y="1"/>
                    <a:pt x="1" y="107"/>
                    <a:pt x="1" y="252"/>
                  </a:cubicBezTo>
                  <a:cubicBezTo>
                    <a:pt x="1" y="388"/>
                    <a:pt x="114" y="501"/>
                    <a:pt x="250" y="501"/>
                  </a:cubicBezTo>
                  <a:cubicBezTo>
                    <a:pt x="388" y="501"/>
                    <a:pt x="502" y="388"/>
                    <a:pt x="502" y="252"/>
                  </a:cubicBezTo>
                  <a:cubicBezTo>
                    <a:pt x="502" y="107"/>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11"/>
            <p:cNvSpPr/>
            <p:nvPr/>
          </p:nvSpPr>
          <p:spPr>
            <a:xfrm>
              <a:off x="2054075" y="1473325"/>
              <a:ext cx="12425" cy="12550"/>
            </a:xfrm>
            <a:custGeom>
              <a:avLst/>
              <a:gdLst/>
              <a:ahLst/>
              <a:cxnLst/>
              <a:rect l="l" t="t" r="r" b="b"/>
              <a:pathLst>
                <a:path w="497" h="502" extrusionOk="0">
                  <a:moveTo>
                    <a:pt x="252" y="1"/>
                  </a:moveTo>
                  <a:cubicBezTo>
                    <a:pt x="109" y="1"/>
                    <a:pt x="1" y="107"/>
                    <a:pt x="1" y="252"/>
                  </a:cubicBezTo>
                  <a:cubicBezTo>
                    <a:pt x="1" y="388"/>
                    <a:pt x="109" y="501"/>
                    <a:pt x="252" y="501"/>
                  </a:cubicBezTo>
                  <a:cubicBezTo>
                    <a:pt x="388" y="501"/>
                    <a:pt x="496" y="388"/>
                    <a:pt x="496" y="252"/>
                  </a:cubicBezTo>
                  <a:cubicBezTo>
                    <a:pt x="496"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11"/>
            <p:cNvSpPr/>
            <p:nvPr/>
          </p:nvSpPr>
          <p:spPr>
            <a:xfrm>
              <a:off x="2145825" y="1473325"/>
              <a:ext cx="12600" cy="12550"/>
            </a:xfrm>
            <a:custGeom>
              <a:avLst/>
              <a:gdLst/>
              <a:ahLst/>
              <a:cxnLst/>
              <a:rect l="l" t="t" r="r" b="b"/>
              <a:pathLst>
                <a:path w="504" h="502" extrusionOk="0">
                  <a:moveTo>
                    <a:pt x="252" y="1"/>
                  </a:moveTo>
                  <a:cubicBezTo>
                    <a:pt x="116" y="1"/>
                    <a:pt x="1" y="107"/>
                    <a:pt x="1" y="252"/>
                  </a:cubicBezTo>
                  <a:cubicBezTo>
                    <a:pt x="1" y="388"/>
                    <a:pt x="116" y="501"/>
                    <a:pt x="252" y="501"/>
                  </a:cubicBezTo>
                  <a:cubicBezTo>
                    <a:pt x="388" y="501"/>
                    <a:pt x="503" y="388"/>
                    <a:pt x="503" y="252"/>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11"/>
            <p:cNvSpPr/>
            <p:nvPr/>
          </p:nvSpPr>
          <p:spPr>
            <a:xfrm>
              <a:off x="2237800" y="1473325"/>
              <a:ext cx="12350" cy="12550"/>
            </a:xfrm>
            <a:custGeom>
              <a:avLst/>
              <a:gdLst/>
              <a:ahLst/>
              <a:cxnLst/>
              <a:rect l="l" t="t" r="r" b="b"/>
              <a:pathLst>
                <a:path w="494" h="502" extrusionOk="0">
                  <a:moveTo>
                    <a:pt x="244" y="1"/>
                  </a:moveTo>
                  <a:cubicBezTo>
                    <a:pt x="107" y="1"/>
                    <a:pt x="0" y="107"/>
                    <a:pt x="0" y="252"/>
                  </a:cubicBezTo>
                  <a:cubicBezTo>
                    <a:pt x="0" y="388"/>
                    <a:pt x="107" y="501"/>
                    <a:pt x="244" y="501"/>
                  </a:cubicBezTo>
                  <a:cubicBezTo>
                    <a:pt x="387" y="501"/>
                    <a:pt x="494" y="388"/>
                    <a:pt x="494" y="252"/>
                  </a:cubicBezTo>
                  <a:cubicBezTo>
                    <a:pt x="494" y="107"/>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11"/>
            <p:cNvSpPr/>
            <p:nvPr/>
          </p:nvSpPr>
          <p:spPr>
            <a:xfrm>
              <a:off x="2329550" y="1473325"/>
              <a:ext cx="12575" cy="12550"/>
            </a:xfrm>
            <a:custGeom>
              <a:avLst/>
              <a:gdLst/>
              <a:ahLst/>
              <a:cxnLst/>
              <a:rect l="l" t="t" r="r" b="b"/>
              <a:pathLst>
                <a:path w="503" h="502" extrusionOk="0">
                  <a:moveTo>
                    <a:pt x="251" y="1"/>
                  </a:moveTo>
                  <a:cubicBezTo>
                    <a:pt x="115" y="1"/>
                    <a:pt x="0" y="107"/>
                    <a:pt x="0" y="252"/>
                  </a:cubicBezTo>
                  <a:cubicBezTo>
                    <a:pt x="0" y="388"/>
                    <a:pt x="115" y="501"/>
                    <a:pt x="251" y="501"/>
                  </a:cubicBezTo>
                  <a:cubicBezTo>
                    <a:pt x="387" y="501"/>
                    <a:pt x="502" y="388"/>
                    <a:pt x="502" y="252"/>
                  </a:cubicBezTo>
                  <a:cubicBezTo>
                    <a:pt x="502"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11"/>
            <p:cNvSpPr/>
            <p:nvPr/>
          </p:nvSpPr>
          <p:spPr>
            <a:xfrm>
              <a:off x="2421325" y="1473325"/>
              <a:ext cx="12550" cy="12550"/>
            </a:xfrm>
            <a:custGeom>
              <a:avLst/>
              <a:gdLst/>
              <a:ahLst/>
              <a:cxnLst/>
              <a:rect l="l" t="t" r="r" b="b"/>
              <a:pathLst>
                <a:path w="502" h="502" extrusionOk="0">
                  <a:moveTo>
                    <a:pt x="250" y="1"/>
                  </a:moveTo>
                  <a:cubicBezTo>
                    <a:pt x="114" y="1"/>
                    <a:pt x="1" y="107"/>
                    <a:pt x="1" y="252"/>
                  </a:cubicBezTo>
                  <a:cubicBezTo>
                    <a:pt x="1" y="388"/>
                    <a:pt x="114" y="501"/>
                    <a:pt x="250" y="501"/>
                  </a:cubicBezTo>
                  <a:cubicBezTo>
                    <a:pt x="395" y="501"/>
                    <a:pt x="501" y="388"/>
                    <a:pt x="501" y="252"/>
                  </a:cubicBezTo>
                  <a:cubicBezTo>
                    <a:pt x="501" y="107"/>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11"/>
            <p:cNvSpPr/>
            <p:nvPr/>
          </p:nvSpPr>
          <p:spPr>
            <a:xfrm>
              <a:off x="2513250" y="1473325"/>
              <a:ext cx="12575" cy="12550"/>
            </a:xfrm>
            <a:custGeom>
              <a:avLst/>
              <a:gdLst/>
              <a:ahLst/>
              <a:cxnLst/>
              <a:rect l="l" t="t" r="r" b="b"/>
              <a:pathLst>
                <a:path w="503" h="502" extrusionOk="0">
                  <a:moveTo>
                    <a:pt x="252" y="1"/>
                  </a:moveTo>
                  <a:cubicBezTo>
                    <a:pt x="109" y="1"/>
                    <a:pt x="0" y="107"/>
                    <a:pt x="0" y="252"/>
                  </a:cubicBezTo>
                  <a:cubicBezTo>
                    <a:pt x="0" y="388"/>
                    <a:pt x="109" y="501"/>
                    <a:pt x="252" y="501"/>
                  </a:cubicBezTo>
                  <a:cubicBezTo>
                    <a:pt x="388" y="501"/>
                    <a:pt x="503" y="388"/>
                    <a:pt x="503" y="252"/>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11"/>
            <p:cNvSpPr/>
            <p:nvPr/>
          </p:nvSpPr>
          <p:spPr>
            <a:xfrm>
              <a:off x="2605000" y="1473325"/>
              <a:ext cx="12575" cy="12550"/>
            </a:xfrm>
            <a:custGeom>
              <a:avLst/>
              <a:gdLst/>
              <a:ahLst/>
              <a:cxnLst/>
              <a:rect l="l" t="t" r="r" b="b"/>
              <a:pathLst>
                <a:path w="503" h="502" extrusionOk="0">
                  <a:moveTo>
                    <a:pt x="252" y="1"/>
                  </a:moveTo>
                  <a:cubicBezTo>
                    <a:pt x="116" y="1"/>
                    <a:pt x="0" y="107"/>
                    <a:pt x="0" y="252"/>
                  </a:cubicBezTo>
                  <a:cubicBezTo>
                    <a:pt x="0" y="388"/>
                    <a:pt x="116" y="501"/>
                    <a:pt x="252" y="501"/>
                  </a:cubicBezTo>
                  <a:cubicBezTo>
                    <a:pt x="387" y="501"/>
                    <a:pt x="503" y="388"/>
                    <a:pt x="503" y="252"/>
                  </a:cubicBezTo>
                  <a:cubicBezTo>
                    <a:pt x="503" y="107"/>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11"/>
            <p:cNvSpPr/>
            <p:nvPr/>
          </p:nvSpPr>
          <p:spPr>
            <a:xfrm>
              <a:off x="2696950" y="1473325"/>
              <a:ext cx="12375" cy="12550"/>
            </a:xfrm>
            <a:custGeom>
              <a:avLst/>
              <a:gdLst/>
              <a:ahLst/>
              <a:cxnLst/>
              <a:rect l="l" t="t" r="r" b="b"/>
              <a:pathLst>
                <a:path w="495" h="502" extrusionOk="0">
                  <a:moveTo>
                    <a:pt x="252" y="1"/>
                  </a:moveTo>
                  <a:cubicBezTo>
                    <a:pt x="108" y="1"/>
                    <a:pt x="1" y="107"/>
                    <a:pt x="1" y="252"/>
                  </a:cubicBezTo>
                  <a:cubicBezTo>
                    <a:pt x="1" y="388"/>
                    <a:pt x="108" y="501"/>
                    <a:pt x="252" y="501"/>
                  </a:cubicBezTo>
                  <a:cubicBezTo>
                    <a:pt x="388" y="501"/>
                    <a:pt x="495" y="388"/>
                    <a:pt x="495" y="252"/>
                  </a:cubicBezTo>
                  <a:cubicBezTo>
                    <a:pt x="495"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11"/>
            <p:cNvSpPr/>
            <p:nvPr/>
          </p:nvSpPr>
          <p:spPr>
            <a:xfrm>
              <a:off x="2788700" y="1473325"/>
              <a:ext cx="12600" cy="12550"/>
            </a:xfrm>
            <a:custGeom>
              <a:avLst/>
              <a:gdLst/>
              <a:ahLst/>
              <a:cxnLst/>
              <a:rect l="l" t="t" r="r" b="b"/>
              <a:pathLst>
                <a:path w="504" h="502" extrusionOk="0">
                  <a:moveTo>
                    <a:pt x="252" y="1"/>
                  </a:moveTo>
                  <a:cubicBezTo>
                    <a:pt x="116" y="1"/>
                    <a:pt x="1" y="107"/>
                    <a:pt x="1" y="252"/>
                  </a:cubicBezTo>
                  <a:cubicBezTo>
                    <a:pt x="1" y="388"/>
                    <a:pt x="116" y="501"/>
                    <a:pt x="252" y="501"/>
                  </a:cubicBezTo>
                  <a:cubicBezTo>
                    <a:pt x="388" y="501"/>
                    <a:pt x="503" y="388"/>
                    <a:pt x="503" y="252"/>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11"/>
            <p:cNvSpPr/>
            <p:nvPr/>
          </p:nvSpPr>
          <p:spPr>
            <a:xfrm>
              <a:off x="2880675" y="1473325"/>
              <a:ext cx="12375" cy="12550"/>
            </a:xfrm>
            <a:custGeom>
              <a:avLst/>
              <a:gdLst/>
              <a:ahLst/>
              <a:cxnLst/>
              <a:rect l="l" t="t" r="r" b="b"/>
              <a:pathLst>
                <a:path w="495" h="502" extrusionOk="0">
                  <a:moveTo>
                    <a:pt x="243" y="1"/>
                  </a:moveTo>
                  <a:cubicBezTo>
                    <a:pt x="107" y="1"/>
                    <a:pt x="0" y="107"/>
                    <a:pt x="0" y="252"/>
                  </a:cubicBezTo>
                  <a:cubicBezTo>
                    <a:pt x="0" y="388"/>
                    <a:pt x="107" y="501"/>
                    <a:pt x="243" y="501"/>
                  </a:cubicBezTo>
                  <a:cubicBezTo>
                    <a:pt x="387" y="501"/>
                    <a:pt x="494" y="388"/>
                    <a:pt x="494" y="252"/>
                  </a:cubicBezTo>
                  <a:cubicBezTo>
                    <a:pt x="494" y="107"/>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11"/>
            <p:cNvSpPr/>
            <p:nvPr/>
          </p:nvSpPr>
          <p:spPr>
            <a:xfrm>
              <a:off x="2972425" y="1473325"/>
              <a:ext cx="12575" cy="12550"/>
            </a:xfrm>
            <a:custGeom>
              <a:avLst/>
              <a:gdLst/>
              <a:ahLst/>
              <a:cxnLst/>
              <a:rect l="l" t="t" r="r" b="b"/>
              <a:pathLst>
                <a:path w="503" h="502" extrusionOk="0">
                  <a:moveTo>
                    <a:pt x="251" y="1"/>
                  </a:moveTo>
                  <a:cubicBezTo>
                    <a:pt x="115" y="1"/>
                    <a:pt x="0" y="107"/>
                    <a:pt x="0" y="252"/>
                  </a:cubicBezTo>
                  <a:cubicBezTo>
                    <a:pt x="0" y="388"/>
                    <a:pt x="115" y="501"/>
                    <a:pt x="251" y="501"/>
                  </a:cubicBezTo>
                  <a:cubicBezTo>
                    <a:pt x="387" y="501"/>
                    <a:pt x="503" y="388"/>
                    <a:pt x="503" y="252"/>
                  </a:cubicBezTo>
                  <a:cubicBezTo>
                    <a:pt x="503"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11"/>
            <p:cNvSpPr/>
            <p:nvPr/>
          </p:nvSpPr>
          <p:spPr>
            <a:xfrm>
              <a:off x="3064375" y="1473325"/>
              <a:ext cx="12375" cy="12550"/>
            </a:xfrm>
            <a:custGeom>
              <a:avLst/>
              <a:gdLst/>
              <a:ahLst/>
              <a:cxnLst/>
              <a:rect l="l" t="t" r="r" b="b"/>
              <a:pathLst>
                <a:path w="495" h="502" extrusionOk="0">
                  <a:moveTo>
                    <a:pt x="243" y="1"/>
                  </a:moveTo>
                  <a:cubicBezTo>
                    <a:pt x="107" y="1"/>
                    <a:pt x="1" y="107"/>
                    <a:pt x="1" y="252"/>
                  </a:cubicBezTo>
                  <a:cubicBezTo>
                    <a:pt x="1" y="388"/>
                    <a:pt x="107" y="501"/>
                    <a:pt x="243" y="501"/>
                  </a:cubicBezTo>
                  <a:cubicBezTo>
                    <a:pt x="388" y="501"/>
                    <a:pt x="495" y="388"/>
                    <a:pt x="495" y="252"/>
                  </a:cubicBezTo>
                  <a:cubicBezTo>
                    <a:pt x="495" y="107"/>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11"/>
            <p:cNvSpPr/>
            <p:nvPr/>
          </p:nvSpPr>
          <p:spPr>
            <a:xfrm>
              <a:off x="3156125" y="1473325"/>
              <a:ext cx="12600" cy="12550"/>
            </a:xfrm>
            <a:custGeom>
              <a:avLst/>
              <a:gdLst/>
              <a:ahLst/>
              <a:cxnLst/>
              <a:rect l="l" t="t" r="r" b="b"/>
              <a:pathLst>
                <a:path w="504" h="502" extrusionOk="0">
                  <a:moveTo>
                    <a:pt x="252" y="1"/>
                  </a:moveTo>
                  <a:cubicBezTo>
                    <a:pt x="116" y="1"/>
                    <a:pt x="1" y="107"/>
                    <a:pt x="1" y="252"/>
                  </a:cubicBezTo>
                  <a:cubicBezTo>
                    <a:pt x="1" y="388"/>
                    <a:pt x="116" y="501"/>
                    <a:pt x="252" y="501"/>
                  </a:cubicBezTo>
                  <a:cubicBezTo>
                    <a:pt x="388" y="501"/>
                    <a:pt x="503" y="388"/>
                    <a:pt x="503" y="252"/>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11"/>
            <p:cNvSpPr/>
            <p:nvPr/>
          </p:nvSpPr>
          <p:spPr>
            <a:xfrm>
              <a:off x="3247875" y="1473325"/>
              <a:ext cx="12575" cy="12550"/>
            </a:xfrm>
            <a:custGeom>
              <a:avLst/>
              <a:gdLst/>
              <a:ahLst/>
              <a:cxnLst/>
              <a:rect l="l" t="t" r="r" b="b"/>
              <a:pathLst>
                <a:path w="503" h="502" extrusionOk="0">
                  <a:moveTo>
                    <a:pt x="252" y="1"/>
                  </a:moveTo>
                  <a:cubicBezTo>
                    <a:pt x="116" y="1"/>
                    <a:pt x="1" y="107"/>
                    <a:pt x="1" y="252"/>
                  </a:cubicBezTo>
                  <a:cubicBezTo>
                    <a:pt x="1" y="388"/>
                    <a:pt x="116" y="501"/>
                    <a:pt x="252" y="501"/>
                  </a:cubicBezTo>
                  <a:cubicBezTo>
                    <a:pt x="388" y="501"/>
                    <a:pt x="503" y="388"/>
                    <a:pt x="503" y="252"/>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11"/>
            <p:cNvSpPr/>
            <p:nvPr/>
          </p:nvSpPr>
          <p:spPr>
            <a:xfrm>
              <a:off x="3339850" y="1473325"/>
              <a:ext cx="12525" cy="12550"/>
            </a:xfrm>
            <a:custGeom>
              <a:avLst/>
              <a:gdLst/>
              <a:ahLst/>
              <a:cxnLst/>
              <a:rect l="l" t="t" r="r" b="b"/>
              <a:pathLst>
                <a:path w="501" h="502" extrusionOk="0">
                  <a:moveTo>
                    <a:pt x="251" y="1"/>
                  </a:moveTo>
                  <a:cubicBezTo>
                    <a:pt x="107" y="1"/>
                    <a:pt x="0" y="107"/>
                    <a:pt x="0" y="252"/>
                  </a:cubicBezTo>
                  <a:cubicBezTo>
                    <a:pt x="0" y="388"/>
                    <a:pt x="107" y="501"/>
                    <a:pt x="251" y="501"/>
                  </a:cubicBezTo>
                  <a:cubicBezTo>
                    <a:pt x="387" y="501"/>
                    <a:pt x="501" y="388"/>
                    <a:pt x="501" y="252"/>
                  </a:cubicBezTo>
                  <a:cubicBezTo>
                    <a:pt x="501"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11"/>
            <p:cNvSpPr/>
            <p:nvPr/>
          </p:nvSpPr>
          <p:spPr>
            <a:xfrm>
              <a:off x="3431575" y="1473325"/>
              <a:ext cx="12600" cy="12550"/>
            </a:xfrm>
            <a:custGeom>
              <a:avLst/>
              <a:gdLst/>
              <a:ahLst/>
              <a:cxnLst/>
              <a:rect l="l" t="t" r="r" b="b"/>
              <a:pathLst>
                <a:path w="504" h="502" extrusionOk="0">
                  <a:moveTo>
                    <a:pt x="252" y="1"/>
                  </a:moveTo>
                  <a:cubicBezTo>
                    <a:pt x="116" y="1"/>
                    <a:pt x="1" y="107"/>
                    <a:pt x="1" y="252"/>
                  </a:cubicBezTo>
                  <a:cubicBezTo>
                    <a:pt x="1" y="388"/>
                    <a:pt x="116" y="501"/>
                    <a:pt x="252" y="501"/>
                  </a:cubicBezTo>
                  <a:cubicBezTo>
                    <a:pt x="388" y="501"/>
                    <a:pt x="503" y="388"/>
                    <a:pt x="503" y="252"/>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11"/>
            <p:cNvSpPr/>
            <p:nvPr/>
          </p:nvSpPr>
          <p:spPr>
            <a:xfrm>
              <a:off x="3523550" y="1473325"/>
              <a:ext cx="12375" cy="12550"/>
            </a:xfrm>
            <a:custGeom>
              <a:avLst/>
              <a:gdLst/>
              <a:ahLst/>
              <a:cxnLst/>
              <a:rect l="l" t="t" r="r" b="b"/>
              <a:pathLst>
                <a:path w="495" h="502" extrusionOk="0">
                  <a:moveTo>
                    <a:pt x="250" y="1"/>
                  </a:moveTo>
                  <a:cubicBezTo>
                    <a:pt x="107" y="1"/>
                    <a:pt x="0" y="107"/>
                    <a:pt x="0" y="252"/>
                  </a:cubicBezTo>
                  <a:cubicBezTo>
                    <a:pt x="0" y="388"/>
                    <a:pt x="107" y="501"/>
                    <a:pt x="250" y="501"/>
                  </a:cubicBezTo>
                  <a:cubicBezTo>
                    <a:pt x="388" y="501"/>
                    <a:pt x="494" y="388"/>
                    <a:pt x="494" y="252"/>
                  </a:cubicBezTo>
                  <a:cubicBezTo>
                    <a:pt x="494" y="107"/>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11"/>
            <p:cNvSpPr/>
            <p:nvPr/>
          </p:nvSpPr>
          <p:spPr>
            <a:xfrm>
              <a:off x="676400" y="15650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11"/>
            <p:cNvSpPr/>
            <p:nvPr/>
          </p:nvSpPr>
          <p:spPr>
            <a:xfrm>
              <a:off x="768325" y="1565075"/>
              <a:ext cx="12400" cy="12600"/>
            </a:xfrm>
            <a:custGeom>
              <a:avLst/>
              <a:gdLst/>
              <a:ahLst/>
              <a:cxnLst/>
              <a:rect l="l" t="t" r="r" b="b"/>
              <a:pathLst>
                <a:path w="496" h="504"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11"/>
            <p:cNvSpPr/>
            <p:nvPr/>
          </p:nvSpPr>
          <p:spPr>
            <a:xfrm>
              <a:off x="860125" y="1565075"/>
              <a:ext cx="12525" cy="12600"/>
            </a:xfrm>
            <a:custGeom>
              <a:avLst/>
              <a:gdLst/>
              <a:ahLst/>
              <a:cxnLst/>
              <a:rect l="l" t="t" r="r" b="b"/>
              <a:pathLst>
                <a:path w="501" h="504"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11"/>
            <p:cNvSpPr/>
            <p:nvPr/>
          </p:nvSpPr>
          <p:spPr>
            <a:xfrm>
              <a:off x="951850" y="15650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11"/>
            <p:cNvSpPr/>
            <p:nvPr/>
          </p:nvSpPr>
          <p:spPr>
            <a:xfrm>
              <a:off x="1043825" y="1565075"/>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11"/>
            <p:cNvSpPr/>
            <p:nvPr/>
          </p:nvSpPr>
          <p:spPr>
            <a:xfrm>
              <a:off x="1135575" y="1565075"/>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11"/>
            <p:cNvSpPr/>
            <p:nvPr/>
          </p:nvSpPr>
          <p:spPr>
            <a:xfrm>
              <a:off x="1227500" y="1565075"/>
              <a:ext cx="12400" cy="12600"/>
            </a:xfrm>
            <a:custGeom>
              <a:avLst/>
              <a:gdLst/>
              <a:ahLst/>
              <a:cxnLst/>
              <a:rect l="l" t="t" r="r" b="b"/>
              <a:pathLst>
                <a:path w="496" h="504"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11"/>
            <p:cNvSpPr/>
            <p:nvPr/>
          </p:nvSpPr>
          <p:spPr>
            <a:xfrm>
              <a:off x="1319275" y="1565075"/>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11"/>
            <p:cNvSpPr/>
            <p:nvPr/>
          </p:nvSpPr>
          <p:spPr>
            <a:xfrm>
              <a:off x="1411200" y="1565075"/>
              <a:ext cx="12425" cy="12600"/>
            </a:xfrm>
            <a:custGeom>
              <a:avLst/>
              <a:gdLst/>
              <a:ahLst/>
              <a:cxnLst/>
              <a:rect l="l" t="t" r="r" b="b"/>
              <a:pathLst>
                <a:path w="497" h="504"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11"/>
            <p:cNvSpPr/>
            <p:nvPr/>
          </p:nvSpPr>
          <p:spPr>
            <a:xfrm>
              <a:off x="1503000" y="1565075"/>
              <a:ext cx="12525" cy="12600"/>
            </a:xfrm>
            <a:custGeom>
              <a:avLst/>
              <a:gdLst/>
              <a:ahLst/>
              <a:cxnLst/>
              <a:rect l="l" t="t" r="r" b="b"/>
              <a:pathLst>
                <a:path w="501" h="504"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11"/>
            <p:cNvSpPr/>
            <p:nvPr/>
          </p:nvSpPr>
          <p:spPr>
            <a:xfrm>
              <a:off x="1594750" y="1565075"/>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11"/>
            <p:cNvSpPr/>
            <p:nvPr/>
          </p:nvSpPr>
          <p:spPr>
            <a:xfrm>
              <a:off x="1686650" y="15650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11"/>
            <p:cNvSpPr/>
            <p:nvPr/>
          </p:nvSpPr>
          <p:spPr>
            <a:xfrm>
              <a:off x="1778450" y="1565075"/>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11"/>
            <p:cNvSpPr/>
            <p:nvPr/>
          </p:nvSpPr>
          <p:spPr>
            <a:xfrm>
              <a:off x="1870375" y="1565075"/>
              <a:ext cx="12400" cy="12600"/>
            </a:xfrm>
            <a:custGeom>
              <a:avLst/>
              <a:gdLst/>
              <a:ahLst/>
              <a:cxnLst/>
              <a:rect l="l" t="t" r="r" b="b"/>
              <a:pathLst>
                <a:path w="496" h="504"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11"/>
            <p:cNvSpPr/>
            <p:nvPr/>
          </p:nvSpPr>
          <p:spPr>
            <a:xfrm>
              <a:off x="1962150" y="1565075"/>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11"/>
            <p:cNvSpPr/>
            <p:nvPr/>
          </p:nvSpPr>
          <p:spPr>
            <a:xfrm>
              <a:off x="2054075" y="1565075"/>
              <a:ext cx="12425" cy="12600"/>
            </a:xfrm>
            <a:custGeom>
              <a:avLst/>
              <a:gdLst/>
              <a:ahLst/>
              <a:cxnLst/>
              <a:rect l="l" t="t" r="r" b="b"/>
              <a:pathLst>
                <a:path w="497" h="504"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11"/>
            <p:cNvSpPr/>
            <p:nvPr/>
          </p:nvSpPr>
          <p:spPr>
            <a:xfrm>
              <a:off x="2145825" y="15650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11"/>
            <p:cNvSpPr/>
            <p:nvPr/>
          </p:nvSpPr>
          <p:spPr>
            <a:xfrm>
              <a:off x="2237800" y="1565075"/>
              <a:ext cx="12350" cy="12600"/>
            </a:xfrm>
            <a:custGeom>
              <a:avLst/>
              <a:gdLst/>
              <a:ahLst/>
              <a:cxnLst/>
              <a:rect l="l" t="t" r="r" b="b"/>
              <a:pathLst>
                <a:path w="494" h="504"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11"/>
            <p:cNvSpPr/>
            <p:nvPr/>
          </p:nvSpPr>
          <p:spPr>
            <a:xfrm>
              <a:off x="2329550" y="1565075"/>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11"/>
            <p:cNvSpPr/>
            <p:nvPr/>
          </p:nvSpPr>
          <p:spPr>
            <a:xfrm>
              <a:off x="2421325" y="1565075"/>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11"/>
            <p:cNvSpPr/>
            <p:nvPr/>
          </p:nvSpPr>
          <p:spPr>
            <a:xfrm>
              <a:off x="2513250" y="1565075"/>
              <a:ext cx="12575" cy="12600"/>
            </a:xfrm>
            <a:custGeom>
              <a:avLst/>
              <a:gdLst/>
              <a:ahLst/>
              <a:cxnLst/>
              <a:rect l="l" t="t" r="r" b="b"/>
              <a:pathLst>
                <a:path w="503" h="504"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11"/>
            <p:cNvSpPr/>
            <p:nvPr/>
          </p:nvSpPr>
          <p:spPr>
            <a:xfrm>
              <a:off x="2605000" y="1565075"/>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11"/>
            <p:cNvSpPr/>
            <p:nvPr/>
          </p:nvSpPr>
          <p:spPr>
            <a:xfrm>
              <a:off x="2696950" y="1565075"/>
              <a:ext cx="12375" cy="12600"/>
            </a:xfrm>
            <a:custGeom>
              <a:avLst/>
              <a:gdLst/>
              <a:ahLst/>
              <a:cxnLst/>
              <a:rect l="l" t="t" r="r" b="b"/>
              <a:pathLst>
                <a:path w="495" h="504"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11"/>
            <p:cNvSpPr/>
            <p:nvPr/>
          </p:nvSpPr>
          <p:spPr>
            <a:xfrm>
              <a:off x="2788700" y="15650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11"/>
            <p:cNvSpPr/>
            <p:nvPr/>
          </p:nvSpPr>
          <p:spPr>
            <a:xfrm>
              <a:off x="2880675" y="1565075"/>
              <a:ext cx="12375" cy="12600"/>
            </a:xfrm>
            <a:custGeom>
              <a:avLst/>
              <a:gdLst/>
              <a:ahLst/>
              <a:cxnLst/>
              <a:rect l="l" t="t" r="r" b="b"/>
              <a:pathLst>
                <a:path w="495" h="504"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11"/>
            <p:cNvSpPr/>
            <p:nvPr/>
          </p:nvSpPr>
          <p:spPr>
            <a:xfrm>
              <a:off x="2972425" y="1565075"/>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11"/>
            <p:cNvSpPr/>
            <p:nvPr/>
          </p:nvSpPr>
          <p:spPr>
            <a:xfrm>
              <a:off x="3064375" y="1565075"/>
              <a:ext cx="12375" cy="12600"/>
            </a:xfrm>
            <a:custGeom>
              <a:avLst/>
              <a:gdLst/>
              <a:ahLst/>
              <a:cxnLst/>
              <a:rect l="l" t="t" r="r" b="b"/>
              <a:pathLst>
                <a:path w="495" h="504"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11"/>
            <p:cNvSpPr/>
            <p:nvPr/>
          </p:nvSpPr>
          <p:spPr>
            <a:xfrm>
              <a:off x="3156125" y="15650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11"/>
            <p:cNvSpPr/>
            <p:nvPr/>
          </p:nvSpPr>
          <p:spPr>
            <a:xfrm>
              <a:off x="3247875" y="1565075"/>
              <a:ext cx="12575" cy="12600"/>
            </a:xfrm>
            <a:custGeom>
              <a:avLst/>
              <a:gdLst/>
              <a:ahLst/>
              <a:cxnLst/>
              <a:rect l="l" t="t" r="r" b="b"/>
              <a:pathLst>
                <a:path w="503"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11"/>
            <p:cNvSpPr/>
            <p:nvPr/>
          </p:nvSpPr>
          <p:spPr>
            <a:xfrm>
              <a:off x="3339850" y="1565075"/>
              <a:ext cx="12525" cy="12600"/>
            </a:xfrm>
            <a:custGeom>
              <a:avLst/>
              <a:gdLst/>
              <a:ahLst/>
              <a:cxnLst/>
              <a:rect l="l" t="t" r="r" b="b"/>
              <a:pathLst>
                <a:path w="501" h="504"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11"/>
            <p:cNvSpPr/>
            <p:nvPr/>
          </p:nvSpPr>
          <p:spPr>
            <a:xfrm>
              <a:off x="3431575" y="15650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11"/>
            <p:cNvSpPr/>
            <p:nvPr/>
          </p:nvSpPr>
          <p:spPr>
            <a:xfrm>
              <a:off x="3523550" y="1565075"/>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11"/>
            <p:cNvSpPr/>
            <p:nvPr/>
          </p:nvSpPr>
          <p:spPr>
            <a:xfrm>
              <a:off x="676400" y="1657050"/>
              <a:ext cx="12600" cy="12375"/>
            </a:xfrm>
            <a:custGeom>
              <a:avLst/>
              <a:gdLst/>
              <a:ahLst/>
              <a:cxnLst/>
              <a:rect l="l" t="t" r="r" b="b"/>
              <a:pathLst>
                <a:path w="504" h="495" extrusionOk="0">
                  <a:moveTo>
                    <a:pt x="252" y="0"/>
                  </a:moveTo>
                  <a:cubicBezTo>
                    <a:pt x="116" y="0"/>
                    <a:pt x="1" y="107"/>
                    <a:pt x="1" y="250"/>
                  </a:cubicBezTo>
                  <a:cubicBezTo>
                    <a:pt x="1" y="387"/>
                    <a:pt x="116" y="494"/>
                    <a:pt x="252" y="494"/>
                  </a:cubicBezTo>
                  <a:cubicBezTo>
                    <a:pt x="388" y="494"/>
                    <a:pt x="503" y="387"/>
                    <a:pt x="503" y="250"/>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11"/>
            <p:cNvSpPr/>
            <p:nvPr/>
          </p:nvSpPr>
          <p:spPr>
            <a:xfrm>
              <a:off x="768325" y="1657050"/>
              <a:ext cx="12400" cy="12375"/>
            </a:xfrm>
            <a:custGeom>
              <a:avLst/>
              <a:gdLst/>
              <a:ahLst/>
              <a:cxnLst/>
              <a:rect l="l" t="t" r="r" b="b"/>
              <a:pathLst>
                <a:path w="496" h="495" extrusionOk="0">
                  <a:moveTo>
                    <a:pt x="245" y="0"/>
                  </a:moveTo>
                  <a:cubicBezTo>
                    <a:pt x="109" y="0"/>
                    <a:pt x="0" y="107"/>
                    <a:pt x="0" y="250"/>
                  </a:cubicBezTo>
                  <a:cubicBezTo>
                    <a:pt x="0" y="387"/>
                    <a:pt x="109" y="494"/>
                    <a:pt x="245" y="494"/>
                  </a:cubicBezTo>
                  <a:cubicBezTo>
                    <a:pt x="388" y="494"/>
                    <a:pt x="496" y="387"/>
                    <a:pt x="496" y="250"/>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11"/>
            <p:cNvSpPr/>
            <p:nvPr/>
          </p:nvSpPr>
          <p:spPr>
            <a:xfrm>
              <a:off x="860125" y="1657050"/>
              <a:ext cx="12525" cy="12375"/>
            </a:xfrm>
            <a:custGeom>
              <a:avLst/>
              <a:gdLst/>
              <a:ahLst/>
              <a:cxnLst/>
              <a:rect l="l" t="t" r="r" b="b"/>
              <a:pathLst>
                <a:path w="501" h="495" extrusionOk="0">
                  <a:moveTo>
                    <a:pt x="251" y="0"/>
                  </a:moveTo>
                  <a:cubicBezTo>
                    <a:pt x="114" y="0"/>
                    <a:pt x="0" y="107"/>
                    <a:pt x="0" y="250"/>
                  </a:cubicBezTo>
                  <a:cubicBezTo>
                    <a:pt x="0" y="387"/>
                    <a:pt x="114" y="494"/>
                    <a:pt x="251" y="494"/>
                  </a:cubicBezTo>
                  <a:cubicBezTo>
                    <a:pt x="387" y="494"/>
                    <a:pt x="501" y="387"/>
                    <a:pt x="501" y="250"/>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11"/>
            <p:cNvSpPr/>
            <p:nvPr/>
          </p:nvSpPr>
          <p:spPr>
            <a:xfrm>
              <a:off x="951850" y="1657050"/>
              <a:ext cx="12600" cy="12375"/>
            </a:xfrm>
            <a:custGeom>
              <a:avLst/>
              <a:gdLst/>
              <a:ahLst/>
              <a:cxnLst/>
              <a:rect l="l" t="t" r="r" b="b"/>
              <a:pathLst>
                <a:path w="504" h="495" extrusionOk="0">
                  <a:moveTo>
                    <a:pt x="252" y="0"/>
                  </a:moveTo>
                  <a:cubicBezTo>
                    <a:pt x="116" y="0"/>
                    <a:pt x="1" y="107"/>
                    <a:pt x="1" y="250"/>
                  </a:cubicBezTo>
                  <a:cubicBezTo>
                    <a:pt x="1" y="387"/>
                    <a:pt x="116" y="494"/>
                    <a:pt x="252" y="494"/>
                  </a:cubicBezTo>
                  <a:cubicBezTo>
                    <a:pt x="388" y="494"/>
                    <a:pt x="503" y="387"/>
                    <a:pt x="503" y="250"/>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11"/>
            <p:cNvSpPr/>
            <p:nvPr/>
          </p:nvSpPr>
          <p:spPr>
            <a:xfrm>
              <a:off x="1043825" y="1657050"/>
              <a:ext cx="12375" cy="12375"/>
            </a:xfrm>
            <a:custGeom>
              <a:avLst/>
              <a:gdLst/>
              <a:ahLst/>
              <a:cxnLst/>
              <a:rect l="l" t="t" r="r" b="b"/>
              <a:pathLst>
                <a:path w="495" h="495" extrusionOk="0">
                  <a:moveTo>
                    <a:pt x="250" y="0"/>
                  </a:moveTo>
                  <a:cubicBezTo>
                    <a:pt x="107" y="0"/>
                    <a:pt x="0" y="107"/>
                    <a:pt x="0" y="250"/>
                  </a:cubicBezTo>
                  <a:cubicBezTo>
                    <a:pt x="0" y="387"/>
                    <a:pt x="107" y="494"/>
                    <a:pt x="250" y="494"/>
                  </a:cubicBezTo>
                  <a:cubicBezTo>
                    <a:pt x="388" y="494"/>
                    <a:pt x="494" y="387"/>
                    <a:pt x="494" y="250"/>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11"/>
            <p:cNvSpPr/>
            <p:nvPr/>
          </p:nvSpPr>
          <p:spPr>
            <a:xfrm>
              <a:off x="1135575" y="1657050"/>
              <a:ext cx="12575" cy="12375"/>
            </a:xfrm>
            <a:custGeom>
              <a:avLst/>
              <a:gdLst/>
              <a:ahLst/>
              <a:cxnLst/>
              <a:rect l="l" t="t" r="r" b="b"/>
              <a:pathLst>
                <a:path w="503" h="495" extrusionOk="0">
                  <a:moveTo>
                    <a:pt x="252" y="0"/>
                  </a:moveTo>
                  <a:cubicBezTo>
                    <a:pt x="116" y="0"/>
                    <a:pt x="0" y="107"/>
                    <a:pt x="0" y="250"/>
                  </a:cubicBezTo>
                  <a:cubicBezTo>
                    <a:pt x="0" y="387"/>
                    <a:pt x="116" y="494"/>
                    <a:pt x="252" y="494"/>
                  </a:cubicBezTo>
                  <a:cubicBezTo>
                    <a:pt x="387" y="494"/>
                    <a:pt x="503" y="387"/>
                    <a:pt x="503" y="250"/>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11"/>
            <p:cNvSpPr/>
            <p:nvPr/>
          </p:nvSpPr>
          <p:spPr>
            <a:xfrm>
              <a:off x="1227500" y="1657050"/>
              <a:ext cx="12400" cy="12375"/>
            </a:xfrm>
            <a:custGeom>
              <a:avLst/>
              <a:gdLst/>
              <a:ahLst/>
              <a:cxnLst/>
              <a:rect l="l" t="t" r="r" b="b"/>
              <a:pathLst>
                <a:path w="496" h="495" extrusionOk="0">
                  <a:moveTo>
                    <a:pt x="251" y="0"/>
                  </a:moveTo>
                  <a:cubicBezTo>
                    <a:pt x="109" y="0"/>
                    <a:pt x="0" y="107"/>
                    <a:pt x="0" y="250"/>
                  </a:cubicBezTo>
                  <a:cubicBezTo>
                    <a:pt x="0" y="387"/>
                    <a:pt x="109" y="494"/>
                    <a:pt x="251" y="494"/>
                  </a:cubicBezTo>
                  <a:cubicBezTo>
                    <a:pt x="387" y="494"/>
                    <a:pt x="496" y="387"/>
                    <a:pt x="496" y="250"/>
                  </a:cubicBezTo>
                  <a:cubicBezTo>
                    <a:pt x="496"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11"/>
            <p:cNvSpPr/>
            <p:nvPr/>
          </p:nvSpPr>
          <p:spPr>
            <a:xfrm>
              <a:off x="1319275" y="1657050"/>
              <a:ext cx="12550" cy="12375"/>
            </a:xfrm>
            <a:custGeom>
              <a:avLst/>
              <a:gdLst/>
              <a:ahLst/>
              <a:cxnLst/>
              <a:rect l="l" t="t" r="r" b="b"/>
              <a:pathLst>
                <a:path w="502" h="495" extrusionOk="0">
                  <a:moveTo>
                    <a:pt x="252" y="0"/>
                  </a:moveTo>
                  <a:cubicBezTo>
                    <a:pt x="114" y="0"/>
                    <a:pt x="1" y="107"/>
                    <a:pt x="1" y="250"/>
                  </a:cubicBezTo>
                  <a:cubicBezTo>
                    <a:pt x="1" y="387"/>
                    <a:pt x="114" y="494"/>
                    <a:pt x="252" y="494"/>
                  </a:cubicBezTo>
                  <a:cubicBezTo>
                    <a:pt x="388" y="494"/>
                    <a:pt x="501" y="387"/>
                    <a:pt x="501" y="250"/>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11"/>
            <p:cNvSpPr/>
            <p:nvPr/>
          </p:nvSpPr>
          <p:spPr>
            <a:xfrm>
              <a:off x="1411200" y="1657050"/>
              <a:ext cx="12425" cy="12375"/>
            </a:xfrm>
            <a:custGeom>
              <a:avLst/>
              <a:gdLst/>
              <a:ahLst/>
              <a:cxnLst/>
              <a:rect l="l" t="t" r="r" b="b"/>
              <a:pathLst>
                <a:path w="497" h="495" extrusionOk="0">
                  <a:moveTo>
                    <a:pt x="245" y="0"/>
                  </a:moveTo>
                  <a:cubicBezTo>
                    <a:pt x="109" y="0"/>
                    <a:pt x="1" y="107"/>
                    <a:pt x="1" y="250"/>
                  </a:cubicBezTo>
                  <a:cubicBezTo>
                    <a:pt x="1" y="387"/>
                    <a:pt x="109" y="494"/>
                    <a:pt x="245" y="494"/>
                  </a:cubicBezTo>
                  <a:cubicBezTo>
                    <a:pt x="388" y="494"/>
                    <a:pt x="496" y="387"/>
                    <a:pt x="496" y="250"/>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11"/>
            <p:cNvSpPr/>
            <p:nvPr/>
          </p:nvSpPr>
          <p:spPr>
            <a:xfrm>
              <a:off x="1503000" y="1657050"/>
              <a:ext cx="12525" cy="12375"/>
            </a:xfrm>
            <a:custGeom>
              <a:avLst/>
              <a:gdLst/>
              <a:ahLst/>
              <a:cxnLst/>
              <a:rect l="l" t="t" r="r" b="b"/>
              <a:pathLst>
                <a:path w="501" h="495" extrusionOk="0">
                  <a:moveTo>
                    <a:pt x="250" y="0"/>
                  </a:moveTo>
                  <a:cubicBezTo>
                    <a:pt x="114" y="0"/>
                    <a:pt x="0" y="107"/>
                    <a:pt x="0" y="250"/>
                  </a:cubicBezTo>
                  <a:cubicBezTo>
                    <a:pt x="0" y="387"/>
                    <a:pt x="114" y="494"/>
                    <a:pt x="250" y="494"/>
                  </a:cubicBezTo>
                  <a:cubicBezTo>
                    <a:pt x="387" y="494"/>
                    <a:pt x="501" y="387"/>
                    <a:pt x="501" y="250"/>
                  </a:cubicBezTo>
                  <a:cubicBezTo>
                    <a:pt x="501" y="107"/>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11"/>
            <p:cNvSpPr/>
            <p:nvPr/>
          </p:nvSpPr>
          <p:spPr>
            <a:xfrm>
              <a:off x="1594750" y="1657050"/>
              <a:ext cx="12575" cy="12375"/>
            </a:xfrm>
            <a:custGeom>
              <a:avLst/>
              <a:gdLst/>
              <a:ahLst/>
              <a:cxnLst/>
              <a:rect l="l" t="t" r="r" b="b"/>
              <a:pathLst>
                <a:path w="503" h="495" extrusionOk="0">
                  <a:moveTo>
                    <a:pt x="251" y="0"/>
                  </a:moveTo>
                  <a:cubicBezTo>
                    <a:pt x="115" y="0"/>
                    <a:pt x="0" y="107"/>
                    <a:pt x="0" y="250"/>
                  </a:cubicBezTo>
                  <a:cubicBezTo>
                    <a:pt x="0" y="387"/>
                    <a:pt x="115" y="494"/>
                    <a:pt x="251" y="494"/>
                  </a:cubicBezTo>
                  <a:cubicBezTo>
                    <a:pt x="394" y="494"/>
                    <a:pt x="503" y="387"/>
                    <a:pt x="503" y="250"/>
                  </a:cubicBezTo>
                  <a:cubicBezTo>
                    <a:pt x="503" y="107"/>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11"/>
            <p:cNvSpPr/>
            <p:nvPr/>
          </p:nvSpPr>
          <p:spPr>
            <a:xfrm>
              <a:off x="1686650" y="1657050"/>
              <a:ext cx="12600" cy="12375"/>
            </a:xfrm>
            <a:custGeom>
              <a:avLst/>
              <a:gdLst/>
              <a:ahLst/>
              <a:cxnLst/>
              <a:rect l="l" t="t" r="r" b="b"/>
              <a:pathLst>
                <a:path w="504" h="495" extrusionOk="0">
                  <a:moveTo>
                    <a:pt x="252" y="0"/>
                  </a:moveTo>
                  <a:cubicBezTo>
                    <a:pt x="116" y="0"/>
                    <a:pt x="1" y="107"/>
                    <a:pt x="1" y="250"/>
                  </a:cubicBezTo>
                  <a:cubicBezTo>
                    <a:pt x="1" y="387"/>
                    <a:pt x="116" y="494"/>
                    <a:pt x="252" y="494"/>
                  </a:cubicBezTo>
                  <a:cubicBezTo>
                    <a:pt x="388" y="494"/>
                    <a:pt x="503" y="387"/>
                    <a:pt x="503" y="250"/>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11"/>
            <p:cNvSpPr/>
            <p:nvPr/>
          </p:nvSpPr>
          <p:spPr>
            <a:xfrm>
              <a:off x="1778450" y="1657050"/>
              <a:ext cx="12550" cy="12375"/>
            </a:xfrm>
            <a:custGeom>
              <a:avLst/>
              <a:gdLst/>
              <a:ahLst/>
              <a:cxnLst/>
              <a:rect l="l" t="t" r="r" b="b"/>
              <a:pathLst>
                <a:path w="502" h="495" extrusionOk="0">
                  <a:moveTo>
                    <a:pt x="252" y="0"/>
                  </a:moveTo>
                  <a:cubicBezTo>
                    <a:pt x="114" y="0"/>
                    <a:pt x="1" y="107"/>
                    <a:pt x="1" y="250"/>
                  </a:cubicBezTo>
                  <a:cubicBezTo>
                    <a:pt x="1" y="387"/>
                    <a:pt x="114" y="494"/>
                    <a:pt x="252" y="494"/>
                  </a:cubicBezTo>
                  <a:cubicBezTo>
                    <a:pt x="388" y="494"/>
                    <a:pt x="501" y="387"/>
                    <a:pt x="501" y="250"/>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11"/>
            <p:cNvSpPr/>
            <p:nvPr/>
          </p:nvSpPr>
          <p:spPr>
            <a:xfrm>
              <a:off x="1870375" y="1657050"/>
              <a:ext cx="12400" cy="12375"/>
            </a:xfrm>
            <a:custGeom>
              <a:avLst/>
              <a:gdLst/>
              <a:ahLst/>
              <a:cxnLst/>
              <a:rect l="l" t="t" r="r" b="b"/>
              <a:pathLst>
                <a:path w="496" h="495" extrusionOk="0">
                  <a:moveTo>
                    <a:pt x="252" y="0"/>
                  </a:moveTo>
                  <a:cubicBezTo>
                    <a:pt x="109" y="0"/>
                    <a:pt x="0" y="107"/>
                    <a:pt x="0" y="250"/>
                  </a:cubicBezTo>
                  <a:cubicBezTo>
                    <a:pt x="0" y="387"/>
                    <a:pt x="109" y="494"/>
                    <a:pt x="252" y="494"/>
                  </a:cubicBezTo>
                  <a:cubicBezTo>
                    <a:pt x="387" y="494"/>
                    <a:pt x="496" y="387"/>
                    <a:pt x="496" y="250"/>
                  </a:cubicBezTo>
                  <a:cubicBezTo>
                    <a:pt x="496"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11"/>
            <p:cNvSpPr/>
            <p:nvPr/>
          </p:nvSpPr>
          <p:spPr>
            <a:xfrm>
              <a:off x="1962150" y="1657050"/>
              <a:ext cx="12550" cy="12375"/>
            </a:xfrm>
            <a:custGeom>
              <a:avLst/>
              <a:gdLst/>
              <a:ahLst/>
              <a:cxnLst/>
              <a:rect l="l" t="t" r="r" b="b"/>
              <a:pathLst>
                <a:path w="502" h="495" extrusionOk="0">
                  <a:moveTo>
                    <a:pt x="250" y="0"/>
                  </a:moveTo>
                  <a:cubicBezTo>
                    <a:pt x="114" y="0"/>
                    <a:pt x="1" y="107"/>
                    <a:pt x="1" y="250"/>
                  </a:cubicBezTo>
                  <a:cubicBezTo>
                    <a:pt x="1" y="387"/>
                    <a:pt x="114" y="494"/>
                    <a:pt x="250" y="494"/>
                  </a:cubicBezTo>
                  <a:cubicBezTo>
                    <a:pt x="388" y="494"/>
                    <a:pt x="502" y="387"/>
                    <a:pt x="502" y="250"/>
                  </a:cubicBezTo>
                  <a:cubicBezTo>
                    <a:pt x="502"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11"/>
            <p:cNvSpPr/>
            <p:nvPr/>
          </p:nvSpPr>
          <p:spPr>
            <a:xfrm>
              <a:off x="2054075" y="1657050"/>
              <a:ext cx="12425" cy="12375"/>
            </a:xfrm>
            <a:custGeom>
              <a:avLst/>
              <a:gdLst/>
              <a:ahLst/>
              <a:cxnLst/>
              <a:rect l="l" t="t" r="r" b="b"/>
              <a:pathLst>
                <a:path w="497" h="495" extrusionOk="0">
                  <a:moveTo>
                    <a:pt x="252" y="0"/>
                  </a:moveTo>
                  <a:cubicBezTo>
                    <a:pt x="109" y="0"/>
                    <a:pt x="1" y="107"/>
                    <a:pt x="1" y="250"/>
                  </a:cubicBezTo>
                  <a:cubicBezTo>
                    <a:pt x="1" y="387"/>
                    <a:pt x="109" y="494"/>
                    <a:pt x="252" y="494"/>
                  </a:cubicBezTo>
                  <a:cubicBezTo>
                    <a:pt x="388" y="494"/>
                    <a:pt x="496" y="387"/>
                    <a:pt x="496" y="250"/>
                  </a:cubicBezTo>
                  <a:cubicBezTo>
                    <a:pt x="496"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11"/>
            <p:cNvSpPr/>
            <p:nvPr/>
          </p:nvSpPr>
          <p:spPr>
            <a:xfrm>
              <a:off x="2145825" y="1657050"/>
              <a:ext cx="12600" cy="12375"/>
            </a:xfrm>
            <a:custGeom>
              <a:avLst/>
              <a:gdLst/>
              <a:ahLst/>
              <a:cxnLst/>
              <a:rect l="l" t="t" r="r" b="b"/>
              <a:pathLst>
                <a:path w="504" h="495" extrusionOk="0">
                  <a:moveTo>
                    <a:pt x="252" y="0"/>
                  </a:moveTo>
                  <a:cubicBezTo>
                    <a:pt x="116" y="0"/>
                    <a:pt x="1" y="107"/>
                    <a:pt x="1" y="250"/>
                  </a:cubicBezTo>
                  <a:cubicBezTo>
                    <a:pt x="1" y="387"/>
                    <a:pt x="116" y="494"/>
                    <a:pt x="252" y="494"/>
                  </a:cubicBezTo>
                  <a:cubicBezTo>
                    <a:pt x="388" y="494"/>
                    <a:pt x="503" y="387"/>
                    <a:pt x="503" y="250"/>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11"/>
            <p:cNvSpPr/>
            <p:nvPr/>
          </p:nvSpPr>
          <p:spPr>
            <a:xfrm>
              <a:off x="2237800" y="1657050"/>
              <a:ext cx="12350" cy="12375"/>
            </a:xfrm>
            <a:custGeom>
              <a:avLst/>
              <a:gdLst/>
              <a:ahLst/>
              <a:cxnLst/>
              <a:rect l="l" t="t" r="r" b="b"/>
              <a:pathLst>
                <a:path w="494" h="495" extrusionOk="0">
                  <a:moveTo>
                    <a:pt x="244" y="0"/>
                  </a:moveTo>
                  <a:cubicBezTo>
                    <a:pt x="107" y="0"/>
                    <a:pt x="0" y="107"/>
                    <a:pt x="0" y="250"/>
                  </a:cubicBezTo>
                  <a:cubicBezTo>
                    <a:pt x="0" y="387"/>
                    <a:pt x="107" y="494"/>
                    <a:pt x="244" y="494"/>
                  </a:cubicBezTo>
                  <a:cubicBezTo>
                    <a:pt x="387" y="494"/>
                    <a:pt x="494" y="387"/>
                    <a:pt x="494" y="250"/>
                  </a:cubicBezTo>
                  <a:cubicBezTo>
                    <a:pt x="494" y="107"/>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11"/>
            <p:cNvSpPr/>
            <p:nvPr/>
          </p:nvSpPr>
          <p:spPr>
            <a:xfrm>
              <a:off x="2329550" y="1657050"/>
              <a:ext cx="12575" cy="12375"/>
            </a:xfrm>
            <a:custGeom>
              <a:avLst/>
              <a:gdLst/>
              <a:ahLst/>
              <a:cxnLst/>
              <a:rect l="l" t="t" r="r" b="b"/>
              <a:pathLst>
                <a:path w="503" h="495" extrusionOk="0">
                  <a:moveTo>
                    <a:pt x="251" y="0"/>
                  </a:moveTo>
                  <a:cubicBezTo>
                    <a:pt x="115" y="0"/>
                    <a:pt x="0" y="107"/>
                    <a:pt x="0" y="250"/>
                  </a:cubicBezTo>
                  <a:cubicBezTo>
                    <a:pt x="0" y="387"/>
                    <a:pt x="115" y="494"/>
                    <a:pt x="251" y="494"/>
                  </a:cubicBezTo>
                  <a:cubicBezTo>
                    <a:pt x="387" y="494"/>
                    <a:pt x="502" y="387"/>
                    <a:pt x="502" y="250"/>
                  </a:cubicBezTo>
                  <a:cubicBezTo>
                    <a:pt x="502"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11"/>
            <p:cNvSpPr/>
            <p:nvPr/>
          </p:nvSpPr>
          <p:spPr>
            <a:xfrm>
              <a:off x="2421325" y="1657050"/>
              <a:ext cx="12550" cy="12375"/>
            </a:xfrm>
            <a:custGeom>
              <a:avLst/>
              <a:gdLst/>
              <a:ahLst/>
              <a:cxnLst/>
              <a:rect l="l" t="t" r="r" b="b"/>
              <a:pathLst>
                <a:path w="502" h="495" extrusionOk="0">
                  <a:moveTo>
                    <a:pt x="250" y="0"/>
                  </a:moveTo>
                  <a:cubicBezTo>
                    <a:pt x="114" y="0"/>
                    <a:pt x="1" y="107"/>
                    <a:pt x="1" y="250"/>
                  </a:cubicBezTo>
                  <a:cubicBezTo>
                    <a:pt x="1" y="387"/>
                    <a:pt x="114" y="494"/>
                    <a:pt x="250" y="494"/>
                  </a:cubicBezTo>
                  <a:cubicBezTo>
                    <a:pt x="395" y="494"/>
                    <a:pt x="501" y="387"/>
                    <a:pt x="501" y="250"/>
                  </a:cubicBezTo>
                  <a:cubicBezTo>
                    <a:pt x="501" y="107"/>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11"/>
            <p:cNvSpPr/>
            <p:nvPr/>
          </p:nvSpPr>
          <p:spPr>
            <a:xfrm>
              <a:off x="2513250" y="1657050"/>
              <a:ext cx="12575" cy="12375"/>
            </a:xfrm>
            <a:custGeom>
              <a:avLst/>
              <a:gdLst/>
              <a:ahLst/>
              <a:cxnLst/>
              <a:rect l="l" t="t" r="r" b="b"/>
              <a:pathLst>
                <a:path w="503" h="495" extrusionOk="0">
                  <a:moveTo>
                    <a:pt x="252" y="0"/>
                  </a:moveTo>
                  <a:cubicBezTo>
                    <a:pt x="109" y="0"/>
                    <a:pt x="0" y="107"/>
                    <a:pt x="0" y="250"/>
                  </a:cubicBezTo>
                  <a:cubicBezTo>
                    <a:pt x="0" y="387"/>
                    <a:pt x="109" y="494"/>
                    <a:pt x="252" y="494"/>
                  </a:cubicBezTo>
                  <a:cubicBezTo>
                    <a:pt x="388" y="494"/>
                    <a:pt x="503" y="387"/>
                    <a:pt x="503" y="250"/>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11"/>
            <p:cNvSpPr/>
            <p:nvPr/>
          </p:nvSpPr>
          <p:spPr>
            <a:xfrm>
              <a:off x="2605000" y="1657050"/>
              <a:ext cx="12575" cy="12375"/>
            </a:xfrm>
            <a:custGeom>
              <a:avLst/>
              <a:gdLst/>
              <a:ahLst/>
              <a:cxnLst/>
              <a:rect l="l" t="t" r="r" b="b"/>
              <a:pathLst>
                <a:path w="503" h="495" extrusionOk="0">
                  <a:moveTo>
                    <a:pt x="252" y="0"/>
                  </a:moveTo>
                  <a:cubicBezTo>
                    <a:pt x="116" y="0"/>
                    <a:pt x="0" y="107"/>
                    <a:pt x="0" y="250"/>
                  </a:cubicBezTo>
                  <a:cubicBezTo>
                    <a:pt x="0" y="387"/>
                    <a:pt x="116" y="494"/>
                    <a:pt x="252" y="494"/>
                  </a:cubicBezTo>
                  <a:cubicBezTo>
                    <a:pt x="387" y="494"/>
                    <a:pt x="503" y="387"/>
                    <a:pt x="503" y="250"/>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11"/>
            <p:cNvSpPr/>
            <p:nvPr/>
          </p:nvSpPr>
          <p:spPr>
            <a:xfrm>
              <a:off x="2696950" y="1657050"/>
              <a:ext cx="12375" cy="12375"/>
            </a:xfrm>
            <a:custGeom>
              <a:avLst/>
              <a:gdLst/>
              <a:ahLst/>
              <a:cxnLst/>
              <a:rect l="l" t="t" r="r" b="b"/>
              <a:pathLst>
                <a:path w="495" h="495" extrusionOk="0">
                  <a:moveTo>
                    <a:pt x="252" y="0"/>
                  </a:moveTo>
                  <a:cubicBezTo>
                    <a:pt x="108" y="0"/>
                    <a:pt x="1" y="107"/>
                    <a:pt x="1" y="250"/>
                  </a:cubicBezTo>
                  <a:cubicBezTo>
                    <a:pt x="1" y="387"/>
                    <a:pt x="108" y="494"/>
                    <a:pt x="252" y="494"/>
                  </a:cubicBezTo>
                  <a:cubicBezTo>
                    <a:pt x="388" y="494"/>
                    <a:pt x="495" y="387"/>
                    <a:pt x="495" y="250"/>
                  </a:cubicBezTo>
                  <a:cubicBezTo>
                    <a:pt x="495"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11"/>
            <p:cNvSpPr/>
            <p:nvPr/>
          </p:nvSpPr>
          <p:spPr>
            <a:xfrm>
              <a:off x="2788700" y="1657050"/>
              <a:ext cx="12600" cy="12375"/>
            </a:xfrm>
            <a:custGeom>
              <a:avLst/>
              <a:gdLst/>
              <a:ahLst/>
              <a:cxnLst/>
              <a:rect l="l" t="t" r="r" b="b"/>
              <a:pathLst>
                <a:path w="504" h="495" extrusionOk="0">
                  <a:moveTo>
                    <a:pt x="252" y="0"/>
                  </a:moveTo>
                  <a:cubicBezTo>
                    <a:pt x="116" y="0"/>
                    <a:pt x="1" y="107"/>
                    <a:pt x="1" y="250"/>
                  </a:cubicBezTo>
                  <a:cubicBezTo>
                    <a:pt x="1" y="387"/>
                    <a:pt x="116" y="494"/>
                    <a:pt x="252" y="494"/>
                  </a:cubicBezTo>
                  <a:cubicBezTo>
                    <a:pt x="388" y="494"/>
                    <a:pt x="503" y="387"/>
                    <a:pt x="503" y="250"/>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11"/>
            <p:cNvSpPr/>
            <p:nvPr/>
          </p:nvSpPr>
          <p:spPr>
            <a:xfrm>
              <a:off x="2880675" y="1657050"/>
              <a:ext cx="12375" cy="12375"/>
            </a:xfrm>
            <a:custGeom>
              <a:avLst/>
              <a:gdLst/>
              <a:ahLst/>
              <a:cxnLst/>
              <a:rect l="l" t="t" r="r" b="b"/>
              <a:pathLst>
                <a:path w="495" h="495" extrusionOk="0">
                  <a:moveTo>
                    <a:pt x="243" y="0"/>
                  </a:moveTo>
                  <a:cubicBezTo>
                    <a:pt x="107" y="0"/>
                    <a:pt x="0" y="107"/>
                    <a:pt x="0" y="250"/>
                  </a:cubicBezTo>
                  <a:cubicBezTo>
                    <a:pt x="0" y="387"/>
                    <a:pt x="107" y="494"/>
                    <a:pt x="243" y="494"/>
                  </a:cubicBezTo>
                  <a:cubicBezTo>
                    <a:pt x="387" y="494"/>
                    <a:pt x="494" y="387"/>
                    <a:pt x="494" y="250"/>
                  </a:cubicBezTo>
                  <a:cubicBezTo>
                    <a:pt x="494" y="107"/>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11"/>
            <p:cNvSpPr/>
            <p:nvPr/>
          </p:nvSpPr>
          <p:spPr>
            <a:xfrm>
              <a:off x="2972425" y="1657050"/>
              <a:ext cx="12575" cy="12375"/>
            </a:xfrm>
            <a:custGeom>
              <a:avLst/>
              <a:gdLst/>
              <a:ahLst/>
              <a:cxnLst/>
              <a:rect l="l" t="t" r="r" b="b"/>
              <a:pathLst>
                <a:path w="503" h="495" extrusionOk="0">
                  <a:moveTo>
                    <a:pt x="251" y="0"/>
                  </a:moveTo>
                  <a:cubicBezTo>
                    <a:pt x="115" y="0"/>
                    <a:pt x="0" y="107"/>
                    <a:pt x="0" y="250"/>
                  </a:cubicBezTo>
                  <a:cubicBezTo>
                    <a:pt x="0" y="387"/>
                    <a:pt x="115" y="494"/>
                    <a:pt x="251" y="494"/>
                  </a:cubicBezTo>
                  <a:cubicBezTo>
                    <a:pt x="387" y="494"/>
                    <a:pt x="503" y="387"/>
                    <a:pt x="503" y="250"/>
                  </a:cubicBezTo>
                  <a:cubicBezTo>
                    <a:pt x="503"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11"/>
            <p:cNvSpPr/>
            <p:nvPr/>
          </p:nvSpPr>
          <p:spPr>
            <a:xfrm>
              <a:off x="3064375" y="1657050"/>
              <a:ext cx="12375" cy="12375"/>
            </a:xfrm>
            <a:custGeom>
              <a:avLst/>
              <a:gdLst/>
              <a:ahLst/>
              <a:cxnLst/>
              <a:rect l="l" t="t" r="r" b="b"/>
              <a:pathLst>
                <a:path w="495" h="495" extrusionOk="0">
                  <a:moveTo>
                    <a:pt x="243" y="0"/>
                  </a:moveTo>
                  <a:cubicBezTo>
                    <a:pt x="107" y="0"/>
                    <a:pt x="1" y="107"/>
                    <a:pt x="1" y="250"/>
                  </a:cubicBezTo>
                  <a:cubicBezTo>
                    <a:pt x="1" y="387"/>
                    <a:pt x="107" y="494"/>
                    <a:pt x="243" y="494"/>
                  </a:cubicBezTo>
                  <a:cubicBezTo>
                    <a:pt x="388" y="494"/>
                    <a:pt x="495" y="387"/>
                    <a:pt x="495" y="250"/>
                  </a:cubicBezTo>
                  <a:cubicBezTo>
                    <a:pt x="495" y="107"/>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11"/>
            <p:cNvSpPr/>
            <p:nvPr/>
          </p:nvSpPr>
          <p:spPr>
            <a:xfrm>
              <a:off x="3156125" y="1657050"/>
              <a:ext cx="12600" cy="12375"/>
            </a:xfrm>
            <a:custGeom>
              <a:avLst/>
              <a:gdLst/>
              <a:ahLst/>
              <a:cxnLst/>
              <a:rect l="l" t="t" r="r" b="b"/>
              <a:pathLst>
                <a:path w="504" h="495" extrusionOk="0">
                  <a:moveTo>
                    <a:pt x="252" y="0"/>
                  </a:moveTo>
                  <a:cubicBezTo>
                    <a:pt x="116" y="0"/>
                    <a:pt x="1" y="107"/>
                    <a:pt x="1" y="250"/>
                  </a:cubicBezTo>
                  <a:cubicBezTo>
                    <a:pt x="1" y="387"/>
                    <a:pt x="116" y="494"/>
                    <a:pt x="252" y="494"/>
                  </a:cubicBezTo>
                  <a:cubicBezTo>
                    <a:pt x="388" y="494"/>
                    <a:pt x="503" y="387"/>
                    <a:pt x="503" y="250"/>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11"/>
            <p:cNvSpPr/>
            <p:nvPr/>
          </p:nvSpPr>
          <p:spPr>
            <a:xfrm>
              <a:off x="3247875" y="1657050"/>
              <a:ext cx="12575" cy="12375"/>
            </a:xfrm>
            <a:custGeom>
              <a:avLst/>
              <a:gdLst/>
              <a:ahLst/>
              <a:cxnLst/>
              <a:rect l="l" t="t" r="r" b="b"/>
              <a:pathLst>
                <a:path w="503" h="495" extrusionOk="0">
                  <a:moveTo>
                    <a:pt x="252" y="0"/>
                  </a:moveTo>
                  <a:cubicBezTo>
                    <a:pt x="116" y="0"/>
                    <a:pt x="1" y="107"/>
                    <a:pt x="1" y="250"/>
                  </a:cubicBezTo>
                  <a:cubicBezTo>
                    <a:pt x="1" y="387"/>
                    <a:pt x="116" y="494"/>
                    <a:pt x="252" y="494"/>
                  </a:cubicBezTo>
                  <a:cubicBezTo>
                    <a:pt x="388" y="494"/>
                    <a:pt x="503" y="387"/>
                    <a:pt x="503" y="250"/>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11"/>
            <p:cNvSpPr/>
            <p:nvPr/>
          </p:nvSpPr>
          <p:spPr>
            <a:xfrm>
              <a:off x="3339850" y="1657050"/>
              <a:ext cx="12525" cy="12375"/>
            </a:xfrm>
            <a:custGeom>
              <a:avLst/>
              <a:gdLst/>
              <a:ahLst/>
              <a:cxnLst/>
              <a:rect l="l" t="t" r="r" b="b"/>
              <a:pathLst>
                <a:path w="501" h="495" extrusionOk="0">
                  <a:moveTo>
                    <a:pt x="251" y="0"/>
                  </a:moveTo>
                  <a:cubicBezTo>
                    <a:pt x="107" y="0"/>
                    <a:pt x="0" y="107"/>
                    <a:pt x="0" y="250"/>
                  </a:cubicBezTo>
                  <a:cubicBezTo>
                    <a:pt x="0" y="387"/>
                    <a:pt x="107" y="494"/>
                    <a:pt x="251" y="494"/>
                  </a:cubicBezTo>
                  <a:cubicBezTo>
                    <a:pt x="387" y="494"/>
                    <a:pt x="501" y="387"/>
                    <a:pt x="501" y="250"/>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11"/>
            <p:cNvSpPr/>
            <p:nvPr/>
          </p:nvSpPr>
          <p:spPr>
            <a:xfrm>
              <a:off x="3431575" y="1657050"/>
              <a:ext cx="12600" cy="12375"/>
            </a:xfrm>
            <a:custGeom>
              <a:avLst/>
              <a:gdLst/>
              <a:ahLst/>
              <a:cxnLst/>
              <a:rect l="l" t="t" r="r" b="b"/>
              <a:pathLst>
                <a:path w="504" h="495" extrusionOk="0">
                  <a:moveTo>
                    <a:pt x="252" y="0"/>
                  </a:moveTo>
                  <a:cubicBezTo>
                    <a:pt x="116" y="0"/>
                    <a:pt x="1" y="107"/>
                    <a:pt x="1" y="250"/>
                  </a:cubicBezTo>
                  <a:cubicBezTo>
                    <a:pt x="1" y="387"/>
                    <a:pt x="116" y="494"/>
                    <a:pt x="252" y="494"/>
                  </a:cubicBezTo>
                  <a:cubicBezTo>
                    <a:pt x="388" y="494"/>
                    <a:pt x="503" y="387"/>
                    <a:pt x="503" y="250"/>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11"/>
            <p:cNvSpPr/>
            <p:nvPr/>
          </p:nvSpPr>
          <p:spPr>
            <a:xfrm>
              <a:off x="3523550" y="1657050"/>
              <a:ext cx="12375" cy="12375"/>
            </a:xfrm>
            <a:custGeom>
              <a:avLst/>
              <a:gdLst/>
              <a:ahLst/>
              <a:cxnLst/>
              <a:rect l="l" t="t" r="r" b="b"/>
              <a:pathLst>
                <a:path w="495" h="495" extrusionOk="0">
                  <a:moveTo>
                    <a:pt x="250" y="0"/>
                  </a:moveTo>
                  <a:cubicBezTo>
                    <a:pt x="107" y="0"/>
                    <a:pt x="0" y="107"/>
                    <a:pt x="0" y="250"/>
                  </a:cubicBezTo>
                  <a:cubicBezTo>
                    <a:pt x="0" y="387"/>
                    <a:pt x="107" y="494"/>
                    <a:pt x="250" y="494"/>
                  </a:cubicBezTo>
                  <a:cubicBezTo>
                    <a:pt x="388" y="494"/>
                    <a:pt x="494" y="387"/>
                    <a:pt x="494" y="250"/>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11"/>
            <p:cNvSpPr/>
            <p:nvPr/>
          </p:nvSpPr>
          <p:spPr>
            <a:xfrm>
              <a:off x="676400" y="17488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11"/>
            <p:cNvSpPr/>
            <p:nvPr/>
          </p:nvSpPr>
          <p:spPr>
            <a:xfrm>
              <a:off x="768325" y="1748800"/>
              <a:ext cx="12400" cy="12575"/>
            </a:xfrm>
            <a:custGeom>
              <a:avLst/>
              <a:gdLst/>
              <a:ahLst/>
              <a:cxnLst/>
              <a:rect l="l" t="t" r="r" b="b"/>
              <a:pathLst>
                <a:path w="496" h="503" extrusionOk="0">
                  <a:moveTo>
                    <a:pt x="245" y="0"/>
                  </a:moveTo>
                  <a:cubicBezTo>
                    <a:pt x="109" y="0"/>
                    <a:pt x="0" y="115"/>
                    <a:pt x="0" y="251"/>
                  </a:cubicBezTo>
                  <a:cubicBezTo>
                    <a:pt x="0" y="387"/>
                    <a:pt x="109" y="503"/>
                    <a:pt x="245" y="503"/>
                  </a:cubicBezTo>
                  <a:cubicBezTo>
                    <a:pt x="388" y="503"/>
                    <a:pt x="496" y="387"/>
                    <a:pt x="496" y="251"/>
                  </a:cubicBezTo>
                  <a:cubicBezTo>
                    <a:pt x="496" y="115"/>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11"/>
            <p:cNvSpPr/>
            <p:nvPr/>
          </p:nvSpPr>
          <p:spPr>
            <a:xfrm>
              <a:off x="860125" y="1748800"/>
              <a:ext cx="12525" cy="12575"/>
            </a:xfrm>
            <a:custGeom>
              <a:avLst/>
              <a:gdLst/>
              <a:ahLst/>
              <a:cxnLst/>
              <a:rect l="l" t="t" r="r" b="b"/>
              <a:pathLst>
                <a:path w="501" h="503" extrusionOk="0">
                  <a:moveTo>
                    <a:pt x="251" y="0"/>
                  </a:moveTo>
                  <a:cubicBezTo>
                    <a:pt x="114" y="0"/>
                    <a:pt x="0" y="115"/>
                    <a:pt x="0" y="251"/>
                  </a:cubicBezTo>
                  <a:cubicBezTo>
                    <a:pt x="0" y="387"/>
                    <a:pt x="114" y="503"/>
                    <a:pt x="251" y="503"/>
                  </a:cubicBezTo>
                  <a:cubicBezTo>
                    <a:pt x="387" y="503"/>
                    <a:pt x="501" y="387"/>
                    <a:pt x="501" y="251"/>
                  </a:cubicBezTo>
                  <a:cubicBezTo>
                    <a:pt x="501"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11"/>
            <p:cNvSpPr/>
            <p:nvPr/>
          </p:nvSpPr>
          <p:spPr>
            <a:xfrm>
              <a:off x="951850" y="17488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11"/>
            <p:cNvSpPr/>
            <p:nvPr/>
          </p:nvSpPr>
          <p:spPr>
            <a:xfrm>
              <a:off x="1043825" y="1748800"/>
              <a:ext cx="12375" cy="12575"/>
            </a:xfrm>
            <a:custGeom>
              <a:avLst/>
              <a:gdLst/>
              <a:ahLst/>
              <a:cxnLst/>
              <a:rect l="l" t="t" r="r" b="b"/>
              <a:pathLst>
                <a:path w="495" h="503" extrusionOk="0">
                  <a:moveTo>
                    <a:pt x="250" y="0"/>
                  </a:moveTo>
                  <a:cubicBezTo>
                    <a:pt x="107" y="0"/>
                    <a:pt x="0" y="115"/>
                    <a:pt x="0" y="251"/>
                  </a:cubicBezTo>
                  <a:cubicBezTo>
                    <a:pt x="0" y="387"/>
                    <a:pt x="107" y="503"/>
                    <a:pt x="250" y="503"/>
                  </a:cubicBezTo>
                  <a:cubicBezTo>
                    <a:pt x="388" y="503"/>
                    <a:pt x="494" y="387"/>
                    <a:pt x="494" y="251"/>
                  </a:cubicBezTo>
                  <a:cubicBezTo>
                    <a:pt x="494" y="115"/>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11"/>
            <p:cNvSpPr/>
            <p:nvPr/>
          </p:nvSpPr>
          <p:spPr>
            <a:xfrm>
              <a:off x="1135575" y="1748800"/>
              <a:ext cx="12575" cy="12575"/>
            </a:xfrm>
            <a:custGeom>
              <a:avLst/>
              <a:gdLst/>
              <a:ahLst/>
              <a:cxnLst/>
              <a:rect l="l" t="t" r="r" b="b"/>
              <a:pathLst>
                <a:path w="503" h="503" extrusionOk="0">
                  <a:moveTo>
                    <a:pt x="252" y="0"/>
                  </a:moveTo>
                  <a:cubicBezTo>
                    <a:pt x="116" y="0"/>
                    <a:pt x="0" y="115"/>
                    <a:pt x="0" y="251"/>
                  </a:cubicBezTo>
                  <a:cubicBezTo>
                    <a:pt x="0" y="387"/>
                    <a:pt x="116" y="503"/>
                    <a:pt x="252" y="503"/>
                  </a:cubicBezTo>
                  <a:cubicBezTo>
                    <a:pt x="387" y="503"/>
                    <a:pt x="503" y="387"/>
                    <a:pt x="503" y="251"/>
                  </a:cubicBezTo>
                  <a:cubicBezTo>
                    <a:pt x="503" y="115"/>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11"/>
            <p:cNvSpPr/>
            <p:nvPr/>
          </p:nvSpPr>
          <p:spPr>
            <a:xfrm>
              <a:off x="1227500" y="1748800"/>
              <a:ext cx="12400" cy="12575"/>
            </a:xfrm>
            <a:custGeom>
              <a:avLst/>
              <a:gdLst/>
              <a:ahLst/>
              <a:cxnLst/>
              <a:rect l="l" t="t" r="r" b="b"/>
              <a:pathLst>
                <a:path w="496" h="503" extrusionOk="0">
                  <a:moveTo>
                    <a:pt x="251" y="0"/>
                  </a:moveTo>
                  <a:cubicBezTo>
                    <a:pt x="109" y="0"/>
                    <a:pt x="0" y="115"/>
                    <a:pt x="0" y="251"/>
                  </a:cubicBezTo>
                  <a:cubicBezTo>
                    <a:pt x="0" y="387"/>
                    <a:pt x="109" y="503"/>
                    <a:pt x="251" y="503"/>
                  </a:cubicBezTo>
                  <a:cubicBezTo>
                    <a:pt x="387" y="503"/>
                    <a:pt x="496" y="387"/>
                    <a:pt x="496" y="251"/>
                  </a:cubicBezTo>
                  <a:cubicBezTo>
                    <a:pt x="496"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11"/>
            <p:cNvSpPr/>
            <p:nvPr/>
          </p:nvSpPr>
          <p:spPr>
            <a:xfrm>
              <a:off x="1319275" y="1748800"/>
              <a:ext cx="12550" cy="12575"/>
            </a:xfrm>
            <a:custGeom>
              <a:avLst/>
              <a:gdLst/>
              <a:ahLst/>
              <a:cxnLst/>
              <a:rect l="l" t="t" r="r" b="b"/>
              <a:pathLst>
                <a:path w="502" h="503" extrusionOk="0">
                  <a:moveTo>
                    <a:pt x="252" y="0"/>
                  </a:moveTo>
                  <a:cubicBezTo>
                    <a:pt x="114" y="0"/>
                    <a:pt x="1" y="115"/>
                    <a:pt x="1" y="251"/>
                  </a:cubicBezTo>
                  <a:cubicBezTo>
                    <a:pt x="1" y="387"/>
                    <a:pt x="114" y="503"/>
                    <a:pt x="252" y="503"/>
                  </a:cubicBezTo>
                  <a:cubicBezTo>
                    <a:pt x="388" y="503"/>
                    <a:pt x="501" y="387"/>
                    <a:pt x="501" y="251"/>
                  </a:cubicBezTo>
                  <a:cubicBezTo>
                    <a:pt x="501"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11"/>
            <p:cNvSpPr/>
            <p:nvPr/>
          </p:nvSpPr>
          <p:spPr>
            <a:xfrm>
              <a:off x="1411200" y="1748800"/>
              <a:ext cx="12425" cy="12575"/>
            </a:xfrm>
            <a:custGeom>
              <a:avLst/>
              <a:gdLst/>
              <a:ahLst/>
              <a:cxnLst/>
              <a:rect l="l" t="t" r="r" b="b"/>
              <a:pathLst>
                <a:path w="497" h="503" extrusionOk="0">
                  <a:moveTo>
                    <a:pt x="245" y="0"/>
                  </a:moveTo>
                  <a:cubicBezTo>
                    <a:pt x="109" y="0"/>
                    <a:pt x="1" y="115"/>
                    <a:pt x="1" y="251"/>
                  </a:cubicBezTo>
                  <a:cubicBezTo>
                    <a:pt x="1" y="387"/>
                    <a:pt x="109" y="503"/>
                    <a:pt x="245" y="503"/>
                  </a:cubicBezTo>
                  <a:cubicBezTo>
                    <a:pt x="388" y="503"/>
                    <a:pt x="496" y="387"/>
                    <a:pt x="496" y="251"/>
                  </a:cubicBezTo>
                  <a:cubicBezTo>
                    <a:pt x="496" y="115"/>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11"/>
            <p:cNvSpPr/>
            <p:nvPr/>
          </p:nvSpPr>
          <p:spPr>
            <a:xfrm>
              <a:off x="1503000" y="1748800"/>
              <a:ext cx="12525" cy="12575"/>
            </a:xfrm>
            <a:custGeom>
              <a:avLst/>
              <a:gdLst/>
              <a:ahLst/>
              <a:cxnLst/>
              <a:rect l="l" t="t" r="r" b="b"/>
              <a:pathLst>
                <a:path w="501" h="503" extrusionOk="0">
                  <a:moveTo>
                    <a:pt x="250" y="0"/>
                  </a:moveTo>
                  <a:cubicBezTo>
                    <a:pt x="114" y="0"/>
                    <a:pt x="0" y="115"/>
                    <a:pt x="0" y="251"/>
                  </a:cubicBezTo>
                  <a:cubicBezTo>
                    <a:pt x="0" y="387"/>
                    <a:pt x="114" y="503"/>
                    <a:pt x="250" y="503"/>
                  </a:cubicBezTo>
                  <a:cubicBezTo>
                    <a:pt x="387" y="503"/>
                    <a:pt x="501" y="387"/>
                    <a:pt x="501" y="251"/>
                  </a:cubicBezTo>
                  <a:cubicBezTo>
                    <a:pt x="501" y="115"/>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11"/>
            <p:cNvSpPr/>
            <p:nvPr/>
          </p:nvSpPr>
          <p:spPr>
            <a:xfrm>
              <a:off x="1594750" y="1748800"/>
              <a:ext cx="12575" cy="12575"/>
            </a:xfrm>
            <a:custGeom>
              <a:avLst/>
              <a:gdLst/>
              <a:ahLst/>
              <a:cxnLst/>
              <a:rect l="l" t="t" r="r" b="b"/>
              <a:pathLst>
                <a:path w="503" h="503" extrusionOk="0">
                  <a:moveTo>
                    <a:pt x="251" y="0"/>
                  </a:moveTo>
                  <a:cubicBezTo>
                    <a:pt x="115" y="0"/>
                    <a:pt x="0" y="115"/>
                    <a:pt x="0" y="251"/>
                  </a:cubicBezTo>
                  <a:cubicBezTo>
                    <a:pt x="0" y="387"/>
                    <a:pt x="115" y="503"/>
                    <a:pt x="251" y="503"/>
                  </a:cubicBezTo>
                  <a:cubicBezTo>
                    <a:pt x="394" y="503"/>
                    <a:pt x="503" y="387"/>
                    <a:pt x="503" y="251"/>
                  </a:cubicBezTo>
                  <a:cubicBezTo>
                    <a:pt x="503" y="115"/>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11"/>
            <p:cNvSpPr/>
            <p:nvPr/>
          </p:nvSpPr>
          <p:spPr>
            <a:xfrm>
              <a:off x="1686650" y="17488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11"/>
            <p:cNvSpPr/>
            <p:nvPr/>
          </p:nvSpPr>
          <p:spPr>
            <a:xfrm>
              <a:off x="1778450" y="1748800"/>
              <a:ext cx="12550" cy="12575"/>
            </a:xfrm>
            <a:custGeom>
              <a:avLst/>
              <a:gdLst/>
              <a:ahLst/>
              <a:cxnLst/>
              <a:rect l="l" t="t" r="r" b="b"/>
              <a:pathLst>
                <a:path w="502" h="503" extrusionOk="0">
                  <a:moveTo>
                    <a:pt x="252" y="0"/>
                  </a:moveTo>
                  <a:cubicBezTo>
                    <a:pt x="114" y="0"/>
                    <a:pt x="1" y="115"/>
                    <a:pt x="1" y="251"/>
                  </a:cubicBezTo>
                  <a:cubicBezTo>
                    <a:pt x="1" y="387"/>
                    <a:pt x="114" y="503"/>
                    <a:pt x="252" y="503"/>
                  </a:cubicBezTo>
                  <a:cubicBezTo>
                    <a:pt x="388" y="503"/>
                    <a:pt x="501" y="387"/>
                    <a:pt x="501" y="251"/>
                  </a:cubicBezTo>
                  <a:cubicBezTo>
                    <a:pt x="501"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11"/>
            <p:cNvSpPr/>
            <p:nvPr/>
          </p:nvSpPr>
          <p:spPr>
            <a:xfrm>
              <a:off x="1870375" y="1748800"/>
              <a:ext cx="12400" cy="12575"/>
            </a:xfrm>
            <a:custGeom>
              <a:avLst/>
              <a:gdLst/>
              <a:ahLst/>
              <a:cxnLst/>
              <a:rect l="l" t="t" r="r" b="b"/>
              <a:pathLst>
                <a:path w="496" h="503" extrusionOk="0">
                  <a:moveTo>
                    <a:pt x="252" y="0"/>
                  </a:moveTo>
                  <a:cubicBezTo>
                    <a:pt x="109" y="0"/>
                    <a:pt x="0" y="115"/>
                    <a:pt x="0" y="251"/>
                  </a:cubicBezTo>
                  <a:cubicBezTo>
                    <a:pt x="0" y="387"/>
                    <a:pt x="109" y="503"/>
                    <a:pt x="252" y="503"/>
                  </a:cubicBezTo>
                  <a:cubicBezTo>
                    <a:pt x="387" y="503"/>
                    <a:pt x="496" y="387"/>
                    <a:pt x="496" y="251"/>
                  </a:cubicBezTo>
                  <a:cubicBezTo>
                    <a:pt x="496" y="115"/>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11"/>
            <p:cNvSpPr/>
            <p:nvPr/>
          </p:nvSpPr>
          <p:spPr>
            <a:xfrm>
              <a:off x="1962150" y="1748800"/>
              <a:ext cx="12550" cy="12575"/>
            </a:xfrm>
            <a:custGeom>
              <a:avLst/>
              <a:gdLst/>
              <a:ahLst/>
              <a:cxnLst/>
              <a:rect l="l" t="t" r="r" b="b"/>
              <a:pathLst>
                <a:path w="502" h="503" extrusionOk="0">
                  <a:moveTo>
                    <a:pt x="250" y="0"/>
                  </a:moveTo>
                  <a:cubicBezTo>
                    <a:pt x="114" y="0"/>
                    <a:pt x="1" y="115"/>
                    <a:pt x="1" y="251"/>
                  </a:cubicBezTo>
                  <a:cubicBezTo>
                    <a:pt x="1" y="387"/>
                    <a:pt x="114" y="503"/>
                    <a:pt x="250" y="503"/>
                  </a:cubicBezTo>
                  <a:cubicBezTo>
                    <a:pt x="388" y="503"/>
                    <a:pt x="502" y="387"/>
                    <a:pt x="502" y="251"/>
                  </a:cubicBezTo>
                  <a:cubicBezTo>
                    <a:pt x="502" y="115"/>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11"/>
            <p:cNvSpPr/>
            <p:nvPr/>
          </p:nvSpPr>
          <p:spPr>
            <a:xfrm>
              <a:off x="2054075" y="1748800"/>
              <a:ext cx="12425" cy="12575"/>
            </a:xfrm>
            <a:custGeom>
              <a:avLst/>
              <a:gdLst/>
              <a:ahLst/>
              <a:cxnLst/>
              <a:rect l="l" t="t" r="r" b="b"/>
              <a:pathLst>
                <a:path w="497" h="503" extrusionOk="0">
                  <a:moveTo>
                    <a:pt x="252" y="0"/>
                  </a:moveTo>
                  <a:cubicBezTo>
                    <a:pt x="109" y="0"/>
                    <a:pt x="1" y="115"/>
                    <a:pt x="1" y="251"/>
                  </a:cubicBezTo>
                  <a:cubicBezTo>
                    <a:pt x="1" y="387"/>
                    <a:pt x="109" y="503"/>
                    <a:pt x="252" y="503"/>
                  </a:cubicBezTo>
                  <a:cubicBezTo>
                    <a:pt x="388" y="503"/>
                    <a:pt x="496" y="387"/>
                    <a:pt x="496" y="251"/>
                  </a:cubicBezTo>
                  <a:cubicBezTo>
                    <a:pt x="496"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11"/>
            <p:cNvSpPr/>
            <p:nvPr/>
          </p:nvSpPr>
          <p:spPr>
            <a:xfrm>
              <a:off x="2145825" y="17488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11"/>
            <p:cNvSpPr/>
            <p:nvPr/>
          </p:nvSpPr>
          <p:spPr>
            <a:xfrm>
              <a:off x="2237800" y="1748800"/>
              <a:ext cx="12350" cy="12575"/>
            </a:xfrm>
            <a:custGeom>
              <a:avLst/>
              <a:gdLst/>
              <a:ahLst/>
              <a:cxnLst/>
              <a:rect l="l" t="t" r="r" b="b"/>
              <a:pathLst>
                <a:path w="494" h="503" extrusionOk="0">
                  <a:moveTo>
                    <a:pt x="244" y="0"/>
                  </a:moveTo>
                  <a:cubicBezTo>
                    <a:pt x="107" y="0"/>
                    <a:pt x="0" y="115"/>
                    <a:pt x="0" y="251"/>
                  </a:cubicBezTo>
                  <a:cubicBezTo>
                    <a:pt x="0" y="387"/>
                    <a:pt x="107" y="503"/>
                    <a:pt x="244" y="503"/>
                  </a:cubicBezTo>
                  <a:cubicBezTo>
                    <a:pt x="387" y="503"/>
                    <a:pt x="494" y="387"/>
                    <a:pt x="494" y="251"/>
                  </a:cubicBezTo>
                  <a:cubicBezTo>
                    <a:pt x="494" y="115"/>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11"/>
            <p:cNvSpPr/>
            <p:nvPr/>
          </p:nvSpPr>
          <p:spPr>
            <a:xfrm>
              <a:off x="2329550" y="1748800"/>
              <a:ext cx="12575" cy="12575"/>
            </a:xfrm>
            <a:custGeom>
              <a:avLst/>
              <a:gdLst/>
              <a:ahLst/>
              <a:cxnLst/>
              <a:rect l="l" t="t" r="r" b="b"/>
              <a:pathLst>
                <a:path w="503" h="503" extrusionOk="0">
                  <a:moveTo>
                    <a:pt x="251" y="0"/>
                  </a:moveTo>
                  <a:cubicBezTo>
                    <a:pt x="115" y="0"/>
                    <a:pt x="0" y="115"/>
                    <a:pt x="0" y="251"/>
                  </a:cubicBezTo>
                  <a:cubicBezTo>
                    <a:pt x="0" y="387"/>
                    <a:pt x="115" y="503"/>
                    <a:pt x="251" y="503"/>
                  </a:cubicBezTo>
                  <a:cubicBezTo>
                    <a:pt x="387" y="503"/>
                    <a:pt x="502" y="387"/>
                    <a:pt x="502" y="251"/>
                  </a:cubicBezTo>
                  <a:cubicBezTo>
                    <a:pt x="502"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11"/>
            <p:cNvSpPr/>
            <p:nvPr/>
          </p:nvSpPr>
          <p:spPr>
            <a:xfrm>
              <a:off x="2421325" y="1748800"/>
              <a:ext cx="12550" cy="12575"/>
            </a:xfrm>
            <a:custGeom>
              <a:avLst/>
              <a:gdLst/>
              <a:ahLst/>
              <a:cxnLst/>
              <a:rect l="l" t="t" r="r" b="b"/>
              <a:pathLst>
                <a:path w="502" h="503" extrusionOk="0">
                  <a:moveTo>
                    <a:pt x="250" y="0"/>
                  </a:moveTo>
                  <a:cubicBezTo>
                    <a:pt x="114" y="0"/>
                    <a:pt x="1" y="115"/>
                    <a:pt x="1" y="251"/>
                  </a:cubicBezTo>
                  <a:cubicBezTo>
                    <a:pt x="1" y="387"/>
                    <a:pt x="114" y="503"/>
                    <a:pt x="250" y="503"/>
                  </a:cubicBezTo>
                  <a:cubicBezTo>
                    <a:pt x="395" y="503"/>
                    <a:pt x="501" y="387"/>
                    <a:pt x="501" y="251"/>
                  </a:cubicBezTo>
                  <a:cubicBezTo>
                    <a:pt x="501" y="115"/>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11"/>
            <p:cNvSpPr/>
            <p:nvPr/>
          </p:nvSpPr>
          <p:spPr>
            <a:xfrm>
              <a:off x="2513250" y="1748800"/>
              <a:ext cx="12575" cy="12575"/>
            </a:xfrm>
            <a:custGeom>
              <a:avLst/>
              <a:gdLst/>
              <a:ahLst/>
              <a:cxnLst/>
              <a:rect l="l" t="t" r="r" b="b"/>
              <a:pathLst>
                <a:path w="503" h="503" extrusionOk="0">
                  <a:moveTo>
                    <a:pt x="252" y="0"/>
                  </a:moveTo>
                  <a:cubicBezTo>
                    <a:pt x="109" y="0"/>
                    <a:pt x="0" y="115"/>
                    <a:pt x="0" y="251"/>
                  </a:cubicBezTo>
                  <a:cubicBezTo>
                    <a:pt x="0" y="387"/>
                    <a:pt x="109"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11"/>
            <p:cNvSpPr/>
            <p:nvPr/>
          </p:nvSpPr>
          <p:spPr>
            <a:xfrm>
              <a:off x="2605000" y="1748800"/>
              <a:ext cx="12575" cy="12575"/>
            </a:xfrm>
            <a:custGeom>
              <a:avLst/>
              <a:gdLst/>
              <a:ahLst/>
              <a:cxnLst/>
              <a:rect l="l" t="t" r="r" b="b"/>
              <a:pathLst>
                <a:path w="503" h="503" extrusionOk="0">
                  <a:moveTo>
                    <a:pt x="252" y="0"/>
                  </a:moveTo>
                  <a:cubicBezTo>
                    <a:pt x="116" y="0"/>
                    <a:pt x="0" y="115"/>
                    <a:pt x="0" y="251"/>
                  </a:cubicBezTo>
                  <a:cubicBezTo>
                    <a:pt x="0" y="387"/>
                    <a:pt x="116" y="503"/>
                    <a:pt x="252" y="503"/>
                  </a:cubicBezTo>
                  <a:cubicBezTo>
                    <a:pt x="387" y="503"/>
                    <a:pt x="503" y="387"/>
                    <a:pt x="503" y="251"/>
                  </a:cubicBezTo>
                  <a:cubicBezTo>
                    <a:pt x="503" y="115"/>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11"/>
            <p:cNvSpPr/>
            <p:nvPr/>
          </p:nvSpPr>
          <p:spPr>
            <a:xfrm>
              <a:off x="2696950" y="1748800"/>
              <a:ext cx="12375" cy="12575"/>
            </a:xfrm>
            <a:custGeom>
              <a:avLst/>
              <a:gdLst/>
              <a:ahLst/>
              <a:cxnLst/>
              <a:rect l="l" t="t" r="r" b="b"/>
              <a:pathLst>
                <a:path w="495" h="503" extrusionOk="0">
                  <a:moveTo>
                    <a:pt x="252" y="0"/>
                  </a:moveTo>
                  <a:cubicBezTo>
                    <a:pt x="108" y="0"/>
                    <a:pt x="1" y="115"/>
                    <a:pt x="1" y="251"/>
                  </a:cubicBezTo>
                  <a:cubicBezTo>
                    <a:pt x="1" y="387"/>
                    <a:pt x="108" y="503"/>
                    <a:pt x="252" y="503"/>
                  </a:cubicBezTo>
                  <a:cubicBezTo>
                    <a:pt x="388" y="503"/>
                    <a:pt x="495" y="387"/>
                    <a:pt x="495" y="251"/>
                  </a:cubicBezTo>
                  <a:cubicBezTo>
                    <a:pt x="495"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11"/>
            <p:cNvSpPr/>
            <p:nvPr/>
          </p:nvSpPr>
          <p:spPr>
            <a:xfrm>
              <a:off x="2788700" y="17488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11"/>
            <p:cNvSpPr/>
            <p:nvPr/>
          </p:nvSpPr>
          <p:spPr>
            <a:xfrm>
              <a:off x="2880675" y="1748800"/>
              <a:ext cx="12375" cy="12575"/>
            </a:xfrm>
            <a:custGeom>
              <a:avLst/>
              <a:gdLst/>
              <a:ahLst/>
              <a:cxnLst/>
              <a:rect l="l" t="t" r="r" b="b"/>
              <a:pathLst>
                <a:path w="495" h="503" extrusionOk="0">
                  <a:moveTo>
                    <a:pt x="243" y="0"/>
                  </a:moveTo>
                  <a:cubicBezTo>
                    <a:pt x="107" y="0"/>
                    <a:pt x="0" y="115"/>
                    <a:pt x="0" y="251"/>
                  </a:cubicBezTo>
                  <a:cubicBezTo>
                    <a:pt x="0" y="387"/>
                    <a:pt x="107" y="503"/>
                    <a:pt x="243" y="503"/>
                  </a:cubicBezTo>
                  <a:cubicBezTo>
                    <a:pt x="387" y="503"/>
                    <a:pt x="494" y="387"/>
                    <a:pt x="494" y="251"/>
                  </a:cubicBezTo>
                  <a:cubicBezTo>
                    <a:pt x="494" y="115"/>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11"/>
            <p:cNvSpPr/>
            <p:nvPr/>
          </p:nvSpPr>
          <p:spPr>
            <a:xfrm>
              <a:off x="2972425" y="1748800"/>
              <a:ext cx="12575" cy="12575"/>
            </a:xfrm>
            <a:custGeom>
              <a:avLst/>
              <a:gdLst/>
              <a:ahLst/>
              <a:cxnLst/>
              <a:rect l="l" t="t" r="r" b="b"/>
              <a:pathLst>
                <a:path w="503" h="503" extrusionOk="0">
                  <a:moveTo>
                    <a:pt x="251" y="0"/>
                  </a:moveTo>
                  <a:cubicBezTo>
                    <a:pt x="115" y="0"/>
                    <a:pt x="0" y="115"/>
                    <a:pt x="0" y="251"/>
                  </a:cubicBezTo>
                  <a:cubicBezTo>
                    <a:pt x="0" y="387"/>
                    <a:pt x="115" y="503"/>
                    <a:pt x="251" y="503"/>
                  </a:cubicBezTo>
                  <a:cubicBezTo>
                    <a:pt x="387" y="503"/>
                    <a:pt x="503" y="387"/>
                    <a:pt x="503" y="251"/>
                  </a:cubicBezTo>
                  <a:cubicBezTo>
                    <a:pt x="503"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11"/>
            <p:cNvSpPr/>
            <p:nvPr/>
          </p:nvSpPr>
          <p:spPr>
            <a:xfrm>
              <a:off x="3064375" y="1748800"/>
              <a:ext cx="12375" cy="12575"/>
            </a:xfrm>
            <a:custGeom>
              <a:avLst/>
              <a:gdLst/>
              <a:ahLst/>
              <a:cxnLst/>
              <a:rect l="l" t="t" r="r" b="b"/>
              <a:pathLst>
                <a:path w="495" h="503" extrusionOk="0">
                  <a:moveTo>
                    <a:pt x="243" y="0"/>
                  </a:moveTo>
                  <a:cubicBezTo>
                    <a:pt x="107" y="0"/>
                    <a:pt x="1" y="115"/>
                    <a:pt x="1" y="251"/>
                  </a:cubicBezTo>
                  <a:cubicBezTo>
                    <a:pt x="1" y="387"/>
                    <a:pt x="107" y="503"/>
                    <a:pt x="243" y="503"/>
                  </a:cubicBezTo>
                  <a:cubicBezTo>
                    <a:pt x="388" y="503"/>
                    <a:pt x="495" y="387"/>
                    <a:pt x="495" y="251"/>
                  </a:cubicBezTo>
                  <a:cubicBezTo>
                    <a:pt x="495" y="115"/>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11"/>
            <p:cNvSpPr/>
            <p:nvPr/>
          </p:nvSpPr>
          <p:spPr>
            <a:xfrm>
              <a:off x="3156125" y="17488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11"/>
            <p:cNvSpPr/>
            <p:nvPr/>
          </p:nvSpPr>
          <p:spPr>
            <a:xfrm>
              <a:off x="3247875" y="1748800"/>
              <a:ext cx="12575" cy="12575"/>
            </a:xfrm>
            <a:custGeom>
              <a:avLst/>
              <a:gdLst/>
              <a:ahLst/>
              <a:cxnLst/>
              <a:rect l="l" t="t" r="r" b="b"/>
              <a:pathLst>
                <a:path w="503"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11"/>
            <p:cNvSpPr/>
            <p:nvPr/>
          </p:nvSpPr>
          <p:spPr>
            <a:xfrm>
              <a:off x="3339850" y="1748800"/>
              <a:ext cx="12525" cy="12575"/>
            </a:xfrm>
            <a:custGeom>
              <a:avLst/>
              <a:gdLst/>
              <a:ahLst/>
              <a:cxnLst/>
              <a:rect l="l" t="t" r="r" b="b"/>
              <a:pathLst>
                <a:path w="501" h="503" extrusionOk="0">
                  <a:moveTo>
                    <a:pt x="251" y="0"/>
                  </a:moveTo>
                  <a:cubicBezTo>
                    <a:pt x="107" y="0"/>
                    <a:pt x="0" y="115"/>
                    <a:pt x="0" y="251"/>
                  </a:cubicBezTo>
                  <a:cubicBezTo>
                    <a:pt x="0" y="387"/>
                    <a:pt x="107" y="503"/>
                    <a:pt x="251" y="503"/>
                  </a:cubicBezTo>
                  <a:cubicBezTo>
                    <a:pt x="387" y="503"/>
                    <a:pt x="501" y="387"/>
                    <a:pt x="501" y="251"/>
                  </a:cubicBezTo>
                  <a:cubicBezTo>
                    <a:pt x="501"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11"/>
            <p:cNvSpPr/>
            <p:nvPr/>
          </p:nvSpPr>
          <p:spPr>
            <a:xfrm>
              <a:off x="3431575" y="17488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11"/>
            <p:cNvSpPr/>
            <p:nvPr/>
          </p:nvSpPr>
          <p:spPr>
            <a:xfrm>
              <a:off x="3523550" y="1748800"/>
              <a:ext cx="12375" cy="12575"/>
            </a:xfrm>
            <a:custGeom>
              <a:avLst/>
              <a:gdLst/>
              <a:ahLst/>
              <a:cxnLst/>
              <a:rect l="l" t="t" r="r" b="b"/>
              <a:pathLst>
                <a:path w="495" h="503" extrusionOk="0">
                  <a:moveTo>
                    <a:pt x="250" y="0"/>
                  </a:moveTo>
                  <a:cubicBezTo>
                    <a:pt x="107" y="0"/>
                    <a:pt x="0" y="115"/>
                    <a:pt x="0" y="251"/>
                  </a:cubicBezTo>
                  <a:cubicBezTo>
                    <a:pt x="0" y="387"/>
                    <a:pt x="107" y="503"/>
                    <a:pt x="250" y="503"/>
                  </a:cubicBezTo>
                  <a:cubicBezTo>
                    <a:pt x="388" y="503"/>
                    <a:pt x="494" y="387"/>
                    <a:pt x="494" y="251"/>
                  </a:cubicBezTo>
                  <a:cubicBezTo>
                    <a:pt x="494" y="115"/>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11"/>
            <p:cNvSpPr/>
            <p:nvPr/>
          </p:nvSpPr>
          <p:spPr>
            <a:xfrm>
              <a:off x="676400" y="18407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11"/>
            <p:cNvSpPr/>
            <p:nvPr/>
          </p:nvSpPr>
          <p:spPr>
            <a:xfrm>
              <a:off x="768325" y="1840700"/>
              <a:ext cx="12400" cy="12425"/>
            </a:xfrm>
            <a:custGeom>
              <a:avLst/>
              <a:gdLst/>
              <a:ahLst/>
              <a:cxnLst/>
              <a:rect l="l" t="t" r="r" b="b"/>
              <a:pathLst>
                <a:path w="496" h="497" extrusionOk="0">
                  <a:moveTo>
                    <a:pt x="245" y="1"/>
                  </a:moveTo>
                  <a:cubicBezTo>
                    <a:pt x="109" y="1"/>
                    <a:pt x="0" y="109"/>
                    <a:pt x="0" y="245"/>
                  </a:cubicBezTo>
                  <a:cubicBezTo>
                    <a:pt x="0" y="388"/>
                    <a:pt x="109" y="496"/>
                    <a:pt x="245" y="496"/>
                  </a:cubicBezTo>
                  <a:cubicBezTo>
                    <a:pt x="388" y="496"/>
                    <a:pt x="496" y="388"/>
                    <a:pt x="496" y="245"/>
                  </a:cubicBezTo>
                  <a:cubicBezTo>
                    <a:pt x="496" y="109"/>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11"/>
            <p:cNvSpPr/>
            <p:nvPr/>
          </p:nvSpPr>
          <p:spPr>
            <a:xfrm>
              <a:off x="860125" y="1840700"/>
              <a:ext cx="12525" cy="12425"/>
            </a:xfrm>
            <a:custGeom>
              <a:avLst/>
              <a:gdLst/>
              <a:ahLst/>
              <a:cxnLst/>
              <a:rect l="l" t="t" r="r" b="b"/>
              <a:pathLst>
                <a:path w="501" h="497" extrusionOk="0">
                  <a:moveTo>
                    <a:pt x="251" y="1"/>
                  </a:moveTo>
                  <a:cubicBezTo>
                    <a:pt x="114" y="1"/>
                    <a:pt x="0" y="109"/>
                    <a:pt x="0" y="245"/>
                  </a:cubicBezTo>
                  <a:cubicBezTo>
                    <a:pt x="0" y="388"/>
                    <a:pt x="114" y="496"/>
                    <a:pt x="251" y="496"/>
                  </a:cubicBezTo>
                  <a:cubicBezTo>
                    <a:pt x="387" y="496"/>
                    <a:pt x="501" y="388"/>
                    <a:pt x="501" y="245"/>
                  </a:cubicBezTo>
                  <a:cubicBezTo>
                    <a:pt x="501"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11"/>
            <p:cNvSpPr/>
            <p:nvPr/>
          </p:nvSpPr>
          <p:spPr>
            <a:xfrm>
              <a:off x="951850" y="18407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11"/>
            <p:cNvSpPr/>
            <p:nvPr/>
          </p:nvSpPr>
          <p:spPr>
            <a:xfrm>
              <a:off x="1043825" y="1840700"/>
              <a:ext cx="12375" cy="12425"/>
            </a:xfrm>
            <a:custGeom>
              <a:avLst/>
              <a:gdLst/>
              <a:ahLst/>
              <a:cxnLst/>
              <a:rect l="l" t="t" r="r" b="b"/>
              <a:pathLst>
                <a:path w="495" h="497" extrusionOk="0">
                  <a:moveTo>
                    <a:pt x="250" y="1"/>
                  </a:moveTo>
                  <a:cubicBezTo>
                    <a:pt x="107" y="1"/>
                    <a:pt x="0" y="109"/>
                    <a:pt x="0" y="245"/>
                  </a:cubicBezTo>
                  <a:cubicBezTo>
                    <a:pt x="0" y="388"/>
                    <a:pt x="107" y="496"/>
                    <a:pt x="250" y="496"/>
                  </a:cubicBezTo>
                  <a:cubicBezTo>
                    <a:pt x="388" y="496"/>
                    <a:pt x="494" y="388"/>
                    <a:pt x="494" y="245"/>
                  </a:cubicBezTo>
                  <a:cubicBezTo>
                    <a:pt x="494"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11"/>
            <p:cNvSpPr/>
            <p:nvPr/>
          </p:nvSpPr>
          <p:spPr>
            <a:xfrm>
              <a:off x="1135575" y="1840700"/>
              <a:ext cx="12575" cy="12425"/>
            </a:xfrm>
            <a:custGeom>
              <a:avLst/>
              <a:gdLst/>
              <a:ahLst/>
              <a:cxnLst/>
              <a:rect l="l" t="t" r="r" b="b"/>
              <a:pathLst>
                <a:path w="503" h="497" extrusionOk="0">
                  <a:moveTo>
                    <a:pt x="252" y="1"/>
                  </a:moveTo>
                  <a:cubicBezTo>
                    <a:pt x="116" y="1"/>
                    <a:pt x="0" y="109"/>
                    <a:pt x="0" y="245"/>
                  </a:cubicBezTo>
                  <a:cubicBezTo>
                    <a:pt x="0" y="388"/>
                    <a:pt x="116" y="496"/>
                    <a:pt x="252" y="496"/>
                  </a:cubicBezTo>
                  <a:cubicBezTo>
                    <a:pt x="387" y="496"/>
                    <a:pt x="503" y="388"/>
                    <a:pt x="503" y="245"/>
                  </a:cubicBezTo>
                  <a:cubicBezTo>
                    <a:pt x="503"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11"/>
            <p:cNvSpPr/>
            <p:nvPr/>
          </p:nvSpPr>
          <p:spPr>
            <a:xfrm>
              <a:off x="1227500" y="1840700"/>
              <a:ext cx="12400" cy="12425"/>
            </a:xfrm>
            <a:custGeom>
              <a:avLst/>
              <a:gdLst/>
              <a:ahLst/>
              <a:cxnLst/>
              <a:rect l="l" t="t" r="r" b="b"/>
              <a:pathLst>
                <a:path w="496" h="497" extrusionOk="0">
                  <a:moveTo>
                    <a:pt x="251" y="1"/>
                  </a:moveTo>
                  <a:cubicBezTo>
                    <a:pt x="109" y="1"/>
                    <a:pt x="0" y="109"/>
                    <a:pt x="0" y="245"/>
                  </a:cubicBezTo>
                  <a:cubicBezTo>
                    <a:pt x="0" y="388"/>
                    <a:pt x="109" y="496"/>
                    <a:pt x="251" y="496"/>
                  </a:cubicBezTo>
                  <a:cubicBezTo>
                    <a:pt x="387" y="496"/>
                    <a:pt x="496" y="388"/>
                    <a:pt x="496" y="245"/>
                  </a:cubicBezTo>
                  <a:cubicBezTo>
                    <a:pt x="496"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11"/>
            <p:cNvSpPr/>
            <p:nvPr/>
          </p:nvSpPr>
          <p:spPr>
            <a:xfrm>
              <a:off x="1319275" y="1840700"/>
              <a:ext cx="12550" cy="12425"/>
            </a:xfrm>
            <a:custGeom>
              <a:avLst/>
              <a:gdLst/>
              <a:ahLst/>
              <a:cxnLst/>
              <a:rect l="l" t="t" r="r" b="b"/>
              <a:pathLst>
                <a:path w="502" h="497" extrusionOk="0">
                  <a:moveTo>
                    <a:pt x="252" y="1"/>
                  </a:moveTo>
                  <a:cubicBezTo>
                    <a:pt x="114" y="1"/>
                    <a:pt x="1" y="109"/>
                    <a:pt x="1" y="245"/>
                  </a:cubicBezTo>
                  <a:cubicBezTo>
                    <a:pt x="1" y="388"/>
                    <a:pt x="114" y="496"/>
                    <a:pt x="252" y="496"/>
                  </a:cubicBezTo>
                  <a:cubicBezTo>
                    <a:pt x="388" y="496"/>
                    <a:pt x="501" y="388"/>
                    <a:pt x="501" y="245"/>
                  </a:cubicBezTo>
                  <a:cubicBezTo>
                    <a:pt x="501"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11"/>
            <p:cNvSpPr/>
            <p:nvPr/>
          </p:nvSpPr>
          <p:spPr>
            <a:xfrm>
              <a:off x="1411200" y="1840700"/>
              <a:ext cx="12425" cy="12425"/>
            </a:xfrm>
            <a:custGeom>
              <a:avLst/>
              <a:gdLst/>
              <a:ahLst/>
              <a:cxnLst/>
              <a:rect l="l" t="t" r="r" b="b"/>
              <a:pathLst>
                <a:path w="497" h="497" extrusionOk="0">
                  <a:moveTo>
                    <a:pt x="245" y="1"/>
                  </a:moveTo>
                  <a:cubicBezTo>
                    <a:pt x="109" y="1"/>
                    <a:pt x="1" y="109"/>
                    <a:pt x="1" y="245"/>
                  </a:cubicBezTo>
                  <a:cubicBezTo>
                    <a:pt x="1" y="388"/>
                    <a:pt x="109" y="496"/>
                    <a:pt x="245" y="496"/>
                  </a:cubicBezTo>
                  <a:cubicBezTo>
                    <a:pt x="388" y="496"/>
                    <a:pt x="496" y="388"/>
                    <a:pt x="496" y="245"/>
                  </a:cubicBezTo>
                  <a:cubicBezTo>
                    <a:pt x="496" y="109"/>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11"/>
            <p:cNvSpPr/>
            <p:nvPr/>
          </p:nvSpPr>
          <p:spPr>
            <a:xfrm>
              <a:off x="1503000" y="1840700"/>
              <a:ext cx="12525" cy="12425"/>
            </a:xfrm>
            <a:custGeom>
              <a:avLst/>
              <a:gdLst/>
              <a:ahLst/>
              <a:cxnLst/>
              <a:rect l="l" t="t" r="r" b="b"/>
              <a:pathLst>
                <a:path w="501" h="497" extrusionOk="0">
                  <a:moveTo>
                    <a:pt x="250" y="1"/>
                  </a:moveTo>
                  <a:cubicBezTo>
                    <a:pt x="114" y="1"/>
                    <a:pt x="0" y="109"/>
                    <a:pt x="0" y="245"/>
                  </a:cubicBezTo>
                  <a:cubicBezTo>
                    <a:pt x="0" y="388"/>
                    <a:pt x="114" y="496"/>
                    <a:pt x="250" y="496"/>
                  </a:cubicBezTo>
                  <a:cubicBezTo>
                    <a:pt x="387" y="496"/>
                    <a:pt x="501" y="388"/>
                    <a:pt x="501" y="245"/>
                  </a:cubicBezTo>
                  <a:cubicBezTo>
                    <a:pt x="501" y="109"/>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11"/>
            <p:cNvSpPr/>
            <p:nvPr/>
          </p:nvSpPr>
          <p:spPr>
            <a:xfrm>
              <a:off x="1594750" y="1840700"/>
              <a:ext cx="12575" cy="12425"/>
            </a:xfrm>
            <a:custGeom>
              <a:avLst/>
              <a:gdLst/>
              <a:ahLst/>
              <a:cxnLst/>
              <a:rect l="l" t="t" r="r" b="b"/>
              <a:pathLst>
                <a:path w="503" h="497" extrusionOk="0">
                  <a:moveTo>
                    <a:pt x="251" y="1"/>
                  </a:moveTo>
                  <a:cubicBezTo>
                    <a:pt x="115" y="1"/>
                    <a:pt x="0" y="109"/>
                    <a:pt x="0" y="245"/>
                  </a:cubicBezTo>
                  <a:cubicBezTo>
                    <a:pt x="0" y="388"/>
                    <a:pt x="115" y="496"/>
                    <a:pt x="251" y="496"/>
                  </a:cubicBezTo>
                  <a:cubicBezTo>
                    <a:pt x="394" y="496"/>
                    <a:pt x="503" y="388"/>
                    <a:pt x="503" y="245"/>
                  </a:cubicBezTo>
                  <a:cubicBezTo>
                    <a:pt x="503" y="109"/>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11"/>
            <p:cNvSpPr/>
            <p:nvPr/>
          </p:nvSpPr>
          <p:spPr>
            <a:xfrm>
              <a:off x="1686650" y="18407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11"/>
            <p:cNvSpPr/>
            <p:nvPr/>
          </p:nvSpPr>
          <p:spPr>
            <a:xfrm>
              <a:off x="1778450" y="1840700"/>
              <a:ext cx="12550" cy="12425"/>
            </a:xfrm>
            <a:custGeom>
              <a:avLst/>
              <a:gdLst/>
              <a:ahLst/>
              <a:cxnLst/>
              <a:rect l="l" t="t" r="r" b="b"/>
              <a:pathLst>
                <a:path w="502" h="497" extrusionOk="0">
                  <a:moveTo>
                    <a:pt x="252" y="1"/>
                  </a:moveTo>
                  <a:cubicBezTo>
                    <a:pt x="114" y="1"/>
                    <a:pt x="1" y="109"/>
                    <a:pt x="1" y="245"/>
                  </a:cubicBezTo>
                  <a:cubicBezTo>
                    <a:pt x="1" y="388"/>
                    <a:pt x="114" y="496"/>
                    <a:pt x="252" y="496"/>
                  </a:cubicBezTo>
                  <a:cubicBezTo>
                    <a:pt x="388" y="496"/>
                    <a:pt x="501" y="388"/>
                    <a:pt x="501" y="245"/>
                  </a:cubicBezTo>
                  <a:cubicBezTo>
                    <a:pt x="501"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11"/>
            <p:cNvSpPr/>
            <p:nvPr/>
          </p:nvSpPr>
          <p:spPr>
            <a:xfrm>
              <a:off x="1870375" y="1840700"/>
              <a:ext cx="12400" cy="12425"/>
            </a:xfrm>
            <a:custGeom>
              <a:avLst/>
              <a:gdLst/>
              <a:ahLst/>
              <a:cxnLst/>
              <a:rect l="l" t="t" r="r" b="b"/>
              <a:pathLst>
                <a:path w="496" h="497" extrusionOk="0">
                  <a:moveTo>
                    <a:pt x="252" y="1"/>
                  </a:moveTo>
                  <a:cubicBezTo>
                    <a:pt x="109" y="1"/>
                    <a:pt x="0" y="109"/>
                    <a:pt x="0" y="245"/>
                  </a:cubicBezTo>
                  <a:cubicBezTo>
                    <a:pt x="0" y="388"/>
                    <a:pt x="109" y="496"/>
                    <a:pt x="252" y="496"/>
                  </a:cubicBezTo>
                  <a:cubicBezTo>
                    <a:pt x="387" y="496"/>
                    <a:pt x="496" y="388"/>
                    <a:pt x="496" y="245"/>
                  </a:cubicBezTo>
                  <a:cubicBezTo>
                    <a:pt x="496"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11"/>
            <p:cNvSpPr/>
            <p:nvPr/>
          </p:nvSpPr>
          <p:spPr>
            <a:xfrm>
              <a:off x="1962150" y="1840700"/>
              <a:ext cx="12550" cy="12425"/>
            </a:xfrm>
            <a:custGeom>
              <a:avLst/>
              <a:gdLst/>
              <a:ahLst/>
              <a:cxnLst/>
              <a:rect l="l" t="t" r="r" b="b"/>
              <a:pathLst>
                <a:path w="502" h="497" extrusionOk="0">
                  <a:moveTo>
                    <a:pt x="250" y="1"/>
                  </a:moveTo>
                  <a:cubicBezTo>
                    <a:pt x="114" y="1"/>
                    <a:pt x="1" y="109"/>
                    <a:pt x="1" y="245"/>
                  </a:cubicBezTo>
                  <a:cubicBezTo>
                    <a:pt x="1" y="388"/>
                    <a:pt x="114" y="496"/>
                    <a:pt x="250" y="496"/>
                  </a:cubicBezTo>
                  <a:cubicBezTo>
                    <a:pt x="388" y="496"/>
                    <a:pt x="502" y="388"/>
                    <a:pt x="502" y="245"/>
                  </a:cubicBezTo>
                  <a:cubicBezTo>
                    <a:pt x="502"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11"/>
            <p:cNvSpPr/>
            <p:nvPr/>
          </p:nvSpPr>
          <p:spPr>
            <a:xfrm>
              <a:off x="2054075" y="1840700"/>
              <a:ext cx="12425" cy="12425"/>
            </a:xfrm>
            <a:custGeom>
              <a:avLst/>
              <a:gdLst/>
              <a:ahLst/>
              <a:cxnLst/>
              <a:rect l="l" t="t" r="r" b="b"/>
              <a:pathLst>
                <a:path w="497" h="497" extrusionOk="0">
                  <a:moveTo>
                    <a:pt x="252" y="1"/>
                  </a:moveTo>
                  <a:cubicBezTo>
                    <a:pt x="109" y="1"/>
                    <a:pt x="1" y="109"/>
                    <a:pt x="1" y="245"/>
                  </a:cubicBezTo>
                  <a:cubicBezTo>
                    <a:pt x="1" y="388"/>
                    <a:pt x="109" y="496"/>
                    <a:pt x="252" y="496"/>
                  </a:cubicBezTo>
                  <a:cubicBezTo>
                    <a:pt x="388" y="496"/>
                    <a:pt x="496" y="388"/>
                    <a:pt x="496" y="245"/>
                  </a:cubicBezTo>
                  <a:cubicBezTo>
                    <a:pt x="496"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11"/>
            <p:cNvSpPr/>
            <p:nvPr/>
          </p:nvSpPr>
          <p:spPr>
            <a:xfrm>
              <a:off x="2145825" y="18407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11"/>
            <p:cNvSpPr/>
            <p:nvPr/>
          </p:nvSpPr>
          <p:spPr>
            <a:xfrm>
              <a:off x="2237800" y="1840700"/>
              <a:ext cx="12350" cy="12425"/>
            </a:xfrm>
            <a:custGeom>
              <a:avLst/>
              <a:gdLst/>
              <a:ahLst/>
              <a:cxnLst/>
              <a:rect l="l" t="t" r="r" b="b"/>
              <a:pathLst>
                <a:path w="494" h="497" extrusionOk="0">
                  <a:moveTo>
                    <a:pt x="244" y="1"/>
                  </a:moveTo>
                  <a:cubicBezTo>
                    <a:pt x="107" y="1"/>
                    <a:pt x="0" y="109"/>
                    <a:pt x="0" y="245"/>
                  </a:cubicBezTo>
                  <a:cubicBezTo>
                    <a:pt x="0" y="388"/>
                    <a:pt x="107" y="496"/>
                    <a:pt x="244" y="496"/>
                  </a:cubicBezTo>
                  <a:cubicBezTo>
                    <a:pt x="387" y="496"/>
                    <a:pt x="494" y="388"/>
                    <a:pt x="494" y="245"/>
                  </a:cubicBezTo>
                  <a:cubicBezTo>
                    <a:pt x="494" y="109"/>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11"/>
            <p:cNvSpPr/>
            <p:nvPr/>
          </p:nvSpPr>
          <p:spPr>
            <a:xfrm>
              <a:off x="2329550" y="1840700"/>
              <a:ext cx="12575" cy="12425"/>
            </a:xfrm>
            <a:custGeom>
              <a:avLst/>
              <a:gdLst/>
              <a:ahLst/>
              <a:cxnLst/>
              <a:rect l="l" t="t" r="r" b="b"/>
              <a:pathLst>
                <a:path w="503" h="497" extrusionOk="0">
                  <a:moveTo>
                    <a:pt x="251" y="1"/>
                  </a:moveTo>
                  <a:cubicBezTo>
                    <a:pt x="115" y="1"/>
                    <a:pt x="0" y="109"/>
                    <a:pt x="0" y="245"/>
                  </a:cubicBezTo>
                  <a:cubicBezTo>
                    <a:pt x="0" y="388"/>
                    <a:pt x="115" y="496"/>
                    <a:pt x="251" y="496"/>
                  </a:cubicBezTo>
                  <a:cubicBezTo>
                    <a:pt x="387" y="496"/>
                    <a:pt x="502" y="388"/>
                    <a:pt x="502" y="245"/>
                  </a:cubicBezTo>
                  <a:cubicBezTo>
                    <a:pt x="502"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11"/>
            <p:cNvSpPr/>
            <p:nvPr/>
          </p:nvSpPr>
          <p:spPr>
            <a:xfrm>
              <a:off x="2421325" y="1840700"/>
              <a:ext cx="12550" cy="12425"/>
            </a:xfrm>
            <a:custGeom>
              <a:avLst/>
              <a:gdLst/>
              <a:ahLst/>
              <a:cxnLst/>
              <a:rect l="l" t="t" r="r" b="b"/>
              <a:pathLst>
                <a:path w="502" h="497" extrusionOk="0">
                  <a:moveTo>
                    <a:pt x="250" y="1"/>
                  </a:moveTo>
                  <a:cubicBezTo>
                    <a:pt x="114" y="1"/>
                    <a:pt x="1" y="109"/>
                    <a:pt x="1" y="245"/>
                  </a:cubicBezTo>
                  <a:cubicBezTo>
                    <a:pt x="1" y="388"/>
                    <a:pt x="114" y="496"/>
                    <a:pt x="250" y="496"/>
                  </a:cubicBezTo>
                  <a:cubicBezTo>
                    <a:pt x="395" y="496"/>
                    <a:pt x="501" y="388"/>
                    <a:pt x="501" y="245"/>
                  </a:cubicBezTo>
                  <a:cubicBezTo>
                    <a:pt x="501" y="109"/>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11"/>
            <p:cNvSpPr/>
            <p:nvPr/>
          </p:nvSpPr>
          <p:spPr>
            <a:xfrm>
              <a:off x="2513250" y="1840700"/>
              <a:ext cx="12575" cy="12425"/>
            </a:xfrm>
            <a:custGeom>
              <a:avLst/>
              <a:gdLst/>
              <a:ahLst/>
              <a:cxnLst/>
              <a:rect l="l" t="t" r="r" b="b"/>
              <a:pathLst>
                <a:path w="503" h="497" extrusionOk="0">
                  <a:moveTo>
                    <a:pt x="252" y="1"/>
                  </a:moveTo>
                  <a:cubicBezTo>
                    <a:pt x="109" y="1"/>
                    <a:pt x="0" y="109"/>
                    <a:pt x="0" y="245"/>
                  </a:cubicBezTo>
                  <a:cubicBezTo>
                    <a:pt x="0" y="388"/>
                    <a:pt x="109"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11"/>
            <p:cNvSpPr/>
            <p:nvPr/>
          </p:nvSpPr>
          <p:spPr>
            <a:xfrm>
              <a:off x="2605000" y="1840700"/>
              <a:ext cx="12575" cy="12425"/>
            </a:xfrm>
            <a:custGeom>
              <a:avLst/>
              <a:gdLst/>
              <a:ahLst/>
              <a:cxnLst/>
              <a:rect l="l" t="t" r="r" b="b"/>
              <a:pathLst>
                <a:path w="503" h="497" extrusionOk="0">
                  <a:moveTo>
                    <a:pt x="252" y="1"/>
                  </a:moveTo>
                  <a:cubicBezTo>
                    <a:pt x="116" y="1"/>
                    <a:pt x="0" y="109"/>
                    <a:pt x="0" y="245"/>
                  </a:cubicBezTo>
                  <a:cubicBezTo>
                    <a:pt x="0" y="388"/>
                    <a:pt x="116" y="496"/>
                    <a:pt x="252" y="496"/>
                  </a:cubicBezTo>
                  <a:cubicBezTo>
                    <a:pt x="387" y="496"/>
                    <a:pt x="503" y="388"/>
                    <a:pt x="503" y="245"/>
                  </a:cubicBezTo>
                  <a:cubicBezTo>
                    <a:pt x="503"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11"/>
            <p:cNvSpPr/>
            <p:nvPr/>
          </p:nvSpPr>
          <p:spPr>
            <a:xfrm>
              <a:off x="2696950" y="1840700"/>
              <a:ext cx="12375" cy="12425"/>
            </a:xfrm>
            <a:custGeom>
              <a:avLst/>
              <a:gdLst/>
              <a:ahLst/>
              <a:cxnLst/>
              <a:rect l="l" t="t" r="r" b="b"/>
              <a:pathLst>
                <a:path w="495" h="497" extrusionOk="0">
                  <a:moveTo>
                    <a:pt x="252" y="1"/>
                  </a:moveTo>
                  <a:cubicBezTo>
                    <a:pt x="108" y="1"/>
                    <a:pt x="1" y="109"/>
                    <a:pt x="1" y="245"/>
                  </a:cubicBezTo>
                  <a:cubicBezTo>
                    <a:pt x="1" y="388"/>
                    <a:pt x="108" y="496"/>
                    <a:pt x="252" y="496"/>
                  </a:cubicBezTo>
                  <a:cubicBezTo>
                    <a:pt x="388" y="496"/>
                    <a:pt x="495" y="388"/>
                    <a:pt x="495" y="245"/>
                  </a:cubicBezTo>
                  <a:cubicBezTo>
                    <a:pt x="495"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11"/>
            <p:cNvSpPr/>
            <p:nvPr/>
          </p:nvSpPr>
          <p:spPr>
            <a:xfrm>
              <a:off x="2788700" y="18407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11"/>
            <p:cNvSpPr/>
            <p:nvPr/>
          </p:nvSpPr>
          <p:spPr>
            <a:xfrm>
              <a:off x="2880675" y="1840700"/>
              <a:ext cx="12375" cy="12425"/>
            </a:xfrm>
            <a:custGeom>
              <a:avLst/>
              <a:gdLst/>
              <a:ahLst/>
              <a:cxnLst/>
              <a:rect l="l" t="t" r="r" b="b"/>
              <a:pathLst>
                <a:path w="495" h="497" extrusionOk="0">
                  <a:moveTo>
                    <a:pt x="243" y="1"/>
                  </a:moveTo>
                  <a:cubicBezTo>
                    <a:pt x="107" y="1"/>
                    <a:pt x="0" y="109"/>
                    <a:pt x="0" y="245"/>
                  </a:cubicBezTo>
                  <a:cubicBezTo>
                    <a:pt x="0" y="388"/>
                    <a:pt x="107" y="496"/>
                    <a:pt x="243" y="496"/>
                  </a:cubicBezTo>
                  <a:cubicBezTo>
                    <a:pt x="387" y="496"/>
                    <a:pt x="494" y="388"/>
                    <a:pt x="494" y="245"/>
                  </a:cubicBezTo>
                  <a:cubicBezTo>
                    <a:pt x="494" y="109"/>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11"/>
            <p:cNvSpPr/>
            <p:nvPr/>
          </p:nvSpPr>
          <p:spPr>
            <a:xfrm>
              <a:off x="2972425" y="1840700"/>
              <a:ext cx="12575" cy="12425"/>
            </a:xfrm>
            <a:custGeom>
              <a:avLst/>
              <a:gdLst/>
              <a:ahLst/>
              <a:cxnLst/>
              <a:rect l="l" t="t" r="r" b="b"/>
              <a:pathLst>
                <a:path w="503" h="497" extrusionOk="0">
                  <a:moveTo>
                    <a:pt x="251" y="1"/>
                  </a:moveTo>
                  <a:cubicBezTo>
                    <a:pt x="115" y="1"/>
                    <a:pt x="0" y="109"/>
                    <a:pt x="0" y="245"/>
                  </a:cubicBezTo>
                  <a:cubicBezTo>
                    <a:pt x="0" y="388"/>
                    <a:pt x="115" y="496"/>
                    <a:pt x="251" y="496"/>
                  </a:cubicBezTo>
                  <a:cubicBezTo>
                    <a:pt x="387" y="496"/>
                    <a:pt x="503" y="388"/>
                    <a:pt x="503" y="245"/>
                  </a:cubicBezTo>
                  <a:cubicBezTo>
                    <a:pt x="503"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11"/>
            <p:cNvSpPr/>
            <p:nvPr/>
          </p:nvSpPr>
          <p:spPr>
            <a:xfrm>
              <a:off x="3064375" y="1840700"/>
              <a:ext cx="12375" cy="12425"/>
            </a:xfrm>
            <a:custGeom>
              <a:avLst/>
              <a:gdLst/>
              <a:ahLst/>
              <a:cxnLst/>
              <a:rect l="l" t="t" r="r" b="b"/>
              <a:pathLst>
                <a:path w="495" h="497" extrusionOk="0">
                  <a:moveTo>
                    <a:pt x="243" y="1"/>
                  </a:moveTo>
                  <a:cubicBezTo>
                    <a:pt x="107" y="1"/>
                    <a:pt x="1" y="109"/>
                    <a:pt x="1" y="245"/>
                  </a:cubicBezTo>
                  <a:cubicBezTo>
                    <a:pt x="1" y="388"/>
                    <a:pt x="107" y="496"/>
                    <a:pt x="243" y="496"/>
                  </a:cubicBezTo>
                  <a:cubicBezTo>
                    <a:pt x="388" y="496"/>
                    <a:pt x="495" y="388"/>
                    <a:pt x="495" y="245"/>
                  </a:cubicBezTo>
                  <a:cubicBezTo>
                    <a:pt x="495" y="109"/>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11"/>
            <p:cNvSpPr/>
            <p:nvPr/>
          </p:nvSpPr>
          <p:spPr>
            <a:xfrm>
              <a:off x="3156125" y="18407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11"/>
            <p:cNvSpPr/>
            <p:nvPr/>
          </p:nvSpPr>
          <p:spPr>
            <a:xfrm>
              <a:off x="3247875" y="1840700"/>
              <a:ext cx="12575" cy="12425"/>
            </a:xfrm>
            <a:custGeom>
              <a:avLst/>
              <a:gdLst/>
              <a:ahLst/>
              <a:cxnLst/>
              <a:rect l="l" t="t" r="r" b="b"/>
              <a:pathLst>
                <a:path w="503"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11"/>
            <p:cNvSpPr/>
            <p:nvPr/>
          </p:nvSpPr>
          <p:spPr>
            <a:xfrm>
              <a:off x="3339850" y="1840700"/>
              <a:ext cx="12525" cy="12425"/>
            </a:xfrm>
            <a:custGeom>
              <a:avLst/>
              <a:gdLst/>
              <a:ahLst/>
              <a:cxnLst/>
              <a:rect l="l" t="t" r="r" b="b"/>
              <a:pathLst>
                <a:path w="501" h="497" extrusionOk="0">
                  <a:moveTo>
                    <a:pt x="251" y="1"/>
                  </a:moveTo>
                  <a:cubicBezTo>
                    <a:pt x="107" y="1"/>
                    <a:pt x="0" y="109"/>
                    <a:pt x="0" y="245"/>
                  </a:cubicBezTo>
                  <a:cubicBezTo>
                    <a:pt x="0" y="388"/>
                    <a:pt x="107" y="496"/>
                    <a:pt x="251" y="496"/>
                  </a:cubicBezTo>
                  <a:cubicBezTo>
                    <a:pt x="387" y="496"/>
                    <a:pt x="501" y="388"/>
                    <a:pt x="501" y="245"/>
                  </a:cubicBezTo>
                  <a:cubicBezTo>
                    <a:pt x="501"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11"/>
            <p:cNvSpPr/>
            <p:nvPr/>
          </p:nvSpPr>
          <p:spPr>
            <a:xfrm>
              <a:off x="3431575" y="18407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11"/>
            <p:cNvSpPr/>
            <p:nvPr/>
          </p:nvSpPr>
          <p:spPr>
            <a:xfrm>
              <a:off x="3523550" y="1840700"/>
              <a:ext cx="12375" cy="12425"/>
            </a:xfrm>
            <a:custGeom>
              <a:avLst/>
              <a:gdLst/>
              <a:ahLst/>
              <a:cxnLst/>
              <a:rect l="l" t="t" r="r" b="b"/>
              <a:pathLst>
                <a:path w="495" h="497" extrusionOk="0">
                  <a:moveTo>
                    <a:pt x="250" y="1"/>
                  </a:moveTo>
                  <a:cubicBezTo>
                    <a:pt x="107" y="1"/>
                    <a:pt x="0" y="109"/>
                    <a:pt x="0" y="245"/>
                  </a:cubicBezTo>
                  <a:cubicBezTo>
                    <a:pt x="0" y="388"/>
                    <a:pt x="107" y="496"/>
                    <a:pt x="250" y="496"/>
                  </a:cubicBezTo>
                  <a:cubicBezTo>
                    <a:pt x="388" y="496"/>
                    <a:pt x="494" y="388"/>
                    <a:pt x="494" y="245"/>
                  </a:cubicBezTo>
                  <a:cubicBezTo>
                    <a:pt x="494"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11"/>
            <p:cNvSpPr/>
            <p:nvPr/>
          </p:nvSpPr>
          <p:spPr>
            <a:xfrm>
              <a:off x="676400" y="19325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11"/>
            <p:cNvSpPr/>
            <p:nvPr/>
          </p:nvSpPr>
          <p:spPr>
            <a:xfrm>
              <a:off x="768325" y="1932500"/>
              <a:ext cx="12400" cy="12550"/>
            </a:xfrm>
            <a:custGeom>
              <a:avLst/>
              <a:gdLst/>
              <a:ahLst/>
              <a:cxnLst/>
              <a:rect l="l" t="t" r="r" b="b"/>
              <a:pathLst>
                <a:path w="496" h="502" extrusionOk="0">
                  <a:moveTo>
                    <a:pt x="245" y="1"/>
                  </a:moveTo>
                  <a:cubicBezTo>
                    <a:pt x="109" y="1"/>
                    <a:pt x="0" y="114"/>
                    <a:pt x="0" y="252"/>
                  </a:cubicBezTo>
                  <a:cubicBezTo>
                    <a:pt x="0" y="388"/>
                    <a:pt x="109" y="501"/>
                    <a:pt x="245" y="501"/>
                  </a:cubicBezTo>
                  <a:cubicBezTo>
                    <a:pt x="388" y="501"/>
                    <a:pt x="496" y="388"/>
                    <a:pt x="496" y="252"/>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11"/>
            <p:cNvSpPr/>
            <p:nvPr/>
          </p:nvSpPr>
          <p:spPr>
            <a:xfrm>
              <a:off x="860125" y="1932500"/>
              <a:ext cx="12525" cy="12550"/>
            </a:xfrm>
            <a:custGeom>
              <a:avLst/>
              <a:gdLst/>
              <a:ahLst/>
              <a:cxnLst/>
              <a:rect l="l" t="t" r="r" b="b"/>
              <a:pathLst>
                <a:path w="501" h="502" extrusionOk="0">
                  <a:moveTo>
                    <a:pt x="251" y="1"/>
                  </a:moveTo>
                  <a:cubicBezTo>
                    <a:pt x="114" y="1"/>
                    <a:pt x="0" y="114"/>
                    <a:pt x="0" y="252"/>
                  </a:cubicBezTo>
                  <a:cubicBezTo>
                    <a:pt x="0" y="388"/>
                    <a:pt x="114" y="501"/>
                    <a:pt x="251" y="501"/>
                  </a:cubicBezTo>
                  <a:cubicBezTo>
                    <a:pt x="387" y="501"/>
                    <a:pt x="501" y="388"/>
                    <a:pt x="501" y="252"/>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11"/>
            <p:cNvSpPr/>
            <p:nvPr/>
          </p:nvSpPr>
          <p:spPr>
            <a:xfrm>
              <a:off x="951850" y="19325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11"/>
            <p:cNvSpPr/>
            <p:nvPr/>
          </p:nvSpPr>
          <p:spPr>
            <a:xfrm>
              <a:off x="1043825" y="1932500"/>
              <a:ext cx="12375" cy="12550"/>
            </a:xfrm>
            <a:custGeom>
              <a:avLst/>
              <a:gdLst/>
              <a:ahLst/>
              <a:cxnLst/>
              <a:rect l="l" t="t" r="r" b="b"/>
              <a:pathLst>
                <a:path w="495" h="502" extrusionOk="0">
                  <a:moveTo>
                    <a:pt x="250" y="1"/>
                  </a:moveTo>
                  <a:cubicBezTo>
                    <a:pt x="107" y="1"/>
                    <a:pt x="0" y="114"/>
                    <a:pt x="0" y="252"/>
                  </a:cubicBezTo>
                  <a:cubicBezTo>
                    <a:pt x="0" y="388"/>
                    <a:pt x="107" y="501"/>
                    <a:pt x="250" y="501"/>
                  </a:cubicBezTo>
                  <a:cubicBezTo>
                    <a:pt x="388" y="501"/>
                    <a:pt x="494" y="388"/>
                    <a:pt x="494" y="252"/>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11"/>
            <p:cNvSpPr/>
            <p:nvPr/>
          </p:nvSpPr>
          <p:spPr>
            <a:xfrm>
              <a:off x="1135575" y="1932500"/>
              <a:ext cx="12575" cy="12550"/>
            </a:xfrm>
            <a:custGeom>
              <a:avLst/>
              <a:gdLst/>
              <a:ahLst/>
              <a:cxnLst/>
              <a:rect l="l" t="t" r="r" b="b"/>
              <a:pathLst>
                <a:path w="503" h="502" extrusionOk="0">
                  <a:moveTo>
                    <a:pt x="252" y="1"/>
                  </a:moveTo>
                  <a:cubicBezTo>
                    <a:pt x="116" y="1"/>
                    <a:pt x="0" y="114"/>
                    <a:pt x="0" y="252"/>
                  </a:cubicBezTo>
                  <a:cubicBezTo>
                    <a:pt x="0" y="388"/>
                    <a:pt x="116" y="501"/>
                    <a:pt x="252" y="501"/>
                  </a:cubicBezTo>
                  <a:cubicBezTo>
                    <a:pt x="387" y="501"/>
                    <a:pt x="503" y="388"/>
                    <a:pt x="503" y="252"/>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11"/>
            <p:cNvSpPr/>
            <p:nvPr/>
          </p:nvSpPr>
          <p:spPr>
            <a:xfrm>
              <a:off x="1227500" y="1932500"/>
              <a:ext cx="12400" cy="12550"/>
            </a:xfrm>
            <a:custGeom>
              <a:avLst/>
              <a:gdLst/>
              <a:ahLst/>
              <a:cxnLst/>
              <a:rect l="l" t="t" r="r" b="b"/>
              <a:pathLst>
                <a:path w="496" h="502" extrusionOk="0">
                  <a:moveTo>
                    <a:pt x="251" y="1"/>
                  </a:moveTo>
                  <a:cubicBezTo>
                    <a:pt x="109" y="1"/>
                    <a:pt x="0" y="114"/>
                    <a:pt x="0" y="252"/>
                  </a:cubicBezTo>
                  <a:cubicBezTo>
                    <a:pt x="0" y="388"/>
                    <a:pt x="109" y="501"/>
                    <a:pt x="251" y="501"/>
                  </a:cubicBezTo>
                  <a:cubicBezTo>
                    <a:pt x="387" y="501"/>
                    <a:pt x="496" y="388"/>
                    <a:pt x="496" y="252"/>
                  </a:cubicBezTo>
                  <a:cubicBezTo>
                    <a:pt x="496"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11"/>
            <p:cNvSpPr/>
            <p:nvPr/>
          </p:nvSpPr>
          <p:spPr>
            <a:xfrm>
              <a:off x="1319275" y="1932500"/>
              <a:ext cx="12550" cy="12550"/>
            </a:xfrm>
            <a:custGeom>
              <a:avLst/>
              <a:gdLst/>
              <a:ahLst/>
              <a:cxnLst/>
              <a:rect l="l" t="t" r="r" b="b"/>
              <a:pathLst>
                <a:path w="502" h="502" extrusionOk="0">
                  <a:moveTo>
                    <a:pt x="252" y="1"/>
                  </a:moveTo>
                  <a:cubicBezTo>
                    <a:pt x="114" y="1"/>
                    <a:pt x="1" y="114"/>
                    <a:pt x="1" y="252"/>
                  </a:cubicBezTo>
                  <a:cubicBezTo>
                    <a:pt x="1" y="388"/>
                    <a:pt x="114" y="501"/>
                    <a:pt x="252" y="501"/>
                  </a:cubicBezTo>
                  <a:cubicBezTo>
                    <a:pt x="388" y="501"/>
                    <a:pt x="501" y="388"/>
                    <a:pt x="501" y="252"/>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11"/>
            <p:cNvSpPr/>
            <p:nvPr/>
          </p:nvSpPr>
          <p:spPr>
            <a:xfrm>
              <a:off x="1411200" y="1932500"/>
              <a:ext cx="12425" cy="12550"/>
            </a:xfrm>
            <a:custGeom>
              <a:avLst/>
              <a:gdLst/>
              <a:ahLst/>
              <a:cxnLst/>
              <a:rect l="l" t="t" r="r" b="b"/>
              <a:pathLst>
                <a:path w="497" h="502" extrusionOk="0">
                  <a:moveTo>
                    <a:pt x="245" y="1"/>
                  </a:moveTo>
                  <a:cubicBezTo>
                    <a:pt x="109" y="1"/>
                    <a:pt x="1" y="114"/>
                    <a:pt x="1" y="252"/>
                  </a:cubicBezTo>
                  <a:cubicBezTo>
                    <a:pt x="1" y="388"/>
                    <a:pt x="109" y="501"/>
                    <a:pt x="245" y="501"/>
                  </a:cubicBezTo>
                  <a:cubicBezTo>
                    <a:pt x="388" y="501"/>
                    <a:pt x="496" y="388"/>
                    <a:pt x="496" y="252"/>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11"/>
            <p:cNvSpPr/>
            <p:nvPr/>
          </p:nvSpPr>
          <p:spPr>
            <a:xfrm>
              <a:off x="1503000" y="1932500"/>
              <a:ext cx="12525" cy="12550"/>
            </a:xfrm>
            <a:custGeom>
              <a:avLst/>
              <a:gdLst/>
              <a:ahLst/>
              <a:cxnLst/>
              <a:rect l="l" t="t" r="r" b="b"/>
              <a:pathLst>
                <a:path w="501" h="502" extrusionOk="0">
                  <a:moveTo>
                    <a:pt x="250" y="1"/>
                  </a:moveTo>
                  <a:cubicBezTo>
                    <a:pt x="114" y="1"/>
                    <a:pt x="0" y="114"/>
                    <a:pt x="0" y="252"/>
                  </a:cubicBezTo>
                  <a:cubicBezTo>
                    <a:pt x="0" y="388"/>
                    <a:pt x="114" y="501"/>
                    <a:pt x="250" y="501"/>
                  </a:cubicBezTo>
                  <a:cubicBezTo>
                    <a:pt x="387" y="501"/>
                    <a:pt x="501" y="388"/>
                    <a:pt x="501" y="252"/>
                  </a:cubicBezTo>
                  <a:cubicBezTo>
                    <a:pt x="501" y="114"/>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11"/>
            <p:cNvSpPr/>
            <p:nvPr/>
          </p:nvSpPr>
          <p:spPr>
            <a:xfrm>
              <a:off x="1594750" y="1932500"/>
              <a:ext cx="12575" cy="12550"/>
            </a:xfrm>
            <a:custGeom>
              <a:avLst/>
              <a:gdLst/>
              <a:ahLst/>
              <a:cxnLst/>
              <a:rect l="l" t="t" r="r" b="b"/>
              <a:pathLst>
                <a:path w="503" h="502" extrusionOk="0">
                  <a:moveTo>
                    <a:pt x="251" y="1"/>
                  </a:moveTo>
                  <a:cubicBezTo>
                    <a:pt x="115" y="1"/>
                    <a:pt x="0" y="114"/>
                    <a:pt x="0" y="252"/>
                  </a:cubicBezTo>
                  <a:cubicBezTo>
                    <a:pt x="0" y="388"/>
                    <a:pt x="115" y="501"/>
                    <a:pt x="251" y="501"/>
                  </a:cubicBezTo>
                  <a:cubicBezTo>
                    <a:pt x="394" y="501"/>
                    <a:pt x="503" y="388"/>
                    <a:pt x="503" y="252"/>
                  </a:cubicBezTo>
                  <a:cubicBezTo>
                    <a:pt x="503" y="114"/>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11"/>
            <p:cNvSpPr/>
            <p:nvPr/>
          </p:nvSpPr>
          <p:spPr>
            <a:xfrm>
              <a:off x="1686650" y="19325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11"/>
            <p:cNvSpPr/>
            <p:nvPr/>
          </p:nvSpPr>
          <p:spPr>
            <a:xfrm>
              <a:off x="1778450" y="1932500"/>
              <a:ext cx="12550" cy="12550"/>
            </a:xfrm>
            <a:custGeom>
              <a:avLst/>
              <a:gdLst/>
              <a:ahLst/>
              <a:cxnLst/>
              <a:rect l="l" t="t" r="r" b="b"/>
              <a:pathLst>
                <a:path w="502" h="502" extrusionOk="0">
                  <a:moveTo>
                    <a:pt x="252" y="1"/>
                  </a:moveTo>
                  <a:cubicBezTo>
                    <a:pt x="114" y="1"/>
                    <a:pt x="1" y="114"/>
                    <a:pt x="1" y="252"/>
                  </a:cubicBezTo>
                  <a:cubicBezTo>
                    <a:pt x="1" y="388"/>
                    <a:pt x="114" y="501"/>
                    <a:pt x="252" y="501"/>
                  </a:cubicBezTo>
                  <a:cubicBezTo>
                    <a:pt x="388" y="501"/>
                    <a:pt x="501" y="388"/>
                    <a:pt x="501" y="252"/>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11"/>
            <p:cNvSpPr/>
            <p:nvPr/>
          </p:nvSpPr>
          <p:spPr>
            <a:xfrm>
              <a:off x="1870375" y="1932500"/>
              <a:ext cx="12400" cy="12550"/>
            </a:xfrm>
            <a:custGeom>
              <a:avLst/>
              <a:gdLst/>
              <a:ahLst/>
              <a:cxnLst/>
              <a:rect l="l" t="t" r="r" b="b"/>
              <a:pathLst>
                <a:path w="496" h="502" extrusionOk="0">
                  <a:moveTo>
                    <a:pt x="252" y="1"/>
                  </a:moveTo>
                  <a:cubicBezTo>
                    <a:pt x="109" y="1"/>
                    <a:pt x="0" y="114"/>
                    <a:pt x="0" y="252"/>
                  </a:cubicBezTo>
                  <a:cubicBezTo>
                    <a:pt x="0" y="388"/>
                    <a:pt x="109" y="501"/>
                    <a:pt x="252" y="501"/>
                  </a:cubicBezTo>
                  <a:cubicBezTo>
                    <a:pt x="387" y="501"/>
                    <a:pt x="496" y="388"/>
                    <a:pt x="496" y="252"/>
                  </a:cubicBezTo>
                  <a:cubicBezTo>
                    <a:pt x="496"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11"/>
            <p:cNvSpPr/>
            <p:nvPr/>
          </p:nvSpPr>
          <p:spPr>
            <a:xfrm>
              <a:off x="1962150" y="1932500"/>
              <a:ext cx="12550" cy="12550"/>
            </a:xfrm>
            <a:custGeom>
              <a:avLst/>
              <a:gdLst/>
              <a:ahLst/>
              <a:cxnLst/>
              <a:rect l="l" t="t" r="r" b="b"/>
              <a:pathLst>
                <a:path w="502" h="502" extrusionOk="0">
                  <a:moveTo>
                    <a:pt x="250" y="1"/>
                  </a:moveTo>
                  <a:cubicBezTo>
                    <a:pt x="114" y="1"/>
                    <a:pt x="1" y="114"/>
                    <a:pt x="1" y="252"/>
                  </a:cubicBezTo>
                  <a:cubicBezTo>
                    <a:pt x="1" y="388"/>
                    <a:pt x="114" y="501"/>
                    <a:pt x="250" y="501"/>
                  </a:cubicBezTo>
                  <a:cubicBezTo>
                    <a:pt x="388" y="501"/>
                    <a:pt x="502" y="388"/>
                    <a:pt x="502" y="252"/>
                  </a:cubicBezTo>
                  <a:cubicBezTo>
                    <a:pt x="502"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11"/>
            <p:cNvSpPr/>
            <p:nvPr/>
          </p:nvSpPr>
          <p:spPr>
            <a:xfrm>
              <a:off x="2054075" y="1932500"/>
              <a:ext cx="12425" cy="12550"/>
            </a:xfrm>
            <a:custGeom>
              <a:avLst/>
              <a:gdLst/>
              <a:ahLst/>
              <a:cxnLst/>
              <a:rect l="l" t="t" r="r" b="b"/>
              <a:pathLst>
                <a:path w="497" h="502" extrusionOk="0">
                  <a:moveTo>
                    <a:pt x="252" y="1"/>
                  </a:moveTo>
                  <a:cubicBezTo>
                    <a:pt x="109" y="1"/>
                    <a:pt x="1" y="114"/>
                    <a:pt x="1" y="252"/>
                  </a:cubicBezTo>
                  <a:cubicBezTo>
                    <a:pt x="1" y="388"/>
                    <a:pt x="109" y="501"/>
                    <a:pt x="252" y="501"/>
                  </a:cubicBezTo>
                  <a:cubicBezTo>
                    <a:pt x="388" y="501"/>
                    <a:pt x="496" y="388"/>
                    <a:pt x="496" y="252"/>
                  </a:cubicBezTo>
                  <a:cubicBezTo>
                    <a:pt x="496"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11"/>
            <p:cNvSpPr/>
            <p:nvPr/>
          </p:nvSpPr>
          <p:spPr>
            <a:xfrm>
              <a:off x="2145825" y="19325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11"/>
            <p:cNvSpPr/>
            <p:nvPr/>
          </p:nvSpPr>
          <p:spPr>
            <a:xfrm>
              <a:off x="2237800" y="1932500"/>
              <a:ext cx="12350" cy="12550"/>
            </a:xfrm>
            <a:custGeom>
              <a:avLst/>
              <a:gdLst/>
              <a:ahLst/>
              <a:cxnLst/>
              <a:rect l="l" t="t" r="r" b="b"/>
              <a:pathLst>
                <a:path w="494" h="502" extrusionOk="0">
                  <a:moveTo>
                    <a:pt x="244" y="1"/>
                  </a:moveTo>
                  <a:cubicBezTo>
                    <a:pt x="107" y="1"/>
                    <a:pt x="0" y="114"/>
                    <a:pt x="0" y="252"/>
                  </a:cubicBezTo>
                  <a:cubicBezTo>
                    <a:pt x="0" y="388"/>
                    <a:pt x="107" y="501"/>
                    <a:pt x="244" y="501"/>
                  </a:cubicBezTo>
                  <a:cubicBezTo>
                    <a:pt x="387" y="501"/>
                    <a:pt x="494" y="388"/>
                    <a:pt x="494" y="252"/>
                  </a:cubicBezTo>
                  <a:cubicBezTo>
                    <a:pt x="494" y="114"/>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11"/>
            <p:cNvSpPr/>
            <p:nvPr/>
          </p:nvSpPr>
          <p:spPr>
            <a:xfrm>
              <a:off x="2329550" y="1932500"/>
              <a:ext cx="12575" cy="12550"/>
            </a:xfrm>
            <a:custGeom>
              <a:avLst/>
              <a:gdLst/>
              <a:ahLst/>
              <a:cxnLst/>
              <a:rect l="l" t="t" r="r" b="b"/>
              <a:pathLst>
                <a:path w="503" h="502" extrusionOk="0">
                  <a:moveTo>
                    <a:pt x="251" y="1"/>
                  </a:moveTo>
                  <a:cubicBezTo>
                    <a:pt x="115" y="1"/>
                    <a:pt x="0" y="114"/>
                    <a:pt x="0" y="252"/>
                  </a:cubicBezTo>
                  <a:cubicBezTo>
                    <a:pt x="0" y="388"/>
                    <a:pt x="115" y="501"/>
                    <a:pt x="251" y="501"/>
                  </a:cubicBezTo>
                  <a:cubicBezTo>
                    <a:pt x="387" y="501"/>
                    <a:pt x="502" y="388"/>
                    <a:pt x="502" y="252"/>
                  </a:cubicBezTo>
                  <a:cubicBezTo>
                    <a:pt x="502"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11"/>
            <p:cNvSpPr/>
            <p:nvPr/>
          </p:nvSpPr>
          <p:spPr>
            <a:xfrm>
              <a:off x="2421325" y="1932500"/>
              <a:ext cx="12550" cy="12550"/>
            </a:xfrm>
            <a:custGeom>
              <a:avLst/>
              <a:gdLst/>
              <a:ahLst/>
              <a:cxnLst/>
              <a:rect l="l" t="t" r="r" b="b"/>
              <a:pathLst>
                <a:path w="502" h="502" extrusionOk="0">
                  <a:moveTo>
                    <a:pt x="250" y="1"/>
                  </a:moveTo>
                  <a:cubicBezTo>
                    <a:pt x="114" y="1"/>
                    <a:pt x="1" y="114"/>
                    <a:pt x="1" y="252"/>
                  </a:cubicBezTo>
                  <a:cubicBezTo>
                    <a:pt x="1" y="388"/>
                    <a:pt x="114" y="501"/>
                    <a:pt x="250" y="501"/>
                  </a:cubicBezTo>
                  <a:cubicBezTo>
                    <a:pt x="395" y="501"/>
                    <a:pt x="501" y="388"/>
                    <a:pt x="501" y="252"/>
                  </a:cubicBezTo>
                  <a:cubicBezTo>
                    <a:pt x="501" y="114"/>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11"/>
            <p:cNvSpPr/>
            <p:nvPr/>
          </p:nvSpPr>
          <p:spPr>
            <a:xfrm>
              <a:off x="2513250" y="1932500"/>
              <a:ext cx="12575" cy="12550"/>
            </a:xfrm>
            <a:custGeom>
              <a:avLst/>
              <a:gdLst/>
              <a:ahLst/>
              <a:cxnLst/>
              <a:rect l="l" t="t" r="r" b="b"/>
              <a:pathLst>
                <a:path w="503" h="502" extrusionOk="0">
                  <a:moveTo>
                    <a:pt x="252" y="1"/>
                  </a:moveTo>
                  <a:cubicBezTo>
                    <a:pt x="109" y="1"/>
                    <a:pt x="0" y="114"/>
                    <a:pt x="0" y="252"/>
                  </a:cubicBezTo>
                  <a:cubicBezTo>
                    <a:pt x="0" y="388"/>
                    <a:pt x="109"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11"/>
            <p:cNvSpPr/>
            <p:nvPr/>
          </p:nvSpPr>
          <p:spPr>
            <a:xfrm>
              <a:off x="2605000" y="1932500"/>
              <a:ext cx="12575" cy="12550"/>
            </a:xfrm>
            <a:custGeom>
              <a:avLst/>
              <a:gdLst/>
              <a:ahLst/>
              <a:cxnLst/>
              <a:rect l="l" t="t" r="r" b="b"/>
              <a:pathLst>
                <a:path w="503" h="502" extrusionOk="0">
                  <a:moveTo>
                    <a:pt x="252" y="1"/>
                  </a:moveTo>
                  <a:cubicBezTo>
                    <a:pt x="116" y="1"/>
                    <a:pt x="0" y="114"/>
                    <a:pt x="0" y="252"/>
                  </a:cubicBezTo>
                  <a:cubicBezTo>
                    <a:pt x="0" y="388"/>
                    <a:pt x="116" y="501"/>
                    <a:pt x="252" y="501"/>
                  </a:cubicBezTo>
                  <a:cubicBezTo>
                    <a:pt x="387" y="501"/>
                    <a:pt x="503" y="388"/>
                    <a:pt x="503" y="252"/>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11"/>
            <p:cNvSpPr/>
            <p:nvPr/>
          </p:nvSpPr>
          <p:spPr>
            <a:xfrm>
              <a:off x="2696950" y="1932500"/>
              <a:ext cx="12375" cy="12550"/>
            </a:xfrm>
            <a:custGeom>
              <a:avLst/>
              <a:gdLst/>
              <a:ahLst/>
              <a:cxnLst/>
              <a:rect l="l" t="t" r="r" b="b"/>
              <a:pathLst>
                <a:path w="495" h="502" extrusionOk="0">
                  <a:moveTo>
                    <a:pt x="252" y="1"/>
                  </a:moveTo>
                  <a:cubicBezTo>
                    <a:pt x="108" y="1"/>
                    <a:pt x="1" y="114"/>
                    <a:pt x="1" y="252"/>
                  </a:cubicBezTo>
                  <a:cubicBezTo>
                    <a:pt x="1" y="388"/>
                    <a:pt x="108" y="501"/>
                    <a:pt x="252" y="501"/>
                  </a:cubicBezTo>
                  <a:cubicBezTo>
                    <a:pt x="388" y="501"/>
                    <a:pt x="495" y="388"/>
                    <a:pt x="495" y="252"/>
                  </a:cubicBezTo>
                  <a:cubicBezTo>
                    <a:pt x="495"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11"/>
            <p:cNvSpPr/>
            <p:nvPr/>
          </p:nvSpPr>
          <p:spPr>
            <a:xfrm>
              <a:off x="2788700" y="19325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11"/>
            <p:cNvSpPr/>
            <p:nvPr/>
          </p:nvSpPr>
          <p:spPr>
            <a:xfrm>
              <a:off x="2880675" y="1932500"/>
              <a:ext cx="12375" cy="12550"/>
            </a:xfrm>
            <a:custGeom>
              <a:avLst/>
              <a:gdLst/>
              <a:ahLst/>
              <a:cxnLst/>
              <a:rect l="l" t="t" r="r" b="b"/>
              <a:pathLst>
                <a:path w="495" h="502" extrusionOk="0">
                  <a:moveTo>
                    <a:pt x="243" y="1"/>
                  </a:moveTo>
                  <a:cubicBezTo>
                    <a:pt x="107" y="1"/>
                    <a:pt x="0" y="114"/>
                    <a:pt x="0" y="252"/>
                  </a:cubicBezTo>
                  <a:cubicBezTo>
                    <a:pt x="0" y="388"/>
                    <a:pt x="107" y="501"/>
                    <a:pt x="243" y="501"/>
                  </a:cubicBezTo>
                  <a:cubicBezTo>
                    <a:pt x="387" y="501"/>
                    <a:pt x="494" y="388"/>
                    <a:pt x="494" y="252"/>
                  </a:cubicBezTo>
                  <a:cubicBezTo>
                    <a:pt x="494" y="114"/>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11"/>
            <p:cNvSpPr/>
            <p:nvPr/>
          </p:nvSpPr>
          <p:spPr>
            <a:xfrm>
              <a:off x="2972425" y="1932500"/>
              <a:ext cx="12575" cy="12550"/>
            </a:xfrm>
            <a:custGeom>
              <a:avLst/>
              <a:gdLst/>
              <a:ahLst/>
              <a:cxnLst/>
              <a:rect l="l" t="t" r="r" b="b"/>
              <a:pathLst>
                <a:path w="503" h="502" extrusionOk="0">
                  <a:moveTo>
                    <a:pt x="251" y="1"/>
                  </a:moveTo>
                  <a:cubicBezTo>
                    <a:pt x="115" y="1"/>
                    <a:pt x="0" y="114"/>
                    <a:pt x="0" y="252"/>
                  </a:cubicBezTo>
                  <a:cubicBezTo>
                    <a:pt x="0" y="388"/>
                    <a:pt x="115" y="501"/>
                    <a:pt x="251" y="501"/>
                  </a:cubicBezTo>
                  <a:cubicBezTo>
                    <a:pt x="387" y="501"/>
                    <a:pt x="503" y="388"/>
                    <a:pt x="503" y="252"/>
                  </a:cubicBezTo>
                  <a:cubicBezTo>
                    <a:pt x="503"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11"/>
            <p:cNvSpPr/>
            <p:nvPr/>
          </p:nvSpPr>
          <p:spPr>
            <a:xfrm>
              <a:off x="3064375" y="1932500"/>
              <a:ext cx="12375" cy="12550"/>
            </a:xfrm>
            <a:custGeom>
              <a:avLst/>
              <a:gdLst/>
              <a:ahLst/>
              <a:cxnLst/>
              <a:rect l="l" t="t" r="r" b="b"/>
              <a:pathLst>
                <a:path w="495" h="502" extrusionOk="0">
                  <a:moveTo>
                    <a:pt x="243" y="1"/>
                  </a:moveTo>
                  <a:cubicBezTo>
                    <a:pt x="107" y="1"/>
                    <a:pt x="1" y="114"/>
                    <a:pt x="1" y="252"/>
                  </a:cubicBezTo>
                  <a:cubicBezTo>
                    <a:pt x="1" y="388"/>
                    <a:pt x="107" y="501"/>
                    <a:pt x="243" y="501"/>
                  </a:cubicBezTo>
                  <a:cubicBezTo>
                    <a:pt x="388" y="501"/>
                    <a:pt x="495" y="388"/>
                    <a:pt x="495" y="252"/>
                  </a:cubicBezTo>
                  <a:cubicBezTo>
                    <a:pt x="495" y="114"/>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11"/>
            <p:cNvSpPr/>
            <p:nvPr/>
          </p:nvSpPr>
          <p:spPr>
            <a:xfrm>
              <a:off x="3156125" y="19325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11"/>
            <p:cNvSpPr/>
            <p:nvPr/>
          </p:nvSpPr>
          <p:spPr>
            <a:xfrm>
              <a:off x="3247875" y="1932500"/>
              <a:ext cx="12575" cy="12550"/>
            </a:xfrm>
            <a:custGeom>
              <a:avLst/>
              <a:gdLst/>
              <a:ahLst/>
              <a:cxnLst/>
              <a:rect l="l" t="t" r="r" b="b"/>
              <a:pathLst>
                <a:path w="503"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11"/>
            <p:cNvSpPr/>
            <p:nvPr/>
          </p:nvSpPr>
          <p:spPr>
            <a:xfrm>
              <a:off x="3339850" y="1932500"/>
              <a:ext cx="12525" cy="12550"/>
            </a:xfrm>
            <a:custGeom>
              <a:avLst/>
              <a:gdLst/>
              <a:ahLst/>
              <a:cxnLst/>
              <a:rect l="l" t="t" r="r" b="b"/>
              <a:pathLst>
                <a:path w="501" h="502" extrusionOk="0">
                  <a:moveTo>
                    <a:pt x="251" y="1"/>
                  </a:moveTo>
                  <a:cubicBezTo>
                    <a:pt x="107" y="1"/>
                    <a:pt x="0" y="114"/>
                    <a:pt x="0" y="252"/>
                  </a:cubicBezTo>
                  <a:cubicBezTo>
                    <a:pt x="0" y="388"/>
                    <a:pt x="107" y="501"/>
                    <a:pt x="251" y="501"/>
                  </a:cubicBezTo>
                  <a:cubicBezTo>
                    <a:pt x="387" y="501"/>
                    <a:pt x="501" y="388"/>
                    <a:pt x="501" y="252"/>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11"/>
            <p:cNvSpPr/>
            <p:nvPr/>
          </p:nvSpPr>
          <p:spPr>
            <a:xfrm>
              <a:off x="3431575" y="19325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11"/>
            <p:cNvSpPr/>
            <p:nvPr/>
          </p:nvSpPr>
          <p:spPr>
            <a:xfrm>
              <a:off x="3523550" y="1932500"/>
              <a:ext cx="12375" cy="12550"/>
            </a:xfrm>
            <a:custGeom>
              <a:avLst/>
              <a:gdLst/>
              <a:ahLst/>
              <a:cxnLst/>
              <a:rect l="l" t="t" r="r" b="b"/>
              <a:pathLst>
                <a:path w="495" h="502" extrusionOk="0">
                  <a:moveTo>
                    <a:pt x="250" y="1"/>
                  </a:moveTo>
                  <a:cubicBezTo>
                    <a:pt x="107" y="1"/>
                    <a:pt x="0" y="114"/>
                    <a:pt x="0" y="252"/>
                  </a:cubicBezTo>
                  <a:cubicBezTo>
                    <a:pt x="0" y="388"/>
                    <a:pt x="107" y="501"/>
                    <a:pt x="250" y="501"/>
                  </a:cubicBezTo>
                  <a:cubicBezTo>
                    <a:pt x="388" y="501"/>
                    <a:pt x="494" y="388"/>
                    <a:pt x="494" y="252"/>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11"/>
            <p:cNvSpPr/>
            <p:nvPr/>
          </p:nvSpPr>
          <p:spPr>
            <a:xfrm>
              <a:off x="676400" y="20244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11"/>
            <p:cNvSpPr/>
            <p:nvPr/>
          </p:nvSpPr>
          <p:spPr>
            <a:xfrm>
              <a:off x="768325" y="2024425"/>
              <a:ext cx="12400" cy="12400"/>
            </a:xfrm>
            <a:custGeom>
              <a:avLst/>
              <a:gdLst/>
              <a:ahLst/>
              <a:cxnLst/>
              <a:rect l="l" t="t" r="r" b="b"/>
              <a:pathLst>
                <a:path w="496" h="496" extrusionOk="0">
                  <a:moveTo>
                    <a:pt x="245" y="0"/>
                  </a:moveTo>
                  <a:cubicBezTo>
                    <a:pt x="109" y="0"/>
                    <a:pt x="0" y="109"/>
                    <a:pt x="0" y="245"/>
                  </a:cubicBezTo>
                  <a:cubicBezTo>
                    <a:pt x="0" y="388"/>
                    <a:pt x="109" y="496"/>
                    <a:pt x="245" y="496"/>
                  </a:cubicBezTo>
                  <a:cubicBezTo>
                    <a:pt x="388" y="496"/>
                    <a:pt x="496" y="388"/>
                    <a:pt x="496" y="245"/>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11"/>
            <p:cNvSpPr/>
            <p:nvPr/>
          </p:nvSpPr>
          <p:spPr>
            <a:xfrm>
              <a:off x="860125" y="2024425"/>
              <a:ext cx="12525" cy="12400"/>
            </a:xfrm>
            <a:custGeom>
              <a:avLst/>
              <a:gdLst/>
              <a:ahLst/>
              <a:cxnLst/>
              <a:rect l="l" t="t" r="r" b="b"/>
              <a:pathLst>
                <a:path w="501" h="496" extrusionOk="0">
                  <a:moveTo>
                    <a:pt x="251" y="0"/>
                  </a:moveTo>
                  <a:cubicBezTo>
                    <a:pt x="114" y="0"/>
                    <a:pt x="0" y="109"/>
                    <a:pt x="0" y="245"/>
                  </a:cubicBezTo>
                  <a:cubicBezTo>
                    <a:pt x="0" y="388"/>
                    <a:pt x="114" y="496"/>
                    <a:pt x="251" y="496"/>
                  </a:cubicBezTo>
                  <a:cubicBezTo>
                    <a:pt x="387" y="496"/>
                    <a:pt x="501" y="388"/>
                    <a:pt x="501" y="245"/>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11"/>
            <p:cNvSpPr/>
            <p:nvPr/>
          </p:nvSpPr>
          <p:spPr>
            <a:xfrm>
              <a:off x="951850" y="20244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11"/>
            <p:cNvSpPr/>
            <p:nvPr/>
          </p:nvSpPr>
          <p:spPr>
            <a:xfrm>
              <a:off x="1043825" y="2024425"/>
              <a:ext cx="12375" cy="12400"/>
            </a:xfrm>
            <a:custGeom>
              <a:avLst/>
              <a:gdLst/>
              <a:ahLst/>
              <a:cxnLst/>
              <a:rect l="l" t="t" r="r" b="b"/>
              <a:pathLst>
                <a:path w="495" h="496" extrusionOk="0">
                  <a:moveTo>
                    <a:pt x="250" y="0"/>
                  </a:moveTo>
                  <a:cubicBezTo>
                    <a:pt x="107" y="0"/>
                    <a:pt x="0" y="109"/>
                    <a:pt x="0" y="245"/>
                  </a:cubicBezTo>
                  <a:cubicBezTo>
                    <a:pt x="0" y="388"/>
                    <a:pt x="107" y="496"/>
                    <a:pt x="250" y="496"/>
                  </a:cubicBezTo>
                  <a:cubicBezTo>
                    <a:pt x="388" y="496"/>
                    <a:pt x="494" y="388"/>
                    <a:pt x="494" y="245"/>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11"/>
            <p:cNvSpPr/>
            <p:nvPr/>
          </p:nvSpPr>
          <p:spPr>
            <a:xfrm>
              <a:off x="1135575" y="2024425"/>
              <a:ext cx="12575" cy="12400"/>
            </a:xfrm>
            <a:custGeom>
              <a:avLst/>
              <a:gdLst/>
              <a:ahLst/>
              <a:cxnLst/>
              <a:rect l="l" t="t" r="r" b="b"/>
              <a:pathLst>
                <a:path w="503" h="496" extrusionOk="0">
                  <a:moveTo>
                    <a:pt x="252" y="0"/>
                  </a:moveTo>
                  <a:cubicBezTo>
                    <a:pt x="116" y="0"/>
                    <a:pt x="0" y="109"/>
                    <a:pt x="0" y="245"/>
                  </a:cubicBezTo>
                  <a:cubicBezTo>
                    <a:pt x="0" y="388"/>
                    <a:pt x="116" y="496"/>
                    <a:pt x="252" y="496"/>
                  </a:cubicBezTo>
                  <a:cubicBezTo>
                    <a:pt x="387" y="496"/>
                    <a:pt x="503" y="388"/>
                    <a:pt x="503" y="245"/>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11"/>
            <p:cNvSpPr/>
            <p:nvPr/>
          </p:nvSpPr>
          <p:spPr>
            <a:xfrm>
              <a:off x="1227500" y="2024425"/>
              <a:ext cx="12400" cy="12400"/>
            </a:xfrm>
            <a:custGeom>
              <a:avLst/>
              <a:gdLst/>
              <a:ahLst/>
              <a:cxnLst/>
              <a:rect l="l" t="t" r="r" b="b"/>
              <a:pathLst>
                <a:path w="496" h="496" extrusionOk="0">
                  <a:moveTo>
                    <a:pt x="251" y="0"/>
                  </a:moveTo>
                  <a:cubicBezTo>
                    <a:pt x="109" y="0"/>
                    <a:pt x="0" y="109"/>
                    <a:pt x="0" y="245"/>
                  </a:cubicBezTo>
                  <a:cubicBezTo>
                    <a:pt x="0" y="388"/>
                    <a:pt x="109" y="496"/>
                    <a:pt x="251" y="496"/>
                  </a:cubicBezTo>
                  <a:cubicBezTo>
                    <a:pt x="387" y="496"/>
                    <a:pt x="496" y="388"/>
                    <a:pt x="496" y="245"/>
                  </a:cubicBezTo>
                  <a:cubicBezTo>
                    <a:pt x="496"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11"/>
            <p:cNvSpPr/>
            <p:nvPr/>
          </p:nvSpPr>
          <p:spPr>
            <a:xfrm>
              <a:off x="1319275" y="2024425"/>
              <a:ext cx="12550" cy="12400"/>
            </a:xfrm>
            <a:custGeom>
              <a:avLst/>
              <a:gdLst/>
              <a:ahLst/>
              <a:cxnLst/>
              <a:rect l="l" t="t" r="r" b="b"/>
              <a:pathLst>
                <a:path w="502" h="496" extrusionOk="0">
                  <a:moveTo>
                    <a:pt x="252" y="0"/>
                  </a:moveTo>
                  <a:cubicBezTo>
                    <a:pt x="114" y="0"/>
                    <a:pt x="1" y="109"/>
                    <a:pt x="1" y="245"/>
                  </a:cubicBezTo>
                  <a:cubicBezTo>
                    <a:pt x="1" y="388"/>
                    <a:pt x="114" y="496"/>
                    <a:pt x="252" y="496"/>
                  </a:cubicBezTo>
                  <a:cubicBezTo>
                    <a:pt x="388" y="496"/>
                    <a:pt x="501" y="388"/>
                    <a:pt x="501" y="245"/>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11"/>
            <p:cNvSpPr/>
            <p:nvPr/>
          </p:nvSpPr>
          <p:spPr>
            <a:xfrm>
              <a:off x="1411200" y="2024425"/>
              <a:ext cx="12425" cy="12400"/>
            </a:xfrm>
            <a:custGeom>
              <a:avLst/>
              <a:gdLst/>
              <a:ahLst/>
              <a:cxnLst/>
              <a:rect l="l" t="t" r="r" b="b"/>
              <a:pathLst>
                <a:path w="497" h="496" extrusionOk="0">
                  <a:moveTo>
                    <a:pt x="245" y="0"/>
                  </a:moveTo>
                  <a:cubicBezTo>
                    <a:pt x="109" y="0"/>
                    <a:pt x="1" y="109"/>
                    <a:pt x="1" y="245"/>
                  </a:cubicBezTo>
                  <a:cubicBezTo>
                    <a:pt x="1" y="388"/>
                    <a:pt x="109" y="496"/>
                    <a:pt x="245" y="496"/>
                  </a:cubicBezTo>
                  <a:cubicBezTo>
                    <a:pt x="388" y="496"/>
                    <a:pt x="496" y="388"/>
                    <a:pt x="496" y="245"/>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11"/>
            <p:cNvSpPr/>
            <p:nvPr/>
          </p:nvSpPr>
          <p:spPr>
            <a:xfrm>
              <a:off x="1503000" y="2024425"/>
              <a:ext cx="12525" cy="12400"/>
            </a:xfrm>
            <a:custGeom>
              <a:avLst/>
              <a:gdLst/>
              <a:ahLst/>
              <a:cxnLst/>
              <a:rect l="l" t="t" r="r" b="b"/>
              <a:pathLst>
                <a:path w="501" h="496" extrusionOk="0">
                  <a:moveTo>
                    <a:pt x="250" y="0"/>
                  </a:moveTo>
                  <a:cubicBezTo>
                    <a:pt x="114" y="0"/>
                    <a:pt x="0" y="109"/>
                    <a:pt x="0" y="245"/>
                  </a:cubicBezTo>
                  <a:cubicBezTo>
                    <a:pt x="0" y="388"/>
                    <a:pt x="114" y="496"/>
                    <a:pt x="250" y="496"/>
                  </a:cubicBezTo>
                  <a:cubicBezTo>
                    <a:pt x="387" y="496"/>
                    <a:pt x="501" y="388"/>
                    <a:pt x="501" y="245"/>
                  </a:cubicBezTo>
                  <a:cubicBezTo>
                    <a:pt x="501" y="109"/>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11"/>
            <p:cNvSpPr/>
            <p:nvPr/>
          </p:nvSpPr>
          <p:spPr>
            <a:xfrm>
              <a:off x="1594750" y="2024425"/>
              <a:ext cx="12575" cy="12400"/>
            </a:xfrm>
            <a:custGeom>
              <a:avLst/>
              <a:gdLst/>
              <a:ahLst/>
              <a:cxnLst/>
              <a:rect l="l" t="t" r="r" b="b"/>
              <a:pathLst>
                <a:path w="503" h="496" extrusionOk="0">
                  <a:moveTo>
                    <a:pt x="251" y="0"/>
                  </a:moveTo>
                  <a:cubicBezTo>
                    <a:pt x="115" y="0"/>
                    <a:pt x="0" y="109"/>
                    <a:pt x="0" y="245"/>
                  </a:cubicBezTo>
                  <a:cubicBezTo>
                    <a:pt x="0" y="388"/>
                    <a:pt x="115" y="496"/>
                    <a:pt x="251" y="496"/>
                  </a:cubicBezTo>
                  <a:cubicBezTo>
                    <a:pt x="394" y="496"/>
                    <a:pt x="503" y="388"/>
                    <a:pt x="503" y="245"/>
                  </a:cubicBezTo>
                  <a:cubicBezTo>
                    <a:pt x="503" y="109"/>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11"/>
            <p:cNvSpPr/>
            <p:nvPr/>
          </p:nvSpPr>
          <p:spPr>
            <a:xfrm>
              <a:off x="1686650" y="20244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11"/>
            <p:cNvSpPr/>
            <p:nvPr/>
          </p:nvSpPr>
          <p:spPr>
            <a:xfrm>
              <a:off x="1778450" y="2024425"/>
              <a:ext cx="12550" cy="12400"/>
            </a:xfrm>
            <a:custGeom>
              <a:avLst/>
              <a:gdLst/>
              <a:ahLst/>
              <a:cxnLst/>
              <a:rect l="l" t="t" r="r" b="b"/>
              <a:pathLst>
                <a:path w="502" h="496" extrusionOk="0">
                  <a:moveTo>
                    <a:pt x="252" y="0"/>
                  </a:moveTo>
                  <a:cubicBezTo>
                    <a:pt x="114" y="0"/>
                    <a:pt x="1" y="109"/>
                    <a:pt x="1" y="245"/>
                  </a:cubicBezTo>
                  <a:cubicBezTo>
                    <a:pt x="1" y="388"/>
                    <a:pt x="114" y="496"/>
                    <a:pt x="252" y="496"/>
                  </a:cubicBezTo>
                  <a:cubicBezTo>
                    <a:pt x="388" y="496"/>
                    <a:pt x="501" y="388"/>
                    <a:pt x="501" y="245"/>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11"/>
            <p:cNvSpPr/>
            <p:nvPr/>
          </p:nvSpPr>
          <p:spPr>
            <a:xfrm>
              <a:off x="1870375" y="2024425"/>
              <a:ext cx="12400" cy="12400"/>
            </a:xfrm>
            <a:custGeom>
              <a:avLst/>
              <a:gdLst/>
              <a:ahLst/>
              <a:cxnLst/>
              <a:rect l="l" t="t" r="r" b="b"/>
              <a:pathLst>
                <a:path w="496" h="496" extrusionOk="0">
                  <a:moveTo>
                    <a:pt x="252" y="0"/>
                  </a:moveTo>
                  <a:cubicBezTo>
                    <a:pt x="109" y="0"/>
                    <a:pt x="0" y="109"/>
                    <a:pt x="0" y="245"/>
                  </a:cubicBezTo>
                  <a:cubicBezTo>
                    <a:pt x="0" y="388"/>
                    <a:pt x="109" y="496"/>
                    <a:pt x="252" y="496"/>
                  </a:cubicBezTo>
                  <a:cubicBezTo>
                    <a:pt x="387" y="496"/>
                    <a:pt x="496" y="388"/>
                    <a:pt x="496" y="245"/>
                  </a:cubicBezTo>
                  <a:cubicBezTo>
                    <a:pt x="496"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11"/>
            <p:cNvSpPr/>
            <p:nvPr/>
          </p:nvSpPr>
          <p:spPr>
            <a:xfrm>
              <a:off x="1962150" y="2024425"/>
              <a:ext cx="12550" cy="12400"/>
            </a:xfrm>
            <a:custGeom>
              <a:avLst/>
              <a:gdLst/>
              <a:ahLst/>
              <a:cxnLst/>
              <a:rect l="l" t="t" r="r" b="b"/>
              <a:pathLst>
                <a:path w="502" h="496" extrusionOk="0">
                  <a:moveTo>
                    <a:pt x="250" y="0"/>
                  </a:moveTo>
                  <a:cubicBezTo>
                    <a:pt x="114" y="0"/>
                    <a:pt x="1" y="109"/>
                    <a:pt x="1" y="245"/>
                  </a:cubicBezTo>
                  <a:cubicBezTo>
                    <a:pt x="1" y="388"/>
                    <a:pt x="114" y="496"/>
                    <a:pt x="250" y="496"/>
                  </a:cubicBezTo>
                  <a:cubicBezTo>
                    <a:pt x="388" y="496"/>
                    <a:pt x="502" y="388"/>
                    <a:pt x="502" y="245"/>
                  </a:cubicBezTo>
                  <a:cubicBezTo>
                    <a:pt x="502"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11"/>
            <p:cNvSpPr/>
            <p:nvPr/>
          </p:nvSpPr>
          <p:spPr>
            <a:xfrm>
              <a:off x="2054075" y="2024425"/>
              <a:ext cx="12425" cy="12400"/>
            </a:xfrm>
            <a:custGeom>
              <a:avLst/>
              <a:gdLst/>
              <a:ahLst/>
              <a:cxnLst/>
              <a:rect l="l" t="t" r="r" b="b"/>
              <a:pathLst>
                <a:path w="497" h="496" extrusionOk="0">
                  <a:moveTo>
                    <a:pt x="252" y="0"/>
                  </a:moveTo>
                  <a:cubicBezTo>
                    <a:pt x="109" y="0"/>
                    <a:pt x="1" y="109"/>
                    <a:pt x="1" y="245"/>
                  </a:cubicBezTo>
                  <a:cubicBezTo>
                    <a:pt x="1" y="388"/>
                    <a:pt x="109" y="496"/>
                    <a:pt x="252" y="496"/>
                  </a:cubicBezTo>
                  <a:cubicBezTo>
                    <a:pt x="388" y="496"/>
                    <a:pt x="496" y="388"/>
                    <a:pt x="496" y="245"/>
                  </a:cubicBezTo>
                  <a:cubicBezTo>
                    <a:pt x="496"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11"/>
            <p:cNvSpPr/>
            <p:nvPr/>
          </p:nvSpPr>
          <p:spPr>
            <a:xfrm>
              <a:off x="2145825" y="20244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11"/>
            <p:cNvSpPr/>
            <p:nvPr/>
          </p:nvSpPr>
          <p:spPr>
            <a:xfrm>
              <a:off x="2237800" y="2024425"/>
              <a:ext cx="12350" cy="12400"/>
            </a:xfrm>
            <a:custGeom>
              <a:avLst/>
              <a:gdLst/>
              <a:ahLst/>
              <a:cxnLst/>
              <a:rect l="l" t="t" r="r" b="b"/>
              <a:pathLst>
                <a:path w="494" h="496" extrusionOk="0">
                  <a:moveTo>
                    <a:pt x="244" y="0"/>
                  </a:moveTo>
                  <a:cubicBezTo>
                    <a:pt x="107" y="0"/>
                    <a:pt x="0" y="109"/>
                    <a:pt x="0" y="245"/>
                  </a:cubicBezTo>
                  <a:cubicBezTo>
                    <a:pt x="0" y="388"/>
                    <a:pt x="107" y="496"/>
                    <a:pt x="244" y="496"/>
                  </a:cubicBezTo>
                  <a:cubicBezTo>
                    <a:pt x="387" y="496"/>
                    <a:pt x="494" y="388"/>
                    <a:pt x="494" y="245"/>
                  </a:cubicBezTo>
                  <a:cubicBezTo>
                    <a:pt x="494" y="109"/>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11"/>
            <p:cNvSpPr/>
            <p:nvPr/>
          </p:nvSpPr>
          <p:spPr>
            <a:xfrm>
              <a:off x="2329550" y="2024425"/>
              <a:ext cx="12575" cy="12400"/>
            </a:xfrm>
            <a:custGeom>
              <a:avLst/>
              <a:gdLst/>
              <a:ahLst/>
              <a:cxnLst/>
              <a:rect l="l" t="t" r="r" b="b"/>
              <a:pathLst>
                <a:path w="503" h="496" extrusionOk="0">
                  <a:moveTo>
                    <a:pt x="251" y="0"/>
                  </a:moveTo>
                  <a:cubicBezTo>
                    <a:pt x="115" y="0"/>
                    <a:pt x="0" y="109"/>
                    <a:pt x="0" y="245"/>
                  </a:cubicBezTo>
                  <a:cubicBezTo>
                    <a:pt x="0" y="388"/>
                    <a:pt x="115" y="496"/>
                    <a:pt x="251" y="496"/>
                  </a:cubicBezTo>
                  <a:cubicBezTo>
                    <a:pt x="387" y="496"/>
                    <a:pt x="502" y="388"/>
                    <a:pt x="502" y="245"/>
                  </a:cubicBezTo>
                  <a:cubicBezTo>
                    <a:pt x="502"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11"/>
            <p:cNvSpPr/>
            <p:nvPr/>
          </p:nvSpPr>
          <p:spPr>
            <a:xfrm>
              <a:off x="2421325" y="2024425"/>
              <a:ext cx="12550" cy="12400"/>
            </a:xfrm>
            <a:custGeom>
              <a:avLst/>
              <a:gdLst/>
              <a:ahLst/>
              <a:cxnLst/>
              <a:rect l="l" t="t" r="r" b="b"/>
              <a:pathLst>
                <a:path w="502" h="496" extrusionOk="0">
                  <a:moveTo>
                    <a:pt x="250" y="0"/>
                  </a:moveTo>
                  <a:cubicBezTo>
                    <a:pt x="114" y="0"/>
                    <a:pt x="1" y="109"/>
                    <a:pt x="1" y="245"/>
                  </a:cubicBezTo>
                  <a:cubicBezTo>
                    <a:pt x="1" y="388"/>
                    <a:pt x="114" y="496"/>
                    <a:pt x="250" y="496"/>
                  </a:cubicBezTo>
                  <a:cubicBezTo>
                    <a:pt x="395" y="496"/>
                    <a:pt x="501" y="388"/>
                    <a:pt x="501" y="245"/>
                  </a:cubicBezTo>
                  <a:cubicBezTo>
                    <a:pt x="501" y="109"/>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11"/>
            <p:cNvSpPr/>
            <p:nvPr/>
          </p:nvSpPr>
          <p:spPr>
            <a:xfrm>
              <a:off x="2513250" y="2024425"/>
              <a:ext cx="12575" cy="12400"/>
            </a:xfrm>
            <a:custGeom>
              <a:avLst/>
              <a:gdLst/>
              <a:ahLst/>
              <a:cxnLst/>
              <a:rect l="l" t="t" r="r" b="b"/>
              <a:pathLst>
                <a:path w="503" h="496" extrusionOk="0">
                  <a:moveTo>
                    <a:pt x="252" y="0"/>
                  </a:moveTo>
                  <a:cubicBezTo>
                    <a:pt x="109" y="0"/>
                    <a:pt x="0" y="109"/>
                    <a:pt x="0" y="245"/>
                  </a:cubicBezTo>
                  <a:cubicBezTo>
                    <a:pt x="0" y="388"/>
                    <a:pt x="109"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11"/>
            <p:cNvSpPr/>
            <p:nvPr/>
          </p:nvSpPr>
          <p:spPr>
            <a:xfrm>
              <a:off x="2605000" y="2024425"/>
              <a:ext cx="12575" cy="12400"/>
            </a:xfrm>
            <a:custGeom>
              <a:avLst/>
              <a:gdLst/>
              <a:ahLst/>
              <a:cxnLst/>
              <a:rect l="l" t="t" r="r" b="b"/>
              <a:pathLst>
                <a:path w="503" h="496" extrusionOk="0">
                  <a:moveTo>
                    <a:pt x="252" y="0"/>
                  </a:moveTo>
                  <a:cubicBezTo>
                    <a:pt x="116" y="0"/>
                    <a:pt x="0" y="109"/>
                    <a:pt x="0" y="245"/>
                  </a:cubicBezTo>
                  <a:cubicBezTo>
                    <a:pt x="0" y="388"/>
                    <a:pt x="116" y="496"/>
                    <a:pt x="252" y="496"/>
                  </a:cubicBezTo>
                  <a:cubicBezTo>
                    <a:pt x="387" y="496"/>
                    <a:pt x="503" y="388"/>
                    <a:pt x="503" y="245"/>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11"/>
            <p:cNvSpPr/>
            <p:nvPr/>
          </p:nvSpPr>
          <p:spPr>
            <a:xfrm>
              <a:off x="2696950" y="2024425"/>
              <a:ext cx="12375" cy="12400"/>
            </a:xfrm>
            <a:custGeom>
              <a:avLst/>
              <a:gdLst/>
              <a:ahLst/>
              <a:cxnLst/>
              <a:rect l="l" t="t" r="r" b="b"/>
              <a:pathLst>
                <a:path w="495" h="496" extrusionOk="0">
                  <a:moveTo>
                    <a:pt x="252" y="0"/>
                  </a:moveTo>
                  <a:cubicBezTo>
                    <a:pt x="108" y="0"/>
                    <a:pt x="1" y="109"/>
                    <a:pt x="1" y="245"/>
                  </a:cubicBezTo>
                  <a:cubicBezTo>
                    <a:pt x="1" y="388"/>
                    <a:pt x="108" y="496"/>
                    <a:pt x="252" y="496"/>
                  </a:cubicBezTo>
                  <a:cubicBezTo>
                    <a:pt x="388" y="496"/>
                    <a:pt x="495" y="388"/>
                    <a:pt x="495" y="245"/>
                  </a:cubicBezTo>
                  <a:cubicBezTo>
                    <a:pt x="495"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11"/>
            <p:cNvSpPr/>
            <p:nvPr/>
          </p:nvSpPr>
          <p:spPr>
            <a:xfrm>
              <a:off x="2788700" y="20244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11"/>
            <p:cNvSpPr/>
            <p:nvPr/>
          </p:nvSpPr>
          <p:spPr>
            <a:xfrm>
              <a:off x="2880675" y="2024425"/>
              <a:ext cx="12375" cy="12400"/>
            </a:xfrm>
            <a:custGeom>
              <a:avLst/>
              <a:gdLst/>
              <a:ahLst/>
              <a:cxnLst/>
              <a:rect l="l" t="t" r="r" b="b"/>
              <a:pathLst>
                <a:path w="495" h="496" extrusionOk="0">
                  <a:moveTo>
                    <a:pt x="243" y="0"/>
                  </a:moveTo>
                  <a:cubicBezTo>
                    <a:pt x="107" y="0"/>
                    <a:pt x="0" y="109"/>
                    <a:pt x="0" y="245"/>
                  </a:cubicBezTo>
                  <a:cubicBezTo>
                    <a:pt x="0" y="388"/>
                    <a:pt x="107" y="496"/>
                    <a:pt x="243" y="496"/>
                  </a:cubicBezTo>
                  <a:cubicBezTo>
                    <a:pt x="387" y="496"/>
                    <a:pt x="494" y="388"/>
                    <a:pt x="494" y="245"/>
                  </a:cubicBezTo>
                  <a:cubicBezTo>
                    <a:pt x="494" y="109"/>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11"/>
            <p:cNvSpPr/>
            <p:nvPr/>
          </p:nvSpPr>
          <p:spPr>
            <a:xfrm>
              <a:off x="2972425" y="2024425"/>
              <a:ext cx="12575" cy="12400"/>
            </a:xfrm>
            <a:custGeom>
              <a:avLst/>
              <a:gdLst/>
              <a:ahLst/>
              <a:cxnLst/>
              <a:rect l="l" t="t" r="r" b="b"/>
              <a:pathLst>
                <a:path w="503" h="496" extrusionOk="0">
                  <a:moveTo>
                    <a:pt x="251" y="0"/>
                  </a:moveTo>
                  <a:cubicBezTo>
                    <a:pt x="115" y="0"/>
                    <a:pt x="0" y="109"/>
                    <a:pt x="0" y="245"/>
                  </a:cubicBezTo>
                  <a:cubicBezTo>
                    <a:pt x="0" y="388"/>
                    <a:pt x="115" y="496"/>
                    <a:pt x="251" y="496"/>
                  </a:cubicBezTo>
                  <a:cubicBezTo>
                    <a:pt x="387" y="496"/>
                    <a:pt x="503" y="388"/>
                    <a:pt x="503" y="245"/>
                  </a:cubicBezTo>
                  <a:cubicBezTo>
                    <a:pt x="503"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11"/>
            <p:cNvSpPr/>
            <p:nvPr/>
          </p:nvSpPr>
          <p:spPr>
            <a:xfrm>
              <a:off x="3064375" y="2024425"/>
              <a:ext cx="12375" cy="12400"/>
            </a:xfrm>
            <a:custGeom>
              <a:avLst/>
              <a:gdLst/>
              <a:ahLst/>
              <a:cxnLst/>
              <a:rect l="l" t="t" r="r" b="b"/>
              <a:pathLst>
                <a:path w="495" h="496" extrusionOk="0">
                  <a:moveTo>
                    <a:pt x="243" y="0"/>
                  </a:moveTo>
                  <a:cubicBezTo>
                    <a:pt x="107" y="0"/>
                    <a:pt x="1" y="109"/>
                    <a:pt x="1" y="245"/>
                  </a:cubicBezTo>
                  <a:cubicBezTo>
                    <a:pt x="1" y="388"/>
                    <a:pt x="107" y="496"/>
                    <a:pt x="243" y="496"/>
                  </a:cubicBezTo>
                  <a:cubicBezTo>
                    <a:pt x="388" y="496"/>
                    <a:pt x="495" y="388"/>
                    <a:pt x="495" y="245"/>
                  </a:cubicBezTo>
                  <a:cubicBezTo>
                    <a:pt x="495" y="109"/>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11"/>
            <p:cNvSpPr/>
            <p:nvPr/>
          </p:nvSpPr>
          <p:spPr>
            <a:xfrm>
              <a:off x="3156125" y="20244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11"/>
            <p:cNvSpPr/>
            <p:nvPr/>
          </p:nvSpPr>
          <p:spPr>
            <a:xfrm>
              <a:off x="3247875" y="2024425"/>
              <a:ext cx="12575" cy="12400"/>
            </a:xfrm>
            <a:custGeom>
              <a:avLst/>
              <a:gdLst/>
              <a:ahLst/>
              <a:cxnLst/>
              <a:rect l="l" t="t" r="r" b="b"/>
              <a:pathLst>
                <a:path w="503"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11"/>
            <p:cNvSpPr/>
            <p:nvPr/>
          </p:nvSpPr>
          <p:spPr>
            <a:xfrm>
              <a:off x="3339850" y="2024425"/>
              <a:ext cx="12525" cy="12400"/>
            </a:xfrm>
            <a:custGeom>
              <a:avLst/>
              <a:gdLst/>
              <a:ahLst/>
              <a:cxnLst/>
              <a:rect l="l" t="t" r="r" b="b"/>
              <a:pathLst>
                <a:path w="501" h="496" extrusionOk="0">
                  <a:moveTo>
                    <a:pt x="251" y="0"/>
                  </a:moveTo>
                  <a:cubicBezTo>
                    <a:pt x="107" y="0"/>
                    <a:pt x="0" y="109"/>
                    <a:pt x="0" y="245"/>
                  </a:cubicBezTo>
                  <a:cubicBezTo>
                    <a:pt x="0" y="388"/>
                    <a:pt x="107" y="496"/>
                    <a:pt x="251" y="496"/>
                  </a:cubicBezTo>
                  <a:cubicBezTo>
                    <a:pt x="387" y="496"/>
                    <a:pt x="501" y="388"/>
                    <a:pt x="501" y="245"/>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11"/>
            <p:cNvSpPr/>
            <p:nvPr/>
          </p:nvSpPr>
          <p:spPr>
            <a:xfrm>
              <a:off x="3431575" y="20244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11"/>
            <p:cNvSpPr/>
            <p:nvPr/>
          </p:nvSpPr>
          <p:spPr>
            <a:xfrm>
              <a:off x="3523550" y="2024425"/>
              <a:ext cx="12375" cy="12400"/>
            </a:xfrm>
            <a:custGeom>
              <a:avLst/>
              <a:gdLst/>
              <a:ahLst/>
              <a:cxnLst/>
              <a:rect l="l" t="t" r="r" b="b"/>
              <a:pathLst>
                <a:path w="495" h="496" extrusionOk="0">
                  <a:moveTo>
                    <a:pt x="250" y="0"/>
                  </a:moveTo>
                  <a:cubicBezTo>
                    <a:pt x="107" y="0"/>
                    <a:pt x="0" y="109"/>
                    <a:pt x="0" y="245"/>
                  </a:cubicBezTo>
                  <a:cubicBezTo>
                    <a:pt x="0" y="388"/>
                    <a:pt x="107" y="496"/>
                    <a:pt x="250" y="496"/>
                  </a:cubicBezTo>
                  <a:cubicBezTo>
                    <a:pt x="388" y="496"/>
                    <a:pt x="494" y="388"/>
                    <a:pt x="494" y="245"/>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11"/>
            <p:cNvSpPr/>
            <p:nvPr/>
          </p:nvSpPr>
          <p:spPr>
            <a:xfrm>
              <a:off x="676400" y="21162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11"/>
            <p:cNvSpPr/>
            <p:nvPr/>
          </p:nvSpPr>
          <p:spPr>
            <a:xfrm>
              <a:off x="768325" y="2116225"/>
              <a:ext cx="12400" cy="12525"/>
            </a:xfrm>
            <a:custGeom>
              <a:avLst/>
              <a:gdLst/>
              <a:ahLst/>
              <a:cxnLst/>
              <a:rect l="l" t="t" r="r" b="b"/>
              <a:pathLst>
                <a:path w="496" h="501" extrusionOk="0">
                  <a:moveTo>
                    <a:pt x="245" y="0"/>
                  </a:moveTo>
                  <a:cubicBezTo>
                    <a:pt x="109" y="0"/>
                    <a:pt x="0" y="114"/>
                    <a:pt x="0" y="250"/>
                  </a:cubicBezTo>
                  <a:cubicBezTo>
                    <a:pt x="0" y="387"/>
                    <a:pt x="109" y="501"/>
                    <a:pt x="245" y="501"/>
                  </a:cubicBezTo>
                  <a:cubicBezTo>
                    <a:pt x="388" y="501"/>
                    <a:pt x="496" y="387"/>
                    <a:pt x="496" y="250"/>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11"/>
            <p:cNvSpPr/>
            <p:nvPr/>
          </p:nvSpPr>
          <p:spPr>
            <a:xfrm>
              <a:off x="860125" y="2116225"/>
              <a:ext cx="12525" cy="12525"/>
            </a:xfrm>
            <a:custGeom>
              <a:avLst/>
              <a:gdLst/>
              <a:ahLst/>
              <a:cxnLst/>
              <a:rect l="l" t="t" r="r" b="b"/>
              <a:pathLst>
                <a:path w="501" h="501" extrusionOk="0">
                  <a:moveTo>
                    <a:pt x="251" y="0"/>
                  </a:moveTo>
                  <a:cubicBezTo>
                    <a:pt x="114" y="0"/>
                    <a:pt x="0" y="114"/>
                    <a:pt x="0" y="250"/>
                  </a:cubicBezTo>
                  <a:cubicBezTo>
                    <a:pt x="0" y="387"/>
                    <a:pt x="114" y="501"/>
                    <a:pt x="251" y="501"/>
                  </a:cubicBezTo>
                  <a:cubicBezTo>
                    <a:pt x="387" y="501"/>
                    <a:pt x="501" y="387"/>
                    <a:pt x="501" y="250"/>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11"/>
            <p:cNvSpPr/>
            <p:nvPr/>
          </p:nvSpPr>
          <p:spPr>
            <a:xfrm>
              <a:off x="951850" y="21162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11"/>
            <p:cNvSpPr/>
            <p:nvPr/>
          </p:nvSpPr>
          <p:spPr>
            <a:xfrm>
              <a:off x="1043825" y="2116225"/>
              <a:ext cx="12375" cy="12525"/>
            </a:xfrm>
            <a:custGeom>
              <a:avLst/>
              <a:gdLst/>
              <a:ahLst/>
              <a:cxnLst/>
              <a:rect l="l" t="t" r="r" b="b"/>
              <a:pathLst>
                <a:path w="495" h="501" extrusionOk="0">
                  <a:moveTo>
                    <a:pt x="250" y="0"/>
                  </a:moveTo>
                  <a:cubicBezTo>
                    <a:pt x="107" y="0"/>
                    <a:pt x="0" y="114"/>
                    <a:pt x="0" y="250"/>
                  </a:cubicBezTo>
                  <a:cubicBezTo>
                    <a:pt x="0" y="387"/>
                    <a:pt x="107" y="501"/>
                    <a:pt x="250" y="501"/>
                  </a:cubicBezTo>
                  <a:cubicBezTo>
                    <a:pt x="388" y="501"/>
                    <a:pt x="494" y="387"/>
                    <a:pt x="494" y="250"/>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11"/>
            <p:cNvSpPr/>
            <p:nvPr/>
          </p:nvSpPr>
          <p:spPr>
            <a:xfrm>
              <a:off x="1135575" y="2116225"/>
              <a:ext cx="12575" cy="12525"/>
            </a:xfrm>
            <a:custGeom>
              <a:avLst/>
              <a:gdLst/>
              <a:ahLst/>
              <a:cxnLst/>
              <a:rect l="l" t="t" r="r" b="b"/>
              <a:pathLst>
                <a:path w="503" h="501" extrusionOk="0">
                  <a:moveTo>
                    <a:pt x="252" y="0"/>
                  </a:moveTo>
                  <a:cubicBezTo>
                    <a:pt x="116" y="0"/>
                    <a:pt x="0" y="114"/>
                    <a:pt x="0" y="250"/>
                  </a:cubicBezTo>
                  <a:cubicBezTo>
                    <a:pt x="0" y="387"/>
                    <a:pt x="116" y="501"/>
                    <a:pt x="252" y="501"/>
                  </a:cubicBezTo>
                  <a:cubicBezTo>
                    <a:pt x="387" y="501"/>
                    <a:pt x="503" y="387"/>
                    <a:pt x="503" y="250"/>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11"/>
            <p:cNvSpPr/>
            <p:nvPr/>
          </p:nvSpPr>
          <p:spPr>
            <a:xfrm>
              <a:off x="1227500" y="2116225"/>
              <a:ext cx="12400" cy="12525"/>
            </a:xfrm>
            <a:custGeom>
              <a:avLst/>
              <a:gdLst/>
              <a:ahLst/>
              <a:cxnLst/>
              <a:rect l="l" t="t" r="r" b="b"/>
              <a:pathLst>
                <a:path w="496" h="501" extrusionOk="0">
                  <a:moveTo>
                    <a:pt x="251" y="0"/>
                  </a:moveTo>
                  <a:cubicBezTo>
                    <a:pt x="109" y="0"/>
                    <a:pt x="0" y="114"/>
                    <a:pt x="0" y="250"/>
                  </a:cubicBezTo>
                  <a:cubicBezTo>
                    <a:pt x="0" y="387"/>
                    <a:pt x="109" y="501"/>
                    <a:pt x="251" y="501"/>
                  </a:cubicBezTo>
                  <a:cubicBezTo>
                    <a:pt x="387" y="501"/>
                    <a:pt x="496" y="387"/>
                    <a:pt x="496" y="250"/>
                  </a:cubicBezTo>
                  <a:cubicBezTo>
                    <a:pt x="496"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11"/>
            <p:cNvSpPr/>
            <p:nvPr/>
          </p:nvSpPr>
          <p:spPr>
            <a:xfrm>
              <a:off x="1319275" y="2116225"/>
              <a:ext cx="12550" cy="12525"/>
            </a:xfrm>
            <a:custGeom>
              <a:avLst/>
              <a:gdLst/>
              <a:ahLst/>
              <a:cxnLst/>
              <a:rect l="l" t="t" r="r" b="b"/>
              <a:pathLst>
                <a:path w="502" h="501" extrusionOk="0">
                  <a:moveTo>
                    <a:pt x="252" y="0"/>
                  </a:moveTo>
                  <a:cubicBezTo>
                    <a:pt x="114" y="0"/>
                    <a:pt x="1" y="114"/>
                    <a:pt x="1" y="250"/>
                  </a:cubicBezTo>
                  <a:cubicBezTo>
                    <a:pt x="1" y="387"/>
                    <a:pt x="114" y="501"/>
                    <a:pt x="252" y="501"/>
                  </a:cubicBezTo>
                  <a:cubicBezTo>
                    <a:pt x="388" y="501"/>
                    <a:pt x="501" y="387"/>
                    <a:pt x="501" y="250"/>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11"/>
            <p:cNvSpPr/>
            <p:nvPr/>
          </p:nvSpPr>
          <p:spPr>
            <a:xfrm>
              <a:off x="1411200" y="2116225"/>
              <a:ext cx="12425" cy="12525"/>
            </a:xfrm>
            <a:custGeom>
              <a:avLst/>
              <a:gdLst/>
              <a:ahLst/>
              <a:cxnLst/>
              <a:rect l="l" t="t" r="r" b="b"/>
              <a:pathLst>
                <a:path w="497" h="501" extrusionOk="0">
                  <a:moveTo>
                    <a:pt x="245" y="0"/>
                  </a:moveTo>
                  <a:cubicBezTo>
                    <a:pt x="109" y="0"/>
                    <a:pt x="1" y="114"/>
                    <a:pt x="1" y="250"/>
                  </a:cubicBezTo>
                  <a:cubicBezTo>
                    <a:pt x="1" y="387"/>
                    <a:pt x="109" y="501"/>
                    <a:pt x="245" y="501"/>
                  </a:cubicBezTo>
                  <a:cubicBezTo>
                    <a:pt x="388" y="501"/>
                    <a:pt x="496" y="387"/>
                    <a:pt x="496" y="250"/>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11"/>
            <p:cNvSpPr/>
            <p:nvPr/>
          </p:nvSpPr>
          <p:spPr>
            <a:xfrm>
              <a:off x="1503000" y="2116225"/>
              <a:ext cx="12525" cy="12525"/>
            </a:xfrm>
            <a:custGeom>
              <a:avLst/>
              <a:gdLst/>
              <a:ahLst/>
              <a:cxnLst/>
              <a:rect l="l" t="t" r="r" b="b"/>
              <a:pathLst>
                <a:path w="501" h="501" extrusionOk="0">
                  <a:moveTo>
                    <a:pt x="250" y="0"/>
                  </a:moveTo>
                  <a:cubicBezTo>
                    <a:pt x="114" y="0"/>
                    <a:pt x="0" y="114"/>
                    <a:pt x="0" y="250"/>
                  </a:cubicBezTo>
                  <a:cubicBezTo>
                    <a:pt x="0" y="387"/>
                    <a:pt x="114" y="501"/>
                    <a:pt x="250" y="501"/>
                  </a:cubicBezTo>
                  <a:cubicBezTo>
                    <a:pt x="387" y="501"/>
                    <a:pt x="501" y="387"/>
                    <a:pt x="501" y="250"/>
                  </a:cubicBezTo>
                  <a:cubicBezTo>
                    <a:pt x="501" y="114"/>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11"/>
            <p:cNvSpPr/>
            <p:nvPr/>
          </p:nvSpPr>
          <p:spPr>
            <a:xfrm>
              <a:off x="1594750" y="2116225"/>
              <a:ext cx="12575" cy="12525"/>
            </a:xfrm>
            <a:custGeom>
              <a:avLst/>
              <a:gdLst/>
              <a:ahLst/>
              <a:cxnLst/>
              <a:rect l="l" t="t" r="r" b="b"/>
              <a:pathLst>
                <a:path w="503" h="501" extrusionOk="0">
                  <a:moveTo>
                    <a:pt x="251" y="0"/>
                  </a:moveTo>
                  <a:cubicBezTo>
                    <a:pt x="115" y="0"/>
                    <a:pt x="0" y="114"/>
                    <a:pt x="0" y="250"/>
                  </a:cubicBezTo>
                  <a:cubicBezTo>
                    <a:pt x="0" y="387"/>
                    <a:pt x="115" y="501"/>
                    <a:pt x="251" y="501"/>
                  </a:cubicBezTo>
                  <a:cubicBezTo>
                    <a:pt x="394" y="501"/>
                    <a:pt x="503" y="387"/>
                    <a:pt x="503" y="250"/>
                  </a:cubicBezTo>
                  <a:cubicBezTo>
                    <a:pt x="503" y="114"/>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11"/>
            <p:cNvSpPr/>
            <p:nvPr/>
          </p:nvSpPr>
          <p:spPr>
            <a:xfrm>
              <a:off x="1686650" y="21162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11"/>
            <p:cNvSpPr/>
            <p:nvPr/>
          </p:nvSpPr>
          <p:spPr>
            <a:xfrm>
              <a:off x="1778450" y="2116225"/>
              <a:ext cx="12550" cy="12525"/>
            </a:xfrm>
            <a:custGeom>
              <a:avLst/>
              <a:gdLst/>
              <a:ahLst/>
              <a:cxnLst/>
              <a:rect l="l" t="t" r="r" b="b"/>
              <a:pathLst>
                <a:path w="502" h="501" extrusionOk="0">
                  <a:moveTo>
                    <a:pt x="252" y="0"/>
                  </a:moveTo>
                  <a:cubicBezTo>
                    <a:pt x="114" y="0"/>
                    <a:pt x="1" y="114"/>
                    <a:pt x="1" y="250"/>
                  </a:cubicBezTo>
                  <a:cubicBezTo>
                    <a:pt x="1" y="387"/>
                    <a:pt x="114" y="501"/>
                    <a:pt x="252" y="501"/>
                  </a:cubicBezTo>
                  <a:cubicBezTo>
                    <a:pt x="388" y="501"/>
                    <a:pt x="501" y="387"/>
                    <a:pt x="501" y="250"/>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11"/>
            <p:cNvSpPr/>
            <p:nvPr/>
          </p:nvSpPr>
          <p:spPr>
            <a:xfrm>
              <a:off x="1870375" y="2116225"/>
              <a:ext cx="12400" cy="12525"/>
            </a:xfrm>
            <a:custGeom>
              <a:avLst/>
              <a:gdLst/>
              <a:ahLst/>
              <a:cxnLst/>
              <a:rect l="l" t="t" r="r" b="b"/>
              <a:pathLst>
                <a:path w="496" h="501" extrusionOk="0">
                  <a:moveTo>
                    <a:pt x="252" y="0"/>
                  </a:moveTo>
                  <a:cubicBezTo>
                    <a:pt x="109" y="0"/>
                    <a:pt x="0" y="114"/>
                    <a:pt x="0" y="250"/>
                  </a:cubicBezTo>
                  <a:cubicBezTo>
                    <a:pt x="0" y="387"/>
                    <a:pt x="109" y="501"/>
                    <a:pt x="252" y="501"/>
                  </a:cubicBezTo>
                  <a:cubicBezTo>
                    <a:pt x="387" y="501"/>
                    <a:pt x="496" y="387"/>
                    <a:pt x="496" y="250"/>
                  </a:cubicBezTo>
                  <a:cubicBezTo>
                    <a:pt x="496"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11"/>
            <p:cNvSpPr/>
            <p:nvPr/>
          </p:nvSpPr>
          <p:spPr>
            <a:xfrm>
              <a:off x="1962150" y="2116225"/>
              <a:ext cx="12550" cy="12525"/>
            </a:xfrm>
            <a:custGeom>
              <a:avLst/>
              <a:gdLst/>
              <a:ahLst/>
              <a:cxnLst/>
              <a:rect l="l" t="t" r="r" b="b"/>
              <a:pathLst>
                <a:path w="502" h="501" extrusionOk="0">
                  <a:moveTo>
                    <a:pt x="250" y="0"/>
                  </a:moveTo>
                  <a:cubicBezTo>
                    <a:pt x="114" y="0"/>
                    <a:pt x="1" y="114"/>
                    <a:pt x="1" y="250"/>
                  </a:cubicBezTo>
                  <a:cubicBezTo>
                    <a:pt x="1" y="387"/>
                    <a:pt x="114" y="501"/>
                    <a:pt x="250" y="501"/>
                  </a:cubicBezTo>
                  <a:cubicBezTo>
                    <a:pt x="388" y="501"/>
                    <a:pt x="502" y="387"/>
                    <a:pt x="502" y="250"/>
                  </a:cubicBezTo>
                  <a:cubicBezTo>
                    <a:pt x="502"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11"/>
            <p:cNvSpPr/>
            <p:nvPr/>
          </p:nvSpPr>
          <p:spPr>
            <a:xfrm>
              <a:off x="2054075" y="2116225"/>
              <a:ext cx="12425" cy="12525"/>
            </a:xfrm>
            <a:custGeom>
              <a:avLst/>
              <a:gdLst/>
              <a:ahLst/>
              <a:cxnLst/>
              <a:rect l="l" t="t" r="r" b="b"/>
              <a:pathLst>
                <a:path w="497" h="501" extrusionOk="0">
                  <a:moveTo>
                    <a:pt x="252" y="0"/>
                  </a:moveTo>
                  <a:cubicBezTo>
                    <a:pt x="109" y="0"/>
                    <a:pt x="1" y="114"/>
                    <a:pt x="1" y="250"/>
                  </a:cubicBezTo>
                  <a:cubicBezTo>
                    <a:pt x="1" y="387"/>
                    <a:pt x="109" y="501"/>
                    <a:pt x="252" y="501"/>
                  </a:cubicBezTo>
                  <a:cubicBezTo>
                    <a:pt x="388" y="501"/>
                    <a:pt x="496" y="387"/>
                    <a:pt x="496" y="250"/>
                  </a:cubicBezTo>
                  <a:cubicBezTo>
                    <a:pt x="496"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11"/>
            <p:cNvSpPr/>
            <p:nvPr/>
          </p:nvSpPr>
          <p:spPr>
            <a:xfrm>
              <a:off x="2145825" y="21162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11"/>
            <p:cNvSpPr/>
            <p:nvPr/>
          </p:nvSpPr>
          <p:spPr>
            <a:xfrm>
              <a:off x="2237800" y="2116225"/>
              <a:ext cx="12350" cy="12525"/>
            </a:xfrm>
            <a:custGeom>
              <a:avLst/>
              <a:gdLst/>
              <a:ahLst/>
              <a:cxnLst/>
              <a:rect l="l" t="t" r="r" b="b"/>
              <a:pathLst>
                <a:path w="494" h="501" extrusionOk="0">
                  <a:moveTo>
                    <a:pt x="244" y="0"/>
                  </a:moveTo>
                  <a:cubicBezTo>
                    <a:pt x="107" y="0"/>
                    <a:pt x="0" y="114"/>
                    <a:pt x="0" y="250"/>
                  </a:cubicBezTo>
                  <a:cubicBezTo>
                    <a:pt x="0" y="387"/>
                    <a:pt x="107" y="501"/>
                    <a:pt x="244" y="501"/>
                  </a:cubicBezTo>
                  <a:cubicBezTo>
                    <a:pt x="387" y="501"/>
                    <a:pt x="494" y="387"/>
                    <a:pt x="494" y="250"/>
                  </a:cubicBezTo>
                  <a:cubicBezTo>
                    <a:pt x="494" y="114"/>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11"/>
            <p:cNvSpPr/>
            <p:nvPr/>
          </p:nvSpPr>
          <p:spPr>
            <a:xfrm>
              <a:off x="2329550" y="2116225"/>
              <a:ext cx="12575" cy="12525"/>
            </a:xfrm>
            <a:custGeom>
              <a:avLst/>
              <a:gdLst/>
              <a:ahLst/>
              <a:cxnLst/>
              <a:rect l="l" t="t" r="r" b="b"/>
              <a:pathLst>
                <a:path w="503" h="501" extrusionOk="0">
                  <a:moveTo>
                    <a:pt x="251" y="0"/>
                  </a:moveTo>
                  <a:cubicBezTo>
                    <a:pt x="115" y="0"/>
                    <a:pt x="0" y="114"/>
                    <a:pt x="0" y="250"/>
                  </a:cubicBezTo>
                  <a:cubicBezTo>
                    <a:pt x="0" y="387"/>
                    <a:pt x="115" y="501"/>
                    <a:pt x="251" y="501"/>
                  </a:cubicBezTo>
                  <a:cubicBezTo>
                    <a:pt x="387" y="501"/>
                    <a:pt x="502" y="387"/>
                    <a:pt x="502" y="250"/>
                  </a:cubicBezTo>
                  <a:cubicBezTo>
                    <a:pt x="502"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11"/>
            <p:cNvSpPr/>
            <p:nvPr/>
          </p:nvSpPr>
          <p:spPr>
            <a:xfrm>
              <a:off x="2421325" y="2116225"/>
              <a:ext cx="12550" cy="12525"/>
            </a:xfrm>
            <a:custGeom>
              <a:avLst/>
              <a:gdLst/>
              <a:ahLst/>
              <a:cxnLst/>
              <a:rect l="l" t="t" r="r" b="b"/>
              <a:pathLst>
                <a:path w="502" h="501" extrusionOk="0">
                  <a:moveTo>
                    <a:pt x="250" y="0"/>
                  </a:moveTo>
                  <a:cubicBezTo>
                    <a:pt x="114" y="0"/>
                    <a:pt x="1" y="114"/>
                    <a:pt x="1" y="250"/>
                  </a:cubicBezTo>
                  <a:cubicBezTo>
                    <a:pt x="1" y="387"/>
                    <a:pt x="114" y="501"/>
                    <a:pt x="250" y="501"/>
                  </a:cubicBezTo>
                  <a:cubicBezTo>
                    <a:pt x="395" y="501"/>
                    <a:pt x="501" y="387"/>
                    <a:pt x="501" y="250"/>
                  </a:cubicBezTo>
                  <a:cubicBezTo>
                    <a:pt x="501" y="114"/>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11"/>
            <p:cNvSpPr/>
            <p:nvPr/>
          </p:nvSpPr>
          <p:spPr>
            <a:xfrm>
              <a:off x="2513250" y="2116225"/>
              <a:ext cx="12575" cy="12525"/>
            </a:xfrm>
            <a:custGeom>
              <a:avLst/>
              <a:gdLst/>
              <a:ahLst/>
              <a:cxnLst/>
              <a:rect l="l" t="t" r="r" b="b"/>
              <a:pathLst>
                <a:path w="503" h="501" extrusionOk="0">
                  <a:moveTo>
                    <a:pt x="252" y="0"/>
                  </a:moveTo>
                  <a:cubicBezTo>
                    <a:pt x="109" y="0"/>
                    <a:pt x="0" y="114"/>
                    <a:pt x="0" y="250"/>
                  </a:cubicBezTo>
                  <a:cubicBezTo>
                    <a:pt x="0" y="387"/>
                    <a:pt x="109"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11"/>
            <p:cNvSpPr/>
            <p:nvPr/>
          </p:nvSpPr>
          <p:spPr>
            <a:xfrm>
              <a:off x="2605000" y="2116225"/>
              <a:ext cx="12575" cy="12525"/>
            </a:xfrm>
            <a:custGeom>
              <a:avLst/>
              <a:gdLst/>
              <a:ahLst/>
              <a:cxnLst/>
              <a:rect l="l" t="t" r="r" b="b"/>
              <a:pathLst>
                <a:path w="503" h="501" extrusionOk="0">
                  <a:moveTo>
                    <a:pt x="252" y="0"/>
                  </a:moveTo>
                  <a:cubicBezTo>
                    <a:pt x="116" y="0"/>
                    <a:pt x="0" y="114"/>
                    <a:pt x="0" y="250"/>
                  </a:cubicBezTo>
                  <a:cubicBezTo>
                    <a:pt x="0" y="387"/>
                    <a:pt x="116" y="501"/>
                    <a:pt x="252" y="501"/>
                  </a:cubicBezTo>
                  <a:cubicBezTo>
                    <a:pt x="387" y="501"/>
                    <a:pt x="503" y="387"/>
                    <a:pt x="503" y="250"/>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11"/>
            <p:cNvSpPr/>
            <p:nvPr/>
          </p:nvSpPr>
          <p:spPr>
            <a:xfrm>
              <a:off x="2696950" y="2116225"/>
              <a:ext cx="12375" cy="12525"/>
            </a:xfrm>
            <a:custGeom>
              <a:avLst/>
              <a:gdLst/>
              <a:ahLst/>
              <a:cxnLst/>
              <a:rect l="l" t="t" r="r" b="b"/>
              <a:pathLst>
                <a:path w="495" h="501" extrusionOk="0">
                  <a:moveTo>
                    <a:pt x="252" y="0"/>
                  </a:moveTo>
                  <a:cubicBezTo>
                    <a:pt x="108" y="0"/>
                    <a:pt x="1" y="114"/>
                    <a:pt x="1" y="250"/>
                  </a:cubicBezTo>
                  <a:cubicBezTo>
                    <a:pt x="1" y="387"/>
                    <a:pt x="108" y="501"/>
                    <a:pt x="252" y="501"/>
                  </a:cubicBezTo>
                  <a:cubicBezTo>
                    <a:pt x="388" y="501"/>
                    <a:pt x="495" y="387"/>
                    <a:pt x="495" y="250"/>
                  </a:cubicBezTo>
                  <a:cubicBezTo>
                    <a:pt x="495"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11"/>
            <p:cNvSpPr/>
            <p:nvPr/>
          </p:nvSpPr>
          <p:spPr>
            <a:xfrm>
              <a:off x="2788700" y="21162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11"/>
            <p:cNvSpPr/>
            <p:nvPr/>
          </p:nvSpPr>
          <p:spPr>
            <a:xfrm>
              <a:off x="2880675" y="2116225"/>
              <a:ext cx="12375" cy="12525"/>
            </a:xfrm>
            <a:custGeom>
              <a:avLst/>
              <a:gdLst/>
              <a:ahLst/>
              <a:cxnLst/>
              <a:rect l="l" t="t" r="r" b="b"/>
              <a:pathLst>
                <a:path w="495" h="501" extrusionOk="0">
                  <a:moveTo>
                    <a:pt x="243" y="0"/>
                  </a:moveTo>
                  <a:cubicBezTo>
                    <a:pt x="107" y="0"/>
                    <a:pt x="0" y="114"/>
                    <a:pt x="0" y="250"/>
                  </a:cubicBezTo>
                  <a:cubicBezTo>
                    <a:pt x="0" y="387"/>
                    <a:pt x="107" y="501"/>
                    <a:pt x="243" y="501"/>
                  </a:cubicBezTo>
                  <a:cubicBezTo>
                    <a:pt x="387" y="501"/>
                    <a:pt x="494" y="387"/>
                    <a:pt x="494" y="250"/>
                  </a:cubicBezTo>
                  <a:cubicBezTo>
                    <a:pt x="494" y="114"/>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11"/>
            <p:cNvSpPr/>
            <p:nvPr/>
          </p:nvSpPr>
          <p:spPr>
            <a:xfrm>
              <a:off x="2972425" y="2116225"/>
              <a:ext cx="12575" cy="12525"/>
            </a:xfrm>
            <a:custGeom>
              <a:avLst/>
              <a:gdLst/>
              <a:ahLst/>
              <a:cxnLst/>
              <a:rect l="l" t="t" r="r" b="b"/>
              <a:pathLst>
                <a:path w="503" h="501" extrusionOk="0">
                  <a:moveTo>
                    <a:pt x="251" y="0"/>
                  </a:moveTo>
                  <a:cubicBezTo>
                    <a:pt x="115" y="0"/>
                    <a:pt x="0" y="114"/>
                    <a:pt x="0" y="250"/>
                  </a:cubicBezTo>
                  <a:cubicBezTo>
                    <a:pt x="0" y="387"/>
                    <a:pt x="115" y="501"/>
                    <a:pt x="251" y="501"/>
                  </a:cubicBezTo>
                  <a:cubicBezTo>
                    <a:pt x="387" y="501"/>
                    <a:pt x="503" y="387"/>
                    <a:pt x="503" y="250"/>
                  </a:cubicBezTo>
                  <a:cubicBezTo>
                    <a:pt x="503"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11"/>
            <p:cNvSpPr/>
            <p:nvPr/>
          </p:nvSpPr>
          <p:spPr>
            <a:xfrm>
              <a:off x="3064375" y="2116225"/>
              <a:ext cx="12375" cy="12525"/>
            </a:xfrm>
            <a:custGeom>
              <a:avLst/>
              <a:gdLst/>
              <a:ahLst/>
              <a:cxnLst/>
              <a:rect l="l" t="t" r="r" b="b"/>
              <a:pathLst>
                <a:path w="495" h="501" extrusionOk="0">
                  <a:moveTo>
                    <a:pt x="243" y="0"/>
                  </a:moveTo>
                  <a:cubicBezTo>
                    <a:pt x="107" y="0"/>
                    <a:pt x="1" y="114"/>
                    <a:pt x="1" y="250"/>
                  </a:cubicBezTo>
                  <a:cubicBezTo>
                    <a:pt x="1" y="387"/>
                    <a:pt x="107" y="501"/>
                    <a:pt x="243" y="501"/>
                  </a:cubicBezTo>
                  <a:cubicBezTo>
                    <a:pt x="388" y="501"/>
                    <a:pt x="495" y="387"/>
                    <a:pt x="495" y="250"/>
                  </a:cubicBezTo>
                  <a:cubicBezTo>
                    <a:pt x="495" y="114"/>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11"/>
            <p:cNvSpPr/>
            <p:nvPr/>
          </p:nvSpPr>
          <p:spPr>
            <a:xfrm>
              <a:off x="3156125" y="21162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11"/>
            <p:cNvSpPr/>
            <p:nvPr/>
          </p:nvSpPr>
          <p:spPr>
            <a:xfrm>
              <a:off x="3247875" y="2116225"/>
              <a:ext cx="12575" cy="12525"/>
            </a:xfrm>
            <a:custGeom>
              <a:avLst/>
              <a:gdLst/>
              <a:ahLst/>
              <a:cxnLst/>
              <a:rect l="l" t="t" r="r" b="b"/>
              <a:pathLst>
                <a:path w="503"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11"/>
            <p:cNvSpPr/>
            <p:nvPr/>
          </p:nvSpPr>
          <p:spPr>
            <a:xfrm>
              <a:off x="3339850" y="2116225"/>
              <a:ext cx="12525" cy="12525"/>
            </a:xfrm>
            <a:custGeom>
              <a:avLst/>
              <a:gdLst/>
              <a:ahLst/>
              <a:cxnLst/>
              <a:rect l="l" t="t" r="r" b="b"/>
              <a:pathLst>
                <a:path w="501" h="501" extrusionOk="0">
                  <a:moveTo>
                    <a:pt x="251" y="0"/>
                  </a:moveTo>
                  <a:cubicBezTo>
                    <a:pt x="107" y="0"/>
                    <a:pt x="0" y="114"/>
                    <a:pt x="0" y="250"/>
                  </a:cubicBezTo>
                  <a:cubicBezTo>
                    <a:pt x="0" y="387"/>
                    <a:pt x="107" y="501"/>
                    <a:pt x="251" y="501"/>
                  </a:cubicBezTo>
                  <a:cubicBezTo>
                    <a:pt x="387" y="501"/>
                    <a:pt x="501" y="387"/>
                    <a:pt x="501" y="250"/>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11"/>
            <p:cNvSpPr/>
            <p:nvPr/>
          </p:nvSpPr>
          <p:spPr>
            <a:xfrm>
              <a:off x="3431575" y="21162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11"/>
            <p:cNvSpPr/>
            <p:nvPr/>
          </p:nvSpPr>
          <p:spPr>
            <a:xfrm>
              <a:off x="3523550" y="2116225"/>
              <a:ext cx="12375" cy="12525"/>
            </a:xfrm>
            <a:custGeom>
              <a:avLst/>
              <a:gdLst/>
              <a:ahLst/>
              <a:cxnLst/>
              <a:rect l="l" t="t" r="r" b="b"/>
              <a:pathLst>
                <a:path w="495" h="501" extrusionOk="0">
                  <a:moveTo>
                    <a:pt x="250" y="0"/>
                  </a:moveTo>
                  <a:cubicBezTo>
                    <a:pt x="107" y="0"/>
                    <a:pt x="0" y="114"/>
                    <a:pt x="0" y="250"/>
                  </a:cubicBezTo>
                  <a:cubicBezTo>
                    <a:pt x="0" y="387"/>
                    <a:pt x="107" y="501"/>
                    <a:pt x="250" y="501"/>
                  </a:cubicBezTo>
                  <a:cubicBezTo>
                    <a:pt x="388" y="501"/>
                    <a:pt x="494" y="387"/>
                    <a:pt x="494" y="250"/>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11"/>
            <p:cNvSpPr/>
            <p:nvPr/>
          </p:nvSpPr>
          <p:spPr>
            <a:xfrm>
              <a:off x="676400" y="22079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11"/>
            <p:cNvSpPr/>
            <p:nvPr/>
          </p:nvSpPr>
          <p:spPr>
            <a:xfrm>
              <a:off x="768325" y="2207950"/>
              <a:ext cx="12400" cy="12600"/>
            </a:xfrm>
            <a:custGeom>
              <a:avLst/>
              <a:gdLst/>
              <a:ahLst/>
              <a:cxnLst/>
              <a:rect l="l" t="t" r="r" b="b"/>
              <a:pathLst>
                <a:path w="496" h="504"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11"/>
            <p:cNvSpPr/>
            <p:nvPr/>
          </p:nvSpPr>
          <p:spPr>
            <a:xfrm>
              <a:off x="860125" y="2207950"/>
              <a:ext cx="12525" cy="12600"/>
            </a:xfrm>
            <a:custGeom>
              <a:avLst/>
              <a:gdLst/>
              <a:ahLst/>
              <a:cxnLst/>
              <a:rect l="l" t="t" r="r" b="b"/>
              <a:pathLst>
                <a:path w="501" h="504"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11"/>
            <p:cNvSpPr/>
            <p:nvPr/>
          </p:nvSpPr>
          <p:spPr>
            <a:xfrm>
              <a:off x="951850" y="22079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11"/>
            <p:cNvSpPr/>
            <p:nvPr/>
          </p:nvSpPr>
          <p:spPr>
            <a:xfrm>
              <a:off x="1043825" y="220795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11"/>
            <p:cNvSpPr/>
            <p:nvPr/>
          </p:nvSpPr>
          <p:spPr>
            <a:xfrm>
              <a:off x="1135575" y="220795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11"/>
            <p:cNvSpPr/>
            <p:nvPr/>
          </p:nvSpPr>
          <p:spPr>
            <a:xfrm>
              <a:off x="1227500" y="2207950"/>
              <a:ext cx="12400" cy="12600"/>
            </a:xfrm>
            <a:custGeom>
              <a:avLst/>
              <a:gdLst/>
              <a:ahLst/>
              <a:cxnLst/>
              <a:rect l="l" t="t" r="r" b="b"/>
              <a:pathLst>
                <a:path w="496" h="504"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11"/>
            <p:cNvSpPr/>
            <p:nvPr/>
          </p:nvSpPr>
          <p:spPr>
            <a:xfrm>
              <a:off x="1319275" y="220795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11"/>
            <p:cNvSpPr/>
            <p:nvPr/>
          </p:nvSpPr>
          <p:spPr>
            <a:xfrm>
              <a:off x="1411200" y="2207950"/>
              <a:ext cx="12425" cy="12600"/>
            </a:xfrm>
            <a:custGeom>
              <a:avLst/>
              <a:gdLst/>
              <a:ahLst/>
              <a:cxnLst/>
              <a:rect l="l" t="t" r="r" b="b"/>
              <a:pathLst>
                <a:path w="497" h="504"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11"/>
            <p:cNvSpPr/>
            <p:nvPr/>
          </p:nvSpPr>
          <p:spPr>
            <a:xfrm>
              <a:off x="1503000" y="2207950"/>
              <a:ext cx="12525" cy="12600"/>
            </a:xfrm>
            <a:custGeom>
              <a:avLst/>
              <a:gdLst/>
              <a:ahLst/>
              <a:cxnLst/>
              <a:rect l="l" t="t" r="r" b="b"/>
              <a:pathLst>
                <a:path w="501" h="504"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11"/>
            <p:cNvSpPr/>
            <p:nvPr/>
          </p:nvSpPr>
          <p:spPr>
            <a:xfrm>
              <a:off x="1594750" y="220795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11"/>
            <p:cNvSpPr/>
            <p:nvPr/>
          </p:nvSpPr>
          <p:spPr>
            <a:xfrm>
              <a:off x="1686650" y="22079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11"/>
            <p:cNvSpPr/>
            <p:nvPr/>
          </p:nvSpPr>
          <p:spPr>
            <a:xfrm>
              <a:off x="1778450" y="220795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11"/>
            <p:cNvSpPr/>
            <p:nvPr/>
          </p:nvSpPr>
          <p:spPr>
            <a:xfrm>
              <a:off x="1870375" y="2207950"/>
              <a:ext cx="12400" cy="12600"/>
            </a:xfrm>
            <a:custGeom>
              <a:avLst/>
              <a:gdLst/>
              <a:ahLst/>
              <a:cxnLst/>
              <a:rect l="l" t="t" r="r" b="b"/>
              <a:pathLst>
                <a:path w="496" h="504"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11"/>
            <p:cNvSpPr/>
            <p:nvPr/>
          </p:nvSpPr>
          <p:spPr>
            <a:xfrm>
              <a:off x="1962150" y="220795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11"/>
            <p:cNvSpPr/>
            <p:nvPr/>
          </p:nvSpPr>
          <p:spPr>
            <a:xfrm>
              <a:off x="2054075" y="2207950"/>
              <a:ext cx="12425" cy="12600"/>
            </a:xfrm>
            <a:custGeom>
              <a:avLst/>
              <a:gdLst/>
              <a:ahLst/>
              <a:cxnLst/>
              <a:rect l="l" t="t" r="r" b="b"/>
              <a:pathLst>
                <a:path w="497" h="504"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11"/>
            <p:cNvSpPr/>
            <p:nvPr/>
          </p:nvSpPr>
          <p:spPr>
            <a:xfrm>
              <a:off x="2145825" y="22079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11"/>
            <p:cNvSpPr/>
            <p:nvPr/>
          </p:nvSpPr>
          <p:spPr>
            <a:xfrm>
              <a:off x="2237800" y="2207950"/>
              <a:ext cx="12350" cy="12600"/>
            </a:xfrm>
            <a:custGeom>
              <a:avLst/>
              <a:gdLst/>
              <a:ahLst/>
              <a:cxnLst/>
              <a:rect l="l" t="t" r="r" b="b"/>
              <a:pathLst>
                <a:path w="494" h="504"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11"/>
            <p:cNvSpPr/>
            <p:nvPr/>
          </p:nvSpPr>
          <p:spPr>
            <a:xfrm>
              <a:off x="2329550" y="220795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11"/>
            <p:cNvSpPr/>
            <p:nvPr/>
          </p:nvSpPr>
          <p:spPr>
            <a:xfrm>
              <a:off x="2421325" y="220795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11"/>
            <p:cNvSpPr/>
            <p:nvPr/>
          </p:nvSpPr>
          <p:spPr>
            <a:xfrm>
              <a:off x="2513250" y="2207950"/>
              <a:ext cx="12575" cy="12600"/>
            </a:xfrm>
            <a:custGeom>
              <a:avLst/>
              <a:gdLst/>
              <a:ahLst/>
              <a:cxnLst/>
              <a:rect l="l" t="t" r="r" b="b"/>
              <a:pathLst>
                <a:path w="503" h="504"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11"/>
            <p:cNvSpPr/>
            <p:nvPr/>
          </p:nvSpPr>
          <p:spPr>
            <a:xfrm>
              <a:off x="2605000" y="220795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11"/>
            <p:cNvSpPr/>
            <p:nvPr/>
          </p:nvSpPr>
          <p:spPr>
            <a:xfrm>
              <a:off x="2696950" y="2207950"/>
              <a:ext cx="12375" cy="12600"/>
            </a:xfrm>
            <a:custGeom>
              <a:avLst/>
              <a:gdLst/>
              <a:ahLst/>
              <a:cxnLst/>
              <a:rect l="l" t="t" r="r" b="b"/>
              <a:pathLst>
                <a:path w="495" h="504"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11"/>
            <p:cNvSpPr/>
            <p:nvPr/>
          </p:nvSpPr>
          <p:spPr>
            <a:xfrm>
              <a:off x="2788700" y="22079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11"/>
            <p:cNvSpPr/>
            <p:nvPr/>
          </p:nvSpPr>
          <p:spPr>
            <a:xfrm>
              <a:off x="2880675" y="2207950"/>
              <a:ext cx="12375" cy="12600"/>
            </a:xfrm>
            <a:custGeom>
              <a:avLst/>
              <a:gdLst/>
              <a:ahLst/>
              <a:cxnLst/>
              <a:rect l="l" t="t" r="r" b="b"/>
              <a:pathLst>
                <a:path w="495" h="504"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11"/>
            <p:cNvSpPr/>
            <p:nvPr/>
          </p:nvSpPr>
          <p:spPr>
            <a:xfrm>
              <a:off x="2972425" y="220795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11"/>
            <p:cNvSpPr/>
            <p:nvPr/>
          </p:nvSpPr>
          <p:spPr>
            <a:xfrm>
              <a:off x="3064375" y="2207950"/>
              <a:ext cx="12375" cy="12600"/>
            </a:xfrm>
            <a:custGeom>
              <a:avLst/>
              <a:gdLst/>
              <a:ahLst/>
              <a:cxnLst/>
              <a:rect l="l" t="t" r="r" b="b"/>
              <a:pathLst>
                <a:path w="495" h="504"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11"/>
            <p:cNvSpPr/>
            <p:nvPr/>
          </p:nvSpPr>
          <p:spPr>
            <a:xfrm>
              <a:off x="3156125" y="22079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11"/>
            <p:cNvSpPr/>
            <p:nvPr/>
          </p:nvSpPr>
          <p:spPr>
            <a:xfrm>
              <a:off x="3247875" y="2207950"/>
              <a:ext cx="12575" cy="12600"/>
            </a:xfrm>
            <a:custGeom>
              <a:avLst/>
              <a:gdLst/>
              <a:ahLst/>
              <a:cxnLst/>
              <a:rect l="l" t="t" r="r" b="b"/>
              <a:pathLst>
                <a:path w="503"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11"/>
            <p:cNvSpPr/>
            <p:nvPr/>
          </p:nvSpPr>
          <p:spPr>
            <a:xfrm>
              <a:off x="3339850" y="2207950"/>
              <a:ext cx="12525" cy="12600"/>
            </a:xfrm>
            <a:custGeom>
              <a:avLst/>
              <a:gdLst/>
              <a:ahLst/>
              <a:cxnLst/>
              <a:rect l="l" t="t" r="r" b="b"/>
              <a:pathLst>
                <a:path w="501" h="504"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11"/>
            <p:cNvSpPr/>
            <p:nvPr/>
          </p:nvSpPr>
          <p:spPr>
            <a:xfrm>
              <a:off x="3431575" y="22079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11"/>
            <p:cNvSpPr/>
            <p:nvPr/>
          </p:nvSpPr>
          <p:spPr>
            <a:xfrm>
              <a:off x="3523550" y="220795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11"/>
            <p:cNvSpPr/>
            <p:nvPr/>
          </p:nvSpPr>
          <p:spPr>
            <a:xfrm>
              <a:off x="676400" y="2299875"/>
              <a:ext cx="12600" cy="12600"/>
            </a:xfrm>
            <a:custGeom>
              <a:avLst/>
              <a:gdLst/>
              <a:ahLst/>
              <a:cxnLst/>
              <a:rect l="l" t="t" r="r" b="b"/>
              <a:pathLst>
                <a:path w="504" h="504" extrusionOk="0">
                  <a:moveTo>
                    <a:pt x="252" y="1"/>
                  </a:moveTo>
                  <a:cubicBezTo>
                    <a:pt x="116" y="1"/>
                    <a:pt x="1" y="109"/>
                    <a:pt x="1" y="252"/>
                  </a:cubicBezTo>
                  <a:cubicBezTo>
                    <a:pt x="1" y="388"/>
                    <a:pt x="116" y="503"/>
                    <a:pt x="252" y="503"/>
                  </a:cubicBezTo>
                  <a:cubicBezTo>
                    <a:pt x="388" y="503"/>
                    <a:pt x="503" y="388"/>
                    <a:pt x="503" y="252"/>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11"/>
            <p:cNvSpPr/>
            <p:nvPr/>
          </p:nvSpPr>
          <p:spPr>
            <a:xfrm>
              <a:off x="768325" y="2299875"/>
              <a:ext cx="12400" cy="12600"/>
            </a:xfrm>
            <a:custGeom>
              <a:avLst/>
              <a:gdLst/>
              <a:ahLst/>
              <a:cxnLst/>
              <a:rect l="l" t="t" r="r" b="b"/>
              <a:pathLst>
                <a:path w="496" h="504" extrusionOk="0">
                  <a:moveTo>
                    <a:pt x="245" y="1"/>
                  </a:moveTo>
                  <a:cubicBezTo>
                    <a:pt x="109" y="1"/>
                    <a:pt x="0" y="109"/>
                    <a:pt x="0" y="252"/>
                  </a:cubicBezTo>
                  <a:cubicBezTo>
                    <a:pt x="0" y="388"/>
                    <a:pt x="109" y="503"/>
                    <a:pt x="245" y="503"/>
                  </a:cubicBezTo>
                  <a:cubicBezTo>
                    <a:pt x="388" y="503"/>
                    <a:pt x="496" y="388"/>
                    <a:pt x="496" y="252"/>
                  </a:cubicBezTo>
                  <a:cubicBezTo>
                    <a:pt x="496" y="109"/>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11"/>
            <p:cNvSpPr/>
            <p:nvPr/>
          </p:nvSpPr>
          <p:spPr>
            <a:xfrm>
              <a:off x="860125" y="2299875"/>
              <a:ext cx="12525" cy="12600"/>
            </a:xfrm>
            <a:custGeom>
              <a:avLst/>
              <a:gdLst/>
              <a:ahLst/>
              <a:cxnLst/>
              <a:rect l="l" t="t" r="r" b="b"/>
              <a:pathLst>
                <a:path w="501" h="504" extrusionOk="0">
                  <a:moveTo>
                    <a:pt x="251" y="1"/>
                  </a:moveTo>
                  <a:cubicBezTo>
                    <a:pt x="114" y="1"/>
                    <a:pt x="0" y="109"/>
                    <a:pt x="0" y="252"/>
                  </a:cubicBezTo>
                  <a:cubicBezTo>
                    <a:pt x="0" y="388"/>
                    <a:pt x="114" y="503"/>
                    <a:pt x="251" y="503"/>
                  </a:cubicBezTo>
                  <a:cubicBezTo>
                    <a:pt x="387" y="503"/>
                    <a:pt x="501" y="388"/>
                    <a:pt x="501" y="252"/>
                  </a:cubicBezTo>
                  <a:cubicBezTo>
                    <a:pt x="501"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11"/>
            <p:cNvSpPr/>
            <p:nvPr/>
          </p:nvSpPr>
          <p:spPr>
            <a:xfrm>
              <a:off x="951850" y="2299875"/>
              <a:ext cx="12600" cy="12600"/>
            </a:xfrm>
            <a:custGeom>
              <a:avLst/>
              <a:gdLst/>
              <a:ahLst/>
              <a:cxnLst/>
              <a:rect l="l" t="t" r="r" b="b"/>
              <a:pathLst>
                <a:path w="504" h="504" extrusionOk="0">
                  <a:moveTo>
                    <a:pt x="252" y="1"/>
                  </a:moveTo>
                  <a:cubicBezTo>
                    <a:pt x="116" y="1"/>
                    <a:pt x="1" y="109"/>
                    <a:pt x="1" y="252"/>
                  </a:cubicBezTo>
                  <a:cubicBezTo>
                    <a:pt x="1" y="388"/>
                    <a:pt x="116" y="503"/>
                    <a:pt x="252" y="503"/>
                  </a:cubicBezTo>
                  <a:cubicBezTo>
                    <a:pt x="388" y="503"/>
                    <a:pt x="503" y="388"/>
                    <a:pt x="503" y="252"/>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11"/>
            <p:cNvSpPr/>
            <p:nvPr/>
          </p:nvSpPr>
          <p:spPr>
            <a:xfrm>
              <a:off x="1043825" y="2299875"/>
              <a:ext cx="12375" cy="12600"/>
            </a:xfrm>
            <a:custGeom>
              <a:avLst/>
              <a:gdLst/>
              <a:ahLst/>
              <a:cxnLst/>
              <a:rect l="l" t="t" r="r" b="b"/>
              <a:pathLst>
                <a:path w="495" h="504" extrusionOk="0">
                  <a:moveTo>
                    <a:pt x="250" y="1"/>
                  </a:moveTo>
                  <a:cubicBezTo>
                    <a:pt x="107" y="1"/>
                    <a:pt x="0" y="109"/>
                    <a:pt x="0" y="252"/>
                  </a:cubicBezTo>
                  <a:cubicBezTo>
                    <a:pt x="0" y="388"/>
                    <a:pt x="107" y="503"/>
                    <a:pt x="250" y="503"/>
                  </a:cubicBezTo>
                  <a:cubicBezTo>
                    <a:pt x="388" y="503"/>
                    <a:pt x="494" y="388"/>
                    <a:pt x="494" y="252"/>
                  </a:cubicBezTo>
                  <a:cubicBezTo>
                    <a:pt x="494"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11"/>
            <p:cNvSpPr/>
            <p:nvPr/>
          </p:nvSpPr>
          <p:spPr>
            <a:xfrm>
              <a:off x="1135575" y="2299875"/>
              <a:ext cx="12575" cy="12600"/>
            </a:xfrm>
            <a:custGeom>
              <a:avLst/>
              <a:gdLst/>
              <a:ahLst/>
              <a:cxnLst/>
              <a:rect l="l" t="t" r="r" b="b"/>
              <a:pathLst>
                <a:path w="503" h="504" extrusionOk="0">
                  <a:moveTo>
                    <a:pt x="252" y="1"/>
                  </a:moveTo>
                  <a:cubicBezTo>
                    <a:pt x="116" y="1"/>
                    <a:pt x="0" y="109"/>
                    <a:pt x="0" y="252"/>
                  </a:cubicBezTo>
                  <a:cubicBezTo>
                    <a:pt x="0" y="388"/>
                    <a:pt x="116" y="503"/>
                    <a:pt x="252" y="503"/>
                  </a:cubicBezTo>
                  <a:cubicBezTo>
                    <a:pt x="387" y="503"/>
                    <a:pt x="503" y="388"/>
                    <a:pt x="503" y="252"/>
                  </a:cubicBezTo>
                  <a:cubicBezTo>
                    <a:pt x="503"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11"/>
            <p:cNvSpPr/>
            <p:nvPr/>
          </p:nvSpPr>
          <p:spPr>
            <a:xfrm>
              <a:off x="1227500" y="2299875"/>
              <a:ext cx="12400" cy="12600"/>
            </a:xfrm>
            <a:custGeom>
              <a:avLst/>
              <a:gdLst/>
              <a:ahLst/>
              <a:cxnLst/>
              <a:rect l="l" t="t" r="r" b="b"/>
              <a:pathLst>
                <a:path w="496" h="504" extrusionOk="0">
                  <a:moveTo>
                    <a:pt x="251" y="1"/>
                  </a:moveTo>
                  <a:cubicBezTo>
                    <a:pt x="109" y="1"/>
                    <a:pt x="0" y="109"/>
                    <a:pt x="0" y="252"/>
                  </a:cubicBezTo>
                  <a:cubicBezTo>
                    <a:pt x="0" y="388"/>
                    <a:pt x="109" y="503"/>
                    <a:pt x="251" y="503"/>
                  </a:cubicBezTo>
                  <a:cubicBezTo>
                    <a:pt x="387" y="503"/>
                    <a:pt x="496" y="388"/>
                    <a:pt x="496" y="252"/>
                  </a:cubicBezTo>
                  <a:cubicBezTo>
                    <a:pt x="496"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11"/>
            <p:cNvSpPr/>
            <p:nvPr/>
          </p:nvSpPr>
          <p:spPr>
            <a:xfrm>
              <a:off x="1319275" y="2299875"/>
              <a:ext cx="12550" cy="12600"/>
            </a:xfrm>
            <a:custGeom>
              <a:avLst/>
              <a:gdLst/>
              <a:ahLst/>
              <a:cxnLst/>
              <a:rect l="l" t="t" r="r" b="b"/>
              <a:pathLst>
                <a:path w="502" h="504" extrusionOk="0">
                  <a:moveTo>
                    <a:pt x="252" y="1"/>
                  </a:moveTo>
                  <a:cubicBezTo>
                    <a:pt x="114" y="1"/>
                    <a:pt x="1" y="109"/>
                    <a:pt x="1" y="252"/>
                  </a:cubicBezTo>
                  <a:cubicBezTo>
                    <a:pt x="1" y="388"/>
                    <a:pt x="114" y="503"/>
                    <a:pt x="252" y="503"/>
                  </a:cubicBezTo>
                  <a:cubicBezTo>
                    <a:pt x="388" y="503"/>
                    <a:pt x="501" y="388"/>
                    <a:pt x="501" y="252"/>
                  </a:cubicBezTo>
                  <a:cubicBezTo>
                    <a:pt x="501"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11"/>
            <p:cNvSpPr/>
            <p:nvPr/>
          </p:nvSpPr>
          <p:spPr>
            <a:xfrm>
              <a:off x="1411200" y="2299875"/>
              <a:ext cx="12425" cy="12600"/>
            </a:xfrm>
            <a:custGeom>
              <a:avLst/>
              <a:gdLst/>
              <a:ahLst/>
              <a:cxnLst/>
              <a:rect l="l" t="t" r="r" b="b"/>
              <a:pathLst>
                <a:path w="497" h="504" extrusionOk="0">
                  <a:moveTo>
                    <a:pt x="245" y="1"/>
                  </a:moveTo>
                  <a:cubicBezTo>
                    <a:pt x="109" y="1"/>
                    <a:pt x="1" y="109"/>
                    <a:pt x="1" y="252"/>
                  </a:cubicBezTo>
                  <a:cubicBezTo>
                    <a:pt x="1" y="388"/>
                    <a:pt x="109" y="503"/>
                    <a:pt x="245" y="503"/>
                  </a:cubicBezTo>
                  <a:cubicBezTo>
                    <a:pt x="388" y="503"/>
                    <a:pt x="496" y="388"/>
                    <a:pt x="496" y="252"/>
                  </a:cubicBezTo>
                  <a:cubicBezTo>
                    <a:pt x="496" y="109"/>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11"/>
            <p:cNvSpPr/>
            <p:nvPr/>
          </p:nvSpPr>
          <p:spPr>
            <a:xfrm>
              <a:off x="1503000" y="2299875"/>
              <a:ext cx="12525" cy="12600"/>
            </a:xfrm>
            <a:custGeom>
              <a:avLst/>
              <a:gdLst/>
              <a:ahLst/>
              <a:cxnLst/>
              <a:rect l="l" t="t" r="r" b="b"/>
              <a:pathLst>
                <a:path w="501" h="504" extrusionOk="0">
                  <a:moveTo>
                    <a:pt x="250" y="1"/>
                  </a:moveTo>
                  <a:cubicBezTo>
                    <a:pt x="114" y="1"/>
                    <a:pt x="0" y="109"/>
                    <a:pt x="0" y="252"/>
                  </a:cubicBezTo>
                  <a:cubicBezTo>
                    <a:pt x="0" y="388"/>
                    <a:pt x="114" y="503"/>
                    <a:pt x="250" y="503"/>
                  </a:cubicBezTo>
                  <a:cubicBezTo>
                    <a:pt x="387" y="503"/>
                    <a:pt x="501" y="388"/>
                    <a:pt x="501" y="252"/>
                  </a:cubicBezTo>
                  <a:cubicBezTo>
                    <a:pt x="501" y="109"/>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11"/>
            <p:cNvSpPr/>
            <p:nvPr/>
          </p:nvSpPr>
          <p:spPr>
            <a:xfrm>
              <a:off x="1594750" y="2299875"/>
              <a:ext cx="12575" cy="12600"/>
            </a:xfrm>
            <a:custGeom>
              <a:avLst/>
              <a:gdLst/>
              <a:ahLst/>
              <a:cxnLst/>
              <a:rect l="l" t="t" r="r" b="b"/>
              <a:pathLst>
                <a:path w="503" h="504" extrusionOk="0">
                  <a:moveTo>
                    <a:pt x="251" y="1"/>
                  </a:moveTo>
                  <a:cubicBezTo>
                    <a:pt x="115" y="1"/>
                    <a:pt x="0" y="109"/>
                    <a:pt x="0" y="252"/>
                  </a:cubicBezTo>
                  <a:cubicBezTo>
                    <a:pt x="0" y="388"/>
                    <a:pt x="115" y="503"/>
                    <a:pt x="251" y="503"/>
                  </a:cubicBezTo>
                  <a:cubicBezTo>
                    <a:pt x="394" y="503"/>
                    <a:pt x="503" y="388"/>
                    <a:pt x="503" y="252"/>
                  </a:cubicBezTo>
                  <a:cubicBezTo>
                    <a:pt x="503" y="109"/>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11"/>
            <p:cNvSpPr/>
            <p:nvPr/>
          </p:nvSpPr>
          <p:spPr>
            <a:xfrm>
              <a:off x="1686650" y="2299875"/>
              <a:ext cx="12600" cy="12600"/>
            </a:xfrm>
            <a:custGeom>
              <a:avLst/>
              <a:gdLst/>
              <a:ahLst/>
              <a:cxnLst/>
              <a:rect l="l" t="t" r="r" b="b"/>
              <a:pathLst>
                <a:path w="504" h="504" extrusionOk="0">
                  <a:moveTo>
                    <a:pt x="252" y="1"/>
                  </a:moveTo>
                  <a:cubicBezTo>
                    <a:pt x="116" y="1"/>
                    <a:pt x="1" y="109"/>
                    <a:pt x="1" y="252"/>
                  </a:cubicBezTo>
                  <a:cubicBezTo>
                    <a:pt x="1" y="388"/>
                    <a:pt x="116" y="503"/>
                    <a:pt x="252" y="503"/>
                  </a:cubicBezTo>
                  <a:cubicBezTo>
                    <a:pt x="388" y="503"/>
                    <a:pt x="503" y="388"/>
                    <a:pt x="503" y="252"/>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11"/>
            <p:cNvSpPr/>
            <p:nvPr/>
          </p:nvSpPr>
          <p:spPr>
            <a:xfrm>
              <a:off x="1778450" y="2299875"/>
              <a:ext cx="12550" cy="12600"/>
            </a:xfrm>
            <a:custGeom>
              <a:avLst/>
              <a:gdLst/>
              <a:ahLst/>
              <a:cxnLst/>
              <a:rect l="l" t="t" r="r" b="b"/>
              <a:pathLst>
                <a:path w="502" h="504" extrusionOk="0">
                  <a:moveTo>
                    <a:pt x="252" y="1"/>
                  </a:moveTo>
                  <a:cubicBezTo>
                    <a:pt x="114" y="1"/>
                    <a:pt x="1" y="109"/>
                    <a:pt x="1" y="252"/>
                  </a:cubicBezTo>
                  <a:cubicBezTo>
                    <a:pt x="1" y="388"/>
                    <a:pt x="114" y="503"/>
                    <a:pt x="252" y="503"/>
                  </a:cubicBezTo>
                  <a:cubicBezTo>
                    <a:pt x="388" y="503"/>
                    <a:pt x="501" y="388"/>
                    <a:pt x="501" y="252"/>
                  </a:cubicBezTo>
                  <a:cubicBezTo>
                    <a:pt x="501"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11"/>
            <p:cNvSpPr/>
            <p:nvPr/>
          </p:nvSpPr>
          <p:spPr>
            <a:xfrm>
              <a:off x="1870375" y="2299875"/>
              <a:ext cx="12400" cy="12600"/>
            </a:xfrm>
            <a:custGeom>
              <a:avLst/>
              <a:gdLst/>
              <a:ahLst/>
              <a:cxnLst/>
              <a:rect l="l" t="t" r="r" b="b"/>
              <a:pathLst>
                <a:path w="496" h="504" extrusionOk="0">
                  <a:moveTo>
                    <a:pt x="252" y="1"/>
                  </a:moveTo>
                  <a:cubicBezTo>
                    <a:pt x="109" y="1"/>
                    <a:pt x="0" y="109"/>
                    <a:pt x="0" y="252"/>
                  </a:cubicBezTo>
                  <a:cubicBezTo>
                    <a:pt x="0" y="388"/>
                    <a:pt x="109" y="503"/>
                    <a:pt x="252" y="503"/>
                  </a:cubicBezTo>
                  <a:cubicBezTo>
                    <a:pt x="387" y="503"/>
                    <a:pt x="496" y="388"/>
                    <a:pt x="496" y="252"/>
                  </a:cubicBezTo>
                  <a:cubicBezTo>
                    <a:pt x="496"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11"/>
            <p:cNvSpPr/>
            <p:nvPr/>
          </p:nvSpPr>
          <p:spPr>
            <a:xfrm>
              <a:off x="1962150" y="2299875"/>
              <a:ext cx="12550" cy="12600"/>
            </a:xfrm>
            <a:custGeom>
              <a:avLst/>
              <a:gdLst/>
              <a:ahLst/>
              <a:cxnLst/>
              <a:rect l="l" t="t" r="r" b="b"/>
              <a:pathLst>
                <a:path w="502" h="504" extrusionOk="0">
                  <a:moveTo>
                    <a:pt x="250" y="1"/>
                  </a:moveTo>
                  <a:cubicBezTo>
                    <a:pt x="114" y="1"/>
                    <a:pt x="1" y="109"/>
                    <a:pt x="1" y="252"/>
                  </a:cubicBezTo>
                  <a:cubicBezTo>
                    <a:pt x="1" y="388"/>
                    <a:pt x="114" y="503"/>
                    <a:pt x="250" y="503"/>
                  </a:cubicBezTo>
                  <a:cubicBezTo>
                    <a:pt x="388" y="503"/>
                    <a:pt x="502" y="388"/>
                    <a:pt x="502" y="252"/>
                  </a:cubicBezTo>
                  <a:cubicBezTo>
                    <a:pt x="502"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11"/>
            <p:cNvSpPr/>
            <p:nvPr/>
          </p:nvSpPr>
          <p:spPr>
            <a:xfrm>
              <a:off x="2054075" y="2299875"/>
              <a:ext cx="12425" cy="12600"/>
            </a:xfrm>
            <a:custGeom>
              <a:avLst/>
              <a:gdLst/>
              <a:ahLst/>
              <a:cxnLst/>
              <a:rect l="l" t="t" r="r" b="b"/>
              <a:pathLst>
                <a:path w="497" h="504" extrusionOk="0">
                  <a:moveTo>
                    <a:pt x="252" y="1"/>
                  </a:moveTo>
                  <a:cubicBezTo>
                    <a:pt x="109" y="1"/>
                    <a:pt x="1" y="109"/>
                    <a:pt x="1" y="252"/>
                  </a:cubicBezTo>
                  <a:cubicBezTo>
                    <a:pt x="1" y="388"/>
                    <a:pt x="109" y="503"/>
                    <a:pt x="252" y="503"/>
                  </a:cubicBezTo>
                  <a:cubicBezTo>
                    <a:pt x="388" y="503"/>
                    <a:pt x="496" y="388"/>
                    <a:pt x="496" y="252"/>
                  </a:cubicBezTo>
                  <a:cubicBezTo>
                    <a:pt x="496"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11"/>
            <p:cNvSpPr/>
            <p:nvPr/>
          </p:nvSpPr>
          <p:spPr>
            <a:xfrm>
              <a:off x="2145825" y="2299875"/>
              <a:ext cx="12600" cy="12600"/>
            </a:xfrm>
            <a:custGeom>
              <a:avLst/>
              <a:gdLst/>
              <a:ahLst/>
              <a:cxnLst/>
              <a:rect l="l" t="t" r="r" b="b"/>
              <a:pathLst>
                <a:path w="504" h="504" extrusionOk="0">
                  <a:moveTo>
                    <a:pt x="252" y="1"/>
                  </a:moveTo>
                  <a:cubicBezTo>
                    <a:pt x="116" y="1"/>
                    <a:pt x="1" y="109"/>
                    <a:pt x="1" y="252"/>
                  </a:cubicBezTo>
                  <a:cubicBezTo>
                    <a:pt x="1" y="388"/>
                    <a:pt x="116" y="503"/>
                    <a:pt x="252" y="503"/>
                  </a:cubicBezTo>
                  <a:cubicBezTo>
                    <a:pt x="388" y="503"/>
                    <a:pt x="503" y="388"/>
                    <a:pt x="503" y="252"/>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11"/>
            <p:cNvSpPr/>
            <p:nvPr/>
          </p:nvSpPr>
          <p:spPr>
            <a:xfrm>
              <a:off x="2237800" y="2299875"/>
              <a:ext cx="12350" cy="12600"/>
            </a:xfrm>
            <a:custGeom>
              <a:avLst/>
              <a:gdLst/>
              <a:ahLst/>
              <a:cxnLst/>
              <a:rect l="l" t="t" r="r" b="b"/>
              <a:pathLst>
                <a:path w="494" h="504" extrusionOk="0">
                  <a:moveTo>
                    <a:pt x="244" y="1"/>
                  </a:moveTo>
                  <a:cubicBezTo>
                    <a:pt x="107" y="1"/>
                    <a:pt x="0" y="109"/>
                    <a:pt x="0" y="252"/>
                  </a:cubicBezTo>
                  <a:cubicBezTo>
                    <a:pt x="0" y="388"/>
                    <a:pt x="107" y="503"/>
                    <a:pt x="244" y="503"/>
                  </a:cubicBezTo>
                  <a:cubicBezTo>
                    <a:pt x="387" y="503"/>
                    <a:pt x="494" y="388"/>
                    <a:pt x="494" y="252"/>
                  </a:cubicBezTo>
                  <a:cubicBezTo>
                    <a:pt x="494" y="109"/>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11"/>
            <p:cNvSpPr/>
            <p:nvPr/>
          </p:nvSpPr>
          <p:spPr>
            <a:xfrm>
              <a:off x="2329550" y="2299875"/>
              <a:ext cx="12575" cy="12600"/>
            </a:xfrm>
            <a:custGeom>
              <a:avLst/>
              <a:gdLst/>
              <a:ahLst/>
              <a:cxnLst/>
              <a:rect l="l" t="t" r="r" b="b"/>
              <a:pathLst>
                <a:path w="503" h="504" extrusionOk="0">
                  <a:moveTo>
                    <a:pt x="251" y="1"/>
                  </a:moveTo>
                  <a:cubicBezTo>
                    <a:pt x="115" y="1"/>
                    <a:pt x="0" y="109"/>
                    <a:pt x="0" y="252"/>
                  </a:cubicBezTo>
                  <a:cubicBezTo>
                    <a:pt x="0" y="388"/>
                    <a:pt x="115" y="503"/>
                    <a:pt x="251" y="503"/>
                  </a:cubicBezTo>
                  <a:cubicBezTo>
                    <a:pt x="387" y="503"/>
                    <a:pt x="502" y="388"/>
                    <a:pt x="502" y="252"/>
                  </a:cubicBezTo>
                  <a:cubicBezTo>
                    <a:pt x="502"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11"/>
            <p:cNvSpPr/>
            <p:nvPr/>
          </p:nvSpPr>
          <p:spPr>
            <a:xfrm>
              <a:off x="2421325" y="2299875"/>
              <a:ext cx="12550" cy="12600"/>
            </a:xfrm>
            <a:custGeom>
              <a:avLst/>
              <a:gdLst/>
              <a:ahLst/>
              <a:cxnLst/>
              <a:rect l="l" t="t" r="r" b="b"/>
              <a:pathLst>
                <a:path w="502" h="504" extrusionOk="0">
                  <a:moveTo>
                    <a:pt x="250" y="1"/>
                  </a:moveTo>
                  <a:cubicBezTo>
                    <a:pt x="114" y="1"/>
                    <a:pt x="1" y="109"/>
                    <a:pt x="1" y="252"/>
                  </a:cubicBezTo>
                  <a:cubicBezTo>
                    <a:pt x="1" y="388"/>
                    <a:pt x="114" y="503"/>
                    <a:pt x="250" y="503"/>
                  </a:cubicBezTo>
                  <a:cubicBezTo>
                    <a:pt x="395" y="503"/>
                    <a:pt x="501" y="388"/>
                    <a:pt x="501" y="252"/>
                  </a:cubicBezTo>
                  <a:cubicBezTo>
                    <a:pt x="501" y="109"/>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11"/>
            <p:cNvSpPr/>
            <p:nvPr/>
          </p:nvSpPr>
          <p:spPr>
            <a:xfrm>
              <a:off x="2513250" y="2299875"/>
              <a:ext cx="12575" cy="12600"/>
            </a:xfrm>
            <a:custGeom>
              <a:avLst/>
              <a:gdLst/>
              <a:ahLst/>
              <a:cxnLst/>
              <a:rect l="l" t="t" r="r" b="b"/>
              <a:pathLst>
                <a:path w="503" h="504" extrusionOk="0">
                  <a:moveTo>
                    <a:pt x="252" y="1"/>
                  </a:moveTo>
                  <a:cubicBezTo>
                    <a:pt x="109" y="1"/>
                    <a:pt x="0" y="109"/>
                    <a:pt x="0" y="252"/>
                  </a:cubicBezTo>
                  <a:cubicBezTo>
                    <a:pt x="0" y="388"/>
                    <a:pt x="109" y="503"/>
                    <a:pt x="252" y="503"/>
                  </a:cubicBezTo>
                  <a:cubicBezTo>
                    <a:pt x="388" y="503"/>
                    <a:pt x="503" y="388"/>
                    <a:pt x="503" y="252"/>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11"/>
            <p:cNvSpPr/>
            <p:nvPr/>
          </p:nvSpPr>
          <p:spPr>
            <a:xfrm>
              <a:off x="2605000" y="2299875"/>
              <a:ext cx="12575" cy="12600"/>
            </a:xfrm>
            <a:custGeom>
              <a:avLst/>
              <a:gdLst/>
              <a:ahLst/>
              <a:cxnLst/>
              <a:rect l="l" t="t" r="r" b="b"/>
              <a:pathLst>
                <a:path w="503" h="504" extrusionOk="0">
                  <a:moveTo>
                    <a:pt x="252" y="1"/>
                  </a:moveTo>
                  <a:cubicBezTo>
                    <a:pt x="116" y="1"/>
                    <a:pt x="0" y="109"/>
                    <a:pt x="0" y="252"/>
                  </a:cubicBezTo>
                  <a:cubicBezTo>
                    <a:pt x="0" y="388"/>
                    <a:pt x="116" y="503"/>
                    <a:pt x="252" y="503"/>
                  </a:cubicBezTo>
                  <a:cubicBezTo>
                    <a:pt x="387" y="503"/>
                    <a:pt x="503" y="388"/>
                    <a:pt x="503" y="252"/>
                  </a:cubicBezTo>
                  <a:cubicBezTo>
                    <a:pt x="503"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11"/>
            <p:cNvSpPr/>
            <p:nvPr/>
          </p:nvSpPr>
          <p:spPr>
            <a:xfrm>
              <a:off x="2696950" y="2299875"/>
              <a:ext cx="12375" cy="12600"/>
            </a:xfrm>
            <a:custGeom>
              <a:avLst/>
              <a:gdLst/>
              <a:ahLst/>
              <a:cxnLst/>
              <a:rect l="l" t="t" r="r" b="b"/>
              <a:pathLst>
                <a:path w="495" h="504" extrusionOk="0">
                  <a:moveTo>
                    <a:pt x="252" y="1"/>
                  </a:moveTo>
                  <a:cubicBezTo>
                    <a:pt x="108" y="1"/>
                    <a:pt x="1" y="109"/>
                    <a:pt x="1" y="252"/>
                  </a:cubicBezTo>
                  <a:cubicBezTo>
                    <a:pt x="1" y="388"/>
                    <a:pt x="108" y="503"/>
                    <a:pt x="252" y="503"/>
                  </a:cubicBezTo>
                  <a:cubicBezTo>
                    <a:pt x="388" y="503"/>
                    <a:pt x="495" y="388"/>
                    <a:pt x="495" y="252"/>
                  </a:cubicBezTo>
                  <a:cubicBezTo>
                    <a:pt x="495"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11"/>
            <p:cNvSpPr/>
            <p:nvPr/>
          </p:nvSpPr>
          <p:spPr>
            <a:xfrm>
              <a:off x="2788700" y="2299875"/>
              <a:ext cx="12600" cy="12600"/>
            </a:xfrm>
            <a:custGeom>
              <a:avLst/>
              <a:gdLst/>
              <a:ahLst/>
              <a:cxnLst/>
              <a:rect l="l" t="t" r="r" b="b"/>
              <a:pathLst>
                <a:path w="504" h="504" extrusionOk="0">
                  <a:moveTo>
                    <a:pt x="252" y="1"/>
                  </a:moveTo>
                  <a:cubicBezTo>
                    <a:pt x="116" y="1"/>
                    <a:pt x="1" y="109"/>
                    <a:pt x="1" y="252"/>
                  </a:cubicBezTo>
                  <a:cubicBezTo>
                    <a:pt x="1" y="388"/>
                    <a:pt x="116" y="503"/>
                    <a:pt x="252" y="503"/>
                  </a:cubicBezTo>
                  <a:cubicBezTo>
                    <a:pt x="388" y="503"/>
                    <a:pt x="503" y="388"/>
                    <a:pt x="503" y="252"/>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11"/>
            <p:cNvSpPr/>
            <p:nvPr/>
          </p:nvSpPr>
          <p:spPr>
            <a:xfrm>
              <a:off x="2880675" y="2299875"/>
              <a:ext cx="12375" cy="12600"/>
            </a:xfrm>
            <a:custGeom>
              <a:avLst/>
              <a:gdLst/>
              <a:ahLst/>
              <a:cxnLst/>
              <a:rect l="l" t="t" r="r" b="b"/>
              <a:pathLst>
                <a:path w="495" h="504" extrusionOk="0">
                  <a:moveTo>
                    <a:pt x="243" y="1"/>
                  </a:moveTo>
                  <a:cubicBezTo>
                    <a:pt x="107" y="1"/>
                    <a:pt x="0" y="109"/>
                    <a:pt x="0" y="252"/>
                  </a:cubicBezTo>
                  <a:cubicBezTo>
                    <a:pt x="0" y="388"/>
                    <a:pt x="107" y="503"/>
                    <a:pt x="243" y="503"/>
                  </a:cubicBezTo>
                  <a:cubicBezTo>
                    <a:pt x="387" y="503"/>
                    <a:pt x="494" y="388"/>
                    <a:pt x="494" y="252"/>
                  </a:cubicBezTo>
                  <a:cubicBezTo>
                    <a:pt x="494" y="109"/>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11"/>
            <p:cNvSpPr/>
            <p:nvPr/>
          </p:nvSpPr>
          <p:spPr>
            <a:xfrm>
              <a:off x="2972425" y="2299875"/>
              <a:ext cx="12575" cy="12600"/>
            </a:xfrm>
            <a:custGeom>
              <a:avLst/>
              <a:gdLst/>
              <a:ahLst/>
              <a:cxnLst/>
              <a:rect l="l" t="t" r="r" b="b"/>
              <a:pathLst>
                <a:path w="503" h="504" extrusionOk="0">
                  <a:moveTo>
                    <a:pt x="251" y="1"/>
                  </a:moveTo>
                  <a:cubicBezTo>
                    <a:pt x="115" y="1"/>
                    <a:pt x="0" y="109"/>
                    <a:pt x="0" y="252"/>
                  </a:cubicBezTo>
                  <a:cubicBezTo>
                    <a:pt x="0" y="388"/>
                    <a:pt x="115" y="503"/>
                    <a:pt x="251" y="503"/>
                  </a:cubicBezTo>
                  <a:cubicBezTo>
                    <a:pt x="387" y="503"/>
                    <a:pt x="503" y="388"/>
                    <a:pt x="503" y="252"/>
                  </a:cubicBezTo>
                  <a:cubicBezTo>
                    <a:pt x="503"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11"/>
            <p:cNvSpPr/>
            <p:nvPr/>
          </p:nvSpPr>
          <p:spPr>
            <a:xfrm>
              <a:off x="3064375" y="2299875"/>
              <a:ext cx="12375" cy="12600"/>
            </a:xfrm>
            <a:custGeom>
              <a:avLst/>
              <a:gdLst/>
              <a:ahLst/>
              <a:cxnLst/>
              <a:rect l="l" t="t" r="r" b="b"/>
              <a:pathLst>
                <a:path w="495" h="504" extrusionOk="0">
                  <a:moveTo>
                    <a:pt x="243" y="1"/>
                  </a:moveTo>
                  <a:cubicBezTo>
                    <a:pt x="107" y="1"/>
                    <a:pt x="1" y="109"/>
                    <a:pt x="1" y="252"/>
                  </a:cubicBezTo>
                  <a:cubicBezTo>
                    <a:pt x="1" y="388"/>
                    <a:pt x="107" y="503"/>
                    <a:pt x="243" y="503"/>
                  </a:cubicBezTo>
                  <a:cubicBezTo>
                    <a:pt x="388" y="503"/>
                    <a:pt x="495" y="388"/>
                    <a:pt x="495" y="252"/>
                  </a:cubicBezTo>
                  <a:cubicBezTo>
                    <a:pt x="495" y="109"/>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11"/>
            <p:cNvSpPr/>
            <p:nvPr/>
          </p:nvSpPr>
          <p:spPr>
            <a:xfrm>
              <a:off x="3156125" y="2299875"/>
              <a:ext cx="12600" cy="12600"/>
            </a:xfrm>
            <a:custGeom>
              <a:avLst/>
              <a:gdLst/>
              <a:ahLst/>
              <a:cxnLst/>
              <a:rect l="l" t="t" r="r" b="b"/>
              <a:pathLst>
                <a:path w="504" h="504" extrusionOk="0">
                  <a:moveTo>
                    <a:pt x="252" y="1"/>
                  </a:moveTo>
                  <a:cubicBezTo>
                    <a:pt x="116" y="1"/>
                    <a:pt x="1" y="109"/>
                    <a:pt x="1" y="252"/>
                  </a:cubicBezTo>
                  <a:cubicBezTo>
                    <a:pt x="1" y="388"/>
                    <a:pt x="116" y="503"/>
                    <a:pt x="252" y="503"/>
                  </a:cubicBezTo>
                  <a:cubicBezTo>
                    <a:pt x="388" y="503"/>
                    <a:pt x="503" y="388"/>
                    <a:pt x="503" y="252"/>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11"/>
            <p:cNvSpPr/>
            <p:nvPr/>
          </p:nvSpPr>
          <p:spPr>
            <a:xfrm>
              <a:off x="3247875" y="2299875"/>
              <a:ext cx="12575" cy="12600"/>
            </a:xfrm>
            <a:custGeom>
              <a:avLst/>
              <a:gdLst/>
              <a:ahLst/>
              <a:cxnLst/>
              <a:rect l="l" t="t" r="r" b="b"/>
              <a:pathLst>
                <a:path w="503" h="504" extrusionOk="0">
                  <a:moveTo>
                    <a:pt x="252" y="1"/>
                  </a:moveTo>
                  <a:cubicBezTo>
                    <a:pt x="116" y="1"/>
                    <a:pt x="1" y="109"/>
                    <a:pt x="1" y="252"/>
                  </a:cubicBezTo>
                  <a:cubicBezTo>
                    <a:pt x="1" y="388"/>
                    <a:pt x="116" y="503"/>
                    <a:pt x="252" y="503"/>
                  </a:cubicBezTo>
                  <a:cubicBezTo>
                    <a:pt x="388" y="503"/>
                    <a:pt x="503" y="388"/>
                    <a:pt x="503" y="252"/>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11"/>
            <p:cNvSpPr/>
            <p:nvPr/>
          </p:nvSpPr>
          <p:spPr>
            <a:xfrm>
              <a:off x="3339850" y="2299875"/>
              <a:ext cx="12525" cy="12600"/>
            </a:xfrm>
            <a:custGeom>
              <a:avLst/>
              <a:gdLst/>
              <a:ahLst/>
              <a:cxnLst/>
              <a:rect l="l" t="t" r="r" b="b"/>
              <a:pathLst>
                <a:path w="501" h="504" extrusionOk="0">
                  <a:moveTo>
                    <a:pt x="251" y="1"/>
                  </a:moveTo>
                  <a:cubicBezTo>
                    <a:pt x="107" y="1"/>
                    <a:pt x="0" y="109"/>
                    <a:pt x="0" y="252"/>
                  </a:cubicBezTo>
                  <a:cubicBezTo>
                    <a:pt x="0" y="388"/>
                    <a:pt x="107" y="503"/>
                    <a:pt x="251" y="503"/>
                  </a:cubicBezTo>
                  <a:cubicBezTo>
                    <a:pt x="387" y="503"/>
                    <a:pt x="501" y="388"/>
                    <a:pt x="501" y="252"/>
                  </a:cubicBezTo>
                  <a:cubicBezTo>
                    <a:pt x="501"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11"/>
            <p:cNvSpPr/>
            <p:nvPr/>
          </p:nvSpPr>
          <p:spPr>
            <a:xfrm>
              <a:off x="3431575" y="2299875"/>
              <a:ext cx="12600" cy="12600"/>
            </a:xfrm>
            <a:custGeom>
              <a:avLst/>
              <a:gdLst/>
              <a:ahLst/>
              <a:cxnLst/>
              <a:rect l="l" t="t" r="r" b="b"/>
              <a:pathLst>
                <a:path w="504" h="504" extrusionOk="0">
                  <a:moveTo>
                    <a:pt x="252" y="1"/>
                  </a:moveTo>
                  <a:cubicBezTo>
                    <a:pt x="116" y="1"/>
                    <a:pt x="1" y="109"/>
                    <a:pt x="1" y="252"/>
                  </a:cubicBezTo>
                  <a:cubicBezTo>
                    <a:pt x="1" y="388"/>
                    <a:pt x="116" y="503"/>
                    <a:pt x="252" y="503"/>
                  </a:cubicBezTo>
                  <a:cubicBezTo>
                    <a:pt x="388" y="503"/>
                    <a:pt x="503" y="388"/>
                    <a:pt x="503" y="252"/>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11"/>
            <p:cNvSpPr/>
            <p:nvPr/>
          </p:nvSpPr>
          <p:spPr>
            <a:xfrm>
              <a:off x="3523550" y="2299875"/>
              <a:ext cx="12375" cy="12600"/>
            </a:xfrm>
            <a:custGeom>
              <a:avLst/>
              <a:gdLst/>
              <a:ahLst/>
              <a:cxnLst/>
              <a:rect l="l" t="t" r="r" b="b"/>
              <a:pathLst>
                <a:path w="495" h="504" extrusionOk="0">
                  <a:moveTo>
                    <a:pt x="250" y="1"/>
                  </a:moveTo>
                  <a:cubicBezTo>
                    <a:pt x="107" y="1"/>
                    <a:pt x="0" y="109"/>
                    <a:pt x="0" y="252"/>
                  </a:cubicBezTo>
                  <a:cubicBezTo>
                    <a:pt x="0" y="388"/>
                    <a:pt x="107" y="503"/>
                    <a:pt x="250" y="503"/>
                  </a:cubicBezTo>
                  <a:cubicBezTo>
                    <a:pt x="388" y="503"/>
                    <a:pt x="494" y="388"/>
                    <a:pt x="494" y="252"/>
                  </a:cubicBezTo>
                  <a:cubicBezTo>
                    <a:pt x="494"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11"/>
            <p:cNvSpPr/>
            <p:nvPr/>
          </p:nvSpPr>
          <p:spPr>
            <a:xfrm>
              <a:off x="676400" y="23916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11"/>
            <p:cNvSpPr/>
            <p:nvPr/>
          </p:nvSpPr>
          <p:spPr>
            <a:xfrm>
              <a:off x="768325" y="2391675"/>
              <a:ext cx="12400" cy="12550"/>
            </a:xfrm>
            <a:custGeom>
              <a:avLst/>
              <a:gdLst/>
              <a:ahLst/>
              <a:cxnLst/>
              <a:rect l="l" t="t" r="r" b="b"/>
              <a:pathLst>
                <a:path w="496" h="502" extrusionOk="0">
                  <a:moveTo>
                    <a:pt x="245" y="0"/>
                  </a:moveTo>
                  <a:cubicBezTo>
                    <a:pt x="109" y="0"/>
                    <a:pt x="0" y="114"/>
                    <a:pt x="0" y="252"/>
                  </a:cubicBezTo>
                  <a:cubicBezTo>
                    <a:pt x="0" y="388"/>
                    <a:pt x="109" y="501"/>
                    <a:pt x="245" y="501"/>
                  </a:cubicBezTo>
                  <a:cubicBezTo>
                    <a:pt x="388" y="501"/>
                    <a:pt x="496" y="388"/>
                    <a:pt x="496" y="252"/>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11"/>
            <p:cNvSpPr/>
            <p:nvPr/>
          </p:nvSpPr>
          <p:spPr>
            <a:xfrm>
              <a:off x="860125" y="2391675"/>
              <a:ext cx="12525" cy="12550"/>
            </a:xfrm>
            <a:custGeom>
              <a:avLst/>
              <a:gdLst/>
              <a:ahLst/>
              <a:cxnLst/>
              <a:rect l="l" t="t" r="r" b="b"/>
              <a:pathLst>
                <a:path w="501" h="502" extrusionOk="0">
                  <a:moveTo>
                    <a:pt x="251" y="0"/>
                  </a:moveTo>
                  <a:cubicBezTo>
                    <a:pt x="114" y="0"/>
                    <a:pt x="0" y="114"/>
                    <a:pt x="0" y="252"/>
                  </a:cubicBezTo>
                  <a:cubicBezTo>
                    <a:pt x="0" y="388"/>
                    <a:pt x="114" y="501"/>
                    <a:pt x="251" y="501"/>
                  </a:cubicBezTo>
                  <a:cubicBezTo>
                    <a:pt x="387" y="501"/>
                    <a:pt x="501" y="388"/>
                    <a:pt x="501" y="252"/>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11"/>
            <p:cNvSpPr/>
            <p:nvPr/>
          </p:nvSpPr>
          <p:spPr>
            <a:xfrm>
              <a:off x="951850" y="23916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11"/>
            <p:cNvSpPr/>
            <p:nvPr/>
          </p:nvSpPr>
          <p:spPr>
            <a:xfrm>
              <a:off x="1043825" y="2391675"/>
              <a:ext cx="12375" cy="12550"/>
            </a:xfrm>
            <a:custGeom>
              <a:avLst/>
              <a:gdLst/>
              <a:ahLst/>
              <a:cxnLst/>
              <a:rect l="l" t="t" r="r" b="b"/>
              <a:pathLst>
                <a:path w="495" h="502" extrusionOk="0">
                  <a:moveTo>
                    <a:pt x="250" y="0"/>
                  </a:moveTo>
                  <a:cubicBezTo>
                    <a:pt x="107" y="0"/>
                    <a:pt x="0" y="114"/>
                    <a:pt x="0" y="252"/>
                  </a:cubicBezTo>
                  <a:cubicBezTo>
                    <a:pt x="0" y="388"/>
                    <a:pt x="107" y="501"/>
                    <a:pt x="250" y="501"/>
                  </a:cubicBezTo>
                  <a:cubicBezTo>
                    <a:pt x="388" y="501"/>
                    <a:pt x="494" y="388"/>
                    <a:pt x="494" y="252"/>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11"/>
            <p:cNvSpPr/>
            <p:nvPr/>
          </p:nvSpPr>
          <p:spPr>
            <a:xfrm>
              <a:off x="1135575" y="2391675"/>
              <a:ext cx="12575" cy="12550"/>
            </a:xfrm>
            <a:custGeom>
              <a:avLst/>
              <a:gdLst/>
              <a:ahLst/>
              <a:cxnLst/>
              <a:rect l="l" t="t" r="r" b="b"/>
              <a:pathLst>
                <a:path w="503" h="502" extrusionOk="0">
                  <a:moveTo>
                    <a:pt x="252" y="0"/>
                  </a:moveTo>
                  <a:cubicBezTo>
                    <a:pt x="116" y="0"/>
                    <a:pt x="0" y="114"/>
                    <a:pt x="0" y="252"/>
                  </a:cubicBezTo>
                  <a:cubicBezTo>
                    <a:pt x="0" y="388"/>
                    <a:pt x="116" y="501"/>
                    <a:pt x="252" y="501"/>
                  </a:cubicBezTo>
                  <a:cubicBezTo>
                    <a:pt x="387" y="501"/>
                    <a:pt x="503" y="388"/>
                    <a:pt x="503" y="252"/>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11"/>
            <p:cNvSpPr/>
            <p:nvPr/>
          </p:nvSpPr>
          <p:spPr>
            <a:xfrm>
              <a:off x="1227500" y="2391675"/>
              <a:ext cx="12400" cy="12550"/>
            </a:xfrm>
            <a:custGeom>
              <a:avLst/>
              <a:gdLst/>
              <a:ahLst/>
              <a:cxnLst/>
              <a:rect l="l" t="t" r="r" b="b"/>
              <a:pathLst>
                <a:path w="496" h="502" extrusionOk="0">
                  <a:moveTo>
                    <a:pt x="251" y="0"/>
                  </a:moveTo>
                  <a:cubicBezTo>
                    <a:pt x="109" y="0"/>
                    <a:pt x="0" y="114"/>
                    <a:pt x="0" y="252"/>
                  </a:cubicBezTo>
                  <a:cubicBezTo>
                    <a:pt x="0" y="388"/>
                    <a:pt x="109" y="501"/>
                    <a:pt x="251" y="501"/>
                  </a:cubicBezTo>
                  <a:cubicBezTo>
                    <a:pt x="387" y="501"/>
                    <a:pt x="496" y="388"/>
                    <a:pt x="496" y="252"/>
                  </a:cubicBezTo>
                  <a:cubicBezTo>
                    <a:pt x="496"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11"/>
            <p:cNvSpPr/>
            <p:nvPr/>
          </p:nvSpPr>
          <p:spPr>
            <a:xfrm>
              <a:off x="1319275" y="2391675"/>
              <a:ext cx="12550" cy="12550"/>
            </a:xfrm>
            <a:custGeom>
              <a:avLst/>
              <a:gdLst/>
              <a:ahLst/>
              <a:cxnLst/>
              <a:rect l="l" t="t" r="r" b="b"/>
              <a:pathLst>
                <a:path w="502" h="502" extrusionOk="0">
                  <a:moveTo>
                    <a:pt x="252" y="0"/>
                  </a:moveTo>
                  <a:cubicBezTo>
                    <a:pt x="114" y="0"/>
                    <a:pt x="1" y="114"/>
                    <a:pt x="1" y="252"/>
                  </a:cubicBezTo>
                  <a:cubicBezTo>
                    <a:pt x="1" y="388"/>
                    <a:pt x="114" y="501"/>
                    <a:pt x="252" y="501"/>
                  </a:cubicBezTo>
                  <a:cubicBezTo>
                    <a:pt x="388" y="501"/>
                    <a:pt x="501" y="388"/>
                    <a:pt x="501" y="252"/>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11"/>
            <p:cNvSpPr/>
            <p:nvPr/>
          </p:nvSpPr>
          <p:spPr>
            <a:xfrm>
              <a:off x="1411200" y="2391675"/>
              <a:ext cx="12425" cy="12550"/>
            </a:xfrm>
            <a:custGeom>
              <a:avLst/>
              <a:gdLst/>
              <a:ahLst/>
              <a:cxnLst/>
              <a:rect l="l" t="t" r="r" b="b"/>
              <a:pathLst>
                <a:path w="497" h="502" extrusionOk="0">
                  <a:moveTo>
                    <a:pt x="245" y="0"/>
                  </a:moveTo>
                  <a:cubicBezTo>
                    <a:pt x="109" y="0"/>
                    <a:pt x="1" y="114"/>
                    <a:pt x="1" y="252"/>
                  </a:cubicBezTo>
                  <a:cubicBezTo>
                    <a:pt x="1" y="388"/>
                    <a:pt x="109" y="501"/>
                    <a:pt x="245" y="501"/>
                  </a:cubicBezTo>
                  <a:cubicBezTo>
                    <a:pt x="388" y="501"/>
                    <a:pt x="496" y="388"/>
                    <a:pt x="496" y="252"/>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11"/>
            <p:cNvSpPr/>
            <p:nvPr/>
          </p:nvSpPr>
          <p:spPr>
            <a:xfrm>
              <a:off x="1503000" y="2391675"/>
              <a:ext cx="12525" cy="12550"/>
            </a:xfrm>
            <a:custGeom>
              <a:avLst/>
              <a:gdLst/>
              <a:ahLst/>
              <a:cxnLst/>
              <a:rect l="l" t="t" r="r" b="b"/>
              <a:pathLst>
                <a:path w="501" h="502" extrusionOk="0">
                  <a:moveTo>
                    <a:pt x="250" y="0"/>
                  </a:moveTo>
                  <a:cubicBezTo>
                    <a:pt x="114" y="0"/>
                    <a:pt x="0" y="114"/>
                    <a:pt x="0" y="252"/>
                  </a:cubicBezTo>
                  <a:cubicBezTo>
                    <a:pt x="0" y="388"/>
                    <a:pt x="114" y="501"/>
                    <a:pt x="250" y="501"/>
                  </a:cubicBezTo>
                  <a:cubicBezTo>
                    <a:pt x="387" y="501"/>
                    <a:pt x="501" y="388"/>
                    <a:pt x="501" y="252"/>
                  </a:cubicBezTo>
                  <a:cubicBezTo>
                    <a:pt x="501" y="114"/>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11"/>
            <p:cNvSpPr/>
            <p:nvPr/>
          </p:nvSpPr>
          <p:spPr>
            <a:xfrm>
              <a:off x="1594750" y="2391675"/>
              <a:ext cx="12575" cy="12550"/>
            </a:xfrm>
            <a:custGeom>
              <a:avLst/>
              <a:gdLst/>
              <a:ahLst/>
              <a:cxnLst/>
              <a:rect l="l" t="t" r="r" b="b"/>
              <a:pathLst>
                <a:path w="503" h="502" extrusionOk="0">
                  <a:moveTo>
                    <a:pt x="251" y="0"/>
                  </a:moveTo>
                  <a:cubicBezTo>
                    <a:pt x="115" y="0"/>
                    <a:pt x="0" y="114"/>
                    <a:pt x="0" y="252"/>
                  </a:cubicBezTo>
                  <a:cubicBezTo>
                    <a:pt x="0" y="388"/>
                    <a:pt x="115" y="501"/>
                    <a:pt x="251" y="501"/>
                  </a:cubicBezTo>
                  <a:cubicBezTo>
                    <a:pt x="394" y="501"/>
                    <a:pt x="503" y="388"/>
                    <a:pt x="503" y="252"/>
                  </a:cubicBezTo>
                  <a:cubicBezTo>
                    <a:pt x="503" y="114"/>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11"/>
            <p:cNvSpPr/>
            <p:nvPr/>
          </p:nvSpPr>
          <p:spPr>
            <a:xfrm>
              <a:off x="1686650" y="23916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11"/>
            <p:cNvSpPr/>
            <p:nvPr/>
          </p:nvSpPr>
          <p:spPr>
            <a:xfrm>
              <a:off x="1778450" y="2391675"/>
              <a:ext cx="12550" cy="12550"/>
            </a:xfrm>
            <a:custGeom>
              <a:avLst/>
              <a:gdLst/>
              <a:ahLst/>
              <a:cxnLst/>
              <a:rect l="l" t="t" r="r" b="b"/>
              <a:pathLst>
                <a:path w="502" h="502" extrusionOk="0">
                  <a:moveTo>
                    <a:pt x="252" y="0"/>
                  </a:moveTo>
                  <a:cubicBezTo>
                    <a:pt x="114" y="0"/>
                    <a:pt x="1" y="114"/>
                    <a:pt x="1" y="252"/>
                  </a:cubicBezTo>
                  <a:cubicBezTo>
                    <a:pt x="1" y="388"/>
                    <a:pt x="114" y="501"/>
                    <a:pt x="252" y="501"/>
                  </a:cubicBezTo>
                  <a:cubicBezTo>
                    <a:pt x="388" y="501"/>
                    <a:pt x="501" y="388"/>
                    <a:pt x="501" y="252"/>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11"/>
            <p:cNvSpPr/>
            <p:nvPr/>
          </p:nvSpPr>
          <p:spPr>
            <a:xfrm>
              <a:off x="1870375" y="2391675"/>
              <a:ext cx="12400" cy="12550"/>
            </a:xfrm>
            <a:custGeom>
              <a:avLst/>
              <a:gdLst/>
              <a:ahLst/>
              <a:cxnLst/>
              <a:rect l="l" t="t" r="r" b="b"/>
              <a:pathLst>
                <a:path w="496" h="502" extrusionOk="0">
                  <a:moveTo>
                    <a:pt x="252" y="0"/>
                  </a:moveTo>
                  <a:cubicBezTo>
                    <a:pt x="109" y="0"/>
                    <a:pt x="0" y="114"/>
                    <a:pt x="0" y="252"/>
                  </a:cubicBezTo>
                  <a:cubicBezTo>
                    <a:pt x="0" y="388"/>
                    <a:pt x="109" y="501"/>
                    <a:pt x="252" y="501"/>
                  </a:cubicBezTo>
                  <a:cubicBezTo>
                    <a:pt x="387" y="501"/>
                    <a:pt x="496" y="388"/>
                    <a:pt x="496" y="252"/>
                  </a:cubicBezTo>
                  <a:cubicBezTo>
                    <a:pt x="496"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11"/>
            <p:cNvSpPr/>
            <p:nvPr/>
          </p:nvSpPr>
          <p:spPr>
            <a:xfrm>
              <a:off x="1962150" y="2391675"/>
              <a:ext cx="12550" cy="12550"/>
            </a:xfrm>
            <a:custGeom>
              <a:avLst/>
              <a:gdLst/>
              <a:ahLst/>
              <a:cxnLst/>
              <a:rect l="l" t="t" r="r" b="b"/>
              <a:pathLst>
                <a:path w="502" h="502" extrusionOk="0">
                  <a:moveTo>
                    <a:pt x="250" y="0"/>
                  </a:moveTo>
                  <a:cubicBezTo>
                    <a:pt x="114" y="0"/>
                    <a:pt x="1" y="114"/>
                    <a:pt x="1" y="252"/>
                  </a:cubicBezTo>
                  <a:cubicBezTo>
                    <a:pt x="1" y="388"/>
                    <a:pt x="114" y="501"/>
                    <a:pt x="250" y="501"/>
                  </a:cubicBezTo>
                  <a:cubicBezTo>
                    <a:pt x="388" y="501"/>
                    <a:pt x="502" y="388"/>
                    <a:pt x="502" y="252"/>
                  </a:cubicBezTo>
                  <a:cubicBezTo>
                    <a:pt x="502"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11"/>
            <p:cNvSpPr/>
            <p:nvPr/>
          </p:nvSpPr>
          <p:spPr>
            <a:xfrm>
              <a:off x="2054075" y="2391675"/>
              <a:ext cx="12425" cy="12550"/>
            </a:xfrm>
            <a:custGeom>
              <a:avLst/>
              <a:gdLst/>
              <a:ahLst/>
              <a:cxnLst/>
              <a:rect l="l" t="t" r="r" b="b"/>
              <a:pathLst>
                <a:path w="497" h="502" extrusionOk="0">
                  <a:moveTo>
                    <a:pt x="252" y="0"/>
                  </a:moveTo>
                  <a:cubicBezTo>
                    <a:pt x="109" y="0"/>
                    <a:pt x="1" y="114"/>
                    <a:pt x="1" y="252"/>
                  </a:cubicBezTo>
                  <a:cubicBezTo>
                    <a:pt x="1" y="388"/>
                    <a:pt x="109" y="501"/>
                    <a:pt x="252" y="501"/>
                  </a:cubicBezTo>
                  <a:cubicBezTo>
                    <a:pt x="388" y="501"/>
                    <a:pt x="496" y="388"/>
                    <a:pt x="496" y="252"/>
                  </a:cubicBezTo>
                  <a:cubicBezTo>
                    <a:pt x="496"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11"/>
            <p:cNvSpPr/>
            <p:nvPr/>
          </p:nvSpPr>
          <p:spPr>
            <a:xfrm>
              <a:off x="2145825" y="23916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11"/>
            <p:cNvSpPr/>
            <p:nvPr/>
          </p:nvSpPr>
          <p:spPr>
            <a:xfrm>
              <a:off x="2237800" y="2391675"/>
              <a:ext cx="12350" cy="12550"/>
            </a:xfrm>
            <a:custGeom>
              <a:avLst/>
              <a:gdLst/>
              <a:ahLst/>
              <a:cxnLst/>
              <a:rect l="l" t="t" r="r" b="b"/>
              <a:pathLst>
                <a:path w="494" h="502" extrusionOk="0">
                  <a:moveTo>
                    <a:pt x="244" y="0"/>
                  </a:moveTo>
                  <a:cubicBezTo>
                    <a:pt x="107" y="0"/>
                    <a:pt x="0" y="114"/>
                    <a:pt x="0" y="252"/>
                  </a:cubicBezTo>
                  <a:cubicBezTo>
                    <a:pt x="0" y="388"/>
                    <a:pt x="107" y="501"/>
                    <a:pt x="244" y="501"/>
                  </a:cubicBezTo>
                  <a:cubicBezTo>
                    <a:pt x="387" y="501"/>
                    <a:pt x="494" y="388"/>
                    <a:pt x="494" y="252"/>
                  </a:cubicBezTo>
                  <a:cubicBezTo>
                    <a:pt x="494" y="114"/>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11"/>
            <p:cNvSpPr/>
            <p:nvPr/>
          </p:nvSpPr>
          <p:spPr>
            <a:xfrm>
              <a:off x="2329550" y="2391675"/>
              <a:ext cx="12575" cy="12550"/>
            </a:xfrm>
            <a:custGeom>
              <a:avLst/>
              <a:gdLst/>
              <a:ahLst/>
              <a:cxnLst/>
              <a:rect l="l" t="t" r="r" b="b"/>
              <a:pathLst>
                <a:path w="503" h="502" extrusionOk="0">
                  <a:moveTo>
                    <a:pt x="251" y="0"/>
                  </a:moveTo>
                  <a:cubicBezTo>
                    <a:pt x="115" y="0"/>
                    <a:pt x="0" y="114"/>
                    <a:pt x="0" y="252"/>
                  </a:cubicBezTo>
                  <a:cubicBezTo>
                    <a:pt x="0" y="388"/>
                    <a:pt x="115" y="501"/>
                    <a:pt x="251" y="501"/>
                  </a:cubicBezTo>
                  <a:cubicBezTo>
                    <a:pt x="387" y="501"/>
                    <a:pt x="502" y="388"/>
                    <a:pt x="502" y="252"/>
                  </a:cubicBezTo>
                  <a:cubicBezTo>
                    <a:pt x="502"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11"/>
            <p:cNvSpPr/>
            <p:nvPr/>
          </p:nvSpPr>
          <p:spPr>
            <a:xfrm>
              <a:off x="2421325" y="2391675"/>
              <a:ext cx="12550" cy="12550"/>
            </a:xfrm>
            <a:custGeom>
              <a:avLst/>
              <a:gdLst/>
              <a:ahLst/>
              <a:cxnLst/>
              <a:rect l="l" t="t" r="r" b="b"/>
              <a:pathLst>
                <a:path w="502" h="502" extrusionOk="0">
                  <a:moveTo>
                    <a:pt x="250" y="0"/>
                  </a:moveTo>
                  <a:cubicBezTo>
                    <a:pt x="114" y="0"/>
                    <a:pt x="1" y="114"/>
                    <a:pt x="1" y="252"/>
                  </a:cubicBezTo>
                  <a:cubicBezTo>
                    <a:pt x="1" y="388"/>
                    <a:pt x="114" y="501"/>
                    <a:pt x="250" y="501"/>
                  </a:cubicBezTo>
                  <a:cubicBezTo>
                    <a:pt x="395" y="501"/>
                    <a:pt x="501" y="388"/>
                    <a:pt x="501" y="252"/>
                  </a:cubicBezTo>
                  <a:cubicBezTo>
                    <a:pt x="501" y="114"/>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11"/>
            <p:cNvSpPr/>
            <p:nvPr/>
          </p:nvSpPr>
          <p:spPr>
            <a:xfrm>
              <a:off x="2513250" y="2391675"/>
              <a:ext cx="12575" cy="12550"/>
            </a:xfrm>
            <a:custGeom>
              <a:avLst/>
              <a:gdLst/>
              <a:ahLst/>
              <a:cxnLst/>
              <a:rect l="l" t="t" r="r" b="b"/>
              <a:pathLst>
                <a:path w="503" h="502" extrusionOk="0">
                  <a:moveTo>
                    <a:pt x="252" y="0"/>
                  </a:moveTo>
                  <a:cubicBezTo>
                    <a:pt x="109" y="0"/>
                    <a:pt x="0" y="114"/>
                    <a:pt x="0" y="252"/>
                  </a:cubicBezTo>
                  <a:cubicBezTo>
                    <a:pt x="0" y="388"/>
                    <a:pt x="109"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11"/>
            <p:cNvSpPr/>
            <p:nvPr/>
          </p:nvSpPr>
          <p:spPr>
            <a:xfrm>
              <a:off x="2605000" y="2391675"/>
              <a:ext cx="12575" cy="12550"/>
            </a:xfrm>
            <a:custGeom>
              <a:avLst/>
              <a:gdLst/>
              <a:ahLst/>
              <a:cxnLst/>
              <a:rect l="l" t="t" r="r" b="b"/>
              <a:pathLst>
                <a:path w="503" h="502" extrusionOk="0">
                  <a:moveTo>
                    <a:pt x="252" y="0"/>
                  </a:moveTo>
                  <a:cubicBezTo>
                    <a:pt x="116" y="0"/>
                    <a:pt x="0" y="114"/>
                    <a:pt x="0" y="252"/>
                  </a:cubicBezTo>
                  <a:cubicBezTo>
                    <a:pt x="0" y="388"/>
                    <a:pt x="116" y="501"/>
                    <a:pt x="252" y="501"/>
                  </a:cubicBezTo>
                  <a:cubicBezTo>
                    <a:pt x="387" y="501"/>
                    <a:pt x="503" y="388"/>
                    <a:pt x="503" y="252"/>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11"/>
            <p:cNvSpPr/>
            <p:nvPr/>
          </p:nvSpPr>
          <p:spPr>
            <a:xfrm>
              <a:off x="2696950" y="2391675"/>
              <a:ext cx="12375" cy="12550"/>
            </a:xfrm>
            <a:custGeom>
              <a:avLst/>
              <a:gdLst/>
              <a:ahLst/>
              <a:cxnLst/>
              <a:rect l="l" t="t" r="r" b="b"/>
              <a:pathLst>
                <a:path w="495" h="502" extrusionOk="0">
                  <a:moveTo>
                    <a:pt x="252" y="0"/>
                  </a:moveTo>
                  <a:cubicBezTo>
                    <a:pt x="108" y="0"/>
                    <a:pt x="1" y="114"/>
                    <a:pt x="1" y="252"/>
                  </a:cubicBezTo>
                  <a:cubicBezTo>
                    <a:pt x="1" y="388"/>
                    <a:pt x="108" y="501"/>
                    <a:pt x="252" y="501"/>
                  </a:cubicBezTo>
                  <a:cubicBezTo>
                    <a:pt x="388" y="501"/>
                    <a:pt x="495" y="388"/>
                    <a:pt x="495" y="252"/>
                  </a:cubicBezTo>
                  <a:cubicBezTo>
                    <a:pt x="495"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11"/>
            <p:cNvSpPr/>
            <p:nvPr/>
          </p:nvSpPr>
          <p:spPr>
            <a:xfrm>
              <a:off x="2788700" y="23916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11"/>
            <p:cNvSpPr/>
            <p:nvPr/>
          </p:nvSpPr>
          <p:spPr>
            <a:xfrm>
              <a:off x="2880675" y="2391675"/>
              <a:ext cx="12375" cy="12550"/>
            </a:xfrm>
            <a:custGeom>
              <a:avLst/>
              <a:gdLst/>
              <a:ahLst/>
              <a:cxnLst/>
              <a:rect l="l" t="t" r="r" b="b"/>
              <a:pathLst>
                <a:path w="495" h="502" extrusionOk="0">
                  <a:moveTo>
                    <a:pt x="243" y="0"/>
                  </a:moveTo>
                  <a:cubicBezTo>
                    <a:pt x="107" y="0"/>
                    <a:pt x="0" y="114"/>
                    <a:pt x="0" y="252"/>
                  </a:cubicBezTo>
                  <a:cubicBezTo>
                    <a:pt x="0" y="388"/>
                    <a:pt x="107" y="501"/>
                    <a:pt x="243" y="501"/>
                  </a:cubicBezTo>
                  <a:cubicBezTo>
                    <a:pt x="387" y="501"/>
                    <a:pt x="494" y="388"/>
                    <a:pt x="494" y="252"/>
                  </a:cubicBezTo>
                  <a:cubicBezTo>
                    <a:pt x="494" y="114"/>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11"/>
            <p:cNvSpPr/>
            <p:nvPr/>
          </p:nvSpPr>
          <p:spPr>
            <a:xfrm>
              <a:off x="2972425" y="2391675"/>
              <a:ext cx="12575" cy="12550"/>
            </a:xfrm>
            <a:custGeom>
              <a:avLst/>
              <a:gdLst/>
              <a:ahLst/>
              <a:cxnLst/>
              <a:rect l="l" t="t" r="r" b="b"/>
              <a:pathLst>
                <a:path w="503" h="502" extrusionOk="0">
                  <a:moveTo>
                    <a:pt x="251" y="0"/>
                  </a:moveTo>
                  <a:cubicBezTo>
                    <a:pt x="115" y="0"/>
                    <a:pt x="0" y="114"/>
                    <a:pt x="0" y="252"/>
                  </a:cubicBezTo>
                  <a:cubicBezTo>
                    <a:pt x="0" y="388"/>
                    <a:pt x="115" y="501"/>
                    <a:pt x="251" y="501"/>
                  </a:cubicBezTo>
                  <a:cubicBezTo>
                    <a:pt x="387" y="501"/>
                    <a:pt x="503" y="388"/>
                    <a:pt x="503" y="252"/>
                  </a:cubicBezTo>
                  <a:cubicBezTo>
                    <a:pt x="503"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11"/>
            <p:cNvSpPr/>
            <p:nvPr/>
          </p:nvSpPr>
          <p:spPr>
            <a:xfrm>
              <a:off x="3064375" y="2391675"/>
              <a:ext cx="12375" cy="12550"/>
            </a:xfrm>
            <a:custGeom>
              <a:avLst/>
              <a:gdLst/>
              <a:ahLst/>
              <a:cxnLst/>
              <a:rect l="l" t="t" r="r" b="b"/>
              <a:pathLst>
                <a:path w="495" h="502" extrusionOk="0">
                  <a:moveTo>
                    <a:pt x="243" y="0"/>
                  </a:moveTo>
                  <a:cubicBezTo>
                    <a:pt x="107" y="0"/>
                    <a:pt x="1" y="114"/>
                    <a:pt x="1" y="252"/>
                  </a:cubicBezTo>
                  <a:cubicBezTo>
                    <a:pt x="1" y="388"/>
                    <a:pt x="107" y="501"/>
                    <a:pt x="243" y="501"/>
                  </a:cubicBezTo>
                  <a:cubicBezTo>
                    <a:pt x="388" y="501"/>
                    <a:pt x="495" y="388"/>
                    <a:pt x="495" y="252"/>
                  </a:cubicBezTo>
                  <a:cubicBezTo>
                    <a:pt x="495" y="114"/>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11"/>
            <p:cNvSpPr/>
            <p:nvPr/>
          </p:nvSpPr>
          <p:spPr>
            <a:xfrm>
              <a:off x="3156125" y="23916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11"/>
            <p:cNvSpPr/>
            <p:nvPr/>
          </p:nvSpPr>
          <p:spPr>
            <a:xfrm>
              <a:off x="3247875" y="2391675"/>
              <a:ext cx="12575" cy="12550"/>
            </a:xfrm>
            <a:custGeom>
              <a:avLst/>
              <a:gdLst/>
              <a:ahLst/>
              <a:cxnLst/>
              <a:rect l="l" t="t" r="r" b="b"/>
              <a:pathLst>
                <a:path w="503"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11"/>
            <p:cNvSpPr/>
            <p:nvPr/>
          </p:nvSpPr>
          <p:spPr>
            <a:xfrm>
              <a:off x="3339850" y="2391675"/>
              <a:ext cx="12525" cy="12550"/>
            </a:xfrm>
            <a:custGeom>
              <a:avLst/>
              <a:gdLst/>
              <a:ahLst/>
              <a:cxnLst/>
              <a:rect l="l" t="t" r="r" b="b"/>
              <a:pathLst>
                <a:path w="501" h="502" extrusionOk="0">
                  <a:moveTo>
                    <a:pt x="251" y="0"/>
                  </a:moveTo>
                  <a:cubicBezTo>
                    <a:pt x="107" y="0"/>
                    <a:pt x="0" y="114"/>
                    <a:pt x="0" y="252"/>
                  </a:cubicBezTo>
                  <a:cubicBezTo>
                    <a:pt x="0" y="388"/>
                    <a:pt x="107" y="501"/>
                    <a:pt x="251" y="501"/>
                  </a:cubicBezTo>
                  <a:cubicBezTo>
                    <a:pt x="387" y="501"/>
                    <a:pt x="501" y="388"/>
                    <a:pt x="501" y="252"/>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11"/>
            <p:cNvSpPr/>
            <p:nvPr/>
          </p:nvSpPr>
          <p:spPr>
            <a:xfrm>
              <a:off x="3431575" y="23916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11"/>
            <p:cNvSpPr/>
            <p:nvPr/>
          </p:nvSpPr>
          <p:spPr>
            <a:xfrm>
              <a:off x="3523550" y="2391675"/>
              <a:ext cx="12375" cy="12550"/>
            </a:xfrm>
            <a:custGeom>
              <a:avLst/>
              <a:gdLst/>
              <a:ahLst/>
              <a:cxnLst/>
              <a:rect l="l" t="t" r="r" b="b"/>
              <a:pathLst>
                <a:path w="495" h="502" extrusionOk="0">
                  <a:moveTo>
                    <a:pt x="250" y="0"/>
                  </a:moveTo>
                  <a:cubicBezTo>
                    <a:pt x="107" y="0"/>
                    <a:pt x="0" y="114"/>
                    <a:pt x="0" y="252"/>
                  </a:cubicBezTo>
                  <a:cubicBezTo>
                    <a:pt x="0" y="388"/>
                    <a:pt x="107" y="501"/>
                    <a:pt x="250" y="501"/>
                  </a:cubicBezTo>
                  <a:cubicBezTo>
                    <a:pt x="388" y="501"/>
                    <a:pt x="494" y="388"/>
                    <a:pt x="494" y="252"/>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11"/>
            <p:cNvSpPr/>
            <p:nvPr/>
          </p:nvSpPr>
          <p:spPr>
            <a:xfrm>
              <a:off x="676400" y="2483600"/>
              <a:ext cx="12600" cy="12400"/>
            </a:xfrm>
            <a:custGeom>
              <a:avLst/>
              <a:gdLst/>
              <a:ahLst/>
              <a:cxnLst/>
              <a:rect l="l" t="t" r="r" b="b"/>
              <a:pathLst>
                <a:path w="504" h="496" extrusionOk="0">
                  <a:moveTo>
                    <a:pt x="252" y="0"/>
                  </a:moveTo>
                  <a:cubicBezTo>
                    <a:pt x="116" y="0"/>
                    <a:pt x="1" y="109"/>
                    <a:pt x="1" y="251"/>
                  </a:cubicBezTo>
                  <a:cubicBezTo>
                    <a:pt x="1" y="387"/>
                    <a:pt x="116" y="496"/>
                    <a:pt x="252" y="496"/>
                  </a:cubicBezTo>
                  <a:cubicBezTo>
                    <a:pt x="388" y="496"/>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11"/>
            <p:cNvSpPr/>
            <p:nvPr/>
          </p:nvSpPr>
          <p:spPr>
            <a:xfrm>
              <a:off x="768325" y="2483600"/>
              <a:ext cx="12400" cy="12400"/>
            </a:xfrm>
            <a:custGeom>
              <a:avLst/>
              <a:gdLst/>
              <a:ahLst/>
              <a:cxnLst/>
              <a:rect l="l" t="t" r="r" b="b"/>
              <a:pathLst>
                <a:path w="496" h="496" extrusionOk="0">
                  <a:moveTo>
                    <a:pt x="245" y="0"/>
                  </a:moveTo>
                  <a:cubicBezTo>
                    <a:pt x="109" y="0"/>
                    <a:pt x="0" y="109"/>
                    <a:pt x="0" y="251"/>
                  </a:cubicBezTo>
                  <a:cubicBezTo>
                    <a:pt x="0" y="387"/>
                    <a:pt x="109" y="496"/>
                    <a:pt x="245" y="496"/>
                  </a:cubicBezTo>
                  <a:cubicBezTo>
                    <a:pt x="388" y="496"/>
                    <a:pt x="496" y="387"/>
                    <a:pt x="496" y="251"/>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11"/>
            <p:cNvSpPr/>
            <p:nvPr/>
          </p:nvSpPr>
          <p:spPr>
            <a:xfrm>
              <a:off x="860125" y="2483600"/>
              <a:ext cx="12525" cy="12400"/>
            </a:xfrm>
            <a:custGeom>
              <a:avLst/>
              <a:gdLst/>
              <a:ahLst/>
              <a:cxnLst/>
              <a:rect l="l" t="t" r="r" b="b"/>
              <a:pathLst>
                <a:path w="501" h="496" extrusionOk="0">
                  <a:moveTo>
                    <a:pt x="251" y="0"/>
                  </a:moveTo>
                  <a:cubicBezTo>
                    <a:pt x="114" y="0"/>
                    <a:pt x="0" y="109"/>
                    <a:pt x="0" y="251"/>
                  </a:cubicBezTo>
                  <a:cubicBezTo>
                    <a:pt x="0" y="387"/>
                    <a:pt x="114" y="496"/>
                    <a:pt x="251" y="496"/>
                  </a:cubicBezTo>
                  <a:cubicBezTo>
                    <a:pt x="387" y="496"/>
                    <a:pt x="501" y="387"/>
                    <a:pt x="501" y="251"/>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11"/>
            <p:cNvSpPr/>
            <p:nvPr/>
          </p:nvSpPr>
          <p:spPr>
            <a:xfrm>
              <a:off x="951850" y="2483600"/>
              <a:ext cx="12600" cy="12400"/>
            </a:xfrm>
            <a:custGeom>
              <a:avLst/>
              <a:gdLst/>
              <a:ahLst/>
              <a:cxnLst/>
              <a:rect l="l" t="t" r="r" b="b"/>
              <a:pathLst>
                <a:path w="504" h="496" extrusionOk="0">
                  <a:moveTo>
                    <a:pt x="252" y="0"/>
                  </a:moveTo>
                  <a:cubicBezTo>
                    <a:pt x="116" y="0"/>
                    <a:pt x="1" y="109"/>
                    <a:pt x="1" y="251"/>
                  </a:cubicBezTo>
                  <a:cubicBezTo>
                    <a:pt x="1" y="387"/>
                    <a:pt x="116" y="496"/>
                    <a:pt x="252" y="496"/>
                  </a:cubicBezTo>
                  <a:cubicBezTo>
                    <a:pt x="388" y="496"/>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11"/>
            <p:cNvSpPr/>
            <p:nvPr/>
          </p:nvSpPr>
          <p:spPr>
            <a:xfrm>
              <a:off x="1043825" y="2483600"/>
              <a:ext cx="12375" cy="12400"/>
            </a:xfrm>
            <a:custGeom>
              <a:avLst/>
              <a:gdLst/>
              <a:ahLst/>
              <a:cxnLst/>
              <a:rect l="l" t="t" r="r" b="b"/>
              <a:pathLst>
                <a:path w="495" h="496" extrusionOk="0">
                  <a:moveTo>
                    <a:pt x="250" y="0"/>
                  </a:moveTo>
                  <a:cubicBezTo>
                    <a:pt x="107" y="0"/>
                    <a:pt x="0" y="109"/>
                    <a:pt x="0" y="251"/>
                  </a:cubicBezTo>
                  <a:cubicBezTo>
                    <a:pt x="0" y="387"/>
                    <a:pt x="107" y="496"/>
                    <a:pt x="250" y="496"/>
                  </a:cubicBezTo>
                  <a:cubicBezTo>
                    <a:pt x="388" y="496"/>
                    <a:pt x="494" y="387"/>
                    <a:pt x="494" y="251"/>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11"/>
            <p:cNvSpPr/>
            <p:nvPr/>
          </p:nvSpPr>
          <p:spPr>
            <a:xfrm>
              <a:off x="1135575" y="2483600"/>
              <a:ext cx="12575" cy="12400"/>
            </a:xfrm>
            <a:custGeom>
              <a:avLst/>
              <a:gdLst/>
              <a:ahLst/>
              <a:cxnLst/>
              <a:rect l="l" t="t" r="r" b="b"/>
              <a:pathLst>
                <a:path w="503" h="496" extrusionOk="0">
                  <a:moveTo>
                    <a:pt x="252" y="0"/>
                  </a:moveTo>
                  <a:cubicBezTo>
                    <a:pt x="116" y="0"/>
                    <a:pt x="0" y="109"/>
                    <a:pt x="0" y="251"/>
                  </a:cubicBezTo>
                  <a:cubicBezTo>
                    <a:pt x="0" y="387"/>
                    <a:pt x="116" y="496"/>
                    <a:pt x="252" y="496"/>
                  </a:cubicBezTo>
                  <a:cubicBezTo>
                    <a:pt x="387" y="496"/>
                    <a:pt x="503" y="387"/>
                    <a:pt x="503" y="251"/>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11"/>
            <p:cNvSpPr/>
            <p:nvPr/>
          </p:nvSpPr>
          <p:spPr>
            <a:xfrm>
              <a:off x="1227500" y="2483600"/>
              <a:ext cx="12400" cy="12400"/>
            </a:xfrm>
            <a:custGeom>
              <a:avLst/>
              <a:gdLst/>
              <a:ahLst/>
              <a:cxnLst/>
              <a:rect l="l" t="t" r="r" b="b"/>
              <a:pathLst>
                <a:path w="496" h="496" extrusionOk="0">
                  <a:moveTo>
                    <a:pt x="251" y="0"/>
                  </a:moveTo>
                  <a:cubicBezTo>
                    <a:pt x="109" y="0"/>
                    <a:pt x="0" y="109"/>
                    <a:pt x="0" y="251"/>
                  </a:cubicBezTo>
                  <a:cubicBezTo>
                    <a:pt x="0" y="387"/>
                    <a:pt x="109" y="496"/>
                    <a:pt x="251" y="496"/>
                  </a:cubicBezTo>
                  <a:cubicBezTo>
                    <a:pt x="387" y="496"/>
                    <a:pt x="496" y="387"/>
                    <a:pt x="496" y="251"/>
                  </a:cubicBezTo>
                  <a:cubicBezTo>
                    <a:pt x="496"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11"/>
            <p:cNvSpPr/>
            <p:nvPr/>
          </p:nvSpPr>
          <p:spPr>
            <a:xfrm>
              <a:off x="1319275" y="2483600"/>
              <a:ext cx="12550" cy="12400"/>
            </a:xfrm>
            <a:custGeom>
              <a:avLst/>
              <a:gdLst/>
              <a:ahLst/>
              <a:cxnLst/>
              <a:rect l="l" t="t" r="r" b="b"/>
              <a:pathLst>
                <a:path w="502" h="496" extrusionOk="0">
                  <a:moveTo>
                    <a:pt x="252" y="0"/>
                  </a:moveTo>
                  <a:cubicBezTo>
                    <a:pt x="114" y="0"/>
                    <a:pt x="1" y="109"/>
                    <a:pt x="1" y="251"/>
                  </a:cubicBezTo>
                  <a:cubicBezTo>
                    <a:pt x="1" y="387"/>
                    <a:pt x="114" y="496"/>
                    <a:pt x="252" y="496"/>
                  </a:cubicBezTo>
                  <a:cubicBezTo>
                    <a:pt x="388" y="496"/>
                    <a:pt x="501" y="387"/>
                    <a:pt x="501" y="251"/>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11"/>
            <p:cNvSpPr/>
            <p:nvPr/>
          </p:nvSpPr>
          <p:spPr>
            <a:xfrm>
              <a:off x="1411200" y="2483600"/>
              <a:ext cx="12425" cy="12400"/>
            </a:xfrm>
            <a:custGeom>
              <a:avLst/>
              <a:gdLst/>
              <a:ahLst/>
              <a:cxnLst/>
              <a:rect l="l" t="t" r="r" b="b"/>
              <a:pathLst>
                <a:path w="497" h="496" extrusionOk="0">
                  <a:moveTo>
                    <a:pt x="245" y="0"/>
                  </a:moveTo>
                  <a:cubicBezTo>
                    <a:pt x="109" y="0"/>
                    <a:pt x="1" y="109"/>
                    <a:pt x="1" y="251"/>
                  </a:cubicBezTo>
                  <a:cubicBezTo>
                    <a:pt x="1" y="387"/>
                    <a:pt x="109" y="496"/>
                    <a:pt x="245" y="496"/>
                  </a:cubicBezTo>
                  <a:cubicBezTo>
                    <a:pt x="388" y="496"/>
                    <a:pt x="496" y="387"/>
                    <a:pt x="496" y="251"/>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11"/>
            <p:cNvSpPr/>
            <p:nvPr/>
          </p:nvSpPr>
          <p:spPr>
            <a:xfrm>
              <a:off x="1503000" y="2483600"/>
              <a:ext cx="12525" cy="12400"/>
            </a:xfrm>
            <a:custGeom>
              <a:avLst/>
              <a:gdLst/>
              <a:ahLst/>
              <a:cxnLst/>
              <a:rect l="l" t="t" r="r" b="b"/>
              <a:pathLst>
                <a:path w="501" h="496" extrusionOk="0">
                  <a:moveTo>
                    <a:pt x="250" y="0"/>
                  </a:moveTo>
                  <a:cubicBezTo>
                    <a:pt x="114" y="0"/>
                    <a:pt x="0" y="109"/>
                    <a:pt x="0" y="251"/>
                  </a:cubicBezTo>
                  <a:cubicBezTo>
                    <a:pt x="0" y="387"/>
                    <a:pt x="114" y="496"/>
                    <a:pt x="250" y="496"/>
                  </a:cubicBezTo>
                  <a:cubicBezTo>
                    <a:pt x="387" y="496"/>
                    <a:pt x="501" y="387"/>
                    <a:pt x="501" y="251"/>
                  </a:cubicBezTo>
                  <a:cubicBezTo>
                    <a:pt x="501" y="109"/>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11"/>
            <p:cNvSpPr/>
            <p:nvPr/>
          </p:nvSpPr>
          <p:spPr>
            <a:xfrm>
              <a:off x="1594750" y="2483600"/>
              <a:ext cx="12575" cy="12400"/>
            </a:xfrm>
            <a:custGeom>
              <a:avLst/>
              <a:gdLst/>
              <a:ahLst/>
              <a:cxnLst/>
              <a:rect l="l" t="t" r="r" b="b"/>
              <a:pathLst>
                <a:path w="503" h="496" extrusionOk="0">
                  <a:moveTo>
                    <a:pt x="251" y="0"/>
                  </a:moveTo>
                  <a:cubicBezTo>
                    <a:pt x="115" y="0"/>
                    <a:pt x="0" y="109"/>
                    <a:pt x="0" y="251"/>
                  </a:cubicBezTo>
                  <a:cubicBezTo>
                    <a:pt x="0" y="387"/>
                    <a:pt x="115" y="496"/>
                    <a:pt x="251" y="496"/>
                  </a:cubicBezTo>
                  <a:cubicBezTo>
                    <a:pt x="394" y="496"/>
                    <a:pt x="503" y="387"/>
                    <a:pt x="503" y="251"/>
                  </a:cubicBezTo>
                  <a:cubicBezTo>
                    <a:pt x="503" y="109"/>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11"/>
            <p:cNvSpPr/>
            <p:nvPr/>
          </p:nvSpPr>
          <p:spPr>
            <a:xfrm>
              <a:off x="1686650" y="2483600"/>
              <a:ext cx="12600" cy="12400"/>
            </a:xfrm>
            <a:custGeom>
              <a:avLst/>
              <a:gdLst/>
              <a:ahLst/>
              <a:cxnLst/>
              <a:rect l="l" t="t" r="r" b="b"/>
              <a:pathLst>
                <a:path w="504" h="496" extrusionOk="0">
                  <a:moveTo>
                    <a:pt x="252" y="0"/>
                  </a:moveTo>
                  <a:cubicBezTo>
                    <a:pt x="116" y="0"/>
                    <a:pt x="1" y="109"/>
                    <a:pt x="1" y="251"/>
                  </a:cubicBezTo>
                  <a:cubicBezTo>
                    <a:pt x="1" y="387"/>
                    <a:pt x="116" y="496"/>
                    <a:pt x="252" y="496"/>
                  </a:cubicBezTo>
                  <a:cubicBezTo>
                    <a:pt x="388" y="496"/>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11"/>
            <p:cNvSpPr/>
            <p:nvPr/>
          </p:nvSpPr>
          <p:spPr>
            <a:xfrm>
              <a:off x="1778450" y="2483600"/>
              <a:ext cx="12550" cy="12400"/>
            </a:xfrm>
            <a:custGeom>
              <a:avLst/>
              <a:gdLst/>
              <a:ahLst/>
              <a:cxnLst/>
              <a:rect l="l" t="t" r="r" b="b"/>
              <a:pathLst>
                <a:path w="502" h="496" extrusionOk="0">
                  <a:moveTo>
                    <a:pt x="252" y="0"/>
                  </a:moveTo>
                  <a:cubicBezTo>
                    <a:pt x="114" y="0"/>
                    <a:pt x="1" y="109"/>
                    <a:pt x="1" y="251"/>
                  </a:cubicBezTo>
                  <a:cubicBezTo>
                    <a:pt x="1" y="387"/>
                    <a:pt x="114" y="496"/>
                    <a:pt x="252" y="496"/>
                  </a:cubicBezTo>
                  <a:cubicBezTo>
                    <a:pt x="388" y="496"/>
                    <a:pt x="501" y="387"/>
                    <a:pt x="501" y="251"/>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11"/>
            <p:cNvSpPr/>
            <p:nvPr/>
          </p:nvSpPr>
          <p:spPr>
            <a:xfrm>
              <a:off x="1870375" y="2483600"/>
              <a:ext cx="12400" cy="12400"/>
            </a:xfrm>
            <a:custGeom>
              <a:avLst/>
              <a:gdLst/>
              <a:ahLst/>
              <a:cxnLst/>
              <a:rect l="l" t="t" r="r" b="b"/>
              <a:pathLst>
                <a:path w="496" h="496" extrusionOk="0">
                  <a:moveTo>
                    <a:pt x="252" y="0"/>
                  </a:moveTo>
                  <a:cubicBezTo>
                    <a:pt x="109" y="0"/>
                    <a:pt x="0" y="109"/>
                    <a:pt x="0" y="251"/>
                  </a:cubicBezTo>
                  <a:cubicBezTo>
                    <a:pt x="0" y="387"/>
                    <a:pt x="109" y="496"/>
                    <a:pt x="252" y="496"/>
                  </a:cubicBezTo>
                  <a:cubicBezTo>
                    <a:pt x="387" y="496"/>
                    <a:pt x="496" y="387"/>
                    <a:pt x="496" y="251"/>
                  </a:cubicBezTo>
                  <a:cubicBezTo>
                    <a:pt x="496"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11"/>
            <p:cNvSpPr/>
            <p:nvPr/>
          </p:nvSpPr>
          <p:spPr>
            <a:xfrm>
              <a:off x="1962150" y="2483600"/>
              <a:ext cx="12550" cy="12400"/>
            </a:xfrm>
            <a:custGeom>
              <a:avLst/>
              <a:gdLst/>
              <a:ahLst/>
              <a:cxnLst/>
              <a:rect l="l" t="t" r="r" b="b"/>
              <a:pathLst>
                <a:path w="502" h="496" extrusionOk="0">
                  <a:moveTo>
                    <a:pt x="250" y="0"/>
                  </a:moveTo>
                  <a:cubicBezTo>
                    <a:pt x="114" y="0"/>
                    <a:pt x="1" y="109"/>
                    <a:pt x="1" y="251"/>
                  </a:cubicBezTo>
                  <a:cubicBezTo>
                    <a:pt x="1" y="387"/>
                    <a:pt x="114" y="496"/>
                    <a:pt x="250" y="496"/>
                  </a:cubicBezTo>
                  <a:cubicBezTo>
                    <a:pt x="388" y="496"/>
                    <a:pt x="502" y="387"/>
                    <a:pt x="502" y="251"/>
                  </a:cubicBezTo>
                  <a:cubicBezTo>
                    <a:pt x="502"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11"/>
            <p:cNvSpPr/>
            <p:nvPr/>
          </p:nvSpPr>
          <p:spPr>
            <a:xfrm>
              <a:off x="2054075" y="2483600"/>
              <a:ext cx="12425" cy="12400"/>
            </a:xfrm>
            <a:custGeom>
              <a:avLst/>
              <a:gdLst/>
              <a:ahLst/>
              <a:cxnLst/>
              <a:rect l="l" t="t" r="r" b="b"/>
              <a:pathLst>
                <a:path w="497" h="496" extrusionOk="0">
                  <a:moveTo>
                    <a:pt x="252" y="0"/>
                  </a:moveTo>
                  <a:cubicBezTo>
                    <a:pt x="109" y="0"/>
                    <a:pt x="1" y="109"/>
                    <a:pt x="1" y="251"/>
                  </a:cubicBezTo>
                  <a:cubicBezTo>
                    <a:pt x="1" y="387"/>
                    <a:pt x="109" y="496"/>
                    <a:pt x="252" y="496"/>
                  </a:cubicBezTo>
                  <a:cubicBezTo>
                    <a:pt x="388" y="496"/>
                    <a:pt x="496" y="387"/>
                    <a:pt x="496" y="251"/>
                  </a:cubicBezTo>
                  <a:cubicBezTo>
                    <a:pt x="496"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11"/>
            <p:cNvSpPr/>
            <p:nvPr/>
          </p:nvSpPr>
          <p:spPr>
            <a:xfrm>
              <a:off x="2145825" y="2483600"/>
              <a:ext cx="12600" cy="12400"/>
            </a:xfrm>
            <a:custGeom>
              <a:avLst/>
              <a:gdLst/>
              <a:ahLst/>
              <a:cxnLst/>
              <a:rect l="l" t="t" r="r" b="b"/>
              <a:pathLst>
                <a:path w="504" h="496" extrusionOk="0">
                  <a:moveTo>
                    <a:pt x="252" y="0"/>
                  </a:moveTo>
                  <a:cubicBezTo>
                    <a:pt x="116" y="0"/>
                    <a:pt x="1" y="109"/>
                    <a:pt x="1" y="251"/>
                  </a:cubicBezTo>
                  <a:cubicBezTo>
                    <a:pt x="1" y="387"/>
                    <a:pt x="116" y="496"/>
                    <a:pt x="252" y="496"/>
                  </a:cubicBezTo>
                  <a:cubicBezTo>
                    <a:pt x="388" y="496"/>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11"/>
            <p:cNvSpPr/>
            <p:nvPr/>
          </p:nvSpPr>
          <p:spPr>
            <a:xfrm>
              <a:off x="2237800" y="2483600"/>
              <a:ext cx="12350" cy="12400"/>
            </a:xfrm>
            <a:custGeom>
              <a:avLst/>
              <a:gdLst/>
              <a:ahLst/>
              <a:cxnLst/>
              <a:rect l="l" t="t" r="r" b="b"/>
              <a:pathLst>
                <a:path w="494" h="496" extrusionOk="0">
                  <a:moveTo>
                    <a:pt x="244" y="0"/>
                  </a:moveTo>
                  <a:cubicBezTo>
                    <a:pt x="107" y="0"/>
                    <a:pt x="0" y="109"/>
                    <a:pt x="0" y="251"/>
                  </a:cubicBezTo>
                  <a:cubicBezTo>
                    <a:pt x="0" y="387"/>
                    <a:pt x="107" y="496"/>
                    <a:pt x="244" y="496"/>
                  </a:cubicBezTo>
                  <a:cubicBezTo>
                    <a:pt x="387" y="496"/>
                    <a:pt x="494" y="387"/>
                    <a:pt x="494" y="251"/>
                  </a:cubicBezTo>
                  <a:cubicBezTo>
                    <a:pt x="494" y="109"/>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11"/>
            <p:cNvSpPr/>
            <p:nvPr/>
          </p:nvSpPr>
          <p:spPr>
            <a:xfrm>
              <a:off x="2329550" y="2483600"/>
              <a:ext cx="12575" cy="12400"/>
            </a:xfrm>
            <a:custGeom>
              <a:avLst/>
              <a:gdLst/>
              <a:ahLst/>
              <a:cxnLst/>
              <a:rect l="l" t="t" r="r" b="b"/>
              <a:pathLst>
                <a:path w="503" h="496" extrusionOk="0">
                  <a:moveTo>
                    <a:pt x="251" y="0"/>
                  </a:moveTo>
                  <a:cubicBezTo>
                    <a:pt x="115" y="0"/>
                    <a:pt x="0" y="109"/>
                    <a:pt x="0" y="251"/>
                  </a:cubicBezTo>
                  <a:cubicBezTo>
                    <a:pt x="0" y="387"/>
                    <a:pt x="115" y="496"/>
                    <a:pt x="251" y="496"/>
                  </a:cubicBezTo>
                  <a:cubicBezTo>
                    <a:pt x="387" y="496"/>
                    <a:pt x="502" y="387"/>
                    <a:pt x="502" y="251"/>
                  </a:cubicBezTo>
                  <a:cubicBezTo>
                    <a:pt x="502"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11"/>
            <p:cNvSpPr/>
            <p:nvPr/>
          </p:nvSpPr>
          <p:spPr>
            <a:xfrm>
              <a:off x="2421325" y="2483600"/>
              <a:ext cx="12550" cy="12400"/>
            </a:xfrm>
            <a:custGeom>
              <a:avLst/>
              <a:gdLst/>
              <a:ahLst/>
              <a:cxnLst/>
              <a:rect l="l" t="t" r="r" b="b"/>
              <a:pathLst>
                <a:path w="502" h="496" extrusionOk="0">
                  <a:moveTo>
                    <a:pt x="250" y="0"/>
                  </a:moveTo>
                  <a:cubicBezTo>
                    <a:pt x="114" y="0"/>
                    <a:pt x="1" y="109"/>
                    <a:pt x="1" y="251"/>
                  </a:cubicBezTo>
                  <a:cubicBezTo>
                    <a:pt x="1" y="387"/>
                    <a:pt x="114" y="496"/>
                    <a:pt x="250" y="496"/>
                  </a:cubicBezTo>
                  <a:cubicBezTo>
                    <a:pt x="395" y="496"/>
                    <a:pt x="501" y="387"/>
                    <a:pt x="501" y="251"/>
                  </a:cubicBezTo>
                  <a:cubicBezTo>
                    <a:pt x="501" y="109"/>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11"/>
            <p:cNvSpPr/>
            <p:nvPr/>
          </p:nvSpPr>
          <p:spPr>
            <a:xfrm>
              <a:off x="2513250" y="2483600"/>
              <a:ext cx="12575" cy="12400"/>
            </a:xfrm>
            <a:custGeom>
              <a:avLst/>
              <a:gdLst/>
              <a:ahLst/>
              <a:cxnLst/>
              <a:rect l="l" t="t" r="r" b="b"/>
              <a:pathLst>
                <a:path w="503" h="496" extrusionOk="0">
                  <a:moveTo>
                    <a:pt x="252" y="0"/>
                  </a:moveTo>
                  <a:cubicBezTo>
                    <a:pt x="109" y="0"/>
                    <a:pt x="0" y="109"/>
                    <a:pt x="0" y="251"/>
                  </a:cubicBezTo>
                  <a:cubicBezTo>
                    <a:pt x="0" y="387"/>
                    <a:pt x="109" y="496"/>
                    <a:pt x="252" y="496"/>
                  </a:cubicBezTo>
                  <a:cubicBezTo>
                    <a:pt x="388" y="496"/>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11"/>
            <p:cNvSpPr/>
            <p:nvPr/>
          </p:nvSpPr>
          <p:spPr>
            <a:xfrm>
              <a:off x="2605000" y="2483600"/>
              <a:ext cx="12575" cy="12400"/>
            </a:xfrm>
            <a:custGeom>
              <a:avLst/>
              <a:gdLst/>
              <a:ahLst/>
              <a:cxnLst/>
              <a:rect l="l" t="t" r="r" b="b"/>
              <a:pathLst>
                <a:path w="503" h="496" extrusionOk="0">
                  <a:moveTo>
                    <a:pt x="252" y="0"/>
                  </a:moveTo>
                  <a:cubicBezTo>
                    <a:pt x="116" y="0"/>
                    <a:pt x="0" y="109"/>
                    <a:pt x="0" y="251"/>
                  </a:cubicBezTo>
                  <a:cubicBezTo>
                    <a:pt x="0" y="387"/>
                    <a:pt x="116" y="496"/>
                    <a:pt x="252" y="496"/>
                  </a:cubicBezTo>
                  <a:cubicBezTo>
                    <a:pt x="387" y="496"/>
                    <a:pt x="503" y="387"/>
                    <a:pt x="503" y="251"/>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11"/>
            <p:cNvSpPr/>
            <p:nvPr/>
          </p:nvSpPr>
          <p:spPr>
            <a:xfrm>
              <a:off x="2696950" y="2483600"/>
              <a:ext cx="12375" cy="12400"/>
            </a:xfrm>
            <a:custGeom>
              <a:avLst/>
              <a:gdLst/>
              <a:ahLst/>
              <a:cxnLst/>
              <a:rect l="l" t="t" r="r" b="b"/>
              <a:pathLst>
                <a:path w="495" h="496" extrusionOk="0">
                  <a:moveTo>
                    <a:pt x="252" y="0"/>
                  </a:moveTo>
                  <a:cubicBezTo>
                    <a:pt x="108" y="0"/>
                    <a:pt x="1" y="109"/>
                    <a:pt x="1" y="251"/>
                  </a:cubicBezTo>
                  <a:cubicBezTo>
                    <a:pt x="1" y="387"/>
                    <a:pt x="108" y="496"/>
                    <a:pt x="252" y="496"/>
                  </a:cubicBezTo>
                  <a:cubicBezTo>
                    <a:pt x="388" y="496"/>
                    <a:pt x="495" y="387"/>
                    <a:pt x="495" y="251"/>
                  </a:cubicBezTo>
                  <a:cubicBezTo>
                    <a:pt x="495"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11"/>
            <p:cNvSpPr/>
            <p:nvPr/>
          </p:nvSpPr>
          <p:spPr>
            <a:xfrm>
              <a:off x="2788700" y="2483600"/>
              <a:ext cx="12600" cy="12400"/>
            </a:xfrm>
            <a:custGeom>
              <a:avLst/>
              <a:gdLst/>
              <a:ahLst/>
              <a:cxnLst/>
              <a:rect l="l" t="t" r="r" b="b"/>
              <a:pathLst>
                <a:path w="504" h="496" extrusionOk="0">
                  <a:moveTo>
                    <a:pt x="252" y="0"/>
                  </a:moveTo>
                  <a:cubicBezTo>
                    <a:pt x="116" y="0"/>
                    <a:pt x="1" y="109"/>
                    <a:pt x="1" y="251"/>
                  </a:cubicBezTo>
                  <a:cubicBezTo>
                    <a:pt x="1" y="387"/>
                    <a:pt x="116" y="496"/>
                    <a:pt x="252" y="496"/>
                  </a:cubicBezTo>
                  <a:cubicBezTo>
                    <a:pt x="388" y="496"/>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11"/>
            <p:cNvSpPr/>
            <p:nvPr/>
          </p:nvSpPr>
          <p:spPr>
            <a:xfrm>
              <a:off x="2880675" y="2483600"/>
              <a:ext cx="12375" cy="12400"/>
            </a:xfrm>
            <a:custGeom>
              <a:avLst/>
              <a:gdLst/>
              <a:ahLst/>
              <a:cxnLst/>
              <a:rect l="l" t="t" r="r" b="b"/>
              <a:pathLst>
                <a:path w="495" h="496" extrusionOk="0">
                  <a:moveTo>
                    <a:pt x="243" y="0"/>
                  </a:moveTo>
                  <a:cubicBezTo>
                    <a:pt x="107" y="0"/>
                    <a:pt x="0" y="109"/>
                    <a:pt x="0" y="251"/>
                  </a:cubicBezTo>
                  <a:cubicBezTo>
                    <a:pt x="0" y="387"/>
                    <a:pt x="107" y="496"/>
                    <a:pt x="243" y="496"/>
                  </a:cubicBezTo>
                  <a:cubicBezTo>
                    <a:pt x="387" y="496"/>
                    <a:pt x="494" y="387"/>
                    <a:pt x="494" y="251"/>
                  </a:cubicBezTo>
                  <a:cubicBezTo>
                    <a:pt x="494" y="109"/>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11"/>
            <p:cNvSpPr/>
            <p:nvPr/>
          </p:nvSpPr>
          <p:spPr>
            <a:xfrm>
              <a:off x="2972425" y="2483600"/>
              <a:ext cx="12575" cy="12400"/>
            </a:xfrm>
            <a:custGeom>
              <a:avLst/>
              <a:gdLst/>
              <a:ahLst/>
              <a:cxnLst/>
              <a:rect l="l" t="t" r="r" b="b"/>
              <a:pathLst>
                <a:path w="503" h="496" extrusionOk="0">
                  <a:moveTo>
                    <a:pt x="251" y="0"/>
                  </a:moveTo>
                  <a:cubicBezTo>
                    <a:pt x="115" y="0"/>
                    <a:pt x="0" y="109"/>
                    <a:pt x="0" y="251"/>
                  </a:cubicBezTo>
                  <a:cubicBezTo>
                    <a:pt x="0" y="387"/>
                    <a:pt x="115" y="496"/>
                    <a:pt x="251" y="496"/>
                  </a:cubicBezTo>
                  <a:cubicBezTo>
                    <a:pt x="387" y="496"/>
                    <a:pt x="503" y="387"/>
                    <a:pt x="503" y="251"/>
                  </a:cubicBezTo>
                  <a:cubicBezTo>
                    <a:pt x="503"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11"/>
            <p:cNvSpPr/>
            <p:nvPr/>
          </p:nvSpPr>
          <p:spPr>
            <a:xfrm>
              <a:off x="3064375" y="2483600"/>
              <a:ext cx="12375" cy="12400"/>
            </a:xfrm>
            <a:custGeom>
              <a:avLst/>
              <a:gdLst/>
              <a:ahLst/>
              <a:cxnLst/>
              <a:rect l="l" t="t" r="r" b="b"/>
              <a:pathLst>
                <a:path w="495" h="496" extrusionOk="0">
                  <a:moveTo>
                    <a:pt x="243" y="0"/>
                  </a:moveTo>
                  <a:cubicBezTo>
                    <a:pt x="107" y="0"/>
                    <a:pt x="1" y="109"/>
                    <a:pt x="1" y="251"/>
                  </a:cubicBezTo>
                  <a:cubicBezTo>
                    <a:pt x="1" y="387"/>
                    <a:pt x="107" y="496"/>
                    <a:pt x="243" y="496"/>
                  </a:cubicBezTo>
                  <a:cubicBezTo>
                    <a:pt x="388" y="496"/>
                    <a:pt x="495" y="387"/>
                    <a:pt x="495" y="251"/>
                  </a:cubicBezTo>
                  <a:cubicBezTo>
                    <a:pt x="495" y="109"/>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11"/>
            <p:cNvSpPr/>
            <p:nvPr/>
          </p:nvSpPr>
          <p:spPr>
            <a:xfrm>
              <a:off x="3156125" y="2483600"/>
              <a:ext cx="12600" cy="12400"/>
            </a:xfrm>
            <a:custGeom>
              <a:avLst/>
              <a:gdLst/>
              <a:ahLst/>
              <a:cxnLst/>
              <a:rect l="l" t="t" r="r" b="b"/>
              <a:pathLst>
                <a:path w="504" h="496" extrusionOk="0">
                  <a:moveTo>
                    <a:pt x="252" y="0"/>
                  </a:moveTo>
                  <a:cubicBezTo>
                    <a:pt x="116" y="0"/>
                    <a:pt x="1" y="109"/>
                    <a:pt x="1" y="251"/>
                  </a:cubicBezTo>
                  <a:cubicBezTo>
                    <a:pt x="1" y="387"/>
                    <a:pt x="116" y="496"/>
                    <a:pt x="252" y="496"/>
                  </a:cubicBezTo>
                  <a:cubicBezTo>
                    <a:pt x="388" y="496"/>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11"/>
            <p:cNvSpPr/>
            <p:nvPr/>
          </p:nvSpPr>
          <p:spPr>
            <a:xfrm>
              <a:off x="3247875" y="2483600"/>
              <a:ext cx="12575" cy="12400"/>
            </a:xfrm>
            <a:custGeom>
              <a:avLst/>
              <a:gdLst/>
              <a:ahLst/>
              <a:cxnLst/>
              <a:rect l="l" t="t" r="r" b="b"/>
              <a:pathLst>
                <a:path w="503" h="496" extrusionOk="0">
                  <a:moveTo>
                    <a:pt x="252" y="0"/>
                  </a:moveTo>
                  <a:cubicBezTo>
                    <a:pt x="116" y="0"/>
                    <a:pt x="1" y="109"/>
                    <a:pt x="1" y="251"/>
                  </a:cubicBezTo>
                  <a:cubicBezTo>
                    <a:pt x="1" y="387"/>
                    <a:pt x="116" y="496"/>
                    <a:pt x="252" y="496"/>
                  </a:cubicBezTo>
                  <a:cubicBezTo>
                    <a:pt x="388" y="496"/>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11"/>
            <p:cNvSpPr/>
            <p:nvPr/>
          </p:nvSpPr>
          <p:spPr>
            <a:xfrm>
              <a:off x="3339850" y="2483600"/>
              <a:ext cx="12525" cy="12400"/>
            </a:xfrm>
            <a:custGeom>
              <a:avLst/>
              <a:gdLst/>
              <a:ahLst/>
              <a:cxnLst/>
              <a:rect l="l" t="t" r="r" b="b"/>
              <a:pathLst>
                <a:path w="501" h="496" extrusionOk="0">
                  <a:moveTo>
                    <a:pt x="251" y="0"/>
                  </a:moveTo>
                  <a:cubicBezTo>
                    <a:pt x="107" y="0"/>
                    <a:pt x="0" y="109"/>
                    <a:pt x="0" y="251"/>
                  </a:cubicBezTo>
                  <a:cubicBezTo>
                    <a:pt x="0" y="387"/>
                    <a:pt x="107" y="496"/>
                    <a:pt x="251" y="496"/>
                  </a:cubicBezTo>
                  <a:cubicBezTo>
                    <a:pt x="387" y="496"/>
                    <a:pt x="501" y="387"/>
                    <a:pt x="501" y="251"/>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11"/>
            <p:cNvSpPr/>
            <p:nvPr/>
          </p:nvSpPr>
          <p:spPr>
            <a:xfrm>
              <a:off x="3431575" y="2483600"/>
              <a:ext cx="12600" cy="12400"/>
            </a:xfrm>
            <a:custGeom>
              <a:avLst/>
              <a:gdLst/>
              <a:ahLst/>
              <a:cxnLst/>
              <a:rect l="l" t="t" r="r" b="b"/>
              <a:pathLst>
                <a:path w="504" h="496" extrusionOk="0">
                  <a:moveTo>
                    <a:pt x="252" y="0"/>
                  </a:moveTo>
                  <a:cubicBezTo>
                    <a:pt x="116" y="0"/>
                    <a:pt x="1" y="109"/>
                    <a:pt x="1" y="251"/>
                  </a:cubicBezTo>
                  <a:cubicBezTo>
                    <a:pt x="1" y="387"/>
                    <a:pt x="116" y="496"/>
                    <a:pt x="252" y="496"/>
                  </a:cubicBezTo>
                  <a:cubicBezTo>
                    <a:pt x="388" y="496"/>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11"/>
            <p:cNvSpPr/>
            <p:nvPr/>
          </p:nvSpPr>
          <p:spPr>
            <a:xfrm>
              <a:off x="3523550" y="2483600"/>
              <a:ext cx="12375" cy="12400"/>
            </a:xfrm>
            <a:custGeom>
              <a:avLst/>
              <a:gdLst/>
              <a:ahLst/>
              <a:cxnLst/>
              <a:rect l="l" t="t" r="r" b="b"/>
              <a:pathLst>
                <a:path w="495" h="496" extrusionOk="0">
                  <a:moveTo>
                    <a:pt x="250" y="0"/>
                  </a:moveTo>
                  <a:cubicBezTo>
                    <a:pt x="107" y="0"/>
                    <a:pt x="0" y="109"/>
                    <a:pt x="0" y="251"/>
                  </a:cubicBezTo>
                  <a:cubicBezTo>
                    <a:pt x="0" y="387"/>
                    <a:pt x="107" y="496"/>
                    <a:pt x="250" y="496"/>
                  </a:cubicBezTo>
                  <a:cubicBezTo>
                    <a:pt x="388" y="496"/>
                    <a:pt x="494" y="387"/>
                    <a:pt x="494" y="251"/>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11"/>
            <p:cNvSpPr/>
            <p:nvPr/>
          </p:nvSpPr>
          <p:spPr>
            <a:xfrm>
              <a:off x="676400" y="2575375"/>
              <a:ext cx="12600" cy="12550"/>
            </a:xfrm>
            <a:custGeom>
              <a:avLst/>
              <a:gdLst/>
              <a:ahLst/>
              <a:cxnLst/>
              <a:rect l="l" t="t" r="r" b="b"/>
              <a:pathLst>
                <a:path w="504" h="502" extrusionOk="0">
                  <a:moveTo>
                    <a:pt x="252" y="1"/>
                  </a:moveTo>
                  <a:cubicBezTo>
                    <a:pt x="116" y="1"/>
                    <a:pt x="1" y="114"/>
                    <a:pt x="1" y="250"/>
                  </a:cubicBezTo>
                  <a:cubicBezTo>
                    <a:pt x="1" y="388"/>
                    <a:pt x="116" y="502"/>
                    <a:pt x="252" y="502"/>
                  </a:cubicBezTo>
                  <a:cubicBezTo>
                    <a:pt x="388" y="502"/>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11"/>
            <p:cNvSpPr/>
            <p:nvPr/>
          </p:nvSpPr>
          <p:spPr>
            <a:xfrm>
              <a:off x="768325" y="2575375"/>
              <a:ext cx="12400" cy="12550"/>
            </a:xfrm>
            <a:custGeom>
              <a:avLst/>
              <a:gdLst/>
              <a:ahLst/>
              <a:cxnLst/>
              <a:rect l="l" t="t" r="r" b="b"/>
              <a:pathLst>
                <a:path w="496" h="502" extrusionOk="0">
                  <a:moveTo>
                    <a:pt x="245" y="1"/>
                  </a:moveTo>
                  <a:cubicBezTo>
                    <a:pt x="109" y="1"/>
                    <a:pt x="0" y="114"/>
                    <a:pt x="0" y="250"/>
                  </a:cubicBezTo>
                  <a:cubicBezTo>
                    <a:pt x="0" y="388"/>
                    <a:pt x="109" y="502"/>
                    <a:pt x="245" y="502"/>
                  </a:cubicBezTo>
                  <a:cubicBezTo>
                    <a:pt x="388" y="502"/>
                    <a:pt x="496" y="388"/>
                    <a:pt x="496" y="250"/>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11"/>
            <p:cNvSpPr/>
            <p:nvPr/>
          </p:nvSpPr>
          <p:spPr>
            <a:xfrm>
              <a:off x="860125" y="2575375"/>
              <a:ext cx="12525" cy="12550"/>
            </a:xfrm>
            <a:custGeom>
              <a:avLst/>
              <a:gdLst/>
              <a:ahLst/>
              <a:cxnLst/>
              <a:rect l="l" t="t" r="r" b="b"/>
              <a:pathLst>
                <a:path w="501" h="502" extrusionOk="0">
                  <a:moveTo>
                    <a:pt x="251" y="1"/>
                  </a:moveTo>
                  <a:cubicBezTo>
                    <a:pt x="114" y="1"/>
                    <a:pt x="0" y="114"/>
                    <a:pt x="0" y="250"/>
                  </a:cubicBezTo>
                  <a:cubicBezTo>
                    <a:pt x="0" y="388"/>
                    <a:pt x="114" y="502"/>
                    <a:pt x="251" y="502"/>
                  </a:cubicBezTo>
                  <a:cubicBezTo>
                    <a:pt x="387" y="502"/>
                    <a:pt x="501" y="388"/>
                    <a:pt x="501" y="250"/>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11"/>
            <p:cNvSpPr/>
            <p:nvPr/>
          </p:nvSpPr>
          <p:spPr>
            <a:xfrm>
              <a:off x="951850" y="2575375"/>
              <a:ext cx="12600" cy="12550"/>
            </a:xfrm>
            <a:custGeom>
              <a:avLst/>
              <a:gdLst/>
              <a:ahLst/>
              <a:cxnLst/>
              <a:rect l="l" t="t" r="r" b="b"/>
              <a:pathLst>
                <a:path w="504" h="502" extrusionOk="0">
                  <a:moveTo>
                    <a:pt x="252" y="1"/>
                  </a:moveTo>
                  <a:cubicBezTo>
                    <a:pt x="116" y="1"/>
                    <a:pt x="1" y="114"/>
                    <a:pt x="1" y="250"/>
                  </a:cubicBezTo>
                  <a:cubicBezTo>
                    <a:pt x="1" y="388"/>
                    <a:pt x="116" y="502"/>
                    <a:pt x="252" y="502"/>
                  </a:cubicBezTo>
                  <a:cubicBezTo>
                    <a:pt x="388" y="502"/>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11"/>
            <p:cNvSpPr/>
            <p:nvPr/>
          </p:nvSpPr>
          <p:spPr>
            <a:xfrm>
              <a:off x="1043825" y="2575375"/>
              <a:ext cx="12375" cy="12550"/>
            </a:xfrm>
            <a:custGeom>
              <a:avLst/>
              <a:gdLst/>
              <a:ahLst/>
              <a:cxnLst/>
              <a:rect l="l" t="t" r="r" b="b"/>
              <a:pathLst>
                <a:path w="495" h="502" extrusionOk="0">
                  <a:moveTo>
                    <a:pt x="250" y="1"/>
                  </a:moveTo>
                  <a:cubicBezTo>
                    <a:pt x="107" y="1"/>
                    <a:pt x="0" y="114"/>
                    <a:pt x="0" y="250"/>
                  </a:cubicBezTo>
                  <a:cubicBezTo>
                    <a:pt x="0" y="388"/>
                    <a:pt x="107" y="502"/>
                    <a:pt x="250" y="502"/>
                  </a:cubicBezTo>
                  <a:cubicBezTo>
                    <a:pt x="388" y="502"/>
                    <a:pt x="494" y="388"/>
                    <a:pt x="494" y="250"/>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11"/>
            <p:cNvSpPr/>
            <p:nvPr/>
          </p:nvSpPr>
          <p:spPr>
            <a:xfrm>
              <a:off x="1135575" y="2575375"/>
              <a:ext cx="12575" cy="12550"/>
            </a:xfrm>
            <a:custGeom>
              <a:avLst/>
              <a:gdLst/>
              <a:ahLst/>
              <a:cxnLst/>
              <a:rect l="l" t="t" r="r" b="b"/>
              <a:pathLst>
                <a:path w="503" h="502" extrusionOk="0">
                  <a:moveTo>
                    <a:pt x="252" y="1"/>
                  </a:moveTo>
                  <a:cubicBezTo>
                    <a:pt x="116" y="1"/>
                    <a:pt x="0" y="114"/>
                    <a:pt x="0" y="250"/>
                  </a:cubicBezTo>
                  <a:cubicBezTo>
                    <a:pt x="0" y="388"/>
                    <a:pt x="116" y="502"/>
                    <a:pt x="252" y="502"/>
                  </a:cubicBezTo>
                  <a:cubicBezTo>
                    <a:pt x="387" y="502"/>
                    <a:pt x="503" y="388"/>
                    <a:pt x="503" y="250"/>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11"/>
            <p:cNvSpPr/>
            <p:nvPr/>
          </p:nvSpPr>
          <p:spPr>
            <a:xfrm>
              <a:off x="1227500" y="2575375"/>
              <a:ext cx="12400" cy="12550"/>
            </a:xfrm>
            <a:custGeom>
              <a:avLst/>
              <a:gdLst/>
              <a:ahLst/>
              <a:cxnLst/>
              <a:rect l="l" t="t" r="r" b="b"/>
              <a:pathLst>
                <a:path w="496" h="502" extrusionOk="0">
                  <a:moveTo>
                    <a:pt x="251" y="1"/>
                  </a:moveTo>
                  <a:cubicBezTo>
                    <a:pt x="109" y="1"/>
                    <a:pt x="0" y="114"/>
                    <a:pt x="0" y="250"/>
                  </a:cubicBezTo>
                  <a:cubicBezTo>
                    <a:pt x="0" y="388"/>
                    <a:pt x="109" y="502"/>
                    <a:pt x="251" y="502"/>
                  </a:cubicBezTo>
                  <a:cubicBezTo>
                    <a:pt x="387" y="502"/>
                    <a:pt x="496" y="388"/>
                    <a:pt x="496" y="250"/>
                  </a:cubicBezTo>
                  <a:cubicBezTo>
                    <a:pt x="496"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11"/>
            <p:cNvSpPr/>
            <p:nvPr/>
          </p:nvSpPr>
          <p:spPr>
            <a:xfrm>
              <a:off x="1319275" y="2575375"/>
              <a:ext cx="12550" cy="12550"/>
            </a:xfrm>
            <a:custGeom>
              <a:avLst/>
              <a:gdLst/>
              <a:ahLst/>
              <a:cxnLst/>
              <a:rect l="l" t="t" r="r" b="b"/>
              <a:pathLst>
                <a:path w="502" h="502" extrusionOk="0">
                  <a:moveTo>
                    <a:pt x="252" y="1"/>
                  </a:moveTo>
                  <a:cubicBezTo>
                    <a:pt x="114" y="1"/>
                    <a:pt x="1" y="114"/>
                    <a:pt x="1" y="250"/>
                  </a:cubicBezTo>
                  <a:cubicBezTo>
                    <a:pt x="1" y="388"/>
                    <a:pt x="114" y="502"/>
                    <a:pt x="252" y="502"/>
                  </a:cubicBezTo>
                  <a:cubicBezTo>
                    <a:pt x="388" y="502"/>
                    <a:pt x="501" y="388"/>
                    <a:pt x="501" y="250"/>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11"/>
            <p:cNvSpPr/>
            <p:nvPr/>
          </p:nvSpPr>
          <p:spPr>
            <a:xfrm>
              <a:off x="1411200" y="2575375"/>
              <a:ext cx="12425" cy="12550"/>
            </a:xfrm>
            <a:custGeom>
              <a:avLst/>
              <a:gdLst/>
              <a:ahLst/>
              <a:cxnLst/>
              <a:rect l="l" t="t" r="r" b="b"/>
              <a:pathLst>
                <a:path w="497" h="502" extrusionOk="0">
                  <a:moveTo>
                    <a:pt x="245" y="1"/>
                  </a:moveTo>
                  <a:cubicBezTo>
                    <a:pt x="109" y="1"/>
                    <a:pt x="1" y="114"/>
                    <a:pt x="1" y="250"/>
                  </a:cubicBezTo>
                  <a:cubicBezTo>
                    <a:pt x="1" y="388"/>
                    <a:pt x="109" y="502"/>
                    <a:pt x="245" y="502"/>
                  </a:cubicBezTo>
                  <a:cubicBezTo>
                    <a:pt x="388" y="502"/>
                    <a:pt x="496" y="388"/>
                    <a:pt x="496" y="250"/>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11"/>
            <p:cNvSpPr/>
            <p:nvPr/>
          </p:nvSpPr>
          <p:spPr>
            <a:xfrm>
              <a:off x="1503000" y="2575375"/>
              <a:ext cx="12525" cy="12550"/>
            </a:xfrm>
            <a:custGeom>
              <a:avLst/>
              <a:gdLst/>
              <a:ahLst/>
              <a:cxnLst/>
              <a:rect l="l" t="t" r="r" b="b"/>
              <a:pathLst>
                <a:path w="501" h="502" extrusionOk="0">
                  <a:moveTo>
                    <a:pt x="250" y="1"/>
                  </a:moveTo>
                  <a:cubicBezTo>
                    <a:pt x="114" y="1"/>
                    <a:pt x="0" y="114"/>
                    <a:pt x="0" y="250"/>
                  </a:cubicBezTo>
                  <a:cubicBezTo>
                    <a:pt x="0" y="388"/>
                    <a:pt x="114" y="502"/>
                    <a:pt x="250" y="502"/>
                  </a:cubicBezTo>
                  <a:cubicBezTo>
                    <a:pt x="387" y="502"/>
                    <a:pt x="501" y="388"/>
                    <a:pt x="501" y="250"/>
                  </a:cubicBezTo>
                  <a:cubicBezTo>
                    <a:pt x="501" y="114"/>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11"/>
            <p:cNvSpPr/>
            <p:nvPr/>
          </p:nvSpPr>
          <p:spPr>
            <a:xfrm>
              <a:off x="1594750" y="2575375"/>
              <a:ext cx="12575" cy="12550"/>
            </a:xfrm>
            <a:custGeom>
              <a:avLst/>
              <a:gdLst/>
              <a:ahLst/>
              <a:cxnLst/>
              <a:rect l="l" t="t" r="r" b="b"/>
              <a:pathLst>
                <a:path w="503" h="502" extrusionOk="0">
                  <a:moveTo>
                    <a:pt x="251" y="1"/>
                  </a:moveTo>
                  <a:cubicBezTo>
                    <a:pt x="115" y="1"/>
                    <a:pt x="0" y="114"/>
                    <a:pt x="0" y="250"/>
                  </a:cubicBezTo>
                  <a:cubicBezTo>
                    <a:pt x="0" y="388"/>
                    <a:pt x="115" y="502"/>
                    <a:pt x="251" y="502"/>
                  </a:cubicBezTo>
                  <a:cubicBezTo>
                    <a:pt x="394" y="502"/>
                    <a:pt x="503" y="388"/>
                    <a:pt x="503" y="250"/>
                  </a:cubicBezTo>
                  <a:cubicBezTo>
                    <a:pt x="503" y="114"/>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11"/>
            <p:cNvSpPr/>
            <p:nvPr/>
          </p:nvSpPr>
          <p:spPr>
            <a:xfrm>
              <a:off x="1686650" y="2575375"/>
              <a:ext cx="12600" cy="12550"/>
            </a:xfrm>
            <a:custGeom>
              <a:avLst/>
              <a:gdLst/>
              <a:ahLst/>
              <a:cxnLst/>
              <a:rect l="l" t="t" r="r" b="b"/>
              <a:pathLst>
                <a:path w="504" h="502" extrusionOk="0">
                  <a:moveTo>
                    <a:pt x="252" y="1"/>
                  </a:moveTo>
                  <a:cubicBezTo>
                    <a:pt x="116" y="1"/>
                    <a:pt x="1" y="114"/>
                    <a:pt x="1" y="250"/>
                  </a:cubicBezTo>
                  <a:cubicBezTo>
                    <a:pt x="1" y="388"/>
                    <a:pt x="116" y="502"/>
                    <a:pt x="252" y="502"/>
                  </a:cubicBezTo>
                  <a:cubicBezTo>
                    <a:pt x="388" y="502"/>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11"/>
            <p:cNvSpPr/>
            <p:nvPr/>
          </p:nvSpPr>
          <p:spPr>
            <a:xfrm>
              <a:off x="1778450" y="2575375"/>
              <a:ext cx="12550" cy="12550"/>
            </a:xfrm>
            <a:custGeom>
              <a:avLst/>
              <a:gdLst/>
              <a:ahLst/>
              <a:cxnLst/>
              <a:rect l="l" t="t" r="r" b="b"/>
              <a:pathLst>
                <a:path w="502" h="502" extrusionOk="0">
                  <a:moveTo>
                    <a:pt x="252" y="1"/>
                  </a:moveTo>
                  <a:cubicBezTo>
                    <a:pt x="114" y="1"/>
                    <a:pt x="1" y="114"/>
                    <a:pt x="1" y="250"/>
                  </a:cubicBezTo>
                  <a:cubicBezTo>
                    <a:pt x="1" y="388"/>
                    <a:pt x="114" y="502"/>
                    <a:pt x="252" y="502"/>
                  </a:cubicBezTo>
                  <a:cubicBezTo>
                    <a:pt x="388" y="502"/>
                    <a:pt x="501" y="388"/>
                    <a:pt x="501" y="250"/>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11"/>
            <p:cNvSpPr/>
            <p:nvPr/>
          </p:nvSpPr>
          <p:spPr>
            <a:xfrm>
              <a:off x="1870375" y="2575375"/>
              <a:ext cx="12400" cy="12550"/>
            </a:xfrm>
            <a:custGeom>
              <a:avLst/>
              <a:gdLst/>
              <a:ahLst/>
              <a:cxnLst/>
              <a:rect l="l" t="t" r="r" b="b"/>
              <a:pathLst>
                <a:path w="496" h="502" extrusionOk="0">
                  <a:moveTo>
                    <a:pt x="252" y="1"/>
                  </a:moveTo>
                  <a:cubicBezTo>
                    <a:pt x="109" y="1"/>
                    <a:pt x="0" y="114"/>
                    <a:pt x="0" y="250"/>
                  </a:cubicBezTo>
                  <a:cubicBezTo>
                    <a:pt x="0" y="388"/>
                    <a:pt x="109" y="502"/>
                    <a:pt x="252" y="502"/>
                  </a:cubicBezTo>
                  <a:cubicBezTo>
                    <a:pt x="387" y="502"/>
                    <a:pt x="496" y="388"/>
                    <a:pt x="496" y="250"/>
                  </a:cubicBezTo>
                  <a:cubicBezTo>
                    <a:pt x="496"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11"/>
            <p:cNvSpPr/>
            <p:nvPr/>
          </p:nvSpPr>
          <p:spPr>
            <a:xfrm>
              <a:off x="1962150" y="2575375"/>
              <a:ext cx="12550" cy="12550"/>
            </a:xfrm>
            <a:custGeom>
              <a:avLst/>
              <a:gdLst/>
              <a:ahLst/>
              <a:cxnLst/>
              <a:rect l="l" t="t" r="r" b="b"/>
              <a:pathLst>
                <a:path w="502" h="502" extrusionOk="0">
                  <a:moveTo>
                    <a:pt x="250" y="1"/>
                  </a:moveTo>
                  <a:cubicBezTo>
                    <a:pt x="114" y="1"/>
                    <a:pt x="1" y="114"/>
                    <a:pt x="1" y="250"/>
                  </a:cubicBezTo>
                  <a:cubicBezTo>
                    <a:pt x="1" y="388"/>
                    <a:pt x="114" y="502"/>
                    <a:pt x="250" y="502"/>
                  </a:cubicBezTo>
                  <a:cubicBezTo>
                    <a:pt x="388" y="502"/>
                    <a:pt x="502" y="388"/>
                    <a:pt x="502" y="250"/>
                  </a:cubicBezTo>
                  <a:cubicBezTo>
                    <a:pt x="502"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11"/>
            <p:cNvSpPr/>
            <p:nvPr/>
          </p:nvSpPr>
          <p:spPr>
            <a:xfrm>
              <a:off x="2054075" y="2575375"/>
              <a:ext cx="12425" cy="12550"/>
            </a:xfrm>
            <a:custGeom>
              <a:avLst/>
              <a:gdLst/>
              <a:ahLst/>
              <a:cxnLst/>
              <a:rect l="l" t="t" r="r" b="b"/>
              <a:pathLst>
                <a:path w="497" h="502" extrusionOk="0">
                  <a:moveTo>
                    <a:pt x="252" y="1"/>
                  </a:moveTo>
                  <a:cubicBezTo>
                    <a:pt x="109" y="1"/>
                    <a:pt x="1" y="114"/>
                    <a:pt x="1" y="250"/>
                  </a:cubicBezTo>
                  <a:cubicBezTo>
                    <a:pt x="1" y="388"/>
                    <a:pt x="109" y="502"/>
                    <a:pt x="252" y="502"/>
                  </a:cubicBezTo>
                  <a:cubicBezTo>
                    <a:pt x="388" y="502"/>
                    <a:pt x="496" y="388"/>
                    <a:pt x="496" y="250"/>
                  </a:cubicBezTo>
                  <a:cubicBezTo>
                    <a:pt x="496"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11"/>
            <p:cNvSpPr/>
            <p:nvPr/>
          </p:nvSpPr>
          <p:spPr>
            <a:xfrm>
              <a:off x="2145825" y="2575375"/>
              <a:ext cx="12600" cy="12550"/>
            </a:xfrm>
            <a:custGeom>
              <a:avLst/>
              <a:gdLst/>
              <a:ahLst/>
              <a:cxnLst/>
              <a:rect l="l" t="t" r="r" b="b"/>
              <a:pathLst>
                <a:path w="504" h="502" extrusionOk="0">
                  <a:moveTo>
                    <a:pt x="252" y="1"/>
                  </a:moveTo>
                  <a:cubicBezTo>
                    <a:pt x="116" y="1"/>
                    <a:pt x="1" y="114"/>
                    <a:pt x="1" y="250"/>
                  </a:cubicBezTo>
                  <a:cubicBezTo>
                    <a:pt x="1" y="388"/>
                    <a:pt x="116" y="502"/>
                    <a:pt x="252" y="502"/>
                  </a:cubicBezTo>
                  <a:cubicBezTo>
                    <a:pt x="388" y="502"/>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11"/>
            <p:cNvSpPr/>
            <p:nvPr/>
          </p:nvSpPr>
          <p:spPr>
            <a:xfrm>
              <a:off x="2237800" y="2575375"/>
              <a:ext cx="12350" cy="12550"/>
            </a:xfrm>
            <a:custGeom>
              <a:avLst/>
              <a:gdLst/>
              <a:ahLst/>
              <a:cxnLst/>
              <a:rect l="l" t="t" r="r" b="b"/>
              <a:pathLst>
                <a:path w="494" h="502" extrusionOk="0">
                  <a:moveTo>
                    <a:pt x="244" y="1"/>
                  </a:moveTo>
                  <a:cubicBezTo>
                    <a:pt x="107" y="1"/>
                    <a:pt x="0" y="114"/>
                    <a:pt x="0" y="250"/>
                  </a:cubicBezTo>
                  <a:cubicBezTo>
                    <a:pt x="0" y="388"/>
                    <a:pt x="107" y="502"/>
                    <a:pt x="244" y="502"/>
                  </a:cubicBezTo>
                  <a:cubicBezTo>
                    <a:pt x="387" y="502"/>
                    <a:pt x="494" y="388"/>
                    <a:pt x="494" y="250"/>
                  </a:cubicBezTo>
                  <a:cubicBezTo>
                    <a:pt x="494" y="114"/>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11"/>
            <p:cNvSpPr/>
            <p:nvPr/>
          </p:nvSpPr>
          <p:spPr>
            <a:xfrm>
              <a:off x="2329550" y="2575375"/>
              <a:ext cx="12575" cy="12550"/>
            </a:xfrm>
            <a:custGeom>
              <a:avLst/>
              <a:gdLst/>
              <a:ahLst/>
              <a:cxnLst/>
              <a:rect l="l" t="t" r="r" b="b"/>
              <a:pathLst>
                <a:path w="503" h="502" extrusionOk="0">
                  <a:moveTo>
                    <a:pt x="251" y="1"/>
                  </a:moveTo>
                  <a:cubicBezTo>
                    <a:pt x="115" y="1"/>
                    <a:pt x="0" y="114"/>
                    <a:pt x="0" y="250"/>
                  </a:cubicBezTo>
                  <a:cubicBezTo>
                    <a:pt x="0" y="388"/>
                    <a:pt x="115" y="502"/>
                    <a:pt x="251" y="502"/>
                  </a:cubicBezTo>
                  <a:cubicBezTo>
                    <a:pt x="387" y="502"/>
                    <a:pt x="502" y="388"/>
                    <a:pt x="502" y="250"/>
                  </a:cubicBezTo>
                  <a:cubicBezTo>
                    <a:pt x="502"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11"/>
            <p:cNvSpPr/>
            <p:nvPr/>
          </p:nvSpPr>
          <p:spPr>
            <a:xfrm>
              <a:off x="2421325" y="2575375"/>
              <a:ext cx="12550" cy="12550"/>
            </a:xfrm>
            <a:custGeom>
              <a:avLst/>
              <a:gdLst/>
              <a:ahLst/>
              <a:cxnLst/>
              <a:rect l="l" t="t" r="r" b="b"/>
              <a:pathLst>
                <a:path w="502" h="502" extrusionOk="0">
                  <a:moveTo>
                    <a:pt x="250" y="1"/>
                  </a:moveTo>
                  <a:cubicBezTo>
                    <a:pt x="114" y="1"/>
                    <a:pt x="1" y="114"/>
                    <a:pt x="1" y="250"/>
                  </a:cubicBezTo>
                  <a:cubicBezTo>
                    <a:pt x="1" y="388"/>
                    <a:pt x="114" y="502"/>
                    <a:pt x="250" y="502"/>
                  </a:cubicBezTo>
                  <a:cubicBezTo>
                    <a:pt x="395" y="502"/>
                    <a:pt x="501" y="388"/>
                    <a:pt x="501" y="250"/>
                  </a:cubicBezTo>
                  <a:cubicBezTo>
                    <a:pt x="501" y="114"/>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11"/>
            <p:cNvSpPr/>
            <p:nvPr/>
          </p:nvSpPr>
          <p:spPr>
            <a:xfrm>
              <a:off x="2513250" y="2575375"/>
              <a:ext cx="12575" cy="12550"/>
            </a:xfrm>
            <a:custGeom>
              <a:avLst/>
              <a:gdLst/>
              <a:ahLst/>
              <a:cxnLst/>
              <a:rect l="l" t="t" r="r" b="b"/>
              <a:pathLst>
                <a:path w="503" h="502" extrusionOk="0">
                  <a:moveTo>
                    <a:pt x="252" y="1"/>
                  </a:moveTo>
                  <a:cubicBezTo>
                    <a:pt x="109" y="1"/>
                    <a:pt x="0" y="114"/>
                    <a:pt x="0" y="250"/>
                  </a:cubicBezTo>
                  <a:cubicBezTo>
                    <a:pt x="0" y="388"/>
                    <a:pt x="109" y="502"/>
                    <a:pt x="252" y="502"/>
                  </a:cubicBezTo>
                  <a:cubicBezTo>
                    <a:pt x="388" y="502"/>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11"/>
            <p:cNvSpPr/>
            <p:nvPr/>
          </p:nvSpPr>
          <p:spPr>
            <a:xfrm>
              <a:off x="2605000" y="2575375"/>
              <a:ext cx="12575" cy="12550"/>
            </a:xfrm>
            <a:custGeom>
              <a:avLst/>
              <a:gdLst/>
              <a:ahLst/>
              <a:cxnLst/>
              <a:rect l="l" t="t" r="r" b="b"/>
              <a:pathLst>
                <a:path w="503" h="502" extrusionOk="0">
                  <a:moveTo>
                    <a:pt x="252" y="1"/>
                  </a:moveTo>
                  <a:cubicBezTo>
                    <a:pt x="116" y="1"/>
                    <a:pt x="0" y="114"/>
                    <a:pt x="0" y="250"/>
                  </a:cubicBezTo>
                  <a:cubicBezTo>
                    <a:pt x="0" y="388"/>
                    <a:pt x="116" y="502"/>
                    <a:pt x="252" y="502"/>
                  </a:cubicBezTo>
                  <a:cubicBezTo>
                    <a:pt x="387" y="502"/>
                    <a:pt x="503" y="388"/>
                    <a:pt x="503" y="250"/>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11"/>
            <p:cNvSpPr/>
            <p:nvPr/>
          </p:nvSpPr>
          <p:spPr>
            <a:xfrm>
              <a:off x="2696950" y="2575375"/>
              <a:ext cx="12375" cy="12550"/>
            </a:xfrm>
            <a:custGeom>
              <a:avLst/>
              <a:gdLst/>
              <a:ahLst/>
              <a:cxnLst/>
              <a:rect l="l" t="t" r="r" b="b"/>
              <a:pathLst>
                <a:path w="495" h="502" extrusionOk="0">
                  <a:moveTo>
                    <a:pt x="252" y="1"/>
                  </a:moveTo>
                  <a:cubicBezTo>
                    <a:pt x="108" y="1"/>
                    <a:pt x="1" y="114"/>
                    <a:pt x="1" y="250"/>
                  </a:cubicBezTo>
                  <a:cubicBezTo>
                    <a:pt x="1" y="388"/>
                    <a:pt x="108" y="502"/>
                    <a:pt x="252" y="502"/>
                  </a:cubicBezTo>
                  <a:cubicBezTo>
                    <a:pt x="388" y="502"/>
                    <a:pt x="495" y="388"/>
                    <a:pt x="495" y="250"/>
                  </a:cubicBezTo>
                  <a:cubicBezTo>
                    <a:pt x="495"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11"/>
            <p:cNvSpPr/>
            <p:nvPr/>
          </p:nvSpPr>
          <p:spPr>
            <a:xfrm>
              <a:off x="2788700" y="2575375"/>
              <a:ext cx="12600" cy="12550"/>
            </a:xfrm>
            <a:custGeom>
              <a:avLst/>
              <a:gdLst/>
              <a:ahLst/>
              <a:cxnLst/>
              <a:rect l="l" t="t" r="r" b="b"/>
              <a:pathLst>
                <a:path w="504" h="502" extrusionOk="0">
                  <a:moveTo>
                    <a:pt x="252" y="1"/>
                  </a:moveTo>
                  <a:cubicBezTo>
                    <a:pt x="116" y="1"/>
                    <a:pt x="1" y="114"/>
                    <a:pt x="1" y="250"/>
                  </a:cubicBezTo>
                  <a:cubicBezTo>
                    <a:pt x="1" y="388"/>
                    <a:pt x="116" y="502"/>
                    <a:pt x="252" y="502"/>
                  </a:cubicBezTo>
                  <a:cubicBezTo>
                    <a:pt x="388" y="502"/>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11"/>
            <p:cNvSpPr/>
            <p:nvPr/>
          </p:nvSpPr>
          <p:spPr>
            <a:xfrm>
              <a:off x="2880675" y="2575375"/>
              <a:ext cx="12375" cy="12550"/>
            </a:xfrm>
            <a:custGeom>
              <a:avLst/>
              <a:gdLst/>
              <a:ahLst/>
              <a:cxnLst/>
              <a:rect l="l" t="t" r="r" b="b"/>
              <a:pathLst>
                <a:path w="495" h="502" extrusionOk="0">
                  <a:moveTo>
                    <a:pt x="243" y="1"/>
                  </a:moveTo>
                  <a:cubicBezTo>
                    <a:pt x="107" y="1"/>
                    <a:pt x="0" y="114"/>
                    <a:pt x="0" y="250"/>
                  </a:cubicBezTo>
                  <a:cubicBezTo>
                    <a:pt x="0" y="388"/>
                    <a:pt x="107" y="502"/>
                    <a:pt x="243" y="502"/>
                  </a:cubicBezTo>
                  <a:cubicBezTo>
                    <a:pt x="387" y="502"/>
                    <a:pt x="494" y="388"/>
                    <a:pt x="494" y="250"/>
                  </a:cubicBezTo>
                  <a:cubicBezTo>
                    <a:pt x="494" y="114"/>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11"/>
            <p:cNvSpPr/>
            <p:nvPr/>
          </p:nvSpPr>
          <p:spPr>
            <a:xfrm>
              <a:off x="2972425" y="2575375"/>
              <a:ext cx="12575" cy="12550"/>
            </a:xfrm>
            <a:custGeom>
              <a:avLst/>
              <a:gdLst/>
              <a:ahLst/>
              <a:cxnLst/>
              <a:rect l="l" t="t" r="r" b="b"/>
              <a:pathLst>
                <a:path w="503" h="502" extrusionOk="0">
                  <a:moveTo>
                    <a:pt x="251" y="1"/>
                  </a:moveTo>
                  <a:cubicBezTo>
                    <a:pt x="115" y="1"/>
                    <a:pt x="0" y="114"/>
                    <a:pt x="0" y="250"/>
                  </a:cubicBezTo>
                  <a:cubicBezTo>
                    <a:pt x="0" y="388"/>
                    <a:pt x="115" y="502"/>
                    <a:pt x="251" y="502"/>
                  </a:cubicBezTo>
                  <a:cubicBezTo>
                    <a:pt x="387" y="502"/>
                    <a:pt x="503" y="388"/>
                    <a:pt x="503" y="250"/>
                  </a:cubicBezTo>
                  <a:cubicBezTo>
                    <a:pt x="503"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11"/>
            <p:cNvSpPr/>
            <p:nvPr/>
          </p:nvSpPr>
          <p:spPr>
            <a:xfrm>
              <a:off x="3064375" y="2575375"/>
              <a:ext cx="12375" cy="12550"/>
            </a:xfrm>
            <a:custGeom>
              <a:avLst/>
              <a:gdLst/>
              <a:ahLst/>
              <a:cxnLst/>
              <a:rect l="l" t="t" r="r" b="b"/>
              <a:pathLst>
                <a:path w="495" h="502" extrusionOk="0">
                  <a:moveTo>
                    <a:pt x="243" y="1"/>
                  </a:moveTo>
                  <a:cubicBezTo>
                    <a:pt x="107" y="1"/>
                    <a:pt x="1" y="114"/>
                    <a:pt x="1" y="250"/>
                  </a:cubicBezTo>
                  <a:cubicBezTo>
                    <a:pt x="1" y="388"/>
                    <a:pt x="107" y="502"/>
                    <a:pt x="243" y="502"/>
                  </a:cubicBezTo>
                  <a:cubicBezTo>
                    <a:pt x="388" y="502"/>
                    <a:pt x="495" y="388"/>
                    <a:pt x="495" y="250"/>
                  </a:cubicBezTo>
                  <a:cubicBezTo>
                    <a:pt x="495" y="114"/>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11"/>
            <p:cNvSpPr/>
            <p:nvPr/>
          </p:nvSpPr>
          <p:spPr>
            <a:xfrm>
              <a:off x="3156125" y="2575375"/>
              <a:ext cx="12600" cy="12550"/>
            </a:xfrm>
            <a:custGeom>
              <a:avLst/>
              <a:gdLst/>
              <a:ahLst/>
              <a:cxnLst/>
              <a:rect l="l" t="t" r="r" b="b"/>
              <a:pathLst>
                <a:path w="504" h="502" extrusionOk="0">
                  <a:moveTo>
                    <a:pt x="252" y="1"/>
                  </a:moveTo>
                  <a:cubicBezTo>
                    <a:pt x="116" y="1"/>
                    <a:pt x="1" y="114"/>
                    <a:pt x="1" y="250"/>
                  </a:cubicBezTo>
                  <a:cubicBezTo>
                    <a:pt x="1" y="388"/>
                    <a:pt x="116" y="502"/>
                    <a:pt x="252" y="502"/>
                  </a:cubicBezTo>
                  <a:cubicBezTo>
                    <a:pt x="388" y="502"/>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11"/>
            <p:cNvSpPr/>
            <p:nvPr/>
          </p:nvSpPr>
          <p:spPr>
            <a:xfrm>
              <a:off x="3247875" y="2575375"/>
              <a:ext cx="12575" cy="12550"/>
            </a:xfrm>
            <a:custGeom>
              <a:avLst/>
              <a:gdLst/>
              <a:ahLst/>
              <a:cxnLst/>
              <a:rect l="l" t="t" r="r" b="b"/>
              <a:pathLst>
                <a:path w="503" h="502" extrusionOk="0">
                  <a:moveTo>
                    <a:pt x="252" y="1"/>
                  </a:moveTo>
                  <a:cubicBezTo>
                    <a:pt x="116" y="1"/>
                    <a:pt x="1" y="114"/>
                    <a:pt x="1" y="250"/>
                  </a:cubicBezTo>
                  <a:cubicBezTo>
                    <a:pt x="1" y="388"/>
                    <a:pt x="116" y="502"/>
                    <a:pt x="252" y="502"/>
                  </a:cubicBezTo>
                  <a:cubicBezTo>
                    <a:pt x="388" y="502"/>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11"/>
            <p:cNvSpPr/>
            <p:nvPr/>
          </p:nvSpPr>
          <p:spPr>
            <a:xfrm>
              <a:off x="3339850" y="2575375"/>
              <a:ext cx="12525" cy="12550"/>
            </a:xfrm>
            <a:custGeom>
              <a:avLst/>
              <a:gdLst/>
              <a:ahLst/>
              <a:cxnLst/>
              <a:rect l="l" t="t" r="r" b="b"/>
              <a:pathLst>
                <a:path w="501" h="502" extrusionOk="0">
                  <a:moveTo>
                    <a:pt x="251" y="1"/>
                  </a:moveTo>
                  <a:cubicBezTo>
                    <a:pt x="107" y="1"/>
                    <a:pt x="0" y="114"/>
                    <a:pt x="0" y="250"/>
                  </a:cubicBezTo>
                  <a:cubicBezTo>
                    <a:pt x="0" y="388"/>
                    <a:pt x="107" y="502"/>
                    <a:pt x="251" y="502"/>
                  </a:cubicBezTo>
                  <a:cubicBezTo>
                    <a:pt x="387" y="502"/>
                    <a:pt x="501" y="388"/>
                    <a:pt x="501" y="250"/>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11"/>
            <p:cNvSpPr/>
            <p:nvPr/>
          </p:nvSpPr>
          <p:spPr>
            <a:xfrm>
              <a:off x="3431575" y="2575375"/>
              <a:ext cx="12600" cy="12550"/>
            </a:xfrm>
            <a:custGeom>
              <a:avLst/>
              <a:gdLst/>
              <a:ahLst/>
              <a:cxnLst/>
              <a:rect l="l" t="t" r="r" b="b"/>
              <a:pathLst>
                <a:path w="504" h="502" extrusionOk="0">
                  <a:moveTo>
                    <a:pt x="252" y="1"/>
                  </a:moveTo>
                  <a:cubicBezTo>
                    <a:pt x="116" y="1"/>
                    <a:pt x="1" y="114"/>
                    <a:pt x="1" y="250"/>
                  </a:cubicBezTo>
                  <a:cubicBezTo>
                    <a:pt x="1" y="388"/>
                    <a:pt x="116" y="502"/>
                    <a:pt x="252" y="502"/>
                  </a:cubicBezTo>
                  <a:cubicBezTo>
                    <a:pt x="388" y="502"/>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11"/>
            <p:cNvSpPr/>
            <p:nvPr/>
          </p:nvSpPr>
          <p:spPr>
            <a:xfrm>
              <a:off x="3523550" y="2575375"/>
              <a:ext cx="12375" cy="12550"/>
            </a:xfrm>
            <a:custGeom>
              <a:avLst/>
              <a:gdLst/>
              <a:ahLst/>
              <a:cxnLst/>
              <a:rect l="l" t="t" r="r" b="b"/>
              <a:pathLst>
                <a:path w="495" h="502" extrusionOk="0">
                  <a:moveTo>
                    <a:pt x="250" y="1"/>
                  </a:moveTo>
                  <a:cubicBezTo>
                    <a:pt x="107" y="1"/>
                    <a:pt x="0" y="114"/>
                    <a:pt x="0" y="250"/>
                  </a:cubicBezTo>
                  <a:cubicBezTo>
                    <a:pt x="0" y="388"/>
                    <a:pt x="107" y="502"/>
                    <a:pt x="250" y="502"/>
                  </a:cubicBezTo>
                  <a:cubicBezTo>
                    <a:pt x="388" y="502"/>
                    <a:pt x="494" y="388"/>
                    <a:pt x="494" y="250"/>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11"/>
            <p:cNvSpPr/>
            <p:nvPr/>
          </p:nvSpPr>
          <p:spPr>
            <a:xfrm>
              <a:off x="676400" y="26673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11"/>
            <p:cNvSpPr/>
            <p:nvPr/>
          </p:nvSpPr>
          <p:spPr>
            <a:xfrm>
              <a:off x="768325" y="2667300"/>
              <a:ext cx="12400" cy="12425"/>
            </a:xfrm>
            <a:custGeom>
              <a:avLst/>
              <a:gdLst/>
              <a:ahLst/>
              <a:cxnLst/>
              <a:rect l="l" t="t" r="r" b="b"/>
              <a:pathLst>
                <a:path w="496" h="497" extrusionOk="0">
                  <a:moveTo>
                    <a:pt x="245" y="1"/>
                  </a:moveTo>
                  <a:cubicBezTo>
                    <a:pt x="109" y="1"/>
                    <a:pt x="0" y="109"/>
                    <a:pt x="0" y="245"/>
                  </a:cubicBezTo>
                  <a:cubicBezTo>
                    <a:pt x="0" y="388"/>
                    <a:pt x="109" y="496"/>
                    <a:pt x="245" y="496"/>
                  </a:cubicBezTo>
                  <a:cubicBezTo>
                    <a:pt x="388" y="496"/>
                    <a:pt x="496" y="388"/>
                    <a:pt x="496" y="245"/>
                  </a:cubicBezTo>
                  <a:cubicBezTo>
                    <a:pt x="496" y="109"/>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11"/>
            <p:cNvSpPr/>
            <p:nvPr/>
          </p:nvSpPr>
          <p:spPr>
            <a:xfrm>
              <a:off x="860125" y="2667300"/>
              <a:ext cx="12525" cy="12425"/>
            </a:xfrm>
            <a:custGeom>
              <a:avLst/>
              <a:gdLst/>
              <a:ahLst/>
              <a:cxnLst/>
              <a:rect l="l" t="t" r="r" b="b"/>
              <a:pathLst>
                <a:path w="501" h="497" extrusionOk="0">
                  <a:moveTo>
                    <a:pt x="251" y="1"/>
                  </a:moveTo>
                  <a:cubicBezTo>
                    <a:pt x="114" y="1"/>
                    <a:pt x="0" y="109"/>
                    <a:pt x="0" y="245"/>
                  </a:cubicBezTo>
                  <a:cubicBezTo>
                    <a:pt x="0" y="388"/>
                    <a:pt x="114" y="496"/>
                    <a:pt x="251" y="496"/>
                  </a:cubicBezTo>
                  <a:cubicBezTo>
                    <a:pt x="387" y="496"/>
                    <a:pt x="501" y="388"/>
                    <a:pt x="501" y="245"/>
                  </a:cubicBezTo>
                  <a:cubicBezTo>
                    <a:pt x="501"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11"/>
            <p:cNvSpPr/>
            <p:nvPr/>
          </p:nvSpPr>
          <p:spPr>
            <a:xfrm>
              <a:off x="951850" y="26673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11"/>
            <p:cNvSpPr/>
            <p:nvPr/>
          </p:nvSpPr>
          <p:spPr>
            <a:xfrm>
              <a:off x="1043825" y="2667300"/>
              <a:ext cx="12375" cy="12425"/>
            </a:xfrm>
            <a:custGeom>
              <a:avLst/>
              <a:gdLst/>
              <a:ahLst/>
              <a:cxnLst/>
              <a:rect l="l" t="t" r="r" b="b"/>
              <a:pathLst>
                <a:path w="495" h="497" extrusionOk="0">
                  <a:moveTo>
                    <a:pt x="250" y="1"/>
                  </a:moveTo>
                  <a:cubicBezTo>
                    <a:pt x="107" y="1"/>
                    <a:pt x="0" y="109"/>
                    <a:pt x="0" y="245"/>
                  </a:cubicBezTo>
                  <a:cubicBezTo>
                    <a:pt x="0" y="388"/>
                    <a:pt x="107" y="496"/>
                    <a:pt x="250" y="496"/>
                  </a:cubicBezTo>
                  <a:cubicBezTo>
                    <a:pt x="388" y="496"/>
                    <a:pt x="494" y="388"/>
                    <a:pt x="494" y="245"/>
                  </a:cubicBezTo>
                  <a:cubicBezTo>
                    <a:pt x="494"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11"/>
            <p:cNvSpPr/>
            <p:nvPr/>
          </p:nvSpPr>
          <p:spPr>
            <a:xfrm>
              <a:off x="1135575" y="2667300"/>
              <a:ext cx="12575" cy="12425"/>
            </a:xfrm>
            <a:custGeom>
              <a:avLst/>
              <a:gdLst/>
              <a:ahLst/>
              <a:cxnLst/>
              <a:rect l="l" t="t" r="r" b="b"/>
              <a:pathLst>
                <a:path w="503" h="497" extrusionOk="0">
                  <a:moveTo>
                    <a:pt x="252" y="1"/>
                  </a:moveTo>
                  <a:cubicBezTo>
                    <a:pt x="116" y="1"/>
                    <a:pt x="0" y="109"/>
                    <a:pt x="0" y="245"/>
                  </a:cubicBezTo>
                  <a:cubicBezTo>
                    <a:pt x="0" y="388"/>
                    <a:pt x="116" y="496"/>
                    <a:pt x="252" y="496"/>
                  </a:cubicBezTo>
                  <a:cubicBezTo>
                    <a:pt x="387" y="496"/>
                    <a:pt x="503" y="388"/>
                    <a:pt x="503" y="245"/>
                  </a:cubicBezTo>
                  <a:cubicBezTo>
                    <a:pt x="503"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11"/>
            <p:cNvSpPr/>
            <p:nvPr/>
          </p:nvSpPr>
          <p:spPr>
            <a:xfrm>
              <a:off x="1227500" y="2667300"/>
              <a:ext cx="12400" cy="12425"/>
            </a:xfrm>
            <a:custGeom>
              <a:avLst/>
              <a:gdLst/>
              <a:ahLst/>
              <a:cxnLst/>
              <a:rect l="l" t="t" r="r" b="b"/>
              <a:pathLst>
                <a:path w="496" h="497" extrusionOk="0">
                  <a:moveTo>
                    <a:pt x="251" y="1"/>
                  </a:moveTo>
                  <a:cubicBezTo>
                    <a:pt x="109" y="1"/>
                    <a:pt x="0" y="109"/>
                    <a:pt x="0" y="245"/>
                  </a:cubicBezTo>
                  <a:cubicBezTo>
                    <a:pt x="0" y="388"/>
                    <a:pt x="109" y="496"/>
                    <a:pt x="251" y="496"/>
                  </a:cubicBezTo>
                  <a:cubicBezTo>
                    <a:pt x="387" y="496"/>
                    <a:pt x="496" y="388"/>
                    <a:pt x="496" y="245"/>
                  </a:cubicBezTo>
                  <a:cubicBezTo>
                    <a:pt x="496"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11"/>
            <p:cNvSpPr/>
            <p:nvPr/>
          </p:nvSpPr>
          <p:spPr>
            <a:xfrm>
              <a:off x="1319275" y="2667300"/>
              <a:ext cx="12550" cy="12425"/>
            </a:xfrm>
            <a:custGeom>
              <a:avLst/>
              <a:gdLst/>
              <a:ahLst/>
              <a:cxnLst/>
              <a:rect l="l" t="t" r="r" b="b"/>
              <a:pathLst>
                <a:path w="502" h="497" extrusionOk="0">
                  <a:moveTo>
                    <a:pt x="252" y="1"/>
                  </a:moveTo>
                  <a:cubicBezTo>
                    <a:pt x="114" y="1"/>
                    <a:pt x="1" y="109"/>
                    <a:pt x="1" y="245"/>
                  </a:cubicBezTo>
                  <a:cubicBezTo>
                    <a:pt x="1" y="388"/>
                    <a:pt x="114" y="496"/>
                    <a:pt x="252" y="496"/>
                  </a:cubicBezTo>
                  <a:cubicBezTo>
                    <a:pt x="388" y="496"/>
                    <a:pt x="501" y="388"/>
                    <a:pt x="501" y="245"/>
                  </a:cubicBezTo>
                  <a:cubicBezTo>
                    <a:pt x="501"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11"/>
            <p:cNvSpPr/>
            <p:nvPr/>
          </p:nvSpPr>
          <p:spPr>
            <a:xfrm>
              <a:off x="1411200" y="2667300"/>
              <a:ext cx="12425" cy="12425"/>
            </a:xfrm>
            <a:custGeom>
              <a:avLst/>
              <a:gdLst/>
              <a:ahLst/>
              <a:cxnLst/>
              <a:rect l="l" t="t" r="r" b="b"/>
              <a:pathLst>
                <a:path w="497" h="497" extrusionOk="0">
                  <a:moveTo>
                    <a:pt x="245" y="1"/>
                  </a:moveTo>
                  <a:cubicBezTo>
                    <a:pt x="109" y="1"/>
                    <a:pt x="1" y="109"/>
                    <a:pt x="1" y="245"/>
                  </a:cubicBezTo>
                  <a:cubicBezTo>
                    <a:pt x="1" y="388"/>
                    <a:pt x="109" y="496"/>
                    <a:pt x="245" y="496"/>
                  </a:cubicBezTo>
                  <a:cubicBezTo>
                    <a:pt x="388" y="496"/>
                    <a:pt x="496" y="388"/>
                    <a:pt x="496" y="245"/>
                  </a:cubicBezTo>
                  <a:cubicBezTo>
                    <a:pt x="496" y="109"/>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11"/>
            <p:cNvSpPr/>
            <p:nvPr/>
          </p:nvSpPr>
          <p:spPr>
            <a:xfrm>
              <a:off x="1503000" y="2667300"/>
              <a:ext cx="12525" cy="12425"/>
            </a:xfrm>
            <a:custGeom>
              <a:avLst/>
              <a:gdLst/>
              <a:ahLst/>
              <a:cxnLst/>
              <a:rect l="l" t="t" r="r" b="b"/>
              <a:pathLst>
                <a:path w="501" h="497" extrusionOk="0">
                  <a:moveTo>
                    <a:pt x="250" y="1"/>
                  </a:moveTo>
                  <a:cubicBezTo>
                    <a:pt x="114" y="1"/>
                    <a:pt x="0" y="109"/>
                    <a:pt x="0" y="245"/>
                  </a:cubicBezTo>
                  <a:cubicBezTo>
                    <a:pt x="0" y="388"/>
                    <a:pt x="114" y="496"/>
                    <a:pt x="250" y="496"/>
                  </a:cubicBezTo>
                  <a:cubicBezTo>
                    <a:pt x="387" y="496"/>
                    <a:pt x="501" y="388"/>
                    <a:pt x="501" y="245"/>
                  </a:cubicBezTo>
                  <a:cubicBezTo>
                    <a:pt x="501" y="109"/>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11"/>
            <p:cNvSpPr/>
            <p:nvPr/>
          </p:nvSpPr>
          <p:spPr>
            <a:xfrm>
              <a:off x="1594750" y="2667300"/>
              <a:ext cx="12575" cy="12425"/>
            </a:xfrm>
            <a:custGeom>
              <a:avLst/>
              <a:gdLst/>
              <a:ahLst/>
              <a:cxnLst/>
              <a:rect l="l" t="t" r="r" b="b"/>
              <a:pathLst>
                <a:path w="503" h="497" extrusionOk="0">
                  <a:moveTo>
                    <a:pt x="251" y="1"/>
                  </a:moveTo>
                  <a:cubicBezTo>
                    <a:pt x="115" y="1"/>
                    <a:pt x="0" y="109"/>
                    <a:pt x="0" y="245"/>
                  </a:cubicBezTo>
                  <a:cubicBezTo>
                    <a:pt x="0" y="388"/>
                    <a:pt x="115" y="496"/>
                    <a:pt x="251" y="496"/>
                  </a:cubicBezTo>
                  <a:cubicBezTo>
                    <a:pt x="394" y="496"/>
                    <a:pt x="503" y="388"/>
                    <a:pt x="503" y="245"/>
                  </a:cubicBezTo>
                  <a:cubicBezTo>
                    <a:pt x="503" y="109"/>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11"/>
            <p:cNvSpPr/>
            <p:nvPr/>
          </p:nvSpPr>
          <p:spPr>
            <a:xfrm>
              <a:off x="1686650" y="26673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11"/>
            <p:cNvSpPr/>
            <p:nvPr/>
          </p:nvSpPr>
          <p:spPr>
            <a:xfrm>
              <a:off x="1778450" y="2667300"/>
              <a:ext cx="12550" cy="12425"/>
            </a:xfrm>
            <a:custGeom>
              <a:avLst/>
              <a:gdLst/>
              <a:ahLst/>
              <a:cxnLst/>
              <a:rect l="l" t="t" r="r" b="b"/>
              <a:pathLst>
                <a:path w="502" h="497" extrusionOk="0">
                  <a:moveTo>
                    <a:pt x="252" y="1"/>
                  </a:moveTo>
                  <a:cubicBezTo>
                    <a:pt x="114" y="1"/>
                    <a:pt x="1" y="109"/>
                    <a:pt x="1" y="245"/>
                  </a:cubicBezTo>
                  <a:cubicBezTo>
                    <a:pt x="1" y="388"/>
                    <a:pt x="114" y="496"/>
                    <a:pt x="252" y="496"/>
                  </a:cubicBezTo>
                  <a:cubicBezTo>
                    <a:pt x="388" y="496"/>
                    <a:pt x="501" y="388"/>
                    <a:pt x="501" y="245"/>
                  </a:cubicBezTo>
                  <a:cubicBezTo>
                    <a:pt x="501"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11"/>
            <p:cNvSpPr/>
            <p:nvPr/>
          </p:nvSpPr>
          <p:spPr>
            <a:xfrm>
              <a:off x="1870375" y="2667300"/>
              <a:ext cx="12400" cy="12425"/>
            </a:xfrm>
            <a:custGeom>
              <a:avLst/>
              <a:gdLst/>
              <a:ahLst/>
              <a:cxnLst/>
              <a:rect l="l" t="t" r="r" b="b"/>
              <a:pathLst>
                <a:path w="496" h="497" extrusionOk="0">
                  <a:moveTo>
                    <a:pt x="252" y="1"/>
                  </a:moveTo>
                  <a:cubicBezTo>
                    <a:pt x="109" y="1"/>
                    <a:pt x="0" y="109"/>
                    <a:pt x="0" y="245"/>
                  </a:cubicBezTo>
                  <a:cubicBezTo>
                    <a:pt x="0" y="388"/>
                    <a:pt x="109" y="496"/>
                    <a:pt x="252" y="496"/>
                  </a:cubicBezTo>
                  <a:cubicBezTo>
                    <a:pt x="387" y="496"/>
                    <a:pt x="496" y="388"/>
                    <a:pt x="496" y="245"/>
                  </a:cubicBezTo>
                  <a:cubicBezTo>
                    <a:pt x="496"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11"/>
            <p:cNvSpPr/>
            <p:nvPr/>
          </p:nvSpPr>
          <p:spPr>
            <a:xfrm>
              <a:off x="1962150" y="2667300"/>
              <a:ext cx="12550" cy="12425"/>
            </a:xfrm>
            <a:custGeom>
              <a:avLst/>
              <a:gdLst/>
              <a:ahLst/>
              <a:cxnLst/>
              <a:rect l="l" t="t" r="r" b="b"/>
              <a:pathLst>
                <a:path w="502" h="497" extrusionOk="0">
                  <a:moveTo>
                    <a:pt x="250" y="1"/>
                  </a:moveTo>
                  <a:cubicBezTo>
                    <a:pt x="114" y="1"/>
                    <a:pt x="1" y="109"/>
                    <a:pt x="1" y="245"/>
                  </a:cubicBezTo>
                  <a:cubicBezTo>
                    <a:pt x="1" y="388"/>
                    <a:pt x="114" y="496"/>
                    <a:pt x="250" y="496"/>
                  </a:cubicBezTo>
                  <a:cubicBezTo>
                    <a:pt x="388" y="496"/>
                    <a:pt x="502" y="388"/>
                    <a:pt x="502" y="245"/>
                  </a:cubicBezTo>
                  <a:cubicBezTo>
                    <a:pt x="502"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11"/>
            <p:cNvSpPr/>
            <p:nvPr/>
          </p:nvSpPr>
          <p:spPr>
            <a:xfrm>
              <a:off x="2054075" y="2667300"/>
              <a:ext cx="12425" cy="12425"/>
            </a:xfrm>
            <a:custGeom>
              <a:avLst/>
              <a:gdLst/>
              <a:ahLst/>
              <a:cxnLst/>
              <a:rect l="l" t="t" r="r" b="b"/>
              <a:pathLst>
                <a:path w="497" h="497" extrusionOk="0">
                  <a:moveTo>
                    <a:pt x="252" y="1"/>
                  </a:moveTo>
                  <a:cubicBezTo>
                    <a:pt x="109" y="1"/>
                    <a:pt x="1" y="109"/>
                    <a:pt x="1" y="245"/>
                  </a:cubicBezTo>
                  <a:cubicBezTo>
                    <a:pt x="1" y="388"/>
                    <a:pt x="109" y="496"/>
                    <a:pt x="252" y="496"/>
                  </a:cubicBezTo>
                  <a:cubicBezTo>
                    <a:pt x="388" y="496"/>
                    <a:pt x="496" y="388"/>
                    <a:pt x="496" y="245"/>
                  </a:cubicBezTo>
                  <a:cubicBezTo>
                    <a:pt x="496"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11"/>
            <p:cNvSpPr/>
            <p:nvPr/>
          </p:nvSpPr>
          <p:spPr>
            <a:xfrm>
              <a:off x="2145825" y="26673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11"/>
            <p:cNvSpPr/>
            <p:nvPr/>
          </p:nvSpPr>
          <p:spPr>
            <a:xfrm>
              <a:off x="2237800" y="2667300"/>
              <a:ext cx="12350" cy="12425"/>
            </a:xfrm>
            <a:custGeom>
              <a:avLst/>
              <a:gdLst/>
              <a:ahLst/>
              <a:cxnLst/>
              <a:rect l="l" t="t" r="r" b="b"/>
              <a:pathLst>
                <a:path w="494" h="497" extrusionOk="0">
                  <a:moveTo>
                    <a:pt x="244" y="1"/>
                  </a:moveTo>
                  <a:cubicBezTo>
                    <a:pt x="107" y="1"/>
                    <a:pt x="0" y="109"/>
                    <a:pt x="0" y="245"/>
                  </a:cubicBezTo>
                  <a:cubicBezTo>
                    <a:pt x="0" y="388"/>
                    <a:pt x="107" y="496"/>
                    <a:pt x="244" y="496"/>
                  </a:cubicBezTo>
                  <a:cubicBezTo>
                    <a:pt x="387" y="496"/>
                    <a:pt x="494" y="388"/>
                    <a:pt x="494" y="245"/>
                  </a:cubicBezTo>
                  <a:cubicBezTo>
                    <a:pt x="494" y="109"/>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11"/>
            <p:cNvSpPr/>
            <p:nvPr/>
          </p:nvSpPr>
          <p:spPr>
            <a:xfrm>
              <a:off x="2329550" y="2667300"/>
              <a:ext cx="12575" cy="12425"/>
            </a:xfrm>
            <a:custGeom>
              <a:avLst/>
              <a:gdLst/>
              <a:ahLst/>
              <a:cxnLst/>
              <a:rect l="l" t="t" r="r" b="b"/>
              <a:pathLst>
                <a:path w="503" h="497" extrusionOk="0">
                  <a:moveTo>
                    <a:pt x="251" y="1"/>
                  </a:moveTo>
                  <a:cubicBezTo>
                    <a:pt x="115" y="1"/>
                    <a:pt x="0" y="109"/>
                    <a:pt x="0" y="245"/>
                  </a:cubicBezTo>
                  <a:cubicBezTo>
                    <a:pt x="0" y="388"/>
                    <a:pt x="115" y="496"/>
                    <a:pt x="251" y="496"/>
                  </a:cubicBezTo>
                  <a:cubicBezTo>
                    <a:pt x="387" y="496"/>
                    <a:pt x="502" y="388"/>
                    <a:pt x="502" y="245"/>
                  </a:cubicBezTo>
                  <a:cubicBezTo>
                    <a:pt x="502"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11"/>
            <p:cNvSpPr/>
            <p:nvPr/>
          </p:nvSpPr>
          <p:spPr>
            <a:xfrm>
              <a:off x="2421325" y="2667300"/>
              <a:ext cx="12550" cy="12425"/>
            </a:xfrm>
            <a:custGeom>
              <a:avLst/>
              <a:gdLst/>
              <a:ahLst/>
              <a:cxnLst/>
              <a:rect l="l" t="t" r="r" b="b"/>
              <a:pathLst>
                <a:path w="502" h="497" extrusionOk="0">
                  <a:moveTo>
                    <a:pt x="250" y="1"/>
                  </a:moveTo>
                  <a:cubicBezTo>
                    <a:pt x="114" y="1"/>
                    <a:pt x="1" y="109"/>
                    <a:pt x="1" y="245"/>
                  </a:cubicBezTo>
                  <a:cubicBezTo>
                    <a:pt x="1" y="388"/>
                    <a:pt x="114" y="496"/>
                    <a:pt x="250" y="496"/>
                  </a:cubicBezTo>
                  <a:cubicBezTo>
                    <a:pt x="395" y="496"/>
                    <a:pt x="501" y="388"/>
                    <a:pt x="501" y="245"/>
                  </a:cubicBezTo>
                  <a:cubicBezTo>
                    <a:pt x="501" y="109"/>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11"/>
            <p:cNvSpPr/>
            <p:nvPr/>
          </p:nvSpPr>
          <p:spPr>
            <a:xfrm>
              <a:off x="2513250" y="2667300"/>
              <a:ext cx="12575" cy="12425"/>
            </a:xfrm>
            <a:custGeom>
              <a:avLst/>
              <a:gdLst/>
              <a:ahLst/>
              <a:cxnLst/>
              <a:rect l="l" t="t" r="r" b="b"/>
              <a:pathLst>
                <a:path w="503" h="497" extrusionOk="0">
                  <a:moveTo>
                    <a:pt x="252" y="1"/>
                  </a:moveTo>
                  <a:cubicBezTo>
                    <a:pt x="109" y="1"/>
                    <a:pt x="0" y="109"/>
                    <a:pt x="0" y="245"/>
                  </a:cubicBezTo>
                  <a:cubicBezTo>
                    <a:pt x="0" y="388"/>
                    <a:pt x="109"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11"/>
            <p:cNvSpPr/>
            <p:nvPr/>
          </p:nvSpPr>
          <p:spPr>
            <a:xfrm>
              <a:off x="2605000" y="2667300"/>
              <a:ext cx="12575" cy="12425"/>
            </a:xfrm>
            <a:custGeom>
              <a:avLst/>
              <a:gdLst/>
              <a:ahLst/>
              <a:cxnLst/>
              <a:rect l="l" t="t" r="r" b="b"/>
              <a:pathLst>
                <a:path w="503" h="497" extrusionOk="0">
                  <a:moveTo>
                    <a:pt x="252" y="1"/>
                  </a:moveTo>
                  <a:cubicBezTo>
                    <a:pt x="116" y="1"/>
                    <a:pt x="0" y="109"/>
                    <a:pt x="0" y="245"/>
                  </a:cubicBezTo>
                  <a:cubicBezTo>
                    <a:pt x="0" y="388"/>
                    <a:pt x="116" y="496"/>
                    <a:pt x="252" y="496"/>
                  </a:cubicBezTo>
                  <a:cubicBezTo>
                    <a:pt x="387" y="496"/>
                    <a:pt x="503" y="388"/>
                    <a:pt x="503" y="245"/>
                  </a:cubicBezTo>
                  <a:cubicBezTo>
                    <a:pt x="503"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11"/>
            <p:cNvSpPr/>
            <p:nvPr/>
          </p:nvSpPr>
          <p:spPr>
            <a:xfrm>
              <a:off x="2696950" y="2667300"/>
              <a:ext cx="12375" cy="12425"/>
            </a:xfrm>
            <a:custGeom>
              <a:avLst/>
              <a:gdLst/>
              <a:ahLst/>
              <a:cxnLst/>
              <a:rect l="l" t="t" r="r" b="b"/>
              <a:pathLst>
                <a:path w="495" h="497" extrusionOk="0">
                  <a:moveTo>
                    <a:pt x="252" y="1"/>
                  </a:moveTo>
                  <a:cubicBezTo>
                    <a:pt x="108" y="1"/>
                    <a:pt x="1" y="109"/>
                    <a:pt x="1" y="245"/>
                  </a:cubicBezTo>
                  <a:cubicBezTo>
                    <a:pt x="1" y="388"/>
                    <a:pt x="108" y="496"/>
                    <a:pt x="252" y="496"/>
                  </a:cubicBezTo>
                  <a:cubicBezTo>
                    <a:pt x="388" y="496"/>
                    <a:pt x="495" y="388"/>
                    <a:pt x="495" y="245"/>
                  </a:cubicBezTo>
                  <a:cubicBezTo>
                    <a:pt x="495"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11"/>
            <p:cNvSpPr/>
            <p:nvPr/>
          </p:nvSpPr>
          <p:spPr>
            <a:xfrm>
              <a:off x="2788700" y="26673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11"/>
            <p:cNvSpPr/>
            <p:nvPr/>
          </p:nvSpPr>
          <p:spPr>
            <a:xfrm>
              <a:off x="2880675" y="2667300"/>
              <a:ext cx="12375" cy="12425"/>
            </a:xfrm>
            <a:custGeom>
              <a:avLst/>
              <a:gdLst/>
              <a:ahLst/>
              <a:cxnLst/>
              <a:rect l="l" t="t" r="r" b="b"/>
              <a:pathLst>
                <a:path w="495" h="497" extrusionOk="0">
                  <a:moveTo>
                    <a:pt x="243" y="1"/>
                  </a:moveTo>
                  <a:cubicBezTo>
                    <a:pt x="107" y="1"/>
                    <a:pt x="0" y="109"/>
                    <a:pt x="0" y="245"/>
                  </a:cubicBezTo>
                  <a:cubicBezTo>
                    <a:pt x="0" y="388"/>
                    <a:pt x="107" y="496"/>
                    <a:pt x="243" y="496"/>
                  </a:cubicBezTo>
                  <a:cubicBezTo>
                    <a:pt x="387" y="496"/>
                    <a:pt x="494" y="388"/>
                    <a:pt x="494" y="245"/>
                  </a:cubicBezTo>
                  <a:cubicBezTo>
                    <a:pt x="494" y="109"/>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11"/>
            <p:cNvSpPr/>
            <p:nvPr/>
          </p:nvSpPr>
          <p:spPr>
            <a:xfrm>
              <a:off x="2972425" y="2667300"/>
              <a:ext cx="12575" cy="12425"/>
            </a:xfrm>
            <a:custGeom>
              <a:avLst/>
              <a:gdLst/>
              <a:ahLst/>
              <a:cxnLst/>
              <a:rect l="l" t="t" r="r" b="b"/>
              <a:pathLst>
                <a:path w="503" h="497" extrusionOk="0">
                  <a:moveTo>
                    <a:pt x="251" y="1"/>
                  </a:moveTo>
                  <a:cubicBezTo>
                    <a:pt x="115" y="1"/>
                    <a:pt x="0" y="109"/>
                    <a:pt x="0" y="245"/>
                  </a:cubicBezTo>
                  <a:cubicBezTo>
                    <a:pt x="0" y="388"/>
                    <a:pt x="115" y="496"/>
                    <a:pt x="251" y="496"/>
                  </a:cubicBezTo>
                  <a:cubicBezTo>
                    <a:pt x="387" y="496"/>
                    <a:pt x="503" y="388"/>
                    <a:pt x="503" y="245"/>
                  </a:cubicBezTo>
                  <a:cubicBezTo>
                    <a:pt x="503"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11"/>
            <p:cNvSpPr/>
            <p:nvPr/>
          </p:nvSpPr>
          <p:spPr>
            <a:xfrm>
              <a:off x="3064375" y="2667300"/>
              <a:ext cx="12375" cy="12425"/>
            </a:xfrm>
            <a:custGeom>
              <a:avLst/>
              <a:gdLst/>
              <a:ahLst/>
              <a:cxnLst/>
              <a:rect l="l" t="t" r="r" b="b"/>
              <a:pathLst>
                <a:path w="495" h="497" extrusionOk="0">
                  <a:moveTo>
                    <a:pt x="243" y="1"/>
                  </a:moveTo>
                  <a:cubicBezTo>
                    <a:pt x="107" y="1"/>
                    <a:pt x="1" y="109"/>
                    <a:pt x="1" y="245"/>
                  </a:cubicBezTo>
                  <a:cubicBezTo>
                    <a:pt x="1" y="388"/>
                    <a:pt x="107" y="496"/>
                    <a:pt x="243" y="496"/>
                  </a:cubicBezTo>
                  <a:cubicBezTo>
                    <a:pt x="388" y="496"/>
                    <a:pt x="495" y="388"/>
                    <a:pt x="495" y="245"/>
                  </a:cubicBezTo>
                  <a:cubicBezTo>
                    <a:pt x="495" y="109"/>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11"/>
            <p:cNvSpPr/>
            <p:nvPr/>
          </p:nvSpPr>
          <p:spPr>
            <a:xfrm>
              <a:off x="3156125" y="26673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11"/>
            <p:cNvSpPr/>
            <p:nvPr/>
          </p:nvSpPr>
          <p:spPr>
            <a:xfrm>
              <a:off x="3247875" y="2667300"/>
              <a:ext cx="12575" cy="12425"/>
            </a:xfrm>
            <a:custGeom>
              <a:avLst/>
              <a:gdLst/>
              <a:ahLst/>
              <a:cxnLst/>
              <a:rect l="l" t="t" r="r" b="b"/>
              <a:pathLst>
                <a:path w="503"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11"/>
            <p:cNvSpPr/>
            <p:nvPr/>
          </p:nvSpPr>
          <p:spPr>
            <a:xfrm>
              <a:off x="3339850" y="2667300"/>
              <a:ext cx="12525" cy="12425"/>
            </a:xfrm>
            <a:custGeom>
              <a:avLst/>
              <a:gdLst/>
              <a:ahLst/>
              <a:cxnLst/>
              <a:rect l="l" t="t" r="r" b="b"/>
              <a:pathLst>
                <a:path w="501" h="497" extrusionOk="0">
                  <a:moveTo>
                    <a:pt x="251" y="1"/>
                  </a:moveTo>
                  <a:cubicBezTo>
                    <a:pt x="107" y="1"/>
                    <a:pt x="0" y="109"/>
                    <a:pt x="0" y="245"/>
                  </a:cubicBezTo>
                  <a:cubicBezTo>
                    <a:pt x="0" y="388"/>
                    <a:pt x="107" y="496"/>
                    <a:pt x="251" y="496"/>
                  </a:cubicBezTo>
                  <a:cubicBezTo>
                    <a:pt x="387" y="496"/>
                    <a:pt x="501" y="388"/>
                    <a:pt x="501" y="245"/>
                  </a:cubicBezTo>
                  <a:cubicBezTo>
                    <a:pt x="501"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11"/>
            <p:cNvSpPr/>
            <p:nvPr/>
          </p:nvSpPr>
          <p:spPr>
            <a:xfrm>
              <a:off x="3431575" y="26673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11"/>
            <p:cNvSpPr/>
            <p:nvPr/>
          </p:nvSpPr>
          <p:spPr>
            <a:xfrm>
              <a:off x="3523550" y="2667300"/>
              <a:ext cx="12375" cy="12425"/>
            </a:xfrm>
            <a:custGeom>
              <a:avLst/>
              <a:gdLst/>
              <a:ahLst/>
              <a:cxnLst/>
              <a:rect l="l" t="t" r="r" b="b"/>
              <a:pathLst>
                <a:path w="495" h="497" extrusionOk="0">
                  <a:moveTo>
                    <a:pt x="250" y="1"/>
                  </a:moveTo>
                  <a:cubicBezTo>
                    <a:pt x="107" y="1"/>
                    <a:pt x="0" y="109"/>
                    <a:pt x="0" y="245"/>
                  </a:cubicBezTo>
                  <a:cubicBezTo>
                    <a:pt x="0" y="388"/>
                    <a:pt x="107" y="496"/>
                    <a:pt x="250" y="496"/>
                  </a:cubicBezTo>
                  <a:cubicBezTo>
                    <a:pt x="388" y="496"/>
                    <a:pt x="494" y="388"/>
                    <a:pt x="494" y="245"/>
                  </a:cubicBezTo>
                  <a:cubicBezTo>
                    <a:pt x="494"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11"/>
            <p:cNvSpPr/>
            <p:nvPr/>
          </p:nvSpPr>
          <p:spPr>
            <a:xfrm>
              <a:off x="676400" y="275905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11"/>
            <p:cNvSpPr/>
            <p:nvPr/>
          </p:nvSpPr>
          <p:spPr>
            <a:xfrm>
              <a:off x="768325" y="2759050"/>
              <a:ext cx="12400" cy="12575"/>
            </a:xfrm>
            <a:custGeom>
              <a:avLst/>
              <a:gdLst/>
              <a:ahLst/>
              <a:cxnLst/>
              <a:rect l="l" t="t" r="r" b="b"/>
              <a:pathLst>
                <a:path w="496" h="503"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11"/>
            <p:cNvSpPr/>
            <p:nvPr/>
          </p:nvSpPr>
          <p:spPr>
            <a:xfrm>
              <a:off x="860125" y="2759050"/>
              <a:ext cx="12525" cy="12575"/>
            </a:xfrm>
            <a:custGeom>
              <a:avLst/>
              <a:gdLst/>
              <a:ahLst/>
              <a:cxnLst/>
              <a:rect l="l" t="t" r="r" b="b"/>
              <a:pathLst>
                <a:path w="501" h="503"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11"/>
            <p:cNvSpPr/>
            <p:nvPr/>
          </p:nvSpPr>
          <p:spPr>
            <a:xfrm>
              <a:off x="951850" y="275905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11"/>
            <p:cNvSpPr/>
            <p:nvPr/>
          </p:nvSpPr>
          <p:spPr>
            <a:xfrm>
              <a:off x="1043825" y="2759050"/>
              <a:ext cx="12375" cy="12575"/>
            </a:xfrm>
            <a:custGeom>
              <a:avLst/>
              <a:gdLst/>
              <a:ahLst/>
              <a:cxnLst/>
              <a:rect l="l" t="t" r="r" b="b"/>
              <a:pathLst>
                <a:path w="495" h="503"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11"/>
            <p:cNvSpPr/>
            <p:nvPr/>
          </p:nvSpPr>
          <p:spPr>
            <a:xfrm>
              <a:off x="1135575" y="2759050"/>
              <a:ext cx="12575" cy="12575"/>
            </a:xfrm>
            <a:custGeom>
              <a:avLst/>
              <a:gdLst/>
              <a:ahLst/>
              <a:cxnLst/>
              <a:rect l="l" t="t" r="r" b="b"/>
              <a:pathLst>
                <a:path w="503" h="503"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11"/>
            <p:cNvSpPr/>
            <p:nvPr/>
          </p:nvSpPr>
          <p:spPr>
            <a:xfrm>
              <a:off x="1227500" y="2759050"/>
              <a:ext cx="12400" cy="12575"/>
            </a:xfrm>
            <a:custGeom>
              <a:avLst/>
              <a:gdLst/>
              <a:ahLst/>
              <a:cxnLst/>
              <a:rect l="l" t="t" r="r" b="b"/>
              <a:pathLst>
                <a:path w="496" h="503"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11"/>
            <p:cNvSpPr/>
            <p:nvPr/>
          </p:nvSpPr>
          <p:spPr>
            <a:xfrm>
              <a:off x="1319275" y="2759050"/>
              <a:ext cx="12550" cy="12575"/>
            </a:xfrm>
            <a:custGeom>
              <a:avLst/>
              <a:gdLst/>
              <a:ahLst/>
              <a:cxnLst/>
              <a:rect l="l" t="t" r="r" b="b"/>
              <a:pathLst>
                <a:path w="502" h="503"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11"/>
            <p:cNvSpPr/>
            <p:nvPr/>
          </p:nvSpPr>
          <p:spPr>
            <a:xfrm>
              <a:off x="1411200" y="2759050"/>
              <a:ext cx="12425" cy="12575"/>
            </a:xfrm>
            <a:custGeom>
              <a:avLst/>
              <a:gdLst/>
              <a:ahLst/>
              <a:cxnLst/>
              <a:rect l="l" t="t" r="r" b="b"/>
              <a:pathLst>
                <a:path w="497" h="503"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11"/>
            <p:cNvSpPr/>
            <p:nvPr/>
          </p:nvSpPr>
          <p:spPr>
            <a:xfrm>
              <a:off x="1503000" y="2759050"/>
              <a:ext cx="12525" cy="12575"/>
            </a:xfrm>
            <a:custGeom>
              <a:avLst/>
              <a:gdLst/>
              <a:ahLst/>
              <a:cxnLst/>
              <a:rect l="l" t="t" r="r" b="b"/>
              <a:pathLst>
                <a:path w="501" h="503"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11"/>
            <p:cNvSpPr/>
            <p:nvPr/>
          </p:nvSpPr>
          <p:spPr>
            <a:xfrm>
              <a:off x="1594750" y="2759050"/>
              <a:ext cx="12575" cy="12575"/>
            </a:xfrm>
            <a:custGeom>
              <a:avLst/>
              <a:gdLst/>
              <a:ahLst/>
              <a:cxnLst/>
              <a:rect l="l" t="t" r="r" b="b"/>
              <a:pathLst>
                <a:path w="503" h="503"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11"/>
            <p:cNvSpPr/>
            <p:nvPr/>
          </p:nvSpPr>
          <p:spPr>
            <a:xfrm>
              <a:off x="1686650" y="275905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11"/>
            <p:cNvSpPr/>
            <p:nvPr/>
          </p:nvSpPr>
          <p:spPr>
            <a:xfrm>
              <a:off x="1778450" y="2759050"/>
              <a:ext cx="12550" cy="12575"/>
            </a:xfrm>
            <a:custGeom>
              <a:avLst/>
              <a:gdLst/>
              <a:ahLst/>
              <a:cxnLst/>
              <a:rect l="l" t="t" r="r" b="b"/>
              <a:pathLst>
                <a:path w="502" h="503"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11"/>
            <p:cNvSpPr/>
            <p:nvPr/>
          </p:nvSpPr>
          <p:spPr>
            <a:xfrm>
              <a:off x="1870375" y="2759050"/>
              <a:ext cx="12400" cy="12575"/>
            </a:xfrm>
            <a:custGeom>
              <a:avLst/>
              <a:gdLst/>
              <a:ahLst/>
              <a:cxnLst/>
              <a:rect l="l" t="t" r="r" b="b"/>
              <a:pathLst>
                <a:path w="496" h="503"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11"/>
            <p:cNvSpPr/>
            <p:nvPr/>
          </p:nvSpPr>
          <p:spPr>
            <a:xfrm>
              <a:off x="1962150" y="2759050"/>
              <a:ext cx="12550" cy="12575"/>
            </a:xfrm>
            <a:custGeom>
              <a:avLst/>
              <a:gdLst/>
              <a:ahLst/>
              <a:cxnLst/>
              <a:rect l="l" t="t" r="r" b="b"/>
              <a:pathLst>
                <a:path w="502" h="503"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11"/>
            <p:cNvSpPr/>
            <p:nvPr/>
          </p:nvSpPr>
          <p:spPr>
            <a:xfrm>
              <a:off x="2054075" y="2759050"/>
              <a:ext cx="12425" cy="12575"/>
            </a:xfrm>
            <a:custGeom>
              <a:avLst/>
              <a:gdLst/>
              <a:ahLst/>
              <a:cxnLst/>
              <a:rect l="l" t="t" r="r" b="b"/>
              <a:pathLst>
                <a:path w="497" h="503"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11"/>
            <p:cNvSpPr/>
            <p:nvPr/>
          </p:nvSpPr>
          <p:spPr>
            <a:xfrm>
              <a:off x="2145825" y="275905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11"/>
            <p:cNvSpPr/>
            <p:nvPr/>
          </p:nvSpPr>
          <p:spPr>
            <a:xfrm>
              <a:off x="2237800" y="2759050"/>
              <a:ext cx="12350" cy="12575"/>
            </a:xfrm>
            <a:custGeom>
              <a:avLst/>
              <a:gdLst/>
              <a:ahLst/>
              <a:cxnLst/>
              <a:rect l="l" t="t" r="r" b="b"/>
              <a:pathLst>
                <a:path w="494" h="503"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11"/>
            <p:cNvSpPr/>
            <p:nvPr/>
          </p:nvSpPr>
          <p:spPr>
            <a:xfrm>
              <a:off x="2329550" y="2759050"/>
              <a:ext cx="12575" cy="12575"/>
            </a:xfrm>
            <a:custGeom>
              <a:avLst/>
              <a:gdLst/>
              <a:ahLst/>
              <a:cxnLst/>
              <a:rect l="l" t="t" r="r" b="b"/>
              <a:pathLst>
                <a:path w="503" h="503"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11"/>
            <p:cNvSpPr/>
            <p:nvPr/>
          </p:nvSpPr>
          <p:spPr>
            <a:xfrm>
              <a:off x="2421325" y="2759050"/>
              <a:ext cx="12550" cy="12575"/>
            </a:xfrm>
            <a:custGeom>
              <a:avLst/>
              <a:gdLst/>
              <a:ahLst/>
              <a:cxnLst/>
              <a:rect l="l" t="t" r="r" b="b"/>
              <a:pathLst>
                <a:path w="502" h="503"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11"/>
            <p:cNvSpPr/>
            <p:nvPr/>
          </p:nvSpPr>
          <p:spPr>
            <a:xfrm>
              <a:off x="2513250" y="2759050"/>
              <a:ext cx="12575" cy="12575"/>
            </a:xfrm>
            <a:custGeom>
              <a:avLst/>
              <a:gdLst/>
              <a:ahLst/>
              <a:cxnLst/>
              <a:rect l="l" t="t" r="r" b="b"/>
              <a:pathLst>
                <a:path w="503" h="503"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11"/>
            <p:cNvSpPr/>
            <p:nvPr/>
          </p:nvSpPr>
          <p:spPr>
            <a:xfrm>
              <a:off x="2605000" y="2759050"/>
              <a:ext cx="12575" cy="12575"/>
            </a:xfrm>
            <a:custGeom>
              <a:avLst/>
              <a:gdLst/>
              <a:ahLst/>
              <a:cxnLst/>
              <a:rect l="l" t="t" r="r" b="b"/>
              <a:pathLst>
                <a:path w="503" h="503"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11"/>
            <p:cNvSpPr/>
            <p:nvPr/>
          </p:nvSpPr>
          <p:spPr>
            <a:xfrm>
              <a:off x="2696950" y="2759050"/>
              <a:ext cx="12375" cy="12575"/>
            </a:xfrm>
            <a:custGeom>
              <a:avLst/>
              <a:gdLst/>
              <a:ahLst/>
              <a:cxnLst/>
              <a:rect l="l" t="t" r="r" b="b"/>
              <a:pathLst>
                <a:path w="495" h="503"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11"/>
            <p:cNvSpPr/>
            <p:nvPr/>
          </p:nvSpPr>
          <p:spPr>
            <a:xfrm>
              <a:off x="2788700" y="275905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11"/>
            <p:cNvSpPr/>
            <p:nvPr/>
          </p:nvSpPr>
          <p:spPr>
            <a:xfrm>
              <a:off x="2880675" y="2759050"/>
              <a:ext cx="12375" cy="12575"/>
            </a:xfrm>
            <a:custGeom>
              <a:avLst/>
              <a:gdLst/>
              <a:ahLst/>
              <a:cxnLst/>
              <a:rect l="l" t="t" r="r" b="b"/>
              <a:pathLst>
                <a:path w="495" h="503"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11"/>
            <p:cNvSpPr/>
            <p:nvPr/>
          </p:nvSpPr>
          <p:spPr>
            <a:xfrm>
              <a:off x="2972425" y="2759050"/>
              <a:ext cx="12575" cy="12575"/>
            </a:xfrm>
            <a:custGeom>
              <a:avLst/>
              <a:gdLst/>
              <a:ahLst/>
              <a:cxnLst/>
              <a:rect l="l" t="t" r="r" b="b"/>
              <a:pathLst>
                <a:path w="503" h="503"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11"/>
            <p:cNvSpPr/>
            <p:nvPr/>
          </p:nvSpPr>
          <p:spPr>
            <a:xfrm>
              <a:off x="3064375" y="2759050"/>
              <a:ext cx="12375" cy="12575"/>
            </a:xfrm>
            <a:custGeom>
              <a:avLst/>
              <a:gdLst/>
              <a:ahLst/>
              <a:cxnLst/>
              <a:rect l="l" t="t" r="r" b="b"/>
              <a:pathLst>
                <a:path w="495" h="503"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11"/>
            <p:cNvSpPr/>
            <p:nvPr/>
          </p:nvSpPr>
          <p:spPr>
            <a:xfrm>
              <a:off x="3156125" y="275905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11"/>
            <p:cNvSpPr/>
            <p:nvPr/>
          </p:nvSpPr>
          <p:spPr>
            <a:xfrm>
              <a:off x="3247875" y="2759050"/>
              <a:ext cx="12575" cy="12575"/>
            </a:xfrm>
            <a:custGeom>
              <a:avLst/>
              <a:gdLst/>
              <a:ahLst/>
              <a:cxnLst/>
              <a:rect l="l" t="t" r="r" b="b"/>
              <a:pathLst>
                <a:path w="503"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11"/>
            <p:cNvSpPr/>
            <p:nvPr/>
          </p:nvSpPr>
          <p:spPr>
            <a:xfrm>
              <a:off x="3339850" y="2759050"/>
              <a:ext cx="12525" cy="12575"/>
            </a:xfrm>
            <a:custGeom>
              <a:avLst/>
              <a:gdLst/>
              <a:ahLst/>
              <a:cxnLst/>
              <a:rect l="l" t="t" r="r" b="b"/>
              <a:pathLst>
                <a:path w="501" h="503"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11"/>
            <p:cNvSpPr/>
            <p:nvPr/>
          </p:nvSpPr>
          <p:spPr>
            <a:xfrm>
              <a:off x="3431575" y="275905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11"/>
            <p:cNvSpPr/>
            <p:nvPr/>
          </p:nvSpPr>
          <p:spPr>
            <a:xfrm>
              <a:off x="3523550" y="2759050"/>
              <a:ext cx="12375" cy="12575"/>
            </a:xfrm>
            <a:custGeom>
              <a:avLst/>
              <a:gdLst/>
              <a:ahLst/>
              <a:cxnLst/>
              <a:rect l="l" t="t" r="r" b="b"/>
              <a:pathLst>
                <a:path w="495" h="503"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11"/>
            <p:cNvSpPr/>
            <p:nvPr/>
          </p:nvSpPr>
          <p:spPr>
            <a:xfrm>
              <a:off x="676400" y="2851025"/>
              <a:ext cx="12600" cy="12350"/>
            </a:xfrm>
            <a:custGeom>
              <a:avLst/>
              <a:gdLst/>
              <a:ahLst/>
              <a:cxnLst/>
              <a:rect l="l" t="t" r="r" b="b"/>
              <a:pathLst>
                <a:path w="504" h="494" extrusionOk="0">
                  <a:moveTo>
                    <a:pt x="252" y="0"/>
                  </a:moveTo>
                  <a:cubicBezTo>
                    <a:pt x="116" y="0"/>
                    <a:pt x="1" y="107"/>
                    <a:pt x="1" y="244"/>
                  </a:cubicBezTo>
                  <a:cubicBezTo>
                    <a:pt x="1" y="387"/>
                    <a:pt x="116" y="494"/>
                    <a:pt x="252" y="494"/>
                  </a:cubicBezTo>
                  <a:cubicBezTo>
                    <a:pt x="388" y="494"/>
                    <a:pt x="503" y="387"/>
                    <a:pt x="503" y="244"/>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11"/>
            <p:cNvSpPr/>
            <p:nvPr/>
          </p:nvSpPr>
          <p:spPr>
            <a:xfrm>
              <a:off x="768325" y="2851025"/>
              <a:ext cx="12400" cy="12350"/>
            </a:xfrm>
            <a:custGeom>
              <a:avLst/>
              <a:gdLst/>
              <a:ahLst/>
              <a:cxnLst/>
              <a:rect l="l" t="t" r="r" b="b"/>
              <a:pathLst>
                <a:path w="496" h="494" extrusionOk="0">
                  <a:moveTo>
                    <a:pt x="245" y="0"/>
                  </a:moveTo>
                  <a:cubicBezTo>
                    <a:pt x="109" y="0"/>
                    <a:pt x="0" y="107"/>
                    <a:pt x="0" y="244"/>
                  </a:cubicBezTo>
                  <a:cubicBezTo>
                    <a:pt x="0" y="387"/>
                    <a:pt x="109" y="494"/>
                    <a:pt x="245" y="494"/>
                  </a:cubicBezTo>
                  <a:cubicBezTo>
                    <a:pt x="388" y="494"/>
                    <a:pt x="496" y="387"/>
                    <a:pt x="496" y="244"/>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11"/>
            <p:cNvSpPr/>
            <p:nvPr/>
          </p:nvSpPr>
          <p:spPr>
            <a:xfrm>
              <a:off x="860125" y="2851025"/>
              <a:ext cx="12525" cy="12350"/>
            </a:xfrm>
            <a:custGeom>
              <a:avLst/>
              <a:gdLst/>
              <a:ahLst/>
              <a:cxnLst/>
              <a:rect l="l" t="t" r="r" b="b"/>
              <a:pathLst>
                <a:path w="501" h="494" extrusionOk="0">
                  <a:moveTo>
                    <a:pt x="251" y="0"/>
                  </a:moveTo>
                  <a:cubicBezTo>
                    <a:pt x="114" y="0"/>
                    <a:pt x="0" y="107"/>
                    <a:pt x="0" y="244"/>
                  </a:cubicBezTo>
                  <a:cubicBezTo>
                    <a:pt x="0" y="387"/>
                    <a:pt x="114" y="494"/>
                    <a:pt x="251" y="494"/>
                  </a:cubicBezTo>
                  <a:cubicBezTo>
                    <a:pt x="387" y="494"/>
                    <a:pt x="501" y="387"/>
                    <a:pt x="501" y="244"/>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11"/>
            <p:cNvSpPr/>
            <p:nvPr/>
          </p:nvSpPr>
          <p:spPr>
            <a:xfrm>
              <a:off x="951850" y="2851025"/>
              <a:ext cx="12600" cy="12350"/>
            </a:xfrm>
            <a:custGeom>
              <a:avLst/>
              <a:gdLst/>
              <a:ahLst/>
              <a:cxnLst/>
              <a:rect l="l" t="t" r="r" b="b"/>
              <a:pathLst>
                <a:path w="504" h="494" extrusionOk="0">
                  <a:moveTo>
                    <a:pt x="252" y="0"/>
                  </a:moveTo>
                  <a:cubicBezTo>
                    <a:pt x="116" y="0"/>
                    <a:pt x="1" y="107"/>
                    <a:pt x="1" y="244"/>
                  </a:cubicBezTo>
                  <a:cubicBezTo>
                    <a:pt x="1" y="387"/>
                    <a:pt x="116" y="494"/>
                    <a:pt x="252" y="494"/>
                  </a:cubicBezTo>
                  <a:cubicBezTo>
                    <a:pt x="388" y="494"/>
                    <a:pt x="503" y="387"/>
                    <a:pt x="503" y="244"/>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11"/>
            <p:cNvSpPr/>
            <p:nvPr/>
          </p:nvSpPr>
          <p:spPr>
            <a:xfrm>
              <a:off x="1043825" y="2851025"/>
              <a:ext cx="12375" cy="12350"/>
            </a:xfrm>
            <a:custGeom>
              <a:avLst/>
              <a:gdLst/>
              <a:ahLst/>
              <a:cxnLst/>
              <a:rect l="l" t="t" r="r" b="b"/>
              <a:pathLst>
                <a:path w="495" h="494" extrusionOk="0">
                  <a:moveTo>
                    <a:pt x="250" y="0"/>
                  </a:moveTo>
                  <a:cubicBezTo>
                    <a:pt x="107" y="0"/>
                    <a:pt x="0" y="107"/>
                    <a:pt x="0" y="244"/>
                  </a:cubicBezTo>
                  <a:cubicBezTo>
                    <a:pt x="0" y="387"/>
                    <a:pt x="107" y="494"/>
                    <a:pt x="250" y="494"/>
                  </a:cubicBezTo>
                  <a:cubicBezTo>
                    <a:pt x="388" y="494"/>
                    <a:pt x="494" y="387"/>
                    <a:pt x="494" y="244"/>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11"/>
            <p:cNvSpPr/>
            <p:nvPr/>
          </p:nvSpPr>
          <p:spPr>
            <a:xfrm>
              <a:off x="1135575" y="2851025"/>
              <a:ext cx="12575" cy="12350"/>
            </a:xfrm>
            <a:custGeom>
              <a:avLst/>
              <a:gdLst/>
              <a:ahLst/>
              <a:cxnLst/>
              <a:rect l="l" t="t" r="r" b="b"/>
              <a:pathLst>
                <a:path w="503" h="494" extrusionOk="0">
                  <a:moveTo>
                    <a:pt x="252" y="0"/>
                  </a:moveTo>
                  <a:cubicBezTo>
                    <a:pt x="116" y="0"/>
                    <a:pt x="0" y="107"/>
                    <a:pt x="0" y="244"/>
                  </a:cubicBezTo>
                  <a:cubicBezTo>
                    <a:pt x="0" y="387"/>
                    <a:pt x="116" y="494"/>
                    <a:pt x="252" y="494"/>
                  </a:cubicBezTo>
                  <a:cubicBezTo>
                    <a:pt x="387" y="494"/>
                    <a:pt x="503" y="387"/>
                    <a:pt x="503" y="244"/>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11"/>
            <p:cNvSpPr/>
            <p:nvPr/>
          </p:nvSpPr>
          <p:spPr>
            <a:xfrm>
              <a:off x="1227500" y="2851025"/>
              <a:ext cx="12400" cy="12350"/>
            </a:xfrm>
            <a:custGeom>
              <a:avLst/>
              <a:gdLst/>
              <a:ahLst/>
              <a:cxnLst/>
              <a:rect l="l" t="t" r="r" b="b"/>
              <a:pathLst>
                <a:path w="496" h="494" extrusionOk="0">
                  <a:moveTo>
                    <a:pt x="251" y="0"/>
                  </a:moveTo>
                  <a:cubicBezTo>
                    <a:pt x="109" y="0"/>
                    <a:pt x="0" y="107"/>
                    <a:pt x="0" y="244"/>
                  </a:cubicBezTo>
                  <a:cubicBezTo>
                    <a:pt x="0" y="387"/>
                    <a:pt x="109" y="494"/>
                    <a:pt x="251" y="494"/>
                  </a:cubicBezTo>
                  <a:cubicBezTo>
                    <a:pt x="387" y="494"/>
                    <a:pt x="496" y="387"/>
                    <a:pt x="496" y="244"/>
                  </a:cubicBezTo>
                  <a:cubicBezTo>
                    <a:pt x="496"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11"/>
            <p:cNvSpPr/>
            <p:nvPr/>
          </p:nvSpPr>
          <p:spPr>
            <a:xfrm>
              <a:off x="1319275" y="2851025"/>
              <a:ext cx="12550" cy="12350"/>
            </a:xfrm>
            <a:custGeom>
              <a:avLst/>
              <a:gdLst/>
              <a:ahLst/>
              <a:cxnLst/>
              <a:rect l="l" t="t" r="r" b="b"/>
              <a:pathLst>
                <a:path w="502" h="494" extrusionOk="0">
                  <a:moveTo>
                    <a:pt x="252" y="0"/>
                  </a:moveTo>
                  <a:cubicBezTo>
                    <a:pt x="114" y="0"/>
                    <a:pt x="1" y="107"/>
                    <a:pt x="1" y="244"/>
                  </a:cubicBezTo>
                  <a:cubicBezTo>
                    <a:pt x="1" y="387"/>
                    <a:pt x="114" y="494"/>
                    <a:pt x="252" y="494"/>
                  </a:cubicBezTo>
                  <a:cubicBezTo>
                    <a:pt x="388" y="494"/>
                    <a:pt x="501" y="387"/>
                    <a:pt x="501" y="244"/>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11"/>
            <p:cNvSpPr/>
            <p:nvPr/>
          </p:nvSpPr>
          <p:spPr>
            <a:xfrm>
              <a:off x="1411200" y="2851025"/>
              <a:ext cx="12425" cy="12350"/>
            </a:xfrm>
            <a:custGeom>
              <a:avLst/>
              <a:gdLst/>
              <a:ahLst/>
              <a:cxnLst/>
              <a:rect l="l" t="t" r="r" b="b"/>
              <a:pathLst>
                <a:path w="497" h="494" extrusionOk="0">
                  <a:moveTo>
                    <a:pt x="245" y="0"/>
                  </a:moveTo>
                  <a:cubicBezTo>
                    <a:pt x="109" y="0"/>
                    <a:pt x="1" y="107"/>
                    <a:pt x="1" y="244"/>
                  </a:cubicBezTo>
                  <a:cubicBezTo>
                    <a:pt x="1" y="387"/>
                    <a:pt x="109" y="494"/>
                    <a:pt x="245" y="494"/>
                  </a:cubicBezTo>
                  <a:cubicBezTo>
                    <a:pt x="388" y="494"/>
                    <a:pt x="496" y="387"/>
                    <a:pt x="496" y="244"/>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11"/>
            <p:cNvSpPr/>
            <p:nvPr/>
          </p:nvSpPr>
          <p:spPr>
            <a:xfrm>
              <a:off x="1503000" y="2851025"/>
              <a:ext cx="12525" cy="12350"/>
            </a:xfrm>
            <a:custGeom>
              <a:avLst/>
              <a:gdLst/>
              <a:ahLst/>
              <a:cxnLst/>
              <a:rect l="l" t="t" r="r" b="b"/>
              <a:pathLst>
                <a:path w="501" h="494" extrusionOk="0">
                  <a:moveTo>
                    <a:pt x="250" y="0"/>
                  </a:moveTo>
                  <a:cubicBezTo>
                    <a:pt x="114" y="0"/>
                    <a:pt x="0" y="107"/>
                    <a:pt x="0" y="244"/>
                  </a:cubicBezTo>
                  <a:cubicBezTo>
                    <a:pt x="0" y="387"/>
                    <a:pt x="114" y="494"/>
                    <a:pt x="250" y="494"/>
                  </a:cubicBezTo>
                  <a:cubicBezTo>
                    <a:pt x="387" y="494"/>
                    <a:pt x="501" y="387"/>
                    <a:pt x="501" y="244"/>
                  </a:cubicBezTo>
                  <a:cubicBezTo>
                    <a:pt x="501" y="107"/>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11"/>
            <p:cNvSpPr/>
            <p:nvPr/>
          </p:nvSpPr>
          <p:spPr>
            <a:xfrm>
              <a:off x="1594750" y="2851025"/>
              <a:ext cx="12575" cy="12350"/>
            </a:xfrm>
            <a:custGeom>
              <a:avLst/>
              <a:gdLst/>
              <a:ahLst/>
              <a:cxnLst/>
              <a:rect l="l" t="t" r="r" b="b"/>
              <a:pathLst>
                <a:path w="503" h="494" extrusionOk="0">
                  <a:moveTo>
                    <a:pt x="251" y="0"/>
                  </a:moveTo>
                  <a:cubicBezTo>
                    <a:pt x="115" y="0"/>
                    <a:pt x="0" y="107"/>
                    <a:pt x="0" y="244"/>
                  </a:cubicBezTo>
                  <a:cubicBezTo>
                    <a:pt x="0" y="387"/>
                    <a:pt x="115" y="494"/>
                    <a:pt x="251" y="494"/>
                  </a:cubicBezTo>
                  <a:cubicBezTo>
                    <a:pt x="394" y="494"/>
                    <a:pt x="503" y="387"/>
                    <a:pt x="503" y="244"/>
                  </a:cubicBezTo>
                  <a:cubicBezTo>
                    <a:pt x="503" y="107"/>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11"/>
            <p:cNvSpPr/>
            <p:nvPr/>
          </p:nvSpPr>
          <p:spPr>
            <a:xfrm>
              <a:off x="1686650" y="2851025"/>
              <a:ext cx="12600" cy="12350"/>
            </a:xfrm>
            <a:custGeom>
              <a:avLst/>
              <a:gdLst/>
              <a:ahLst/>
              <a:cxnLst/>
              <a:rect l="l" t="t" r="r" b="b"/>
              <a:pathLst>
                <a:path w="504" h="494" extrusionOk="0">
                  <a:moveTo>
                    <a:pt x="252" y="0"/>
                  </a:moveTo>
                  <a:cubicBezTo>
                    <a:pt x="116" y="0"/>
                    <a:pt x="1" y="107"/>
                    <a:pt x="1" y="244"/>
                  </a:cubicBezTo>
                  <a:cubicBezTo>
                    <a:pt x="1" y="387"/>
                    <a:pt x="116" y="494"/>
                    <a:pt x="252" y="494"/>
                  </a:cubicBezTo>
                  <a:cubicBezTo>
                    <a:pt x="388" y="494"/>
                    <a:pt x="503" y="387"/>
                    <a:pt x="503" y="244"/>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11"/>
            <p:cNvSpPr/>
            <p:nvPr/>
          </p:nvSpPr>
          <p:spPr>
            <a:xfrm>
              <a:off x="1778450" y="2851025"/>
              <a:ext cx="12550" cy="12350"/>
            </a:xfrm>
            <a:custGeom>
              <a:avLst/>
              <a:gdLst/>
              <a:ahLst/>
              <a:cxnLst/>
              <a:rect l="l" t="t" r="r" b="b"/>
              <a:pathLst>
                <a:path w="502" h="494" extrusionOk="0">
                  <a:moveTo>
                    <a:pt x="252" y="0"/>
                  </a:moveTo>
                  <a:cubicBezTo>
                    <a:pt x="114" y="0"/>
                    <a:pt x="1" y="107"/>
                    <a:pt x="1" y="244"/>
                  </a:cubicBezTo>
                  <a:cubicBezTo>
                    <a:pt x="1" y="387"/>
                    <a:pt x="114" y="494"/>
                    <a:pt x="252" y="494"/>
                  </a:cubicBezTo>
                  <a:cubicBezTo>
                    <a:pt x="388" y="494"/>
                    <a:pt x="501" y="387"/>
                    <a:pt x="501" y="244"/>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11"/>
            <p:cNvSpPr/>
            <p:nvPr/>
          </p:nvSpPr>
          <p:spPr>
            <a:xfrm>
              <a:off x="1870375" y="2851025"/>
              <a:ext cx="12400" cy="12350"/>
            </a:xfrm>
            <a:custGeom>
              <a:avLst/>
              <a:gdLst/>
              <a:ahLst/>
              <a:cxnLst/>
              <a:rect l="l" t="t" r="r" b="b"/>
              <a:pathLst>
                <a:path w="496" h="494" extrusionOk="0">
                  <a:moveTo>
                    <a:pt x="252" y="0"/>
                  </a:moveTo>
                  <a:cubicBezTo>
                    <a:pt x="109" y="0"/>
                    <a:pt x="0" y="107"/>
                    <a:pt x="0" y="244"/>
                  </a:cubicBezTo>
                  <a:cubicBezTo>
                    <a:pt x="0" y="387"/>
                    <a:pt x="109" y="494"/>
                    <a:pt x="252" y="494"/>
                  </a:cubicBezTo>
                  <a:cubicBezTo>
                    <a:pt x="387" y="494"/>
                    <a:pt x="496" y="387"/>
                    <a:pt x="496" y="244"/>
                  </a:cubicBezTo>
                  <a:cubicBezTo>
                    <a:pt x="496"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11"/>
            <p:cNvSpPr/>
            <p:nvPr/>
          </p:nvSpPr>
          <p:spPr>
            <a:xfrm>
              <a:off x="1962150" y="2851025"/>
              <a:ext cx="12550" cy="12350"/>
            </a:xfrm>
            <a:custGeom>
              <a:avLst/>
              <a:gdLst/>
              <a:ahLst/>
              <a:cxnLst/>
              <a:rect l="l" t="t" r="r" b="b"/>
              <a:pathLst>
                <a:path w="502" h="494" extrusionOk="0">
                  <a:moveTo>
                    <a:pt x="250" y="0"/>
                  </a:moveTo>
                  <a:cubicBezTo>
                    <a:pt x="114" y="0"/>
                    <a:pt x="1" y="107"/>
                    <a:pt x="1" y="244"/>
                  </a:cubicBezTo>
                  <a:cubicBezTo>
                    <a:pt x="1" y="387"/>
                    <a:pt x="114" y="494"/>
                    <a:pt x="250" y="494"/>
                  </a:cubicBezTo>
                  <a:cubicBezTo>
                    <a:pt x="388" y="494"/>
                    <a:pt x="502" y="387"/>
                    <a:pt x="502" y="244"/>
                  </a:cubicBezTo>
                  <a:cubicBezTo>
                    <a:pt x="502"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11"/>
            <p:cNvSpPr/>
            <p:nvPr/>
          </p:nvSpPr>
          <p:spPr>
            <a:xfrm>
              <a:off x="2054075" y="2851025"/>
              <a:ext cx="12425" cy="12350"/>
            </a:xfrm>
            <a:custGeom>
              <a:avLst/>
              <a:gdLst/>
              <a:ahLst/>
              <a:cxnLst/>
              <a:rect l="l" t="t" r="r" b="b"/>
              <a:pathLst>
                <a:path w="497" h="494" extrusionOk="0">
                  <a:moveTo>
                    <a:pt x="252" y="0"/>
                  </a:moveTo>
                  <a:cubicBezTo>
                    <a:pt x="109" y="0"/>
                    <a:pt x="1" y="107"/>
                    <a:pt x="1" y="244"/>
                  </a:cubicBezTo>
                  <a:cubicBezTo>
                    <a:pt x="1" y="387"/>
                    <a:pt x="109" y="494"/>
                    <a:pt x="252" y="494"/>
                  </a:cubicBezTo>
                  <a:cubicBezTo>
                    <a:pt x="388" y="494"/>
                    <a:pt x="496" y="387"/>
                    <a:pt x="496" y="244"/>
                  </a:cubicBezTo>
                  <a:cubicBezTo>
                    <a:pt x="496"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11"/>
            <p:cNvSpPr/>
            <p:nvPr/>
          </p:nvSpPr>
          <p:spPr>
            <a:xfrm>
              <a:off x="2145825" y="2851025"/>
              <a:ext cx="12600" cy="12350"/>
            </a:xfrm>
            <a:custGeom>
              <a:avLst/>
              <a:gdLst/>
              <a:ahLst/>
              <a:cxnLst/>
              <a:rect l="l" t="t" r="r" b="b"/>
              <a:pathLst>
                <a:path w="504" h="494" extrusionOk="0">
                  <a:moveTo>
                    <a:pt x="252" y="0"/>
                  </a:moveTo>
                  <a:cubicBezTo>
                    <a:pt x="116" y="0"/>
                    <a:pt x="1" y="107"/>
                    <a:pt x="1" y="244"/>
                  </a:cubicBezTo>
                  <a:cubicBezTo>
                    <a:pt x="1" y="387"/>
                    <a:pt x="116" y="494"/>
                    <a:pt x="252" y="494"/>
                  </a:cubicBezTo>
                  <a:cubicBezTo>
                    <a:pt x="388" y="494"/>
                    <a:pt x="503" y="387"/>
                    <a:pt x="503" y="244"/>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11"/>
            <p:cNvSpPr/>
            <p:nvPr/>
          </p:nvSpPr>
          <p:spPr>
            <a:xfrm>
              <a:off x="2237800" y="2851025"/>
              <a:ext cx="12350" cy="12350"/>
            </a:xfrm>
            <a:custGeom>
              <a:avLst/>
              <a:gdLst/>
              <a:ahLst/>
              <a:cxnLst/>
              <a:rect l="l" t="t" r="r" b="b"/>
              <a:pathLst>
                <a:path w="494" h="494" extrusionOk="0">
                  <a:moveTo>
                    <a:pt x="244" y="0"/>
                  </a:moveTo>
                  <a:cubicBezTo>
                    <a:pt x="107" y="0"/>
                    <a:pt x="0" y="107"/>
                    <a:pt x="0" y="244"/>
                  </a:cubicBezTo>
                  <a:cubicBezTo>
                    <a:pt x="0" y="387"/>
                    <a:pt x="107" y="494"/>
                    <a:pt x="244" y="494"/>
                  </a:cubicBezTo>
                  <a:cubicBezTo>
                    <a:pt x="387" y="494"/>
                    <a:pt x="494" y="387"/>
                    <a:pt x="494" y="244"/>
                  </a:cubicBezTo>
                  <a:cubicBezTo>
                    <a:pt x="494" y="107"/>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11"/>
            <p:cNvSpPr/>
            <p:nvPr/>
          </p:nvSpPr>
          <p:spPr>
            <a:xfrm>
              <a:off x="2329550" y="2851025"/>
              <a:ext cx="12575" cy="12350"/>
            </a:xfrm>
            <a:custGeom>
              <a:avLst/>
              <a:gdLst/>
              <a:ahLst/>
              <a:cxnLst/>
              <a:rect l="l" t="t" r="r" b="b"/>
              <a:pathLst>
                <a:path w="503" h="494" extrusionOk="0">
                  <a:moveTo>
                    <a:pt x="251" y="0"/>
                  </a:moveTo>
                  <a:cubicBezTo>
                    <a:pt x="115" y="0"/>
                    <a:pt x="0" y="107"/>
                    <a:pt x="0" y="244"/>
                  </a:cubicBezTo>
                  <a:cubicBezTo>
                    <a:pt x="0" y="387"/>
                    <a:pt x="115" y="494"/>
                    <a:pt x="251" y="494"/>
                  </a:cubicBezTo>
                  <a:cubicBezTo>
                    <a:pt x="387" y="494"/>
                    <a:pt x="502" y="387"/>
                    <a:pt x="502" y="244"/>
                  </a:cubicBezTo>
                  <a:cubicBezTo>
                    <a:pt x="502"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11"/>
            <p:cNvSpPr/>
            <p:nvPr/>
          </p:nvSpPr>
          <p:spPr>
            <a:xfrm>
              <a:off x="2421325" y="2851025"/>
              <a:ext cx="12550" cy="12350"/>
            </a:xfrm>
            <a:custGeom>
              <a:avLst/>
              <a:gdLst/>
              <a:ahLst/>
              <a:cxnLst/>
              <a:rect l="l" t="t" r="r" b="b"/>
              <a:pathLst>
                <a:path w="502" h="494" extrusionOk="0">
                  <a:moveTo>
                    <a:pt x="250" y="0"/>
                  </a:moveTo>
                  <a:cubicBezTo>
                    <a:pt x="114" y="0"/>
                    <a:pt x="1" y="107"/>
                    <a:pt x="1" y="244"/>
                  </a:cubicBezTo>
                  <a:cubicBezTo>
                    <a:pt x="1" y="387"/>
                    <a:pt x="114" y="494"/>
                    <a:pt x="250" y="494"/>
                  </a:cubicBezTo>
                  <a:cubicBezTo>
                    <a:pt x="395" y="494"/>
                    <a:pt x="501" y="387"/>
                    <a:pt x="501" y="244"/>
                  </a:cubicBezTo>
                  <a:cubicBezTo>
                    <a:pt x="501" y="107"/>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11"/>
            <p:cNvSpPr/>
            <p:nvPr/>
          </p:nvSpPr>
          <p:spPr>
            <a:xfrm>
              <a:off x="2513250" y="2851025"/>
              <a:ext cx="12575" cy="12350"/>
            </a:xfrm>
            <a:custGeom>
              <a:avLst/>
              <a:gdLst/>
              <a:ahLst/>
              <a:cxnLst/>
              <a:rect l="l" t="t" r="r" b="b"/>
              <a:pathLst>
                <a:path w="503" h="494" extrusionOk="0">
                  <a:moveTo>
                    <a:pt x="252" y="0"/>
                  </a:moveTo>
                  <a:cubicBezTo>
                    <a:pt x="109" y="0"/>
                    <a:pt x="0" y="107"/>
                    <a:pt x="0" y="244"/>
                  </a:cubicBezTo>
                  <a:cubicBezTo>
                    <a:pt x="0" y="387"/>
                    <a:pt x="109" y="494"/>
                    <a:pt x="252" y="494"/>
                  </a:cubicBezTo>
                  <a:cubicBezTo>
                    <a:pt x="388" y="494"/>
                    <a:pt x="503" y="387"/>
                    <a:pt x="503" y="244"/>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11"/>
            <p:cNvSpPr/>
            <p:nvPr/>
          </p:nvSpPr>
          <p:spPr>
            <a:xfrm>
              <a:off x="2605000" y="2851025"/>
              <a:ext cx="12575" cy="12350"/>
            </a:xfrm>
            <a:custGeom>
              <a:avLst/>
              <a:gdLst/>
              <a:ahLst/>
              <a:cxnLst/>
              <a:rect l="l" t="t" r="r" b="b"/>
              <a:pathLst>
                <a:path w="503" h="494" extrusionOk="0">
                  <a:moveTo>
                    <a:pt x="252" y="0"/>
                  </a:moveTo>
                  <a:cubicBezTo>
                    <a:pt x="116" y="0"/>
                    <a:pt x="0" y="107"/>
                    <a:pt x="0" y="244"/>
                  </a:cubicBezTo>
                  <a:cubicBezTo>
                    <a:pt x="0" y="387"/>
                    <a:pt x="116" y="494"/>
                    <a:pt x="252" y="494"/>
                  </a:cubicBezTo>
                  <a:cubicBezTo>
                    <a:pt x="387" y="494"/>
                    <a:pt x="503" y="387"/>
                    <a:pt x="503" y="244"/>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11"/>
            <p:cNvSpPr/>
            <p:nvPr/>
          </p:nvSpPr>
          <p:spPr>
            <a:xfrm>
              <a:off x="2696950" y="2851025"/>
              <a:ext cx="12375" cy="12350"/>
            </a:xfrm>
            <a:custGeom>
              <a:avLst/>
              <a:gdLst/>
              <a:ahLst/>
              <a:cxnLst/>
              <a:rect l="l" t="t" r="r" b="b"/>
              <a:pathLst>
                <a:path w="495" h="494" extrusionOk="0">
                  <a:moveTo>
                    <a:pt x="252" y="0"/>
                  </a:moveTo>
                  <a:cubicBezTo>
                    <a:pt x="108" y="0"/>
                    <a:pt x="1" y="107"/>
                    <a:pt x="1" y="244"/>
                  </a:cubicBezTo>
                  <a:cubicBezTo>
                    <a:pt x="1" y="387"/>
                    <a:pt x="108" y="494"/>
                    <a:pt x="252" y="494"/>
                  </a:cubicBezTo>
                  <a:cubicBezTo>
                    <a:pt x="388" y="494"/>
                    <a:pt x="495" y="387"/>
                    <a:pt x="495" y="244"/>
                  </a:cubicBezTo>
                  <a:cubicBezTo>
                    <a:pt x="495"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11"/>
            <p:cNvSpPr/>
            <p:nvPr/>
          </p:nvSpPr>
          <p:spPr>
            <a:xfrm>
              <a:off x="2788700" y="2851025"/>
              <a:ext cx="12600" cy="12350"/>
            </a:xfrm>
            <a:custGeom>
              <a:avLst/>
              <a:gdLst/>
              <a:ahLst/>
              <a:cxnLst/>
              <a:rect l="l" t="t" r="r" b="b"/>
              <a:pathLst>
                <a:path w="504" h="494" extrusionOk="0">
                  <a:moveTo>
                    <a:pt x="252" y="0"/>
                  </a:moveTo>
                  <a:cubicBezTo>
                    <a:pt x="116" y="0"/>
                    <a:pt x="1" y="107"/>
                    <a:pt x="1" y="244"/>
                  </a:cubicBezTo>
                  <a:cubicBezTo>
                    <a:pt x="1" y="387"/>
                    <a:pt x="116" y="494"/>
                    <a:pt x="252" y="494"/>
                  </a:cubicBezTo>
                  <a:cubicBezTo>
                    <a:pt x="388" y="494"/>
                    <a:pt x="503" y="387"/>
                    <a:pt x="503" y="244"/>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11"/>
            <p:cNvSpPr/>
            <p:nvPr/>
          </p:nvSpPr>
          <p:spPr>
            <a:xfrm>
              <a:off x="2880675" y="2851025"/>
              <a:ext cx="12375" cy="12350"/>
            </a:xfrm>
            <a:custGeom>
              <a:avLst/>
              <a:gdLst/>
              <a:ahLst/>
              <a:cxnLst/>
              <a:rect l="l" t="t" r="r" b="b"/>
              <a:pathLst>
                <a:path w="495" h="494" extrusionOk="0">
                  <a:moveTo>
                    <a:pt x="243" y="0"/>
                  </a:moveTo>
                  <a:cubicBezTo>
                    <a:pt x="107" y="0"/>
                    <a:pt x="0" y="107"/>
                    <a:pt x="0" y="244"/>
                  </a:cubicBezTo>
                  <a:cubicBezTo>
                    <a:pt x="0" y="387"/>
                    <a:pt x="107" y="494"/>
                    <a:pt x="243" y="494"/>
                  </a:cubicBezTo>
                  <a:cubicBezTo>
                    <a:pt x="387" y="494"/>
                    <a:pt x="494" y="387"/>
                    <a:pt x="494" y="244"/>
                  </a:cubicBezTo>
                  <a:cubicBezTo>
                    <a:pt x="494" y="107"/>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11"/>
            <p:cNvSpPr/>
            <p:nvPr/>
          </p:nvSpPr>
          <p:spPr>
            <a:xfrm>
              <a:off x="2972425" y="2851025"/>
              <a:ext cx="12575" cy="12350"/>
            </a:xfrm>
            <a:custGeom>
              <a:avLst/>
              <a:gdLst/>
              <a:ahLst/>
              <a:cxnLst/>
              <a:rect l="l" t="t" r="r" b="b"/>
              <a:pathLst>
                <a:path w="503" h="494" extrusionOk="0">
                  <a:moveTo>
                    <a:pt x="251" y="0"/>
                  </a:moveTo>
                  <a:cubicBezTo>
                    <a:pt x="115" y="0"/>
                    <a:pt x="0" y="107"/>
                    <a:pt x="0" y="244"/>
                  </a:cubicBezTo>
                  <a:cubicBezTo>
                    <a:pt x="0" y="387"/>
                    <a:pt x="115" y="494"/>
                    <a:pt x="251" y="494"/>
                  </a:cubicBezTo>
                  <a:cubicBezTo>
                    <a:pt x="387" y="494"/>
                    <a:pt x="503" y="387"/>
                    <a:pt x="503" y="244"/>
                  </a:cubicBezTo>
                  <a:cubicBezTo>
                    <a:pt x="503"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11"/>
            <p:cNvSpPr/>
            <p:nvPr/>
          </p:nvSpPr>
          <p:spPr>
            <a:xfrm>
              <a:off x="3064375" y="2851025"/>
              <a:ext cx="12375" cy="12350"/>
            </a:xfrm>
            <a:custGeom>
              <a:avLst/>
              <a:gdLst/>
              <a:ahLst/>
              <a:cxnLst/>
              <a:rect l="l" t="t" r="r" b="b"/>
              <a:pathLst>
                <a:path w="495" h="494" extrusionOk="0">
                  <a:moveTo>
                    <a:pt x="243" y="0"/>
                  </a:moveTo>
                  <a:cubicBezTo>
                    <a:pt x="107" y="0"/>
                    <a:pt x="1" y="107"/>
                    <a:pt x="1" y="244"/>
                  </a:cubicBezTo>
                  <a:cubicBezTo>
                    <a:pt x="1" y="387"/>
                    <a:pt x="107" y="494"/>
                    <a:pt x="243" y="494"/>
                  </a:cubicBezTo>
                  <a:cubicBezTo>
                    <a:pt x="388" y="494"/>
                    <a:pt x="495" y="387"/>
                    <a:pt x="495" y="244"/>
                  </a:cubicBezTo>
                  <a:cubicBezTo>
                    <a:pt x="495" y="107"/>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11"/>
            <p:cNvSpPr/>
            <p:nvPr/>
          </p:nvSpPr>
          <p:spPr>
            <a:xfrm>
              <a:off x="3156125" y="2851025"/>
              <a:ext cx="12600" cy="12350"/>
            </a:xfrm>
            <a:custGeom>
              <a:avLst/>
              <a:gdLst/>
              <a:ahLst/>
              <a:cxnLst/>
              <a:rect l="l" t="t" r="r" b="b"/>
              <a:pathLst>
                <a:path w="504" h="494" extrusionOk="0">
                  <a:moveTo>
                    <a:pt x="252" y="0"/>
                  </a:moveTo>
                  <a:cubicBezTo>
                    <a:pt x="116" y="0"/>
                    <a:pt x="1" y="107"/>
                    <a:pt x="1" y="244"/>
                  </a:cubicBezTo>
                  <a:cubicBezTo>
                    <a:pt x="1" y="387"/>
                    <a:pt x="116" y="494"/>
                    <a:pt x="252" y="494"/>
                  </a:cubicBezTo>
                  <a:cubicBezTo>
                    <a:pt x="388" y="494"/>
                    <a:pt x="503" y="387"/>
                    <a:pt x="503" y="244"/>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11"/>
            <p:cNvSpPr/>
            <p:nvPr/>
          </p:nvSpPr>
          <p:spPr>
            <a:xfrm>
              <a:off x="3247875" y="2851025"/>
              <a:ext cx="12575" cy="12350"/>
            </a:xfrm>
            <a:custGeom>
              <a:avLst/>
              <a:gdLst/>
              <a:ahLst/>
              <a:cxnLst/>
              <a:rect l="l" t="t" r="r" b="b"/>
              <a:pathLst>
                <a:path w="503" h="494" extrusionOk="0">
                  <a:moveTo>
                    <a:pt x="252" y="0"/>
                  </a:moveTo>
                  <a:cubicBezTo>
                    <a:pt x="116" y="0"/>
                    <a:pt x="1" y="107"/>
                    <a:pt x="1" y="244"/>
                  </a:cubicBezTo>
                  <a:cubicBezTo>
                    <a:pt x="1" y="387"/>
                    <a:pt x="116" y="494"/>
                    <a:pt x="252" y="494"/>
                  </a:cubicBezTo>
                  <a:cubicBezTo>
                    <a:pt x="388" y="494"/>
                    <a:pt x="503" y="387"/>
                    <a:pt x="503" y="244"/>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11"/>
            <p:cNvSpPr/>
            <p:nvPr/>
          </p:nvSpPr>
          <p:spPr>
            <a:xfrm>
              <a:off x="3339850" y="2851025"/>
              <a:ext cx="12525" cy="12350"/>
            </a:xfrm>
            <a:custGeom>
              <a:avLst/>
              <a:gdLst/>
              <a:ahLst/>
              <a:cxnLst/>
              <a:rect l="l" t="t" r="r" b="b"/>
              <a:pathLst>
                <a:path w="501" h="494" extrusionOk="0">
                  <a:moveTo>
                    <a:pt x="251" y="0"/>
                  </a:moveTo>
                  <a:cubicBezTo>
                    <a:pt x="107" y="0"/>
                    <a:pt x="0" y="107"/>
                    <a:pt x="0" y="244"/>
                  </a:cubicBezTo>
                  <a:cubicBezTo>
                    <a:pt x="0" y="387"/>
                    <a:pt x="107" y="494"/>
                    <a:pt x="251" y="494"/>
                  </a:cubicBezTo>
                  <a:cubicBezTo>
                    <a:pt x="387" y="494"/>
                    <a:pt x="501" y="387"/>
                    <a:pt x="501" y="244"/>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11"/>
            <p:cNvSpPr/>
            <p:nvPr/>
          </p:nvSpPr>
          <p:spPr>
            <a:xfrm>
              <a:off x="3431575" y="2851025"/>
              <a:ext cx="12600" cy="12350"/>
            </a:xfrm>
            <a:custGeom>
              <a:avLst/>
              <a:gdLst/>
              <a:ahLst/>
              <a:cxnLst/>
              <a:rect l="l" t="t" r="r" b="b"/>
              <a:pathLst>
                <a:path w="504" h="494" extrusionOk="0">
                  <a:moveTo>
                    <a:pt x="252" y="0"/>
                  </a:moveTo>
                  <a:cubicBezTo>
                    <a:pt x="116" y="0"/>
                    <a:pt x="1" y="107"/>
                    <a:pt x="1" y="244"/>
                  </a:cubicBezTo>
                  <a:cubicBezTo>
                    <a:pt x="1" y="387"/>
                    <a:pt x="116" y="494"/>
                    <a:pt x="252" y="494"/>
                  </a:cubicBezTo>
                  <a:cubicBezTo>
                    <a:pt x="388" y="494"/>
                    <a:pt x="503" y="387"/>
                    <a:pt x="503" y="244"/>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11"/>
            <p:cNvSpPr/>
            <p:nvPr/>
          </p:nvSpPr>
          <p:spPr>
            <a:xfrm>
              <a:off x="3523550" y="2851025"/>
              <a:ext cx="12375" cy="12350"/>
            </a:xfrm>
            <a:custGeom>
              <a:avLst/>
              <a:gdLst/>
              <a:ahLst/>
              <a:cxnLst/>
              <a:rect l="l" t="t" r="r" b="b"/>
              <a:pathLst>
                <a:path w="495" h="494" extrusionOk="0">
                  <a:moveTo>
                    <a:pt x="250" y="0"/>
                  </a:moveTo>
                  <a:cubicBezTo>
                    <a:pt x="107" y="0"/>
                    <a:pt x="0" y="107"/>
                    <a:pt x="0" y="244"/>
                  </a:cubicBezTo>
                  <a:cubicBezTo>
                    <a:pt x="0" y="387"/>
                    <a:pt x="107" y="494"/>
                    <a:pt x="250" y="494"/>
                  </a:cubicBezTo>
                  <a:cubicBezTo>
                    <a:pt x="388" y="494"/>
                    <a:pt x="494" y="387"/>
                    <a:pt x="494" y="244"/>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11"/>
            <p:cNvSpPr/>
            <p:nvPr/>
          </p:nvSpPr>
          <p:spPr>
            <a:xfrm>
              <a:off x="676400" y="29427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11"/>
            <p:cNvSpPr/>
            <p:nvPr/>
          </p:nvSpPr>
          <p:spPr>
            <a:xfrm>
              <a:off x="768325" y="2942750"/>
              <a:ext cx="12400" cy="12600"/>
            </a:xfrm>
            <a:custGeom>
              <a:avLst/>
              <a:gdLst/>
              <a:ahLst/>
              <a:cxnLst/>
              <a:rect l="l" t="t" r="r" b="b"/>
              <a:pathLst>
                <a:path w="496" h="504"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11"/>
            <p:cNvSpPr/>
            <p:nvPr/>
          </p:nvSpPr>
          <p:spPr>
            <a:xfrm>
              <a:off x="860125" y="2942750"/>
              <a:ext cx="12525" cy="12600"/>
            </a:xfrm>
            <a:custGeom>
              <a:avLst/>
              <a:gdLst/>
              <a:ahLst/>
              <a:cxnLst/>
              <a:rect l="l" t="t" r="r" b="b"/>
              <a:pathLst>
                <a:path w="501" h="504"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11"/>
            <p:cNvSpPr/>
            <p:nvPr/>
          </p:nvSpPr>
          <p:spPr>
            <a:xfrm>
              <a:off x="951850" y="29427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11"/>
            <p:cNvSpPr/>
            <p:nvPr/>
          </p:nvSpPr>
          <p:spPr>
            <a:xfrm>
              <a:off x="1043825" y="294275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11"/>
            <p:cNvSpPr/>
            <p:nvPr/>
          </p:nvSpPr>
          <p:spPr>
            <a:xfrm>
              <a:off x="1135575" y="294275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11"/>
            <p:cNvSpPr/>
            <p:nvPr/>
          </p:nvSpPr>
          <p:spPr>
            <a:xfrm>
              <a:off x="1227500" y="2942750"/>
              <a:ext cx="12400" cy="12600"/>
            </a:xfrm>
            <a:custGeom>
              <a:avLst/>
              <a:gdLst/>
              <a:ahLst/>
              <a:cxnLst/>
              <a:rect l="l" t="t" r="r" b="b"/>
              <a:pathLst>
                <a:path w="496" h="504"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11"/>
            <p:cNvSpPr/>
            <p:nvPr/>
          </p:nvSpPr>
          <p:spPr>
            <a:xfrm>
              <a:off x="1319275" y="294275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11"/>
            <p:cNvSpPr/>
            <p:nvPr/>
          </p:nvSpPr>
          <p:spPr>
            <a:xfrm>
              <a:off x="1411200" y="2942750"/>
              <a:ext cx="12425" cy="12600"/>
            </a:xfrm>
            <a:custGeom>
              <a:avLst/>
              <a:gdLst/>
              <a:ahLst/>
              <a:cxnLst/>
              <a:rect l="l" t="t" r="r" b="b"/>
              <a:pathLst>
                <a:path w="497" h="504"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11"/>
            <p:cNvSpPr/>
            <p:nvPr/>
          </p:nvSpPr>
          <p:spPr>
            <a:xfrm>
              <a:off x="1503000" y="2942750"/>
              <a:ext cx="12525" cy="12600"/>
            </a:xfrm>
            <a:custGeom>
              <a:avLst/>
              <a:gdLst/>
              <a:ahLst/>
              <a:cxnLst/>
              <a:rect l="l" t="t" r="r" b="b"/>
              <a:pathLst>
                <a:path w="501" h="504"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11"/>
            <p:cNvSpPr/>
            <p:nvPr/>
          </p:nvSpPr>
          <p:spPr>
            <a:xfrm>
              <a:off x="1594750" y="294275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11"/>
            <p:cNvSpPr/>
            <p:nvPr/>
          </p:nvSpPr>
          <p:spPr>
            <a:xfrm>
              <a:off x="1686650" y="29427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11"/>
            <p:cNvSpPr/>
            <p:nvPr/>
          </p:nvSpPr>
          <p:spPr>
            <a:xfrm>
              <a:off x="1778450" y="294275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11"/>
            <p:cNvSpPr/>
            <p:nvPr/>
          </p:nvSpPr>
          <p:spPr>
            <a:xfrm>
              <a:off x="1870375" y="2942750"/>
              <a:ext cx="12400" cy="12600"/>
            </a:xfrm>
            <a:custGeom>
              <a:avLst/>
              <a:gdLst/>
              <a:ahLst/>
              <a:cxnLst/>
              <a:rect l="l" t="t" r="r" b="b"/>
              <a:pathLst>
                <a:path w="496" h="504"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11"/>
            <p:cNvSpPr/>
            <p:nvPr/>
          </p:nvSpPr>
          <p:spPr>
            <a:xfrm>
              <a:off x="1962150" y="294275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11"/>
            <p:cNvSpPr/>
            <p:nvPr/>
          </p:nvSpPr>
          <p:spPr>
            <a:xfrm>
              <a:off x="2054075" y="2942750"/>
              <a:ext cx="12425" cy="12600"/>
            </a:xfrm>
            <a:custGeom>
              <a:avLst/>
              <a:gdLst/>
              <a:ahLst/>
              <a:cxnLst/>
              <a:rect l="l" t="t" r="r" b="b"/>
              <a:pathLst>
                <a:path w="497" h="504"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11"/>
            <p:cNvSpPr/>
            <p:nvPr/>
          </p:nvSpPr>
          <p:spPr>
            <a:xfrm>
              <a:off x="2145825" y="29427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11"/>
            <p:cNvSpPr/>
            <p:nvPr/>
          </p:nvSpPr>
          <p:spPr>
            <a:xfrm>
              <a:off x="2237800" y="2942750"/>
              <a:ext cx="12350" cy="12600"/>
            </a:xfrm>
            <a:custGeom>
              <a:avLst/>
              <a:gdLst/>
              <a:ahLst/>
              <a:cxnLst/>
              <a:rect l="l" t="t" r="r" b="b"/>
              <a:pathLst>
                <a:path w="494" h="504"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11"/>
            <p:cNvSpPr/>
            <p:nvPr/>
          </p:nvSpPr>
          <p:spPr>
            <a:xfrm>
              <a:off x="2329550" y="294275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11"/>
            <p:cNvSpPr/>
            <p:nvPr/>
          </p:nvSpPr>
          <p:spPr>
            <a:xfrm>
              <a:off x="2421325" y="294275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11"/>
            <p:cNvSpPr/>
            <p:nvPr/>
          </p:nvSpPr>
          <p:spPr>
            <a:xfrm>
              <a:off x="2513250" y="2942750"/>
              <a:ext cx="12575" cy="12600"/>
            </a:xfrm>
            <a:custGeom>
              <a:avLst/>
              <a:gdLst/>
              <a:ahLst/>
              <a:cxnLst/>
              <a:rect l="l" t="t" r="r" b="b"/>
              <a:pathLst>
                <a:path w="503" h="504"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11"/>
            <p:cNvSpPr/>
            <p:nvPr/>
          </p:nvSpPr>
          <p:spPr>
            <a:xfrm>
              <a:off x="2605000" y="294275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11"/>
            <p:cNvSpPr/>
            <p:nvPr/>
          </p:nvSpPr>
          <p:spPr>
            <a:xfrm>
              <a:off x="2696950" y="2942750"/>
              <a:ext cx="12375" cy="12600"/>
            </a:xfrm>
            <a:custGeom>
              <a:avLst/>
              <a:gdLst/>
              <a:ahLst/>
              <a:cxnLst/>
              <a:rect l="l" t="t" r="r" b="b"/>
              <a:pathLst>
                <a:path w="495" h="504"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11"/>
            <p:cNvSpPr/>
            <p:nvPr/>
          </p:nvSpPr>
          <p:spPr>
            <a:xfrm>
              <a:off x="2788700" y="29427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11"/>
            <p:cNvSpPr/>
            <p:nvPr/>
          </p:nvSpPr>
          <p:spPr>
            <a:xfrm>
              <a:off x="2880675" y="2942750"/>
              <a:ext cx="12375" cy="12600"/>
            </a:xfrm>
            <a:custGeom>
              <a:avLst/>
              <a:gdLst/>
              <a:ahLst/>
              <a:cxnLst/>
              <a:rect l="l" t="t" r="r" b="b"/>
              <a:pathLst>
                <a:path w="495" h="504"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11"/>
            <p:cNvSpPr/>
            <p:nvPr/>
          </p:nvSpPr>
          <p:spPr>
            <a:xfrm>
              <a:off x="2972425" y="294275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11"/>
            <p:cNvSpPr/>
            <p:nvPr/>
          </p:nvSpPr>
          <p:spPr>
            <a:xfrm>
              <a:off x="3064375" y="2942750"/>
              <a:ext cx="12375" cy="12600"/>
            </a:xfrm>
            <a:custGeom>
              <a:avLst/>
              <a:gdLst/>
              <a:ahLst/>
              <a:cxnLst/>
              <a:rect l="l" t="t" r="r" b="b"/>
              <a:pathLst>
                <a:path w="495" h="504"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11"/>
            <p:cNvSpPr/>
            <p:nvPr/>
          </p:nvSpPr>
          <p:spPr>
            <a:xfrm>
              <a:off x="3156125" y="29427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11"/>
            <p:cNvSpPr/>
            <p:nvPr/>
          </p:nvSpPr>
          <p:spPr>
            <a:xfrm>
              <a:off x="3247875" y="2942750"/>
              <a:ext cx="12575" cy="12600"/>
            </a:xfrm>
            <a:custGeom>
              <a:avLst/>
              <a:gdLst/>
              <a:ahLst/>
              <a:cxnLst/>
              <a:rect l="l" t="t" r="r" b="b"/>
              <a:pathLst>
                <a:path w="503"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11"/>
            <p:cNvSpPr/>
            <p:nvPr/>
          </p:nvSpPr>
          <p:spPr>
            <a:xfrm>
              <a:off x="3339850" y="2942750"/>
              <a:ext cx="12525" cy="12600"/>
            </a:xfrm>
            <a:custGeom>
              <a:avLst/>
              <a:gdLst/>
              <a:ahLst/>
              <a:cxnLst/>
              <a:rect l="l" t="t" r="r" b="b"/>
              <a:pathLst>
                <a:path w="501" h="504"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11"/>
            <p:cNvSpPr/>
            <p:nvPr/>
          </p:nvSpPr>
          <p:spPr>
            <a:xfrm>
              <a:off x="3431575" y="29427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11"/>
            <p:cNvSpPr/>
            <p:nvPr/>
          </p:nvSpPr>
          <p:spPr>
            <a:xfrm>
              <a:off x="3523550" y="294275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11"/>
            <p:cNvSpPr/>
            <p:nvPr/>
          </p:nvSpPr>
          <p:spPr>
            <a:xfrm>
              <a:off x="676400" y="3034550"/>
              <a:ext cx="12600" cy="12550"/>
            </a:xfrm>
            <a:custGeom>
              <a:avLst/>
              <a:gdLst/>
              <a:ahLst/>
              <a:cxnLst/>
              <a:rect l="l" t="t" r="r" b="b"/>
              <a:pathLst>
                <a:path w="504" h="502" extrusionOk="0">
                  <a:moveTo>
                    <a:pt x="252" y="1"/>
                  </a:moveTo>
                  <a:cubicBezTo>
                    <a:pt x="116" y="1"/>
                    <a:pt x="1" y="114"/>
                    <a:pt x="1" y="250"/>
                  </a:cubicBezTo>
                  <a:cubicBezTo>
                    <a:pt x="1" y="388"/>
                    <a:pt x="116" y="501"/>
                    <a:pt x="252" y="501"/>
                  </a:cubicBezTo>
                  <a:cubicBezTo>
                    <a:pt x="388" y="501"/>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11"/>
            <p:cNvSpPr/>
            <p:nvPr/>
          </p:nvSpPr>
          <p:spPr>
            <a:xfrm>
              <a:off x="768325" y="3034550"/>
              <a:ext cx="12400" cy="12550"/>
            </a:xfrm>
            <a:custGeom>
              <a:avLst/>
              <a:gdLst/>
              <a:ahLst/>
              <a:cxnLst/>
              <a:rect l="l" t="t" r="r" b="b"/>
              <a:pathLst>
                <a:path w="496" h="502" extrusionOk="0">
                  <a:moveTo>
                    <a:pt x="245" y="1"/>
                  </a:moveTo>
                  <a:cubicBezTo>
                    <a:pt x="109" y="1"/>
                    <a:pt x="0" y="114"/>
                    <a:pt x="0" y="250"/>
                  </a:cubicBezTo>
                  <a:cubicBezTo>
                    <a:pt x="0" y="388"/>
                    <a:pt x="109" y="501"/>
                    <a:pt x="245" y="501"/>
                  </a:cubicBezTo>
                  <a:cubicBezTo>
                    <a:pt x="388" y="501"/>
                    <a:pt x="496" y="388"/>
                    <a:pt x="496" y="250"/>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11"/>
            <p:cNvSpPr/>
            <p:nvPr/>
          </p:nvSpPr>
          <p:spPr>
            <a:xfrm>
              <a:off x="860125" y="3034550"/>
              <a:ext cx="12525" cy="12550"/>
            </a:xfrm>
            <a:custGeom>
              <a:avLst/>
              <a:gdLst/>
              <a:ahLst/>
              <a:cxnLst/>
              <a:rect l="l" t="t" r="r" b="b"/>
              <a:pathLst>
                <a:path w="501" h="502" extrusionOk="0">
                  <a:moveTo>
                    <a:pt x="251" y="1"/>
                  </a:moveTo>
                  <a:cubicBezTo>
                    <a:pt x="114" y="1"/>
                    <a:pt x="0" y="114"/>
                    <a:pt x="0" y="250"/>
                  </a:cubicBezTo>
                  <a:cubicBezTo>
                    <a:pt x="0" y="388"/>
                    <a:pt x="114" y="501"/>
                    <a:pt x="251" y="501"/>
                  </a:cubicBezTo>
                  <a:cubicBezTo>
                    <a:pt x="387" y="501"/>
                    <a:pt x="501" y="388"/>
                    <a:pt x="501" y="250"/>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11"/>
            <p:cNvSpPr/>
            <p:nvPr/>
          </p:nvSpPr>
          <p:spPr>
            <a:xfrm>
              <a:off x="951850" y="3034550"/>
              <a:ext cx="12600" cy="12550"/>
            </a:xfrm>
            <a:custGeom>
              <a:avLst/>
              <a:gdLst/>
              <a:ahLst/>
              <a:cxnLst/>
              <a:rect l="l" t="t" r="r" b="b"/>
              <a:pathLst>
                <a:path w="504" h="502" extrusionOk="0">
                  <a:moveTo>
                    <a:pt x="252" y="1"/>
                  </a:moveTo>
                  <a:cubicBezTo>
                    <a:pt x="116" y="1"/>
                    <a:pt x="1" y="114"/>
                    <a:pt x="1" y="250"/>
                  </a:cubicBezTo>
                  <a:cubicBezTo>
                    <a:pt x="1" y="388"/>
                    <a:pt x="116" y="501"/>
                    <a:pt x="252" y="501"/>
                  </a:cubicBezTo>
                  <a:cubicBezTo>
                    <a:pt x="388" y="501"/>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11"/>
            <p:cNvSpPr/>
            <p:nvPr/>
          </p:nvSpPr>
          <p:spPr>
            <a:xfrm>
              <a:off x="1043825" y="3034550"/>
              <a:ext cx="12375" cy="12550"/>
            </a:xfrm>
            <a:custGeom>
              <a:avLst/>
              <a:gdLst/>
              <a:ahLst/>
              <a:cxnLst/>
              <a:rect l="l" t="t" r="r" b="b"/>
              <a:pathLst>
                <a:path w="495" h="502" extrusionOk="0">
                  <a:moveTo>
                    <a:pt x="250" y="1"/>
                  </a:moveTo>
                  <a:cubicBezTo>
                    <a:pt x="107" y="1"/>
                    <a:pt x="0" y="114"/>
                    <a:pt x="0" y="250"/>
                  </a:cubicBezTo>
                  <a:cubicBezTo>
                    <a:pt x="0" y="388"/>
                    <a:pt x="107" y="501"/>
                    <a:pt x="250" y="501"/>
                  </a:cubicBezTo>
                  <a:cubicBezTo>
                    <a:pt x="388" y="501"/>
                    <a:pt x="494" y="388"/>
                    <a:pt x="494" y="250"/>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11"/>
            <p:cNvSpPr/>
            <p:nvPr/>
          </p:nvSpPr>
          <p:spPr>
            <a:xfrm>
              <a:off x="1135575" y="3034550"/>
              <a:ext cx="12575" cy="12550"/>
            </a:xfrm>
            <a:custGeom>
              <a:avLst/>
              <a:gdLst/>
              <a:ahLst/>
              <a:cxnLst/>
              <a:rect l="l" t="t" r="r" b="b"/>
              <a:pathLst>
                <a:path w="503" h="502" extrusionOk="0">
                  <a:moveTo>
                    <a:pt x="252" y="1"/>
                  </a:moveTo>
                  <a:cubicBezTo>
                    <a:pt x="116" y="1"/>
                    <a:pt x="0" y="114"/>
                    <a:pt x="0" y="250"/>
                  </a:cubicBezTo>
                  <a:cubicBezTo>
                    <a:pt x="0" y="388"/>
                    <a:pt x="116" y="501"/>
                    <a:pt x="252" y="501"/>
                  </a:cubicBezTo>
                  <a:cubicBezTo>
                    <a:pt x="387" y="501"/>
                    <a:pt x="503" y="388"/>
                    <a:pt x="503" y="250"/>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11"/>
            <p:cNvSpPr/>
            <p:nvPr/>
          </p:nvSpPr>
          <p:spPr>
            <a:xfrm>
              <a:off x="1227500" y="3034550"/>
              <a:ext cx="12400" cy="12550"/>
            </a:xfrm>
            <a:custGeom>
              <a:avLst/>
              <a:gdLst/>
              <a:ahLst/>
              <a:cxnLst/>
              <a:rect l="l" t="t" r="r" b="b"/>
              <a:pathLst>
                <a:path w="496" h="502" extrusionOk="0">
                  <a:moveTo>
                    <a:pt x="251" y="1"/>
                  </a:moveTo>
                  <a:cubicBezTo>
                    <a:pt x="109" y="1"/>
                    <a:pt x="0" y="114"/>
                    <a:pt x="0" y="250"/>
                  </a:cubicBezTo>
                  <a:cubicBezTo>
                    <a:pt x="0" y="388"/>
                    <a:pt x="109" y="501"/>
                    <a:pt x="251" y="501"/>
                  </a:cubicBezTo>
                  <a:cubicBezTo>
                    <a:pt x="387" y="501"/>
                    <a:pt x="496" y="388"/>
                    <a:pt x="496" y="250"/>
                  </a:cubicBezTo>
                  <a:cubicBezTo>
                    <a:pt x="496"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11"/>
            <p:cNvSpPr/>
            <p:nvPr/>
          </p:nvSpPr>
          <p:spPr>
            <a:xfrm>
              <a:off x="1319275" y="3034550"/>
              <a:ext cx="12550" cy="12550"/>
            </a:xfrm>
            <a:custGeom>
              <a:avLst/>
              <a:gdLst/>
              <a:ahLst/>
              <a:cxnLst/>
              <a:rect l="l" t="t" r="r" b="b"/>
              <a:pathLst>
                <a:path w="502" h="502" extrusionOk="0">
                  <a:moveTo>
                    <a:pt x="252" y="1"/>
                  </a:moveTo>
                  <a:cubicBezTo>
                    <a:pt x="114" y="1"/>
                    <a:pt x="1" y="114"/>
                    <a:pt x="1" y="250"/>
                  </a:cubicBezTo>
                  <a:cubicBezTo>
                    <a:pt x="1" y="388"/>
                    <a:pt x="114" y="501"/>
                    <a:pt x="252" y="501"/>
                  </a:cubicBezTo>
                  <a:cubicBezTo>
                    <a:pt x="388" y="501"/>
                    <a:pt x="501" y="388"/>
                    <a:pt x="501" y="250"/>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11"/>
            <p:cNvSpPr/>
            <p:nvPr/>
          </p:nvSpPr>
          <p:spPr>
            <a:xfrm>
              <a:off x="1411200" y="3034550"/>
              <a:ext cx="12425" cy="12550"/>
            </a:xfrm>
            <a:custGeom>
              <a:avLst/>
              <a:gdLst/>
              <a:ahLst/>
              <a:cxnLst/>
              <a:rect l="l" t="t" r="r" b="b"/>
              <a:pathLst>
                <a:path w="497" h="502" extrusionOk="0">
                  <a:moveTo>
                    <a:pt x="245" y="1"/>
                  </a:moveTo>
                  <a:cubicBezTo>
                    <a:pt x="109" y="1"/>
                    <a:pt x="1" y="114"/>
                    <a:pt x="1" y="250"/>
                  </a:cubicBezTo>
                  <a:cubicBezTo>
                    <a:pt x="1" y="388"/>
                    <a:pt x="109" y="501"/>
                    <a:pt x="245" y="501"/>
                  </a:cubicBezTo>
                  <a:cubicBezTo>
                    <a:pt x="388" y="501"/>
                    <a:pt x="496" y="388"/>
                    <a:pt x="496" y="250"/>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11"/>
            <p:cNvSpPr/>
            <p:nvPr/>
          </p:nvSpPr>
          <p:spPr>
            <a:xfrm>
              <a:off x="1503000" y="3034550"/>
              <a:ext cx="12525" cy="12550"/>
            </a:xfrm>
            <a:custGeom>
              <a:avLst/>
              <a:gdLst/>
              <a:ahLst/>
              <a:cxnLst/>
              <a:rect l="l" t="t" r="r" b="b"/>
              <a:pathLst>
                <a:path w="501" h="502" extrusionOk="0">
                  <a:moveTo>
                    <a:pt x="250" y="1"/>
                  </a:moveTo>
                  <a:cubicBezTo>
                    <a:pt x="114" y="1"/>
                    <a:pt x="0" y="114"/>
                    <a:pt x="0" y="250"/>
                  </a:cubicBezTo>
                  <a:cubicBezTo>
                    <a:pt x="0" y="388"/>
                    <a:pt x="114" y="501"/>
                    <a:pt x="250" y="501"/>
                  </a:cubicBezTo>
                  <a:cubicBezTo>
                    <a:pt x="387" y="501"/>
                    <a:pt x="501" y="388"/>
                    <a:pt x="501" y="250"/>
                  </a:cubicBezTo>
                  <a:cubicBezTo>
                    <a:pt x="501" y="114"/>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11"/>
            <p:cNvSpPr/>
            <p:nvPr/>
          </p:nvSpPr>
          <p:spPr>
            <a:xfrm>
              <a:off x="1594750" y="3034550"/>
              <a:ext cx="12575" cy="12550"/>
            </a:xfrm>
            <a:custGeom>
              <a:avLst/>
              <a:gdLst/>
              <a:ahLst/>
              <a:cxnLst/>
              <a:rect l="l" t="t" r="r" b="b"/>
              <a:pathLst>
                <a:path w="503" h="502" extrusionOk="0">
                  <a:moveTo>
                    <a:pt x="251" y="1"/>
                  </a:moveTo>
                  <a:cubicBezTo>
                    <a:pt x="115" y="1"/>
                    <a:pt x="0" y="114"/>
                    <a:pt x="0" y="250"/>
                  </a:cubicBezTo>
                  <a:cubicBezTo>
                    <a:pt x="0" y="388"/>
                    <a:pt x="115" y="501"/>
                    <a:pt x="251" y="501"/>
                  </a:cubicBezTo>
                  <a:cubicBezTo>
                    <a:pt x="394" y="501"/>
                    <a:pt x="503" y="388"/>
                    <a:pt x="503" y="250"/>
                  </a:cubicBezTo>
                  <a:cubicBezTo>
                    <a:pt x="503" y="114"/>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11"/>
            <p:cNvSpPr/>
            <p:nvPr/>
          </p:nvSpPr>
          <p:spPr>
            <a:xfrm>
              <a:off x="1686650" y="3034550"/>
              <a:ext cx="12600" cy="12550"/>
            </a:xfrm>
            <a:custGeom>
              <a:avLst/>
              <a:gdLst/>
              <a:ahLst/>
              <a:cxnLst/>
              <a:rect l="l" t="t" r="r" b="b"/>
              <a:pathLst>
                <a:path w="504" h="502" extrusionOk="0">
                  <a:moveTo>
                    <a:pt x="252" y="1"/>
                  </a:moveTo>
                  <a:cubicBezTo>
                    <a:pt x="116" y="1"/>
                    <a:pt x="1" y="114"/>
                    <a:pt x="1" y="250"/>
                  </a:cubicBezTo>
                  <a:cubicBezTo>
                    <a:pt x="1" y="388"/>
                    <a:pt x="116" y="501"/>
                    <a:pt x="252" y="501"/>
                  </a:cubicBezTo>
                  <a:cubicBezTo>
                    <a:pt x="388" y="501"/>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11"/>
            <p:cNvSpPr/>
            <p:nvPr/>
          </p:nvSpPr>
          <p:spPr>
            <a:xfrm>
              <a:off x="1778450" y="3034550"/>
              <a:ext cx="12550" cy="12550"/>
            </a:xfrm>
            <a:custGeom>
              <a:avLst/>
              <a:gdLst/>
              <a:ahLst/>
              <a:cxnLst/>
              <a:rect l="l" t="t" r="r" b="b"/>
              <a:pathLst>
                <a:path w="502" h="502" extrusionOk="0">
                  <a:moveTo>
                    <a:pt x="252" y="1"/>
                  </a:moveTo>
                  <a:cubicBezTo>
                    <a:pt x="114" y="1"/>
                    <a:pt x="1" y="114"/>
                    <a:pt x="1" y="250"/>
                  </a:cubicBezTo>
                  <a:cubicBezTo>
                    <a:pt x="1" y="388"/>
                    <a:pt x="114" y="501"/>
                    <a:pt x="252" y="501"/>
                  </a:cubicBezTo>
                  <a:cubicBezTo>
                    <a:pt x="388" y="501"/>
                    <a:pt x="501" y="388"/>
                    <a:pt x="501" y="250"/>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11"/>
            <p:cNvSpPr/>
            <p:nvPr/>
          </p:nvSpPr>
          <p:spPr>
            <a:xfrm>
              <a:off x="1870375" y="3034550"/>
              <a:ext cx="12400" cy="12550"/>
            </a:xfrm>
            <a:custGeom>
              <a:avLst/>
              <a:gdLst/>
              <a:ahLst/>
              <a:cxnLst/>
              <a:rect l="l" t="t" r="r" b="b"/>
              <a:pathLst>
                <a:path w="496" h="502" extrusionOk="0">
                  <a:moveTo>
                    <a:pt x="252" y="1"/>
                  </a:moveTo>
                  <a:cubicBezTo>
                    <a:pt x="109" y="1"/>
                    <a:pt x="0" y="114"/>
                    <a:pt x="0" y="250"/>
                  </a:cubicBezTo>
                  <a:cubicBezTo>
                    <a:pt x="0" y="388"/>
                    <a:pt x="109" y="501"/>
                    <a:pt x="252" y="501"/>
                  </a:cubicBezTo>
                  <a:cubicBezTo>
                    <a:pt x="387" y="501"/>
                    <a:pt x="496" y="388"/>
                    <a:pt x="496" y="250"/>
                  </a:cubicBezTo>
                  <a:cubicBezTo>
                    <a:pt x="496"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11"/>
            <p:cNvSpPr/>
            <p:nvPr/>
          </p:nvSpPr>
          <p:spPr>
            <a:xfrm>
              <a:off x="1962150" y="3034550"/>
              <a:ext cx="12550" cy="12550"/>
            </a:xfrm>
            <a:custGeom>
              <a:avLst/>
              <a:gdLst/>
              <a:ahLst/>
              <a:cxnLst/>
              <a:rect l="l" t="t" r="r" b="b"/>
              <a:pathLst>
                <a:path w="502" h="502" extrusionOk="0">
                  <a:moveTo>
                    <a:pt x="250" y="1"/>
                  </a:moveTo>
                  <a:cubicBezTo>
                    <a:pt x="114" y="1"/>
                    <a:pt x="1" y="114"/>
                    <a:pt x="1" y="250"/>
                  </a:cubicBezTo>
                  <a:cubicBezTo>
                    <a:pt x="1" y="388"/>
                    <a:pt x="114" y="501"/>
                    <a:pt x="250" y="501"/>
                  </a:cubicBezTo>
                  <a:cubicBezTo>
                    <a:pt x="388" y="501"/>
                    <a:pt x="502" y="388"/>
                    <a:pt x="502" y="250"/>
                  </a:cubicBezTo>
                  <a:cubicBezTo>
                    <a:pt x="502"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11"/>
            <p:cNvSpPr/>
            <p:nvPr/>
          </p:nvSpPr>
          <p:spPr>
            <a:xfrm>
              <a:off x="2054075" y="3034550"/>
              <a:ext cx="12425" cy="12550"/>
            </a:xfrm>
            <a:custGeom>
              <a:avLst/>
              <a:gdLst/>
              <a:ahLst/>
              <a:cxnLst/>
              <a:rect l="l" t="t" r="r" b="b"/>
              <a:pathLst>
                <a:path w="497" h="502" extrusionOk="0">
                  <a:moveTo>
                    <a:pt x="252" y="1"/>
                  </a:moveTo>
                  <a:cubicBezTo>
                    <a:pt x="109" y="1"/>
                    <a:pt x="1" y="114"/>
                    <a:pt x="1" y="250"/>
                  </a:cubicBezTo>
                  <a:cubicBezTo>
                    <a:pt x="1" y="388"/>
                    <a:pt x="109" y="501"/>
                    <a:pt x="252" y="501"/>
                  </a:cubicBezTo>
                  <a:cubicBezTo>
                    <a:pt x="388" y="501"/>
                    <a:pt x="496" y="388"/>
                    <a:pt x="496" y="250"/>
                  </a:cubicBezTo>
                  <a:cubicBezTo>
                    <a:pt x="496"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11"/>
            <p:cNvSpPr/>
            <p:nvPr/>
          </p:nvSpPr>
          <p:spPr>
            <a:xfrm>
              <a:off x="2145825" y="3034550"/>
              <a:ext cx="12600" cy="12550"/>
            </a:xfrm>
            <a:custGeom>
              <a:avLst/>
              <a:gdLst/>
              <a:ahLst/>
              <a:cxnLst/>
              <a:rect l="l" t="t" r="r" b="b"/>
              <a:pathLst>
                <a:path w="504" h="502" extrusionOk="0">
                  <a:moveTo>
                    <a:pt x="252" y="1"/>
                  </a:moveTo>
                  <a:cubicBezTo>
                    <a:pt x="116" y="1"/>
                    <a:pt x="1" y="114"/>
                    <a:pt x="1" y="250"/>
                  </a:cubicBezTo>
                  <a:cubicBezTo>
                    <a:pt x="1" y="388"/>
                    <a:pt x="116" y="501"/>
                    <a:pt x="252" y="501"/>
                  </a:cubicBezTo>
                  <a:cubicBezTo>
                    <a:pt x="388" y="501"/>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11"/>
            <p:cNvSpPr/>
            <p:nvPr/>
          </p:nvSpPr>
          <p:spPr>
            <a:xfrm>
              <a:off x="2237800" y="3034550"/>
              <a:ext cx="12350" cy="12550"/>
            </a:xfrm>
            <a:custGeom>
              <a:avLst/>
              <a:gdLst/>
              <a:ahLst/>
              <a:cxnLst/>
              <a:rect l="l" t="t" r="r" b="b"/>
              <a:pathLst>
                <a:path w="494" h="502" extrusionOk="0">
                  <a:moveTo>
                    <a:pt x="244" y="1"/>
                  </a:moveTo>
                  <a:cubicBezTo>
                    <a:pt x="107" y="1"/>
                    <a:pt x="0" y="114"/>
                    <a:pt x="0" y="250"/>
                  </a:cubicBezTo>
                  <a:cubicBezTo>
                    <a:pt x="0" y="388"/>
                    <a:pt x="107" y="501"/>
                    <a:pt x="244" y="501"/>
                  </a:cubicBezTo>
                  <a:cubicBezTo>
                    <a:pt x="387" y="501"/>
                    <a:pt x="494" y="388"/>
                    <a:pt x="494" y="250"/>
                  </a:cubicBezTo>
                  <a:cubicBezTo>
                    <a:pt x="494" y="114"/>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11"/>
            <p:cNvSpPr/>
            <p:nvPr/>
          </p:nvSpPr>
          <p:spPr>
            <a:xfrm>
              <a:off x="2329550" y="3034550"/>
              <a:ext cx="12575" cy="12550"/>
            </a:xfrm>
            <a:custGeom>
              <a:avLst/>
              <a:gdLst/>
              <a:ahLst/>
              <a:cxnLst/>
              <a:rect l="l" t="t" r="r" b="b"/>
              <a:pathLst>
                <a:path w="503" h="502" extrusionOk="0">
                  <a:moveTo>
                    <a:pt x="251" y="1"/>
                  </a:moveTo>
                  <a:cubicBezTo>
                    <a:pt x="115" y="1"/>
                    <a:pt x="0" y="114"/>
                    <a:pt x="0" y="250"/>
                  </a:cubicBezTo>
                  <a:cubicBezTo>
                    <a:pt x="0" y="388"/>
                    <a:pt x="115" y="501"/>
                    <a:pt x="251" y="501"/>
                  </a:cubicBezTo>
                  <a:cubicBezTo>
                    <a:pt x="387" y="501"/>
                    <a:pt x="502" y="388"/>
                    <a:pt x="502" y="250"/>
                  </a:cubicBezTo>
                  <a:cubicBezTo>
                    <a:pt x="502"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11"/>
            <p:cNvSpPr/>
            <p:nvPr/>
          </p:nvSpPr>
          <p:spPr>
            <a:xfrm>
              <a:off x="2421325" y="3034550"/>
              <a:ext cx="12550" cy="12550"/>
            </a:xfrm>
            <a:custGeom>
              <a:avLst/>
              <a:gdLst/>
              <a:ahLst/>
              <a:cxnLst/>
              <a:rect l="l" t="t" r="r" b="b"/>
              <a:pathLst>
                <a:path w="502" h="502" extrusionOk="0">
                  <a:moveTo>
                    <a:pt x="250" y="1"/>
                  </a:moveTo>
                  <a:cubicBezTo>
                    <a:pt x="114" y="1"/>
                    <a:pt x="1" y="114"/>
                    <a:pt x="1" y="250"/>
                  </a:cubicBezTo>
                  <a:cubicBezTo>
                    <a:pt x="1" y="388"/>
                    <a:pt x="114" y="501"/>
                    <a:pt x="250" y="501"/>
                  </a:cubicBezTo>
                  <a:cubicBezTo>
                    <a:pt x="395" y="501"/>
                    <a:pt x="501" y="388"/>
                    <a:pt x="501" y="250"/>
                  </a:cubicBezTo>
                  <a:cubicBezTo>
                    <a:pt x="501" y="114"/>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11"/>
            <p:cNvSpPr/>
            <p:nvPr/>
          </p:nvSpPr>
          <p:spPr>
            <a:xfrm>
              <a:off x="2513250" y="3034550"/>
              <a:ext cx="12575" cy="12550"/>
            </a:xfrm>
            <a:custGeom>
              <a:avLst/>
              <a:gdLst/>
              <a:ahLst/>
              <a:cxnLst/>
              <a:rect l="l" t="t" r="r" b="b"/>
              <a:pathLst>
                <a:path w="503" h="502" extrusionOk="0">
                  <a:moveTo>
                    <a:pt x="252" y="1"/>
                  </a:moveTo>
                  <a:cubicBezTo>
                    <a:pt x="109" y="1"/>
                    <a:pt x="0" y="114"/>
                    <a:pt x="0" y="250"/>
                  </a:cubicBezTo>
                  <a:cubicBezTo>
                    <a:pt x="0" y="388"/>
                    <a:pt x="109" y="501"/>
                    <a:pt x="252" y="501"/>
                  </a:cubicBezTo>
                  <a:cubicBezTo>
                    <a:pt x="388" y="501"/>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11"/>
            <p:cNvSpPr/>
            <p:nvPr/>
          </p:nvSpPr>
          <p:spPr>
            <a:xfrm>
              <a:off x="2605000" y="3034550"/>
              <a:ext cx="12575" cy="12550"/>
            </a:xfrm>
            <a:custGeom>
              <a:avLst/>
              <a:gdLst/>
              <a:ahLst/>
              <a:cxnLst/>
              <a:rect l="l" t="t" r="r" b="b"/>
              <a:pathLst>
                <a:path w="503" h="502" extrusionOk="0">
                  <a:moveTo>
                    <a:pt x="252" y="1"/>
                  </a:moveTo>
                  <a:cubicBezTo>
                    <a:pt x="116" y="1"/>
                    <a:pt x="0" y="114"/>
                    <a:pt x="0" y="250"/>
                  </a:cubicBezTo>
                  <a:cubicBezTo>
                    <a:pt x="0" y="388"/>
                    <a:pt x="116" y="501"/>
                    <a:pt x="252" y="501"/>
                  </a:cubicBezTo>
                  <a:cubicBezTo>
                    <a:pt x="387" y="501"/>
                    <a:pt x="503" y="388"/>
                    <a:pt x="503" y="250"/>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11"/>
            <p:cNvSpPr/>
            <p:nvPr/>
          </p:nvSpPr>
          <p:spPr>
            <a:xfrm>
              <a:off x="2696950" y="3034550"/>
              <a:ext cx="12375" cy="12550"/>
            </a:xfrm>
            <a:custGeom>
              <a:avLst/>
              <a:gdLst/>
              <a:ahLst/>
              <a:cxnLst/>
              <a:rect l="l" t="t" r="r" b="b"/>
              <a:pathLst>
                <a:path w="495" h="502" extrusionOk="0">
                  <a:moveTo>
                    <a:pt x="252" y="1"/>
                  </a:moveTo>
                  <a:cubicBezTo>
                    <a:pt x="108" y="1"/>
                    <a:pt x="1" y="114"/>
                    <a:pt x="1" y="250"/>
                  </a:cubicBezTo>
                  <a:cubicBezTo>
                    <a:pt x="1" y="388"/>
                    <a:pt x="108" y="501"/>
                    <a:pt x="252" y="501"/>
                  </a:cubicBezTo>
                  <a:cubicBezTo>
                    <a:pt x="388" y="501"/>
                    <a:pt x="495" y="388"/>
                    <a:pt x="495" y="250"/>
                  </a:cubicBezTo>
                  <a:cubicBezTo>
                    <a:pt x="495"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11"/>
            <p:cNvSpPr/>
            <p:nvPr/>
          </p:nvSpPr>
          <p:spPr>
            <a:xfrm>
              <a:off x="2788700" y="3034550"/>
              <a:ext cx="12600" cy="12550"/>
            </a:xfrm>
            <a:custGeom>
              <a:avLst/>
              <a:gdLst/>
              <a:ahLst/>
              <a:cxnLst/>
              <a:rect l="l" t="t" r="r" b="b"/>
              <a:pathLst>
                <a:path w="504" h="502" extrusionOk="0">
                  <a:moveTo>
                    <a:pt x="252" y="1"/>
                  </a:moveTo>
                  <a:cubicBezTo>
                    <a:pt x="116" y="1"/>
                    <a:pt x="1" y="114"/>
                    <a:pt x="1" y="250"/>
                  </a:cubicBezTo>
                  <a:cubicBezTo>
                    <a:pt x="1" y="388"/>
                    <a:pt x="116" y="501"/>
                    <a:pt x="252" y="501"/>
                  </a:cubicBezTo>
                  <a:cubicBezTo>
                    <a:pt x="388" y="501"/>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11"/>
            <p:cNvSpPr/>
            <p:nvPr/>
          </p:nvSpPr>
          <p:spPr>
            <a:xfrm>
              <a:off x="2880675" y="3034550"/>
              <a:ext cx="12375" cy="12550"/>
            </a:xfrm>
            <a:custGeom>
              <a:avLst/>
              <a:gdLst/>
              <a:ahLst/>
              <a:cxnLst/>
              <a:rect l="l" t="t" r="r" b="b"/>
              <a:pathLst>
                <a:path w="495" h="502" extrusionOk="0">
                  <a:moveTo>
                    <a:pt x="243" y="1"/>
                  </a:moveTo>
                  <a:cubicBezTo>
                    <a:pt x="107" y="1"/>
                    <a:pt x="0" y="114"/>
                    <a:pt x="0" y="250"/>
                  </a:cubicBezTo>
                  <a:cubicBezTo>
                    <a:pt x="0" y="388"/>
                    <a:pt x="107" y="501"/>
                    <a:pt x="243" y="501"/>
                  </a:cubicBezTo>
                  <a:cubicBezTo>
                    <a:pt x="387" y="501"/>
                    <a:pt x="494" y="388"/>
                    <a:pt x="494" y="250"/>
                  </a:cubicBezTo>
                  <a:cubicBezTo>
                    <a:pt x="494" y="114"/>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11"/>
            <p:cNvSpPr/>
            <p:nvPr/>
          </p:nvSpPr>
          <p:spPr>
            <a:xfrm>
              <a:off x="2972425" y="3034550"/>
              <a:ext cx="12575" cy="12550"/>
            </a:xfrm>
            <a:custGeom>
              <a:avLst/>
              <a:gdLst/>
              <a:ahLst/>
              <a:cxnLst/>
              <a:rect l="l" t="t" r="r" b="b"/>
              <a:pathLst>
                <a:path w="503" h="502" extrusionOk="0">
                  <a:moveTo>
                    <a:pt x="251" y="1"/>
                  </a:moveTo>
                  <a:cubicBezTo>
                    <a:pt x="115" y="1"/>
                    <a:pt x="0" y="114"/>
                    <a:pt x="0" y="250"/>
                  </a:cubicBezTo>
                  <a:cubicBezTo>
                    <a:pt x="0" y="388"/>
                    <a:pt x="115" y="501"/>
                    <a:pt x="251" y="501"/>
                  </a:cubicBezTo>
                  <a:cubicBezTo>
                    <a:pt x="387" y="501"/>
                    <a:pt x="503" y="388"/>
                    <a:pt x="503" y="250"/>
                  </a:cubicBezTo>
                  <a:cubicBezTo>
                    <a:pt x="503"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11"/>
            <p:cNvSpPr/>
            <p:nvPr/>
          </p:nvSpPr>
          <p:spPr>
            <a:xfrm>
              <a:off x="3064375" y="3034550"/>
              <a:ext cx="12375" cy="12550"/>
            </a:xfrm>
            <a:custGeom>
              <a:avLst/>
              <a:gdLst/>
              <a:ahLst/>
              <a:cxnLst/>
              <a:rect l="l" t="t" r="r" b="b"/>
              <a:pathLst>
                <a:path w="495" h="502" extrusionOk="0">
                  <a:moveTo>
                    <a:pt x="243" y="1"/>
                  </a:moveTo>
                  <a:cubicBezTo>
                    <a:pt x="107" y="1"/>
                    <a:pt x="1" y="114"/>
                    <a:pt x="1" y="250"/>
                  </a:cubicBezTo>
                  <a:cubicBezTo>
                    <a:pt x="1" y="388"/>
                    <a:pt x="107" y="501"/>
                    <a:pt x="243" y="501"/>
                  </a:cubicBezTo>
                  <a:cubicBezTo>
                    <a:pt x="388" y="501"/>
                    <a:pt x="495" y="388"/>
                    <a:pt x="495" y="250"/>
                  </a:cubicBezTo>
                  <a:cubicBezTo>
                    <a:pt x="495" y="114"/>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11"/>
            <p:cNvSpPr/>
            <p:nvPr/>
          </p:nvSpPr>
          <p:spPr>
            <a:xfrm>
              <a:off x="3156125" y="3034550"/>
              <a:ext cx="12600" cy="12550"/>
            </a:xfrm>
            <a:custGeom>
              <a:avLst/>
              <a:gdLst/>
              <a:ahLst/>
              <a:cxnLst/>
              <a:rect l="l" t="t" r="r" b="b"/>
              <a:pathLst>
                <a:path w="504" h="502" extrusionOk="0">
                  <a:moveTo>
                    <a:pt x="252" y="1"/>
                  </a:moveTo>
                  <a:cubicBezTo>
                    <a:pt x="116" y="1"/>
                    <a:pt x="1" y="114"/>
                    <a:pt x="1" y="250"/>
                  </a:cubicBezTo>
                  <a:cubicBezTo>
                    <a:pt x="1" y="388"/>
                    <a:pt x="116" y="501"/>
                    <a:pt x="252" y="501"/>
                  </a:cubicBezTo>
                  <a:cubicBezTo>
                    <a:pt x="388" y="501"/>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11"/>
            <p:cNvSpPr/>
            <p:nvPr/>
          </p:nvSpPr>
          <p:spPr>
            <a:xfrm>
              <a:off x="3247875" y="3034550"/>
              <a:ext cx="12575" cy="12550"/>
            </a:xfrm>
            <a:custGeom>
              <a:avLst/>
              <a:gdLst/>
              <a:ahLst/>
              <a:cxnLst/>
              <a:rect l="l" t="t" r="r" b="b"/>
              <a:pathLst>
                <a:path w="503" h="502" extrusionOk="0">
                  <a:moveTo>
                    <a:pt x="252" y="1"/>
                  </a:moveTo>
                  <a:cubicBezTo>
                    <a:pt x="116" y="1"/>
                    <a:pt x="1" y="114"/>
                    <a:pt x="1" y="250"/>
                  </a:cubicBezTo>
                  <a:cubicBezTo>
                    <a:pt x="1" y="388"/>
                    <a:pt x="116" y="501"/>
                    <a:pt x="252" y="501"/>
                  </a:cubicBezTo>
                  <a:cubicBezTo>
                    <a:pt x="388" y="501"/>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11"/>
            <p:cNvSpPr/>
            <p:nvPr/>
          </p:nvSpPr>
          <p:spPr>
            <a:xfrm>
              <a:off x="3339850" y="3034550"/>
              <a:ext cx="12525" cy="12550"/>
            </a:xfrm>
            <a:custGeom>
              <a:avLst/>
              <a:gdLst/>
              <a:ahLst/>
              <a:cxnLst/>
              <a:rect l="l" t="t" r="r" b="b"/>
              <a:pathLst>
                <a:path w="501" h="502" extrusionOk="0">
                  <a:moveTo>
                    <a:pt x="251" y="1"/>
                  </a:moveTo>
                  <a:cubicBezTo>
                    <a:pt x="107" y="1"/>
                    <a:pt x="0" y="114"/>
                    <a:pt x="0" y="250"/>
                  </a:cubicBezTo>
                  <a:cubicBezTo>
                    <a:pt x="0" y="388"/>
                    <a:pt x="107" y="501"/>
                    <a:pt x="251" y="501"/>
                  </a:cubicBezTo>
                  <a:cubicBezTo>
                    <a:pt x="387" y="501"/>
                    <a:pt x="501" y="388"/>
                    <a:pt x="501" y="250"/>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11"/>
            <p:cNvSpPr/>
            <p:nvPr/>
          </p:nvSpPr>
          <p:spPr>
            <a:xfrm>
              <a:off x="3431575" y="3034550"/>
              <a:ext cx="12600" cy="12550"/>
            </a:xfrm>
            <a:custGeom>
              <a:avLst/>
              <a:gdLst/>
              <a:ahLst/>
              <a:cxnLst/>
              <a:rect l="l" t="t" r="r" b="b"/>
              <a:pathLst>
                <a:path w="504" h="502" extrusionOk="0">
                  <a:moveTo>
                    <a:pt x="252" y="1"/>
                  </a:moveTo>
                  <a:cubicBezTo>
                    <a:pt x="116" y="1"/>
                    <a:pt x="1" y="114"/>
                    <a:pt x="1" y="250"/>
                  </a:cubicBezTo>
                  <a:cubicBezTo>
                    <a:pt x="1" y="388"/>
                    <a:pt x="116" y="501"/>
                    <a:pt x="252" y="501"/>
                  </a:cubicBezTo>
                  <a:cubicBezTo>
                    <a:pt x="388" y="501"/>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11"/>
            <p:cNvSpPr/>
            <p:nvPr/>
          </p:nvSpPr>
          <p:spPr>
            <a:xfrm>
              <a:off x="3523550" y="3034550"/>
              <a:ext cx="12375" cy="12550"/>
            </a:xfrm>
            <a:custGeom>
              <a:avLst/>
              <a:gdLst/>
              <a:ahLst/>
              <a:cxnLst/>
              <a:rect l="l" t="t" r="r" b="b"/>
              <a:pathLst>
                <a:path w="495" h="502" extrusionOk="0">
                  <a:moveTo>
                    <a:pt x="250" y="1"/>
                  </a:moveTo>
                  <a:cubicBezTo>
                    <a:pt x="107" y="1"/>
                    <a:pt x="0" y="114"/>
                    <a:pt x="0" y="250"/>
                  </a:cubicBezTo>
                  <a:cubicBezTo>
                    <a:pt x="0" y="388"/>
                    <a:pt x="107" y="501"/>
                    <a:pt x="250" y="501"/>
                  </a:cubicBezTo>
                  <a:cubicBezTo>
                    <a:pt x="388" y="501"/>
                    <a:pt x="494" y="388"/>
                    <a:pt x="494" y="250"/>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11"/>
            <p:cNvSpPr/>
            <p:nvPr/>
          </p:nvSpPr>
          <p:spPr>
            <a:xfrm>
              <a:off x="676400" y="3126475"/>
              <a:ext cx="12600" cy="12400"/>
            </a:xfrm>
            <a:custGeom>
              <a:avLst/>
              <a:gdLst/>
              <a:ahLst/>
              <a:cxnLst/>
              <a:rect l="l" t="t" r="r" b="b"/>
              <a:pathLst>
                <a:path w="504" h="496" extrusionOk="0">
                  <a:moveTo>
                    <a:pt x="252" y="0"/>
                  </a:moveTo>
                  <a:cubicBezTo>
                    <a:pt x="116" y="0"/>
                    <a:pt x="1" y="109"/>
                    <a:pt x="1" y="252"/>
                  </a:cubicBezTo>
                  <a:cubicBezTo>
                    <a:pt x="1" y="388"/>
                    <a:pt x="116" y="496"/>
                    <a:pt x="252" y="496"/>
                  </a:cubicBezTo>
                  <a:cubicBezTo>
                    <a:pt x="388" y="496"/>
                    <a:pt x="503" y="388"/>
                    <a:pt x="503" y="252"/>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11"/>
            <p:cNvSpPr/>
            <p:nvPr/>
          </p:nvSpPr>
          <p:spPr>
            <a:xfrm>
              <a:off x="768325" y="3126475"/>
              <a:ext cx="12400" cy="12400"/>
            </a:xfrm>
            <a:custGeom>
              <a:avLst/>
              <a:gdLst/>
              <a:ahLst/>
              <a:cxnLst/>
              <a:rect l="l" t="t" r="r" b="b"/>
              <a:pathLst>
                <a:path w="496" h="496" extrusionOk="0">
                  <a:moveTo>
                    <a:pt x="245" y="0"/>
                  </a:moveTo>
                  <a:cubicBezTo>
                    <a:pt x="109" y="0"/>
                    <a:pt x="0" y="109"/>
                    <a:pt x="0" y="252"/>
                  </a:cubicBezTo>
                  <a:cubicBezTo>
                    <a:pt x="0" y="388"/>
                    <a:pt x="109" y="496"/>
                    <a:pt x="245" y="496"/>
                  </a:cubicBezTo>
                  <a:cubicBezTo>
                    <a:pt x="388" y="496"/>
                    <a:pt x="496" y="388"/>
                    <a:pt x="496" y="252"/>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11"/>
            <p:cNvSpPr/>
            <p:nvPr/>
          </p:nvSpPr>
          <p:spPr>
            <a:xfrm>
              <a:off x="860125" y="3126475"/>
              <a:ext cx="12525" cy="12400"/>
            </a:xfrm>
            <a:custGeom>
              <a:avLst/>
              <a:gdLst/>
              <a:ahLst/>
              <a:cxnLst/>
              <a:rect l="l" t="t" r="r" b="b"/>
              <a:pathLst>
                <a:path w="501" h="496" extrusionOk="0">
                  <a:moveTo>
                    <a:pt x="251" y="0"/>
                  </a:moveTo>
                  <a:cubicBezTo>
                    <a:pt x="114" y="0"/>
                    <a:pt x="0" y="109"/>
                    <a:pt x="0" y="252"/>
                  </a:cubicBezTo>
                  <a:cubicBezTo>
                    <a:pt x="0" y="388"/>
                    <a:pt x="114" y="496"/>
                    <a:pt x="251" y="496"/>
                  </a:cubicBezTo>
                  <a:cubicBezTo>
                    <a:pt x="387" y="496"/>
                    <a:pt x="501" y="388"/>
                    <a:pt x="501" y="252"/>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11"/>
            <p:cNvSpPr/>
            <p:nvPr/>
          </p:nvSpPr>
          <p:spPr>
            <a:xfrm>
              <a:off x="951850" y="3126475"/>
              <a:ext cx="12600" cy="12400"/>
            </a:xfrm>
            <a:custGeom>
              <a:avLst/>
              <a:gdLst/>
              <a:ahLst/>
              <a:cxnLst/>
              <a:rect l="l" t="t" r="r" b="b"/>
              <a:pathLst>
                <a:path w="504" h="496" extrusionOk="0">
                  <a:moveTo>
                    <a:pt x="252" y="0"/>
                  </a:moveTo>
                  <a:cubicBezTo>
                    <a:pt x="116" y="0"/>
                    <a:pt x="1" y="109"/>
                    <a:pt x="1" y="252"/>
                  </a:cubicBezTo>
                  <a:cubicBezTo>
                    <a:pt x="1" y="388"/>
                    <a:pt x="116" y="496"/>
                    <a:pt x="252" y="496"/>
                  </a:cubicBezTo>
                  <a:cubicBezTo>
                    <a:pt x="388" y="496"/>
                    <a:pt x="503" y="388"/>
                    <a:pt x="503" y="252"/>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11"/>
            <p:cNvSpPr/>
            <p:nvPr/>
          </p:nvSpPr>
          <p:spPr>
            <a:xfrm>
              <a:off x="1043825" y="3126475"/>
              <a:ext cx="12375" cy="12400"/>
            </a:xfrm>
            <a:custGeom>
              <a:avLst/>
              <a:gdLst/>
              <a:ahLst/>
              <a:cxnLst/>
              <a:rect l="l" t="t" r="r" b="b"/>
              <a:pathLst>
                <a:path w="495" h="496" extrusionOk="0">
                  <a:moveTo>
                    <a:pt x="250" y="0"/>
                  </a:moveTo>
                  <a:cubicBezTo>
                    <a:pt x="107" y="0"/>
                    <a:pt x="0" y="109"/>
                    <a:pt x="0" y="252"/>
                  </a:cubicBezTo>
                  <a:cubicBezTo>
                    <a:pt x="0" y="388"/>
                    <a:pt x="107" y="496"/>
                    <a:pt x="250" y="496"/>
                  </a:cubicBezTo>
                  <a:cubicBezTo>
                    <a:pt x="388" y="496"/>
                    <a:pt x="494" y="388"/>
                    <a:pt x="494" y="252"/>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11"/>
            <p:cNvSpPr/>
            <p:nvPr/>
          </p:nvSpPr>
          <p:spPr>
            <a:xfrm>
              <a:off x="1135575" y="3126475"/>
              <a:ext cx="12575" cy="12400"/>
            </a:xfrm>
            <a:custGeom>
              <a:avLst/>
              <a:gdLst/>
              <a:ahLst/>
              <a:cxnLst/>
              <a:rect l="l" t="t" r="r" b="b"/>
              <a:pathLst>
                <a:path w="503" h="496" extrusionOk="0">
                  <a:moveTo>
                    <a:pt x="252" y="0"/>
                  </a:moveTo>
                  <a:cubicBezTo>
                    <a:pt x="116" y="0"/>
                    <a:pt x="0" y="109"/>
                    <a:pt x="0" y="252"/>
                  </a:cubicBezTo>
                  <a:cubicBezTo>
                    <a:pt x="0" y="388"/>
                    <a:pt x="116" y="496"/>
                    <a:pt x="252" y="496"/>
                  </a:cubicBezTo>
                  <a:cubicBezTo>
                    <a:pt x="387" y="496"/>
                    <a:pt x="503" y="388"/>
                    <a:pt x="503" y="252"/>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11"/>
            <p:cNvSpPr/>
            <p:nvPr/>
          </p:nvSpPr>
          <p:spPr>
            <a:xfrm>
              <a:off x="1227500" y="3126475"/>
              <a:ext cx="12400" cy="12400"/>
            </a:xfrm>
            <a:custGeom>
              <a:avLst/>
              <a:gdLst/>
              <a:ahLst/>
              <a:cxnLst/>
              <a:rect l="l" t="t" r="r" b="b"/>
              <a:pathLst>
                <a:path w="496" h="496" extrusionOk="0">
                  <a:moveTo>
                    <a:pt x="251" y="0"/>
                  </a:moveTo>
                  <a:cubicBezTo>
                    <a:pt x="109" y="0"/>
                    <a:pt x="0" y="109"/>
                    <a:pt x="0" y="252"/>
                  </a:cubicBezTo>
                  <a:cubicBezTo>
                    <a:pt x="0" y="388"/>
                    <a:pt x="109" y="496"/>
                    <a:pt x="251" y="496"/>
                  </a:cubicBezTo>
                  <a:cubicBezTo>
                    <a:pt x="387" y="496"/>
                    <a:pt x="496" y="388"/>
                    <a:pt x="496" y="252"/>
                  </a:cubicBezTo>
                  <a:cubicBezTo>
                    <a:pt x="496"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11"/>
            <p:cNvSpPr/>
            <p:nvPr/>
          </p:nvSpPr>
          <p:spPr>
            <a:xfrm>
              <a:off x="1319275" y="3126475"/>
              <a:ext cx="12550" cy="12400"/>
            </a:xfrm>
            <a:custGeom>
              <a:avLst/>
              <a:gdLst/>
              <a:ahLst/>
              <a:cxnLst/>
              <a:rect l="l" t="t" r="r" b="b"/>
              <a:pathLst>
                <a:path w="502" h="496" extrusionOk="0">
                  <a:moveTo>
                    <a:pt x="252" y="0"/>
                  </a:moveTo>
                  <a:cubicBezTo>
                    <a:pt x="114" y="0"/>
                    <a:pt x="1" y="109"/>
                    <a:pt x="1" y="252"/>
                  </a:cubicBezTo>
                  <a:cubicBezTo>
                    <a:pt x="1" y="388"/>
                    <a:pt x="114" y="496"/>
                    <a:pt x="252" y="496"/>
                  </a:cubicBezTo>
                  <a:cubicBezTo>
                    <a:pt x="388" y="496"/>
                    <a:pt x="501" y="388"/>
                    <a:pt x="501" y="252"/>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11"/>
            <p:cNvSpPr/>
            <p:nvPr/>
          </p:nvSpPr>
          <p:spPr>
            <a:xfrm>
              <a:off x="1411200" y="3126475"/>
              <a:ext cx="12425" cy="12400"/>
            </a:xfrm>
            <a:custGeom>
              <a:avLst/>
              <a:gdLst/>
              <a:ahLst/>
              <a:cxnLst/>
              <a:rect l="l" t="t" r="r" b="b"/>
              <a:pathLst>
                <a:path w="497" h="496" extrusionOk="0">
                  <a:moveTo>
                    <a:pt x="245" y="0"/>
                  </a:moveTo>
                  <a:cubicBezTo>
                    <a:pt x="109" y="0"/>
                    <a:pt x="1" y="109"/>
                    <a:pt x="1" y="252"/>
                  </a:cubicBezTo>
                  <a:cubicBezTo>
                    <a:pt x="1" y="388"/>
                    <a:pt x="109" y="496"/>
                    <a:pt x="245" y="496"/>
                  </a:cubicBezTo>
                  <a:cubicBezTo>
                    <a:pt x="388" y="496"/>
                    <a:pt x="496" y="388"/>
                    <a:pt x="496" y="252"/>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11"/>
            <p:cNvSpPr/>
            <p:nvPr/>
          </p:nvSpPr>
          <p:spPr>
            <a:xfrm>
              <a:off x="1503000" y="3126475"/>
              <a:ext cx="12525" cy="12400"/>
            </a:xfrm>
            <a:custGeom>
              <a:avLst/>
              <a:gdLst/>
              <a:ahLst/>
              <a:cxnLst/>
              <a:rect l="l" t="t" r="r" b="b"/>
              <a:pathLst>
                <a:path w="501" h="496" extrusionOk="0">
                  <a:moveTo>
                    <a:pt x="250" y="0"/>
                  </a:moveTo>
                  <a:cubicBezTo>
                    <a:pt x="114" y="0"/>
                    <a:pt x="0" y="109"/>
                    <a:pt x="0" y="252"/>
                  </a:cubicBezTo>
                  <a:cubicBezTo>
                    <a:pt x="0" y="388"/>
                    <a:pt x="114" y="496"/>
                    <a:pt x="250" y="496"/>
                  </a:cubicBezTo>
                  <a:cubicBezTo>
                    <a:pt x="387" y="496"/>
                    <a:pt x="501" y="388"/>
                    <a:pt x="501" y="252"/>
                  </a:cubicBezTo>
                  <a:cubicBezTo>
                    <a:pt x="501" y="109"/>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11"/>
            <p:cNvSpPr/>
            <p:nvPr/>
          </p:nvSpPr>
          <p:spPr>
            <a:xfrm>
              <a:off x="1594750" y="3126475"/>
              <a:ext cx="12575" cy="12400"/>
            </a:xfrm>
            <a:custGeom>
              <a:avLst/>
              <a:gdLst/>
              <a:ahLst/>
              <a:cxnLst/>
              <a:rect l="l" t="t" r="r" b="b"/>
              <a:pathLst>
                <a:path w="503" h="496" extrusionOk="0">
                  <a:moveTo>
                    <a:pt x="251" y="0"/>
                  </a:moveTo>
                  <a:cubicBezTo>
                    <a:pt x="115" y="0"/>
                    <a:pt x="0" y="109"/>
                    <a:pt x="0" y="252"/>
                  </a:cubicBezTo>
                  <a:cubicBezTo>
                    <a:pt x="0" y="388"/>
                    <a:pt x="115" y="496"/>
                    <a:pt x="251" y="496"/>
                  </a:cubicBezTo>
                  <a:cubicBezTo>
                    <a:pt x="394" y="496"/>
                    <a:pt x="503" y="388"/>
                    <a:pt x="503" y="252"/>
                  </a:cubicBezTo>
                  <a:cubicBezTo>
                    <a:pt x="503" y="109"/>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11"/>
            <p:cNvSpPr/>
            <p:nvPr/>
          </p:nvSpPr>
          <p:spPr>
            <a:xfrm>
              <a:off x="1686650" y="3126475"/>
              <a:ext cx="12600" cy="12400"/>
            </a:xfrm>
            <a:custGeom>
              <a:avLst/>
              <a:gdLst/>
              <a:ahLst/>
              <a:cxnLst/>
              <a:rect l="l" t="t" r="r" b="b"/>
              <a:pathLst>
                <a:path w="504" h="496" extrusionOk="0">
                  <a:moveTo>
                    <a:pt x="252" y="0"/>
                  </a:moveTo>
                  <a:cubicBezTo>
                    <a:pt x="116" y="0"/>
                    <a:pt x="1" y="109"/>
                    <a:pt x="1" y="252"/>
                  </a:cubicBezTo>
                  <a:cubicBezTo>
                    <a:pt x="1" y="388"/>
                    <a:pt x="116" y="496"/>
                    <a:pt x="252" y="496"/>
                  </a:cubicBezTo>
                  <a:cubicBezTo>
                    <a:pt x="388" y="496"/>
                    <a:pt x="503" y="388"/>
                    <a:pt x="503" y="252"/>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11"/>
            <p:cNvSpPr/>
            <p:nvPr/>
          </p:nvSpPr>
          <p:spPr>
            <a:xfrm>
              <a:off x="1778450" y="3126475"/>
              <a:ext cx="12550" cy="12400"/>
            </a:xfrm>
            <a:custGeom>
              <a:avLst/>
              <a:gdLst/>
              <a:ahLst/>
              <a:cxnLst/>
              <a:rect l="l" t="t" r="r" b="b"/>
              <a:pathLst>
                <a:path w="502" h="496" extrusionOk="0">
                  <a:moveTo>
                    <a:pt x="252" y="0"/>
                  </a:moveTo>
                  <a:cubicBezTo>
                    <a:pt x="114" y="0"/>
                    <a:pt x="1" y="109"/>
                    <a:pt x="1" y="252"/>
                  </a:cubicBezTo>
                  <a:cubicBezTo>
                    <a:pt x="1" y="388"/>
                    <a:pt x="114" y="496"/>
                    <a:pt x="252" y="496"/>
                  </a:cubicBezTo>
                  <a:cubicBezTo>
                    <a:pt x="388" y="496"/>
                    <a:pt x="501" y="388"/>
                    <a:pt x="501" y="252"/>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11"/>
            <p:cNvSpPr/>
            <p:nvPr/>
          </p:nvSpPr>
          <p:spPr>
            <a:xfrm>
              <a:off x="1870375" y="3126475"/>
              <a:ext cx="12400" cy="12400"/>
            </a:xfrm>
            <a:custGeom>
              <a:avLst/>
              <a:gdLst/>
              <a:ahLst/>
              <a:cxnLst/>
              <a:rect l="l" t="t" r="r" b="b"/>
              <a:pathLst>
                <a:path w="496" h="496" extrusionOk="0">
                  <a:moveTo>
                    <a:pt x="252" y="0"/>
                  </a:moveTo>
                  <a:cubicBezTo>
                    <a:pt x="109" y="0"/>
                    <a:pt x="0" y="109"/>
                    <a:pt x="0" y="252"/>
                  </a:cubicBezTo>
                  <a:cubicBezTo>
                    <a:pt x="0" y="388"/>
                    <a:pt x="109" y="496"/>
                    <a:pt x="252" y="496"/>
                  </a:cubicBezTo>
                  <a:cubicBezTo>
                    <a:pt x="387" y="496"/>
                    <a:pt x="496" y="388"/>
                    <a:pt x="496" y="252"/>
                  </a:cubicBezTo>
                  <a:cubicBezTo>
                    <a:pt x="496"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11"/>
            <p:cNvSpPr/>
            <p:nvPr/>
          </p:nvSpPr>
          <p:spPr>
            <a:xfrm>
              <a:off x="1962150" y="3126475"/>
              <a:ext cx="12550" cy="12400"/>
            </a:xfrm>
            <a:custGeom>
              <a:avLst/>
              <a:gdLst/>
              <a:ahLst/>
              <a:cxnLst/>
              <a:rect l="l" t="t" r="r" b="b"/>
              <a:pathLst>
                <a:path w="502" h="496" extrusionOk="0">
                  <a:moveTo>
                    <a:pt x="250" y="0"/>
                  </a:moveTo>
                  <a:cubicBezTo>
                    <a:pt x="114" y="0"/>
                    <a:pt x="1" y="109"/>
                    <a:pt x="1" y="252"/>
                  </a:cubicBezTo>
                  <a:cubicBezTo>
                    <a:pt x="1" y="388"/>
                    <a:pt x="114" y="496"/>
                    <a:pt x="250" y="496"/>
                  </a:cubicBezTo>
                  <a:cubicBezTo>
                    <a:pt x="388" y="496"/>
                    <a:pt x="502" y="388"/>
                    <a:pt x="502" y="252"/>
                  </a:cubicBezTo>
                  <a:cubicBezTo>
                    <a:pt x="502"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11"/>
            <p:cNvSpPr/>
            <p:nvPr/>
          </p:nvSpPr>
          <p:spPr>
            <a:xfrm>
              <a:off x="2054075" y="3126475"/>
              <a:ext cx="12425" cy="12400"/>
            </a:xfrm>
            <a:custGeom>
              <a:avLst/>
              <a:gdLst/>
              <a:ahLst/>
              <a:cxnLst/>
              <a:rect l="l" t="t" r="r" b="b"/>
              <a:pathLst>
                <a:path w="497" h="496" extrusionOk="0">
                  <a:moveTo>
                    <a:pt x="252" y="0"/>
                  </a:moveTo>
                  <a:cubicBezTo>
                    <a:pt x="109" y="0"/>
                    <a:pt x="1" y="109"/>
                    <a:pt x="1" y="252"/>
                  </a:cubicBezTo>
                  <a:cubicBezTo>
                    <a:pt x="1" y="388"/>
                    <a:pt x="109" y="496"/>
                    <a:pt x="252" y="496"/>
                  </a:cubicBezTo>
                  <a:cubicBezTo>
                    <a:pt x="388" y="496"/>
                    <a:pt x="496" y="388"/>
                    <a:pt x="496" y="252"/>
                  </a:cubicBezTo>
                  <a:cubicBezTo>
                    <a:pt x="496"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11"/>
            <p:cNvSpPr/>
            <p:nvPr/>
          </p:nvSpPr>
          <p:spPr>
            <a:xfrm>
              <a:off x="2145825" y="3126475"/>
              <a:ext cx="12600" cy="12400"/>
            </a:xfrm>
            <a:custGeom>
              <a:avLst/>
              <a:gdLst/>
              <a:ahLst/>
              <a:cxnLst/>
              <a:rect l="l" t="t" r="r" b="b"/>
              <a:pathLst>
                <a:path w="504" h="496" extrusionOk="0">
                  <a:moveTo>
                    <a:pt x="252" y="0"/>
                  </a:moveTo>
                  <a:cubicBezTo>
                    <a:pt x="116" y="0"/>
                    <a:pt x="1" y="109"/>
                    <a:pt x="1" y="252"/>
                  </a:cubicBezTo>
                  <a:cubicBezTo>
                    <a:pt x="1" y="388"/>
                    <a:pt x="116" y="496"/>
                    <a:pt x="252" y="496"/>
                  </a:cubicBezTo>
                  <a:cubicBezTo>
                    <a:pt x="388" y="496"/>
                    <a:pt x="503" y="388"/>
                    <a:pt x="503" y="252"/>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11"/>
            <p:cNvSpPr/>
            <p:nvPr/>
          </p:nvSpPr>
          <p:spPr>
            <a:xfrm>
              <a:off x="2237800" y="3126475"/>
              <a:ext cx="12350" cy="12400"/>
            </a:xfrm>
            <a:custGeom>
              <a:avLst/>
              <a:gdLst/>
              <a:ahLst/>
              <a:cxnLst/>
              <a:rect l="l" t="t" r="r" b="b"/>
              <a:pathLst>
                <a:path w="494" h="496" extrusionOk="0">
                  <a:moveTo>
                    <a:pt x="244" y="0"/>
                  </a:moveTo>
                  <a:cubicBezTo>
                    <a:pt x="107" y="0"/>
                    <a:pt x="0" y="109"/>
                    <a:pt x="0" y="252"/>
                  </a:cubicBezTo>
                  <a:cubicBezTo>
                    <a:pt x="0" y="388"/>
                    <a:pt x="107" y="496"/>
                    <a:pt x="244" y="496"/>
                  </a:cubicBezTo>
                  <a:cubicBezTo>
                    <a:pt x="387" y="496"/>
                    <a:pt x="494" y="388"/>
                    <a:pt x="494" y="252"/>
                  </a:cubicBezTo>
                  <a:cubicBezTo>
                    <a:pt x="494" y="109"/>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11"/>
            <p:cNvSpPr/>
            <p:nvPr/>
          </p:nvSpPr>
          <p:spPr>
            <a:xfrm>
              <a:off x="2329550" y="3126475"/>
              <a:ext cx="12575" cy="12400"/>
            </a:xfrm>
            <a:custGeom>
              <a:avLst/>
              <a:gdLst/>
              <a:ahLst/>
              <a:cxnLst/>
              <a:rect l="l" t="t" r="r" b="b"/>
              <a:pathLst>
                <a:path w="503" h="496" extrusionOk="0">
                  <a:moveTo>
                    <a:pt x="251" y="0"/>
                  </a:moveTo>
                  <a:cubicBezTo>
                    <a:pt x="115" y="0"/>
                    <a:pt x="0" y="109"/>
                    <a:pt x="0" y="252"/>
                  </a:cubicBezTo>
                  <a:cubicBezTo>
                    <a:pt x="0" y="388"/>
                    <a:pt x="115" y="496"/>
                    <a:pt x="251" y="496"/>
                  </a:cubicBezTo>
                  <a:cubicBezTo>
                    <a:pt x="387" y="496"/>
                    <a:pt x="502" y="388"/>
                    <a:pt x="502" y="252"/>
                  </a:cubicBezTo>
                  <a:cubicBezTo>
                    <a:pt x="502"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11"/>
            <p:cNvSpPr/>
            <p:nvPr/>
          </p:nvSpPr>
          <p:spPr>
            <a:xfrm>
              <a:off x="2421325" y="3126475"/>
              <a:ext cx="12550" cy="12400"/>
            </a:xfrm>
            <a:custGeom>
              <a:avLst/>
              <a:gdLst/>
              <a:ahLst/>
              <a:cxnLst/>
              <a:rect l="l" t="t" r="r" b="b"/>
              <a:pathLst>
                <a:path w="502" h="496" extrusionOk="0">
                  <a:moveTo>
                    <a:pt x="250" y="0"/>
                  </a:moveTo>
                  <a:cubicBezTo>
                    <a:pt x="114" y="0"/>
                    <a:pt x="1" y="109"/>
                    <a:pt x="1" y="252"/>
                  </a:cubicBezTo>
                  <a:cubicBezTo>
                    <a:pt x="1" y="388"/>
                    <a:pt x="114" y="496"/>
                    <a:pt x="250" y="496"/>
                  </a:cubicBezTo>
                  <a:cubicBezTo>
                    <a:pt x="395" y="496"/>
                    <a:pt x="501" y="388"/>
                    <a:pt x="501" y="252"/>
                  </a:cubicBezTo>
                  <a:cubicBezTo>
                    <a:pt x="501" y="109"/>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11"/>
            <p:cNvSpPr/>
            <p:nvPr/>
          </p:nvSpPr>
          <p:spPr>
            <a:xfrm>
              <a:off x="2513250" y="3126475"/>
              <a:ext cx="12575" cy="12400"/>
            </a:xfrm>
            <a:custGeom>
              <a:avLst/>
              <a:gdLst/>
              <a:ahLst/>
              <a:cxnLst/>
              <a:rect l="l" t="t" r="r" b="b"/>
              <a:pathLst>
                <a:path w="503" h="496" extrusionOk="0">
                  <a:moveTo>
                    <a:pt x="252" y="0"/>
                  </a:moveTo>
                  <a:cubicBezTo>
                    <a:pt x="109" y="0"/>
                    <a:pt x="0" y="109"/>
                    <a:pt x="0" y="252"/>
                  </a:cubicBezTo>
                  <a:cubicBezTo>
                    <a:pt x="0" y="388"/>
                    <a:pt x="109" y="496"/>
                    <a:pt x="252" y="496"/>
                  </a:cubicBezTo>
                  <a:cubicBezTo>
                    <a:pt x="388" y="496"/>
                    <a:pt x="503" y="388"/>
                    <a:pt x="503" y="252"/>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11"/>
            <p:cNvSpPr/>
            <p:nvPr/>
          </p:nvSpPr>
          <p:spPr>
            <a:xfrm>
              <a:off x="2605000" y="3126475"/>
              <a:ext cx="12575" cy="12400"/>
            </a:xfrm>
            <a:custGeom>
              <a:avLst/>
              <a:gdLst/>
              <a:ahLst/>
              <a:cxnLst/>
              <a:rect l="l" t="t" r="r" b="b"/>
              <a:pathLst>
                <a:path w="503" h="496" extrusionOk="0">
                  <a:moveTo>
                    <a:pt x="252" y="0"/>
                  </a:moveTo>
                  <a:cubicBezTo>
                    <a:pt x="116" y="0"/>
                    <a:pt x="0" y="109"/>
                    <a:pt x="0" y="252"/>
                  </a:cubicBezTo>
                  <a:cubicBezTo>
                    <a:pt x="0" y="388"/>
                    <a:pt x="116" y="496"/>
                    <a:pt x="252" y="496"/>
                  </a:cubicBezTo>
                  <a:cubicBezTo>
                    <a:pt x="387" y="496"/>
                    <a:pt x="503" y="388"/>
                    <a:pt x="503" y="252"/>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11"/>
            <p:cNvSpPr/>
            <p:nvPr/>
          </p:nvSpPr>
          <p:spPr>
            <a:xfrm>
              <a:off x="2696950" y="3126475"/>
              <a:ext cx="12375" cy="12400"/>
            </a:xfrm>
            <a:custGeom>
              <a:avLst/>
              <a:gdLst/>
              <a:ahLst/>
              <a:cxnLst/>
              <a:rect l="l" t="t" r="r" b="b"/>
              <a:pathLst>
                <a:path w="495" h="496" extrusionOk="0">
                  <a:moveTo>
                    <a:pt x="252" y="0"/>
                  </a:moveTo>
                  <a:cubicBezTo>
                    <a:pt x="108" y="0"/>
                    <a:pt x="1" y="109"/>
                    <a:pt x="1" y="252"/>
                  </a:cubicBezTo>
                  <a:cubicBezTo>
                    <a:pt x="1" y="388"/>
                    <a:pt x="108" y="496"/>
                    <a:pt x="252" y="496"/>
                  </a:cubicBezTo>
                  <a:cubicBezTo>
                    <a:pt x="388" y="496"/>
                    <a:pt x="495" y="388"/>
                    <a:pt x="495" y="252"/>
                  </a:cubicBezTo>
                  <a:cubicBezTo>
                    <a:pt x="495"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11"/>
            <p:cNvSpPr/>
            <p:nvPr/>
          </p:nvSpPr>
          <p:spPr>
            <a:xfrm>
              <a:off x="2788700" y="3126475"/>
              <a:ext cx="12600" cy="12400"/>
            </a:xfrm>
            <a:custGeom>
              <a:avLst/>
              <a:gdLst/>
              <a:ahLst/>
              <a:cxnLst/>
              <a:rect l="l" t="t" r="r" b="b"/>
              <a:pathLst>
                <a:path w="504" h="496" extrusionOk="0">
                  <a:moveTo>
                    <a:pt x="252" y="0"/>
                  </a:moveTo>
                  <a:cubicBezTo>
                    <a:pt x="116" y="0"/>
                    <a:pt x="1" y="109"/>
                    <a:pt x="1" y="252"/>
                  </a:cubicBezTo>
                  <a:cubicBezTo>
                    <a:pt x="1" y="388"/>
                    <a:pt x="116" y="496"/>
                    <a:pt x="252" y="496"/>
                  </a:cubicBezTo>
                  <a:cubicBezTo>
                    <a:pt x="388" y="496"/>
                    <a:pt x="503" y="388"/>
                    <a:pt x="503" y="252"/>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11"/>
            <p:cNvSpPr/>
            <p:nvPr/>
          </p:nvSpPr>
          <p:spPr>
            <a:xfrm>
              <a:off x="2880675" y="3126475"/>
              <a:ext cx="12375" cy="12400"/>
            </a:xfrm>
            <a:custGeom>
              <a:avLst/>
              <a:gdLst/>
              <a:ahLst/>
              <a:cxnLst/>
              <a:rect l="l" t="t" r="r" b="b"/>
              <a:pathLst>
                <a:path w="495" h="496" extrusionOk="0">
                  <a:moveTo>
                    <a:pt x="243" y="0"/>
                  </a:moveTo>
                  <a:cubicBezTo>
                    <a:pt x="107" y="0"/>
                    <a:pt x="0" y="109"/>
                    <a:pt x="0" y="252"/>
                  </a:cubicBezTo>
                  <a:cubicBezTo>
                    <a:pt x="0" y="388"/>
                    <a:pt x="107" y="496"/>
                    <a:pt x="243" y="496"/>
                  </a:cubicBezTo>
                  <a:cubicBezTo>
                    <a:pt x="387" y="496"/>
                    <a:pt x="494" y="388"/>
                    <a:pt x="494" y="252"/>
                  </a:cubicBezTo>
                  <a:cubicBezTo>
                    <a:pt x="494" y="109"/>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11"/>
            <p:cNvSpPr/>
            <p:nvPr/>
          </p:nvSpPr>
          <p:spPr>
            <a:xfrm>
              <a:off x="2972425" y="3126475"/>
              <a:ext cx="12575" cy="12400"/>
            </a:xfrm>
            <a:custGeom>
              <a:avLst/>
              <a:gdLst/>
              <a:ahLst/>
              <a:cxnLst/>
              <a:rect l="l" t="t" r="r" b="b"/>
              <a:pathLst>
                <a:path w="503" h="496" extrusionOk="0">
                  <a:moveTo>
                    <a:pt x="251" y="0"/>
                  </a:moveTo>
                  <a:cubicBezTo>
                    <a:pt x="115" y="0"/>
                    <a:pt x="0" y="109"/>
                    <a:pt x="0" y="252"/>
                  </a:cubicBezTo>
                  <a:cubicBezTo>
                    <a:pt x="0" y="388"/>
                    <a:pt x="115" y="496"/>
                    <a:pt x="251" y="496"/>
                  </a:cubicBezTo>
                  <a:cubicBezTo>
                    <a:pt x="387" y="496"/>
                    <a:pt x="503" y="388"/>
                    <a:pt x="503" y="252"/>
                  </a:cubicBezTo>
                  <a:cubicBezTo>
                    <a:pt x="503"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11"/>
            <p:cNvSpPr/>
            <p:nvPr/>
          </p:nvSpPr>
          <p:spPr>
            <a:xfrm>
              <a:off x="3064375" y="3126475"/>
              <a:ext cx="12375" cy="12400"/>
            </a:xfrm>
            <a:custGeom>
              <a:avLst/>
              <a:gdLst/>
              <a:ahLst/>
              <a:cxnLst/>
              <a:rect l="l" t="t" r="r" b="b"/>
              <a:pathLst>
                <a:path w="495" h="496" extrusionOk="0">
                  <a:moveTo>
                    <a:pt x="243" y="0"/>
                  </a:moveTo>
                  <a:cubicBezTo>
                    <a:pt x="107" y="0"/>
                    <a:pt x="1" y="109"/>
                    <a:pt x="1" y="252"/>
                  </a:cubicBezTo>
                  <a:cubicBezTo>
                    <a:pt x="1" y="388"/>
                    <a:pt x="107" y="496"/>
                    <a:pt x="243" y="496"/>
                  </a:cubicBezTo>
                  <a:cubicBezTo>
                    <a:pt x="388" y="496"/>
                    <a:pt x="495" y="388"/>
                    <a:pt x="495" y="252"/>
                  </a:cubicBezTo>
                  <a:cubicBezTo>
                    <a:pt x="495" y="109"/>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11"/>
            <p:cNvSpPr/>
            <p:nvPr/>
          </p:nvSpPr>
          <p:spPr>
            <a:xfrm>
              <a:off x="3156125" y="3126475"/>
              <a:ext cx="12600" cy="12400"/>
            </a:xfrm>
            <a:custGeom>
              <a:avLst/>
              <a:gdLst/>
              <a:ahLst/>
              <a:cxnLst/>
              <a:rect l="l" t="t" r="r" b="b"/>
              <a:pathLst>
                <a:path w="504" h="496" extrusionOk="0">
                  <a:moveTo>
                    <a:pt x="252" y="0"/>
                  </a:moveTo>
                  <a:cubicBezTo>
                    <a:pt x="116" y="0"/>
                    <a:pt x="1" y="109"/>
                    <a:pt x="1" y="252"/>
                  </a:cubicBezTo>
                  <a:cubicBezTo>
                    <a:pt x="1" y="388"/>
                    <a:pt x="116" y="496"/>
                    <a:pt x="252" y="496"/>
                  </a:cubicBezTo>
                  <a:cubicBezTo>
                    <a:pt x="388" y="496"/>
                    <a:pt x="503" y="388"/>
                    <a:pt x="503" y="252"/>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11"/>
            <p:cNvSpPr/>
            <p:nvPr/>
          </p:nvSpPr>
          <p:spPr>
            <a:xfrm>
              <a:off x="3247875" y="3126475"/>
              <a:ext cx="12575" cy="12400"/>
            </a:xfrm>
            <a:custGeom>
              <a:avLst/>
              <a:gdLst/>
              <a:ahLst/>
              <a:cxnLst/>
              <a:rect l="l" t="t" r="r" b="b"/>
              <a:pathLst>
                <a:path w="503" h="496" extrusionOk="0">
                  <a:moveTo>
                    <a:pt x="252" y="0"/>
                  </a:moveTo>
                  <a:cubicBezTo>
                    <a:pt x="116" y="0"/>
                    <a:pt x="1" y="109"/>
                    <a:pt x="1" y="252"/>
                  </a:cubicBezTo>
                  <a:cubicBezTo>
                    <a:pt x="1" y="388"/>
                    <a:pt x="116" y="496"/>
                    <a:pt x="252" y="496"/>
                  </a:cubicBezTo>
                  <a:cubicBezTo>
                    <a:pt x="388" y="496"/>
                    <a:pt x="503" y="388"/>
                    <a:pt x="503" y="252"/>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11"/>
            <p:cNvSpPr/>
            <p:nvPr/>
          </p:nvSpPr>
          <p:spPr>
            <a:xfrm>
              <a:off x="3339850" y="3126475"/>
              <a:ext cx="12525" cy="12400"/>
            </a:xfrm>
            <a:custGeom>
              <a:avLst/>
              <a:gdLst/>
              <a:ahLst/>
              <a:cxnLst/>
              <a:rect l="l" t="t" r="r" b="b"/>
              <a:pathLst>
                <a:path w="501" h="496" extrusionOk="0">
                  <a:moveTo>
                    <a:pt x="251" y="0"/>
                  </a:moveTo>
                  <a:cubicBezTo>
                    <a:pt x="107" y="0"/>
                    <a:pt x="0" y="109"/>
                    <a:pt x="0" y="252"/>
                  </a:cubicBezTo>
                  <a:cubicBezTo>
                    <a:pt x="0" y="388"/>
                    <a:pt x="107" y="496"/>
                    <a:pt x="251" y="496"/>
                  </a:cubicBezTo>
                  <a:cubicBezTo>
                    <a:pt x="387" y="496"/>
                    <a:pt x="501" y="388"/>
                    <a:pt x="501" y="252"/>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11"/>
            <p:cNvSpPr/>
            <p:nvPr/>
          </p:nvSpPr>
          <p:spPr>
            <a:xfrm>
              <a:off x="3431575" y="3126475"/>
              <a:ext cx="12600" cy="12400"/>
            </a:xfrm>
            <a:custGeom>
              <a:avLst/>
              <a:gdLst/>
              <a:ahLst/>
              <a:cxnLst/>
              <a:rect l="l" t="t" r="r" b="b"/>
              <a:pathLst>
                <a:path w="504" h="496" extrusionOk="0">
                  <a:moveTo>
                    <a:pt x="252" y="0"/>
                  </a:moveTo>
                  <a:cubicBezTo>
                    <a:pt x="116" y="0"/>
                    <a:pt x="1" y="109"/>
                    <a:pt x="1" y="252"/>
                  </a:cubicBezTo>
                  <a:cubicBezTo>
                    <a:pt x="1" y="388"/>
                    <a:pt x="116" y="496"/>
                    <a:pt x="252" y="496"/>
                  </a:cubicBezTo>
                  <a:cubicBezTo>
                    <a:pt x="388" y="496"/>
                    <a:pt x="503" y="388"/>
                    <a:pt x="503" y="252"/>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11"/>
            <p:cNvSpPr/>
            <p:nvPr/>
          </p:nvSpPr>
          <p:spPr>
            <a:xfrm>
              <a:off x="3523550" y="3126475"/>
              <a:ext cx="12375" cy="12400"/>
            </a:xfrm>
            <a:custGeom>
              <a:avLst/>
              <a:gdLst/>
              <a:ahLst/>
              <a:cxnLst/>
              <a:rect l="l" t="t" r="r" b="b"/>
              <a:pathLst>
                <a:path w="495" h="496" extrusionOk="0">
                  <a:moveTo>
                    <a:pt x="250" y="0"/>
                  </a:moveTo>
                  <a:cubicBezTo>
                    <a:pt x="107" y="0"/>
                    <a:pt x="0" y="109"/>
                    <a:pt x="0" y="252"/>
                  </a:cubicBezTo>
                  <a:cubicBezTo>
                    <a:pt x="0" y="388"/>
                    <a:pt x="107" y="496"/>
                    <a:pt x="250" y="496"/>
                  </a:cubicBezTo>
                  <a:cubicBezTo>
                    <a:pt x="388" y="496"/>
                    <a:pt x="494" y="388"/>
                    <a:pt x="494" y="252"/>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11"/>
            <p:cNvSpPr/>
            <p:nvPr/>
          </p:nvSpPr>
          <p:spPr>
            <a:xfrm>
              <a:off x="676400" y="32182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11"/>
            <p:cNvSpPr/>
            <p:nvPr/>
          </p:nvSpPr>
          <p:spPr>
            <a:xfrm>
              <a:off x="768325" y="3218225"/>
              <a:ext cx="12400" cy="12575"/>
            </a:xfrm>
            <a:custGeom>
              <a:avLst/>
              <a:gdLst/>
              <a:ahLst/>
              <a:cxnLst/>
              <a:rect l="l" t="t" r="r" b="b"/>
              <a:pathLst>
                <a:path w="496" h="503" extrusionOk="0">
                  <a:moveTo>
                    <a:pt x="245" y="0"/>
                  </a:moveTo>
                  <a:cubicBezTo>
                    <a:pt x="109" y="0"/>
                    <a:pt x="0" y="116"/>
                    <a:pt x="0" y="252"/>
                  </a:cubicBezTo>
                  <a:cubicBezTo>
                    <a:pt x="0" y="387"/>
                    <a:pt x="109" y="503"/>
                    <a:pt x="245" y="503"/>
                  </a:cubicBezTo>
                  <a:cubicBezTo>
                    <a:pt x="388" y="503"/>
                    <a:pt x="496" y="387"/>
                    <a:pt x="496" y="252"/>
                  </a:cubicBezTo>
                  <a:cubicBezTo>
                    <a:pt x="496" y="116"/>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11"/>
            <p:cNvSpPr/>
            <p:nvPr/>
          </p:nvSpPr>
          <p:spPr>
            <a:xfrm>
              <a:off x="860125" y="3218225"/>
              <a:ext cx="12525" cy="12575"/>
            </a:xfrm>
            <a:custGeom>
              <a:avLst/>
              <a:gdLst/>
              <a:ahLst/>
              <a:cxnLst/>
              <a:rect l="l" t="t" r="r" b="b"/>
              <a:pathLst>
                <a:path w="501" h="503" extrusionOk="0">
                  <a:moveTo>
                    <a:pt x="251" y="0"/>
                  </a:moveTo>
                  <a:cubicBezTo>
                    <a:pt x="114" y="0"/>
                    <a:pt x="0" y="116"/>
                    <a:pt x="0" y="252"/>
                  </a:cubicBezTo>
                  <a:cubicBezTo>
                    <a:pt x="0" y="387"/>
                    <a:pt x="114" y="503"/>
                    <a:pt x="251" y="503"/>
                  </a:cubicBezTo>
                  <a:cubicBezTo>
                    <a:pt x="387" y="503"/>
                    <a:pt x="501" y="387"/>
                    <a:pt x="501" y="252"/>
                  </a:cubicBezTo>
                  <a:cubicBezTo>
                    <a:pt x="501"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11"/>
            <p:cNvSpPr/>
            <p:nvPr/>
          </p:nvSpPr>
          <p:spPr>
            <a:xfrm>
              <a:off x="951850" y="32182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11"/>
            <p:cNvSpPr/>
            <p:nvPr/>
          </p:nvSpPr>
          <p:spPr>
            <a:xfrm>
              <a:off x="1043825" y="3218225"/>
              <a:ext cx="12375" cy="12575"/>
            </a:xfrm>
            <a:custGeom>
              <a:avLst/>
              <a:gdLst/>
              <a:ahLst/>
              <a:cxnLst/>
              <a:rect l="l" t="t" r="r" b="b"/>
              <a:pathLst>
                <a:path w="495" h="503" extrusionOk="0">
                  <a:moveTo>
                    <a:pt x="250" y="0"/>
                  </a:moveTo>
                  <a:cubicBezTo>
                    <a:pt x="107" y="0"/>
                    <a:pt x="0" y="116"/>
                    <a:pt x="0" y="252"/>
                  </a:cubicBezTo>
                  <a:cubicBezTo>
                    <a:pt x="0" y="387"/>
                    <a:pt x="107" y="503"/>
                    <a:pt x="250" y="503"/>
                  </a:cubicBezTo>
                  <a:cubicBezTo>
                    <a:pt x="388" y="503"/>
                    <a:pt x="494" y="387"/>
                    <a:pt x="494" y="252"/>
                  </a:cubicBezTo>
                  <a:cubicBezTo>
                    <a:pt x="494"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11"/>
            <p:cNvSpPr/>
            <p:nvPr/>
          </p:nvSpPr>
          <p:spPr>
            <a:xfrm>
              <a:off x="1135575" y="3218225"/>
              <a:ext cx="12575" cy="12575"/>
            </a:xfrm>
            <a:custGeom>
              <a:avLst/>
              <a:gdLst/>
              <a:ahLst/>
              <a:cxnLst/>
              <a:rect l="l" t="t" r="r" b="b"/>
              <a:pathLst>
                <a:path w="503" h="503" extrusionOk="0">
                  <a:moveTo>
                    <a:pt x="252" y="0"/>
                  </a:moveTo>
                  <a:cubicBezTo>
                    <a:pt x="116" y="0"/>
                    <a:pt x="0" y="116"/>
                    <a:pt x="0" y="252"/>
                  </a:cubicBezTo>
                  <a:cubicBezTo>
                    <a:pt x="0" y="387"/>
                    <a:pt x="116" y="503"/>
                    <a:pt x="252" y="503"/>
                  </a:cubicBezTo>
                  <a:cubicBezTo>
                    <a:pt x="387" y="503"/>
                    <a:pt x="503" y="387"/>
                    <a:pt x="503" y="252"/>
                  </a:cubicBezTo>
                  <a:cubicBezTo>
                    <a:pt x="503"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11"/>
            <p:cNvSpPr/>
            <p:nvPr/>
          </p:nvSpPr>
          <p:spPr>
            <a:xfrm>
              <a:off x="1227500" y="3218225"/>
              <a:ext cx="12400" cy="12575"/>
            </a:xfrm>
            <a:custGeom>
              <a:avLst/>
              <a:gdLst/>
              <a:ahLst/>
              <a:cxnLst/>
              <a:rect l="l" t="t" r="r" b="b"/>
              <a:pathLst>
                <a:path w="496" h="503" extrusionOk="0">
                  <a:moveTo>
                    <a:pt x="251" y="0"/>
                  </a:moveTo>
                  <a:cubicBezTo>
                    <a:pt x="109" y="0"/>
                    <a:pt x="0" y="116"/>
                    <a:pt x="0" y="252"/>
                  </a:cubicBezTo>
                  <a:cubicBezTo>
                    <a:pt x="0" y="387"/>
                    <a:pt x="109" y="503"/>
                    <a:pt x="251" y="503"/>
                  </a:cubicBezTo>
                  <a:cubicBezTo>
                    <a:pt x="387" y="503"/>
                    <a:pt x="496" y="387"/>
                    <a:pt x="496" y="252"/>
                  </a:cubicBezTo>
                  <a:cubicBezTo>
                    <a:pt x="496"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11"/>
            <p:cNvSpPr/>
            <p:nvPr/>
          </p:nvSpPr>
          <p:spPr>
            <a:xfrm>
              <a:off x="1319275" y="3218225"/>
              <a:ext cx="12550" cy="12575"/>
            </a:xfrm>
            <a:custGeom>
              <a:avLst/>
              <a:gdLst/>
              <a:ahLst/>
              <a:cxnLst/>
              <a:rect l="l" t="t" r="r" b="b"/>
              <a:pathLst>
                <a:path w="502" h="503" extrusionOk="0">
                  <a:moveTo>
                    <a:pt x="252" y="0"/>
                  </a:moveTo>
                  <a:cubicBezTo>
                    <a:pt x="114" y="0"/>
                    <a:pt x="1" y="116"/>
                    <a:pt x="1" y="252"/>
                  </a:cubicBezTo>
                  <a:cubicBezTo>
                    <a:pt x="1" y="387"/>
                    <a:pt x="114" y="503"/>
                    <a:pt x="252" y="503"/>
                  </a:cubicBezTo>
                  <a:cubicBezTo>
                    <a:pt x="388" y="503"/>
                    <a:pt x="501" y="387"/>
                    <a:pt x="501" y="252"/>
                  </a:cubicBezTo>
                  <a:cubicBezTo>
                    <a:pt x="501"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11"/>
            <p:cNvSpPr/>
            <p:nvPr/>
          </p:nvSpPr>
          <p:spPr>
            <a:xfrm>
              <a:off x="1411200" y="3218225"/>
              <a:ext cx="12425" cy="12575"/>
            </a:xfrm>
            <a:custGeom>
              <a:avLst/>
              <a:gdLst/>
              <a:ahLst/>
              <a:cxnLst/>
              <a:rect l="l" t="t" r="r" b="b"/>
              <a:pathLst>
                <a:path w="497" h="503" extrusionOk="0">
                  <a:moveTo>
                    <a:pt x="245" y="0"/>
                  </a:moveTo>
                  <a:cubicBezTo>
                    <a:pt x="109" y="0"/>
                    <a:pt x="1" y="116"/>
                    <a:pt x="1" y="252"/>
                  </a:cubicBezTo>
                  <a:cubicBezTo>
                    <a:pt x="1" y="387"/>
                    <a:pt x="109" y="503"/>
                    <a:pt x="245" y="503"/>
                  </a:cubicBezTo>
                  <a:cubicBezTo>
                    <a:pt x="388" y="503"/>
                    <a:pt x="496" y="387"/>
                    <a:pt x="496" y="252"/>
                  </a:cubicBezTo>
                  <a:cubicBezTo>
                    <a:pt x="496" y="116"/>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11"/>
            <p:cNvSpPr/>
            <p:nvPr/>
          </p:nvSpPr>
          <p:spPr>
            <a:xfrm>
              <a:off x="1503000" y="3218225"/>
              <a:ext cx="12525" cy="12575"/>
            </a:xfrm>
            <a:custGeom>
              <a:avLst/>
              <a:gdLst/>
              <a:ahLst/>
              <a:cxnLst/>
              <a:rect l="l" t="t" r="r" b="b"/>
              <a:pathLst>
                <a:path w="501" h="503" extrusionOk="0">
                  <a:moveTo>
                    <a:pt x="250" y="0"/>
                  </a:moveTo>
                  <a:cubicBezTo>
                    <a:pt x="114" y="0"/>
                    <a:pt x="0" y="116"/>
                    <a:pt x="0" y="252"/>
                  </a:cubicBezTo>
                  <a:cubicBezTo>
                    <a:pt x="0" y="387"/>
                    <a:pt x="114" y="503"/>
                    <a:pt x="250" y="503"/>
                  </a:cubicBezTo>
                  <a:cubicBezTo>
                    <a:pt x="387" y="503"/>
                    <a:pt x="501" y="387"/>
                    <a:pt x="501" y="252"/>
                  </a:cubicBezTo>
                  <a:cubicBezTo>
                    <a:pt x="501" y="116"/>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11"/>
            <p:cNvSpPr/>
            <p:nvPr/>
          </p:nvSpPr>
          <p:spPr>
            <a:xfrm>
              <a:off x="1594750" y="3218225"/>
              <a:ext cx="12575" cy="12575"/>
            </a:xfrm>
            <a:custGeom>
              <a:avLst/>
              <a:gdLst/>
              <a:ahLst/>
              <a:cxnLst/>
              <a:rect l="l" t="t" r="r" b="b"/>
              <a:pathLst>
                <a:path w="503" h="503" extrusionOk="0">
                  <a:moveTo>
                    <a:pt x="251" y="0"/>
                  </a:moveTo>
                  <a:cubicBezTo>
                    <a:pt x="115" y="0"/>
                    <a:pt x="0" y="116"/>
                    <a:pt x="0" y="252"/>
                  </a:cubicBezTo>
                  <a:cubicBezTo>
                    <a:pt x="0" y="387"/>
                    <a:pt x="115" y="503"/>
                    <a:pt x="251" y="503"/>
                  </a:cubicBezTo>
                  <a:cubicBezTo>
                    <a:pt x="394" y="503"/>
                    <a:pt x="503" y="387"/>
                    <a:pt x="503" y="252"/>
                  </a:cubicBezTo>
                  <a:cubicBezTo>
                    <a:pt x="503" y="116"/>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11"/>
            <p:cNvSpPr/>
            <p:nvPr/>
          </p:nvSpPr>
          <p:spPr>
            <a:xfrm>
              <a:off x="1686650" y="32182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11"/>
            <p:cNvSpPr/>
            <p:nvPr/>
          </p:nvSpPr>
          <p:spPr>
            <a:xfrm>
              <a:off x="1778450" y="3218225"/>
              <a:ext cx="12550" cy="12575"/>
            </a:xfrm>
            <a:custGeom>
              <a:avLst/>
              <a:gdLst/>
              <a:ahLst/>
              <a:cxnLst/>
              <a:rect l="l" t="t" r="r" b="b"/>
              <a:pathLst>
                <a:path w="502" h="503" extrusionOk="0">
                  <a:moveTo>
                    <a:pt x="252" y="0"/>
                  </a:moveTo>
                  <a:cubicBezTo>
                    <a:pt x="114" y="0"/>
                    <a:pt x="1" y="116"/>
                    <a:pt x="1" y="252"/>
                  </a:cubicBezTo>
                  <a:cubicBezTo>
                    <a:pt x="1" y="387"/>
                    <a:pt x="114" y="503"/>
                    <a:pt x="252" y="503"/>
                  </a:cubicBezTo>
                  <a:cubicBezTo>
                    <a:pt x="388" y="503"/>
                    <a:pt x="501" y="387"/>
                    <a:pt x="501" y="252"/>
                  </a:cubicBezTo>
                  <a:cubicBezTo>
                    <a:pt x="501"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11"/>
            <p:cNvSpPr/>
            <p:nvPr/>
          </p:nvSpPr>
          <p:spPr>
            <a:xfrm>
              <a:off x="1870375" y="3218225"/>
              <a:ext cx="12400" cy="12575"/>
            </a:xfrm>
            <a:custGeom>
              <a:avLst/>
              <a:gdLst/>
              <a:ahLst/>
              <a:cxnLst/>
              <a:rect l="l" t="t" r="r" b="b"/>
              <a:pathLst>
                <a:path w="496" h="503" extrusionOk="0">
                  <a:moveTo>
                    <a:pt x="252" y="0"/>
                  </a:moveTo>
                  <a:cubicBezTo>
                    <a:pt x="109" y="0"/>
                    <a:pt x="0" y="116"/>
                    <a:pt x="0" y="252"/>
                  </a:cubicBezTo>
                  <a:cubicBezTo>
                    <a:pt x="0" y="387"/>
                    <a:pt x="109" y="503"/>
                    <a:pt x="252" y="503"/>
                  </a:cubicBezTo>
                  <a:cubicBezTo>
                    <a:pt x="387" y="503"/>
                    <a:pt x="496" y="387"/>
                    <a:pt x="496" y="252"/>
                  </a:cubicBezTo>
                  <a:cubicBezTo>
                    <a:pt x="496"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11"/>
            <p:cNvSpPr/>
            <p:nvPr/>
          </p:nvSpPr>
          <p:spPr>
            <a:xfrm>
              <a:off x="1962150" y="3218225"/>
              <a:ext cx="12550" cy="12575"/>
            </a:xfrm>
            <a:custGeom>
              <a:avLst/>
              <a:gdLst/>
              <a:ahLst/>
              <a:cxnLst/>
              <a:rect l="l" t="t" r="r" b="b"/>
              <a:pathLst>
                <a:path w="502" h="503" extrusionOk="0">
                  <a:moveTo>
                    <a:pt x="250" y="0"/>
                  </a:moveTo>
                  <a:cubicBezTo>
                    <a:pt x="114" y="0"/>
                    <a:pt x="1" y="116"/>
                    <a:pt x="1" y="252"/>
                  </a:cubicBezTo>
                  <a:cubicBezTo>
                    <a:pt x="1" y="387"/>
                    <a:pt x="114" y="503"/>
                    <a:pt x="250" y="503"/>
                  </a:cubicBezTo>
                  <a:cubicBezTo>
                    <a:pt x="388" y="503"/>
                    <a:pt x="502" y="387"/>
                    <a:pt x="502" y="252"/>
                  </a:cubicBezTo>
                  <a:cubicBezTo>
                    <a:pt x="502"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11"/>
            <p:cNvSpPr/>
            <p:nvPr/>
          </p:nvSpPr>
          <p:spPr>
            <a:xfrm>
              <a:off x="2054075" y="3218225"/>
              <a:ext cx="12425" cy="12575"/>
            </a:xfrm>
            <a:custGeom>
              <a:avLst/>
              <a:gdLst/>
              <a:ahLst/>
              <a:cxnLst/>
              <a:rect l="l" t="t" r="r" b="b"/>
              <a:pathLst>
                <a:path w="497" h="503" extrusionOk="0">
                  <a:moveTo>
                    <a:pt x="252" y="0"/>
                  </a:moveTo>
                  <a:cubicBezTo>
                    <a:pt x="109" y="0"/>
                    <a:pt x="1" y="116"/>
                    <a:pt x="1" y="252"/>
                  </a:cubicBezTo>
                  <a:cubicBezTo>
                    <a:pt x="1" y="387"/>
                    <a:pt x="109" y="503"/>
                    <a:pt x="252" y="503"/>
                  </a:cubicBezTo>
                  <a:cubicBezTo>
                    <a:pt x="388" y="503"/>
                    <a:pt x="496" y="387"/>
                    <a:pt x="496" y="252"/>
                  </a:cubicBezTo>
                  <a:cubicBezTo>
                    <a:pt x="496"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11"/>
            <p:cNvSpPr/>
            <p:nvPr/>
          </p:nvSpPr>
          <p:spPr>
            <a:xfrm>
              <a:off x="2145825" y="32182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11"/>
            <p:cNvSpPr/>
            <p:nvPr/>
          </p:nvSpPr>
          <p:spPr>
            <a:xfrm>
              <a:off x="2237800" y="3218225"/>
              <a:ext cx="12350" cy="12575"/>
            </a:xfrm>
            <a:custGeom>
              <a:avLst/>
              <a:gdLst/>
              <a:ahLst/>
              <a:cxnLst/>
              <a:rect l="l" t="t" r="r" b="b"/>
              <a:pathLst>
                <a:path w="494" h="503" extrusionOk="0">
                  <a:moveTo>
                    <a:pt x="244" y="0"/>
                  </a:moveTo>
                  <a:cubicBezTo>
                    <a:pt x="107" y="0"/>
                    <a:pt x="0" y="116"/>
                    <a:pt x="0" y="252"/>
                  </a:cubicBezTo>
                  <a:cubicBezTo>
                    <a:pt x="0" y="387"/>
                    <a:pt x="107" y="503"/>
                    <a:pt x="244" y="503"/>
                  </a:cubicBezTo>
                  <a:cubicBezTo>
                    <a:pt x="387" y="503"/>
                    <a:pt x="494" y="387"/>
                    <a:pt x="494" y="252"/>
                  </a:cubicBezTo>
                  <a:cubicBezTo>
                    <a:pt x="494" y="116"/>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11"/>
            <p:cNvSpPr/>
            <p:nvPr/>
          </p:nvSpPr>
          <p:spPr>
            <a:xfrm>
              <a:off x="2329550" y="3218225"/>
              <a:ext cx="12575" cy="12575"/>
            </a:xfrm>
            <a:custGeom>
              <a:avLst/>
              <a:gdLst/>
              <a:ahLst/>
              <a:cxnLst/>
              <a:rect l="l" t="t" r="r" b="b"/>
              <a:pathLst>
                <a:path w="503" h="503" extrusionOk="0">
                  <a:moveTo>
                    <a:pt x="251" y="0"/>
                  </a:moveTo>
                  <a:cubicBezTo>
                    <a:pt x="115" y="0"/>
                    <a:pt x="0" y="116"/>
                    <a:pt x="0" y="252"/>
                  </a:cubicBezTo>
                  <a:cubicBezTo>
                    <a:pt x="0" y="387"/>
                    <a:pt x="115" y="503"/>
                    <a:pt x="251" y="503"/>
                  </a:cubicBezTo>
                  <a:cubicBezTo>
                    <a:pt x="387" y="503"/>
                    <a:pt x="502" y="387"/>
                    <a:pt x="502" y="252"/>
                  </a:cubicBezTo>
                  <a:cubicBezTo>
                    <a:pt x="502"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11"/>
            <p:cNvSpPr/>
            <p:nvPr/>
          </p:nvSpPr>
          <p:spPr>
            <a:xfrm>
              <a:off x="2421325" y="3218225"/>
              <a:ext cx="12550" cy="12575"/>
            </a:xfrm>
            <a:custGeom>
              <a:avLst/>
              <a:gdLst/>
              <a:ahLst/>
              <a:cxnLst/>
              <a:rect l="l" t="t" r="r" b="b"/>
              <a:pathLst>
                <a:path w="502" h="503" extrusionOk="0">
                  <a:moveTo>
                    <a:pt x="250" y="0"/>
                  </a:moveTo>
                  <a:cubicBezTo>
                    <a:pt x="114" y="0"/>
                    <a:pt x="1" y="116"/>
                    <a:pt x="1" y="252"/>
                  </a:cubicBezTo>
                  <a:cubicBezTo>
                    <a:pt x="1" y="387"/>
                    <a:pt x="114" y="503"/>
                    <a:pt x="250" y="503"/>
                  </a:cubicBezTo>
                  <a:cubicBezTo>
                    <a:pt x="395" y="503"/>
                    <a:pt x="501" y="387"/>
                    <a:pt x="501" y="252"/>
                  </a:cubicBezTo>
                  <a:cubicBezTo>
                    <a:pt x="501" y="116"/>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11"/>
            <p:cNvSpPr/>
            <p:nvPr/>
          </p:nvSpPr>
          <p:spPr>
            <a:xfrm>
              <a:off x="2513250" y="3218225"/>
              <a:ext cx="12575" cy="12575"/>
            </a:xfrm>
            <a:custGeom>
              <a:avLst/>
              <a:gdLst/>
              <a:ahLst/>
              <a:cxnLst/>
              <a:rect l="l" t="t" r="r" b="b"/>
              <a:pathLst>
                <a:path w="503" h="503" extrusionOk="0">
                  <a:moveTo>
                    <a:pt x="252" y="0"/>
                  </a:moveTo>
                  <a:cubicBezTo>
                    <a:pt x="109" y="0"/>
                    <a:pt x="0" y="116"/>
                    <a:pt x="0" y="252"/>
                  </a:cubicBezTo>
                  <a:cubicBezTo>
                    <a:pt x="0" y="387"/>
                    <a:pt x="109"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11"/>
            <p:cNvSpPr/>
            <p:nvPr/>
          </p:nvSpPr>
          <p:spPr>
            <a:xfrm>
              <a:off x="2605000" y="3218225"/>
              <a:ext cx="12575" cy="12575"/>
            </a:xfrm>
            <a:custGeom>
              <a:avLst/>
              <a:gdLst/>
              <a:ahLst/>
              <a:cxnLst/>
              <a:rect l="l" t="t" r="r" b="b"/>
              <a:pathLst>
                <a:path w="503" h="503" extrusionOk="0">
                  <a:moveTo>
                    <a:pt x="252" y="0"/>
                  </a:moveTo>
                  <a:cubicBezTo>
                    <a:pt x="116" y="0"/>
                    <a:pt x="0" y="116"/>
                    <a:pt x="0" y="252"/>
                  </a:cubicBezTo>
                  <a:cubicBezTo>
                    <a:pt x="0" y="387"/>
                    <a:pt x="116" y="503"/>
                    <a:pt x="252" y="503"/>
                  </a:cubicBezTo>
                  <a:cubicBezTo>
                    <a:pt x="387" y="503"/>
                    <a:pt x="503" y="387"/>
                    <a:pt x="503" y="252"/>
                  </a:cubicBezTo>
                  <a:cubicBezTo>
                    <a:pt x="503"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11"/>
            <p:cNvSpPr/>
            <p:nvPr/>
          </p:nvSpPr>
          <p:spPr>
            <a:xfrm>
              <a:off x="2696950" y="3218225"/>
              <a:ext cx="12375" cy="12575"/>
            </a:xfrm>
            <a:custGeom>
              <a:avLst/>
              <a:gdLst/>
              <a:ahLst/>
              <a:cxnLst/>
              <a:rect l="l" t="t" r="r" b="b"/>
              <a:pathLst>
                <a:path w="495" h="503" extrusionOk="0">
                  <a:moveTo>
                    <a:pt x="252" y="0"/>
                  </a:moveTo>
                  <a:cubicBezTo>
                    <a:pt x="108" y="0"/>
                    <a:pt x="1" y="116"/>
                    <a:pt x="1" y="252"/>
                  </a:cubicBezTo>
                  <a:cubicBezTo>
                    <a:pt x="1" y="387"/>
                    <a:pt x="108" y="503"/>
                    <a:pt x="252" y="503"/>
                  </a:cubicBezTo>
                  <a:cubicBezTo>
                    <a:pt x="388" y="503"/>
                    <a:pt x="495" y="387"/>
                    <a:pt x="495" y="252"/>
                  </a:cubicBezTo>
                  <a:cubicBezTo>
                    <a:pt x="495"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11"/>
            <p:cNvSpPr/>
            <p:nvPr/>
          </p:nvSpPr>
          <p:spPr>
            <a:xfrm>
              <a:off x="2788700" y="32182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11"/>
            <p:cNvSpPr/>
            <p:nvPr/>
          </p:nvSpPr>
          <p:spPr>
            <a:xfrm>
              <a:off x="2880675" y="3218225"/>
              <a:ext cx="12375" cy="12575"/>
            </a:xfrm>
            <a:custGeom>
              <a:avLst/>
              <a:gdLst/>
              <a:ahLst/>
              <a:cxnLst/>
              <a:rect l="l" t="t" r="r" b="b"/>
              <a:pathLst>
                <a:path w="495" h="503" extrusionOk="0">
                  <a:moveTo>
                    <a:pt x="243" y="0"/>
                  </a:moveTo>
                  <a:cubicBezTo>
                    <a:pt x="107" y="0"/>
                    <a:pt x="0" y="116"/>
                    <a:pt x="0" y="252"/>
                  </a:cubicBezTo>
                  <a:cubicBezTo>
                    <a:pt x="0" y="387"/>
                    <a:pt x="107" y="503"/>
                    <a:pt x="243" y="503"/>
                  </a:cubicBezTo>
                  <a:cubicBezTo>
                    <a:pt x="387" y="503"/>
                    <a:pt x="494" y="387"/>
                    <a:pt x="494" y="252"/>
                  </a:cubicBezTo>
                  <a:cubicBezTo>
                    <a:pt x="494" y="116"/>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11"/>
            <p:cNvSpPr/>
            <p:nvPr/>
          </p:nvSpPr>
          <p:spPr>
            <a:xfrm>
              <a:off x="2972425" y="3218225"/>
              <a:ext cx="12575" cy="12575"/>
            </a:xfrm>
            <a:custGeom>
              <a:avLst/>
              <a:gdLst/>
              <a:ahLst/>
              <a:cxnLst/>
              <a:rect l="l" t="t" r="r" b="b"/>
              <a:pathLst>
                <a:path w="503" h="503" extrusionOk="0">
                  <a:moveTo>
                    <a:pt x="251" y="0"/>
                  </a:moveTo>
                  <a:cubicBezTo>
                    <a:pt x="115" y="0"/>
                    <a:pt x="0" y="116"/>
                    <a:pt x="0" y="252"/>
                  </a:cubicBezTo>
                  <a:cubicBezTo>
                    <a:pt x="0" y="387"/>
                    <a:pt x="115" y="503"/>
                    <a:pt x="251" y="503"/>
                  </a:cubicBezTo>
                  <a:cubicBezTo>
                    <a:pt x="387" y="503"/>
                    <a:pt x="503" y="387"/>
                    <a:pt x="503" y="252"/>
                  </a:cubicBezTo>
                  <a:cubicBezTo>
                    <a:pt x="503"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11"/>
            <p:cNvSpPr/>
            <p:nvPr/>
          </p:nvSpPr>
          <p:spPr>
            <a:xfrm>
              <a:off x="3064375" y="3218225"/>
              <a:ext cx="12375" cy="12575"/>
            </a:xfrm>
            <a:custGeom>
              <a:avLst/>
              <a:gdLst/>
              <a:ahLst/>
              <a:cxnLst/>
              <a:rect l="l" t="t" r="r" b="b"/>
              <a:pathLst>
                <a:path w="495" h="503" extrusionOk="0">
                  <a:moveTo>
                    <a:pt x="243" y="0"/>
                  </a:moveTo>
                  <a:cubicBezTo>
                    <a:pt x="107" y="0"/>
                    <a:pt x="1" y="116"/>
                    <a:pt x="1" y="252"/>
                  </a:cubicBezTo>
                  <a:cubicBezTo>
                    <a:pt x="1" y="387"/>
                    <a:pt x="107" y="503"/>
                    <a:pt x="243" y="503"/>
                  </a:cubicBezTo>
                  <a:cubicBezTo>
                    <a:pt x="388" y="503"/>
                    <a:pt x="495" y="387"/>
                    <a:pt x="495" y="252"/>
                  </a:cubicBezTo>
                  <a:cubicBezTo>
                    <a:pt x="495" y="116"/>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11"/>
            <p:cNvSpPr/>
            <p:nvPr/>
          </p:nvSpPr>
          <p:spPr>
            <a:xfrm>
              <a:off x="3156125" y="32182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11"/>
            <p:cNvSpPr/>
            <p:nvPr/>
          </p:nvSpPr>
          <p:spPr>
            <a:xfrm>
              <a:off x="3247875" y="3218225"/>
              <a:ext cx="12575" cy="12575"/>
            </a:xfrm>
            <a:custGeom>
              <a:avLst/>
              <a:gdLst/>
              <a:ahLst/>
              <a:cxnLst/>
              <a:rect l="l" t="t" r="r" b="b"/>
              <a:pathLst>
                <a:path w="503"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11"/>
            <p:cNvSpPr/>
            <p:nvPr/>
          </p:nvSpPr>
          <p:spPr>
            <a:xfrm>
              <a:off x="3339850" y="3218225"/>
              <a:ext cx="12525" cy="12575"/>
            </a:xfrm>
            <a:custGeom>
              <a:avLst/>
              <a:gdLst/>
              <a:ahLst/>
              <a:cxnLst/>
              <a:rect l="l" t="t" r="r" b="b"/>
              <a:pathLst>
                <a:path w="501" h="503" extrusionOk="0">
                  <a:moveTo>
                    <a:pt x="251" y="0"/>
                  </a:moveTo>
                  <a:cubicBezTo>
                    <a:pt x="107" y="0"/>
                    <a:pt x="0" y="116"/>
                    <a:pt x="0" y="252"/>
                  </a:cubicBezTo>
                  <a:cubicBezTo>
                    <a:pt x="0" y="387"/>
                    <a:pt x="107" y="503"/>
                    <a:pt x="251" y="503"/>
                  </a:cubicBezTo>
                  <a:cubicBezTo>
                    <a:pt x="387" y="503"/>
                    <a:pt x="501" y="387"/>
                    <a:pt x="501" y="252"/>
                  </a:cubicBezTo>
                  <a:cubicBezTo>
                    <a:pt x="501"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11"/>
            <p:cNvSpPr/>
            <p:nvPr/>
          </p:nvSpPr>
          <p:spPr>
            <a:xfrm>
              <a:off x="3431575" y="32182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11"/>
            <p:cNvSpPr/>
            <p:nvPr/>
          </p:nvSpPr>
          <p:spPr>
            <a:xfrm>
              <a:off x="3523550" y="3218225"/>
              <a:ext cx="12375" cy="12575"/>
            </a:xfrm>
            <a:custGeom>
              <a:avLst/>
              <a:gdLst/>
              <a:ahLst/>
              <a:cxnLst/>
              <a:rect l="l" t="t" r="r" b="b"/>
              <a:pathLst>
                <a:path w="495" h="503" extrusionOk="0">
                  <a:moveTo>
                    <a:pt x="250" y="0"/>
                  </a:moveTo>
                  <a:cubicBezTo>
                    <a:pt x="107" y="0"/>
                    <a:pt x="0" y="116"/>
                    <a:pt x="0" y="252"/>
                  </a:cubicBezTo>
                  <a:cubicBezTo>
                    <a:pt x="0" y="387"/>
                    <a:pt x="107" y="503"/>
                    <a:pt x="250" y="503"/>
                  </a:cubicBezTo>
                  <a:cubicBezTo>
                    <a:pt x="388" y="503"/>
                    <a:pt x="494" y="387"/>
                    <a:pt x="494" y="252"/>
                  </a:cubicBezTo>
                  <a:cubicBezTo>
                    <a:pt x="494"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11"/>
            <p:cNvSpPr/>
            <p:nvPr/>
          </p:nvSpPr>
          <p:spPr>
            <a:xfrm>
              <a:off x="676400" y="3310175"/>
              <a:ext cx="12600" cy="12375"/>
            </a:xfrm>
            <a:custGeom>
              <a:avLst/>
              <a:gdLst/>
              <a:ahLst/>
              <a:cxnLst/>
              <a:rect l="l" t="t" r="r" b="b"/>
              <a:pathLst>
                <a:path w="504" h="495" extrusionOk="0">
                  <a:moveTo>
                    <a:pt x="252" y="1"/>
                  </a:moveTo>
                  <a:cubicBezTo>
                    <a:pt x="116" y="1"/>
                    <a:pt x="1" y="108"/>
                    <a:pt x="1" y="252"/>
                  </a:cubicBezTo>
                  <a:cubicBezTo>
                    <a:pt x="1" y="388"/>
                    <a:pt x="116" y="495"/>
                    <a:pt x="252" y="495"/>
                  </a:cubicBezTo>
                  <a:cubicBezTo>
                    <a:pt x="388" y="495"/>
                    <a:pt x="503" y="388"/>
                    <a:pt x="503" y="252"/>
                  </a:cubicBezTo>
                  <a:cubicBezTo>
                    <a:pt x="503"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11"/>
            <p:cNvSpPr/>
            <p:nvPr/>
          </p:nvSpPr>
          <p:spPr>
            <a:xfrm>
              <a:off x="768325" y="3310175"/>
              <a:ext cx="12400" cy="12375"/>
            </a:xfrm>
            <a:custGeom>
              <a:avLst/>
              <a:gdLst/>
              <a:ahLst/>
              <a:cxnLst/>
              <a:rect l="l" t="t" r="r" b="b"/>
              <a:pathLst>
                <a:path w="496" h="495" extrusionOk="0">
                  <a:moveTo>
                    <a:pt x="245" y="1"/>
                  </a:moveTo>
                  <a:cubicBezTo>
                    <a:pt x="109" y="1"/>
                    <a:pt x="0" y="108"/>
                    <a:pt x="0" y="252"/>
                  </a:cubicBezTo>
                  <a:cubicBezTo>
                    <a:pt x="0" y="388"/>
                    <a:pt x="109" y="495"/>
                    <a:pt x="245" y="495"/>
                  </a:cubicBezTo>
                  <a:cubicBezTo>
                    <a:pt x="388" y="495"/>
                    <a:pt x="496" y="388"/>
                    <a:pt x="496" y="252"/>
                  </a:cubicBezTo>
                  <a:cubicBezTo>
                    <a:pt x="496" y="108"/>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11"/>
            <p:cNvSpPr/>
            <p:nvPr/>
          </p:nvSpPr>
          <p:spPr>
            <a:xfrm>
              <a:off x="860125" y="3310175"/>
              <a:ext cx="12525" cy="12375"/>
            </a:xfrm>
            <a:custGeom>
              <a:avLst/>
              <a:gdLst/>
              <a:ahLst/>
              <a:cxnLst/>
              <a:rect l="l" t="t" r="r" b="b"/>
              <a:pathLst>
                <a:path w="501" h="495" extrusionOk="0">
                  <a:moveTo>
                    <a:pt x="251" y="1"/>
                  </a:moveTo>
                  <a:cubicBezTo>
                    <a:pt x="114" y="1"/>
                    <a:pt x="0" y="108"/>
                    <a:pt x="0" y="252"/>
                  </a:cubicBezTo>
                  <a:cubicBezTo>
                    <a:pt x="0" y="388"/>
                    <a:pt x="114" y="495"/>
                    <a:pt x="251" y="495"/>
                  </a:cubicBezTo>
                  <a:cubicBezTo>
                    <a:pt x="387" y="495"/>
                    <a:pt x="501" y="388"/>
                    <a:pt x="501" y="252"/>
                  </a:cubicBezTo>
                  <a:cubicBezTo>
                    <a:pt x="501" y="108"/>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11"/>
            <p:cNvSpPr/>
            <p:nvPr/>
          </p:nvSpPr>
          <p:spPr>
            <a:xfrm>
              <a:off x="951850" y="3310175"/>
              <a:ext cx="12600" cy="12375"/>
            </a:xfrm>
            <a:custGeom>
              <a:avLst/>
              <a:gdLst/>
              <a:ahLst/>
              <a:cxnLst/>
              <a:rect l="l" t="t" r="r" b="b"/>
              <a:pathLst>
                <a:path w="504" h="495" extrusionOk="0">
                  <a:moveTo>
                    <a:pt x="252" y="1"/>
                  </a:moveTo>
                  <a:cubicBezTo>
                    <a:pt x="116" y="1"/>
                    <a:pt x="1" y="108"/>
                    <a:pt x="1" y="252"/>
                  </a:cubicBezTo>
                  <a:cubicBezTo>
                    <a:pt x="1" y="388"/>
                    <a:pt x="116" y="495"/>
                    <a:pt x="252" y="495"/>
                  </a:cubicBezTo>
                  <a:cubicBezTo>
                    <a:pt x="388" y="495"/>
                    <a:pt x="503" y="388"/>
                    <a:pt x="503" y="252"/>
                  </a:cubicBezTo>
                  <a:cubicBezTo>
                    <a:pt x="503"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11"/>
            <p:cNvSpPr/>
            <p:nvPr/>
          </p:nvSpPr>
          <p:spPr>
            <a:xfrm>
              <a:off x="1043825" y="3310175"/>
              <a:ext cx="12375" cy="12375"/>
            </a:xfrm>
            <a:custGeom>
              <a:avLst/>
              <a:gdLst/>
              <a:ahLst/>
              <a:cxnLst/>
              <a:rect l="l" t="t" r="r" b="b"/>
              <a:pathLst>
                <a:path w="495" h="495" extrusionOk="0">
                  <a:moveTo>
                    <a:pt x="250" y="1"/>
                  </a:moveTo>
                  <a:cubicBezTo>
                    <a:pt x="107" y="1"/>
                    <a:pt x="0" y="108"/>
                    <a:pt x="0" y="252"/>
                  </a:cubicBezTo>
                  <a:cubicBezTo>
                    <a:pt x="0" y="388"/>
                    <a:pt x="107" y="495"/>
                    <a:pt x="250" y="495"/>
                  </a:cubicBezTo>
                  <a:cubicBezTo>
                    <a:pt x="388" y="495"/>
                    <a:pt x="494" y="388"/>
                    <a:pt x="494" y="252"/>
                  </a:cubicBezTo>
                  <a:cubicBezTo>
                    <a:pt x="494" y="108"/>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11"/>
            <p:cNvSpPr/>
            <p:nvPr/>
          </p:nvSpPr>
          <p:spPr>
            <a:xfrm>
              <a:off x="1135575" y="3310175"/>
              <a:ext cx="12575" cy="12375"/>
            </a:xfrm>
            <a:custGeom>
              <a:avLst/>
              <a:gdLst/>
              <a:ahLst/>
              <a:cxnLst/>
              <a:rect l="l" t="t" r="r" b="b"/>
              <a:pathLst>
                <a:path w="503" h="495" extrusionOk="0">
                  <a:moveTo>
                    <a:pt x="252" y="1"/>
                  </a:moveTo>
                  <a:cubicBezTo>
                    <a:pt x="116" y="1"/>
                    <a:pt x="0" y="108"/>
                    <a:pt x="0" y="252"/>
                  </a:cubicBezTo>
                  <a:cubicBezTo>
                    <a:pt x="0" y="388"/>
                    <a:pt x="116" y="495"/>
                    <a:pt x="252" y="495"/>
                  </a:cubicBezTo>
                  <a:cubicBezTo>
                    <a:pt x="387" y="495"/>
                    <a:pt x="503" y="388"/>
                    <a:pt x="503" y="252"/>
                  </a:cubicBezTo>
                  <a:cubicBezTo>
                    <a:pt x="503" y="108"/>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11"/>
            <p:cNvSpPr/>
            <p:nvPr/>
          </p:nvSpPr>
          <p:spPr>
            <a:xfrm>
              <a:off x="1227500" y="3310175"/>
              <a:ext cx="12400" cy="12375"/>
            </a:xfrm>
            <a:custGeom>
              <a:avLst/>
              <a:gdLst/>
              <a:ahLst/>
              <a:cxnLst/>
              <a:rect l="l" t="t" r="r" b="b"/>
              <a:pathLst>
                <a:path w="496" h="495" extrusionOk="0">
                  <a:moveTo>
                    <a:pt x="251" y="1"/>
                  </a:moveTo>
                  <a:cubicBezTo>
                    <a:pt x="109" y="1"/>
                    <a:pt x="0" y="108"/>
                    <a:pt x="0" y="252"/>
                  </a:cubicBezTo>
                  <a:cubicBezTo>
                    <a:pt x="0" y="388"/>
                    <a:pt x="109" y="495"/>
                    <a:pt x="251" y="495"/>
                  </a:cubicBezTo>
                  <a:cubicBezTo>
                    <a:pt x="387" y="495"/>
                    <a:pt x="496" y="388"/>
                    <a:pt x="496" y="252"/>
                  </a:cubicBezTo>
                  <a:cubicBezTo>
                    <a:pt x="496" y="108"/>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11"/>
            <p:cNvSpPr/>
            <p:nvPr/>
          </p:nvSpPr>
          <p:spPr>
            <a:xfrm>
              <a:off x="1319275" y="3310175"/>
              <a:ext cx="12550" cy="12375"/>
            </a:xfrm>
            <a:custGeom>
              <a:avLst/>
              <a:gdLst/>
              <a:ahLst/>
              <a:cxnLst/>
              <a:rect l="l" t="t" r="r" b="b"/>
              <a:pathLst>
                <a:path w="502" h="495" extrusionOk="0">
                  <a:moveTo>
                    <a:pt x="252" y="1"/>
                  </a:moveTo>
                  <a:cubicBezTo>
                    <a:pt x="114" y="1"/>
                    <a:pt x="1" y="108"/>
                    <a:pt x="1" y="252"/>
                  </a:cubicBezTo>
                  <a:cubicBezTo>
                    <a:pt x="1" y="388"/>
                    <a:pt x="114" y="495"/>
                    <a:pt x="252" y="495"/>
                  </a:cubicBezTo>
                  <a:cubicBezTo>
                    <a:pt x="388" y="495"/>
                    <a:pt x="501" y="388"/>
                    <a:pt x="501" y="252"/>
                  </a:cubicBezTo>
                  <a:cubicBezTo>
                    <a:pt x="501"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11"/>
            <p:cNvSpPr/>
            <p:nvPr/>
          </p:nvSpPr>
          <p:spPr>
            <a:xfrm>
              <a:off x="1411200" y="3310175"/>
              <a:ext cx="12425" cy="12375"/>
            </a:xfrm>
            <a:custGeom>
              <a:avLst/>
              <a:gdLst/>
              <a:ahLst/>
              <a:cxnLst/>
              <a:rect l="l" t="t" r="r" b="b"/>
              <a:pathLst>
                <a:path w="497" h="495" extrusionOk="0">
                  <a:moveTo>
                    <a:pt x="245" y="1"/>
                  </a:moveTo>
                  <a:cubicBezTo>
                    <a:pt x="109" y="1"/>
                    <a:pt x="1" y="108"/>
                    <a:pt x="1" y="252"/>
                  </a:cubicBezTo>
                  <a:cubicBezTo>
                    <a:pt x="1" y="388"/>
                    <a:pt x="109" y="495"/>
                    <a:pt x="245" y="495"/>
                  </a:cubicBezTo>
                  <a:cubicBezTo>
                    <a:pt x="388" y="495"/>
                    <a:pt x="496" y="388"/>
                    <a:pt x="496" y="252"/>
                  </a:cubicBezTo>
                  <a:cubicBezTo>
                    <a:pt x="496" y="108"/>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11"/>
            <p:cNvSpPr/>
            <p:nvPr/>
          </p:nvSpPr>
          <p:spPr>
            <a:xfrm>
              <a:off x="1503000" y="3310175"/>
              <a:ext cx="12525" cy="12375"/>
            </a:xfrm>
            <a:custGeom>
              <a:avLst/>
              <a:gdLst/>
              <a:ahLst/>
              <a:cxnLst/>
              <a:rect l="l" t="t" r="r" b="b"/>
              <a:pathLst>
                <a:path w="501" h="495" extrusionOk="0">
                  <a:moveTo>
                    <a:pt x="250" y="1"/>
                  </a:moveTo>
                  <a:cubicBezTo>
                    <a:pt x="114" y="1"/>
                    <a:pt x="0" y="108"/>
                    <a:pt x="0" y="252"/>
                  </a:cubicBezTo>
                  <a:cubicBezTo>
                    <a:pt x="0" y="388"/>
                    <a:pt x="114" y="495"/>
                    <a:pt x="250" y="495"/>
                  </a:cubicBezTo>
                  <a:cubicBezTo>
                    <a:pt x="387" y="495"/>
                    <a:pt x="501" y="388"/>
                    <a:pt x="501" y="252"/>
                  </a:cubicBezTo>
                  <a:cubicBezTo>
                    <a:pt x="501" y="108"/>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11"/>
            <p:cNvSpPr/>
            <p:nvPr/>
          </p:nvSpPr>
          <p:spPr>
            <a:xfrm>
              <a:off x="1594750" y="3310175"/>
              <a:ext cx="12575" cy="12375"/>
            </a:xfrm>
            <a:custGeom>
              <a:avLst/>
              <a:gdLst/>
              <a:ahLst/>
              <a:cxnLst/>
              <a:rect l="l" t="t" r="r" b="b"/>
              <a:pathLst>
                <a:path w="503" h="495" extrusionOk="0">
                  <a:moveTo>
                    <a:pt x="251" y="1"/>
                  </a:moveTo>
                  <a:cubicBezTo>
                    <a:pt x="115" y="1"/>
                    <a:pt x="0" y="108"/>
                    <a:pt x="0" y="252"/>
                  </a:cubicBezTo>
                  <a:cubicBezTo>
                    <a:pt x="0" y="388"/>
                    <a:pt x="115" y="495"/>
                    <a:pt x="251" y="495"/>
                  </a:cubicBezTo>
                  <a:cubicBezTo>
                    <a:pt x="394" y="495"/>
                    <a:pt x="503" y="388"/>
                    <a:pt x="503" y="252"/>
                  </a:cubicBezTo>
                  <a:cubicBezTo>
                    <a:pt x="503" y="108"/>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11"/>
            <p:cNvSpPr/>
            <p:nvPr/>
          </p:nvSpPr>
          <p:spPr>
            <a:xfrm>
              <a:off x="1686650" y="3310175"/>
              <a:ext cx="12600" cy="12375"/>
            </a:xfrm>
            <a:custGeom>
              <a:avLst/>
              <a:gdLst/>
              <a:ahLst/>
              <a:cxnLst/>
              <a:rect l="l" t="t" r="r" b="b"/>
              <a:pathLst>
                <a:path w="504" h="495" extrusionOk="0">
                  <a:moveTo>
                    <a:pt x="252" y="1"/>
                  </a:moveTo>
                  <a:cubicBezTo>
                    <a:pt x="116" y="1"/>
                    <a:pt x="1" y="108"/>
                    <a:pt x="1" y="252"/>
                  </a:cubicBezTo>
                  <a:cubicBezTo>
                    <a:pt x="1" y="388"/>
                    <a:pt x="116" y="495"/>
                    <a:pt x="252" y="495"/>
                  </a:cubicBezTo>
                  <a:cubicBezTo>
                    <a:pt x="388" y="495"/>
                    <a:pt x="503" y="388"/>
                    <a:pt x="503" y="252"/>
                  </a:cubicBezTo>
                  <a:cubicBezTo>
                    <a:pt x="503"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11"/>
            <p:cNvSpPr/>
            <p:nvPr/>
          </p:nvSpPr>
          <p:spPr>
            <a:xfrm>
              <a:off x="1778450" y="3310175"/>
              <a:ext cx="12550" cy="12375"/>
            </a:xfrm>
            <a:custGeom>
              <a:avLst/>
              <a:gdLst/>
              <a:ahLst/>
              <a:cxnLst/>
              <a:rect l="l" t="t" r="r" b="b"/>
              <a:pathLst>
                <a:path w="502" h="495" extrusionOk="0">
                  <a:moveTo>
                    <a:pt x="252" y="1"/>
                  </a:moveTo>
                  <a:cubicBezTo>
                    <a:pt x="114" y="1"/>
                    <a:pt x="1" y="108"/>
                    <a:pt x="1" y="252"/>
                  </a:cubicBezTo>
                  <a:cubicBezTo>
                    <a:pt x="1" y="388"/>
                    <a:pt x="114" y="495"/>
                    <a:pt x="252" y="495"/>
                  </a:cubicBezTo>
                  <a:cubicBezTo>
                    <a:pt x="388" y="495"/>
                    <a:pt x="501" y="388"/>
                    <a:pt x="501" y="252"/>
                  </a:cubicBezTo>
                  <a:cubicBezTo>
                    <a:pt x="501"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11"/>
            <p:cNvSpPr/>
            <p:nvPr/>
          </p:nvSpPr>
          <p:spPr>
            <a:xfrm>
              <a:off x="1870375" y="3310175"/>
              <a:ext cx="12400" cy="12375"/>
            </a:xfrm>
            <a:custGeom>
              <a:avLst/>
              <a:gdLst/>
              <a:ahLst/>
              <a:cxnLst/>
              <a:rect l="l" t="t" r="r" b="b"/>
              <a:pathLst>
                <a:path w="496" h="495" extrusionOk="0">
                  <a:moveTo>
                    <a:pt x="252" y="1"/>
                  </a:moveTo>
                  <a:cubicBezTo>
                    <a:pt x="109" y="1"/>
                    <a:pt x="0" y="108"/>
                    <a:pt x="0" y="252"/>
                  </a:cubicBezTo>
                  <a:cubicBezTo>
                    <a:pt x="0" y="388"/>
                    <a:pt x="109" y="495"/>
                    <a:pt x="252" y="495"/>
                  </a:cubicBezTo>
                  <a:cubicBezTo>
                    <a:pt x="387" y="495"/>
                    <a:pt x="496" y="388"/>
                    <a:pt x="496" y="252"/>
                  </a:cubicBezTo>
                  <a:cubicBezTo>
                    <a:pt x="496" y="108"/>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11"/>
            <p:cNvSpPr/>
            <p:nvPr/>
          </p:nvSpPr>
          <p:spPr>
            <a:xfrm>
              <a:off x="1962150" y="3310175"/>
              <a:ext cx="12550" cy="12375"/>
            </a:xfrm>
            <a:custGeom>
              <a:avLst/>
              <a:gdLst/>
              <a:ahLst/>
              <a:cxnLst/>
              <a:rect l="l" t="t" r="r" b="b"/>
              <a:pathLst>
                <a:path w="502" h="495" extrusionOk="0">
                  <a:moveTo>
                    <a:pt x="250" y="1"/>
                  </a:moveTo>
                  <a:cubicBezTo>
                    <a:pt x="114" y="1"/>
                    <a:pt x="1" y="108"/>
                    <a:pt x="1" y="252"/>
                  </a:cubicBezTo>
                  <a:cubicBezTo>
                    <a:pt x="1" y="388"/>
                    <a:pt x="114" y="495"/>
                    <a:pt x="250" y="495"/>
                  </a:cubicBezTo>
                  <a:cubicBezTo>
                    <a:pt x="388" y="495"/>
                    <a:pt x="502" y="388"/>
                    <a:pt x="502" y="252"/>
                  </a:cubicBezTo>
                  <a:cubicBezTo>
                    <a:pt x="502" y="108"/>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11"/>
            <p:cNvSpPr/>
            <p:nvPr/>
          </p:nvSpPr>
          <p:spPr>
            <a:xfrm>
              <a:off x="2054075" y="3310175"/>
              <a:ext cx="12425" cy="12375"/>
            </a:xfrm>
            <a:custGeom>
              <a:avLst/>
              <a:gdLst/>
              <a:ahLst/>
              <a:cxnLst/>
              <a:rect l="l" t="t" r="r" b="b"/>
              <a:pathLst>
                <a:path w="497" h="495" extrusionOk="0">
                  <a:moveTo>
                    <a:pt x="252" y="1"/>
                  </a:moveTo>
                  <a:cubicBezTo>
                    <a:pt x="109" y="1"/>
                    <a:pt x="1" y="108"/>
                    <a:pt x="1" y="252"/>
                  </a:cubicBezTo>
                  <a:cubicBezTo>
                    <a:pt x="1" y="388"/>
                    <a:pt x="109" y="495"/>
                    <a:pt x="252" y="495"/>
                  </a:cubicBezTo>
                  <a:cubicBezTo>
                    <a:pt x="388" y="495"/>
                    <a:pt x="496" y="388"/>
                    <a:pt x="496" y="252"/>
                  </a:cubicBezTo>
                  <a:cubicBezTo>
                    <a:pt x="496"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11"/>
            <p:cNvSpPr/>
            <p:nvPr/>
          </p:nvSpPr>
          <p:spPr>
            <a:xfrm>
              <a:off x="2145825" y="3310175"/>
              <a:ext cx="12600" cy="12375"/>
            </a:xfrm>
            <a:custGeom>
              <a:avLst/>
              <a:gdLst/>
              <a:ahLst/>
              <a:cxnLst/>
              <a:rect l="l" t="t" r="r" b="b"/>
              <a:pathLst>
                <a:path w="504" h="495" extrusionOk="0">
                  <a:moveTo>
                    <a:pt x="252" y="1"/>
                  </a:moveTo>
                  <a:cubicBezTo>
                    <a:pt x="116" y="1"/>
                    <a:pt x="1" y="108"/>
                    <a:pt x="1" y="252"/>
                  </a:cubicBezTo>
                  <a:cubicBezTo>
                    <a:pt x="1" y="388"/>
                    <a:pt x="116" y="495"/>
                    <a:pt x="252" y="495"/>
                  </a:cubicBezTo>
                  <a:cubicBezTo>
                    <a:pt x="388" y="495"/>
                    <a:pt x="503" y="388"/>
                    <a:pt x="503" y="252"/>
                  </a:cubicBezTo>
                  <a:cubicBezTo>
                    <a:pt x="503"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11"/>
            <p:cNvSpPr/>
            <p:nvPr/>
          </p:nvSpPr>
          <p:spPr>
            <a:xfrm>
              <a:off x="2237800" y="3310175"/>
              <a:ext cx="12350" cy="12375"/>
            </a:xfrm>
            <a:custGeom>
              <a:avLst/>
              <a:gdLst/>
              <a:ahLst/>
              <a:cxnLst/>
              <a:rect l="l" t="t" r="r" b="b"/>
              <a:pathLst>
                <a:path w="494" h="495" extrusionOk="0">
                  <a:moveTo>
                    <a:pt x="244" y="1"/>
                  </a:moveTo>
                  <a:cubicBezTo>
                    <a:pt x="107" y="1"/>
                    <a:pt x="0" y="108"/>
                    <a:pt x="0" y="252"/>
                  </a:cubicBezTo>
                  <a:cubicBezTo>
                    <a:pt x="0" y="388"/>
                    <a:pt x="107" y="495"/>
                    <a:pt x="244" y="495"/>
                  </a:cubicBezTo>
                  <a:cubicBezTo>
                    <a:pt x="387" y="495"/>
                    <a:pt x="494" y="388"/>
                    <a:pt x="494" y="252"/>
                  </a:cubicBezTo>
                  <a:cubicBezTo>
                    <a:pt x="494" y="108"/>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11"/>
            <p:cNvSpPr/>
            <p:nvPr/>
          </p:nvSpPr>
          <p:spPr>
            <a:xfrm>
              <a:off x="2329550" y="3310175"/>
              <a:ext cx="12575" cy="12375"/>
            </a:xfrm>
            <a:custGeom>
              <a:avLst/>
              <a:gdLst/>
              <a:ahLst/>
              <a:cxnLst/>
              <a:rect l="l" t="t" r="r" b="b"/>
              <a:pathLst>
                <a:path w="503" h="495" extrusionOk="0">
                  <a:moveTo>
                    <a:pt x="251" y="1"/>
                  </a:moveTo>
                  <a:cubicBezTo>
                    <a:pt x="115" y="1"/>
                    <a:pt x="0" y="108"/>
                    <a:pt x="0" y="252"/>
                  </a:cubicBezTo>
                  <a:cubicBezTo>
                    <a:pt x="0" y="388"/>
                    <a:pt x="115" y="495"/>
                    <a:pt x="251" y="495"/>
                  </a:cubicBezTo>
                  <a:cubicBezTo>
                    <a:pt x="387" y="495"/>
                    <a:pt x="502" y="388"/>
                    <a:pt x="502" y="252"/>
                  </a:cubicBezTo>
                  <a:cubicBezTo>
                    <a:pt x="502" y="108"/>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11"/>
            <p:cNvSpPr/>
            <p:nvPr/>
          </p:nvSpPr>
          <p:spPr>
            <a:xfrm>
              <a:off x="2421325" y="3310175"/>
              <a:ext cx="12550" cy="12375"/>
            </a:xfrm>
            <a:custGeom>
              <a:avLst/>
              <a:gdLst/>
              <a:ahLst/>
              <a:cxnLst/>
              <a:rect l="l" t="t" r="r" b="b"/>
              <a:pathLst>
                <a:path w="502" h="495" extrusionOk="0">
                  <a:moveTo>
                    <a:pt x="250" y="1"/>
                  </a:moveTo>
                  <a:cubicBezTo>
                    <a:pt x="114" y="1"/>
                    <a:pt x="1" y="108"/>
                    <a:pt x="1" y="252"/>
                  </a:cubicBezTo>
                  <a:cubicBezTo>
                    <a:pt x="1" y="388"/>
                    <a:pt x="114" y="495"/>
                    <a:pt x="250" y="495"/>
                  </a:cubicBezTo>
                  <a:cubicBezTo>
                    <a:pt x="395" y="495"/>
                    <a:pt x="501" y="388"/>
                    <a:pt x="501" y="252"/>
                  </a:cubicBezTo>
                  <a:cubicBezTo>
                    <a:pt x="501" y="108"/>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11"/>
            <p:cNvSpPr/>
            <p:nvPr/>
          </p:nvSpPr>
          <p:spPr>
            <a:xfrm>
              <a:off x="2513250" y="3310175"/>
              <a:ext cx="12575" cy="12375"/>
            </a:xfrm>
            <a:custGeom>
              <a:avLst/>
              <a:gdLst/>
              <a:ahLst/>
              <a:cxnLst/>
              <a:rect l="l" t="t" r="r" b="b"/>
              <a:pathLst>
                <a:path w="503" h="495" extrusionOk="0">
                  <a:moveTo>
                    <a:pt x="252" y="1"/>
                  </a:moveTo>
                  <a:cubicBezTo>
                    <a:pt x="109" y="1"/>
                    <a:pt x="0" y="108"/>
                    <a:pt x="0" y="252"/>
                  </a:cubicBezTo>
                  <a:cubicBezTo>
                    <a:pt x="0" y="388"/>
                    <a:pt x="109" y="495"/>
                    <a:pt x="252" y="495"/>
                  </a:cubicBezTo>
                  <a:cubicBezTo>
                    <a:pt x="388" y="495"/>
                    <a:pt x="503" y="388"/>
                    <a:pt x="503" y="252"/>
                  </a:cubicBezTo>
                  <a:cubicBezTo>
                    <a:pt x="503"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11"/>
            <p:cNvSpPr/>
            <p:nvPr/>
          </p:nvSpPr>
          <p:spPr>
            <a:xfrm>
              <a:off x="2605000" y="3310175"/>
              <a:ext cx="12575" cy="12375"/>
            </a:xfrm>
            <a:custGeom>
              <a:avLst/>
              <a:gdLst/>
              <a:ahLst/>
              <a:cxnLst/>
              <a:rect l="l" t="t" r="r" b="b"/>
              <a:pathLst>
                <a:path w="503" h="495" extrusionOk="0">
                  <a:moveTo>
                    <a:pt x="252" y="1"/>
                  </a:moveTo>
                  <a:cubicBezTo>
                    <a:pt x="116" y="1"/>
                    <a:pt x="0" y="108"/>
                    <a:pt x="0" y="252"/>
                  </a:cubicBezTo>
                  <a:cubicBezTo>
                    <a:pt x="0" y="388"/>
                    <a:pt x="116" y="495"/>
                    <a:pt x="252" y="495"/>
                  </a:cubicBezTo>
                  <a:cubicBezTo>
                    <a:pt x="387" y="495"/>
                    <a:pt x="503" y="388"/>
                    <a:pt x="503" y="252"/>
                  </a:cubicBezTo>
                  <a:cubicBezTo>
                    <a:pt x="503" y="108"/>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11"/>
            <p:cNvSpPr/>
            <p:nvPr/>
          </p:nvSpPr>
          <p:spPr>
            <a:xfrm>
              <a:off x="2696950" y="3310175"/>
              <a:ext cx="12375" cy="12375"/>
            </a:xfrm>
            <a:custGeom>
              <a:avLst/>
              <a:gdLst/>
              <a:ahLst/>
              <a:cxnLst/>
              <a:rect l="l" t="t" r="r" b="b"/>
              <a:pathLst>
                <a:path w="495" h="495" extrusionOk="0">
                  <a:moveTo>
                    <a:pt x="252" y="1"/>
                  </a:moveTo>
                  <a:cubicBezTo>
                    <a:pt x="108" y="1"/>
                    <a:pt x="1" y="108"/>
                    <a:pt x="1" y="252"/>
                  </a:cubicBezTo>
                  <a:cubicBezTo>
                    <a:pt x="1" y="388"/>
                    <a:pt x="108" y="495"/>
                    <a:pt x="252" y="495"/>
                  </a:cubicBezTo>
                  <a:cubicBezTo>
                    <a:pt x="388" y="495"/>
                    <a:pt x="495" y="388"/>
                    <a:pt x="495" y="252"/>
                  </a:cubicBezTo>
                  <a:cubicBezTo>
                    <a:pt x="495"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11"/>
            <p:cNvSpPr/>
            <p:nvPr/>
          </p:nvSpPr>
          <p:spPr>
            <a:xfrm>
              <a:off x="2788700" y="3310175"/>
              <a:ext cx="12600" cy="12375"/>
            </a:xfrm>
            <a:custGeom>
              <a:avLst/>
              <a:gdLst/>
              <a:ahLst/>
              <a:cxnLst/>
              <a:rect l="l" t="t" r="r" b="b"/>
              <a:pathLst>
                <a:path w="504" h="495" extrusionOk="0">
                  <a:moveTo>
                    <a:pt x="252" y="1"/>
                  </a:moveTo>
                  <a:cubicBezTo>
                    <a:pt x="116" y="1"/>
                    <a:pt x="1" y="108"/>
                    <a:pt x="1" y="252"/>
                  </a:cubicBezTo>
                  <a:cubicBezTo>
                    <a:pt x="1" y="388"/>
                    <a:pt x="116" y="495"/>
                    <a:pt x="252" y="495"/>
                  </a:cubicBezTo>
                  <a:cubicBezTo>
                    <a:pt x="388" y="495"/>
                    <a:pt x="503" y="388"/>
                    <a:pt x="503" y="252"/>
                  </a:cubicBezTo>
                  <a:cubicBezTo>
                    <a:pt x="503"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11"/>
            <p:cNvSpPr/>
            <p:nvPr/>
          </p:nvSpPr>
          <p:spPr>
            <a:xfrm>
              <a:off x="2880675" y="3310175"/>
              <a:ext cx="12375" cy="12375"/>
            </a:xfrm>
            <a:custGeom>
              <a:avLst/>
              <a:gdLst/>
              <a:ahLst/>
              <a:cxnLst/>
              <a:rect l="l" t="t" r="r" b="b"/>
              <a:pathLst>
                <a:path w="495" h="495" extrusionOk="0">
                  <a:moveTo>
                    <a:pt x="243" y="1"/>
                  </a:moveTo>
                  <a:cubicBezTo>
                    <a:pt x="107" y="1"/>
                    <a:pt x="0" y="108"/>
                    <a:pt x="0" y="252"/>
                  </a:cubicBezTo>
                  <a:cubicBezTo>
                    <a:pt x="0" y="388"/>
                    <a:pt x="107" y="495"/>
                    <a:pt x="243" y="495"/>
                  </a:cubicBezTo>
                  <a:cubicBezTo>
                    <a:pt x="387" y="495"/>
                    <a:pt x="494" y="388"/>
                    <a:pt x="494" y="252"/>
                  </a:cubicBezTo>
                  <a:cubicBezTo>
                    <a:pt x="494" y="108"/>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11"/>
            <p:cNvSpPr/>
            <p:nvPr/>
          </p:nvSpPr>
          <p:spPr>
            <a:xfrm>
              <a:off x="2972425" y="3310175"/>
              <a:ext cx="12575" cy="12375"/>
            </a:xfrm>
            <a:custGeom>
              <a:avLst/>
              <a:gdLst/>
              <a:ahLst/>
              <a:cxnLst/>
              <a:rect l="l" t="t" r="r" b="b"/>
              <a:pathLst>
                <a:path w="503" h="495" extrusionOk="0">
                  <a:moveTo>
                    <a:pt x="251" y="1"/>
                  </a:moveTo>
                  <a:cubicBezTo>
                    <a:pt x="115" y="1"/>
                    <a:pt x="0" y="108"/>
                    <a:pt x="0" y="252"/>
                  </a:cubicBezTo>
                  <a:cubicBezTo>
                    <a:pt x="0" y="388"/>
                    <a:pt x="115" y="495"/>
                    <a:pt x="251" y="495"/>
                  </a:cubicBezTo>
                  <a:cubicBezTo>
                    <a:pt x="387" y="495"/>
                    <a:pt x="503" y="388"/>
                    <a:pt x="503" y="252"/>
                  </a:cubicBezTo>
                  <a:cubicBezTo>
                    <a:pt x="503" y="108"/>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11"/>
            <p:cNvSpPr/>
            <p:nvPr/>
          </p:nvSpPr>
          <p:spPr>
            <a:xfrm>
              <a:off x="3064375" y="3310175"/>
              <a:ext cx="12375" cy="12375"/>
            </a:xfrm>
            <a:custGeom>
              <a:avLst/>
              <a:gdLst/>
              <a:ahLst/>
              <a:cxnLst/>
              <a:rect l="l" t="t" r="r" b="b"/>
              <a:pathLst>
                <a:path w="495" h="495" extrusionOk="0">
                  <a:moveTo>
                    <a:pt x="243" y="1"/>
                  </a:moveTo>
                  <a:cubicBezTo>
                    <a:pt x="107" y="1"/>
                    <a:pt x="1" y="108"/>
                    <a:pt x="1" y="252"/>
                  </a:cubicBezTo>
                  <a:cubicBezTo>
                    <a:pt x="1" y="388"/>
                    <a:pt x="107" y="495"/>
                    <a:pt x="243" y="495"/>
                  </a:cubicBezTo>
                  <a:cubicBezTo>
                    <a:pt x="388" y="495"/>
                    <a:pt x="495" y="388"/>
                    <a:pt x="495" y="252"/>
                  </a:cubicBezTo>
                  <a:cubicBezTo>
                    <a:pt x="495" y="108"/>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11"/>
            <p:cNvSpPr/>
            <p:nvPr/>
          </p:nvSpPr>
          <p:spPr>
            <a:xfrm>
              <a:off x="3156125" y="3310175"/>
              <a:ext cx="12600" cy="12375"/>
            </a:xfrm>
            <a:custGeom>
              <a:avLst/>
              <a:gdLst/>
              <a:ahLst/>
              <a:cxnLst/>
              <a:rect l="l" t="t" r="r" b="b"/>
              <a:pathLst>
                <a:path w="504" h="495" extrusionOk="0">
                  <a:moveTo>
                    <a:pt x="252" y="1"/>
                  </a:moveTo>
                  <a:cubicBezTo>
                    <a:pt x="116" y="1"/>
                    <a:pt x="1" y="108"/>
                    <a:pt x="1" y="252"/>
                  </a:cubicBezTo>
                  <a:cubicBezTo>
                    <a:pt x="1" y="388"/>
                    <a:pt x="116" y="495"/>
                    <a:pt x="252" y="495"/>
                  </a:cubicBezTo>
                  <a:cubicBezTo>
                    <a:pt x="388" y="495"/>
                    <a:pt x="503" y="388"/>
                    <a:pt x="503" y="252"/>
                  </a:cubicBezTo>
                  <a:cubicBezTo>
                    <a:pt x="503"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11"/>
            <p:cNvSpPr/>
            <p:nvPr/>
          </p:nvSpPr>
          <p:spPr>
            <a:xfrm>
              <a:off x="3247875" y="3310175"/>
              <a:ext cx="12575" cy="12375"/>
            </a:xfrm>
            <a:custGeom>
              <a:avLst/>
              <a:gdLst/>
              <a:ahLst/>
              <a:cxnLst/>
              <a:rect l="l" t="t" r="r" b="b"/>
              <a:pathLst>
                <a:path w="503" h="495" extrusionOk="0">
                  <a:moveTo>
                    <a:pt x="252" y="1"/>
                  </a:moveTo>
                  <a:cubicBezTo>
                    <a:pt x="116" y="1"/>
                    <a:pt x="1" y="108"/>
                    <a:pt x="1" y="252"/>
                  </a:cubicBezTo>
                  <a:cubicBezTo>
                    <a:pt x="1" y="388"/>
                    <a:pt x="116" y="495"/>
                    <a:pt x="252" y="495"/>
                  </a:cubicBezTo>
                  <a:cubicBezTo>
                    <a:pt x="388" y="495"/>
                    <a:pt x="503" y="388"/>
                    <a:pt x="503" y="252"/>
                  </a:cubicBezTo>
                  <a:cubicBezTo>
                    <a:pt x="503"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11"/>
            <p:cNvSpPr/>
            <p:nvPr/>
          </p:nvSpPr>
          <p:spPr>
            <a:xfrm>
              <a:off x="3339850" y="3310175"/>
              <a:ext cx="12525" cy="12375"/>
            </a:xfrm>
            <a:custGeom>
              <a:avLst/>
              <a:gdLst/>
              <a:ahLst/>
              <a:cxnLst/>
              <a:rect l="l" t="t" r="r" b="b"/>
              <a:pathLst>
                <a:path w="501" h="495" extrusionOk="0">
                  <a:moveTo>
                    <a:pt x="251" y="1"/>
                  </a:moveTo>
                  <a:cubicBezTo>
                    <a:pt x="107" y="1"/>
                    <a:pt x="0" y="108"/>
                    <a:pt x="0" y="252"/>
                  </a:cubicBezTo>
                  <a:cubicBezTo>
                    <a:pt x="0" y="388"/>
                    <a:pt x="107" y="495"/>
                    <a:pt x="251" y="495"/>
                  </a:cubicBezTo>
                  <a:cubicBezTo>
                    <a:pt x="387" y="495"/>
                    <a:pt x="501" y="388"/>
                    <a:pt x="501" y="252"/>
                  </a:cubicBezTo>
                  <a:cubicBezTo>
                    <a:pt x="501" y="108"/>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11"/>
            <p:cNvSpPr/>
            <p:nvPr/>
          </p:nvSpPr>
          <p:spPr>
            <a:xfrm>
              <a:off x="3431575" y="3310175"/>
              <a:ext cx="12600" cy="12375"/>
            </a:xfrm>
            <a:custGeom>
              <a:avLst/>
              <a:gdLst/>
              <a:ahLst/>
              <a:cxnLst/>
              <a:rect l="l" t="t" r="r" b="b"/>
              <a:pathLst>
                <a:path w="504" h="495" extrusionOk="0">
                  <a:moveTo>
                    <a:pt x="252" y="1"/>
                  </a:moveTo>
                  <a:cubicBezTo>
                    <a:pt x="116" y="1"/>
                    <a:pt x="1" y="108"/>
                    <a:pt x="1" y="252"/>
                  </a:cubicBezTo>
                  <a:cubicBezTo>
                    <a:pt x="1" y="388"/>
                    <a:pt x="116" y="495"/>
                    <a:pt x="252" y="495"/>
                  </a:cubicBezTo>
                  <a:cubicBezTo>
                    <a:pt x="388" y="495"/>
                    <a:pt x="503" y="388"/>
                    <a:pt x="503" y="252"/>
                  </a:cubicBezTo>
                  <a:cubicBezTo>
                    <a:pt x="503"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11"/>
            <p:cNvSpPr/>
            <p:nvPr/>
          </p:nvSpPr>
          <p:spPr>
            <a:xfrm>
              <a:off x="3523550" y="3310175"/>
              <a:ext cx="12375" cy="12375"/>
            </a:xfrm>
            <a:custGeom>
              <a:avLst/>
              <a:gdLst/>
              <a:ahLst/>
              <a:cxnLst/>
              <a:rect l="l" t="t" r="r" b="b"/>
              <a:pathLst>
                <a:path w="495" h="495" extrusionOk="0">
                  <a:moveTo>
                    <a:pt x="250" y="1"/>
                  </a:moveTo>
                  <a:cubicBezTo>
                    <a:pt x="107" y="1"/>
                    <a:pt x="0" y="108"/>
                    <a:pt x="0" y="252"/>
                  </a:cubicBezTo>
                  <a:cubicBezTo>
                    <a:pt x="0" y="388"/>
                    <a:pt x="107" y="495"/>
                    <a:pt x="250" y="495"/>
                  </a:cubicBezTo>
                  <a:cubicBezTo>
                    <a:pt x="388" y="495"/>
                    <a:pt x="494" y="388"/>
                    <a:pt x="494" y="252"/>
                  </a:cubicBezTo>
                  <a:cubicBezTo>
                    <a:pt x="494" y="108"/>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11"/>
            <p:cNvSpPr/>
            <p:nvPr/>
          </p:nvSpPr>
          <p:spPr>
            <a:xfrm>
              <a:off x="676400" y="340192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11"/>
            <p:cNvSpPr/>
            <p:nvPr/>
          </p:nvSpPr>
          <p:spPr>
            <a:xfrm>
              <a:off x="768325" y="3401925"/>
              <a:ext cx="12400" cy="12600"/>
            </a:xfrm>
            <a:custGeom>
              <a:avLst/>
              <a:gdLst/>
              <a:ahLst/>
              <a:cxnLst/>
              <a:rect l="l" t="t" r="r" b="b"/>
              <a:pathLst>
                <a:path w="496" h="504"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11"/>
            <p:cNvSpPr/>
            <p:nvPr/>
          </p:nvSpPr>
          <p:spPr>
            <a:xfrm>
              <a:off x="860125" y="3401925"/>
              <a:ext cx="12525" cy="12600"/>
            </a:xfrm>
            <a:custGeom>
              <a:avLst/>
              <a:gdLst/>
              <a:ahLst/>
              <a:cxnLst/>
              <a:rect l="l" t="t" r="r" b="b"/>
              <a:pathLst>
                <a:path w="501" h="504"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11"/>
            <p:cNvSpPr/>
            <p:nvPr/>
          </p:nvSpPr>
          <p:spPr>
            <a:xfrm>
              <a:off x="951850" y="340192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11"/>
            <p:cNvSpPr/>
            <p:nvPr/>
          </p:nvSpPr>
          <p:spPr>
            <a:xfrm>
              <a:off x="1043825" y="3401925"/>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11"/>
            <p:cNvSpPr/>
            <p:nvPr/>
          </p:nvSpPr>
          <p:spPr>
            <a:xfrm>
              <a:off x="1135575" y="3401925"/>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11"/>
            <p:cNvSpPr/>
            <p:nvPr/>
          </p:nvSpPr>
          <p:spPr>
            <a:xfrm>
              <a:off x="1227500" y="3401925"/>
              <a:ext cx="12400" cy="12600"/>
            </a:xfrm>
            <a:custGeom>
              <a:avLst/>
              <a:gdLst/>
              <a:ahLst/>
              <a:cxnLst/>
              <a:rect l="l" t="t" r="r" b="b"/>
              <a:pathLst>
                <a:path w="496" h="504"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11"/>
            <p:cNvSpPr/>
            <p:nvPr/>
          </p:nvSpPr>
          <p:spPr>
            <a:xfrm>
              <a:off x="1319275" y="3401925"/>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11"/>
            <p:cNvSpPr/>
            <p:nvPr/>
          </p:nvSpPr>
          <p:spPr>
            <a:xfrm>
              <a:off x="1411200" y="3401925"/>
              <a:ext cx="12425" cy="12600"/>
            </a:xfrm>
            <a:custGeom>
              <a:avLst/>
              <a:gdLst/>
              <a:ahLst/>
              <a:cxnLst/>
              <a:rect l="l" t="t" r="r" b="b"/>
              <a:pathLst>
                <a:path w="497" h="504"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11"/>
            <p:cNvSpPr/>
            <p:nvPr/>
          </p:nvSpPr>
          <p:spPr>
            <a:xfrm>
              <a:off x="1503000" y="3401925"/>
              <a:ext cx="12525" cy="12600"/>
            </a:xfrm>
            <a:custGeom>
              <a:avLst/>
              <a:gdLst/>
              <a:ahLst/>
              <a:cxnLst/>
              <a:rect l="l" t="t" r="r" b="b"/>
              <a:pathLst>
                <a:path w="501" h="504"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11"/>
            <p:cNvSpPr/>
            <p:nvPr/>
          </p:nvSpPr>
          <p:spPr>
            <a:xfrm>
              <a:off x="1594750" y="3401925"/>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11"/>
            <p:cNvSpPr/>
            <p:nvPr/>
          </p:nvSpPr>
          <p:spPr>
            <a:xfrm>
              <a:off x="1686650" y="340192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11"/>
            <p:cNvSpPr/>
            <p:nvPr/>
          </p:nvSpPr>
          <p:spPr>
            <a:xfrm>
              <a:off x="1778450" y="3401925"/>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11"/>
            <p:cNvSpPr/>
            <p:nvPr/>
          </p:nvSpPr>
          <p:spPr>
            <a:xfrm>
              <a:off x="1870375" y="3401925"/>
              <a:ext cx="12400" cy="12600"/>
            </a:xfrm>
            <a:custGeom>
              <a:avLst/>
              <a:gdLst/>
              <a:ahLst/>
              <a:cxnLst/>
              <a:rect l="l" t="t" r="r" b="b"/>
              <a:pathLst>
                <a:path w="496" h="504"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11"/>
            <p:cNvSpPr/>
            <p:nvPr/>
          </p:nvSpPr>
          <p:spPr>
            <a:xfrm>
              <a:off x="1962150" y="3401925"/>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11"/>
            <p:cNvSpPr/>
            <p:nvPr/>
          </p:nvSpPr>
          <p:spPr>
            <a:xfrm>
              <a:off x="2054075" y="3401925"/>
              <a:ext cx="12425" cy="12600"/>
            </a:xfrm>
            <a:custGeom>
              <a:avLst/>
              <a:gdLst/>
              <a:ahLst/>
              <a:cxnLst/>
              <a:rect l="l" t="t" r="r" b="b"/>
              <a:pathLst>
                <a:path w="497" h="504"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11"/>
            <p:cNvSpPr/>
            <p:nvPr/>
          </p:nvSpPr>
          <p:spPr>
            <a:xfrm>
              <a:off x="2145825" y="340192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11"/>
            <p:cNvSpPr/>
            <p:nvPr/>
          </p:nvSpPr>
          <p:spPr>
            <a:xfrm>
              <a:off x="2237800" y="3401925"/>
              <a:ext cx="12350" cy="12600"/>
            </a:xfrm>
            <a:custGeom>
              <a:avLst/>
              <a:gdLst/>
              <a:ahLst/>
              <a:cxnLst/>
              <a:rect l="l" t="t" r="r" b="b"/>
              <a:pathLst>
                <a:path w="494" h="504"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11"/>
            <p:cNvSpPr/>
            <p:nvPr/>
          </p:nvSpPr>
          <p:spPr>
            <a:xfrm>
              <a:off x="2329550" y="3401925"/>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11"/>
            <p:cNvSpPr/>
            <p:nvPr/>
          </p:nvSpPr>
          <p:spPr>
            <a:xfrm>
              <a:off x="2421325" y="3401925"/>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11"/>
            <p:cNvSpPr/>
            <p:nvPr/>
          </p:nvSpPr>
          <p:spPr>
            <a:xfrm>
              <a:off x="2513250" y="3401925"/>
              <a:ext cx="12575" cy="12600"/>
            </a:xfrm>
            <a:custGeom>
              <a:avLst/>
              <a:gdLst/>
              <a:ahLst/>
              <a:cxnLst/>
              <a:rect l="l" t="t" r="r" b="b"/>
              <a:pathLst>
                <a:path w="503" h="504"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11"/>
            <p:cNvSpPr/>
            <p:nvPr/>
          </p:nvSpPr>
          <p:spPr>
            <a:xfrm>
              <a:off x="2605000" y="3401925"/>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11"/>
            <p:cNvSpPr/>
            <p:nvPr/>
          </p:nvSpPr>
          <p:spPr>
            <a:xfrm>
              <a:off x="2696950" y="3401925"/>
              <a:ext cx="12375" cy="12600"/>
            </a:xfrm>
            <a:custGeom>
              <a:avLst/>
              <a:gdLst/>
              <a:ahLst/>
              <a:cxnLst/>
              <a:rect l="l" t="t" r="r" b="b"/>
              <a:pathLst>
                <a:path w="495" h="504"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11"/>
            <p:cNvSpPr/>
            <p:nvPr/>
          </p:nvSpPr>
          <p:spPr>
            <a:xfrm>
              <a:off x="2788700" y="340192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11"/>
            <p:cNvSpPr/>
            <p:nvPr/>
          </p:nvSpPr>
          <p:spPr>
            <a:xfrm>
              <a:off x="2880675" y="3401925"/>
              <a:ext cx="12375" cy="12600"/>
            </a:xfrm>
            <a:custGeom>
              <a:avLst/>
              <a:gdLst/>
              <a:ahLst/>
              <a:cxnLst/>
              <a:rect l="l" t="t" r="r" b="b"/>
              <a:pathLst>
                <a:path w="495" h="504"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11"/>
            <p:cNvSpPr/>
            <p:nvPr/>
          </p:nvSpPr>
          <p:spPr>
            <a:xfrm>
              <a:off x="2972425" y="3401925"/>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11"/>
            <p:cNvSpPr/>
            <p:nvPr/>
          </p:nvSpPr>
          <p:spPr>
            <a:xfrm>
              <a:off x="3064375" y="3401925"/>
              <a:ext cx="12375" cy="12600"/>
            </a:xfrm>
            <a:custGeom>
              <a:avLst/>
              <a:gdLst/>
              <a:ahLst/>
              <a:cxnLst/>
              <a:rect l="l" t="t" r="r" b="b"/>
              <a:pathLst>
                <a:path w="495" h="504"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11"/>
            <p:cNvSpPr/>
            <p:nvPr/>
          </p:nvSpPr>
          <p:spPr>
            <a:xfrm>
              <a:off x="3156125" y="340192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11"/>
            <p:cNvSpPr/>
            <p:nvPr/>
          </p:nvSpPr>
          <p:spPr>
            <a:xfrm>
              <a:off x="3247875" y="3401925"/>
              <a:ext cx="12575" cy="12600"/>
            </a:xfrm>
            <a:custGeom>
              <a:avLst/>
              <a:gdLst/>
              <a:ahLst/>
              <a:cxnLst/>
              <a:rect l="l" t="t" r="r" b="b"/>
              <a:pathLst>
                <a:path w="503"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11"/>
            <p:cNvSpPr/>
            <p:nvPr/>
          </p:nvSpPr>
          <p:spPr>
            <a:xfrm>
              <a:off x="3339850" y="3401925"/>
              <a:ext cx="12525" cy="12600"/>
            </a:xfrm>
            <a:custGeom>
              <a:avLst/>
              <a:gdLst/>
              <a:ahLst/>
              <a:cxnLst/>
              <a:rect l="l" t="t" r="r" b="b"/>
              <a:pathLst>
                <a:path w="501" h="504"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11"/>
            <p:cNvSpPr/>
            <p:nvPr/>
          </p:nvSpPr>
          <p:spPr>
            <a:xfrm>
              <a:off x="3431575" y="340192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11"/>
            <p:cNvSpPr/>
            <p:nvPr/>
          </p:nvSpPr>
          <p:spPr>
            <a:xfrm>
              <a:off x="3523550" y="3401925"/>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11"/>
            <p:cNvSpPr/>
            <p:nvPr/>
          </p:nvSpPr>
          <p:spPr>
            <a:xfrm>
              <a:off x="676400" y="3493900"/>
              <a:ext cx="12600" cy="12375"/>
            </a:xfrm>
            <a:custGeom>
              <a:avLst/>
              <a:gdLst/>
              <a:ahLst/>
              <a:cxnLst/>
              <a:rect l="l" t="t" r="r" b="b"/>
              <a:pathLst>
                <a:path w="504" h="495" extrusionOk="0">
                  <a:moveTo>
                    <a:pt x="252" y="0"/>
                  </a:moveTo>
                  <a:cubicBezTo>
                    <a:pt x="116" y="0"/>
                    <a:pt x="1" y="107"/>
                    <a:pt x="1" y="243"/>
                  </a:cubicBezTo>
                  <a:cubicBezTo>
                    <a:pt x="1" y="387"/>
                    <a:pt x="116" y="494"/>
                    <a:pt x="252" y="494"/>
                  </a:cubicBezTo>
                  <a:cubicBezTo>
                    <a:pt x="388" y="494"/>
                    <a:pt x="503" y="387"/>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11"/>
            <p:cNvSpPr/>
            <p:nvPr/>
          </p:nvSpPr>
          <p:spPr>
            <a:xfrm>
              <a:off x="768325" y="3493900"/>
              <a:ext cx="12400" cy="12375"/>
            </a:xfrm>
            <a:custGeom>
              <a:avLst/>
              <a:gdLst/>
              <a:ahLst/>
              <a:cxnLst/>
              <a:rect l="l" t="t" r="r" b="b"/>
              <a:pathLst>
                <a:path w="496" h="495" extrusionOk="0">
                  <a:moveTo>
                    <a:pt x="245" y="0"/>
                  </a:moveTo>
                  <a:cubicBezTo>
                    <a:pt x="109" y="0"/>
                    <a:pt x="0" y="107"/>
                    <a:pt x="0" y="243"/>
                  </a:cubicBezTo>
                  <a:cubicBezTo>
                    <a:pt x="0" y="387"/>
                    <a:pt x="109" y="494"/>
                    <a:pt x="245" y="494"/>
                  </a:cubicBezTo>
                  <a:cubicBezTo>
                    <a:pt x="388" y="494"/>
                    <a:pt x="496" y="387"/>
                    <a:pt x="496" y="243"/>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11"/>
            <p:cNvSpPr/>
            <p:nvPr/>
          </p:nvSpPr>
          <p:spPr>
            <a:xfrm>
              <a:off x="860125" y="3493900"/>
              <a:ext cx="12525" cy="12375"/>
            </a:xfrm>
            <a:custGeom>
              <a:avLst/>
              <a:gdLst/>
              <a:ahLst/>
              <a:cxnLst/>
              <a:rect l="l" t="t" r="r" b="b"/>
              <a:pathLst>
                <a:path w="501" h="495" extrusionOk="0">
                  <a:moveTo>
                    <a:pt x="251" y="0"/>
                  </a:moveTo>
                  <a:cubicBezTo>
                    <a:pt x="114" y="0"/>
                    <a:pt x="0" y="107"/>
                    <a:pt x="0" y="243"/>
                  </a:cubicBezTo>
                  <a:cubicBezTo>
                    <a:pt x="0" y="387"/>
                    <a:pt x="114" y="494"/>
                    <a:pt x="251" y="494"/>
                  </a:cubicBezTo>
                  <a:cubicBezTo>
                    <a:pt x="387" y="494"/>
                    <a:pt x="501" y="387"/>
                    <a:pt x="501" y="243"/>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11"/>
            <p:cNvSpPr/>
            <p:nvPr/>
          </p:nvSpPr>
          <p:spPr>
            <a:xfrm>
              <a:off x="951850" y="3493900"/>
              <a:ext cx="12600" cy="12375"/>
            </a:xfrm>
            <a:custGeom>
              <a:avLst/>
              <a:gdLst/>
              <a:ahLst/>
              <a:cxnLst/>
              <a:rect l="l" t="t" r="r" b="b"/>
              <a:pathLst>
                <a:path w="504" h="495" extrusionOk="0">
                  <a:moveTo>
                    <a:pt x="252" y="0"/>
                  </a:moveTo>
                  <a:cubicBezTo>
                    <a:pt x="116" y="0"/>
                    <a:pt x="1" y="107"/>
                    <a:pt x="1" y="243"/>
                  </a:cubicBezTo>
                  <a:cubicBezTo>
                    <a:pt x="1" y="387"/>
                    <a:pt x="116" y="494"/>
                    <a:pt x="252" y="494"/>
                  </a:cubicBezTo>
                  <a:cubicBezTo>
                    <a:pt x="388" y="494"/>
                    <a:pt x="503" y="387"/>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11"/>
            <p:cNvSpPr/>
            <p:nvPr/>
          </p:nvSpPr>
          <p:spPr>
            <a:xfrm>
              <a:off x="1043825" y="3493900"/>
              <a:ext cx="12375" cy="12375"/>
            </a:xfrm>
            <a:custGeom>
              <a:avLst/>
              <a:gdLst/>
              <a:ahLst/>
              <a:cxnLst/>
              <a:rect l="l" t="t" r="r" b="b"/>
              <a:pathLst>
                <a:path w="495" h="495" extrusionOk="0">
                  <a:moveTo>
                    <a:pt x="250" y="0"/>
                  </a:moveTo>
                  <a:cubicBezTo>
                    <a:pt x="107" y="0"/>
                    <a:pt x="0" y="107"/>
                    <a:pt x="0" y="243"/>
                  </a:cubicBezTo>
                  <a:cubicBezTo>
                    <a:pt x="0" y="387"/>
                    <a:pt x="107" y="494"/>
                    <a:pt x="250" y="494"/>
                  </a:cubicBezTo>
                  <a:cubicBezTo>
                    <a:pt x="388" y="494"/>
                    <a:pt x="494" y="387"/>
                    <a:pt x="494" y="243"/>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11"/>
            <p:cNvSpPr/>
            <p:nvPr/>
          </p:nvSpPr>
          <p:spPr>
            <a:xfrm>
              <a:off x="1135575" y="3493900"/>
              <a:ext cx="12575" cy="12375"/>
            </a:xfrm>
            <a:custGeom>
              <a:avLst/>
              <a:gdLst/>
              <a:ahLst/>
              <a:cxnLst/>
              <a:rect l="l" t="t" r="r" b="b"/>
              <a:pathLst>
                <a:path w="503" h="495" extrusionOk="0">
                  <a:moveTo>
                    <a:pt x="252" y="0"/>
                  </a:moveTo>
                  <a:cubicBezTo>
                    <a:pt x="116" y="0"/>
                    <a:pt x="0" y="107"/>
                    <a:pt x="0" y="243"/>
                  </a:cubicBezTo>
                  <a:cubicBezTo>
                    <a:pt x="0" y="387"/>
                    <a:pt x="116" y="494"/>
                    <a:pt x="252" y="494"/>
                  </a:cubicBezTo>
                  <a:cubicBezTo>
                    <a:pt x="387" y="494"/>
                    <a:pt x="503" y="387"/>
                    <a:pt x="503" y="243"/>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11"/>
            <p:cNvSpPr/>
            <p:nvPr/>
          </p:nvSpPr>
          <p:spPr>
            <a:xfrm>
              <a:off x="1227500" y="3493900"/>
              <a:ext cx="12400" cy="12375"/>
            </a:xfrm>
            <a:custGeom>
              <a:avLst/>
              <a:gdLst/>
              <a:ahLst/>
              <a:cxnLst/>
              <a:rect l="l" t="t" r="r" b="b"/>
              <a:pathLst>
                <a:path w="496" h="495" extrusionOk="0">
                  <a:moveTo>
                    <a:pt x="251" y="0"/>
                  </a:moveTo>
                  <a:cubicBezTo>
                    <a:pt x="109" y="0"/>
                    <a:pt x="0" y="107"/>
                    <a:pt x="0" y="243"/>
                  </a:cubicBezTo>
                  <a:cubicBezTo>
                    <a:pt x="0" y="387"/>
                    <a:pt x="109" y="494"/>
                    <a:pt x="251" y="494"/>
                  </a:cubicBezTo>
                  <a:cubicBezTo>
                    <a:pt x="387" y="494"/>
                    <a:pt x="496" y="387"/>
                    <a:pt x="496" y="243"/>
                  </a:cubicBezTo>
                  <a:cubicBezTo>
                    <a:pt x="496"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11"/>
            <p:cNvSpPr/>
            <p:nvPr/>
          </p:nvSpPr>
          <p:spPr>
            <a:xfrm>
              <a:off x="1319275" y="3493900"/>
              <a:ext cx="12550" cy="12375"/>
            </a:xfrm>
            <a:custGeom>
              <a:avLst/>
              <a:gdLst/>
              <a:ahLst/>
              <a:cxnLst/>
              <a:rect l="l" t="t" r="r" b="b"/>
              <a:pathLst>
                <a:path w="502" h="495" extrusionOk="0">
                  <a:moveTo>
                    <a:pt x="252" y="0"/>
                  </a:moveTo>
                  <a:cubicBezTo>
                    <a:pt x="114" y="0"/>
                    <a:pt x="1" y="107"/>
                    <a:pt x="1" y="243"/>
                  </a:cubicBezTo>
                  <a:cubicBezTo>
                    <a:pt x="1" y="387"/>
                    <a:pt x="114" y="494"/>
                    <a:pt x="252" y="494"/>
                  </a:cubicBezTo>
                  <a:cubicBezTo>
                    <a:pt x="388" y="494"/>
                    <a:pt x="501" y="387"/>
                    <a:pt x="501" y="243"/>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11"/>
            <p:cNvSpPr/>
            <p:nvPr/>
          </p:nvSpPr>
          <p:spPr>
            <a:xfrm>
              <a:off x="1411200" y="3493900"/>
              <a:ext cx="12425" cy="12375"/>
            </a:xfrm>
            <a:custGeom>
              <a:avLst/>
              <a:gdLst/>
              <a:ahLst/>
              <a:cxnLst/>
              <a:rect l="l" t="t" r="r" b="b"/>
              <a:pathLst>
                <a:path w="497" h="495" extrusionOk="0">
                  <a:moveTo>
                    <a:pt x="245" y="0"/>
                  </a:moveTo>
                  <a:cubicBezTo>
                    <a:pt x="109" y="0"/>
                    <a:pt x="1" y="107"/>
                    <a:pt x="1" y="243"/>
                  </a:cubicBezTo>
                  <a:cubicBezTo>
                    <a:pt x="1" y="387"/>
                    <a:pt x="109" y="494"/>
                    <a:pt x="245" y="494"/>
                  </a:cubicBezTo>
                  <a:cubicBezTo>
                    <a:pt x="388" y="494"/>
                    <a:pt x="496" y="387"/>
                    <a:pt x="496" y="243"/>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11"/>
            <p:cNvSpPr/>
            <p:nvPr/>
          </p:nvSpPr>
          <p:spPr>
            <a:xfrm>
              <a:off x="1503000" y="3493900"/>
              <a:ext cx="12525" cy="12375"/>
            </a:xfrm>
            <a:custGeom>
              <a:avLst/>
              <a:gdLst/>
              <a:ahLst/>
              <a:cxnLst/>
              <a:rect l="l" t="t" r="r" b="b"/>
              <a:pathLst>
                <a:path w="501" h="495" extrusionOk="0">
                  <a:moveTo>
                    <a:pt x="250" y="0"/>
                  </a:moveTo>
                  <a:cubicBezTo>
                    <a:pt x="114" y="0"/>
                    <a:pt x="0" y="107"/>
                    <a:pt x="0" y="243"/>
                  </a:cubicBezTo>
                  <a:cubicBezTo>
                    <a:pt x="0" y="387"/>
                    <a:pt x="114" y="494"/>
                    <a:pt x="250" y="494"/>
                  </a:cubicBezTo>
                  <a:cubicBezTo>
                    <a:pt x="387" y="494"/>
                    <a:pt x="501" y="387"/>
                    <a:pt x="501" y="243"/>
                  </a:cubicBezTo>
                  <a:cubicBezTo>
                    <a:pt x="501" y="107"/>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11"/>
            <p:cNvSpPr/>
            <p:nvPr/>
          </p:nvSpPr>
          <p:spPr>
            <a:xfrm>
              <a:off x="1594750" y="3493900"/>
              <a:ext cx="12575" cy="12375"/>
            </a:xfrm>
            <a:custGeom>
              <a:avLst/>
              <a:gdLst/>
              <a:ahLst/>
              <a:cxnLst/>
              <a:rect l="l" t="t" r="r" b="b"/>
              <a:pathLst>
                <a:path w="503" h="495" extrusionOk="0">
                  <a:moveTo>
                    <a:pt x="251" y="0"/>
                  </a:moveTo>
                  <a:cubicBezTo>
                    <a:pt x="115" y="0"/>
                    <a:pt x="0" y="107"/>
                    <a:pt x="0" y="243"/>
                  </a:cubicBezTo>
                  <a:cubicBezTo>
                    <a:pt x="0" y="387"/>
                    <a:pt x="115" y="494"/>
                    <a:pt x="251" y="494"/>
                  </a:cubicBezTo>
                  <a:cubicBezTo>
                    <a:pt x="394" y="494"/>
                    <a:pt x="503" y="387"/>
                    <a:pt x="503" y="243"/>
                  </a:cubicBezTo>
                  <a:cubicBezTo>
                    <a:pt x="503" y="107"/>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11"/>
            <p:cNvSpPr/>
            <p:nvPr/>
          </p:nvSpPr>
          <p:spPr>
            <a:xfrm>
              <a:off x="1686650" y="3493900"/>
              <a:ext cx="12600" cy="12375"/>
            </a:xfrm>
            <a:custGeom>
              <a:avLst/>
              <a:gdLst/>
              <a:ahLst/>
              <a:cxnLst/>
              <a:rect l="l" t="t" r="r" b="b"/>
              <a:pathLst>
                <a:path w="504" h="495" extrusionOk="0">
                  <a:moveTo>
                    <a:pt x="252" y="0"/>
                  </a:moveTo>
                  <a:cubicBezTo>
                    <a:pt x="116" y="0"/>
                    <a:pt x="1" y="107"/>
                    <a:pt x="1" y="243"/>
                  </a:cubicBezTo>
                  <a:cubicBezTo>
                    <a:pt x="1" y="387"/>
                    <a:pt x="116" y="494"/>
                    <a:pt x="252" y="494"/>
                  </a:cubicBezTo>
                  <a:cubicBezTo>
                    <a:pt x="388" y="494"/>
                    <a:pt x="503" y="387"/>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11"/>
            <p:cNvSpPr/>
            <p:nvPr/>
          </p:nvSpPr>
          <p:spPr>
            <a:xfrm>
              <a:off x="1778450" y="3493900"/>
              <a:ext cx="12550" cy="12375"/>
            </a:xfrm>
            <a:custGeom>
              <a:avLst/>
              <a:gdLst/>
              <a:ahLst/>
              <a:cxnLst/>
              <a:rect l="l" t="t" r="r" b="b"/>
              <a:pathLst>
                <a:path w="502" h="495" extrusionOk="0">
                  <a:moveTo>
                    <a:pt x="252" y="0"/>
                  </a:moveTo>
                  <a:cubicBezTo>
                    <a:pt x="114" y="0"/>
                    <a:pt x="1" y="107"/>
                    <a:pt x="1" y="243"/>
                  </a:cubicBezTo>
                  <a:cubicBezTo>
                    <a:pt x="1" y="387"/>
                    <a:pt x="114" y="494"/>
                    <a:pt x="252" y="494"/>
                  </a:cubicBezTo>
                  <a:cubicBezTo>
                    <a:pt x="388" y="494"/>
                    <a:pt x="501" y="387"/>
                    <a:pt x="501" y="243"/>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11"/>
            <p:cNvSpPr/>
            <p:nvPr/>
          </p:nvSpPr>
          <p:spPr>
            <a:xfrm>
              <a:off x="1870375" y="3493900"/>
              <a:ext cx="12400" cy="12375"/>
            </a:xfrm>
            <a:custGeom>
              <a:avLst/>
              <a:gdLst/>
              <a:ahLst/>
              <a:cxnLst/>
              <a:rect l="l" t="t" r="r" b="b"/>
              <a:pathLst>
                <a:path w="496" h="495" extrusionOk="0">
                  <a:moveTo>
                    <a:pt x="252" y="0"/>
                  </a:moveTo>
                  <a:cubicBezTo>
                    <a:pt x="109" y="0"/>
                    <a:pt x="0" y="107"/>
                    <a:pt x="0" y="243"/>
                  </a:cubicBezTo>
                  <a:cubicBezTo>
                    <a:pt x="0" y="387"/>
                    <a:pt x="109" y="494"/>
                    <a:pt x="252" y="494"/>
                  </a:cubicBezTo>
                  <a:cubicBezTo>
                    <a:pt x="387" y="494"/>
                    <a:pt x="496" y="387"/>
                    <a:pt x="496" y="243"/>
                  </a:cubicBezTo>
                  <a:cubicBezTo>
                    <a:pt x="496"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11"/>
            <p:cNvSpPr/>
            <p:nvPr/>
          </p:nvSpPr>
          <p:spPr>
            <a:xfrm>
              <a:off x="1962150" y="3493900"/>
              <a:ext cx="12550" cy="12375"/>
            </a:xfrm>
            <a:custGeom>
              <a:avLst/>
              <a:gdLst/>
              <a:ahLst/>
              <a:cxnLst/>
              <a:rect l="l" t="t" r="r" b="b"/>
              <a:pathLst>
                <a:path w="502" h="495" extrusionOk="0">
                  <a:moveTo>
                    <a:pt x="250" y="0"/>
                  </a:moveTo>
                  <a:cubicBezTo>
                    <a:pt x="114" y="0"/>
                    <a:pt x="1" y="107"/>
                    <a:pt x="1" y="243"/>
                  </a:cubicBezTo>
                  <a:cubicBezTo>
                    <a:pt x="1" y="387"/>
                    <a:pt x="114" y="494"/>
                    <a:pt x="250" y="494"/>
                  </a:cubicBezTo>
                  <a:cubicBezTo>
                    <a:pt x="388" y="494"/>
                    <a:pt x="502" y="387"/>
                    <a:pt x="502" y="243"/>
                  </a:cubicBezTo>
                  <a:cubicBezTo>
                    <a:pt x="502"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11"/>
            <p:cNvSpPr/>
            <p:nvPr/>
          </p:nvSpPr>
          <p:spPr>
            <a:xfrm>
              <a:off x="2054075" y="3493900"/>
              <a:ext cx="12425" cy="12375"/>
            </a:xfrm>
            <a:custGeom>
              <a:avLst/>
              <a:gdLst/>
              <a:ahLst/>
              <a:cxnLst/>
              <a:rect l="l" t="t" r="r" b="b"/>
              <a:pathLst>
                <a:path w="497" h="495" extrusionOk="0">
                  <a:moveTo>
                    <a:pt x="252" y="0"/>
                  </a:moveTo>
                  <a:cubicBezTo>
                    <a:pt x="109" y="0"/>
                    <a:pt x="1" y="107"/>
                    <a:pt x="1" y="243"/>
                  </a:cubicBezTo>
                  <a:cubicBezTo>
                    <a:pt x="1" y="387"/>
                    <a:pt x="109" y="494"/>
                    <a:pt x="252" y="494"/>
                  </a:cubicBezTo>
                  <a:cubicBezTo>
                    <a:pt x="388" y="494"/>
                    <a:pt x="496" y="387"/>
                    <a:pt x="496" y="243"/>
                  </a:cubicBezTo>
                  <a:cubicBezTo>
                    <a:pt x="496"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11"/>
            <p:cNvSpPr/>
            <p:nvPr/>
          </p:nvSpPr>
          <p:spPr>
            <a:xfrm>
              <a:off x="2145825" y="3493900"/>
              <a:ext cx="12600" cy="12375"/>
            </a:xfrm>
            <a:custGeom>
              <a:avLst/>
              <a:gdLst/>
              <a:ahLst/>
              <a:cxnLst/>
              <a:rect l="l" t="t" r="r" b="b"/>
              <a:pathLst>
                <a:path w="504" h="495" extrusionOk="0">
                  <a:moveTo>
                    <a:pt x="252" y="0"/>
                  </a:moveTo>
                  <a:cubicBezTo>
                    <a:pt x="116" y="0"/>
                    <a:pt x="1" y="107"/>
                    <a:pt x="1" y="243"/>
                  </a:cubicBezTo>
                  <a:cubicBezTo>
                    <a:pt x="1" y="387"/>
                    <a:pt x="116" y="494"/>
                    <a:pt x="252" y="494"/>
                  </a:cubicBezTo>
                  <a:cubicBezTo>
                    <a:pt x="388" y="494"/>
                    <a:pt x="503" y="387"/>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11"/>
            <p:cNvSpPr/>
            <p:nvPr/>
          </p:nvSpPr>
          <p:spPr>
            <a:xfrm>
              <a:off x="2237800" y="3493900"/>
              <a:ext cx="12350" cy="12375"/>
            </a:xfrm>
            <a:custGeom>
              <a:avLst/>
              <a:gdLst/>
              <a:ahLst/>
              <a:cxnLst/>
              <a:rect l="l" t="t" r="r" b="b"/>
              <a:pathLst>
                <a:path w="494" h="495" extrusionOk="0">
                  <a:moveTo>
                    <a:pt x="244" y="0"/>
                  </a:moveTo>
                  <a:cubicBezTo>
                    <a:pt x="107" y="0"/>
                    <a:pt x="0" y="107"/>
                    <a:pt x="0" y="243"/>
                  </a:cubicBezTo>
                  <a:cubicBezTo>
                    <a:pt x="0" y="387"/>
                    <a:pt x="107" y="494"/>
                    <a:pt x="244" y="494"/>
                  </a:cubicBezTo>
                  <a:cubicBezTo>
                    <a:pt x="387" y="494"/>
                    <a:pt x="494" y="387"/>
                    <a:pt x="494" y="243"/>
                  </a:cubicBezTo>
                  <a:cubicBezTo>
                    <a:pt x="494" y="107"/>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11"/>
            <p:cNvSpPr/>
            <p:nvPr/>
          </p:nvSpPr>
          <p:spPr>
            <a:xfrm>
              <a:off x="2329550" y="3493900"/>
              <a:ext cx="12575" cy="12375"/>
            </a:xfrm>
            <a:custGeom>
              <a:avLst/>
              <a:gdLst/>
              <a:ahLst/>
              <a:cxnLst/>
              <a:rect l="l" t="t" r="r" b="b"/>
              <a:pathLst>
                <a:path w="503" h="495" extrusionOk="0">
                  <a:moveTo>
                    <a:pt x="251" y="0"/>
                  </a:moveTo>
                  <a:cubicBezTo>
                    <a:pt x="115" y="0"/>
                    <a:pt x="0" y="107"/>
                    <a:pt x="0" y="243"/>
                  </a:cubicBezTo>
                  <a:cubicBezTo>
                    <a:pt x="0" y="387"/>
                    <a:pt x="115" y="494"/>
                    <a:pt x="251" y="494"/>
                  </a:cubicBezTo>
                  <a:cubicBezTo>
                    <a:pt x="387" y="494"/>
                    <a:pt x="502" y="387"/>
                    <a:pt x="502" y="243"/>
                  </a:cubicBezTo>
                  <a:cubicBezTo>
                    <a:pt x="502"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11"/>
            <p:cNvSpPr/>
            <p:nvPr/>
          </p:nvSpPr>
          <p:spPr>
            <a:xfrm>
              <a:off x="2421325" y="3493900"/>
              <a:ext cx="12550" cy="12375"/>
            </a:xfrm>
            <a:custGeom>
              <a:avLst/>
              <a:gdLst/>
              <a:ahLst/>
              <a:cxnLst/>
              <a:rect l="l" t="t" r="r" b="b"/>
              <a:pathLst>
                <a:path w="502" h="495" extrusionOk="0">
                  <a:moveTo>
                    <a:pt x="250" y="0"/>
                  </a:moveTo>
                  <a:cubicBezTo>
                    <a:pt x="114" y="0"/>
                    <a:pt x="1" y="107"/>
                    <a:pt x="1" y="243"/>
                  </a:cubicBezTo>
                  <a:cubicBezTo>
                    <a:pt x="1" y="387"/>
                    <a:pt x="114" y="494"/>
                    <a:pt x="250" y="494"/>
                  </a:cubicBezTo>
                  <a:cubicBezTo>
                    <a:pt x="395" y="494"/>
                    <a:pt x="501" y="387"/>
                    <a:pt x="501" y="243"/>
                  </a:cubicBezTo>
                  <a:cubicBezTo>
                    <a:pt x="501" y="107"/>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11"/>
            <p:cNvSpPr/>
            <p:nvPr/>
          </p:nvSpPr>
          <p:spPr>
            <a:xfrm>
              <a:off x="2513250" y="3493900"/>
              <a:ext cx="12575" cy="12375"/>
            </a:xfrm>
            <a:custGeom>
              <a:avLst/>
              <a:gdLst/>
              <a:ahLst/>
              <a:cxnLst/>
              <a:rect l="l" t="t" r="r" b="b"/>
              <a:pathLst>
                <a:path w="503" h="495" extrusionOk="0">
                  <a:moveTo>
                    <a:pt x="252" y="0"/>
                  </a:moveTo>
                  <a:cubicBezTo>
                    <a:pt x="109" y="0"/>
                    <a:pt x="0" y="107"/>
                    <a:pt x="0" y="243"/>
                  </a:cubicBezTo>
                  <a:cubicBezTo>
                    <a:pt x="0" y="387"/>
                    <a:pt x="109" y="494"/>
                    <a:pt x="252" y="494"/>
                  </a:cubicBezTo>
                  <a:cubicBezTo>
                    <a:pt x="388" y="494"/>
                    <a:pt x="503" y="387"/>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11"/>
            <p:cNvSpPr/>
            <p:nvPr/>
          </p:nvSpPr>
          <p:spPr>
            <a:xfrm>
              <a:off x="2605000" y="3493900"/>
              <a:ext cx="12575" cy="12375"/>
            </a:xfrm>
            <a:custGeom>
              <a:avLst/>
              <a:gdLst/>
              <a:ahLst/>
              <a:cxnLst/>
              <a:rect l="l" t="t" r="r" b="b"/>
              <a:pathLst>
                <a:path w="503" h="495" extrusionOk="0">
                  <a:moveTo>
                    <a:pt x="252" y="0"/>
                  </a:moveTo>
                  <a:cubicBezTo>
                    <a:pt x="116" y="0"/>
                    <a:pt x="0" y="107"/>
                    <a:pt x="0" y="243"/>
                  </a:cubicBezTo>
                  <a:cubicBezTo>
                    <a:pt x="0" y="387"/>
                    <a:pt x="116" y="494"/>
                    <a:pt x="252" y="494"/>
                  </a:cubicBezTo>
                  <a:cubicBezTo>
                    <a:pt x="387" y="494"/>
                    <a:pt x="503" y="387"/>
                    <a:pt x="503" y="243"/>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11"/>
            <p:cNvSpPr/>
            <p:nvPr/>
          </p:nvSpPr>
          <p:spPr>
            <a:xfrm>
              <a:off x="2696950" y="3493900"/>
              <a:ext cx="12375" cy="12375"/>
            </a:xfrm>
            <a:custGeom>
              <a:avLst/>
              <a:gdLst/>
              <a:ahLst/>
              <a:cxnLst/>
              <a:rect l="l" t="t" r="r" b="b"/>
              <a:pathLst>
                <a:path w="495" h="495" extrusionOk="0">
                  <a:moveTo>
                    <a:pt x="252" y="0"/>
                  </a:moveTo>
                  <a:cubicBezTo>
                    <a:pt x="108" y="0"/>
                    <a:pt x="1" y="107"/>
                    <a:pt x="1" y="243"/>
                  </a:cubicBezTo>
                  <a:cubicBezTo>
                    <a:pt x="1" y="387"/>
                    <a:pt x="108" y="494"/>
                    <a:pt x="252" y="494"/>
                  </a:cubicBezTo>
                  <a:cubicBezTo>
                    <a:pt x="388" y="494"/>
                    <a:pt x="495" y="387"/>
                    <a:pt x="495" y="243"/>
                  </a:cubicBezTo>
                  <a:cubicBezTo>
                    <a:pt x="495"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11"/>
            <p:cNvSpPr/>
            <p:nvPr/>
          </p:nvSpPr>
          <p:spPr>
            <a:xfrm>
              <a:off x="2788700" y="3493900"/>
              <a:ext cx="12600" cy="12375"/>
            </a:xfrm>
            <a:custGeom>
              <a:avLst/>
              <a:gdLst/>
              <a:ahLst/>
              <a:cxnLst/>
              <a:rect l="l" t="t" r="r" b="b"/>
              <a:pathLst>
                <a:path w="504" h="495" extrusionOk="0">
                  <a:moveTo>
                    <a:pt x="252" y="0"/>
                  </a:moveTo>
                  <a:cubicBezTo>
                    <a:pt x="116" y="0"/>
                    <a:pt x="1" y="107"/>
                    <a:pt x="1" y="243"/>
                  </a:cubicBezTo>
                  <a:cubicBezTo>
                    <a:pt x="1" y="387"/>
                    <a:pt x="116" y="494"/>
                    <a:pt x="252" y="494"/>
                  </a:cubicBezTo>
                  <a:cubicBezTo>
                    <a:pt x="388" y="494"/>
                    <a:pt x="503" y="387"/>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11"/>
            <p:cNvSpPr/>
            <p:nvPr/>
          </p:nvSpPr>
          <p:spPr>
            <a:xfrm>
              <a:off x="2880675" y="3493900"/>
              <a:ext cx="12375" cy="12375"/>
            </a:xfrm>
            <a:custGeom>
              <a:avLst/>
              <a:gdLst/>
              <a:ahLst/>
              <a:cxnLst/>
              <a:rect l="l" t="t" r="r" b="b"/>
              <a:pathLst>
                <a:path w="495" h="495" extrusionOk="0">
                  <a:moveTo>
                    <a:pt x="243" y="0"/>
                  </a:moveTo>
                  <a:cubicBezTo>
                    <a:pt x="107" y="0"/>
                    <a:pt x="0" y="107"/>
                    <a:pt x="0" y="243"/>
                  </a:cubicBezTo>
                  <a:cubicBezTo>
                    <a:pt x="0" y="387"/>
                    <a:pt x="107" y="494"/>
                    <a:pt x="243" y="494"/>
                  </a:cubicBezTo>
                  <a:cubicBezTo>
                    <a:pt x="387" y="494"/>
                    <a:pt x="494" y="387"/>
                    <a:pt x="494" y="243"/>
                  </a:cubicBezTo>
                  <a:cubicBezTo>
                    <a:pt x="494" y="107"/>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11"/>
            <p:cNvSpPr/>
            <p:nvPr/>
          </p:nvSpPr>
          <p:spPr>
            <a:xfrm>
              <a:off x="2972425" y="3493900"/>
              <a:ext cx="12575" cy="12375"/>
            </a:xfrm>
            <a:custGeom>
              <a:avLst/>
              <a:gdLst/>
              <a:ahLst/>
              <a:cxnLst/>
              <a:rect l="l" t="t" r="r" b="b"/>
              <a:pathLst>
                <a:path w="503" h="495" extrusionOk="0">
                  <a:moveTo>
                    <a:pt x="251" y="0"/>
                  </a:moveTo>
                  <a:cubicBezTo>
                    <a:pt x="115" y="0"/>
                    <a:pt x="0" y="107"/>
                    <a:pt x="0" y="243"/>
                  </a:cubicBezTo>
                  <a:cubicBezTo>
                    <a:pt x="0" y="387"/>
                    <a:pt x="115" y="494"/>
                    <a:pt x="251" y="494"/>
                  </a:cubicBezTo>
                  <a:cubicBezTo>
                    <a:pt x="387" y="494"/>
                    <a:pt x="503" y="387"/>
                    <a:pt x="503" y="243"/>
                  </a:cubicBezTo>
                  <a:cubicBezTo>
                    <a:pt x="503"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11"/>
            <p:cNvSpPr/>
            <p:nvPr/>
          </p:nvSpPr>
          <p:spPr>
            <a:xfrm>
              <a:off x="3064375" y="3493900"/>
              <a:ext cx="12375" cy="12375"/>
            </a:xfrm>
            <a:custGeom>
              <a:avLst/>
              <a:gdLst/>
              <a:ahLst/>
              <a:cxnLst/>
              <a:rect l="l" t="t" r="r" b="b"/>
              <a:pathLst>
                <a:path w="495" h="495" extrusionOk="0">
                  <a:moveTo>
                    <a:pt x="243" y="0"/>
                  </a:moveTo>
                  <a:cubicBezTo>
                    <a:pt x="107" y="0"/>
                    <a:pt x="1" y="107"/>
                    <a:pt x="1" y="243"/>
                  </a:cubicBezTo>
                  <a:cubicBezTo>
                    <a:pt x="1" y="387"/>
                    <a:pt x="107" y="494"/>
                    <a:pt x="243" y="494"/>
                  </a:cubicBezTo>
                  <a:cubicBezTo>
                    <a:pt x="388" y="494"/>
                    <a:pt x="495" y="387"/>
                    <a:pt x="495" y="243"/>
                  </a:cubicBezTo>
                  <a:cubicBezTo>
                    <a:pt x="495" y="107"/>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11"/>
            <p:cNvSpPr/>
            <p:nvPr/>
          </p:nvSpPr>
          <p:spPr>
            <a:xfrm>
              <a:off x="3156125" y="3493900"/>
              <a:ext cx="12600" cy="12375"/>
            </a:xfrm>
            <a:custGeom>
              <a:avLst/>
              <a:gdLst/>
              <a:ahLst/>
              <a:cxnLst/>
              <a:rect l="l" t="t" r="r" b="b"/>
              <a:pathLst>
                <a:path w="504" h="495" extrusionOk="0">
                  <a:moveTo>
                    <a:pt x="252" y="0"/>
                  </a:moveTo>
                  <a:cubicBezTo>
                    <a:pt x="116" y="0"/>
                    <a:pt x="1" y="107"/>
                    <a:pt x="1" y="243"/>
                  </a:cubicBezTo>
                  <a:cubicBezTo>
                    <a:pt x="1" y="387"/>
                    <a:pt x="116" y="494"/>
                    <a:pt x="252" y="494"/>
                  </a:cubicBezTo>
                  <a:cubicBezTo>
                    <a:pt x="388" y="494"/>
                    <a:pt x="503" y="387"/>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11"/>
            <p:cNvSpPr/>
            <p:nvPr/>
          </p:nvSpPr>
          <p:spPr>
            <a:xfrm>
              <a:off x="3247875" y="3493900"/>
              <a:ext cx="12575" cy="12375"/>
            </a:xfrm>
            <a:custGeom>
              <a:avLst/>
              <a:gdLst/>
              <a:ahLst/>
              <a:cxnLst/>
              <a:rect l="l" t="t" r="r" b="b"/>
              <a:pathLst>
                <a:path w="503" h="495" extrusionOk="0">
                  <a:moveTo>
                    <a:pt x="252" y="0"/>
                  </a:moveTo>
                  <a:cubicBezTo>
                    <a:pt x="116" y="0"/>
                    <a:pt x="1" y="107"/>
                    <a:pt x="1" y="243"/>
                  </a:cubicBezTo>
                  <a:cubicBezTo>
                    <a:pt x="1" y="387"/>
                    <a:pt x="116" y="494"/>
                    <a:pt x="252" y="494"/>
                  </a:cubicBezTo>
                  <a:cubicBezTo>
                    <a:pt x="388" y="494"/>
                    <a:pt x="503" y="387"/>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11"/>
            <p:cNvSpPr/>
            <p:nvPr/>
          </p:nvSpPr>
          <p:spPr>
            <a:xfrm>
              <a:off x="3339850" y="3493900"/>
              <a:ext cx="12525" cy="12375"/>
            </a:xfrm>
            <a:custGeom>
              <a:avLst/>
              <a:gdLst/>
              <a:ahLst/>
              <a:cxnLst/>
              <a:rect l="l" t="t" r="r" b="b"/>
              <a:pathLst>
                <a:path w="501" h="495" extrusionOk="0">
                  <a:moveTo>
                    <a:pt x="251" y="0"/>
                  </a:moveTo>
                  <a:cubicBezTo>
                    <a:pt x="107" y="0"/>
                    <a:pt x="0" y="107"/>
                    <a:pt x="0" y="243"/>
                  </a:cubicBezTo>
                  <a:cubicBezTo>
                    <a:pt x="0" y="387"/>
                    <a:pt x="107" y="494"/>
                    <a:pt x="251" y="494"/>
                  </a:cubicBezTo>
                  <a:cubicBezTo>
                    <a:pt x="387" y="494"/>
                    <a:pt x="501" y="387"/>
                    <a:pt x="501" y="243"/>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11"/>
            <p:cNvSpPr/>
            <p:nvPr/>
          </p:nvSpPr>
          <p:spPr>
            <a:xfrm>
              <a:off x="3431575" y="3493900"/>
              <a:ext cx="12600" cy="12375"/>
            </a:xfrm>
            <a:custGeom>
              <a:avLst/>
              <a:gdLst/>
              <a:ahLst/>
              <a:cxnLst/>
              <a:rect l="l" t="t" r="r" b="b"/>
              <a:pathLst>
                <a:path w="504" h="495" extrusionOk="0">
                  <a:moveTo>
                    <a:pt x="252" y="0"/>
                  </a:moveTo>
                  <a:cubicBezTo>
                    <a:pt x="116" y="0"/>
                    <a:pt x="1" y="107"/>
                    <a:pt x="1" y="243"/>
                  </a:cubicBezTo>
                  <a:cubicBezTo>
                    <a:pt x="1" y="387"/>
                    <a:pt x="116" y="494"/>
                    <a:pt x="252" y="494"/>
                  </a:cubicBezTo>
                  <a:cubicBezTo>
                    <a:pt x="388" y="494"/>
                    <a:pt x="503" y="387"/>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11"/>
            <p:cNvSpPr/>
            <p:nvPr/>
          </p:nvSpPr>
          <p:spPr>
            <a:xfrm>
              <a:off x="3523550" y="3493900"/>
              <a:ext cx="12375" cy="12375"/>
            </a:xfrm>
            <a:custGeom>
              <a:avLst/>
              <a:gdLst/>
              <a:ahLst/>
              <a:cxnLst/>
              <a:rect l="l" t="t" r="r" b="b"/>
              <a:pathLst>
                <a:path w="495" h="495" extrusionOk="0">
                  <a:moveTo>
                    <a:pt x="250" y="0"/>
                  </a:moveTo>
                  <a:cubicBezTo>
                    <a:pt x="107" y="0"/>
                    <a:pt x="0" y="107"/>
                    <a:pt x="0" y="243"/>
                  </a:cubicBezTo>
                  <a:cubicBezTo>
                    <a:pt x="0" y="387"/>
                    <a:pt x="107" y="494"/>
                    <a:pt x="250" y="494"/>
                  </a:cubicBezTo>
                  <a:cubicBezTo>
                    <a:pt x="388" y="494"/>
                    <a:pt x="494" y="387"/>
                    <a:pt x="494" y="243"/>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11"/>
            <p:cNvSpPr/>
            <p:nvPr/>
          </p:nvSpPr>
          <p:spPr>
            <a:xfrm>
              <a:off x="676400" y="358565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11"/>
            <p:cNvSpPr/>
            <p:nvPr/>
          </p:nvSpPr>
          <p:spPr>
            <a:xfrm>
              <a:off x="768325" y="3585650"/>
              <a:ext cx="12400" cy="12575"/>
            </a:xfrm>
            <a:custGeom>
              <a:avLst/>
              <a:gdLst/>
              <a:ahLst/>
              <a:cxnLst/>
              <a:rect l="l" t="t" r="r" b="b"/>
              <a:pathLst>
                <a:path w="496" h="503" extrusionOk="0">
                  <a:moveTo>
                    <a:pt x="245" y="0"/>
                  </a:moveTo>
                  <a:cubicBezTo>
                    <a:pt x="109" y="0"/>
                    <a:pt x="0" y="115"/>
                    <a:pt x="0" y="251"/>
                  </a:cubicBezTo>
                  <a:cubicBezTo>
                    <a:pt x="0" y="387"/>
                    <a:pt x="109" y="503"/>
                    <a:pt x="245" y="503"/>
                  </a:cubicBezTo>
                  <a:cubicBezTo>
                    <a:pt x="388" y="503"/>
                    <a:pt x="496" y="387"/>
                    <a:pt x="496" y="251"/>
                  </a:cubicBezTo>
                  <a:cubicBezTo>
                    <a:pt x="496" y="115"/>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11"/>
            <p:cNvSpPr/>
            <p:nvPr/>
          </p:nvSpPr>
          <p:spPr>
            <a:xfrm>
              <a:off x="860125" y="3585650"/>
              <a:ext cx="12525" cy="12575"/>
            </a:xfrm>
            <a:custGeom>
              <a:avLst/>
              <a:gdLst/>
              <a:ahLst/>
              <a:cxnLst/>
              <a:rect l="l" t="t" r="r" b="b"/>
              <a:pathLst>
                <a:path w="501" h="503" extrusionOk="0">
                  <a:moveTo>
                    <a:pt x="251" y="0"/>
                  </a:moveTo>
                  <a:cubicBezTo>
                    <a:pt x="114" y="0"/>
                    <a:pt x="0" y="115"/>
                    <a:pt x="0" y="251"/>
                  </a:cubicBezTo>
                  <a:cubicBezTo>
                    <a:pt x="0" y="387"/>
                    <a:pt x="114" y="503"/>
                    <a:pt x="251" y="503"/>
                  </a:cubicBezTo>
                  <a:cubicBezTo>
                    <a:pt x="387" y="503"/>
                    <a:pt x="501" y="387"/>
                    <a:pt x="501" y="251"/>
                  </a:cubicBezTo>
                  <a:cubicBezTo>
                    <a:pt x="501"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11"/>
            <p:cNvSpPr/>
            <p:nvPr/>
          </p:nvSpPr>
          <p:spPr>
            <a:xfrm>
              <a:off x="951850" y="358565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11"/>
            <p:cNvSpPr/>
            <p:nvPr/>
          </p:nvSpPr>
          <p:spPr>
            <a:xfrm>
              <a:off x="1043825" y="3585650"/>
              <a:ext cx="12375" cy="12575"/>
            </a:xfrm>
            <a:custGeom>
              <a:avLst/>
              <a:gdLst/>
              <a:ahLst/>
              <a:cxnLst/>
              <a:rect l="l" t="t" r="r" b="b"/>
              <a:pathLst>
                <a:path w="495" h="503" extrusionOk="0">
                  <a:moveTo>
                    <a:pt x="250" y="0"/>
                  </a:moveTo>
                  <a:cubicBezTo>
                    <a:pt x="107" y="0"/>
                    <a:pt x="0" y="115"/>
                    <a:pt x="0" y="251"/>
                  </a:cubicBezTo>
                  <a:cubicBezTo>
                    <a:pt x="0" y="387"/>
                    <a:pt x="107" y="503"/>
                    <a:pt x="250" y="503"/>
                  </a:cubicBezTo>
                  <a:cubicBezTo>
                    <a:pt x="388" y="503"/>
                    <a:pt x="494" y="387"/>
                    <a:pt x="494" y="251"/>
                  </a:cubicBezTo>
                  <a:cubicBezTo>
                    <a:pt x="494" y="115"/>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11"/>
            <p:cNvSpPr/>
            <p:nvPr/>
          </p:nvSpPr>
          <p:spPr>
            <a:xfrm>
              <a:off x="1135575" y="3585650"/>
              <a:ext cx="12575" cy="12575"/>
            </a:xfrm>
            <a:custGeom>
              <a:avLst/>
              <a:gdLst/>
              <a:ahLst/>
              <a:cxnLst/>
              <a:rect l="l" t="t" r="r" b="b"/>
              <a:pathLst>
                <a:path w="503" h="503" extrusionOk="0">
                  <a:moveTo>
                    <a:pt x="252" y="0"/>
                  </a:moveTo>
                  <a:cubicBezTo>
                    <a:pt x="116" y="0"/>
                    <a:pt x="0" y="115"/>
                    <a:pt x="0" y="251"/>
                  </a:cubicBezTo>
                  <a:cubicBezTo>
                    <a:pt x="0" y="387"/>
                    <a:pt x="116" y="503"/>
                    <a:pt x="252" y="503"/>
                  </a:cubicBezTo>
                  <a:cubicBezTo>
                    <a:pt x="387" y="503"/>
                    <a:pt x="503" y="387"/>
                    <a:pt x="503" y="251"/>
                  </a:cubicBezTo>
                  <a:cubicBezTo>
                    <a:pt x="503" y="115"/>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11"/>
            <p:cNvSpPr/>
            <p:nvPr/>
          </p:nvSpPr>
          <p:spPr>
            <a:xfrm>
              <a:off x="1227500" y="3585650"/>
              <a:ext cx="12400" cy="12575"/>
            </a:xfrm>
            <a:custGeom>
              <a:avLst/>
              <a:gdLst/>
              <a:ahLst/>
              <a:cxnLst/>
              <a:rect l="l" t="t" r="r" b="b"/>
              <a:pathLst>
                <a:path w="496" h="503" extrusionOk="0">
                  <a:moveTo>
                    <a:pt x="251" y="0"/>
                  </a:moveTo>
                  <a:cubicBezTo>
                    <a:pt x="109" y="0"/>
                    <a:pt x="0" y="115"/>
                    <a:pt x="0" y="251"/>
                  </a:cubicBezTo>
                  <a:cubicBezTo>
                    <a:pt x="0" y="387"/>
                    <a:pt x="109" y="503"/>
                    <a:pt x="251" y="503"/>
                  </a:cubicBezTo>
                  <a:cubicBezTo>
                    <a:pt x="387" y="503"/>
                    <a:pt x="496" y="387"/>
                    <a:pt x="496" y="251"/>
                  </a:cubicBezTo>
                  <a:cubicBezTo>
                    <a:pt x="496"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11"/>
            <p:cNvSpPr/>
            <p:nvPr/>
          </p:nvSpPr>
          <p:spPr>
            <a:xfrm>
              <a:off x="1319275" y="3585650"/>
              <a:ext cx="12550" cy="12575"/>
            </a:xfrm>
            <a:custGeom>
              <a:avLst/>
              <a:gdLst/>
              <a:ahLst/>
              <a:cxnLst/>
              <a:rect l="l" t="t" r="r" b="b"/>
              <a:pathLst>
                <a:path w="502" h="503" extrusionOk="0">
                  <a:moveTo>
                    <a:pt x="252" y="0"/>
                  </a:moveTo>
                  <a:cubicBezTo>
                    <a:pt x="114" y="0"/>
                    <a:pt x="1" y="115"/>
                    <a:pt x="1" y="251"/>
                  </a:cubicBezTo>
                  <a:cubicBezTo>
                    <a:pt x="1" y="387"/>
                    <a:pt x="114" y="503"/>
                    <a:pt x="252" y="503"/>
                  </a:cubicBezTo>
                  <a:cubicBezTo>
                    <a:pt x="388" y="503"/>
                    <a:pt x="501" y="387"/>
                    <a:pt x="501" y="251"/>
                  </a:cubicBezTo>
                  <a:cubicBezTo>
                    <a:pt x="501"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11"/>
            <p:cNvSpPr/>
            <p:nvPr/>
          </p:nvSpPr>
          <p:spPr>
            <a:xfrm>
              <a:off x="1411200" y="3585650"/>
              <a:ext cx="12425" cy="12575"/>
            </a:xfrm>
            <a:custGeom>
              <a:avLst/>
              <a:gdLst/>
              <a:ahLst/>
              <a:cxnLst/>
              <a:rect l="l" t="t" r="r" b="b"/>
              <a:pathLst>
                <a:path w="497" h="503" extrusionOk="0">
                  <a:moveTo>
                    <a:pt x="245" y="0"/>
                  </a:moveTo>
                  <a:cubicBezTo>
                    <a:pt x="109" y="0"/>
                    <a:pt x="1" y="115"/>
                    <a:pt x="1" y="251"/>
                  </a:cubicBezTo>
                  <a:cubicBezTo>
                    <a:pt x="1" y="387"/>
                    <a:pt x="109" y="503"/>
                    <a:pt x="245" y="503"/>
                  </a:cubicBezTo>
                  <a:cubicBezTo>
                    <a:pt x="388" y="503"/>
                    <a:pt x="496" y="387"/>
                    <a:pt x="496" y="251"/>
                  </a:cubicBezTo>
                  <a:cubicBezTo>
                    <a:pt x="496" y="115"/>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11"/>
            <p:cNvSpPr/>
            <p:nvPr/>
          </p:nvSpPr>
          <p:spPr>
            <a:xfrm>
              <a:off x="1503000" y="3585650"/>
              <a:ext cx="12525" cy="12575"/>
            </a:xfrm>
            <a:custGeom>
              <a:avLst/>
              <a:gdLst/>
              <a:ahLst/>
              <a:cxnLst/>
              <a:rect l="l" t="t" r="r" b="b"/>
              <a:pathLst>
                <a:path w="501" h="503" extrusionOk="0">
                  <a:moveTo>
                    <a:pt x="250" y="0"/>
                  </a:moveTo>
                  <a:cubicBezTo>
                    <a:pt x="114" y="0"/>
                    <a:pt x="0" y="115"/>
                    <a:pt x="0" y="251"/>
                  </a:cubicBezTo>
                  <a:cubicBezTo>
                    <a:pt x="0" y="387"/>
                    <a:pt x="114" y="503"/>
                    <a:pt x="250" y="503"/>
                  </a:cubicBezTo>
                  <a:cubicBezTo>
                    <a:pt x="387" y="503"/>
                    <a:pt x="501" y="387"/>
                    <a:pt x="501" y="251"/>
                  </a:cubicBezTo>
                  <a:cubicBezTo>
                    <a:pt x="501" y="115"/>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11"/>
            <p:cNvSpPr/>
            <p:nvPr/>
          </p:nvSpPr>
          <p:spPr>
            <a:xfrm>
              <a:off x="1594750" y="3585650"/>
              <a:ext cx="12575" cy="12575"/>
            </a:xfrm>
            <a:custGeom>
              <a:avLst/>
              <a:gdLst/>
              <a:ahLst/>
              <a:cxnLst/>
              <a:rect l="l" t="t" r="r" b="b"/>
              <a:pathLst>
                <a:path w="503" h="503" extrusionOk="0">
                  <a:moveTo>
                    <a:pt x="251" y="0"/>
                  </a:moveTo>
                  <a:cubicBezTo>
                    <a:pt x="115" y="0"/>
                    <a:pt x="0" y="115"/>
                    <a:pt x="0" y="251"/>
                  </a:cubicBezTo>
                  <a:cubicBezTo>
                    <a:pt x="0" y="387"/>
                    <a:pt x="115" y="503"/>
                    <a:pt x="251" y="503"/>
                  </a:cubicBezTo>
                  <a:cubicBezTo>
                    <a:pt x="394" y="503"/>
                    <a:pt x="503" y="387"/>
                    <a:pt x="503" y="251"/>
                  </a:cubicBezTo>
                  <a:cubicBezTo>
                    <a:pt x="503" y="115"/>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11"/>
            <p:cNvSpPr/>
            <p:nvPr/>
          </p:nvSpPr>
          <p:spPr>
            <a:xfrm>
              <a:off x="1686650" y="358565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11"/>
            <p:cNvSpPr/>
            <p:nvPr/>
          </p:nvSpPr>
          <p:spPr>
            <a:xfrm>
              <a:off x="1778450" y="3585650"/>
              <a:ext cx="12550" cy="12575"/>
            </a:xfrm>
            <a:custGeom>
              <a:avLst/>
              <a:gdLst/>
              <a:ahLst/>
              <a:cxnLst/>
              <a:rect l="l" t="t" r="r" b="b"/>
              <a:pathLst>
                <a:path w="502" h="503" extrusionOk="0">
                  <a:moveTo>
                    <a:pt x="252" y="0"/>
                  </a:moveTo>
                  <a:cubicBezTo>
                    <a:pt x="114" y="0"/>
                    <a:pt x="1" y="115"/>
                    <a:pt x="1" y="251"/>
                  </a:cubicBezTo>
                  <a:cubicBezTo>
                    <a:pt x="1" y="387"/>
                    <a:pt x="114" y="503"/>
                    <a:pt x="252" y="503"/>
                  </a:cubicBezTo>
                  <a:cubicBezTo>
                    <a:pt x="388" y="503"/>
                    <a:pt x="501" y="387"/>
                    <a:pt x="501" y="251"/>
                  </a:cubicBezTo>
                  <a:cubicBezTo>
                    <a:pt x="501"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11"/>
            <p:cNvSpPr/>
            <p:nvPr/>
          </p:nvSpPr>
          <p:spPr>
            <a:xfrm>
              <a:off x="1870375" y="3585650"/>
              <a:ext cx="12400" cy="12575"/>
            </a:xfrm>
            <a:custGeom>
              <a:avLst/>
              <a:gdLst/>
              <a:ahLst/>
              <a:cxnLst/>
              <a:rect l="l" t="t" r="r" b="b"/>
              <a:pathLst>
                <a:path w="496" h="503" extrusionOk="0">
                  <a:moveTo>
                    <a:pt x="252" y="0"/>
                  </a:moveTo>
                  <a:cubicBezTo>
                    <a:pt x="109" y="0"/>
                    <a:pt x="0" y="115"/>
                    <a:pt x="0" y="251"/>
                  </a:cubicBezTo>
                  <a:cubicBezTo>
                    <a:pt x="0" y="387"/>
                    <a:pt x="109" y="503"/>
                    <a:pt x="252" y="503"/>
                  </a:cubicBezTo>
                  <a:cubicBezTo>
                    <a:pt x="387" y="503"/>
                    <a:pt x="496" y="387"/>
                    <a:pt x="496" y="251"/>
                  </a:cubicBezTo>
                  <a:cubicBezTo>
                    <a:pt x="496" y="115"/>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11"/>
            <p:cNvSpPr/>
            <p:nvPr/>
          </p:nvSpPr>
          <p:spPr>
            <a:xfrm>
              <a:off x="1962150" y="3585650"/>
              <a:ext cx="12550" cy="12575"/>
            </a:xfrm>
            <a:custGeom>
              <a:avLst/>
              <a:gdLst/>
              <a:ahLst/>
              <a:cxnLst/>
              <a:rect l="l" t="t" r="r" b="b"/>
              <a:pathLst>
                <a:path w="502" h="503" extrusionOk="0">
                  <a:moveTo>
                    <a:pt x="250" y="0"/>
                  </a:moveTo>
                  <a:cubicBezTo>
                    <a:pt x="114" y="0"/>
                    <a:pt x="1" y="115"/>
                    <a:pt x="1" y="251"/>
                  </a:cubicBezTo>
                  <a:cubicBezTo>
                    <a:pt x="1" y="387"/>
                    <a:pt x="114" y="503"/>
                    <a:pt x="250" y="503"/>
                  </a:cubicBezTo>
                  <a:cubicBezTo>
                    <a:pt x="388" y="503"/>
                    <a:pt x="502" y="387"/>
                    <a:pt x="502" y="251"/>
                  </a:cubicBezTo>
                  <a:cubicBezTo>
                    <a:pt x="502" y="115"/>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11"/>
            <p:cNvSpPr/>
            <p:nvPr/>
          </p:nvSpPr>
          <p:spPr>
            <a:xfrm>
              <a:off x="2054075" y="3585650"/>
              <a:ext cx="12425" cy="12575"/>
            </a:xfrm>
            <a:custGeom>
              <a:avLst/>
              <a:gdLst/>
              <a:ahLst/>
              <a:cxnLst/>
              <a:rect l="l" t="t" r="r" b="b"/>
              <a:pathLst>
                <a:path w="497" h="503" extrusionOk="0">
                  <a:moveTo>
                    <a:pt x="252" y="0"/>
                  </a:moveTo>
                  <a:cubicBezTo>
                    <a:pt x="109" y="0"/>
                    <a:pt x="1" y="115"/>
                    <a:pt x="1" y="251"/>
                  </a:cubicBezTo>
                  <a:cubicBezTo>
                    <a:pt x="1" y="387"/>
                    <a:pt x="109" y="503"/>
                    <a:pt x="252" y="503"/>
                  </a:cubicBezTo>
                  <a:cubicBezTo>
                    <a:pt x="388" y="503"/>
                    <a:pt x="496" y="387"/>
                    <a:pt x="496" y="251"/>
                  </a:cubicBezTo>
                  <a:cubicBezTo>
                    <a:pt x="496"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11"/>
            <p:cNvSpPr/>
            <p:nvPr/>
          </p:nvSpPr>
          <p:spPr>
            <a:xfrm>
              <a:off x="2145825" y="358565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11"/>
            <p:cNvSpPr/>
            <p:nvPr/>
          </p:nvSpPr>
          <p:spPr>
            <a:xfrm>
              <a:off x="2237800" y="3585650"/>
              <a:ext cx="12350" cy="12575"/>
            </a:xfrm>
            <a:custGeom>
              <a:avLst/>
              <a:gdLst/>
              <a:ahLst/>
              <a:cxnLst/>
              <a:rect l="l" t="t" r="r" b="b"/>
              <a:pathLst>
                <a:path w="494" h="503" extrusionOk="0">
                  <a:moveTo>
                    <a:pt x="244" y="0"/>
                  </a:moveTo>
                  <a:cubicBezTo>
                    <a:pt x="107" y="0"/>
                    <a:pt x="0" y="115"/>
                    <a:pt x="0" y="251"/>
                  </a:cubicBezTo>
                  <a:cubicBezTo>
                    <a:pt x="0" y="387"/>
                    <a:pt x="107" y="503"/>
                    <a:pt x="244" y="503"/>
                  </a:cubicBezTo>
                  <a:cubicBezTo>
                    <a:pt x="387" y="503"/>
                    <a:pt x="494" y="387"/>
                    <a:pt x="494" y="251"/>
                  </a:cubicBezTo>
                  <a:cubicBezTo>
                    <a:pt x="494" y="115"/>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11"/>
            <p:cNvSpPr/>
            <p:nvPr/>
          </p:nvSpPr>
          <p:spPr>
            <a:xfrm>
              <a:off x="2329550" y="3585650"/>
              <a:ext cx="12575" cy="12575"/>
            </a:xfrm>
            <a:custGeom>
              <a:avLst/>
              <a:gdLst/>
              <a:ahLst/>
              <a:cxnLst/>
              <a:rect l="l" t="t" r="r" b="b"/>
              <a:pathLst>
                <a:path w="503" h="503" extrusionOk="0">
                  <a:moveTo>
                    <a:pt x="251" y="0"/>
                  </a:moveTo>
                  <a:cubicBezTo>
                    <a:pt x="115" y="0"/>
                    <a:pt x="0" y="115"/>
                    <a:pt x="0" y="251"/>
                  </a:cubicBezTo>
                  <a:cubicBezTo>
                    <a:pt x="0" y="387"/>
                    <a:pt x="115" y="503"/>
                    <a:pt x="251" y="503"/>
                  </a:cubicBezTo>
                  <a:cubicBezTo>
                    <a:pt x="387" y="503"/>
                    <a:pt x="502" y="387"/>
                    <a:pt x="502" y="251"/>
                  </a:cubicBezTo>
                  <a:cubicBezTo>
                    <a:pt x="502"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11"/>
            <p:cNvSpPr/>
            <p:nvPr/>
          </p:nvSpPr>
          <p:spPr>
            <a:xfrm>
              <a:off x="2421325" y="3585650"/>
              <a:ext cx="12550" cy="12575"/>
            </a:xfrm>
            <a:custGeom>
              <a:avLst/>
              <a:gdLst/>
              <a:ahLst/>
              <a:cxnLst/>
              <a:rect l="l" t="t" r="r" b="b"/>
              <a:pathLst>
                <a:path w="502" h="503" extrusionOk="0">
                  <a:moveTo>
                    <a:pt x="250" y="0"/>
                  </a:moveTo>
                  <a:cubicBezTo>
                    <a:pt x="114" y="0"/>
                    <a:pt x="1" y="115"/>
                    <a:pt x="1" y="251"/>
                  </a:cubicBezTo>
                  <a:cubicBezTo>
                    <a:pt x="1" y="387"/>
                    <a:pt x="114" y="503"/>
                    <a:pt x="250" y="503"/>
                  </a:cubicBezTo>
                  <a:cubicBezTo>
                    <a:pt x="395" y="503"/>
                    <a:pt x="501" y="387"/>
                    <a:pt x="501" y="251"/>
                  </a:cubicBezTo>
                  <a:cubicBezTo>
                    <a:pt x="501" y="115"/>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11"/>
            <p:cNvSpPr/>
            <p:nvPr/>
          </p:nvSpPr>
          <p:spPr>
            <a:xfrm>
              <a:off x="2513250" y="3585650"/>
              <a:ext cx="12575" cy="12575"/>
            </a:xfrm>
            <a:custGeom>
              <a:avLst/>
              <a:gdLst/>
              <a:ahLst/>
              <a:cxnLst/>
              <a:rect l="l" t="t" r="r" b="b"/>
              <a:pathLst>
                <a:path w="503" h="503" extrusionOk="0">
                  <a:moveTo>
                    <a:pt x="252" y="0"/>
                  </a:moveTo>
                  <a:cubicBezTo>
                    <a:pt x="109" y="0"/>
                    <a:pt x="0" y="115"/>
                    <a:pt x="0" y="251"/>
                  </a:cubicBezTo>
                  <a:cubicBezTo>
                    <a:pt x="0" y="387"/>
                    <a:pt x="109"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11"/>
            <p:cNvSpPr/>
            <p:nvPr/>
          </p:nvSpPr>
          <p:spPr>
            <a:xfrm>
              <a:off x="2605000" y="3585650"/>
              <a:ext cx="12575" cy="12575"/>
            </a:xfrm>
            <a:custGeom>
              <a:avLst/>
              <a:gdLst/>
              <a:ahLst/>
              <a:cxnLst/>
              <a:rect l="l" t="t" r="r" b="b"/>
              <a:pathLst>
                <a:path w="503" h="503" extrusionOk="0">
                  <a:moveTo>
                    <a:pt x="252" y="0"/>
                  </a:moveTo>
                  <a:cubicBezTo>
                    <a:pt x="116" y="0"/>
                    <a:pt x="0" y="115"/>
                    <a:pt x="0" y="251"/>
                  </a:cubicBezTo>
                  <a:cubicBezTo>
                    <a:pt x="0" y="387"/>
                    <a:pt x="116" y="503"/>
                    <a:pt x="252" y="503"/>
                  </a:cubicBezTo>
                  <a:cubicBezTo>
                    <a:pt x="387" y="503"/>
                    <a:pt x="503" y="387"/>
                    <a:pt x="503" y="251"/>
                  </a:cubicBezTo>
                  <a:cubicBezTo>
                    <a:pt x="503" y="115"/>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11"/>
            <p:cNvSpPr/>
            <p:nvPr/>
          </p:nvSpPr>
          <p:spPr>
            <a:xfrm>
              <a:off x="2696950" y="3585650"/>
              <a:ext cx="12375" cy="12575"/>
            </a:xfrm>
            <a:custGeom>
              <a:avLst/>
              <a:gdLst/>
              <a:ahLst/>
              <a:cxnLst/>
              <a:rect l="l" t="t" r="r" b="b"/>
              <a:pathLst>
                <a:path w="495" h="503" extrusionOk="0">
                  <a:moveTo>
                    <a:pt x="252" y="0"/>
                  </a:moveTo>
                  <a:cubicBezTo>
                    <a:pt x="108" y="0"/>
                    <a:pt x="1" y="115"/>
                    <a:pt x="1" y="251"/>
                  </a:cubicBezTo>
                  <a:cubicBezTo>
                    <a:pt x="1" y="387"/>
                    <a:pt x="108" y="503"/>
                    <a:pt x="252" y="503"/>
                  </a:cubicBezTo>
                  <a:cubicBezTo>
                    <a:pt x="388" y="503"/>
                    <a:pt x="495" y="387"/>
                    <a:pt x="495" y="251"/>
                  </a:cubicBezTo>
                  <a:cubicBezTo>
                    <a:pt x="495"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11"/>
            <p:cNvSpPr/>
            <p:nvPr/>
          </p:nvSpPr>
          <p:spPr>
            <a:xfrm>
              <a:off x="2788700" y="358565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11"/>
            <p:cNvSpPr/>
            <p:nvPr/>
          </p:nvSpPr>
          <p:spPr>
            <a:xfrm>
              <a:off x="2880675" y="3585650"/>
              <a:ext cx="12375" cy="12575"/>
            </a:xfrm>
            <a:custGeom>
              <a:avLst/>
              <a:gdLst/>
              <a:ahLst/>
              <a:cxnLst/>
              <a:rect l="l" t="t" r="r" b="b"/>
              <a:pathLst>
                <a:path w="495" h="503" extrusionOk="0">
                  <a:moveTo>
                    <a:pt x="243" y="0"/>
                  </a:moveTo>
                  <a:cubicBezTo>
                    <a:pt x="107" y="0"/>
                    <a:pt x="0" y="115"/>
                    <a:pt x="0" y="251"/>
                  </a:cubicBezTo>
                  <a:cubicBezTo>
                    <a:pt x="0" y="387"/>
                    <a:pt x="107" y="503"/>
                    <a:pt x="243" y="503"/>
                  </a:cubicBezTo>
                  <a:cubicBezTo>
                    <a:pt x="387" y="503"/>
                    <a:pt x="494" y="387"/>
                    <a:pt x="494" y="251"/>
                  </a:cubicBezTo>
                  <a:cubicBezTo>
                    <a:pt x="494" y="115"/>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11"/>
            <p:cNvSpPr/>
            <p:nvPr/>
          </p:nvSpPr>
          <p:spPr>
            <a:xfrm>
              <a:off x="2972425" y="3585650"/>
              <a:ext cx="12575" cy="12575"/>
            </a:xfrm>
            <a:custGeom>
              <a:avLst/>
              <a:gdLst/>
              <a:ahLst/>
              <a:cxnLst/>
              <a:rect l="l" t="t" r="r" b="b"/>
              <a:pathLst>
                <a:path w="503" h="503" extrusionOk="0">
                  <a:moveTo>
                    <a:pt x="251" y="0"/>
                  </a:moveTo>
                  <a:cubicBezTo>
                    <a:pt x="115" y="0"/>
                    <a:pt x="0" y="115"/>
                    <a:pt x="0" y="251"/>
                  </a:cubicBezTo>
                  <a:cubicBezTo>
                    <a:pt x="0" y="387"/>
                    <a:pt x="115" y="503"/>
                    <a:pt x="251" y="503"/>
                  </a:cubicBezTo>
                  <a:cubicBezTo>
                    <a:pt x="387" y="503"/>
                    <a:pt x="503" y="387"/>
                    <a:pt x="503" y="251"/>
                  </a:cubicBezTo>
                  <a:cubicBezTo>
                    <a:pt x="503"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11"/>
            <p:cNvSpPr/>
            <p:nvPr/>
          </p:nvSpPr>
          <p:spPr>
            <a:xfrm>
              <a:off x="3064375" y="3585650"/>
              <a:ext cx="12375" cy="12575"/>
            </a:xfrm>
            <a:custGeom>
              <a:avLst/>
              <a:gdLst/>
              <a:ahLst/>
              <a:cxnLst/>
              <a:rect l="l" t="t" r="r" b="b"/>
              <a:pathLst>
                <a:path w="495" h="503" extrusionOk="0">
                  <a:moveTo>
                    <a:pt x="243" y="0"/>
                  </a:moveTo>
                  <a:cubicBezTo>
                    <a:pt x="107" y="0"/>
                    <a:pt x="1" y="115"/>
                    <a:pt x="1" y="251"/>
                  </a:cubicBezTo>
                  <a:cubicBezTo>
                    <a:pt x="1" y="387"/>
                    <a:pt x="107" y="503"/>
                    <a:pt x="243" y="503"/>
                  </a:cubicBezTo>
                  <a:cubicBezTo>
                    <a:pt x="388" y="503"/>
                    <a:pt x="495" y="387"/>
                    <a:pt x="495" y="251"/>
                  </a:cubicBezTo>
                  <a:cubicBezTo>
                    <a:pt x="495" y="115"/>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11"/>
            <p:cNvSpPr/>
            <p:nvPr/>
          </p:nvSpPr>
          <p:spPr>
            <a:xfrm>
              <a:off x="3156125" y="358565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11"/>
            <p:cNvSpPr/>
            <p:nvPr/>
          </p:nvSpPr>
          <p:spPr>
            <a:xfrm>
              <a:off x="3247875" y="3585650"/>
              <a:ext cx="12575" cy="12575"/>
            </a:xfrm>
            <a:custGeom>
              <a:avLst/>
              <a:gdLst/>
              <a:ahLst/>
              <a:cxnLst/>
              <a:rect l="l" t="t" r="r" b="b"/>
              <a:pathLst>
                <a:path w="503"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11"/>
            <p:cNvSpPr/>
            <p:nvPr/>
          </p:nvSpPr>
          <p:spPr>
            <a:xfrm>
              <a:off x="3339850" y="3585650"/>
              <a:ext cx="12525" cy="12575"/>
            </a:xfrm>
            <a:custGeom>
              <a:avLst/>
              <a:gdLst/>
              <a:ahLst/>
              <a:cxnLst/>
              <a:rect l="l" t="t" r="r" b="b"/>
              <a:pathLst>
                <a:path w="501" h="503" extrusionOk="0">
                  <a:moveTo>
                    <a:pt x="251" y="0"/>
                  </a:moveTo>
                  <a:cubicBezTo>
                    <a:pt x="107" y="0"/>
                    <a:pt x="0" y="115"/>
                    <a:pt x="0" y="251"/>
                  </a:cubicBezTo>
                  <a:cubicBezTo>
                    <a:pt x="0" y="387"/>
                    <a:pt x="107" y="503"/>
                    <a:pt x="251" y="503"/>
                  </a:cubicBezTo>
                  <a:cubicBezTo>
                    <a:pt x="387" y="503"/>
                    <a:pt x="501" y="387"/>
                    <a:pt x="501" y="251"/>
                  </a:cubicBezTo>
                  <a:cubicBezTo>
                    <a:pt x="501"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11"/>
            <p:cNvSpPr/>
            <p:nvPr/>
          </p:nvSpPr>
          <p:spPr>
            <a:xfrm>
              <a:off x="3431575" y="358565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11"/>
            <p:cNvSpPr/>
            <p:nvPr/>
          </p:nvSpPr>
          <p:spPr>
            <a:xfrm>
              <a:off x="3523550" y="3585650"/>
              <a:ext cx="12375" cy="12575"/>
            </a:xfrm>
            <a:custGeom>
              <a:avLst/>
              <a:gdLst/>
              <a:ahLst/>
              <a:cxnLst/>
              <a:rect l="l" t="t" r="r" b="b"/>
              <a:pathLst>
                <a:path w="495" h="503" extrusionOk="0">
                  <a:moveTo>
                    <a:pt x="250" y="0"/>
                  </a:moveTo>
                  <a:cubicBezTo>
                    <a:pt x="107" y="0"/>
                    <a:pt x="0" y="115"/>
                    <a:pt x="0" y="251"/>
                  </a:cubicBezTo>
                  <a:cubicBezTo>
                    <a:pt x="0" y="387"/>
                    <a:pt x="107" y="503"/>
                    <a:pt x="250" y="503"/>
                  </a:cubicBezTo>
                  <a:cubicBezTo>
                    <a:pt x="388" y="503"/>
                    <a:pt x="494" y="387"/>
                    <a:pt x="494" y="251"/>
                  </a:cubicBezTo>
                  <a:cubicBezTo>
                    <a:pt x="494" y="115"/>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11"/>
            <p:cNvSpPr/>
            <p:nvPr/>
          </p:nvSpPr>
          <p:spPr>
            <a:xfrm>
              <a:off x="676400" y="3677600"/>
              <a:ext cx="12600" cy="12375"/>
            </a:xfrm>
            <a:custGeom>
              <a:avLst/>
              <a:gdLst/>
              <a:ahLst/>
              <a:cxnLst/>
              <a:rect l="l" t="t" r="r" b="b"/>
              <a:pathLst>
                <a:path w="504" h="495" extrusionOk="0">
                  <a:moveTo>
                    <a:pt x="252" y="1"/>
                  </a:moveTo>
                  <a:cubicBezTo>
                    <a:pt x="116" y="1"/>
                    <a:pt x="1" y="107"/>
                    <a:pt x="1" y="243"/>
                  </a:cubicBezTo>
                  <a:cubicBezTo>
                    <a:pt x="1" y="388"/>
                    <a:pt x="116" y="495"/>
                    <a:pt x="252" y="495"/>
                  </a:cubicBezTo>
                  <a:cubicBezTo>
                    <a:pt x="388" y="495"/>
                    <a:pt x="503" y="388"/>
                    <a:pt x="503" y="243"/>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11"/>
            <p:cNvSpPr/>
            <p:nvPr/>
          </p:nvSpPr>
          <p:spPr>
            <a:xfrm>
              <a:off x="768325" y="3677600"/>
              <a:ext cx="12400" cy="12375"/>
            </a:xfrm>
            <a:custGeom>
              <a:avLst/>
              <a:gdLst/>
              <a:ahLst/>
              <a:cxnLst/>
              <a:rect l="l" t="t" r="r" b="b"/>
              <a:pathLst>
                <a:path w="496" h="495" extrusionOk="0">
                  <a:moveTo>
                    <a:pt x="245" y="1"/>
                  </a:moveTo>
                  <a:cubicBezTo>
                    <a:pt x="109" y="1"/>
                    <a:pt x="0" y="107"/>
                    <a:pt x="0" y="243"/>
                  </a:cubicBezTo>
                  <a:cubicBezTo>
                    <a:pt x="0" y="388"/>
                    <a:pt x="109" y="495"/>
                    <a:pt x="245" y="495"/>
                  </a:cubicBezTo>
                  <a:cubicBezTo>
                    <a:pt x="388" y="495"/>
                    <a:pt x="496" y="388"/>
                    <a:pt x="496" y="243"/>
                  </a:cubicBezTo>
                  <a:cubicBezTo>
                    <a:pt x="496" y="107"/>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11"/>
            <p:cNvSpPr/>
            <p:nvPr/>
          </p:nvSpPr>
          <p:spPr>
            <a:xfrm>
              <a:off x="860125" y="3677600"/>
              <a:ext cx="12525" cy="12375"/>
            </a:xfrm>
            <a:custGeom>
              <a:avLst/>
              <a:gdLst/>
              <a:ahLst/>
              <a:cxnLst/>
              <a:rect l="l" t="t" r="r" b="b"/>
              <a:pathLst>
                <a:path w="501" h="495" extrusionOk="0">
                  <a:moveTo>
                    <a:pt x="251" y="1"/>
                  </a:moveTo>
                  <a:cubicBezTo>
                    <a:pt x="114" y="1"/>
                    <a:pt x="0" y="107"/>
                    <a:pt x="0" y="243"/>
                  </a:cubicBezTo>
                  <a:cubicBezTo>
                    <a:pt x="0" y="388"/>
                    <a:pt x="114" y="495"/>
                    <a:pt x="251" y="495"/>
                  </a:cubicBezTo>
                  <a:cubicBezTo>
                    <a:pt x="387" y="495"/>
                    <a:pt x="501" y="388"/>
                    <a:pt x="501" y="243"/>
                  </a:cubicBezTo>
                  <a:cubicBezTo>
                    <a:pt x="501"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11"/>
            <p:cNvSpPr/>
            <p:nvPr/>
          </p:nvSpPr>
          <p:spPr>
            <a:xfrm>
              <a:off x="951850" y="3677600"/>
              <a:ext cx="12600" cy="12375"/>
            </a:xfrm>
            <a:custGeom>
              <a:avLst/>
              <a:gdLst/>
              <a:ahLst/>
              <a:cxnLst/>
              <a:rect l="l" t="t" r="r" b="b"/>
              <a:pathLst>
                <a:path w="504" h="495" extrusionOk="0">
                  <a:moveTo>
                    <a:pt x="252" y="1"/>
                  </a:moveTo>
                  <a:cubicBezTo>
                    <a:pt x="116" y="1"/>
                    <a:pt x="1" y="107"/>
                    <a:pt x="1" y="243"/>
                  </a:cubicBezTo>
                  <a:cubicBezTo>
                    <a:pt x="1" y="388"/>
                    <a:pt x="116" y="495"/>
                    <a:pt x="252" y="495"/>
                  </a:cubicBezTo>
                  <a:cubicBezTo>
                    <a:pt x="388" y="495"/>
                    <a:pt x="503" y="388"/>
                    <a:pt x="503" y="243"/>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11"/>
            <p:cNvSpPr/>
            <p:nvPr/>
          </p:nvSpPr>
          <p:spPr>
            <a:xfrm>
              <a:off x="1043825" y="3677600"/>
              <a:ext cx="12375" cy="12375"/>
            </a:xfrm>
            <a:custGeom>
              <a:avLst/>
              <a:gdLst/>
              <a:ahLst/>
              <a:cxnLst/>
              <a:rect l="l" t="t" r="r" b="b"/>
              <a:pathLst>
                <a:path w="495" h="495" extrusionOk="0">
                  <a:moveTo>
                    <a:pt x="250" y="1"/>
                  </a:moveTo>
                  <a:cubicBezTo>
                    <a:pt x="107" y="1"/>
                    <a:pt x="0" y="107"/>
                    <a:pt x="0" y="243"/>
                  </a:cubicBezTo>
                  <a:cubicBezTo>
                    <a:pt x="0" y="388"/>
                    <a:pt x="107" y="495"/>
                    <a:pt x="250" y="495"/>
                  </a:cubicBezTo>
                  <a:cubicBezTo>
                    <a:pt x="388" y="495"/>
                    <a:pt x="494" y="388"/>
                    <a:pt x="494" y="243"/>
                  </a:cubicBezTo>
                  <a:cubicBezTo>
                    <a:pt x="494" y="107"/>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11"/>
            <p:cNvSpPr/>
            <p:nvPr/>
          </p:nvSpPr>
          <p:spPr>
            <a:xfrm>
              <a:off x="1135575" y="3677600"/>
              <a:ext cx="12575" cy="12375"/>
            </a:xfrm>
            <a:custGeom>
              <a:avLst/>
              <a:gdLst/>
              <a:ahLst/>
              <a:cxnLst/>
              <a:rect l="l" t="t" r="r" b="b"/>
              <a:pathLst>
                <a:path w="503" h="495" extrusionOk="0">
                  <a:moveTo>
                    <a:pt x="252" y="1"/>
                  </a:moveTo>
                  <a:cubicBezTo>
                    <a:pt x="116" y="1"/>
                    <a:pt x="0" y="107"/>
                    <a:pt x="0" y="243"/>
                  </a:cubicBezTo>
                  <a:cubicBezTo>
                    <a:pt x="0" y="388"/>
                    <a:pt x="116" y="495"/>
                    <a:pt x="252" y="495"/>
                  </a:cubicBezTo>
                  <a:cubicBezTo>
                    <a:pt x="387" y="495"/>
                    <a:pt x="503" y="388"/>
                    <a:pt x="503" y="243"/>
                  </a:cubicBezTo>
                  <a:cubicBezTo>
                    <a:pt x="503" y="107"/>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11"/>
            <p:cNvSpPr/>
            <p:nvPr/>
          </p:nvSpPr>
          <p:spPr>
            <a:xfrm>
              <a:off x="1227500" y="3677600"/>
              <a:ext cx="12400" cy="12375"/>
            </a:xfrm>
            <a:custGeom>
              <a:avLst/>
              <a:gdLst/>
              <a:ahLst/>
              <a:cxnLst/>
              <a:rect l="l" t="t" r="r" b="b"/>
              <a:pathLst>
                <a:path w="496" h="495" extrusionOk="0">
                  <a:moveTo>
                    <a:pt x="251" y="1"/>
                  </a:moveTo>
                  <a:cubicBezTo>
                    <a:pt x="109" y="1"/>
                    <a:pt x="0" y="107"/>
                    <a:pt x="0" y="243"/>
                  </a:cubicBezTo>
                  <a:cubicBezTo>
                    <a:pt x="0" y="388"/>
                    <a:pt x="109" y="495"/>
                    <a:pt x="251" y="495"/>
                  </a:cubicBezTo>
                  <a:cubicBezTo>
                    <a:pt x="387" y="495"/>
                    <a:pt x="496" y="388"/>
                    <a:pt x="496" y="243"/>
                  </a:cubicBezTo>
                  <a:cubicBezTo>
                    <a:pt x="496"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11"/>
            <p:cNvSpPr/>
            <p:nvPr/>
          </p:nvSpPr>
          <p:spPr>
            <a:xfrm>
              <a:off x="1319275" y="3677600"/>
              <a:ext cx="12550" cy="12375"/>
            </a:xfrm>
            <a:custGeom>
              <a:avLst/>
              <a:gdLst/>
              <a:ahLst/>
              <a:cxnLst/>
              <a:rect l="l" t="t" r="r" b="b"/>
              <a:pathLst>
                <a:path w="502" h="495" extrusionOk="0">
                  <a:moveTo>
                    <a:pt x="252" y="1"/>
                  </a:moveTo>
                  <a:cubicBezTo>
                    <a:pt x="114" y="1"/>
                    <a:pt x="1" y="107"/>
                    <a:pt x="1" y="243"/>
                  </a:cubicBezTo>
                  <a:cubicBezTo>
                    <a:pt x="1" y="388"/>
                    <a:pt x="114" y="495"/>
                    <a:pt x="252" y="495"/>
                  </a:cubicBezTo>
                  <a:cubicBezTo>
                    <a:pt x="388" y="495"/>
                    <a:pt x="501" y="388"/>
                    <a:pt x="501" y="243"/>
                  </a:cubicBezTo>
                  <a:cubicBezTo>
                    <a:pt x="501"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11"/>
            <p:cNvSpPr/>
            <p:nvPr/>
          </p:nvSpPr>
          <p:spPr>
            <a:xfrm>
              <a:off x="1411200" y="3677600"/>
              <a:ext cx="12425" cy="12375"/>
            </a:xfrm>
            <a:custGeom>
              <a:avLst/>
              <a:gdLst/>
              <a:ahLst/>
              <a:cxnLst/>
              <a:rect l="l" t="t" r="r" b="b"/>
              <a:pathLst>
                <a:path w="497" h="495" extrusionOk="0">
                  <a:moveTo>
                    <a:pt x="245" y="1"/>
                  </a:moveTo>
                  <a:cubicBezTo>
                    <a:pt x="109" y="1"/>
                    <a:pt x="1" y="107"/>
                    <a:pt x="1" y="243"/>
                  </a:cubicBezTo>
                  <a:cubicBezTo>
                    <a:pt x="1" y="388"/>
                    <a:pt x="109" y="495"/>
                    <a:pt x="245" y="495"/>
                  </a:cubicBezTo>
                  <a:cubicBezTo>
                    <a:pt x="388" y="495"/>
                    <a:pt x="496" y="388"/>
                    <a:pt x="496" y="243"/>
                  </a:cubicBezTo>
                  <a:cubicBezTo>
                    <a:pt x="496" y="107"/>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11"/>
            <p:cNvSpPr/>
            <p:nvPr/>
          </p:nvSpPr>
          <p:spPr>
            <a:xfrm>
              <a:off x="1503000" y="3677600"/>
              <a:ext cx="12525" cy="12375"/>
            </a:xfrm>
            <a:custGeom>
              <a:avLst/>
              <a:gdLst/>
              <a:ahLst/>
              <a:cxnLst/>
              <a:rect l="l" t="t" r="r" b="b"/>
              <a:pathLst>
                <a:path w="501" h="495" extrusionOk="0">
                  <a:moveTo>
                    <a:pt x="250" y="1"/>
                  </a:moveTo>
                  <a:cubicBezTo>
                    <a:pt x="114" y="1"/>
                    <a:pt x="0" y="107"/>
                    <a:pt x="0" y="243"/>
                  </a:cubicBezTo>
                  <a:cubicBezTo>
                    <a:pt x="0" y="388"/>
                    <a:pt x="114" y="495"/>
                    <a:pt x="250" y="495"/>
                  </a:cubicBezTo>
                  <a:cubicBezTo>
                    <a:pt x="387" y="495"/>
                    <a:pt x="501" y="388"/>
                    <a:pt x="501" y="243"/>
                  </a:cubicBezTo>
                  <a:cubicBezTo>
                    <a:pt x="501" y="107"/>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11"/>
            <p:cNvSpPr/>
            <p:nvPr/>
          </p:nvSpPr>
          <p:spPr>
            <a:xfrm>
              <a:off x="1594750" y="3677600"/>
              <a:ext cx="12575" cy="12375"/>
            </a:xfrm>
            <a:custGeom>
              <a:avLst/>
              <a:gdLst/>
              <a:ahLst/>
              <a:cxnLst/>
              <a:rect l="l" t="t" r="r" b="b"/>
              <a:pathLst>
                <a:path w="503" h="495" extrusionOk="0">
                  <a:moveTo>
                    <a:pt x="251" y="1"/>
                  </a:moveTo>
                  <a:cubicBezTo>
                    <a:pt x="115" y="1"/>
                    <a:pt x="0" y="107"/>
                    <a:pt x="0" y="243"/>
                  </a:cubicBezTo>
                  <a:cubicBezTo>
                    <a:pt x="0" y="388"/>
                    <a:pt x="115" y="495"/>
                    <a:pt x="251" y="495"/>
                  </a:cubicBezTo>
                  <a:cubicBezTo>
                    <a:pt x="394" y="495"/>
                    <a:pt x="503" y="388"/>
                    <a:pt x="503" y="243"/>
                  </a:cubicBezTo>
                  <a:cubicBezTo>
                    <a:pt x="503" y="107"/>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11"/>
            <p:cNvSpPr/>
            <p:nvPr/>
          </p:nvSpPr>
          <p:spPr>
            <a:xfrm>
              <a:off x="1686650" y="3677600"/>
              <a:ext cx="12600" cy="12375"/>
            </a:xfrm>
            <a:custGeom>
              <a:avLst/>
              <a:gdLst/>
              <a:ahLst/>
              <a:cxnLst/>
              <a:rect l="l" t="t" r="r" b="b"/>
              <a:pathLst>
                <a:path w="504" h="495" extrusionOk="0">
                  <a:moveTo>
                    <a:pt x="252" y="1"/>
                  </a:moveTo>
                  <a:cubicBezTo>
                    <a:pt x="116" y="1"/>
                    <a:pt x="1" y="107"/>
                    <a:pt x="1" y="243"/>
                  </a:cubicBezTo>
                  <a:cubicBezTo>
                    <a:pt x="1" y="388"/>
                    <a:pt x="116" y="495"/>
                    <a:pt x="252" y="495"/>
                  </a:cubicBezTo>
                  <a:cubicBezTo>
                    <a:pt x="388" y="495"/>
                    <a:pt x="503" y="388"/>
                    <a:pt x="503" y="243"/>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11"/>
            <p:cNvSpPr/>
            <p:nvPr/>
          </p:nvSpPr>
          <p:spPr>
            <a:xfrm>
              <a:off x="1778450" y="3677600"/>
              <a:ext cx="12550" cy="12375"/>
            </a:xfrm>
            <a:custGeom>
              <a:avLst/>
              <a:gdLst/>
              <a:ahLst/>
              <a:cxnLst/>
              <a:rect l="l" t="t" r="r" b="b"/>
              <a:pathLst>
                <a:path w="502" h="495" extrusionOk="0">
                  <a:moveTo>
                    <a:pt x="252" y="1"/>
                  </a:moveTo>
                  <a:cubicBezTo>
                    <a:pt x="114" y="1"/>
                    <a:pt x="1" y="107"/>
                    <a:pt x="1" y="243"/>
                  </a:cubicBezTo>
                  <a:cubicBezTo>
                    <a:pt x="1" y="388"/>
                    <a:pt x="114" y="495"/>
                    <a:pt x="252" y="495"/>
                  </a:cubicBezTo>
                  <a:cubicBezTo>
                    <a:pt x="388" y="495"/>
                    <a:pt x="501" y="388"/>
                    <a:pt x="501" y="243"/>
                  </a:cubicBezTo>
                  <a:cubicBezTo>
                    <a:pt x="501"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11"/>
            <p:cNvSpPr/>
            <p:nvPr/>
          </p:nvSpPr>
          <p:spPr>
            <a:xfrm>
              <a:off x="1870375" y="3677600"/>
              <a:ext cx="12400" cy="12375"/>
            </a:xfrm>
            <a:custGeom>
              <a:avLst/>
              <a:gdLst/>
              <a:ahLst/>
              <a:cxnLst/>
              <a:rect l="l" t="t" r="r" b="b"/>
              <a:pathLst>
                <a:path w="496" h="495" extrusionOk="0">
                  <a:moveTo>
                    <a:pt x="252" y="1"/>
                  </a:moveTo>
                  <a:cubicBezTo>
                    <a:pt x="109" y="1"/>
                    <a:pt x="0" y="107"/>
                    <a:pt x="0" y="243"/>
                  </a:cubicBezTo>
                  <a:cubicBezTo>
                    <a:pt x="0" y="388"/>
                    <a:pt x="109" y="495"/>
                    <a:pt x="252" y="495"/>
                  </a:cubicBezTo>
                  <a:cubicBezTo>
                    <a:pt x="387" y="495"/>
                    <a:pt x="496" y="388"/>
                    <a:pt x="496" y="243"/>
                  </a:cubicBezTo>
                  <a:cubicBezTo>
                    <a:pt x="496" y="107"/>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11"/>
            <p:cNvSpPr/>
            <p:nvPr/>
          </p:nvSpPr>
          <p:spPr>
            <a:xfrm>
              <a:off x="1962150" y="3677600"/>
              <a:ext cx="12550" cy="12375"/>
            </a:xfrm>
            <a:custGeom>
              <a:avLst/>
              <a:gdLst/>
              <a:ahLst/>
              <a:cxnLst/>
              <a:rect l="l" t="t" r="r" b="b"/>
              <a:pathLst>
                <a:path w="502" h="495" extrusionOk="0">
                  <a:moveTo>
                    <a:pt x="250" y="1"/>
                  </a:moveTo>
                  <a:cubicBezTo>
                    <a:pt x="114" y="1"/>
                    <a:pt x="1" y="107"/>
                    <a:pt x="1" y="243"/>
                  </a:cubicBezTo>
                  <a:cubicBezTo>
                    <a:pt x="1" y="388"/>
                    <a:pt x="114" y="495"/>
                    <a:pt x="250" y="495"/>
                  </a:cubicBezTo>
                  <a:cubicBezTo>
                    <a:pt x="388" y="495"/>
                    <a:pt x="502" y="388"/>
                    <a:pt x="502" y="243"/>
                  </a:cubicBezTo>
                  <a:cubicBezTo>
                    <a:pt x="502" y="107"/>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11"/>
            <p:cNvSpPr/>
            <p:nvPr/>
          </p:nvSpPr>
          <p:spPr>
            <a:xfrm>
              <a:off x="2054075" y="3677600"/>
              <a:ext cx="12425" cy="12375"/>
            </a:xfrm>
            <a:custGeom>
              <a:avLst/>
              <a:gdLst/>
              <a:ahLst/>
              <a:cxnLst/>
              <a:rect l="l" t="t" r="r" b="b"/>
              <a:pathLst>
                <a:path w="497" h="495" extrusionOk="0">
                  <a:moveTo>
                    <a:pt x="252" y="1"/>
                  </a:moveTo>
                  <a:cubicBezTo>
                    <a:pt x="109" y="1"/>
                    <a:pt x="1" y="107"/>
                    <a:pt x="1" y="243"/>
                  </a:cubicBezTo>
                  <a:cubicBezTo>
                    <a:pt x="1" y="388"/>
                    <a:pt x="109" y="495"/>
                    <a:pt x="252" y="495"/>
                  </a:cubicBezTo>
                  <a:cubicBezTo>
                    <a:pt x="388" y="495"/>
                    <a:pt x="496" y="388"/>
                    <a:pt x="496" y="243"/>
                  </a:cubicBezTo>
                  <a:cubicBezTo>
                    <a:pt x="496"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11"/>
            <p:cNvSpPr/>
            <p:nvPr/>
          </p:nvSpPr>
          <p:spPr>
            <a:xfrm>
              <a:off x="2145825" y="3677600"/>
              <a:ext cx="12600" cy="12375"/>
            </a:xfrm>
            <a:custGeom>
              <a:avLst/>
              <a:gdLst/>
              <a:ahLst/>
              <a:cxnLst/>
              <a:rect l="l" t="t" r="r" b="b"/>
              <a:pathLst>
                <a:path w="504" h="495" extrusionOk="0">
                  <a:moveTo>
                    <a:pt x="252" y="1"/>
                  </a:moveTo>
                  <a:cubicBezTo>
                    <a:pt x="116" y="1"/>
                    <a:pt x="1" y="107"/>
                    <a:pt x="1" y="243"/>
                  </a:cubicBezTo>
                  <a:cubicBezTo>
                    <a:pt x="1" y="388"/>
                    <a:pt x="116" y="495"/>
                    <a:pt x="252" y="495"/>
                  </a:cubicBezTo>
                  <a:cubicBezTo>
                    <a:pt x="388" y="495"/>
                    <a:pt x="503" y="388"/>
                    <a:pt x="503" y="243"/>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11"/>
            <p:cNvSpPr/>
            <p:nvPr/>
          </p:nvSpPr>
          <p:spPr>
            <a:xfrm>
              <a:off x="2237800" y="3677600"/>
              <a:ext cx="12350" cy="12375"/>
            </a:xfrm>
            <a:custGeom>
              <a:avLst/>
              <a:gdLst/>
              <a:ahLst/>
              <a:cxnLst/>
              <a:rect l="l" t="t" r="r" b="b"/>
              <a:pathLst>
                <a:path w="494" h="495" extrusionOk="0">
                  <a:moveTo>
                    <a:pt x="244" y="1"/>
                  </a:moveTo>
                  <a:cubicBezTo>
                    <a:pt x="107" y="1"/>
                    <a:pt x="0" y="107"/>
                    <a:pt x="0" y="243"/>
                  </a:cubicBezTo>
                  <a:cubicBezTo>
                    <a:pt x="0" y="388"/>
                    <a:pt x="107" y="495"/>
                    <a:pt x="244" y="495"/>
                  </a:cubicBezTo>
                  <a:cubicBezTo>
                    <a:pt x="387" y="495"/>
                    <a:pt x="494" y="388"/>
                    <a:pt x="494" y="243"/>
                  </a:cubicBezTo>
                  <a:cubicBezTo>
                    <a:pt x="494" y="107"/>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11"/>
            <p:cNvSpPr/>
            <p:nvPr/>
          </p:nvSpPr>
          <p:spPr>
            <a:xfrm>
              <a:off x="2329550" y="3677600"/>
              <a:ext cx="12575" cy="12375"/>
            </a:xfrm>
            <a:custGeom>
              <a:avLst/>
              <a:gdLst/>
              <a:ahLst/>
              <a:cxnLst/>
              <a:rect l="l" t="t" r="r" b="b"/>
              <a:pathLst>
                <a:path w="503" h="495" extrusionOk="0">
                  <a:moveTo>
                    <a:pt x="251" y="1"/>
                  </a:moveTo>
                  <a:cubicBezTo>
                    <a:pt x="115" y="1"/>
                    <a:pt x="0" y="107"/>
                    <a:pt x="0" y="243"/>
                  </a:cubicBezTo>
                  <a:cubicBezTo>
                    <a:pt x="0" y="388"/>
                    <a:pt x="115" y="495"/>
                    <a:pt x="251" y="495"/>
                  </a:cubicBezTo>
                  <a:cubicBezTo>
                    <a:pt x="387" y="495"/>
                    <a:pt x="502" y="388"/>
                    <a:pt x="502" y="243"/>
                  </a:cubicBezTo>
                  <a:cubicBezTo>
                    <a:pt x="502"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11"/>
            <p:cNvSpPr/>
            <p:nvPr/>
          </p:nvSpPr>
          <p:spPr>
            <a:xfrm>
              <a:off x="2421325" y="3677600"/>
              <a:ext cx="12550" cy="12375"/>
            </a:xfrm>
            <a:custGeom>
              <a:avLst/>
              <a:gdLst/>
              <a:ahLst/>
              <a:cxnLst/>
              <a:rect l="l" t="t" r="r" b="b"/>
              <a:pathLst>
                <a:path w="502" h="495" extrusionOk="0">
                  <a:moveTo>
                    <a:pt x="250" y="1"/>
                  </a:moveTo>
                  <a:cubicBezTo>
                    <a:pt x="114" y="1"/>
                    <a:pt x="1" y="107"/>
                    <a:pt x="1" y="243"/>
                  </a:cubicBezTo>
                  <a:cubicBezTo>
                    <a:pt x="1" y="388"/>
                    <a:pt x="114" y="495"/>
                    <a:pt x="250" y="495"/>
                  </a:cubicBezTo>
                  <a:cubicBezTo>
                    <a:pt x="395" y="495"/>
                    <a:pt x="501" y="388"/>
                    <a:pt x="501" y="243"/>
                  </a:cubicBezTo>
                  <a:cubicBezTo>
                    <a:pt x="501" y="107"/>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11"/>
            <p:cNvSpPr/>
            <p:nvPr/>
          </p:nvSpPr>
          <p:spPr>
            <a:xfrm>
              <a:off x="2513250" y="3677600"/>
              <a:ext cx="12575" cy="12375"/>
            </a:xfrm>
            <a:custGeom>
              <a:avLst/>
              <a:gdLst/>
              <a:ahLst/>
              <a:cxnLst/>
              <a:rect l="l" t="t" r="r" b="b"/>
              <a:pathLst>
                <a:path w="503" h="495" extrusionOk="0">
                  <a:moveTo>
                    <a:pt x="252" y="1"/>
                  </a:moveTo>
                  <a:cubicBezTo>
                    <a:pt x="109" y="1"/>
                    <a:pt x="0" y="107"/>
                    <a:pt x="0" y="243"/>
                  </a:cubicBezTo>
                  <a:cubicBezTo>
                    <a:pt x="0" y="388"/>
                    <a:pt x="109" y="495"/>
                    <a:pt x="252" y="495"/>
                  </a:cubicBezTo>
                  <a:cubicBezTo>
                    <a:pt x="388" y="495"/>
                    <a:pt x="503" y="388"/>
                    <a:pt x="503" y="243"/>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11"/>
            <p:cNvSpPr/>
            <p:nvPr/>
          </p:nvSpPr>
          <p:spPr>
            <a:xfrm>
              <a:off x="2605000" y="3677600"/>
              <a:ext cx="12575" cy="12375"/>
            </a:xfrm>
            <a:custGeom>
              <a:avLst/>
              <a:gdLst/>
              <a:ahLst/>
              <a:cxnLst/>
              <a:rect l="l" t="t" r="r" b="b"/>
              <a:pathLst>
                <a:path w="503" h="495" extrusionOk="0">
                  <a:moveTo>
                    <a:pt x="252" y="1"/>
                  </a:moveTo>
                  <a:cubicBezTo>
                    <a:pt x="116" y="1"/>
                    <a:pt x="0" y="107"/>
                    <a:pt x="0" y="243"/>
                  </a:cubicBezTo>
                  <a:cubicBezTo>
                    <a:pt x="0" y="388"/>
                    <a:pt x="116" y="495"/>
                    <a:pt x="252" y="495"/>
                  </a:cubicBezTo>
                  <a:cubicBezTo>
                    <a:pt x="387" y="495"/>
                    <a:pt x="503" y="388"/>
                    <a:pt x="503" y="243"/>
                  </a:cubicBezTo>
                  <a:cubicBezTo>
                    <a:pt x="503" y="107"/>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11"/>
            <p:cNvSpPr/>
            <p:nvPr/>
          </p:nvSpPr>
          <p:spPr>
            <a:xfrm>
              <a:off x="2696950" y="3677600"/>
              <a:ext cx="12375" cy="12375"/>
            </a:xfrm>
            <a:custGeom>
              <a:avLst/>
              <a:gdLst/>
              <a:ahLst/>
              <a:cxnLst/>
              <a:rect l="l" t="t" r="r" b="b"/>
              <a:pathLst>
                <a:path w="495" h="495" extrusionOk="0">
                  <a:moveTo>
                    <a:pt x="252" y="1"/>
                  </a:moveTo>
                  <a:cubicBezTo>
                    <a:pt x="108" y="1"/>
                    <a:pt x="1" y="107"/>
                    <a:pt x="1" y="243"/>
                  </a:cubicBezTo>
                  <a:cubicBezTo>
                    <a:pt x="1" y="388"/>
                    <a:pt x="108" y="495"/>
                    <a:pt x="252" y="495"/>
                  </a:cubicBezTo>
                  <a:cubicBezTo>
                    <a:pt x="388" y="495"/>
                    <a:pt x="495" y="388"/>
                    <a:pt x="495" y="243"/>
                  </a:cubicBezTo>
                  <a:cubicBezTo>
                    <a:pt x="495"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11"/>
            <p:cNvSpPr/>
            <p:nvPr/>
          </p:nvSpPr>
          <p:spPr>
            <a:xfrm>
              <a:off x="2788700" y="3677600"/>
              <a:ext cx="12600" cy="12375"/>
            </a:xfrm>
            <a:custGeom>
              <a:avLst/>
              <a:gdLst/>
              <a:ahLst/>
              <a:cxnLst/>
              <a:rect l="l" t="t" r="r" b="b"/>
              <a:pathLst>
                <a:path w="504" h="495" extrusionOk="0">
                  <a:moveTo>
                    <a:pt x="252" y="1"/>
                  </a:moveTo>
                  <a:cubicBezTo>
                    <a:pt x="116" y="1"/>
                    <a:pt x="1" y="107"/>
                    <a:pt x="1" y="243"/>
                  </a:cubicBezTo>
                  <a:cubicBezTo>
                    <a:pt x="1" y="388"/>
                    <a:pt x="116" y="495"/>
                    <a:pt x="252" y="495"/>
                  </a:cubicBezTo>
                  <a:cubicBezTo>
                    <a:pt x="388" y="495"/>
                    <a:pt x="503" y="388"/>
                    <a:pt x="503" y="243"/>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11"/>
            <p:cNvSpPr/>
            <p:nvPr/>
          </p:nvSpPr>
          <p:spPr>
            <a:xfrm>
              <a:off x="2880675" y="3677600"/>
              <a:ext cx="12375" cy="12375"/>
            </a:xfrm>
            <a:custGeom>
              <a:avLst/>
              <a:gdLst/>
              <a:ahLst/>
              <a:cxnLst/>
              <a:rect l="l" t="t" r="r" b="b"/>
              <a:pathLst>
                <a:path w="495" h="495" extrusionOk="0">
                  <a:moveTo>
                    <a:pt x="243" y="1"/>
                  </a:moveTo>
                  <a:cubicBezTo>
                    <a:pt x="107" y="1"/>
                    <a:pt x="0" y="107"/>
                    <a:pt x="0" y="243"/>
                  </a:cubicBezTo>
                  <a:cubicBezTo>
                    <a:pt x="0" y="388"/>
                    <a:pt x="107" y="495"/>
                    <a:pt x="243" y="495"/>
                  </a:cubicBezTo>
                  <a:cubicBezTo>
                    <a:pt x="387" y="495"/>
                    <a:pt x="494" y="388"/>
                    <a:pt x="494" y="243"/>
                  </a:cubicBezTo>
                  <a:cubicBezTo>
                    <a:pt x="494" y="107"/>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11"/>
            <p:cNvSpPr/>
            <p:nvPr/>
          </p:nvSpPr>
          <p:spPr>
            <a:xfrm>
              <a:off x="2972425" y="3677600"/>
              <a:ext cx="12575" cy="12375"/>
            </a:xfrm>
            <a:custGeom>
              <a:avLst/>
              <a:gdLst/>
              <a:ahLst/>
              <a:cxnLst/>
              <a:rect l="l" t="t" r="r" b="b"/>
              <a:pathLst>
                <a:path w="503" h="495" extrusionOk="0">
                  <a:moveTo>
                    <a:pt x="251" y="1"/>
                  </a:moveTo>
                  <a:cubicBezTo>
                    <a:pt x="115" y="1"/>
                    <a:pt x="0" y="107"/>
                    <a:pt x="0" y="243"/>
                  </a:cubicBezTo>
                  <a:cubicBezTo>
                    <a:pt x="0" y="388"/>
                    <a:pt x="115" y="495"/>
                    <a:pt x="251" y="495"/>
                  </a:cubicBezTo>
                  <a:cubicBezTo>
                    <a:pt x="387" y="495"/>
                    <a:pt x="503" y="388"/>
                    <a:pt x="503" y="243"/>
                  </a:cubicBezTo>
                  <a:cubicBezTo>
                    <a:pt x="503"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11"/>
            <p:cNvSpPr/>
            <p:nvPr/>
          </p:nvSpPr>
          <p:spPr>
            <a:xfrm>
              <a:off x="3064375" y="3677600"/>
              <a:ext cx="12375" cy="12375"/>
            </a:xfrm>
            <a:custGeom>
              <a:avLst/>
              <a:gdLst/>
              <a:ahLst/>
              <a:cxnLst/>
              <a:rect l="l" t="t" r="r" b="b"/>
              <a:pathLst>
                <a:path w="495" h="495" extrusionOk="0">
                  <a:moveTo>
                    <a:pt x="243" y="1"/>
                  </a:moveTo>
                  <a:cubicBezTo>
                    <a:pt x="107" y="1"/>
                    <a:pt x="1" y="107"/>
                    <a:pt x="1" y="243"/>
                  </a:cubicBezTo>
                  <a:cubicBezTo>
                    <a:pt x="1" y="388"/>
                    <a:pt x="107" y="495"/>
                    <a:pt x="243" y="495"/>
                  </a:cubicBezTo>
                  <a:cubicBezTo>
                    <a:pt x="388" y="495"/>
                    <a:pt x="495" y="388"/>
                    <a:pt x="495" y="243"/>
                  </a:cubicBezTo>
                  <a:cubicBezTo>
                    <a:pt x="495" y="107"/>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11"/>
            <p:cNvSpPr/>
            <p:nvPr/>
          </p:nvSpPr>
          <p:spPr>
            <a:xfrm>
              <a:off x="3156125" y="3677600"/>
              <a:ext cx="12600" cy="12375"/>
            </a:xfrm>
            <a:custGeom>
              <a:avLst/>
              <a:gdLst/>
              <a:ahLst/>
              <a:cxnLst/>
              <a:rect l="l" t="t" r="r" b="b"/>
              <a:pathLst>
                <a:path w="504" h="495" extrusionOk="0">
                  <a:moveTo>
                    <a:pt x="252" y="1"/>
                  </a:moveTo>
                  <a:cubicBezTo>
                    <a:pt x="116" y="1"/>
                    <a:pt x="1" y="107"/>
                    <a:pt x="1" y="243"/>
                  </a:cubicBezTo>
                  <a:cubicBezTo>
                    <a:pt x="1" y="388"/>
                    <a:pt x="116" y="495"/>
                    <a:pt x="252" y="495"/>
                  </a:cubicBezTo>
                  <a:cubicBezTo>
                    <a:pt x="388" y="495"/>
                    <a:pt x="503" y="388"/>
                    <a:pt x="503" y="243"/>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11"/>
            <p:cNvSpPr/>
            <p:nvPr/>
          </p:nvSpPr>
          <p:spPr>
            <a:xfrm>
              <a:off x="3247875" y="3677600"/>
              <a:ext cx="12575" cy="12375"/>
            </a:xfrm>
            <a:custGeom>
              <a:avLst/>
              <a:gdLst/>
              <a:ahLst/>
              <a:cxnLst/>
              <a:rect l="l" t="t" r="r" b="b"/>
              <a:pathLst>
                <a:path w="503" h="495" extrusionOk="0">
                  <a:moveTo>
                    <a:pt x="252" y="1"/>
                  </a:moveTo>
                  <a:cubicBezTo>
                    <a:pt x="116" y="1"/>
                    <a:pt x="1" y="107"/>
                    <a:pt x="1" y="243"/>
                  </a:cubicBezTo>
                  <a:cubicBezTo>
                    <a:pt x="1" y="388"/>
                    <a:pt x="116" y="495"/>
                    <a:pt x="252" y="495"/>
                  </a:cubicBezTo>
                  <a:cubicBezTo>
                    <a:pt x="388" y="495"/>
                    <a:pt x="503" y="388"/>
                    <a:pt x="503" y="243"/>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11"/>
            <p:cNvSpPr/>
            <p:nvPr/>
          </p:nvSpPr>
          <p:spPr>
            <a:xfrm>
              <a:off x="3339850" y="3677600"/>
              <a:ext cx="12525" cy="12375"/>
            </a:xfrm>
            <a:custGeom>
              <a:avLst/>
              <a:gdLst/>
              <a:ahLst/>
              <a:cxnLst/>
              <a:rect l="l" t="t" r="r" b="b"/>
              <a:pathLst>
                <a:path w="501" h="495" extrusionOk="0">
                  <a:moveTo>
                    <a:pt x="251" y="1"/>
                  </a:moveTo>
                  <a:cubicBezTo>
                    <a:pt x="107" y="1"/>
                    <a:pt x="0" y="107"/>
                    <a:pt x="0" y="243"/>
                  </a:cubicBezTo>
                  <a:cubicBezTo>
                    <a:pt x="0" y="388"/>
                    <a:pt x="107" y="495"/>
                    <a:pt x="251" y="495"/>
                  </a:cubicBezTo>
                  <a:cubicBezTo>
                    <a:pt x="387" y="495"/>
                    <a:pt x="501" y="388"/>
                    <a:pt x="501" y="243"/>
                  </a:cubicBezTo>
                  <a:cubicBezTo>
                    <a:pt x="501"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11"/>
            <p:cNvSpPr/>
            <p:nvPr/>
          </p:nvSpPr>
          <p:spPr>
            <a:xfrm>
              <a:off x="3431575" y="3677600"/>
              <a:ext cx="12600" cy="12375"/>
            </a:xfrm>
            <a:custGeom>
              <a:avLst/>
              <a:gdLst/>
              <a:ahLst/>
              <a:cxnLst/>
              <a:rect l="l" t="t" r="r" b="b"/>
              <a:pathLst>
                <a:path w="504" h="495" extrusionOk="0">
                  <a:moveTo>
                    <a:pt x="252" y="1"/>
                  </a:moveTo>
                  <a:cubicBezTo>
                    <a:pt x="116" y="1"/>
                    <a:pt x="1" y="107"/>
                    <a:pt x="1" y="243"/>
                  </a:cubicBezTo>
                  <a:cubicBezTo>
                    <a:pt x="1" y="388"/>
                    <a:pt x="116" y="495"/>
                    <a:pt x="252" y="495"/>
                  </a:cubicBezTo>
                  <a:cubicBezTo>
                    <a:pt x="388" y="495"/>
                    <a:pt x="503" y="388"/>
                    <a:pt x="503" y="243"/>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11"/>
            <p:cNvSpPr/>
            <p:nvPr/>
          </p:nvSpPr>
          <p:spPr>
            <a:xfrm>
              <a:off x="3523550" y="3677600"/>
              <a:ext cx="12375" cy="12375"/>
            </a:xfrm>
            <a:custGeom>
              <a:avLst/>
              <a:gdLst/>
              <a:ahLst/>
              <a:cxnLst/>
              <a:rect l="l" t="t" r="r" b="b"/>
              <a:pathLst>
                <a:path w="495" h="495" extrusionOk="0">
                  <a:moveTo>
                    <a:pt x="250" y="1"/>
                  </a:moveTo>
                  <a:cubicBezTo>
                    <a:pt x="107" y="1"/>
                    <a:pt x="0" y="107"/>
                    <a:pt x="0" y="243"/>
                  </a:cubicBezTo>
                  <a:cubicBezTo>
                    <a:pt x="0" y="388"/>
                    <a:pt x="107" y="495"/>
                    <a:pt x="250" y="495"/>
                  </a:cubicBezTo>
                  <a:cubicBezTo>
                    <a:pt x="388" y="495"/>
                    <a:pt x="494" y="388"/>
                    <a:pt x="494" y="243"/>
                  </a:cubicBezTo>
                  <a:cubicBezTo>
                    <a:pt x="494" y="107"/>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11"/>
            <p:cNvSpPr/>
            <p:nvPr/>
          </p:nvSpPr>
          <p:spPr>
            <a:xfrm>
              <a:off x="676400" y="37693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11"/>
            <p:cNvSpPr/>
            <p:nvPr/>
          </p:nvSpPr>
          <p:spPr>
            <a:xfrm>
              <a:off x="768325" y="3769350"/>
              <a:ext cx="12400" cy="12600"/>
            </a:xfrm>
            <a:custGeom>
              <a:avLst/>
              <a:gdLst/>
              <a:ahLst/>
              <a:cxnLst/>
              <a:rect l="l" t="t" r="r" b="b"/>
              <a:pathLst>
                <a:path w="496" h="504"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11"/>
            <p:cNvSpPr/>
            <p:nvPr/>
          </p:nvSpPr>
          <p:spPr>
            <a:xfrm>
              <a:off x="860125" y="3769350"/>
              <a:ext cx="12525" cy="12600"/>
            </a:xfrm>
            <a:custGeom>
              <a:avLst/>
              <a:gdLst/>
              <a:ahLst/>
              <a:cxnLst/>
              <a:rect l="l" t="t" r="r" b="b"/>
              <a:pathLst>
                <a:path w="501" h="504"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11"/>
            <p:cNvSpPr/>
            <p:nvPr/>
          </p:nvSpPr>
          <p:spPr>
            <a:xfrm>
              <a:off x="951850" y="37693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11"/>
            <p:cNvSpPr/>
            <p:nvPr/>
          </p:nvSpPr>
          <p:spPr>
            <a:xfrm>
              <a:off x="1043825" y="376935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11"/>
            <p:cNvSpPr/>
            <p:nvPr/>
          </p:nvSpPr>
          <p:spPr>
            <a:xfrm>
              <a:off x="1135575" y="376935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11"/>
            <p:cNvSpPr/>
            <p:nvPr/>
          </p:nvSpPr>
          <p:spPr>
            <a:xfrm>
              <a:off x="1227500" y="3769350"/>
              <a:ext cx="12400" cy="12600"/>
            </a:xfrm>
            <a:custGeom>
              <a:avLst/>
              <a:gdLst/>
              <a:ahLst/>
              <a:cxnLst/>
              <a:rect l="l" t="t" r="r" b="b"/>
              <a:pathLst>
                <a:path w="496" h="504"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11"/>
            <p:cNvSpPr/>
            <p:nvPr/>
          </p:nvSpPr>
          <p:spPr>
            <a:xfrm>
              <a:off x="1319275" y="376935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11"/>
            <p:cNvSpPr/>
            <p:nvPr/>
          </p:nvSpPr>
          <p:spPr>
            <a:xfrm>
              <a:off x="1411200" y="3769350"/>
              <a:ext cx="12425" cy="12600"/>
            </a:xfrm>
            <a:custGeom>
              <a:avLst/>
              <a:gdLst/>
              <a:ahLst/>
              <a:cxnLst/>
              <a:rect l="l" t="t" r="r" b="b"/>
              <a:pathLst>
                <a:path w="497" h="504"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11"/>
            <p:cNvSpPr/>
            <p:nvPr/>
          </p:nvSpPr>
          <p:spPr>
            <a:xfrm>
              <a:off x="1503000" y="3769350"/>
              <a:ext cx="12525" cy="12600"/>
            </a:xfrm>
            <a:custGeom>
              <a:avLst/>
              <a:gdLst/>
              <a:ahLst/>
              <a:cxnLst/>
              <a:rect l="l" t="t" r="r" b="b"/>
              <a:pathLst>
                <a:path w="501" h="504"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11"/>
            <p:cNvSpPr/>
            <p:nvPr/>
          </p:nvSpPr>
          <p:spPr>
            <a:xfrm>
              <a:off x="1594750" y="376935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11"/>
            <p:cNvSpPr/>
            <p:nvPr/>
          </p:nvSpPr>
          <p:spPr>
            <a:xfrm>
              <a:off x="1686650" y="37693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11"/>
            <p:cNvSpPr/>
            <p:nvPr/>
          </p:nvSpPr>
          <p:spPr>
            <a:xfrm>
              <a:off x="1778450" y="376935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11"/>
            <p:cNvSpPr/>
            <p:nvPr/>
          </p:nvSpPr>
          <p:spPr>
            <a:xfrm>
              <a:off x="1870375" y="3769350"/>
              <a:ext cx="12400" cy="12600"/>
            </a:xfrm>
            <a:custGeom>
              <a:avLst/>
              <a:gdLst/>
              <a:ahLst/>
              <a:cxnLst/>
              <a:rect l="l" t="t" r="r" b="b"/>
              <a:pathLst>
                <a:path w="496" h="504"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11"/>
            <p:cNvSpPr/>
            <p:nvPr/>
          </p:nvSpPr>
          <p:spPr>
            <a:xfrm>
              <a:off x="1962150" y="376935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11"/>
            <p:cNvSpPr/>
            <p:nvPr/>
          </p:nvSpPr>
          <p:spPr>
            <a:xfrm>
              <a:off x="2054075" y="3769350"/>
              <a:ext cx="12425" cy="12600"/>
            </a:xfrm>
            <a:custGeom>
              <a:avLst/>
              <a:gdLst/>
              <a:ahLst/>
              <a:cxnLst/>
              <a:rect l="l" t="t" r="r" b="b"/>
              <a:pathLst>
                <a:path w="497" h="504"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11"/>
            <p:cNvSpPr/>
            <p:nvPr/>
          </p:nvSpPr>
          <p:spPr>
            <a:xfrm>
              <a:off x="2145825" y="37693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11"/>
            <p:cNvSpPr/>
            <p:nvPr/>
          </p:nvSpPr>
          <p:spPr>
            <a:xfrm>
              <a:off x="2237800" y="3769350"/>
              <a:ext cx="12350" cy="12600"/>
            </a:xfrm>
            <a:custGeom>
              <a:avLst/>
              <a:gdLst/>
              <a:ahLst/>
              <a:cxnLst/>
              <a:rect l="l" t="t" r="r" b="b"/>
              <a:pathLst>
                <a:path w="494" h="504"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11"/>
            <p:cNvSpPr/>
            <p:nvPr/>
          </p:nvSpPr>
          <p:spPr>
            <a:xfrm>
              <a:off x="2329550" y="376935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11"/>
            <p:cNvSpPr/>
            <p:nvPr/>
          </p:nvSpPr>
          <p:spPr>
            <a:xfrm>
              <a:off x="2421325" y="376935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11"/>
            <p:cNvSpPr/>
            <p:nvPr/>
          </p:nvSpPr>
          <p:spPr>
            <a:xfrm>
              <a:off x="2513250" y="3769350"/>
              <a:ext cx="12575" cy="12600"/>
            </a:xfrm>
            <a:custGeom>
              <a:avLst/>
              <a:gdLst/>
              <a:ahLst/>
              <a:cxnLst/>
              <a:rect l="l" t="t" r="r" b="b"/>
              <a:pathLst>
                <a:path w="503" h="504"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11"/>
            <p:cNvSpPr/>
            <p:nvPr/>
          </p:nvSpPr>
          <p:spPr>
            <a:xfrm>
              <a:off x="2605000" y="376935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11"/>
            <p:cNvSpPr/>
            <p:nvPr/>
          </p:nvSpPr>
          <p:spPr>
            <a:xfrm>
              <a:off x="2696950" y="3769350"/>
              <a:ext cx="12375" cy="12600"/>
            </a:xfrm>
            <a:custGeom>
              <a:avLst/>
              <a:gdLst/>
              <a:ahLst/>
              <a:cxnLst/>
              <a:rect l="l" t="t" r="r" b="b"/>
              <a:pathLst>
                <a:path w="495" h="504"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11"/>
            <p:cNvSpPr/>
            <p:nvPr/>
          </p:nvSpPr>
          <p:spPr>
            <a:xfrm>
              <a:off x="2788700" y="37693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11"/>
            <p:cNvSpPr/>
            <p:nvPr/>
          </p:nvSpPr>
          <p:spPr>
            <a:xfrm>
              <a:off x="2880675" y="3769350"/>
              <a:ext cx="12375" cy="12600"/>
            </a:xfrm>
            <a:custGeom>
              <a:avLst/>
              <a:gdLst/>
              <a:ahLst/>
              <a:cxnLst/>
              <a:rect l="l" t="t" r="r" b="b"/>
              <a:pathLst>
                <a:path w="495" h="504"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11"/>
            <p:cNvSpPr/>
            <p:nvPr/>
          </p:nvSpPr>
          <p:spPr>
            <a:xfrm>
              <a:off x="2972425" y="376935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11"/>
            <p:cNvSpPr/>
            <p:nvPr/>
          </p:nvSpPr>
          <p:spPr>
            <a:xfrm>
              <a:off x="3064375" y="3769350"/>
              <a:ext cx="12375" cy="12600"/>
            </a:xfrm>
            <a:custGeom>
              <a:avLst/>
              <a:gdLst/>
              <a:ahLst/>
              <a:cxnLst/>
              <a:rect l="l" t="t" r="r" b="b"/>
              <a:pathLst>
                <a:path w="495" h="504"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11"/>
            <p:cNvSpPr/>
            <p:nvPr/>
          </p:nvSpPr>
          <p:spPr>
            <a:xfrm>
              <a:off x="3156125" y="37693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11"/>
            <p:cNvSpPr/>
            <p:nvPr/>
          </p:nvSpPr>
          <p:spPr>
            <a:xfrm>
              <a:off x="3247875" y="3769350"/>
              <a:ext cx="12575" cy="12600"/>
            </a:xfrm>
            <a:custGeom>
              <a:avLst/>
              <a:gdLst/>
              <a:ahLst/>
              <a:cxnLst/>
              <a:rect l="l" t="t" r="r" b="b"/>
              <a:pathLst>
                <a:path w="503"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11"/>
            <p:cNvSpPr/>
            <p:nvPr/>
          </p:nvSpPr>
          <p:spPr>
            <a:xfrm>
              <a:off x="3339850" y="3769350"/>
              <a:ext cx="12525" cy="12600"/>
            </a:xfrm>
            <a:custGeom>
              <a:avLst/>
              <a:gdLst/>
              <a:ahLst/>
              <a:cxnLst/>
              <a:rect l="l" t="t" r="r" b="b"/>
              <a:pathLst>
                <a:path w="501" h="504"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11"/>
            <p:cNvSpPr/>
            <p:nvPr/>
          </p:nvSpPr>
          <p:spPr>
            <a:xfrm>
              <a:off x="3431575" y="37693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11"/>
            <p:cNvSpPr/>
            <p:nvPr/>
          </p:nvSpPr>
          <p:spPr>
            <a:xfrm>
              <a:off x="3523550" y="376935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11"/>
            <p:cNvSpPr/>
            <p:nvPr/>
          </p:nvSpPr>
          <p:spPr>
            <a:xfrm>
              <a:off x="676400" y="386110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11"/>
            <p:cNvSpPr/>
            <p:nvPr/>
          </p:nvSpPr>
          <p:spPr>
            <a:xfrm>
              <a:off x="768325" y="3861100"/>
              <a:ext cx="12400" cy="12575"/>
            </a:xfrm>
            <a:custGeom>
              <a:avLst/>
              <a:gdLst/>
              <a:ahLst/>
              <a:cxnLst/>
              <a:rect l="l" t="t" r="r" b="b"/>
              <a:pathLst>
                <a:path w="496" h="503"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11"/>
            <p:cNvSpPr/>
            <p:nvPr/>
          </p:nvSpPr>
          <p:spPr>
            <a:xfrm>
              <a:off x="860125" y="3861100"/>
              <a:ext cx="12525" cy="12575"/>
            </a:xfrm>
            <a:custGeom>
              <a:avLst/>
              <a:gdLst/>
              <a:ahLst/>
              <a:cxnLst/>
              <a:rect l="l" t="t" r="r" b="b"/>
              <a:pathLst>
                <a:path w="501" h="503"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11"/>
            <p:cNvSpPr/>
            <p:nvPr/>
          </p:nvSpPr>
          <p:spPr>
            <a:xfrm>
              <a:off x="951850" y="386110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11"/>
            <p:cNvSpPr/>
            <p:nvPr/>
          </p:nvSpPr>
          <p:spPr>
            <a:xfrm>
              <a:off x="1043825" y="3861100"/>
              <a:ext cx="12375" cy="12575"/>
            </a:xfrm>
            <a:custGeom>
              <a:avLst/>
              <a:gdLst/>
              <a:ahLst/>
              <a:cxnLst/>
              <a:rect l="l" t="t" r="r" b="b"/>
              <a:pathLst>
                <a:path w="495" h="503"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11"/>
            <p:cNvSpPr/>
            <p:nvPr/>
          </p:nvSpPr>
          <p:spPr>
            <a:xfrm>
              <a:off x="1135575" y="3861100"/>
              <a:ext cx="12575" cy="12575"/>
            </a:xfrm>
            <a:custGeom>
              <a:avLst/>
              <a:gdLst/>
              <a:ahLst/>
              <a:cxnLst/>
              <a:rect l="l" t="t" r="r" b="b"/>
              <a:pathLst>
                <a:path w="503" h="503"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11"/>
            <p:cNvSpPr/>
            <p:nvPr/>
          </p:nvSpPr>
          <p:spPr>
            <a:xfrm>
              <a:off x="1227500" y="3861100"/>
              <a:ext cx="12400" cy="12575"/>
            </a:xfrm>
            <a:custGeom>
              <a:avLst/>
              <a:gdLst/>
              <a:ahLst/>
              <a:cxnLst/>
              <a:rect l="l" t="t" r="r" b="b"/>
              <a:pathLst>
                <a:path w="496" h="503"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11"/>
            <p:cNvSpPr/>
            <p:nvPr/>
          </p:nvSpPr>
          <p:spPr>
            <a:xfrm>
              <a:off x="1319275" y="3861100"/>
              <a:ext cx="12550" cy="12575"/>
            </a:xfrm>
            <a:custGeom>
              <a:avLst/>
              <a:gdLst/>
              <a:ahLst/>
              <a:cxnLst/>
              <a:rect l="l" t="t" r="r" b="b"/>
              <a:pathLst>
                <a:path w="502" h="503"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11"/>
            <p:cNvSpPr/>
            <p:nvPr/>
          </p:nvSpPr>
          <p:spPr>
            <a:xfrm>
              <a:off x="1411200" y="3861100"/>
              <a:ext cx="12425" cy="12575"/>
            </a:xfrm>
            <a:custGeom>
              <a:avLst/>
              <a:gdLst/>
              <a:ahLst/>
              <a:cxnLst/>
              <a:rect l="l" t="t" r="r" b="b"/>
              <a:pathLst>
                <a:path w="497" h="503"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11"/>
            <p:cNvSpPr/>
            <p:nvPr/>
          </p:nvSpPr>
          <p:spPr>
            <a:xfrm>
              <a:off x="1503000" y="3861100"/>
              <a:ext cx="12525" cy="12575"/>
            </a:xfrm>
            <a:custGeom>
              <a:avLst/>
              <a:gdLst/>
              <a:ahLst/>
              <a:cxnLst/>
              <a:rect l="l" t="t" r="r" b="b"/>
              <a:pathLst>
                <a:path w="501" h="503"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11"/>
            <p:cNvSpPr/>
            <p:nvPr/>
          </p:nvSpPr>
          <p:spPr>
            <a:xfrm>
              <a:off x="1594750" y="3861100"/>
              <a:ext cx="12575" cy="12575"/>
            </a:xfrm>
            <a:custGeom>
              <a:avLst/>
              <a:gdLst/>
              <a:ahLst/>
              <a:cxnLst/>
              <a:rect l="l" t="t" r="r" b="b"/>
              <a:pathLst>
                <a:path w="503" h="503"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11"/>
            <p:cNvSpPr/>
            <p:nvPr/>
          </p:nvSpPr>
          <p:spPr>
            <a:xfrm>
              <a:off x="1686650" y="386110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11"/>
            <p:cNvSpPr/>
            <p:nvPr/>
          </p:nvSpPr>
          <p:spPr>
            <a:xfrm>
              <a:off x="1778450" y="3861100"/>
              <a:ext cx="12550" cy="12575"/>
            </a:xfrm>
            <a:custGeom>
              <a:avLst/>
              <a:gdLst/>
              <a:ahLst/>
              <a:cxnLst/>
              <a:rect l="l" t="t" r="r" b="b"/>
              <a:pathLst>
                <a:path w="502" h="503"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11"/>
            <p:cNvSpPr/>
            <p:nvPr/>
          </p:nvSpPr>
          <p:spPr>
            <a:xfrm>
              <a:off x="1870375" y="3861100"/>
              <a:ext cx="12400" cy="12575"/>
            </a:xfrm>
            <a:custGeom>
              <a:avLst/>
              <a:gdLst/>
              <a:ahLst/>
              <a:cxnLst/>
              <a:rect l="l" t="t" r="r" b="b"/>
              <a:pathLst>
                <a:path w="496" h="503"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11"/>
            <p:cNvSpPr/>
            <p:nvPr/>
          </p:nvSpPr>
          <p:spPr>
            <a:xfrm>
              <a:off x="1962150" y="3861100"/>
              <a:ext cx="12550" cy="12575"/>
            </a:xfrm>
            <a:custGeom>
              <a:avLst/>
              <a:gdLst/>
              <a:ahLst/>
              <a:cxnLst/>
              <a:rect l="l" t="t" r="r" b="b"/>
              <a:pathLst>
                <a:path w="502" h="503"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11"/>
            <p:cNvSpPr/>
            <p:nvPr/>
          </p:nvSpPr>
          <p:spPr>
            <a:xfrm>
              <a:off x="2054075" y="3861100"/>
              <a:ext cx="12425" cy="12575"/>
            </a:xfrm>
            <a:custGeom>
              <a:avLst/>
              <a:gdLst/>
              <a:ahLst/>
              <a:cxnLst/>
              <a:rect l="l" t="t" r="r" b="b"/>
              <a:pathLst>
                <a:path w="497" h="503"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11"/>
            <p:cNvSpPr/>
            <p:nvPr/>
          </p:nvSpPr>
          <p:spPr>
            <a:xfrm>
              <a:off x="2145825" y="386110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11"/>
            <p:cNvSpPr/>
            <p:nvPr/>
          </p:nvSpPr>
          <p:spPr>
            <a:xfrm>
              <a:off x="2237800" y="3861100"/>
              <a:ext cx="12350" cy="12575"/>
            </a:xfrm>
            <a:custGeom>
              <a:avLst/>
              <a:gdLst/>
              <a:ahLst/>
              <a:cxnLst/>
              <a:rect l="l" t="t" r="r" b="b"/>
              <a:pathLst>
                <a:path w="494" h="503"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11"/>
            <p:cNvSpPr/>
            <p:nvPr/>
          </p:nvSpPr>
          <p:spPr>
            <a:xfrm>
              <a:off x="2329550" y="3861100"/>
              <a:ext cx="12575" cy="12575"/>
            </a:xfrm>
            <a:custGeom>
              <a:avLst/>
              <a:gdLst/>
              <a:ahLst/>
              <a:cxnLst/>
              <a:rect l="l" t="t" r="r" b="b"/>
              <a:pathLst>
                <a:path w="503" h="503"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11"/>
            <p:cNvSpPr/>
            <p:nvPr/>
          </p:nvSpPr>
          <p:spPr>
            <a:xfrm>
              <a:off x="2421325" y="3861100"/>
              <a:ext cx="12550" cy="12575"/>
            </a:xfrm>
            <a:custGeom>
              <a:avLst/>
              <a:gdLst/>
              <a:ahLst/>
              <a:cxnLst/>
              <a:rect l="l" t="t" r="r" b="b"/>
              <a:pathLst>
                <a:path w="502" h="503"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11"/>
            <p:cNvSpPr/>
            <p:nvPr/>
          </p:nvSpPr>
          <p:spPr>
            <a:xfrm>
              <a:off x="2513250" y="3861100"/>
              <a:ext cx="12575" cy="12575"/>
            </a:xfrm>
            <a:custGeom>
              <a:avLst/>
              <a:gdLst/>
              <a:ahLst/>
              <a:cxnLst/>
              <a:rect l="l" t="t" r="r" b="b"/>
              <a:pathLst>
                <a:path w="503" h="503"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11"/>
            <p:cNvSpPr/>
            <p:nvPr/>
          </p:nvSpPr>
          <p:spPr>
            <a:xfrm>
              <a:off x="2605000" y="3861100"/>
              <a:ext cx="12575" cy="12575"/>
            </a:xfrm>
            <a:custGeom>
              <a:avLst/>
              <a:gdLst/>
              <a:ahLst/>
              <a:cxnLst/>
              <a:rect l="l" t="t" r="r" b="b"/>
              <a:pathLst>
                <a:path w="503" h="503"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11"/>
            <p:cNvSpPr/>
            <p:nvPr/>
          </p:nvSpPr>
          <p:spPr>
            <a:xfrm>
              <a:off x="2696950" y="3861100"/>
              <a:ext cx="12375" cy="12575"/>
            </a:xfrm>
            <a:custGeom>
              <a:avLst/>
              <a:gdLst/>
              <a:ahLst/>
              <a:cxnLst/>
              <a:rect l="l" t="t" r="r" b="b"/>
              <a:pathLst>
                <a:path w="495" h="503"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11"/>
            <p:cNvSpPr/>
            <p:nvPr/>
          </p:nvSpPr>
          <p:spPr>
            <a:xfrm>
              <a:off x="2788700" y="386110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11"/>
            <p:cNvSpPr/>
            <p:nvPr/>
          </p:nvSpPr>
          <p:spPr>
            <a:xfrm>
              <a:off x="2880675" y="3861100"/>
              <a:ext cx="12375" cy="12575"/>
            </a:xfrm>
            <a:custGeom>
              <a:avLst/>
              <a:gdLst/>
              <a:ahLst/>
              <a:cxnLst/>
              <a:rect l="l" t="t" r="r" b="b"/>
              <a:pathLst>
                <a:path w="495" h="503"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11"/>
            <p:cNvSpPr/>
            <p:nvPr/>
          </p:nvSpPr>
          <p:spPr>
            <a:xfrm>
              <a:off x="2972425" y="3861100"/>
              <a:ext cx="12575" cy="12575"/>
            </a:xfrm>
            <a:custGeom>
              <a:avLst/>
              <a:gdLst/>
              <a:ahLst/>
              <a:cxnLst/>
              <a:rect l="l" t="t" r="r" b="b"/>
              <a:pathLst>
                <a:path w="503" h="503"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11"/>
            <p:cNvSpPr/>
            <p:nvPr/>
          </p:nvSpPr>
          <p:spPr>
            <a:xfrm>
              <a:off x="3064375" y="3861100"/>
              <a:ext cx="12375" cy="12575"/>
            </a:xfrm>
            <a:custGeom>
              <a:avLst/>
              <a:gdLst/>
              <a:ahLst/>
              <a:cxnLst/>
              <a:rect l="l" t="t" r="r" b="b"/>
              <a:pathLst>
                <a:path w="495" h="503"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11"/>
            <p:cNvSpPr/>
            <p:nvPr/>
          </p:nvSpPr>
          <p:spPr>
            <a:xfrm>
              <a:off x="3156125" y="386110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11"/>
            <p:cNvSpPr/>
            <p:nvPr/>
          </p:nvSpPr>
          <p:spPr>
            <a:xfrm>
              <a:off x="3247875" y="3861100"/>
              <a:ext cx="12575" cy="12575"/>
            </a:xfrm>
            <a:custGeom>
              <a:avLst/>
              <a:gdLst/>
              <a:ahLst/>
              <a:cxnLst/>
              <a:rect l="l" t="t" r="r" b="b"/>
              <a:pathLst>
                <a:path w="503"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11"/>
            <p:cNvSpPr/>
            <p:nvPr/>
          </p:nvSpPr>
          <p:spPr>
            <a:xfrm>
              <a:off x="3339850" y="3861100"/>
              <a:ext cx="12525" cy="12575"/>
            </a:xfrm>
            <a:custGeom>
              <a:avLst/>
              <a:gdLst/>
              <a:ahLst/>
              <a:cxnLst/>
              <a:rect l="l" t="t" r="r" b="b"/>
              <a:pathLst>
                <a:path w="501" h="503"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11"/>
            <p:cNvSpPr/>
            <p:nvPr/>
          </p:nvSpPr>
          <p:spPr>
            <a:xfrm>
              <a:off x="3431575" y="386110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11"/>
            <p:cNvSpPr/>
            <p:nvPr/>
          </p:nvSpPr>
          <p:spPr>
            <a:xfrm>
              <a:off x="3523550" y="3861100"/>
              <a:ext cx="12375" cy="12575"/>
            </a:xfrm>
            <a:custGeom>
              <a:avLst/>
              <a:gdLst/>
              <a:ahLst/>
              <a:cxnLst/>
              <a:rect l="l" t="t" r="r" b="b"/>
              <a:pathLst>
                <a:path w="495" h="503"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11"/>
            <p:cNvSpPr/>
            <p:nvPr/>
          </p:nvSpPr>
          <p:spPr>
            <a:xfrm>
              <a:off x="676400" y="3953075"/>
              <a:ext cx="12600" cy="12350"/>
            </a:xfrm>
            <a:custGeom>
              <a:avLst/>
              <a:gdLst/>
              <a:ahLst/>
              <a:cxnLst/>
              <a:rect l="l" t="t" r="r" b="b"/>
              <a:pathLst>
                <a:path w="504" h="494" extrusionOk="0">
                  <a:moveTo>
                    <a:pt x="252" y="0"/>
                  </a:moveTo>
                  <a:cubicBezTo>
                    <a:pt x="116" y="0"/>
                    <a:pt x="1" y="107"/>
                    <a:pt x="1" y="251"/>
                  </a:cubicBezTo>
                  <a:cubicBezTo>
                    <a:pt x="1" y="387"/>
                    <a:pt x="116" y="494"/>
                    <a:pt x="252" y="494"/>
                  </a:cubicBezTo>
                  <a:cubicBezTo>
                    <a:pt x="388" y="494"/>
                    <a:pt x="503" y="387"/>
                    <a:pt x="503" y="251"/>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11"/>
            <p:cNvSpPr/>
            <p:nvPr/>
          </p:nvSpPr>
          <p:spPr>
            <a:xfrm>
              <a:off x="768325" y="3953075"/>
              <a:ext cx="12400" cy="12350"/>
            </a:xfrm>
            <a:custGeom>
              <a:avLst/>
              <a:gdLst/>
              <a:ahLst/>
              <a:cxnLst/>
              <a:rect l="l" t="t" r="r" b="b"/>
              <a:pathLst>
                <a:path w="496" h="494" extrusionOk="0">
                  <a:moveTo>
                    <a:pt x="245" y="0"/>
                  </a:moveTo>
                  <a:cubicBezTo>
                    <a:pt x="109" y="0"/>
                    <a:pt x="0" y="107"/>
                    <a:pt x="0" y="251"/>
                  </a:cubicBezTo>
                  <a:cubicBezTo>
                    <a:pt x="0" y="387"/>
                    <a:pt x="109" y="494"/>
                    <a:pt x="245" y="494"/>
                  </a:cubicBezTo>
                  <a:cubicBezTo>
                    <a:pt x="388" y="494"/>
                    <a:pt x="496" y="387"/>
                    <a:pt x="496" y="251"/>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11"/>
            <p:cNvSpPr/>
            <p:nvPr/>
          </p:nvSpPr>
          <p:spPr>
            <a:xfrm>
              <a:off x="860125" y="3953075"/>
              <a:ext cx="12525" cy="12350"/>
            </a:xfrm>
            <a:custGeom>
              <a:avLst/>
              <a:gdLst/>
              <a:ahLst/>
              <a:cxnLst/>
              <a:rect l="l" t="t" r="r" b="b"/>
              <a:pathLst>
                <a:path w="501" h="494" extrusionOk="0">
                  <a:moveTo>
                    <a:pt x="251" y="0"/>
                  </a:moveTo>
                  <a:cubicBezTo>
                    <a:pt x="114" y="0"/>
                    <a:pt x="0" y="107"/>
                    <a:pt x="0" y="251"/>
                  </a:cubicBezTo>
                  <a:cubicBezTo>
                    <a:pt x="0" y="387"/>
                    <a:pt x="114" y="494"/>
                    <a:pt x="251" y="494"/>
                  </a:cubicBezTo>
                  <a:cubicBezTo>
                    <a:pt x="387" y="494"/>
                    <a:pt x="501" y="387"/>
                    <a:pt x="501" y="251"/>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11"/>
            <p:cNvSpPr/>
            <p:nvPr/>
          </p:nvSpPr>
          <p:spPr>
            <a:xfrm>
              <a:off x="951850" y="3953075"/>
              <a:ext cx="12600" cy="12350"/>
            </a:xfrm>
            <a:custGeom>
              <a:avLst/>
              <a:gdLst/>
              <a:ahLst/>
              <a:cxnLst/>
              <a:rect l="l" t="t" r="r" b="b"/>
              <a:pathLst>
                <a:path w="504" h="494" extrusionOk="0">
                  <a:moveTo>
                    <a:pt x="252" y="0"/>
                  </a:moveTo>
                  <a:cubicBezTo>
                    <a:pt x="116" y="0"/>
                    <a:pt x="1" y="107"/>
                    <a:pt x="1" y="251"/>
                  </a:cubicBezTo>
                  <a:cubicBezTo>
                    <a:pt x="1" y="387"/>
                    <a:pt x="116" y="494"/>
                    <a:pt x="252" y="494"/>
                  </a:cubicBezTo>
                  <a:cubicBezTo>
                    <a:pt x="388" y="494"/>
                    <a:pt x="503" y="387"/>
                    <a:pt x="503" y="251"/>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11"/>
            <p:cNvSpPr/>
            <p:nvPr/>
          </p:nvSpPr>
          <p:spPr>
            <a:xfrm>
              <a:off x="1043825" y="3953075"/>
              <a:ext cx="12375" cy="12350"/>
            </a:xfrm>
            <a:custGeom>
              <a:avLst/>
              <a:gdLst/>
              <a:ahLst/>
              <a:cxnLst/>
              <a:rect l="l" t="t" r="r" b="b"/>
              <a:pathLst>
                <a:path w="495" h="494" extrusionOk="0">
                  <a:moveTo>
                    <a:pt x="250" y="0"/>
                  </a:moveTo>
                  <a:cubicBezTo>
                    <a:pt x="107" y="0"/>
                    <a:pt x="0" y="107"/>
                    <a:pt x="0" y="251"/>
                  </a:cubicBezTo>
                  <a:cubicBezTo>
                    <a:pt x="0" y="387"/>
                    <a:pt x="107" y="494"/>
                    <a:pt x="250" y="494"/>
                  </a:cubicBezTo>
                  <a:cubicBezTo>
                    <a:pt x="388" y="494"/>
                    <a:pt x="494" y="387"/>
                    <a:pt x="494" y="251"/>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11"/>
            <p:cNvSpPr/>
            <p:nvPr/>
          </p:nvSpPr>
          <p:spPr>
            <a:xfrm>
              <a:off x="1135575" y="3953075"/>
              <a:ext cx="12575" cy="12350"/>
            </a:xfrm>
            <a:custGeom>
              <a:avLst/>
              <a:gdLst/>
              <a:ahLst/>
              <a:cxnLst/>
              <a:rect l="l" t="t" r="r" b="b"/>
              <a:pathLst>
                <a:path w="503" h="494" extrusionOk="0">
                  <a:moveTo>
                    <a:pt x="252" y="0"/>
                  </a:moveTo>
                  <a:cubicBezTo>
                    <a:pt x="116" y="0"/>
                    <a:pt x="0" y="107"/>
                    <a:pt x="0" y="251"/>
                  </a:cubicBezTo>
                  <a:cubicBezTo>
                    <a:pt x="0" y="387"/>
                    <a:pt x="116" y="494"/>
                    <a:pt x="252" y="494"/>
                  </a:cubicBezTo>
                  <a:cubicBezTo>
                    <a:pt x="387" y="494"/>
                    <a:pt x="503" y="387"/>
                    <a:pt x="503" y="251"/>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11"/>
            <p:cNvSpPr/>
            <p:nvPr/>
          </p:nvSpPr>
          <p:spPr>
            <a:xfrm>
              <a:off x="1227500" y="3953075"/>
              <a:ext cx="12400" cy="12350"/>
            </a:xfrm>
            <a:custGeom>
              <a:avLst/>
              <a:gdLst/>
              <a:ahLst/>
              <a:cxnLst/>
              <a:rect l="l" t="t" r="r" b="b"/>
              <a:pathLst>
                <a:path w="496" h="494" extrusionOk="0">
                  <a:moveTo>
                    <a:pt x="251" y="0"/>
                  </a:moveTo>
                  <a:cubicBezTo>
                    <a:pt x="109" y="0"/>
                    <a:pt x="0" y="107"/>
                    <a:pt x="0" y="251"/>
                  </a:cubicBezTo>
                  <a:cubicBezTo>
                    <a:pt x="0" y="387"/>
                    <a:pt x="109" y="494"/>
                    <a:pt x="251" y="494"/>
                  </a:cubicBezTo>
                  <a:cubicBezTo>
                    <a:pt x="387" y="494"/>
                    <a:pt x="496" y="387"/>
                    <a:pt x="496" y="251"/>
                  </a:cubicBezTo>
                  <a:cubicBezTo>
                    <a:pt x="496"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11"/>
            <p:cNvSpPr/>
            <p:nvPr/>
          </p:nvSpPr>
          <p:spPr>
            <a:xfrm>
              <a:off x="1319275" y="3953075"/>
              <a:ext cx="12550" cy="12350"/>
            </a:xfrm>
            <a:custGeom>
              <a:avLst/>
              <a:gdLst/>
              <a:ahLst/>
              <a:cxnLst/>
              <a:rect l="l" t="t" r="r" b="b"/>
              <a:pathLst>
                <a:path w="502" h="494" extrusionOk="0">
                  <a:moveTo>
                    <a:pt x="252" y="0"/>
                  </a:moveTo>
                  <a:cubicBezTo>
                    <a:pt x="114" y="0"/>
                    <a:pt x="1" y="107"/>
                    <a:pt x="1" y="251"/>
                  </a:cubicBezTo>
                  <a:cubicBezTo>
                    <a:pt x="1" y="387"/>
                    <a:pt x="114" y="494"/>
                    <a:pt x="252" y="494"/>
                  </a:cubicBezTo>
                  <a:cubicBezTo>
                    <a:pt x="388" y="494"/>
                    <a:pt x="501" y="387"/>
                    <a:pt x="501" y="251"/>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11"/>
            <p:cNvSpPr/>
            <p:nvPr/>
          </p:nvSpPr>
          <p:spPr>
            <a:xfrm>
              <a:off x="1411200" y="3953075"/>
              <a:ext cx="12425" cy="12350"/>
            </a:xfrm>
            <a:custGeom>
              <a:avLst/>
              <a:gdLst/>
              <a:ahLst/>
              <a:cxnLst/>
              <a:rect l="l" t="t" r="r" b="b"/>
              <a:pathLst>
                <a:path w="497" h="494" extrusionOk="0">
                  <a:moveTo>
                    <a:pt x="245" y="0"/>
                  </a:moveTo>
                  <a:cubicBezTo>
                    <a:pt x="109" y="0"/>
                    <a:pt x="1" y="107"/>
                    <a:pt x="1" y="251"/>
                  </a:cubicBezTo>
                  <a:cubicBezTo>
                    <a:pt x="1" y="387"/>
                    <a:pt x="109" y="494"/>
                    <a:pt x="245" y="494"/>
                  </a:cubicBezTo>
                  <a:cubicBezTo>
                    <a:pt x="388" y="494"/>
                    <a:pt x="496" y="387"/>
                    <a:pt x="496" y="251"/>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11"/>
            <p:cNvSpPr/>
            <p:nvPr/>
          </p:nvSpPr>
          <p:spPr>
            <a:xfrm>
              <a:off x="1503000" y="3953075"/>
              <a:ext cx="12525" cy="12350"/>
            </a:xfrm>
            <a:custGeom>
              <a:avLst/>
              <a:gdLst/>
              <a:ahLst/>
              <a:cxnLst/>
              <a:rect l="l" t="t" r="r" b="b"/>
              <a:pathLst>
                <a:path w="501" h="494" extrusionOk="0">
                  <a:moveTo>
                    <a:pt x="250" y="0"/>
                  </a:moveTo>
                  <a:cubicBezTo>
                    <a:pt x="114" y="0"/>
                    <a:pt x="0" y="107"/>
                    <a:pt x="0" y="251"/>
                  </a:cubicBezTo>
                  <a:cubicBezTo>
                    <a:pt x="0" y="387"/>
                    <a:pt x="114" y="494"/>
                    <a:pt x="250" y="494"/>
                  </a:cubicBezTo>
                  <a:cubicBezTo>
                    <a:pt x="387" y="494"/>
                    <a:pt x="501" y="387"/>
                    <a:pt x="501" y="251"/>
                  </a:cubicBezTo>
                  <a:cubicBezTo>
                    <a:pt x="501" y="107"/>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11"/>
            <p:cNvSpPr/>
            <p:nvPr/>
          </p:nvSpPr>
          <p:spPr>
            <a:xfrm>
              <a:off x="1594750" y="3953075"/>
              <a:ext cx="12575" cy="12350"/>
            </a:xfrm>
            <a:custGeom>
              <a:avLst/>
              <a:gdLst/>
              <a:ahLst/>
              <a:cxnLst/>
              <a:rect l="l" t="t" r="r" b="b"/>
              <a:pathLst>
                <a:path w="503" h="494" extrusionOk="0">
                  <a:moveTo>
                    <a:pt x="251" y="0"/>
                  </a:moveTo>
                  <a:cubicBezTo>
                    <a:pt x="115" y="0"/>
                    <a:pt x="0" y="107"/>
                    <a:pt x="0" y="251"/>
                  </a:cubicBezTo>
                  <a:cubicBezTo>
                    <a:pt x="0" y="387"/>
                    <a:pt x="115" y="494"/>
                    <a:pt x="251" y="494"/>
                  </a:cubicBezTo>
                  <a:cubicBezTo>
                    <a:pt x="394" y="494"/>
                    <a:pt x="503" y="387"/>
                    <a:pt x="503" y="251"/>
                  </a:cubicBezTo>
                  <a:cubicBezTo>
                    <a:pt x="503" y="107"/>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11"/>
            <p:cNvSpPr/>
            <p:nvPr/>
          </p:nvSpPr>
          <p:spPr>
            <a:xfrm>
              <a:off x="1686650" y="3953075"/>
              <a:ext cx="12600" cy="12350"/>
            </a:xfrm>
            <a:custGeom>
              <a:avLst/>
              <a:gdLst/>
              <a:ahLst/>
              <a:cxnLst/>
              <a:rect l="l" t="t" r="r" b="b"/>
              <a:pathLst>
                <a:path w="504" h="494" extrusionOk="0">
                  <a:moveTo>
                    <a:pt x="252" y="0"/>
                  </a:moveTo>
                  <a:cubicBezTo>
                    <a:pt x="116" y="0"/>
                    <a:pt x="1" y="107"/>
                    <a:pt x="1" y="251"/>
                  </a:cubicBezTo>
                  <a:cubicBezTo>
                    <a:pt x="1" y="387"/>
                    <a:pt x="116" y="494"/>
                    <a:pt x="252" y="494"/>
                  </a:cubicBezTo>
                  <a:cubicBezTo>
                    <a:pt x="388" y="494"/>
                    <a:pt x="503" y="387"/>
                    <a:pt x="503" y="251"/>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11"/>
            <p:cNvSpPr/>
            <p:nvPr/>
          </p:nvSpPr>
          <p:spPr>
            <a:xfrm>
              <a:off x="1778450" y="3953075"/>
              <a:ext cx="12550" cy="12350"/>
            </a:xfrm>
            <a:custGeom>
              <a:avLst/>
              <a:gdLst/>
              <a:ahLst/>
              <a:cxnLst/>
              <a:rect l="l" t="t" r="r" b="b"/>
              <a:pathLst>
                <a:path w="502" h="494" extrusionOk="0">
                  <a:moveTo>
                    <a:pt x="252" y="0"/>
                  </a:moveTo>
                  <a:cubicBezTo>
                    <a:pt x="114" y="0"/>
                    <a:pt x="1" y="107"/>
                    <a:pt x="1" y="251"/>
                  </a:cubicBezTo>
                  <a:cubicBezTo>
                    <a:pt x="1" y="387"/>
                    <a:pt x="114" y="494"/>
                    <a:pt x="252" y="494"/>
                  </a:cubicBezTo>
                  <a:cubicBezTo>
                    <a:pt x="388" y="494"/>
                    <a:pt x="501" y="387"/>
                    <a:pt x="501" y="251"/>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11"/>
            <p:cNvSpPr/>
            <p:nvPr/>
          </p:nvSpPr>
          <p:spPr>
            <a:xfrm>
              <a:off x="1870375" y="3953075"/>
              <a:ext cx="12400" cy="12350"/>
            </a:xfrm>
            <a:custGeom>
              <a:avLst/>
              <a:gdLst/>
              <a:ahLst/>
              <a:cxnLst/>
              <a:rect l="l" t="t" r="r" b="b"/>
              <a:pathLst>
                <a:path w="496" h="494" extrusionOk="0">
                  <a:moveTo>
                    <a:pt x="252" y="0"/>
                  </a:moveTo>
                  <a:cubicBezTo>
                    <a:pt x="109" y="0"/>
                    <a:pt x="0" y="107"/>
                    <a:pt x="0" y="251"/>
                  </a:cubicBezTo>
                  <a:cubicBezTo>
                    <a:pt x="0" y="387"/>
                    <a:pt x="109" y="494"/>
                    <a:pt x="252" y="494"/>
                  </a:cubicBezTo>
                  <a:cubicBezTo>
                    <a:pt x="387" y="494"/>
                    <a:pt x="496" y="387"/>
                    <a:pt x="496" y="251"/>
                  </a:cubicBezTo>
                  <a:cubicBezTo>
                    <a:pt x="496"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11"/>
            <p:cNvSpPr/>
            <p:nvPr/>
          </p:nvSpPr>
          <p:spPr>
            <a:xfrm>
              <a:off x="1962150" y="3953075"/>
              <a:ext cx="12550" cy="12350"/>
            </a:xfrm>
            <a:custGeom>
              <a:avLst/>
              <a:gdLst/>
              <a:ahLst/>
              <a:cxnLst/>
              <a:rect l="l" t="t" r="r" b="b"/>
              <a:pathLst>
                <a:path w="502" h="494" extrusionOk="0">
                  <a:moveTo>
                    <a:pt x="250" y="0"/>
                  </a:moveTo>
                  <a:cubicBezTo>
                    <a:pt x="114" y="0"/>
                    <a:pt x="1" y="107"/>
                    <a:pt x="1" y="251"/>
                  </a:cubicBezTo>
                  <a:cubicBezTo>
                    <a:pt x="1" y="387"/>
                    <a:pt x="114" y="494"/>
                    <a:pt x="250" y="494"/>
                  </a:cubicBezTo>
                  <a:cubicBezTo>
                    <a:pt x="388" y="494"/>
                    <a:pt x="502" y="387"/>
                    <a:pt x="502" y="251"/>
                  </a:cubicBezTo>
                  <a:cubicBezTo>
                    <a:pt x="502"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11"/>
            <p:cNvSpPr/>
            <p:nvPr/>
          </p:nvSpPr>
          <p:spPr>
            <a:xfrm>
              <a:off x="2054075" y="3953075"/>
              <a:ext cx="12425" cy="12350"/>
            </a:xfrm>
            <a:custGeom>
              <a:avLst/>
              <a:gdLst/>
              <a:ahLst/>
              <a:cxnLst/>
              <a:rect l="l" t="t" r="r" b="b"/>
              <a:pathLst>
                <a:path w="497" h="494" extrusionOk="0">
                  <a:moveTo>
                    <a:pt x="252" y="0"/>
                  </a:moveTo>
                  <a:cubicBezTo>
                    <a:pt x="109" y="0"/>
                    <a:pt x="1" y="107"/>
                    <a:pt x="1" y="251"/>
                  </a:cubicBezTo>
                  <a:cubicBezTo>
                    <a:pt x="1" y="387"/>
                    <a:pt x="109" y="494"/>
                    <a:pt x="252" y="494"/>
                  </a:cubicBezTo>
                  <a:cubicBezTo>
                    <a:pt x="388" y="494"/>
                    <a:pt x="496" y="387"/>
                    <a:pt x="496" y="251"/>
                  </a:cubicBezTo>
                  <a:cubicBezTo>
                    <a:pt x="496"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11"/>
            <p:cNvSpPr/>
            <p:nvPr/>
          </p:nvSpPr>
          <p:spPr>
            <a:xfrm>
              <a:off x="2145825" y="3953075"/>
              <a:ext cx="12600" cy="12350"/>
            </a:xfrm>
            <a:custGeom>
              <a:avLst/>
              <a:gdLst/>
              <a:ahLst/>
              <a:cxnLst/>
              <a:rect l="l" t="t" r="r" b="b"/>
              <a:pathLst>
                <a:path w="504" h="494" extrusionOk="0">
                  <a:moveTo>
                    <a:pt x="252" y="0"/>
                  </a:moveTo>
                  <a:cubicBezTo>
                    <a:pt x="116" y="0"/>
                    <a:pt x="1" y="107"/>
                    <a:pt x="1" y="251"/>
                  </a:cubicBezTo>
                  <a:cubicBezTo>
                    <a:pt x="1" y="387"/>
                    <a:pt x="116" y="494"/>
                    <a:pt x="252" y="494"/>
                  </a:cubicBezTo>
                  <a:cubicBezTo>
                    <a:pt x="388" y="494"/>
                    <a:pt x="503" y="387"/>
                    <a:pt x="503" y="251"/>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11"/>
            <p:cNvSpPr/>
            <p:nvPr/>
          </p:nvSpPr>
          <p:spPr>
            <a:xfrm>
              <a:off x="2237800" y="3953075"/>
              <a:ext cx="12350" cy="12350"/>
            </a:xfrm>
            <a:custGeom>
              <a:avLst/>
              <a:gdLst/>
              <a:ahLst/>
              <a:cxnLst/>
              <a:rect l="l" t="t" r="r" b="b"/>
              <a:pathLst>
                <a:path w="494" h="494" extrusionOk="0">
                  <a:moveTo>
                    <a:pt x="244" y="0"/>
                  </a:moveTo>
                  <a:cubicBezTo>
                    <a:pt x="107" y="0"/>
                    <a:pt x="0" y="107"/>
                    <a:pt x="0" y="251"/>
                  </a:cubicBezTo>
                  <a:cubicBezTo>
                    <a:pt x="0" y="387"/>
                    <a:pt x="107" y="494"/>
                    <a:pt x="244" y="494"/>
                  </a:cubicBezTo>
                  <a:cubicBezTo>
                    <a:pt x="387" y="494"/>
                    <a:pt x="494" y="387"/>
                    <a:pt x="494" y="251"/>
                  </a:cubicBezTo>
                  <a:cubicBezTo>
                    <a:pt x="494" y="107"/>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11"/>
            <p:cNvSpPr/>
            <p:nvPr/>
          </p:nvSpPr>
          <p:spPr>
            <a:xfrm>
              <a:off x="2329550" y="3953075"/>
              <a:ext cx="12575" cy="12350"/>
            </a:xfrm>
            <a:custGeom>
              <a:avLst/>
              <a:gdLst/>
              <a:ahLst/>
              <a:cxnLst/>
              <a:rect l="l" t="t" r="r" b="b"/>
              <a:pathLst>
                <a:path w="503" h="494" extrusionOk="0">
                  <a:moveTo>
                    <a:pt x="251" y="0"/>
                  </a:moveTo>
                  <a:cubicBezTo>
                    <a:pt x="115" y="0"/>
                    <a:pt x="0" y="107"/>
                    <a:pt x="0" y="251"/>
                  </a:cubicBezTo>
                  <a:cubicBezTo>
                    <a:pt x="0" y="387"/>
                    <a:pt x="115" y="494"/>
                    <a:pt x="251" y="494"/>
                  </a:cubicBezTo>
                  <a:cubicBezTo>
                    <a:pt x="387" y="494"/>
                    <a:pt x="502" y="387"/>
                    <a:pt x="502" y="251"/>
                  </a:cubicBezTo>
                  <a:cubicBezTo>
                    <a:pt x="502"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11"/>
            <p:cNvSpPr/>
            <p:nvPr/>
          </p:nvSpPr>
          <p:spPr>
            <a:xfrm>
              <a:off x="2421325" y="3953075"/>
              <a:ext cx="12550" cy="12350"/>
            </a:xfrm>
            <a:custGeom>
              <a:avLst/>
              <a:gdLst/>
              <a:ahLst/>
              <a:cxnLst/>
              <a:rect l="l" t="t" r="r" b="b"/>
              <a:pathLst>
                <a:path w="502" h="494" extrusionOk="0">
                  <a:moveTo>
                    <a:pt x="250" y="0"/>
                  </a:moveTo>
                  <a:cubicBezTo>
                    <a:pt x="114" y="0"/>
                    <a:pt x="1" y="107"/>
                    <a:pt x="1" y="251"/>
                  </a:cubicBezTo>
                  <a:cubicBezTo>
                    <a:pt x="1" y="387"/>
                    <a:pt x="114" y="494"/>
                    <a:pt x="250" y="494"/>
                  </a:cubicBezTo>
                  <a:cubicBezTo>
                    <a:pt x="395" y="494"/>
                    <a:pt x="501" y="387"/>
                    <a:pt x="501" y="251"/>
                  </a:cubicBezTo>
                  <a:cubicBezTo>
                    <a:pt x="501" y="107"/>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11"/>
            <p:cNvSpPr/>
            <p:nvPr/>
          </p:nvSpPr>
          <p:spPr>
            <a:xfrm>
              <a:off x="2513250" y="3953075"/>
              <a:ext cx="12575" cy="12350"/>
            </a:xfrm>
            <a:custGeom>
              <a:avLst/>
              <a:gdLst/>
              <a:ahLst/>
              <a:cxnLst/>
              <a:rect l="l" t="t" r="r" b="b"/>
              <a:pathLst>
                <a:path w="503" h="494" extrusionOk="0">
                  <a:moveTo>
                    <a:pt x="252" y="0"/>
                  </a:moveTo>
                  <a:cubicBezTo>
                    <a:pt x="109" y="0"/>
                    <a:pt x="0" y="107"/>
                    <a:pt x="0" y="251"/>
                  </a:cubicBezTo>
                  <a:cubicBezTo>
                    <a:pt x="0" y="387"/>
                    <a:pt x="109" y="494"/>
                    <a:pt x="252" y="494"/>
                  </a:cubicBezTo>
                  <a:cubicBezTo>
                    <a:pt x="388" y="494"/>
                    <a:pt x="503" y="387"/>
                    <a:pt x="503" y="251"/>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11"/>
            <p:cNvSpPr/>
            <p:nvPr/>
          </p:nvSpPr>
          <p:spPr>
            <a:xfrm>
              <a:off x="2605000" y="3953075"/>
              <a:ext cx="12575" cy="12350"/>
            </a:xfrm>
            <a:custGeom>
              <a:avLst/>
              <a:gdLst/>
              <a:ahLst/>
              <a:cxnLst/>
              <a:rect l="l" t="t" r="r" b="b"/>
              <a:pathLst>
                <a:path w="503" h="494" extrusionOk="0">
                  <a:moveTo>
                    <a:pt x="252" y="0"/>
                  </a:moveTo>
                  <a:cubicBezTo>
                    <a:pt x="116" y="0"/>
                    <a:pt x="0" y="107"/>
                    <a:pt x="0" y="251"/>
                  </a:cubicBezTo>
                  <a:cubicBezTo>
                    <a:pt x="0" y="387"/>
                    <a:pt x="116" y="494"/>
                    <a:pt x="252" y="494"/>
                  </a:cubicBezTo>
                  <a:cubicBezTo>
                    <a:pt x="387" y="494"/>
                    <a:pt x="503" y="387"/>
                    <a:pt x="503" y="251"/>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11"/>
            <p:cNvSpPr/>
            <p:nvPr/>
          </p:nvSpPr>
          <p:spPr>
            <a:xfrm>
              <a:off x="2696950" y="3953075"/>
              <a:ext cx="12375" cy="12350"/>
            </a:xfrm>
            <a:custGeom>
              <a:avLst/>
              <a:gdLst/>
              <a:ahLst/>
              <a:cxnLst/>
              <a:rect l="l" t="t" r="r" b="b"/>
              <a:pathLst>
                <a:path w="495" h="494" extrusionOk="0">
                  <a:moveTo>
                    <a:pt x="252" y="0"/>
                  </a:moveTo>
                  <a:cubicBezTo>
                    <a:pt x="108" y="0"/>
                    <a:pt x="1" y="107"/>
                    <a:pt x="1" y="251"/>
                  </a:cubicBezTo>
                  <a:cubicBezTo>
                    <a:pt x="1" y="387"/>
                    <a:pt x="108" y="494"/>
                    <a:pt x="252" y="494"/>
                  </a:cubicBezTo>
                  <a:cubicBezTo>
                    <a:pt x="388" y="494"/>
                    <a:pt x="495" y="387"/>
                    <a:pt x="495" y="251"/>
                  </a:cubicBezTo>
                  <a:cubicBezTo>
                    <a:pt x="495"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11"/>
            <p:cNvSpPr/>
            <p:nvPr/>
          </p:nvSpPr>
          <p:spPr>
            <a:xfrm>
              <a:off x="2788700" y="3953075"/>
              <a:ext cx="12600" cy="12350"/>
            </a:xfrm>
            <a:custGeom>
              <a:avLst/>
              <a:gdLst/>
              <a:ahLst/>
              <a:cxnLst/>
              <a:rect l="l" t="t" r="r" b="b"/>
              <a:pathLst>
                <a:path w="504" h="494" extrusionOk="0">
                  <a:moveTo>
                    <a:pt x="252" y="0"/>
                  </a:moveTo>
                  <a:cubicBezTo>
                    <a:pt x="116" y="0"/>
                    <a:pt x="1" y="107"/>
                    <a:pt x="1" y="251"/>
                  </a:cubicBezTo>
                  <a:cubicBezTo>
                    <a:pt x="1" y="387"/>
                    <a:pt x="116" y="494"/>
                    <a:pt x="252" y="494"/>
                  </a:cubicBezTo>
                  <a:cubicBezTo>
                    <a:pt x="388" y="494"/>
                    <a:pt x="503" y="387"/>
                    <a:pt x="503" y="251"/>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11"/>
            <p:cNvSpPr/>
            <p:nvPr/>
          </p:nvSpPr>
          <p:spPr>
            <a:xfrm>
              <a:off x="2880675" y="3953075"/>
              <a:ext cx="12375" cy="12350"/>
            </a:xfrm>
            <a:custGeom>
              <a:avLst/>
              <a:gdLst/>
              <a:ahLst/>
              <a:cxnLst/>
              <a:rect l="l" t="t" r="r" b="b"/>
              <a:pathLst>
                <a:path w="495" h="494" extrusionOk="0">
                  <a:moveTo>
                    <a:pt x="243" y="0"/>
                  </a:moveTo>
                  <a:cubicBezTo>
                    <a:pt x="107" y="0"/>
                    <a:pt x="0" y="107"/>
                    <a:pt x="0" y="251"/>
                  </a:cubicBezTo>
                  <a:cubicBezTo>
                    <a:pt x="0" y="387"/>
                    <a:pt x="107" y="494"/>
                    <a:pt x="243" y="494"/>
                  </a:cubicBezTo>
                  <a:cubicBezTo>
                    <a:pt x="387" y="494"/>
                    <a:pt x="494" y="387"/>
                    <a:pt x="494" y="251"/>
                  </a:cubicBezTo>
                  <a:cubicBezTo>
                    <a:pt x="494" y="107"/>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11"/>
            <p:cNvSpPr/>
            <p:nvPr/>
          </p:nvSpPr>
          <p:spPr>
            <a:xfrm>
              <a:off x="2972425" y="3953075"/>
              <a:ext cx="12575" cy="12350"/>
            </a:xfrm>
            <a:custGeom>
              <a:avLst/>
              <a:gdLst/>
              <a:ahLst/>
              <a:cxnLst/>
              <a:rect l="l" t="t" r="r" b="b"/>
              <a:pathLst>
                <a:path w="503" h="494" extrusionOk="0">
                  <a:moveTo>
                    <a:pt x="251" y="0"/>
                  </a:moveTo>
                  <a:cubicBezTo>
                    <a:pt x="115" y="0"/>
                    <a:pt x="0" y="107"/>
                    <a:pt x="0" y="251"/>
                  </a:cubicBezTo>
                  <a:cubicBezTo>
                    <a:pt x="0" y="387"/>
                    <a:pt x="115" y="494"/>
                    <a:pt x="251" y="494"/>
                  </a:cubicBezTo>
                  <a:cubicBezTo>
                    <a:pt x="387" y="494"/>
                    <a:pt x="503" y="387"/>
                    <a:pt x="503" y="251"/>
                  </a:cubicBezTo>
                  <a:cubicBezTo>
                    <a:pt x="503"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11"/>
            <p:cNvSpPr/>
            <p:nvPr/>
          </p:nvSpPr>
          <p:spPr>
            <a:xfrm>
              <a:off x="3064375" y="3953075"/>
              <a:ext cx="12375" cy="12350"/>
            </a:xfrm>
            <a:custGeom>
              <a:avLst/>
              <a:gdLst/>
              <a:ahLst/>
              <a:cxnLst/>
              <a:rect l="l" t="t" r="r" b="b"/>
              <a:pathLst>
                <a:path w="495" h="494" extrusionOk="0">
                  <a:moveTo>
                    <a:pt x="243" y="0"/>
                  </a:moveTo>
                  <a:cubicBezTo>
                    <a:pt x="107" y="0"/>
                    <a:pt x="1" y="107"/>
                    <a:pt x="1" y="251"/>
                  </a:cubicBezTo>
                  <a:cubicBezTo>
                    <a:pt x="1" y="387"/>
                    <a:pt x="107" y="494"/>
                    <a:pt x="243" y="494"/>
                  </a:cubicBezTo>
                  <a:cubicBezTo>
                    <a:pt x="388" y="494"/>
                    <a:pt x="495" y="387"/>
                    <a:pt x="495" y="251"/>
                  </a:cubicBezTo>
                  <a:cubicBezTo>
                    <a:pt x="495" y="107"/>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11"/>
            <p:cNvSpPr/>
            <p:nvPr/>
          </p:nvSpPr>
          <p:spPr>
            <a:xfrm>
              <a:off x="3156125" y="3953075"/>
              <a:ext cx="12600" cy="12350"/>
            </a:xfrm>
            <a:custGeom>
              <a:avLst/>
              <a:gdLst/>
              <a:ahLst/>
              <a:cxnLst/>
              <a:rect l="l" t="t" r="r" b="b"/>
              <a:pathLst>
                <a:path w="504" h="494" extrusionOk="0">
                  <a:moveTo>
                    <a:pt x="252" y="0"/>
                  </a:moveTo>
                  <a:cubicBezTo>
                    <a:pt x="116" y="0"/>
                    <a:pt x="1" y="107"/>
                    <a:pt x="1" y="251"/>
                  </a:cubicBezTo>
                  <a:cubicBezTo>
                    <a:pt x="1" y="387"/>
                    <a:pt x="116" y="494"/>
                    <a:pt x="252" y="494"/>
                  </a:cubicBezTo>
                  <a:cubicBezTo>
                    <a:pt x="388" y="494"/>
                    <a:pt x="503" y="387"/>
                    <a:pt x="503" y="251"/>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11"/>
            <p:cNvSpPr/>
            <p:nvPr/>
          </p:nvSpPr>
          <p:spPr>
            <a:xfrm>
              <a:off x="3247875" y="3953075"/>
              <a:ext cx="12575" cy="12350"/>
            </a:xfrm>
            <a:custGeom>
              <a:avLst/>
              <a:gdLst/>
              <a:ahLst/>
              <a:cxnLst/>
              <a:rect l="l" t="t" r="r" b="b"/>
              <a:pathLst>
                <a:path w="503" h="494" extrusionOk="0">
                  <a:moveTo>
                    <a:pt x="252" y="0"/>
                  </a:moveTo>
                  <a:cubicBezTo>
                    <a:pt x="116" y="0"/>
                    <a:pt x="1" y="107"/>
                    <a:pt x="1" y="251"/>
                  </a:cubicBezTo>
                  <a:cubicBezTo>
                    <a:pt x="1" y="387"/>
                    <a:pt x="116" y="494"/>
                    <a:pt x="252" y="494"/>
                  </a:cubicBezTo>
                  <a:cubicBezTo>
                    <a:pt x="388" y="494"/>
                    <a:pt x="503" y="387"/>
                    <a:pt x="503" y="251"/>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11"/>
            <p:cNvSpPr/>
            <p:nvPr/>
          </p:nvSpPr>
          <p:spPr>
            <a:xfrm>
              <a:off x="3339850" y="3953075"/>
              <a:ext cx="12525" cy="12350"/>
            </a:xfrm>
            <a:custGeom>
              <a:avLst/>
              <a:gdLst/>
              <a:ahLst/>
              <a:cxnLst/>
              <a:rect l="l" t="t" r="r" b="b"/>
              <a:pathLst>
                <a:path w="501" h="494" extrusionOk="0">
                  <a:moveTo>
                    <a:pt x="251" y="0"/>
                  </a:moveTo>
                  <a:cubicBezTo>
                    <a:pt x="107" y="0"/>
                    <a:pt x="0" y="107"/>
                    <a:pt x="0" y="251"/>
                  </a:cubicBezTo>
                  <a:cubicBezTo>
                    <a:pt x="0" y="387"/>
                    <a:pt x="107" y="494"/>
                    <a:pt x="251" y="494"/>
                  </a:cubicBezTo>
                  <a:cubicBezTo>
                    <a:pt x="387" y="494"/>
                    <a:pt x="501" y="387"/>
                    <a:pt x="501" y="251"/>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11"/>
            <p:cNvSpPr/>
            <p:nvPr/>
          </p:nvSpPr>
          <p:spPr>
            <a:xfrm>
              <a:off x="3431575" y="3953075"/>
              <a:ext cx="12600" cy="12350"/>
            </a:xfrm>
            <a:custGeom>
              <a:avLst/>
              <a:gdLst/>
              <a:ahLst/>
              <a:cxnLst/>
              <a:rect l="l" t="t" r="r" b="b"/>
              <a:pathLst>
                <a:path w="504" h="494" extrusionOk="0">
                  <a:moveTo>
                    <a:pt x="252" y="0"/>
                  </a:moveTo>
                  <a:cubicBezTo>
                    <a:pt x="116" y="0"/>
                    <a:pt x="1" y="107"/>
                    <a:pt x="1" y="251"/>
                  </a:cubicBezTo>
                  <a:cubicBezTo>
                    <a:pt x="1" y="387"/>
                    <a:pt x="116" y="494"/>
                    <a:pt x="252" y="494"/>
                  </a:cubicBezTo>
                  <a:cubicBezTo>
                    <a:pt x="388" y="494"/>
                    <a:pt x="503" y="387"/>
                    <a:pt x="503" y="251"/>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11"/>
            <p:cNvSpPr/>
            <p:nvPr/>
          </p:nvSpPr>
          <p:spPr>
            <a:xfrm>
              <a:off x="3523550" y="3953075"/>
              <a:ext cx="12375" cy="12350"/>
            </a:xfrm>
            <a:custGeom>
              <a:avLst/>
              <a:gdLst/>
              <a:ahLst/>
              <a:cxnLst/>
              <a:rect l="l" t="t" r="r" b="b"/>
              <a:pathLst>
                <a:path w="495" h="494" extrusionOk="0">
                  <a:moveTo>
                    <a:pt x="250" y="0"/>
                  </a:moveTo>
                  <a:cubicBezTo>
                    <a:pt x="107" y="0"/>
                    <a:pt x="0" y="107"/>
                    <a:pt x="0" y="251"/>
                  </a:cubicBezTo>
                  <a:cubicBezTo>
                    <a:pt x="0" y="387"/>
                    <a:pt x="107" y="494"/>
                    <a:pt x="250" y="494"/>
                  </a:cubicBezTo>
                  <a:cubicBezTo>
                    <a:pt x="388" y="494"/>
                    <a:pt x="494" y="387"/>
                    <a:pt x="494" y="251"/>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11"/>
            <p:cNvSpPr/>
            <p:nvPr/>
          </p:nvSpPr>
          <p:spPr>
            <a:xfrm>
              <a:off x="676400" y="40448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11"/>
            <p:cNvSpPr/>
            <p:nvPr/>
          </p:nvSpPr>
          <p:spPr>
            <a:xfrm>
              <a:off x="768325" y="4044800"/>
              <a:ext cx="12400" cy="12600"/>
            </a:xfrm>
            <a:custGeom>
              <a:avLst/>
              <a:gdLst/>
              <a:ahLst/>
              <a:cxnLst/>
              <a:rect l="l" t="t" r="r" b="b"/>
              <a:pathLst>
                <a:path w="496" h="504"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11"/>
            <p:cNvSpPr/>
            <p:nvPr/>
          </p:nvSpPr>
          <p:spPr>
            <a:xfrm>
              <a:off x="860125" y="4044800"/>
              <a:ext cx="12525" cy="12600"/>
            </a:xfrm>
            <a:custGeom>
              <a:avLst/>
              <a:gdLst/>
              <a:ahLst/>
              <a:cxnLst/>
              <a:rect l="l" t="t" r="r" b="b"/>
              <a:pathLst>
                <a:path w="501" h="504"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11"/>
            <p:cNvSpPr/>
            <p:nvPr/>
          </p:nvSpPr>
          <p:spPr>
            <a:xfrm>
              <a:off x="951850" y="40448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11"/>
            <p:cNvSpPr/>
            <p:nvPr/>
          </p:nvSpPr>
          <p:spPr>
            <a:xfrm>
              <a:off x="1043825" y="404480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11"/>
            <p:cNvSpPr/>
            <p:nvPr/>
          </p:nvSpPr>
          <p:spPr>
            <a:xfrm>
              <a:off x="1135575" y="404480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11"/>
            <p:cNvSpPr/>
            <p:nvPr/>
          </p:nvSpPr>
          <p:spPr>
            <a:xfrm>
              <a:off x="1227500" y="4044800"/>
              <a:ext cx="12400" cy="12600"/>
            </a:xfrm>
            <a:custGeom>
              <a:avLst/>
              <a:gdLst/>
              <a:ahLst/>
              <a:cxnLst/>
              <a:rect l="l" t="t" r="r" b="b"/>
              <a:pathLst>
                <a:path w="496" h="504"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11"/>
            <p:cNvSpPr/>
            <p:nvPr/>
          </p:nvSpPr>
          <p:spPr>
            <a:xfrm>
              <a:off x="1319275" y="404480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11"/>
            <p:cNvSpPr/>
            <p:nvPr/>
          </p:nvSpPr>
          <p:spPr>
            <a:xfrm>
              <a:off x="1411200" y="4044800"/>
              <a:ext cx="12425" cy="12600"/>
            </a:xfrm>
            <a:custGeom>
              <a:avLst/>
              <a:gdLst/>
              <a:ahLst/>
              <a:cxnLst/>
              <a:rect l="l" t="t" r="r" b="b"/>
              <a:pathLst>
                <a:path w="497" h="504"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11"/>
            <p:cNvSpPr/>
            <p:nvPr/>
          </p:nvSpPr>
          <p:spPr>
            <a:xfrm>
              <a:off x="1503000" y="4044800"/>
              <a:ext cx="12525" cy="12600"/>
            </a:xfrm>
            <a:custGeom>
              <a:avLst/>
              <a:gdLst/>
              <a:ahLst/>
              <a:cxnLst/>
              <a:rect l="l" t="t" r="r" b="b"/>
              <a:pathLst>
                <a:path w="501" h="504"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11"/>
            <p:cNvSpPr/>
            <p:nvPr/>
          </p:nvSpPr>
          <p:spPr>
            <a:xfrm>
              <a:off x="1594750" y="404480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11"/>
            <p:cNvSpPr/>
            <p:nvPr/>
          </p:nvSpPr>
          <p:spPr>
            <a:xfrm>
              <a:off x="1686650" y="40448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11"/>
            <p:cNvSpPr/>
            <p:nvPr/>
          </p:nvSpPr>
          <p:spPr>
            <a:xfrm>
              <a:off x="1778450" y="404480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11"/>
            <p:cNvSpPr/>
            <p:nvPr/>
          </p:nvSpPr>
          <p:spPr>
            <a:xfrm>
              <a:off x="1870375" y="4044800"/>
              <a:ext cx="12400" cy="12600"/>
            </a:xfrm>
            <a:custGeom>
              <a:avLst/>
              <a:gdLst/>
              <a:ahLst/>
              <a:cxnLst/>
              <a:rect l="l" t="t" r="r" b="b"/>
              <a:pathLst>
                <a:path w="496" h="504"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11"/>
            <p:cNvSpPr/>
            <p:nvPr/>
          </p:nvSpPr>
          <p:spPr>
            <a:xfrm>
              <a:off x="1962150" y="404480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11"/>
            <p:cNvSpPr/>
            <p:nvPr/>
          </p:nvSpPr>
          <p:spPr>
            <a:xfrm>
              <a:off x="2054075" y="4044800"/>
              <a:ext cx="12425" cy="12600"/>
            </a:xfrm>
            <a:custGeom>
              <a:avLst/>
              <a:gdLst/>
              <a:ahLst/>
              <a:cxnLst/>
              <a:rect l="l" t="t" r="r" b="b"/>
              <a:pathLst>
                <a:path w="497" h="504"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11"/>
            <p:cNvSpPr/>
            <p:nvPr/>
          </p:nvSpPr>
          <p:spPr>
            <a:xfrm>
              <a:off x="2145825" y="40448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11"/>
            <p:cNvSpPr/>
            <p:nvPr/>
          </p:nvSpPr>
          <p:spPr>
            <a:xfrm>
              <a:off x="2237800" y="4044800"/>
              <a:ext cx="12350" cy="12600"/>
            </a:xfrm>
            <a:custGeom>
              <a:avLst/>
              <a:gdLst/>
              <a:ahLst/>
              <a:cxnLst/>
              <a:rect l="l" t="t" r="r" b="b"/>
              <a:pathLst>
                <a:path w="494" h="504"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11"/>
            <p:cNvSpPr/>
            <p:nvPr/>
          </p:nvSpPr>
          <p:spPr>
            <a:xfrm>
              <a:off x="2329550" y="404480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11"/>
            <p:cNvSpPr/>
            <p:nvPr/>
          </p:nvSpPr>
          <p:spPr>
            <a:xfrm>
              <a:off x="2421325" y="404480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11"/>
            <p:cNvSpPr/>
            <p:nvPr/>
          </p:nvSpPr>
          <p:spPr>
            <a:xfrm>
              <a:off x="2513250" y="4044800"/>
              <a:ext cx="12575" cy="12600"/>
            </a:xfrm>
            <a:custGeom>
              <a:avLst/>
              <a:gdLst/>
              <a:ahLst/>
              <a:cxnLst/>
              <a:rect l="l" t="t" r="r" b="b"/>
              <a:pathLst>
                <a:path w="503" h="504"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11"/>
            <p:cNvSpPr/>
            <p:nvPr/>
          </p:nvSpPr>
          <p:spPr>
            <a:xfrm>
              <a:off x="2605000" y="404480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11"/>
            <p:cNvSpPr/>
            <p:nvPr/>
          </p:nvSpPr>
          <p:spPr>
            <a:xfrm>
              <a:off x="2696950" y="4044800"/>
              <a:ext cx="12375" cy="12600"/>
            </a:xfrm>
            <a:custGeom>
              <a:avLst/>
              <a:gdLst/>
              <a:ahLst/>
              <a:cxnLst/>
              <a:rect l="l" t="t" r="r" b="b"/>
              <a:pathLst>
                <a:path w="495" h="504"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11"/>
            <p:cNvSpPr/>
            <p:nvPr/>
          </p:nvSpPr>
          <p:spPr>
            <a:xfrm>
              <a:off x="2788700" y="40448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11"/>
            <p:cNvSpPr/>
            <p:nvPr/>
          </p:nvSpPr>
          <p:spPr>
            <a:xfrm>
              <a:off x="2880675" y="4044800"/>
              <a:ext cx="12375" cy="12600"/>
            </a:xfrm>
            <a:custGeom>
              <a:avLst/>
              <a:gdLst/>
              <a:ahLst/>
              <a:cxnLst/>
              <a:rect l="l" t="t" r="r" b="b"/>
              <a:pathLst>
                <a:path w="495" h="504"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11"/>
            <p:cNvSpPr/>
            <p:nvPr/>
          </p:nvSpPr>
          <p:spPr>
            <a:xfrm>
              <a:off x="2972425" y="404480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11"/>
            <p:cNvSpPr/>
            <p:nvPr/>
          </p:nvSpPr>
          <p:spPr>
            <a:xfrm>
              <a:off x="3064375" y="4044800"/>
              <a:ext cx="12375" cy="12600"/>
            </a:xfrm>
            <a:custGeom>
              <a:avLst/>
              <a:gdLst/>
              <a:ahLst/>
              <a:cxnLst/>
              <a:rect l="l" t="t" r="r" b="b"/>
              <a:pathLst>
                <a:path w="495" h="504"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11"/>
            <p:cNvSpPr/>
            <p:nvPr/>
          </p:nvSpPr>
          <p:spPr>
            <a:xfrm>
              <a:off x="3156125" y="40448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11"/>
            <p:cNvSpPr/>
            <p:nvPr/>
          </p:nvSpPr>
          <p:spPr>
            <a:xfrm>
              <a:off x="3247875" y="4044800"/>
              <a:ext cx="12575" cy="12600"/>
            </a:xfrm>
            <a:custGeom>
              <a:avLst/>
              <a:gdLst/>
              <a:ahLst/>
              <a:cxnLst/>
              <a:rect l="l" t="t" r="r" b="b"/>
              <a:pathLst>
                <a:path w="503"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11"/>
            <p:cNvSpPr/>
            <p:nvPr/>
          </p:nvSpPr>
          <p:spPr>
            <a:xfrm>
              <a:off x="3339850" y="4044800"/>
              <a:ext cx="12525" cy="12600"/>
            </a:xfrm>
            <a:custGeom>
              <a:avLst/>
              <a:gdLst/>
              <a:ahLst/>
              <a:cxnLst/>
              <a:rect l="l" t="t" r="r" b="b"/>
              <a:pathLst>
                <a:path w="501" h="504"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11"/>
            <p:cNvSpPr/>
            <p:nvPr/>
          </p:nvSpPr>
          <p:spPr>
            <a:xfrm>
              <a:off x="3431575" y="40448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11"/>
            <p:cNvSpPr/>
            <p:nvPr/>
          </p:nvSpPr>
          <p:spPr>
            <a:xfrm>
              <a:off x="3523550" y="404480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11"/>
            <p:cNvSpPr/>
            <p:nvPr/>
          </p:nvSpPr>
          <p:spPr>
            <a:xfrm>
              <a:off x="676400" y="4136775"/>
              <a:ext cx="12600" cy="12375"/>
            </a:xfrm>
            <a:custGeom>
              <a:avLst/>
              <a:gdLst/>
              <a:ahLst/>
              <a:cxnLst/>
              <a:rect l="l" t="t" r="r" b="b"/>
              <a:pathLst>
                <a:path w="504" h="495" extrusionOk="0">
                  <a:moveTo>
                    <a:pt x="252" y="1"/>
                  </a:moveTo>
                  <a:cubicBezTo>
                    <a:pt x="116" y="1"/>
                    <a:pt x="1" y="107"/>
                    <a:pt x="1" y="250"/>
                  </a:cubicBezTo>
                  <a:cubicBezTo>
                    <a:pt x="1" y="388"/>
                    <a:pt x="116" y="494"/>
                    <a:pt x="252" y="494"/>
                  </a:cubicBezTo>
                  <a:cubicBezTo>
                    <a:pt x="388" y="494"/>
                    <a:pt x="503" y="388"/>
                    <a:pt x="503" y="250"/>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11"/>
            <p:cNvSpPr/>
            <p:nvPr/>
          </p:nvSpPr>
          <p:spPr>
            <a:xfrm>
              <a:off x="768325" y="4136775"/>
              <a:ext cx="12400" cy="12375"/>
            </a:xfrm>
            <a:custGeom>
              <a:avLst/>
              <a:gdLst/>
              <a:ahLst/>
              <a:cxnLst/>
              <a:rect l="l" t="t" r="r" b="b"/>
              <a:pathLst>
                <a:path w="496" h="495" extrusionOk="0">
                  <a:moveTo>
                    <a:pt x="245" y="1"/>
                  </a:moveTo>
                  <a:cubicBezTo>
                    <a:pt x="109" y="1"/>
                    <a:pt x="0" y="107"/>
                    <a:pt x="0" y="250"/>
                  </a:cubicBezTo>
                  <a:cubicBezTo>
                    <a:pt x="0" y="388"/>
                    <a:pt x="109" y="494"/>
                    <a:pt x="245" y="494"/>
                  </a:cubicBezTo>
                  <a:cubicBezTo>
                    <a:pt x="388" y="494"/>
                    <a:pt x="496" y="388"/>
                    <a:pt x="496" y="250"/>
                  </a:cubicBezTo>
                  <a:cubicBezTo>
                    <a:pt x="496" y="107"/>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11"/>
            <p:cNvSpPr/>
            <p:nvPr/>
          </p:nvSpPr>
          <p:spPr>
            <a:xfrm>
              <a:off x="860125" y="4136775"/>
              <a:ext cx="12525" cy="12375"/>
            </a:xfrm>
            <a:custGeom>
              <a:avLst/>
              <a:gdLst/>
              <a:ahLst/>
              <a:cxnLst/>
              <a:rect l="l" t="t" r="r" b="b"/>
              <a:pathLst>
                <a:path w="501" h="495" extrusionOk="0">
                  <a:moveTo>
                    <a:pt x="251" y="1"/>
                  </a:moveTo>
                  <a:cubicBezTo>
                    <a:pt x="114" y="1"/>
                    <a:pt x="0" y="107"/>
                    <a:pt x="0" y="250"/>
                  </a:cubicBezTo>
                  <a:cubicBezTo>
                    <a:pt x="0" y="388"/>
                    <a:pt x="114" y="494"/>
                    <a:pt x="251" y="494"/>
                  </a:cubicBezTo>
                  <a:cubicBezTo>
                    <a:pt x="387" y="494"/>
                    <a:pt x="501" y="388"/>
                    <a:pt x="501" y="250"/>
                  </a:cubicBezTo>
                  <a:cubicBezTo>
                    <a:pt x="501"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11"/>
            <p:cNvSpPr/>
            <p:nvPr/>
          </p:nvSpPr>
          <p:spPr>
            <a:xfrm>
              <a:off x="951850" y="4136775"/>
              <a:ext cx="12600" cy="12375"/>
            </a:xfrm>
            <a:custGeom>
              <a:avLst/>
              <a:gdLst/>
              <a:ahLst/>
              <a:cxnLst/>
              <a:rect l="l" t="t" r="r" b="b"/>
              <a:pathLst>
                <a:path w="504" h="495" extrusionOk="0">
                  <a:moveTo>
                    <a:pt x="252" y="1"/>
                  </a:moveTo>
                  <a:cubicBezTo>
                    <a:pt x="116" y="1"/>
                    <a:pt x="1" y="107"/>
                    <a:pt x="1" y="250"/>
                  </a:cubicBezTo>
                  <a:cubicBezTo>
                    <a:pt x="1" y="388"/>
                    <a:pt x="116" y="494"/>
                    <a:pt x="252" y="494"/>
                  </a:cubicBezTo>
                  <a:cubicBezTo>
                    <a:pt x="388" y="494"/>
                    <a:pt x="503" y="388"/>
                    <a:pt x="503" y="250"/>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11"/>
            <p:cNvSpPr/>
            <p:nvPr/>
          </p:nvSpPr>
          <p:spPr>
            <a:xfrm>
              <a:off x="1043825" y="4136775"/>
              <a:ext cx="12375" cy="12375"/>
            </a:xfrm>
            <a:custGeom>
              <a:avLst/>
              <a:gdLst/>
              <a:ahLst/>
              <a:cxnLst/>
              <a:rect l="l" t="t" r="r" b="b"/>
              <a:pathLst>
                <a:path w="495" h="495" extrusionOk="0">
                  <a:moveTo>
                    <a:pt x="250" y="1"/>
                  </a:moveTo>
                  <a:cubicBezTo>
                    <a:pt x="107" y="1"/>
                    <a:pt x="0" y="107"/>
                    <a:pt x="0" y="250"/>
                  </a:cubicBezTo>
                  <a:cubicBezTo>
                    <a:pt x="0" y="388"/>
                    <a:pt x="107" y="494"/>
                    <a:pt x="250" y="494"/>
                  </a:cubicBezTo>
                  <a:cubicBezTo>
                    <a:pt x="388" y="494"/>
                    <a:pt x="494" y="388"/>
                    <a:pt x="494" y="250"/>
                  </a:cubicBezTo>
                  <a:cubicBezTo>
                    <a:pt x="494" y="107"/>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11"/>
            <p:cNvSpPr/>
            <p:nvPr/>
          </p:nvSpPr>
          <p:spPr>
            <a:xfrm>
              <a:off x="1135575" y="4136775"/>
              <a:ext cx="12575" cy="12375"/>
            </a:xfrm>
            <a:custGeom>
              <a:avLst/>
              <a:gdLst/>
              <a:ahLst/>
              <a:cxnLst/>
              <a:rect l="l" t="t" r="r" b="b"/>
              <a:pathLst>
                <a:path w="503" h="495" extrusionOk="0">
                  <a:moveTo>
                    <a:pt x="252" y="1"/>
                  </a:moveTo>
                  <a:cubicBezTo>
                    <a:pt x="116" y="1"/>
                    <a:pt x="0" y="107"/>
                    <a:pt x="0" y="250"/>
                  </a:cubicBezTo>
                  <a:cubicBezTo>
                    <a:pt x="0" y="388"/>
                    <a:pt x="116" y="494"/>
                    <a:pt x="252" y="494"/>
                  </a:cubicBezTo>
                  <a:cubicBezTo>
                    <a:pt x="387" y="494"/>
                    <a:pt x="503" y="388"/>
                    <a:pt x="503" y="250"/>
                  </a:cubicBezTo>
                  <a:cubicBezTo>
                    <a:pt x="503" y="107"/>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11"/>
            <p:cNvSpPr/>
            <p:nvPr/>
          </p:nvSpPr>
          <p:spPr>
            <a:xfrm>
              <a:off x="1227500" y="4136775"/>
              <a:ext cx="12400" cy="12375"/>
            </a:xfrm>
            <a:custGeom>
              <a:avLst/>
              <a:gdLst/>
              <a:ahLst/>
              <a:cxnLst/>
              <a:rect l="l" t="t" r="r" b="b"/>
              <a:pathLst>
                <a:path w="496" h="495" extrusionOk="0">
                  <a:moveTo>
                    <a:pt x="251" y="1"/>
                  </a:moveTo>
                  <a:cubicBezTo>
                    <a:pt x="109" y="1"/>
                    <a:pt x="0" y="107"/>
                    <a:pt x="0" y="250"/>
                  </a:cubicBezTo>
                  <a:cubicBezTo>
                    <a:pt x="0" y="388"/>
                    <a:pt x="109" y="494"/>
                    <a:pt x="251" y="494"/>
                  </a:cubicBezTo>
                  <a:cubicBezTo>
                    <a:pt x="387" y="494"/>
                    <a:pt x="496" y="388"/>
                    <a:pt x="496" y="250"/>
                  </a:cubicBezTo>
                  <a:cubicBezTo>
                    <a:pt x="496"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11"/>
            <p:cNvSpPr/>
            <p:nvPr/>
          </p:nvSpPr>
          <p:spPr>
            <a:xfrm>
              <a:off x="1319275" y="4136775"/>
              <a:ext cx="12550" cy="12375"/>
            </a:xfrm>
            <a:custGeom>
              <a:avLst/>
              <a:gdLst/>
              <a:ahLst/>
              <a:cxnLst/>
              <a:rect l="l" t="t" r="r" b="b"/>
              <a:pathLst>
                <a:path w="502" h="495" extrusionOk="0">
                  <a:moveTo>
                    <a:pt x="252" y="1"/>
                  </a:moveTo>
                  <a:cubicBezTo>
                    <a:pt x="114" y="1"/>
                    <a:pt x="1" y="107"/>
                    <a:pt x="1" y="250"/>
                  </a:cubicBezTo>
                  <a:cubicBezTo>
                    <a:pt x="1" y="388"/>
                    <a:pt x="114" y="494"/>
                    <a:pt x="252" y="494"/>
                  </a:cubicBezTo>
                  <a:cubicBezTo>
                    <a:pt x="388" y="494"/>
                    <a:pt x="501" y="388"/>
                    <a:pt x="501" y="250"/>
                  </a:cubicBezTo>
                  <a:cubicBezTo>
                    <a:pt x="501"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11"/>
            <p:cNvSpPr/>
            <p:nvPr/>
          </p:nvSpPr>
          <p:spPr>
            <a:xfrm>
              <a:off x="1411200" y="4136775"/>
              <a:ext cx="12425" cy="12375"/>
            </a:xfrm>
            <a:custGeom>
              <a:avLst/>
              <a:gdLst/>
              <a:ahLst/>
              <a:cxnLst/>
              <a:rect l="l" t="t" r="r" b="b"/>
              <a:pathLst>
                <a:path w="497" h="495" extrusionOk="0">
                  <a:moveTo>
                    <a:pt x="245" y="1"/>
                  </a:moveTo>
                  <a:cubicBezTo>
                    <a:pt x="109" y="1"/>
                    <a:pt x="1" y="107"/>
                    <a:pt x="1" y="250"/>
                  </a:cubicBezTo>
                  <a:cubicBezTo>
                    <a:pt x="1" y="388"/>
                    <a:pt x="109" y="494"/>
                    <a:pt x="245" y="494"/>
                  </a:cubicBezTo>
                  <a:cubicBezTo>
                    <a:pt x="388" y="494"/>
                    <a:pt x="496" y="388"/>
                    <a:pt x="496" y="250"/>
                  </a:cubicBezTo>
                  <a:cubicBezTo>
                    <a:pt x="496" y="107"/>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11"/>
            <p:cNvSpPr/>
            <p:nvPr/>
          </p:nvSpPr>
          <p:spPr>
            <a:xfrm>
              <a:off x="1503000" y="4136775"/>
              <a:ext cx="12525" cy="12375"/>
            </a:xfrm>
            <a:custGeom>
              <a:avLst/>
              <a:gdLst/>
              <a:ahLst/>
              <a:cxnLst/>
              <a:rect l="l" t="t" r="r" b="b"/>
              <a:pathLst>
                <a:path w="501" h="495" extrusionOk="0">
                  <a:moveTo>
                    <a:pt x="250" y="1"/>
                  </a:moveTo>
                  <a:cubicBezTo>
                    <a:pt x="114" y="1"/>
                    <a:pt x="0" y="107"/>
                    <a:pt x="0" y="250"/>
                  </a:cubicBezTo>
                  <a:cubicBezTo>
                    <a:pt x="0" y="388"/>
                    <a:pt x="114" y="494"/>
                    <a:pt x="250" y="494"/>
                  </a:cubicBezTo>
                  <a:cubicBezTo>
                    <a:pt x="387" y="494"/>
                    <a:pt x="501" y="388"/>
                    <a:pt x="501" y="250"/>
                  </a:cubicBezTo>
                  <a:cubicBezTo>
                    <a:pt x="501" y="107"/>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11"/>
            <p:cNvSpPr/>
            <p:nvPr/>
          </p:nvSpPr>
          <p:spPr>
            <a:xfrm>
              <a:off x="1594750" y="4136775"/>
              <a:ext cx="12575" cy="12375"/>
            </a:xfrm>
            <a:custGeom>
              <a:avLst/>
              <a:gdLst/>
              <a:ahLst/>
              <a:cxnLst/>
              <a:rect l="l" t="t" r="r" b="b"/>
              <a:pathLst>
                <a:path w="503" h="495" extrusionOk="0">
                  <a:moveTo>
                    <a:pt x="251" y="1"/>
                  </a:moveTo>
                  <a:cubicBezTo>
                    <a:pt x="115" y="1"/>
                    <a:pt x="0" y="107"/>
                    <a:pt x="0" y="250"/>
                  </a:cubicBezTo>
                  <a:cubicBezTo>
                    <a:pt x="0" y="388"/>
                    <a:pt x="115" y="494"/>
                    <a:pt x="251" y="494"/>
                  </a:cubicBezTo>
                  <a:cubicBezTo>
                    <a:pt x="394" y="494"/>
                    <a:pt x="503" y="388"/>
                    <a:pt x="503" y="250"/>
                  </a:cubicBezTo>
                  <a:cubicBezTo>
                    <a:pt x="503" y="107"/>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11"/>
            <p:cNvSpPr/>
            <p:nvPr/>
          </p:nvSpPr>
          <p:spPr>
            <a:xfrm>
              <a:off x="1686650" y="4136775"/>
              <a:ext cx="12600" cy="12375"/>
            </a:xfrm>
            <a:custGeom>
              <a:avLst/>
              <a:gdLst/>
              <a:ahLst/>
              <a:cxnLst/>
              <a:rect l="l" t="t" r="r" b="b"/>
              <a:pathLst>
                <a:path w="504" h="495" extrusionOk="0">
                  <a:moveTo>
                    <a:pt x="252" y="1"/>
                  </a:moveTo>
                  <a:cubicBezTo>
                    <a:pt x="116" y="1"/>
                    <a:pt x="1" y="107"/>
                    <a:pt x="1" y="250"/>
                  </a:cubicBezTo>
                  <a:cubicBezTo>
                    <a:pt x="1" y="388"/>
                    <a:pt x="116" y="494"/>
                    <a:pt x="252" y="494"/>
                  </a:cubicBezTo>
                  <a:cubicBezTo>
                    <a:pt x="388" y="494"/>
                    <a:pt x="503" y="388"/>
                    <a:pt x="503" y="250"/>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11"/>
            <p:cNvSpPr/>
            <p:nvPr/>
          </p:nvSpPr>
          <p:spPr>
            <a:xfrm>
              <a:off x="1778450" y="4136775"/>
              <a:ext cx="12550" cy="12375"/>
            </a:xfrm>
            <a:custGeom>
              <a:avLst/>
              <a:gdLst/>
              <a:ahLst/>
              <a:cxnLst/>
              <a:rect l="l" t="t" r="r" b="b"/>
              <a:pathLst>
                <a:path w="502" h="495" extrusionOk="0">
                  <a:moveTo>
                    <a:pt x="252" y="1"/>
                  </a:moveTo>
                  <a:cubicBezTo>
                    <a:pt x="114" y="1"/>
                    <a:pt x="1" y="107"/>
                    <a:pt x="1" y="250"/>
                  </a:cubicBezTo>
                  <a:cubicBezTo>
                    <a:pt x="1" y="388"/>
                    <a:pt x="114" y="494"/>
                    <a:pt x="252" y="494"/>
                  </a:cubicBezTo>
                  <a:cubicBezTo>
                    <a:pt x="388" y="494"/>
                    <a:pt x="501" y="388"/>
                    <a:pt x="501" y="250"/>
                  </a:cubicBezTo>
                  <a:cubicBezTo>
                    <a:pt x="501"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11"/>
            <p:cNvSpPr/>
            <p:nvPr/>
          </p:nvSpPr>
          <p:spPr>
            <a:xfrm>
              <a:off x="1870375" y="4136775"/>
              <a:ext cx="12400" cy="12375"/>
            </a:xfrm>
            <a:custGeom>
              <a:avLst/>
              <a:gdLst/>
              <a:ahLst/>
              <a:cxnLst/>
              <a:rect l="l" t="t" r="r" b="b"/>
              <a:pathLst>
                <a:path w="496" h="495" extrusionOk="0">
                  <a:moveTo>
                    <a:pt x="252" y="1"/>
                  </a:moveTo>
                  <a:cubicBezTo>
                    <a:pt x="109" y="1"/>
                    <a:pt x="0" y="107"/>
                    <a:pt x="0" y="250"/>
                  </a:cubicBezTo>
                  <a:cubicBezTo>
                    <a:pt x="0" y="388"/>
                    <a:pt x="109" y="494"/>
                    <a:pt x="252" y="494"/>
                  </a:cubicBezTo>
                  <a:cubicBezTo>
                    <a:pt x="387" y="494"/>
                    <a:pt x="496" y="388"/>
                    <a:pt x="496" y="250"/>
                  </a:cubicBezTo>
                  <a:cubicBezTo>
                    <a:pt x="496" y="107"/>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11"/>
            <p:cNvSpPr/>
            <p:nvPr/>
          </p:nvSpPr>
          <p:spPr>
            <a:xfrm>
              <a:off x="1962150" y="4136775"/>
              <a:ext cx="12550" cy="12375"/>
            </a:xfrm>
            <a:custGeom>
              <a:avLst/>
              <a:gdLst/>
              <a:ahLst/>
              <a:cxnLst/>
              <a:rect l="l" t="t" r="r" b="b"/>
              <a:pathLst>
                <a:path w="502" h="495" extrusionOk="0">
                  <a:moveTo>
                    <a:pt x="250" y="1"/>
                  </a:moveTo>
                  <a:cubicBezTo>
                    <a:pt x="114" y="1"/>
                    <a:pt x="1" y="107"/>
                    <a:pt x="1" y="250"/>
                  </a:cubicBezTo>
                  <a:cubicBezTo>
                    <a:pt x="1" y="388"/>
                    <a:pt x="114" y="494"/>
                    <a:pt x="250" y="494"/>
                  </a:cubicBezTo>
                  <a:cubicBezTo>
                    <a:pt x="388" y="494"/>
                    <a:pt x="502" y="388"/>
                    <a:pt x="502" y="250"/>
                  </a:cubicBezTo>
                  <a:cubicBezTo>
                    <a:pt x="502" y="107"/>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11"/>
            <p:cNvSpPr/>
            <p:nvPr/>
          </p:nvSpPr>
          <p:spPr>
            <a:xfrm>
              <a:off x="2054075" y="4136775"/>
              <a:ext cx="12425" cy="12375"/>
            </a:xfrm>
            <a:custGeom>
              <a:avLst/>
              <a:gdLst/>
              <a:ahLst/>
              <a:cxnLst/>
              <a:rect l="l" t="t" r="r" b="b"/>
              <a:pathLst>
                <a:path w="497" h="495" extrusionOk="0">
                  <a:moveTo>
                    <a:pt x="252" y="1"/>
                  </a:moveTo>
                  <a:cubicBezTo>
                    <a:pt x="109" y="1"/>
                    <a:pt x="1" y="107"/>
                    <a:pt x="1" y="250"/>
                  </a:cubicBezTo>
                  <a:cubicBezTo>
                    <a:pt x="1" y="388"/>
                    <a:pt x="109" y="494"/>
                    <a:pt x="252" y="494"/>
                  </a:cubicBezTo>
                  <a:cubicBezTo>
                    <a:pt x="388" y="494"/>
                    <a:pt x="496" y="388"/>
                    <a:pt x="496" y="250"/>
                  </a:cubicBezTo>
                  <a:cubicBezTo>
                    <a:pt x="496"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11"/>
            <p:cNvSpPr/>
            <p:nvPr/>
          </p:nvSpPr>
          <p:spPr>
            <a:xfrm>
              <a:off x="2145825" y="4136775"/>
              <a:ext cx="12600" cy="12375"/>
            </a:xfrm>
            <a:custGeom>
              <a:avLst/>
              <a:gdLst/>
              <a:ahLst/>
              <a:cxnLst/>
              <a:rect l="l" t="t" r="r" b="b"/>
              <a:pathLst>
                <a:path w="504" h="495" extrusionOk="0">
                  <a:moveTo>
                    <a:pt x="252" y="1"/>
                  </a:moveTo>
                  <a:cubicBezTo>
                    <a:pt x="116" y="1"/>
                    <a:pt x="1" y="107"/>
                    <a:pt x="1" y="250"/>
                  </a:cubicBezTo>
                  <a:cubicBezTo>
                    <a:pt x="1" y="388"/>
                    <a:pt x="116" y="494"/>
                    <a:pt x="252" y="494"/>
                  </a:cubicBezTo>
                  <a:cubicBezTo>
                    <a:pt x="388" y="494"/>
                    <a:pt x="503" y="388"/>
                    <a:pt x="503" y="250"/>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11"/>
            <p:cNvSpPr/>
            <p:nvPr/>
          </p:nvSpPr>
          <p:spPr>
            <a:xfrm>
              <a:off x="2237800" y="4136775"/>
              <a:ext cx="12350" cy="12375"/>
            </a:xfrm>
            <a:custGeom>
              <a:avLst/>
              <a:gdLst/>
              <a:ahLst/>
              <a:cxnLst/>
              <a:rect l="l" t="t" r="r" b="b"/>
              <a:pathLst>
                <a:path w="494" h="495" extrusionOk="0">
                  <a:moveTo>
                    <a:pt x="244" y="1"/>
                  </a:moveTo>
                  <a:cubicBezTo>
                    <a:pt x="107" y="1"/>
                    <a:pt x="0" y="107"/>
                    <a:pt x="0" y="250"/>
                  </a:cubicBezTo>
                  <a:cubicBezTo>
                    <a:pt x="0" y="388"/>
                    <a:pt x="107" y="494"/>
                    <a:pt x="244" y="494"/>
                  </a:cubicBezTo>
                  <a:cubicBezTo>
                    <a:pt x="387" y="494"/>
                    <a:pt x="494" y="388"/>
                    <a:pt x="494" y="250"/>
                  </a:cubicBezTo>
                  <a:cubicBezTo>
                    <a:pt x="494" y="107"/>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11"/>
            <p:cNvSpPr/>
            <p:nvPr/>
          </p:nvSpPr>
          <p:spPr>
            <a:xfrm>
              <a:off x="2329550" y="4136775"/>
              <a:ext cx="12575" cy="12375"/>
            </a:xfrm>
            <a:custGeom>
              <a:avLst/>
              <a:gdLst/>
              <a:ahLst/>
              <a:cxnLst/>
              <a:rect l="l" t="t" r="r" b="b"/>
              <a:pathLst>
                <a:path w="503" h="495" extrusionOk="0">
                  <a:moveTo>
                    <a:pt x="251" y="1"/>
                  </a:moveTo>
                  <a:cubicBezTo>
                    <a:pt x="115" y="1"/>
                    <a:pt x="0" y="107"/>
                    <a:pt x="0" y="250"/>
                  </a:cubicBezTo>
                  <a:cubicBezTo>
                    <a:pt x="0" y="388"/>
                    <a:pt x="115" y="494"/>
                    <a:pt x="251" y="494"/>
                  </a:cubicBezTo>
                  <a:cubicBezTo>
                    <a:pt x="387" y="494"/>
                    <a:pt x="502" y="388"/>
                    <a:pt x="502" y="250"/>
                  </a:cubicBezTo>
                  <a:cubicBezTo>
                    <a:pt x="502"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11"/>
            <p:cNvSpPr/>
            <p:nvPr/>
          </p:nvSpPr>
          <p:spPr>
            <a:xfrm>
              <a:off x="2421325" y="4136775"/>
              <a:ext cx="12550" cy="12375"/>
            </a:xfrm>
            <a:custGeom>
              <a:avLst/>
              <a:gdLst/>
              <a:ahLst/>
              <a:cxnLst/>
              <a:rect l="l" t="t" r="r" b="b"/>
              <a:pathLst>
                <a:path w="502" h="495" extrusionOk="0">
                  <a:moveTo>
                    <a:pt x="250" y="1"/>
                  </a:moveTo>
                  <a:cubicBezTo>
                    <a:pt x="114" y="1"/>
                    <a:pt x="1" y="107"/>
                    <a:pt x="1" y="250"/>
                  </a:cubicBezTo>
                  <a:cubicBezTo>
                    <a:pt x="1" y="388"/>
                    <a:pt x="114" y="494"/>
                    <a:pt x="250" y="494"/>
                  </a:cubicBezTo>
                  <a:cubicBezTo>
                    <a:pt x="395" y="494"/>
                    <a:pt x="501" y="388"/>
                    <a:pt x="501" y="250"/>
                  </a:cubicBezTo>
                  <a:cubicBezTo>
                    <a:pt x="501" y="107"/>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11"/>
            <p:cNvSpPr/>
            <p:nvPr/>
          </p:nvSpPr>
          <p:spPr>
            <a:xfrm>
              <a:off x="2513250" y="4136775"/>
              <a:ext cx="12575" cy="12375"/>
            </a:xfrm>
            <a:custGeom>
              <a:avLst/>
              <a:gdLst/>
              <a:ahLst/>
              <a:cxnLst/>
              <a:rect l="l" t="t" r="r" b="b"/>
              <a:pathLst>
                <a:path w="503" h="495" extrusionOk="0">
                  <a:moveTo>
                    <a:pt x="252" y="1"/>
                  </a:moveTo>
                  <a:cubicBezTo>
                    <a:pt x="109" y="1"/>
                    <a:pt x="0" y="107"/>
                    <a:pt x="0" y="250"/>
                  </a:cubicBezTo>
                  <a:cubicBezTo>
                    <a:pt x="0" y="388"/>
                    <a:pt x="109" y="494"/>
                    <a:pt x="252" y="494"/>
                  </a:cubicBezTo>
                  <a:cubicBezTo>
                    <a:pt x="388" y="494"/>
                    <a:pt x="503" y="388"/>
                    <a:pt x="503" y="250"/>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11"/>
            <p:cNvSpPr/>
            <p:nvPr/>
          </p:nvSpPr>
          <p:spPr>
            <a:xfrm>
              <a:off x="2605000" y="4136775"/>
              <a:ext cx="12575" cy="12375"/>
            </a:xfrm>
            <a:custGeom>
              <a:avLst/>
              <a:gdLst/>
              <a:ahLst/>
              <a:cxnLst/>
              <a:rect l="l" t="t" r="r" b="b"/>
              <a:pathLst>
                <a:path w="503" h="495" extrusionOk="0">
                  <a:moveTo>
                    <a:pt x="252" y="1"/>
                  </a:moveTo>
                  <a:cubicBezTo>
                    <a:pt x="116" y="1"/>
                    <a:pt x="0" y="107"/>
                    <a:pt x="0" y="250"/>
                  </a:cubicBezTo>
                  <a:cubicBezTo>
                    <a:pt x="0" y="388"/>
                    <a:pt x="116" y="494"/>
                    <a:pt x="252" y="494"/>
                  </a:cubicBezTo>
                  <a:cubicBezTo>
                    <a:pt x="387" y="494"/>
                    <a:pt x="503" y="388"/>
                    <a:pt x="503" y="250"/>
                  </a:cubicBezTo>
                  <a:cubicBezTo>
                    <a:pt x="503" y="107"/>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11"/>
            <p:cNvSpPr/>
            <p:nvPr/>
          </p:nvSpPr>
          <p:spPr>
            <a:xfrm>
              <a:off x="2696950" y="4136775"/>
              <a:ext cx="12375" cy="12375"/>
            </a:xfrm>
            <a:custGeom>
              <a:avLst/>
              <a:gdLst/>
              <a:ahLst/>
              <a:cxnLst/>
              <a:rect l="l" t="t" r="r" b="b"/>
              <a:pathLst>
                <a:path w="495" h="495" extrusionOk="0">
                  <a:moveTo>
                    <a:pt x="252" y="1"/>
                  </a:moveTo>
                  <a:cubicBezTo>
                    <a:pt x="108" y="1"/>
                    <a:pt x="1" y="107"/>
                    <a:pt x="1" y="250"/>
                  </a:cubicBezTo>
                  <a:cubicBezTo>
                    <a:pt x="1" y="388"/>
                    <a:pt x="108" y="494"/>
                    <a:pt x="252" y="494"/>
                  </a:cubicBezTo>
                  <a:cubicBezTo>
                    <a:pt x="388" y="494"/>
                    <a:pt x="495" y="388"/>
                    <a:pt x="495" y="250"/>
                  </a:cubicBezTo>
                  <a:cubicBezTo>
                    <a:pt x="495"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11"/>
            <p:cNvSpPr/>
            <p:nvPr/>
          </p:nvSpPr>
          <p:spPr>
            <a:xfrm>
              <a:off x="2788700" y="4136775"/>
              <a:ext cx="12600" cy="12375"/>
            </a:xfrm>
            <a:custGeom>
              <a:avLst/>
              <a:gdLst/>
              <a:ahLst/>
              <a:cxnLst/>
              <a:rect l="l" t="t" r="r" b="b"/>
              <a:pathLst>
                <a:path w="504" h="495" extrusionOk="0">
                  <a:moveTo>
                    <a:pt x="252" y="1"/>
                  </a:moveTo>
                  <a:cubicBezTo>
                    <a:pt x="116" y="1"/>
                    <a:pt x="1" y="107"/>
                    <a:pt x="1" y="250"/>
                  </a:cubicBezTo>
                  <a:cubicBezTo>
                    <a:pt x="1" y="388"/>
                    <a:pt x="116" y="494"/>
                    <a:pt x="252" y="494"/>
                  </a:cubicBezTo>
                  <a:cubicBezTo>
                    <a:pt x="388" y="494"/>
                    <a:pt x="503" y="388"/>
                    <a:pt x="503" y="250"/>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11"/>
            <p:cNvSpPr/>
            <p:nvPr/>
          </p:nvSpPr>
          <p:spPr>
            <a:xfrm>
              <a:off x="2880675" y="4136775"/>
              <a:ext cx="12375" cy="12375"/>
            </a:xfrm>
            <a:custGeom>
              <a:avLst/>
              <a:gdLst/>
              <a:ahLst/>
              <a:cxnLst/>
              <a:rect l="l" t="t" r="r" b="b"/>
              <a:pathLst>
                <a:path w="495" h="495" extrusionOk="0">
                  <a:moveTo>
                    <a:pt x="243" y="1"/>
                  </a:moveTo>
                  <a:cubicBezTo>
                    <a:pt x="107" y="1"/>
                    <a:pt x="0" y="107"/>
                    <a:pt x="0" y="250"/>
                  </a:cubicBezTo>
                  <a:cubicBezTo>
                    <a:pt x="0" y="388"/>
                    <a:pt x="107" y="494"/>
                    <a:pt x="243" y="494"/>
                  </a:cubicBezTo>
                  <a:cubicBezTo>
                    <a:pt x="387" y="494"/>
                    <a:pt x="494" y="388"/>
                    <a:pt x="494" y="250"/>
                  </a:cubicBezTo>
                  <a:cubicBezTo>
                    <a:pt x="494" y="107"/>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11"/>
            <p:cNvSpPr/>
            <p:nvPr/>
          </p:nvSpPr>
          <p:spPr>
            <a:xfrm>
              <a:off x="2972425" y="4136775"/>
              <a:ext cx="12575" cy="12375"/>
            </a:xfrm>
            <a:custGeom>
              <a:avLst/>
              <a:gdLst/>
              <a:ahLst/>
              <a:cxnLst/>
              <a:rect l="l" t="t" r="r" b="b"/>
              <a:pathLst>
                <a:path w="503" h="495" extrusionOk="0">
                  <a:moveTo>
                    <a:pt x="251" y="1"/>
                  </a:moveTo>
                  <a:cubicBezTo>
                    <a:pt x="115" y="1"/>
                    <a:pt x="0" y="107"/>
                    <a:pt x="0" y="250"/>
                  </a:cubicBezTo>
                  <a:cubicBezTo>
                    <a:pt x="0" y="388"/>
                    <a:pt x="115" y="494"/>
                    <a:pt x="251" y="494"/>
                  </a:cubicBezTo>
                  <a:cubicBezTo>
                    <a:pt x="387" y="494"/>
                    <a:pt x="503" y="388"/>
                    <a:pt x="503" y="250"/>
                  </a:cubicBezTo>
                  <a:cubicBezTo>
                    <a:pt x="503"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11"/>
            <p:cNvSpPr/>
            <p:nvPr/>
          </p:nvSpPr>
          <p:spPr>
            <a:xfrm>
              <a:off x="3064375" y="4136775"/>
              <a:ext cx="12375" cy="12375"/>
            </a:xfrm>
            <a:custGeom>
              <a:avLst/>
              <a:gdLst/>
              <a:ahLst/>
              <a:cxnLst/>
              <a:rect l="l" t="t" r="r" b="b"/>
              <a:pathLst>
                <a:path w="495" h="495" extrusionOk="0">
                  <a:moveTo>
                    <a:pt x="243" y="1"/>
                  </a:moveTo>
                  <a:cubicBezTo>
                    <a:pt x="107" y="1"/>
                    <a:pt x="1" y="107"/>
                    <a:pt x="1" y="250"/>
                  </a:cubicBezTo>
                  <a:cubicBezTo>
                    <a:pt x="1" y="388"/>
                    <a:pt x="107" y="494"/>
                    <a:pt x="243" y="494"/>
                  </a:cubicBezTo>
                  <a:cubicBezTo>
                    <a:pt x="388" y="494"/>
                    <a:pt x="495" y="388"/>
                    <a:pt x="495" y="250"/>
                  </a:cubicBezTo>
                  <a:cubicBezTo>
                    <a:pt x="495" y="107"/>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11"/>
            <p:cNvSpPr/>
            <p:nvPr/>
          </p:nvSpPr>
          <p:spPr>
            <a:xfrm>
              <a:off x="3156125" y="4136775"/>
              <a:ext cx="12600" cy="12375"/>
            </a:xfrm>
            <a:custGeom>
              <a:avLst/>
              <a:gdLst/>
              <a:ahLst/>
              <a:cxnLst/>
              <a:rect l="l" t="t" r="r" b="b"/>
              <a:pathLst>
                <a:path w="504" h="495" extrusionOk="0">
                  <a:moveTo>
                    <a:pt x="252" y="1"/>
                  </a:moveTo>
                  <a:cubicBezTo>
                    <a:pt x="116" y="1"/>
                    <a:pt x="1" y="107"/>
                    <a:pt x="1" y="250"/>
                  </a:cubicBezTo>
                  <a:cubicBezTo>
                    <a:pt x="1" y="388"/>
                    <a:pt x="116" y="494"/>
                    <a:pt x="252" y="494"/>
                  </a:cubicBezTo>
                  <a:cubicBezTo>
                    <a:pt x="388" y="494"/>
                    <a:pt x="503" y="388"/>
                    <a:pt x="503" y="250"/>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11"/>
            <p:cNvSpPr/>
            <p:nvPr/>
          </p:nvSpPr>
          <p:spPr>
            <a:xfrm>
              <a:off x="3247875" y="4136775"/>
              <a:ext cx="12575" cy="12375"/>
            </a:xfrm>
            <a:custGeom>
              <a:avLst/>
              <a:gdLst/>
              <a:ahLst/>
              <a:cxnLst/>
              <a:rect l="l" t="t" r="r" b="b"/>
              <a:pathLst>
                <a:path w="503" h="495" extrusionOk="0">
                  <a:moveTo>
                    <a:pt x="252" y="1"/>
                  </a:moveTo>
                  <a:cubicBezTo>
                    <a:pt x="116" y="1"/>
                    <a:pt x="1" y="107"/>
                    <a:pt x="1" y="250"/>
                  </a:cubicBezTo>
                  <a:cubicBezTo>
                    <a:pt x="1" y="388"/>
                    <a:pt x="116" y="494"/>
                    <a:pt x="252" y="494"/>
                  </a:cubicBezTo>
                  <a:cubicBezTo>
                    <a:pt x="388" y="494"/>
                    <a:pt x="503" y="388"/>
                    <a:pt x="503" y="250"/>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11"/>
            <p:cNvSpPr/>
            <p:nvPr/>
          </p:nvSpPr>
          <p:spPr>
            <a:xfrm>
              <a:off x="3339850" y="4136775"/>
              <a:ext cx="12525" cy="12375"/>
            </a:xfrm>
            <a:custGeom>
              <a:avLst/>
              <a:gdLst/>
              <a:ahLst/>
              <a:cxnLst/>
              <a:rect l="l" t="t" r="r" b="b"/>
              <a:pathLst>
                <a:path w="501" h="495" extrusionOk="0">
                  <a:moveTo>
                    <a:pt x="251" y="1"/>
                  </a:moveTo>
                  <a:cubicBezTo>
                    <a:pt x="107" y="1"/>
                    <a:pt x="0" y="107"/>
                    <a:pt x="0" y="250"/>
                  </a:cubicBezTo>
                  <a:cubicBezTo>
                    <a:pt x="0" y="388"/>
                    <a:pt x="107" y="494"/>
                    <a:pt x="251" y="494"/>
                  </a:cubicBezTo>
                  <a:cubicBezTo>
                    <a:pt x="387" y="494"/>
                    <a:pt x="501" y="388"/>
                    <a:pt x="501" y="250"/>
                  </a:cubicBezTo>
                  <a:cubicBezTo>
                    <a:pt x="501"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11"/>
            <p:cNvSpPr/>
            <p:nvPr/>
          </p:nvSpPr>
          <p:spPr>
            <a:xfrm>
              <a:off x="3431575" y="4136775"/>
              <a:ext cx="12600" cy="12375"/>
            </a:xfrm>
            <a:custGeom>
              <a:avLst/>
              <a:gdLst/>
              <a:ahLst/>
              <a:cxnLst/>
              <a:rect l="l" t="t" r="r" b="b"/>
              <a:pathLst>
                <a:path w="504" h="495" extrusionOk="0">
                  <a:moveTo>
                    <a:pt x="252" y="1"/>
                  </a:moveTo>
                  <a:cubicBezTo>
                    <a:pt x="116" y="1"/>
                    <a:pt x="1" y="107"/>
                    <a:pt x="1" y="250"/>
                  </a:cubicBezTo>
                  <a:cubicBezTo>
                    <a:pt x="1" y="388"/>
                    <a:pt x="116" y="494"/>
                    <a:pt x="252" y="494"/>
                  </a:cubicBezTo>
                  <a:cubicBezTo>
                    <a:pt x="388" y="494"/>
                    <a:pt x="503" y="388"/>
                    <a:pt x="503" y="250"/>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11"/>
            <p:cNvSpPr/>
            <p:nvPr/>
          </p:nvSpPr>
          <p:spPr>
            <a:xfrm>
              <a:off x="3523550" y="4136775"/>
              <a:ext cx="12375" cy="12375"/>
            </a:xfrm>
            <a:custGeom>
              <a:avLst/>
              <a:gdLst/>
              <a:ahLst/>
              <a:cxnLst/>
              <a:rect l="l" t="t" r="r" b="b"/>
              <a:pathLst>
                <a:path w="495" h="495" extrusionOk="0">
                  <a:moveTo>
                    <a:pt x="250" y="1"/>
                  </a:moveTo>
                  <a:cubicBezTo>
                    <a:pt x="107" y="1"/>
                    <a:pt x="0" y="107"/>
                    <a:pt x="0" y="250"/>
                  </a:cubicBezTo>
                  <a:cubicBezTo>
                    <a:pt x="0" y="388"/>
                    <a:pt x="107" y="494"/>
                    <a:pt x="250" y="494"/>
                  </a:cubicBezTo>
                  <a:cubicBezTo>
                    <a:pt x="388" y="494"/>
                    <a:pt x="494" y="388"/>
                    <a:pt x="494" y="250"/>
                  </a:cubicBezTo>
                  <a:cubicBezTo>
                    <a:pt x="494" y="107"/>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11"/>
            <p:cNvSpPr/>
            <p:nvPr/>
          </p:nvSpPr>
          <p:spPr>
            <a:xfrm>
              <a:off x="676400" y="4228525"/>
              <a:ext cx="12600" cy="12575"/>
            </a:xfrm>
            <a:custGeom>
              <a:avLst/>
              <a:gdLst/>
              <a:ahLst/>
              <a:cxnLst/>
              <a:rect l="l" t="t" r="r" b="b"/>
              <a:pathLst>
                <a:path w="504" h="503" extrusionOk="0">
                  <a:moveTo>
                    <a:pt x="252" y="0"/>
                  </a:moveTo>
                  <a:cubicBezTo>
                    <a:pt x="116" y="0"/>
                    <a:pt x="1" y="116"/>
                    <a:pt x="1" y="252"/>
                  </a:cubicBezTo>
                  <a:cubicBezTo>
                    <a:pt x="1" y="388"/>
                    <a:pt x="116" y="503"/>
                    <a:pt x="252" y="503"/>
                  </a:cubicBezTo>
                  <a:cubicBezTo>
                    <a:pt x="388" y="503"/>
                    <a:pt x="503" y="388"/>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11"/>
            <p:cNvSpPr/>
            <p:nvPr/>
          </p:nvSpPr>
          <p:spPr>
            <a:xfrm>
              <a:off x="768325" y="4228525"/>
              <a:ext cx="12400" cy="12575"/>
            </a:xfrm>
            <a:custGeom>
              <a:avLst/>
              <a:gdLst/>
              <a:ahLst/>
              <a:cxnLst/>
              <a:rect l="l" t="t" r="r" b="b"/>
              <a:pathLst>
                <a:path w="496" h="503" extrusionOk="0">
                  <a:moveTo>
                    <a:pt x="245" y="0"/>
                  </a:moveTo>
                  <a:cubicBezTo>
                    <a:pt x="109" y="0"/>
                    <a:pt x="0" y="116"/>
                    <a:pt x="0" y="252"/>
                  </a:cubicBezTo>
                  <a:cubicBezTo>
                    <a:pt x="0" y="388"/>
                    <a:pt x="109" y="503"/>
                    <a:pt x="245" y="503"/>
                  </a:cubicBezTo>
                  <a:cubicBezTo>
                    <a:pt x="388" y="503"/>
                    <a:pt x="496" y="388"/>
                    <a:pt x="496" y="252"/>
                  </a:cubicBezTo>
                  <a:cubicBezTo>
                    <a:pt x="496" y="116"/>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11"/>
            <p:cNvSpPr/>
            <p:nvPr/>
          </p:nvSpPr>
          <p:spPr>
            <a:xfrm>
              <a:off x="860125" y="4228525"/>
              <a:ext cx="12525" cy="12575"/>
            </a:xfrm>
            <a:custGeom>
              <a:avLst/>
              <a:gdLst/>
              <a:ahLst/>
              <a:cxnLst/>
              <a:rect l="l" t="t" r="r" b="b"/>
              <a:pathLst>
                <a:path w="501" h="503" extrusionOk="0">
                  <a:moveTo>
                    <a:pt x="251" y="0"/>
                  </a:moveTo>
                  <a:cubicBezTo>
                    <a:pt x="114" y="0"/>
                    <a:pt x="0" y="116"/>
                    <a:pt x="0" y="252"/>
                  </a:cubicBezTo>
                  <a:cubicBezTo>
                    <a:pt x="0" y="388"/>
                    <a:pt x="114" y="503"/>
                    <a:pt x="251" y="503"/>
                  </a:cubicBezTo>
                  <a:cubicBezTo>
                    <a:pt x="387" y="503"/>
                    <a:pt x="501" y="388"/>
                    <a:pt x="501" y="252"/>
                  </a:cubicBezTo>
                  <a:cubicBezTo>
                    <a:pt x="501"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11"/>
            <p:cNvSpPr/>
            <p:nvPr/>
          </p:nvSpPr>
          <p:spPr>
            <a:xfrm>
              <a:off x="951850" y="4228525"/>
              <a:ext cx="12600" cy="12575"/>
            </a:xfrm>
            <a:custGeom>
              <a:avLst/>
              <a:gdLst/>
              <a:ahLst/>
              <a:cxnLst/>
              <a:rect l="l" t="t" r="r" b="b"/>
              <a:pathLst>
                <a:path w="504" h="503" extrusionOk="0">
                  <a:moveTo>
                    <a:pt x="252" y="0"/>
                  </a:moveTo>
                  <a:cubicBezTo>
                    <a:pt x="116" y="0"/>
                    <a:pt x="1" y="116"/>
                    <a:pt x="1" y="252"/>
                  </a:cubicBezTo>
                  <a:cubicBezTo>
                    <a:pt x="1" y="388"/>
                    <a:pt x="116" y="503"/>
                    <a:pt x="252" y="503"/>
                  </a:cubicBezTo>
                  <a:cubicBezTo>
                    <a:pt x="388" y="503"/>
                    <a:pt x="503" y="388"/>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11"/>
            <p:cNvSpPr/>
            <p:nvPr/>
          </p:nvSpPr>
          <p:spPr>
            <a:xfrm>
              <a:off x="1043825" y="4228525"/>
              <a:ext cx="12375" cy="12575"/>
            </a:xfrm>
            <a:custGeom>
              <a:avLst/>
              <a:gdLst/>
              <a:ahLst/>
              <a:cxnLst/>
              <a:rect l="l" t="t" r="r" b="b"/>
              <a:pathLst>
                <a:path w="495" h="503" extrusionOk="0">
                  <a:moveTo>
                    <a:pt x="250" y="0"/>
                  </a:moveTo>
                  <a:cubicBezTo>
                    <a:pt x="107" y="0"/>
                    <a:pt x="0" y="116"/>
                    <a:pt x="0" y="252"/>
                  </a:cubicBezTo>
                  <a:cubicBezTo>
                    <a:pt x="0" y="388"/>
                    <a:pt x="107" y="503"/>
                    <a:pt x="250" y="503"/>
                  </a:cubicBezTo>
                  <a:cubicBezTo>
                    <a:pt x="388" y="503"/>
                    <a:pt x="494" y="388"/>
                    <a:pt x="494" y="252"/>
                  </a:cubicBezTo>
                  <a:cubicBezTo>
                    <a:pt x="494"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11"/>
            <p:cNvSpPr/>
            <p:nvPr/>
          </p:nvSpPr>
          <p:spPr>
            <a:xfrm>
              <a:off x="1135575" y="4228525"/>
              <a:ext cx="12575" cy="12575"/>
            </a:xfrm>
            <a:custGeom>
              <a:avLst/>
              <a:gdLst/>
              <a:ahLst/>
              <a:cxnLst/>
              <a:rect l="l" t="t" r="r" b="b"/>
              <a:pathLst>
                <a:path w="503" h="503" extrusionOk="0">
                  <a:moveTo>
                    <a:pt x="252" y="0"/>
                  </a:moveTo>
                  <a:cubicBezTo>
                    <a:pt x="116" y="0"/>
                    <a:pt x="0" y="116"/>
                    <a:pt x="0" y="252"/>
                  </a:cubicBezTo>
                  <a:cubicBezTo>
                    <a:pt x="0" y="388"/>
                    <a:pt x="116" y="503"/>
                    <a:pt x="252" y="503"/>
                  </a:cubicBezTo>
                  <a:cubicBezTo>
                    <a:pt x="387" y="503"/>
                    <a:pt x="503" y="388"/>
                    <a:pt x="503" y="252"/>
                  </a:cubicBezTo>
                  <a:cubicBezTo>
                    <a:pt x="503"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11"/>
            <p:cNvSpPr/>
            <p:nvPr/>
          </p:nvSpPr>
          <p:spPr>
            <a:xfrm>
              <a:off x="1227500" y="4228525"/>
              <a:ext cx="12400" cy="12575"/>
            </a:xfrm>
            <a:custGeom>
              <a:avLst/>
              <a:gdLst/>
              <a:ahLst/>
              <a:cxnLst/>
              <a:rect l="l" t="t" r="r" b="b"/>
              <a:pathLst>
                <a:path w="496" h="503" extrusionOk="0">
                  <a:moveTo>
                    <a:pt x="251" y="0"/>
                  </a:moveTo>
                  <a:cubicBezTo>
                    <a:pt x="109" y="0"/>
                    <a:pt x="0" y="116"/>
                    <a:pt x="0" y="252"/>
                  </a:cubicBezTo>
                  <a:cubicBezTo>
                    <a:pt x="0" y="388"/>
                    <a:pt x="109" y="503"/>
                    <a:pt x="251" y="503"/>
                  </a:cubicBezTo>
                  <a:cubicBezTo>
                    <a:pt x="387" y="503"/>
                    <a:pt x="496" y="388"/>
                    <a:pt x="496" y="252"/>
                  </a:cubicBezTo>
                  <a:cubicBezTo>
                    <a:pt x="496"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11"/>
            <p:cNvSpPr/>
            <p:nvPr/>
          </p:nvSpPr>
          <p:spPr>
            <a:xfrm>
              <a:off x="1319275" y="4228525"/>
              <a:ext cx="12550" cy="12575"/>
            </a:xfrm>
            <a:custGeom>
              <a:avLst/>
              <a:gdLst/>
              <a:ahLst/>
              <a:cxnLst/>
              <a:rect l="l" t="t" r="r" b="b"/>
              <a:pathLst>
                <a:path w="502" h="503" extrusionOk="0">
                  <a:moveTo>
                    <a:pt x="252" y="0"/>
                  </a:moveTo>
                  <a:cubicBezTo>
                    <a:pt x="114" y="0"/>
                    <a:pt x="1" y="116"/>
                    <a:pt x="1" y="252"/>
                  </a:cubicBezTo>
                  <a:cubicBezTo>
                    <a:pt x="1" y="388"/>
                    <a:pt x="114" y="503"/>
                    <a:pt x="252" y="503"/>
                  </a:cubicBezTo>
                  <a:cubicBezTo>
                    <a:pt x="388" y="503"/>
                    <a:pt x="501" y="388"/>
                    <a:pt x="501" y="252"/>
                  </a:cubicBezTo>
                  <a:cubicBezTo>
                    <a:pt x="501"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11"/>
            <p:cNvSpPr/>
            <p:nvPr/>
          </p:nvSpPr>
          <p:spPr>
            <a:xfrm>
              <a:off x="1411200" y="4228525"/>
              <a:ext cx="12425" cy="12575"/>
            </a:xfrm>
            <a:custGeom>
              <a:avLst/>
              <a:gdLst/>
              <a:ahLst/>
              <a:cxnLst/>
              <a:rect l="l" t="t" r="r" b="b"/>
              <a:pathLst>
                <a:path w="497" h="503" extrusionOk="0">
                  <a:moveTo>
                    <a:pt x="245" y="0"/>
                  </a:moveTo>
                  <a:cubicBezTo>
                    <a:pt x="109" y="0"/>
                    <a:pt x="1" y="116"/>
                    <a:pt x="1" y="252"/>
                  </a:cubicBezTo>
                  <a:cubicBezTo>
                    <a:pt x="1" y="388"/>
                    <a:pt x="109" y="503"/>
                    <a:pt x="245" y="503"/>
                  </a:cubicBezTo>
                  <a:cubicBezTo>
                    <a:pt x="388" y="503"/>
                    <a:pt x="496" y="388"/>
                    <a:pt x="496" y="252"/>
                  </a:cubicBezTo>
                  <a:cubicBezTo>
                    <a:pt x="496" y="116"/>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11"/>
            <p:cNvSpPr/>
            <p:nvPr/>
          </p:nvSpPr>
          <p:spPr>
            <a:xfrm>
              <a:off x="1503000" y="4228525"/>
              <a:ext cx="12525" cy="12575"/>
            </a:xfrm>
            <a:custGeom>
              <a:avLst/>
              <a:gdLst/>
              <a:ahLst/>
              <a:cxnLst/>
              <a:rect l="l" t="t" r="r" b="b"/>
              <a:pathLst>
                <a:path w="501" h="503" extrusionOk="0">
                  <a:moveTo>
                    <a:pt x="250" y="0"/>
                  </a:moveTo>
                  <a:cubicBezTo>
                    <a:pt x="114" y="0"/>
                    <a:pt x="0" y="116"/>
                    <a:pt x="0" y="252"/>
                  </a:cubicBezTo>
                  <a:cubicBezTo>
                    <a:pt x="0" y="388"/>
                    <a:pt x="114" y="503"/>
                    <a:pt x="250" y="503"/>
                  </a:cubicBezTo>
                  <a:cubicBezTo>
                    <a:pt x="387" y="503"/>
                    <a:pt x="501" y="388"/>
                    <a:pt x="501" y="252"/>
                  </a:cubicBezTo>
                  <a:cubicBezTo>
                    <a:pt x="501" y="116"/>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11"/>
            <p:cNvSpPr/>
            <p:nvPr/>
          </p:nvSpPr>
          <p:spPr>
            <a:xfrm>
              <a:off x="1594750" y="4228525"/>
              <a:ext cx="12575" cy="12575"/>
            </a:xfrm>
            <a:custGeom>
              <a:avLst/>
              <a:gdLst/>
              <a:ahLst/>
              <a:cxnLst/>
              <a:rect l="l" t="t" r="r" b="b"/>
              <a:pathLst>
                <a:path w="503" h="503" extrusionOk="0">
                  <a:moveTo>
                    <a:pt x="251" y="0"/>
                  </a:moveTo>
                  <a:cubicBezTo>
                    <a:pt x="115" y="0"/>
                    <a:pt x="0" y="116"/>
                    <a:pt x="0" y="252"/>
                  </a:cubicBezTo>
                  <a:cubicBezTo>
                    <a:pt x="0" y="388"/>
                    <a:pt x="115" y="503"/>
                    <a:pt x="251" y="503"/>
                  </a:cubicBezTo>
                  <a:cubicBezTo>
                    <a:pt x="394" y="503"/>
                    <a:pt x="503" y="388"/>
                    <a:pt x="503" y="252"/>
                  </a:cubicBezTo>
                  <a:cubicBezTo>
                    <a:pt x="503" y="116"/>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11"/>
            <p:cNvSpPr/>
            <p:nvPr/>
          </p:nvSpPr>
          <p:spPr>
            <a:xfrm>
              <a:off x="1686650" y="4228525"/>
              <a:ext cx="12600" cy="12575"/>
            </a:xfrm>
            <a:custGeom>
              <a:avLst/>
              <a:gdLst/>
              <a:ahLst/>
              <a:cxnLst/>
              <a:rect l="l" t="t" r="r" b="b"/>
              <a:pathLst>
                <a:path w="504" h="503" extrusionOk="0">
                  <a:moveTo>
                    <a:pt x="252" y="0"/>
                  </a:moveTo>
                  <a:cubicBezTo>
                    <a:pt x="116" y="0"/>
                    <a:pt x="1" y="116"/>
                    <a:pt x="1" y="252"/>
                  </a:cubicBezTo>
                  <a:cubicBezTo>
                    <a:pt x="1" y="388"/>
                    <a:pt x="116" y="503"/>
                    <a:pt x="252" y="503"/>
                  </a:cubicBezTo>
                  <a:cubicBezTo>
                    <a:pt x="388" y="503"/>
                    <a:pt x="503" y="388"/>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6" name="Google Shape;7956;p11"/>
            <p:cNvSpPr/>
            <p:nvPr/>
          </p:nvSpPr>
          <p:spPr>
            <a:xfrm>
              <a:off x="1778450" y="4228525"/>
              <a:ext cx="12550" cy="12575"/>
            </a:xfrm>
            <a:custGeom>
              <a:avLst/>
              <a:gdLst/>
              <a:ahLst/>
              <a:cxnLst/>
              <a:rect l="l" t="t" r="r" b="b"/>
              <a:pathLst>
                <a:path w="502" h="503" extrusionOk="0">
                  <a:moveTo>
                    <a:pt x="252" y="0"/>
                  </a:moveTo>
                  <a:cubicBezTo>
                    <a:pt x="114" y="0"/>
                    <a:pt x="1" y="116"/>
                    <a:pt x="1" y="252"/>
                  </a:cubicBezTo>
                  <a:cubicBezTo>
                    <a:pt x="1" y="388"/>
                    <a:pt x="114" y="503"/>
                    <a:pt x="252" y="503"/>
                  </a:cubicBezTo>
                  <a:cubicBezTo>
                    <a:pt x="388" y="503"/>
                    <a:pt x="501" y="388"/>
                    <a:pt x="501" y="252"/>
                  </a:cubicBezTo>
                  <a:cubicBezTo>
                    <a:pt x="501"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11"/>
            <p:cNvSpPr/>
            <p:nvPr/>
          </p:nvSpPr>
          <p:spPr>
            <a:xfrm>
              <a:off x="1870375" y="4228525"/>
              <a:ext cx="12400" cy="12575"/>
            </a:xfrm>
            <a:custGeom>
              <a:avLst/>
              <a:gdLst/>
              <a:ahLst/>
              <a:cxnLst/>
              <a:rect l="l" t="t" r="r" b="b"/>
              <a:pathLst>
                <a:path w="496" h="503" extrusionOk="0">
                  <a:moveTo>
                    <a:pt x="252" y="0"/>
                  </a:moveTo>
                  <a:cubicBezTo>
                    <a:pt x="109" y="0"/>
                    <a:pt x="0" y="116"/>
                    <a:pt x="0" y="252"/>
                  </a:cubicBezTo>
                  <a:cubicBezTo>
                    <a:pt x="0" y="388"/>
                    <a:pt x="109" y="503"/>
                    <a:pt x="252" y="503"/>
                  </a:cubicBezTo>
                  <a:cubicBezTo>
                    <a:pt x="387" y="503"/>
                    <a:pt x="496" y="388"/>
                    <a:pt x="496" y="252"/>
                  </a:cubicBezTo>
                  <a:cubicBezTo>
                    <a:pt x="496"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11"/>
            <p:cNvSpPr/>
            <p:nvPr/>
          </p:nvSpPr>
          <p:spPr>
            <a:xfrm>
              <a:off x="1962150" y="4228525"/>
              <a:ext cx="12550" cy="12575"/>
            </a:xfrm>
            <a:custGeom>
              <a:avLst/>
              <a:gdLst/>
              <a:ahLst/>
              <a:cxnLst/>
              <a:rect l="l" t="t" r="r" b="b"/>
              <a:pathLst>
                <a:path w="502" h="503" extrusionOk="0">
                  <a:moveTo>
                    <a:pt x="250" y="0"/>
                  </a:moveTo>
                  <a:cubicBezTo>
                    <a:pt x="114" y="0"/>
                    <a:pt x="1" y="116"/>
                    <a:pt x="1" y="252"/>
                  </a:cubicBezTo>
                  <a:cubicBezTo>
                    <a:pt x="1" y="388"/>
                    <a:pt x="114" y="503"/>
                    <a:pt x="250" y="503"/>
                  </a:cubicBezTo>
                  <a:cubicBezTo>
                    <a:pt x="388" y="503"/>
                    <a:pt x="502" y="388"/>
                    <a:pt x="502" y="252"/>
                  </a:cubicBezTo>
                  <a:cubicBezTo>
                    <a:pt x="502"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11"/>
            <p:cNvSpPr/>
            <p:nvPr/>
          </p:nvSpPr>
          <p:spPr>
            <a:xfrm>
              <a:off x="2054075" y="4228525"/>
              <a:ext cx="12425" cy="12575"/>
            </a:xfrm>
            <a:custGeom>
              <a:avLst/>
              <a:gdLst/>
              <a:ahLst/>
              <a:cxnLst/>
              <a:rect l="l" t="t" r="r" b="b"/>
              <a:pathLst>
                <a:path w="497" h="503" extrusionOk="0">
                  <a:moveTo>
                    <a:pt x="252" y="0"/>
                  </a:moveTo>
                  <a:cubicBezTo>
                    <a:pt x="109" y="0"/>
                    <a:pt x="1" y="116"/>
                    <a:pt x="1" y="252"/>
                  </a:cubicBezTo>
                  <a:cubicBezTo>
                    <a:pt x="1" y="388"/>
                    <a:pt x="109" y="503"/>
                    <a:pt x="252" y="503"/>
                  </a:cubicBezTo>
                  <a:cubicBezTo>
                    <a:pt x="388" y="503"/>
                    <a:pt x="496" y="388"/>
                    <a:pt x="496" y="252"/>
                  </a:cubicBezTo>
                  <a:cubicBezTo>
                    <a:pt x="496"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11"/>
            <p:cNvSpPr/>
            <p:nvPr/>
          </p:nvSpPr>
          <p:spPr>
            <a:xfrm>
              <a:off x="2145825" y="4228525"/>
              <a:ext cx="12600" cy="12575"/>
            </a:xfrm>
            <a:custGeom>
              <a:avLst/>
              <a:gdLst/>
              <a:ahLst/>
              <a:cxnLst/>
              <a:rect l="l" t="t" r="r" b="b"/>
              <a:pathLst>
                <a:path w="504" h="503" extrusionOk="0">
                  <a:moveTo>
                    <a:pt x="252" y="0"/>
                  </a:moveTo>
                  <a:cubicBezTo>
                    <a:pt x="116" y="0"/>
                    <a:pt x="1" y="116"/>
                    <a:pt x="1" y="252"/>
                  </a:cubicBezTo>
                  <a:cubicBezTo>
                    <a:pt x="1" y="388"/>
                    <a:pt x="116" y="503"/>
                    <a:pt x="252" y="503"/>
                  </a:cubicBezTo>
                  <a:cubicBezTo>
                    <a:pt x="388" y="503"/>
                    <a:pt x="503" y="388"/>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11"/>
            <p:cNvSpPr/>
            <p:nvPr/>
          </p:nvSpPr>
          <p:spPr>
            <a:xfrm>
              <a:off x="2237800" y="4228525"/>
              <a:ext cx="12350" cy="12575"/>
            </a:xfrm>
            <a:custGeom>
              <a:avLst/>
              <a:gdLst/>
              <a:ahLst/>
              <a:cxnLst/>
              <a:rect l="l" t="t" r="r" b="b"/>
              <a:pathLst>
                <a:path w="494" h="503" extrusionOk="0">
                  <a:moveTo>
                    <a:pt x="244" y="0"/>
                  </a:moveTo>
                  <a:cubicBezTo>
                    <a:pt x="107" y="0"/>
                    <a:pt x="0" y="116"/>
                    <a:pt x="0" y="252"/>
                  </a:cubicBezTo>
                  <a:cubicBezTo>
                    <a:pt x="0" y="388"/>
                    <a:pt x="107" y="503"/>
                    <a:pt x="244" y="503"/>
                  </a:cubicBezTo>
                  <a:cubicBezTo>
                    <a:pt x="387" y="503"/>
                    <a:pt x="494" y="388"/>
                    <a:pt x="494" y="252"/>
                  </a:cubicBezTo>
                  <a:cubicBezTo>
                    <a:pt x="494" y="116"/>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11"/>
            <p:cNvSpPr/>
            <p:nvPr/>
          </p:nvSpPr>
          <p:spPr>
            <a:xfrm>
              <a:off x="2329550" y="4228525"/>
              <a:ext cx="12575" cy="12575"/>
            </a:xfrm>
            <a:custGeom>
              <a:avLst/>
              <a:gdLst/>
              <a:ahLst/>
              <a:cxnLst/>
              <a:rect l="l" t="t" r="r" b="b"/>
              <a:pathLst>
                <a:path w="503" h="503" extrusionOk="0">
                  <a:moveTo>
                    <a:pt x="251" y="0"/>
                  </a:moveTo>
                  <a:cubicBezTo>
                    <a:pt x="115" y="0"/>
                    <a:pt x="0" y="116"/>
                    <a:pt x="0" y="252"/>
                  </a:cubicBezTo>
                  <a:cubicBezTo>
                    <a:pt x="0" y="388"/>
                    <a:pt x="115" y="503"/>
                    <a:pt x="251" y="503"/>
                  </a:cubicBezTo>
                  <a:cubicBezTo>
                    <a:pt x="387" y="503"/>
                    <a:pt x="502" y="388"/>
                    <a:pt x="502" y="252"/>
                  </a:cubicBezTo>
                  <a:cubicBezTo>
                    <a:pt x="502"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11"/>
            <p:cNvSpPr/>
            <p:nvPr/>
          </p:nvSpPr>
          <p:spPr>
            <a:xfrm>
              <a:off x="2421325" y="4228525"/>
              <a:ext cx="12550" cy="12575"/>
            </a:xfrm>
            <a:custGeom>
              <a:avLst/>
              <a:gdLst/>
              <a:ahLst/>
              <a:cxnLst/>
              <a:rect l="l" t="t" r="r" b="b"/>
              <a:pathLst>
                <a:path w="502" h="503" extrusionOk="0">
                  <a:moveTo>
                    <a:pt x="250" y="0"/>
                  </a:moveTo>
                  <a:cubicBezTo>
                    <a:pt x="114" y="0"/>
                    <a:pt x="1" y="116"/>
                    <a:pt x="1" y="252"/>
                  </a:cubicBezTo>
                  <a:cubicBezTo>
                    <a:pt x="1" y="388"/>
                    <a:pt x="114" y="503"/>
                    <a:pt x="250" y="503"/>
                  </a:cubicBezTo>
                  <a:cubicBezTo>
                    <a:pt x="395" y="503"/>
                    <a:pt x="501" y="388"/>
                    <a:pt x="501" y="252"/>
                  </a:cubicBezTo>
                  <a:cubicBezTo>
                    <a:pt x="501" y="116"/>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11"/>
            <p:cNvSpPr/>
            <p:nvPr/>
          </p:nvSpPr>
          <p:spPr>
            <a:xfrm>
              <a:off x="2513250" y="4228525"/>
              <a:ext cx="12575" cy="12575"/>
            </a:xfrm>
            <a:custGeom>
              <a:avLst/>
              <a:gdLst/>
              <a:ahLst/>
              <a:cxnLst/>
              <a:rect l="l" t="t" r="r" b="b"/>
              <a:pathLst>
                <a:path w="503" h="503" extrusionOk="0">
                  <a:moveTo>
                    <a:pt x="252" y="0"/>
                  </a:moveTo>
                  <a:cubicBezTo>
                    <a:pt x="109" y="0"/>
                    <a:pt x="0" y="116"/>
                    <a:pt x="0" y="252"/>
                  </a:cubicBezTo>
                  <a:cubicBezTo>
                    <a:pt x="0" y="388"/>
                    <a:pt x="109" y="503"/>
                    <a:pt x="252" y="503"/>
                  </a:cubicBezTo>
                  <a:cubicBezTo>
                    <a:pt x="388" y="503"/>
                    <a:pt x="503" y="388"/>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11"/>
            <p:cNvSpPr/>
            <p:nvPr/>
          </p:nvSpPr>
          <p:spPr>
            <a:xfrm>
              <a:off x="2605000" y="4228525"/>
              <a:ext cx="12575" cy="12575"/>
            </a:xfrm>
            <a:custGeom>
              <a:avLst/>
              <a:gdLst/>
              <a:ahLst/>
              <a:cxnLst/>
              <a:rect l="l" t="t" r="r" b="b"/>
              <a:pathLst>
                <a:path w="503" h="503" extrusionOk="0">
                  <a:moveTo>
                    <a:pt x="252" y="0"/>
                  </a:moveTo>
                  <a:cubicBezTo>
                    <a:pt x="116" y="0"/>
                    <a:pt x="0" y="116"/>
                    <a:pt x="0" y="252"/>
                  </a:cubicBezTo>
                  <a:cubicBezTo>
                    <a:pt x="0" y="388"/>
                    <a:pt x="116" y="503"/>
                    <a:pt x="252" y="503"/>
                  </a:cubicBezTo>
                  <a:cubicBezTo>
                    <a:pt x="387" y="503"/>
                    <a:pt x="503" y="388"/>
                    <a:pt x="503" y="252"/>
                  </a:cubicBezTo>
                  <a:cubicBezTo>
                    <a:pt x="503"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11"/>
            <p:cNvSpPr/>
            <p:nvPr/>
          </p:nvSpPr>
          <p:spPr>
            <a:xfrm>
              <a:off x="2696950" y="4228525"/>
              <a:ext cx="12375" cy="12575"/>
            </a:xfrm>
            <a:custGeom>
              <a:avLst/>
              <a:gdLst/>
              <a:ahLst/>
              <a:cxnLst/>
              <a:rect l="l" t="t" r="r" b="b"/>
              <a:pathLst>
                <a:path w="495" h="503" extrusionOk="0">
                  <a:moveTo>
                    <a:pt x="252" y="0"/>
                  </a:moveTo>
                  <a:cubicBezTo>
                    <a:pt x="108" y="0"/>
                    <a:pt x="1" y="116"/>
                    <a:pt x="1" y="252"/>
                  </a:cubicBezTo>
                  <a:cubicBezTo>
                    <a:pt x="1" y="388"/>
                    <a:pt x="108" y="503"/>
                    <a:pt x="252" y="503"/>
                  </a:cubicBezTo>
                  <a:cubicBezTo>
                    <a:pt x="388" y="503"/>
                    <a:pt x="495" y="388"/>
                    <a:pt x="495" y="252"/>
                  </a:cubicBezTo>
                  <a:cubicBezTo>
                    <a:pt x="495"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11"/>
            <p:cNvSpPr/>
            <p:nvPr/>
          </p:nvSpPr>
          <p:spPr>
            <a:xfrm>
              <a:off x="2788700" y="4228525"/>
              <a:ext cx="12600" cy="12575"/>
            </a:xfrm>
            <a:custGeom>
              <a:avLst/>
              <a:gdLst/>
              <a:ahLst/>
              <a:cxnLst/>
              <a:rect l="l" t="t" r="r" b="b"/>
              <a:pathLst>
                <a:path w="504" h="503" extrusionOk="0">
                  <a:moveTo>
                    <a:pt x="252" y="0"/>
                  </a:moveTo>
                  <a:cubicBezTo>
                    <a:pt x="116" y="0"/>
                    <a:pt x="1" y="116"/>
                    <a:pt x="1" y="252"/>
                  </a:cubicBezTo>
                  <a:cubicBezTo>
                    <a:pt x="1" y="388"/>
                    <a:pt x="116" y="503"/>
                    <a:pt x="252" y="503"/>
                  </a:cubicBezTo>
                  <a:cubicBezTo>
                    <a:pt x="388" y="503"/>
                    <a:pt x="503" y="388"/>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11"/>
            <p:cNvSpPr/>
            <p:nvPr/>
          </p:nvSpPr>
          <p:spPr>
            <a:xfrm>
              <a:off x="2880675" y="4228525"/>
              <a:ext cx="12375" cy="12575"/>
            </a:xfrm>
            <a:custGeom>
              <a:avLst/>
              <a:gdLst/>
              <a:ahLst/>
              <a:cxnLst/>
              <a:rect l="l" t="t" r="r" b="b"/>
              <a:pathLst>
                <a:path w="495" h="503" extrusionOk="0">
                  <a:moveTo>
                    <a:pt x="243" y="0"/>
                  </a:moveTo>
                  <a:cubicBezTo>
                    <a:pt x="107" y="0"/>
                    <a:pt x="0" y="116"/>
                    <a:pt x="0" y="252"/>
                  </a:cubicBezTo>
                  <a:cubicBezTo>
                    <a:pt x="0" y="388"/>
                    <a:pt x="107" y="503"/>
                    <a:pt x="243" y="503"/>
                  </a:cubicBezTo>
                  <a:cubicBezTo>
                    <a:pt x="387" y="503"/>
                    <a:pt x="494" y="388"/>
                    <a:pt x="494" y="252"/>
                  </a:cubicBezTo>
                  <a:cubicBezTo>
                    <a:pt x="494" y="116"/>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11"/>
            <p:cNvSpPr/>
            <p:nvPr/>
          </p:nvSpPr>
          <p:spPr>
            <a:xfrm>
              <a:off x="2972425" y="4228525"/>
              <a:ext cx="12575" cy="12575"/>
            </a:xfrm>
            <a:custGeom>
              <a:avLst/>
              <a:gdLst/>
              <a:ahLst/>
              <a:cxnLst/>
              <a:rect l="l" t="t" r="r" b="b"/>
              <a:pathLst>
                <a:path w="503" h="503" extrusionOk="0">
                  <a:moveTo>
                    <a:pt x="251" y="0"/>
                  </a:moveTo>
                  <a:cubicBezTo>
                    <a:pt x="115" y="0"/>
                    <a:pt x="0" y="116"/>
                    <a:pt x="0" y="252"/>
                  </a:cubicBezTo>
                  <a:cubicBezTo>
                    <a:pt x="0" y="388"/>
                    <a:pt x="115" y="503"/>
                    <a:pt x="251" y="503"/>
                  </a:cubicBezTo>
                  <a:cubicBezTo>
                    <a:pt x="387" y="503"/>
                    <a:pt x="503" y="388"/>
                    <a:pt x="503" y="252"/>
                  </a:cubicBezTo>
                  <a:cubicBezTo>
                    <a:pt x="503"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11"/>
            <p:cNvSpPr/>
            <p:nvPr/>
          </p:nvSpPr>
          <p:spPr>
            <a:xfrm>
              <a:off x="3064375" y="4228525"/>
              <a:ext cx="12375" cy="12575"/>
            </a:xfrm>
            <a:custGeom>
              <a:avLst/>
              <a:gdLst/>
              <a:ahLst/>
              <a:cxnLst/>
              <a:rect l="l" t="t" r="r" b="b"/>
              <a:pathLst>
                <a:path w="495" h="503" extrusionOk="0">
                  <a:moveTo>
                    <a:pt x="243" y="0"/>
                  </a:moveTo>
                  <a:cubicBezTo>
                    <a:pt x="107" y="0"/>
                    <a:pt x="1" y="116"/>
                    <a:pt x="1" y="252"/>
                  </a:cubicBezTo>
                  <a:cubicBezTo>
                    <a:pt x="1" y="388"/>
                    <a:pt x="107" y="503"/>
                    <a:pt x="243" y="503"/>
                  </a:cubicBezTo>
                  <a:cubicBezTo>
                    <a:pt x="388" y="503"/>
                    <a:pt x="495" y="388"/>
                    <a:pt x="495" y="252"/>
                  </a:cubicBezTo>
                  <a:cubicBezTo>
                    <a:pt x="495" y="116"/>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11"/>
            <p:cNvSpPr/>
            <p:nvPr/>
          </p:nvSpPr>
          <p:spPr>
            <a:xfrm>
              <a:off x="3156125" y="4228525"/>
              <a:ext cx="12600" cy="12575"/>
            </a:xfrm>
            <a:custGeom>
              <a:avLst/>
              <a:gdLst/>
              <a:ahLst/>
              <a:cxnLst/>
              <a:rect l="l" t="t" r="r" b="b"/>
              <a:pathLst>
                <a:path w="504" h="503" extrusionOk="0">
                  <a:moveTo>
                    <a:pt x="252" y="0"/>
                  </a:moveTo>
                  <a:cubicBezTo>
                    <a:pt x="116" y="0"/>
                    <a:pt x="1" y="116"/>
                    <a:pt x="1" y="252"/>
                  </a:cubicBezTo>
                  <a:cubicBezTo>
                    <a:pt x="1" y="388"/>
                    <a:pt x="116" y="503"/>
                    <a:pt x="252" y="503"/>
                  </a:cubicBezTo>
                  <a:cubicBezTo>
                    <a:pt x="388" y="503"/>
                    <a:pt x="503" y="388"/>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11"/>
            <p:cNvSpPr/>
            <p:nvPr/>
          </p:nvSpPr>
          <p:spPr>
            <a:xfrm>
              <a:off x="3247875" y="4228525"/>
              <a:ext cx="12575" cy="12575"/>
            </a:xfrm>
            <a:custGeom>
              <a:avLst/>
              <a:gdLst/>
              <a:ahLst/>
              <a:cxnLst/>
              <a:rect l="l" t="t" r="r" b="b"/>
              <a:pathLst>
                <a:path w="503" h="503" extrusionOk="0">
                  <a:moveTo>
                    <a:pt x="252" y="0"/>
                  </a:moveTo>
                  <a:cubicBezTo>
                    <a:pt x="116" y="0"/>
                    <a:pt x="1" y="116"/>
                    <a:pt x="1" y="252"/>
                  </a:cubicBezTo>
                  <a:cubicBezTo>
                    <a:pt x="1" y="388"/>
                    <a:pt x="116" y="503"/>
                    <a:pt x="252" y="503"/>
                  </a:cubicBezTo>
                  <a:cubicBezTo>
                    <a:pt x="388" y="503"/>
                    <a:pt x="503" y="388"/>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11"/>
            <p:cNvSpPr/>
            <p:nvPr/>
          </p:nvSpPr>
          <p:spPr>
            <a:xfrm>
              <a:off x="3339850" y="4228525"/>
              <a:ext cx="12525" cy="12575"/>
            </a:xfrm>
            <a:custGeom>
              <a:avLst/>
              <a:gdLst/>
              <a:ahLst/>
              <a:cxnLst/>
              <a:rect l="l" t="t" r="r" b="b"/>
              <a:pathLst>
                <a:path w="501" h="503" extrusionOk="0">
                  <a:moveTo>
                    <a:pt x="251" y="0"/>
                  </a:moveTo>
                  <a:cubicBezTo>
                    <a:pt x="107" y="0"/>
                    <a:pt x="0" y="116"/>
                    <a:pt x="0" y="252"/>
                  </a:cubicBezTo>
                  <a:cubicBezTo>
                    <a:pt x="0" y="388"/>
                    <a:pt x="107" y="503"/>
                    <a:pt x="251" y="503"/>
                  </a:cubicBezTo>
                  <a:cubicBezTo>
                    <a:pt x="387" y="503"/>
                    <a:pt x="501" y="388"/>
                    <a:pt x="501" y="252"/>
                  </a:cubicBezTo>
                  <a:cubicBezTo>
                    <a:pt x="501"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11"/>
            <p:cNvSpPr/>
            <p:nvPr/>
          </p:nvSpPr>
          <p:spPr>
            <a:xfrm>
              <a:off x="3431575" y="4228525"/>
              <a:ext cx="12600" cy="12575"/>
            </a:xfrm>
            <a:custGeom>
              <a:avLst/>
              <a:gdLst/>
              <a:ahLst/>
              <a:cxnLst/>
              <a:rect l="l" t="t" r="r" b="b"/>
              <a:pathLst>
                <a:path w="504" h="503" extrusionOk="0">
                  <a:moveTo>
                    <a:pt x="252" y="0"/>
                  </a:moveTo>
                  <a:cubicBezTo>
                    <a:pt x="116" y="0"/>
                    <a:pt x="1" y="116"/>
                    <a:pt x="1" y="252"/>
                  </a:cubicBezTo>
                  <a:cubicBezTo>
                    <a:pt x="1" y="388"/>
                    <a:pt x="116" y="503"/>
                    <a:pt x="252" y="503"/>
                  </a:cubicBezTo>
                  <a:cubicBezTo>
                    <a:pt x="388" y="503"/>
                    <a:pt x="503" y="388"/>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11"/>
            <p:cNvSpPr/>
            <p:nvPr/>
          </p:nvSpPr>
          <p:spPr>
            <a:xfrm>
              <a:off x="3523550" y="4228525"/>
              <a:ext cx="12375" cy="12575"/>
            </a:xfrm>
            <a:custGeom>
              <a:avLst/>
              <a:gdLst/>
              <a:ahLst/>
              <a:cxnLst/>
              <a:rect l="l" t="t" r="r" b="b"/>
              <a:pathLst>
                <a:path w="495" h="503" extrusionOk="0">
                  <a:moveTo>
                    <a:pt x="250" y="0"/>
                  </a:moveTo>
                  <a:cubicBezTo>
                    <a:pt x="107" y="0"/>
                    <a:pt x="0" y="116"/>
                    <a:pt x="0" y="252"/>
                  </a:cubicBezTo>
                  <a:cubicBezTo>
                    <a:pt x="0" y="388"/>
                    <a:pt x="107" y="503"/>
                    <a:pt x="250" y="503"/>
                  </a:cubicBezTo>
                  <a:cubicBezTo>
                    <a:pt x="388" y="503"/>
                    <a:pt x="494" y="388"/>
                    <a:pt x="494" y="252"/>
                  </a:cubicBezTo>
                  <a:cubicBezTo>
                    <a:pt x="494"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11"/>
            <p:cNvSpPr/>
            <p:nvPr/>
          </p:nvSpPr>
          <p:spPr>
            <a:xfrm>
              <a:off x="676400" y="4320450"/>
              <a:ext cx="12600" cy="12400"/>
            </a:xfrm>
            <a:custGeom>
              <a:avLst/>
              <a:gdLst/>
              <a:ahLst/>
              <a:cxnLst/>
              <a:rect l="l" t="t" r="r" b="b"/>
              <a:pathLst>
                <a:path w="504" h="496" extrusionOk="0">
                  <a:moveTo>
                    <a:pt x="252" y="0"/>
                  </a:moveTo>
                  <a:cubicBezTo>
                    <a:pt x="116" y="0"/>
                    <a:pt x="1" y="109"/>
                    <a:pt x="1" y="245"/>
                  </a:cubicBezTo>
                  <a:cubicBezTo>
                    <a:pt x="1" y="387"/>
                    <a:pt x="116" y="496"/>
                    <a:pt x="252" y="496"/>
                  </a:cubicBezTo>
                  <a:cubicBezTo>
                    <a:pt x="388" y="496"/>
                    <a:pt x="503" y="387"/>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11"/>
            <p:cNvSpPr/>
            <p:nvPr/>
          </p:nvSpPr>
          <p:spPr>
            <a:xfrm>
              <a:off x="768325" y="4320450"/>
              <a:ext cx="12400" cy="12400"/>
            </a:xfrm>
            <a:custGeom>
              <a:avLst/>
              <a:gdLst/>
              <a:ahLst/>
              <a:cxnLst/>
              <a:rect l="l" t="t" r="r" b="b"/>
              <a:pathLst>
                <a:path w="496" h="496" extrusionOk="0">
                  <a:moveTo>
                    <a:pt x="245" y="0"/>
                  </a:moveTo>
                  <a:cubicBezTo>
                    <a:pt x="109" y="0"/>
                    <a:pt x="0" y="109"/>
                    <a:pt x="0" y="245"/>
                  </a:cubicBezTo>
                  <a:cubicBezTo>
                    <a:pt x="0" y="387"/>
                    <a:pt x="109" y="496"/>
                    <a:pt x="245" y="496"/>
                  </a:cubicBezTo>
                  <a:cubicBezTo>
                    <a:pt x="388" y="496"/>
                    <a:pt x="496" y="387"/>
                    <a:pt x="496" y="245"/>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11"/>
            <p:cNvSpPr/>
            <p:nvPr/>
          </p:nvSpPr>
          <p:spPr>
            <a:xfrm>
              <a:off x="860125" y="4320450"/>
              <a:ext cx="12525" cy="12400"/>
            </a:xfrm>
            <a:custGeom>
              <a:avLst/>
              <a:gdLst/>
              <a:ahLst/>
              <a:cxnLst/>
              <a:rect l="l" t="t" r="r" b="b"/>
              <a:pathLst>
                <a:path w="501" h="496" extrusionOk="0">
                  <a:moveTo>
                    <a:pt x="251" y="0"/>
                  </a:moveTo>
                  <a:cubicBezTo>
                    <a:pt x="114" y="0"/>
                    <a:pt x="0" y="109"/>
                    <a:pt x="0" y="245"/>
                  </a:cubicBezTo>
                  <a:cubicBezTo>
                    <a:pt x="0" y="387"/>
                    <a:pt x="114" y="496"/>
                    <a:pt x="251" y="496"/>
                  </a:cubicBezTo>
                  <a:cubicBezTo>
                    <a:pt x="387" y="496"/>
                    <a:pt x="501" y="387"/>
                    <a:pt x="501" y="245"/>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11"/>
            <p:cNvSpPr/>
            <p:nvPr/>
          </p:nvSpPr>
          <p:spPr>
            <a:xfrm>
              <a:off x="951850" y="4320450"/>
              <a:ext cx="12600" cy="12400"/>
            </a:xfrm>
            <a:custGeom>
              <a:avLst/>
              <a:gdLst/>
              <a:ahLst/>
              <a:cxnLst/>
              <a:rect l="l" t="t" r="r" b="b"/>
              <a:pathLst>
                <a:path w="504" h="496" extrusionOk="0">
                  <a:moveTo>
                    <a:pt x="252" y="0"/>
                  </a:moveTo>
                  <a:cubicBezTo>
                    <a:pt x="116" y="0"/>
                    <a:pt x="1" y="109"/>
                    <a:pt x="1" y="245"/>
                  </a:cubicBezTo>
                  <a:cubicBezTo>
                    <a:pt x="1" y="387"/>
                    <a:pt x="116" y="496"/>
                    <a:pt x="252" y="496"/>
                  </a:cubicBezTo>
                  <a:cubicBezTo>
                    <a:pt x="388" y="496"/>
                    <a:pt x="503" y="387"/>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11"/>
            <p:cNvSpPr/>
            <p:nvPr/>
          </p:nvSpPr>
          <p:spPr>
            <a:xfrm>
              <a:off x="1043825" y="4320450"/>
              <a:ext cx="12375" cy="12400"/>
            </a:xfrm>
            <a:custGeom>
              <a:avLst/>
              <a:gdLst/>
              <a:ahLst/>
              <a:cxnLst/>
              <a:rect l="l" t="t" r="r" b="b"/>
              <a:pathLst>
                <a:path w="495" h="496" extrusionOk="0">
                  <a:moveTo>
                    <a:pt x="250" y="0"/>
                  </a:moveTo>
                  <a:cubicBezTo>
                    <a:pt x="107" y="0"/>
                    <a:pt x="0" y="109"/>
                    <a:pt x="0" y="245"/>
                  </a:cubicBezTo>
                  <a:cubicBezTo>
                    <a:pt x="0" y="387"/>
                    <a:pt x="107" y="496"/>
                    <a:pt x="250" y="496"/>
                  </a:cubicBezTo>
                  <a:cubicBezTo>
                    <a:pt x="388" y="496"/>
                    <a:pt x="494" y="387"/>
                    <a:pt x="494" y="245"/>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11"/>
            <p:cNvSpPr/>
            <p:nvPr/>
          </p:nvSpPr>
          <p:spPr>
            <a:xfrm>
              <a:off x="1135575" y="4320450"/>
              <a:ext cx="12575" cy="12400"/>
            </a:xfrm>
            <a:custGeom>
              <a:avLst/>
              <a:gdLst/>
              <a:ahLst/>
              <a:cxnLst/>
              <a:rect l="l" t="t" r="r" b="b"/>
              <a:pathLst>
                <a:path w="503" h="496" extrusionOk="0">
                  <a:moveTo>
                    <a:pt x="252" y="0"/>
                  </a:moveTo>
                  <a:cubicBezTo>
                    <a:pt x="116" y="0"/>
                    <a:pt x="0" y="109"/>
                    <a:pt x="0" y="245"/>
                  </a:cubicBezTo>
                  <a:cubicBezTo>
                    <a:pt x="0" y="387"/>
                    <a:pt x="116" y="496"/>
                    <a:pt x="252" y="496"/>
                  </a:cubicBezTo>
                  <a:cubicBezTo>
                    <a:pt x="387" y="496"/>
                    <a:pt x="503" y="387"/>
                    <a:pt x="503" y="245"/>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11"/>
            <p:cNvSpPr/>
            <p:nvPr/>
          </p:nvSpPr>
          <p:spPr>
            <a:xfrm>
              <a:off x="1227500" y="4320450"/>
              <a:ext cx="12400" cy="12400"/>
            </a:xfrm>
            <a:custGeom>
              <a:avLst/>
              <a:gdLst/>
              <a:ahLst/>
              <a:cxnLst/>
              <a:rect l="l" t="t" r="r" b="b"/>
              <a:pathLst>
                <a:path w="496" h="496" extrusionOk="0">
                  <a:moveTo>
                    <a:pt x="251" y="0"/>
                  </a:moveTo>
                  <a:cubicBezTo>
                    <a:pt x="109" y="0"/>
                    <a:pt x="0" y="109"/>
                    <a:pt x="0" y="245"/>
                  </a:cubicBezTo>
                  <a:cubicBezTo>
                    <a:pt x="0" y="387"/>
                    <a:pt x="109" y="496"/>
                    <a:pt x="251" y="496"/>
                  </a:cubicBezTo>
                  <a:cubicBezTo>
                    <a:pt x="387" y="496"/>
                    <a:pt x="496" y="387"/>
                    <a:pt x="496" y="245"/>
                  </a:cubicBezTo>
                  <a:cubicBezTo>
                    <a:pt x="496"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11"/>
            <p:cNvSpPr/>
            <p:nvPr/>
          </p:nvSpPr>
          <p:spPr>
            <a:xfrm>
              <a:off x="1319275" y="4320450"/>
              <a:ext cx="12550" cy="12400"/>
            </a:xfrm>
            <a:custGeom>
              <a:avLst/>
              <a:gdLst/>
              <a:ahLst/>
              <a:cxnLst/>
              <a:rect l="l" t="t" r="r" b="b"/>
              <a:pathLst>
                <a:path w="502" h="496" extrusionOk="0">
                  <a:moveTo>
                    <a:pt x="252" y="0"/>
                  </a:moveTo>
                  <a:cubicBezTo>
                    <a:pt x="114" y="0"/>
                    <a:pt x="1" y="109"/>
                    <a:pt x="1" y="245"/>
                  </a:cubicBezTo>
                  <a:cubicBezTo>
                    <a:pt x="1" y="387"/>
                    <a:pt x="114" y="496"/>
                    <a:pt x="252" y="496"/>
                  </a:cubicBezTo>
                  <a:cubicBezTo>
                    <a:pt x="388" y="496"/>
                    <a:pt x="501" y="387"/>
                    <a:pt x="501" y="245"/>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11"/>
            <p:cNvSpPr/>
            <p:nvPr/>
          </p:nvSpPr>
          <p:spPr>
            <a:xfrm>
              <a:off x="1411200" y="4320450"/>
              <a:ext cx="12425" cy="12400"/>
            </a:xfrm>
            <a:custGeom>
              <a:avLst/>
              <a:gdLst/>
              <a:ahLst/>
              <a:cxnLst/>
              <a:rect l="l" t="t" r="r" b="b"/>
              <a:pathLst>
                <a:path w="497" h="496" extrusionOk="0">
                  <a:moveTo>
                    <a:pt x="245" y="0"/>
                  </a:moveTo>
                  <a:cubicBezTo>
                    <a:pt x="109" y="0"/>
                    <a:pt x="1" y="109"/>
                    <a:pt x="1" y="245"/>
                  </a:cubicBezTo>
                  <a:cubicBezTo>
                    <a:pt x="1" y="387"/>
                    <a:pt x="109" y="496"/>
                    <a:pt x="245" y="496"/>
                  </a:cubicBezTo>
                  <a:cubicBezTo>
                    <a:pt x="388" y="496"/>
                    <a:pt x="496" y="387"/>
                    <a:pt x="496" y="245"/>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11"/>
            <p:cNvSpPr/>
            <p:nvPr/>
          </p:nvSpPr>
          <p:spPr>
            <a:xfrm>
              <a:off x="1503000" y="4320450"/>
              <a:ext cx="12525" cy="12400"/>
            </a:xfrm>
            <a:custGeom>
              <a:avLst/>
              <a:gdLst/>
              <a:ahLst/>
              <a:cxnLst/>
              <a:rect l="l" t="t" r="r" b="b"/>
              <a:pathLst>
                <a:path w="501" h="496" extrusionOk="0">
                  <a:moveTo>
                    <a:pt x="250" y="0"/>
                  </a:moveTo>
                  <a:cubicBezTo>
                    <a:pt x="114" y="0"/>
                    <a:pt x="0" y="109"/>
                    <a:pt x="0" y="245"/>
                  </a:cubicBezTo>
                  <a:cubicBezTo>
                    <a:pt x="0" y="387"/>
                    <a:pt x="114" y="496"/>
                    <a:pt x="250" y="496"/>
                  </a:cubicBezTo>
                  <a:cubicBezTo>
                    <a:pt x="387" y="496"/>
                    <a:pt x="501" y="387"/>
                    <a:pt x="501" y="245"/>
                  </a:cubicBezTo>
                  <a:cubicBezTo>
                    <a:pt x="501" y="109"/>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11"/>
            <p:cNvSpPr/>
            <p:nvPr/>
          </p:nvSpPr>
          <p:spPr>
            <a:xfrm>
              <a:off x="1594750" y="4320450"/>
              <a:ext cx="12575" cy="12400"/>
            </a:xfrm>
            <a:custGeom>
              <a:avLst/>
              <a:gdLst/>
              <a:ahLst/>
              <a:cxnLst/>
              <a:rect l="l" t="t" r="r" b="b"/>
              <a:pathLst>
                <a:path w="503" h="496" extrusionOk="0">
                  <a:moveTo>
                    <a:pt x="251" y="0"/>
                  </a:moveTo>
                  <a:cubicBezTo>
                    <a:pt x="115" y="0"/>
                    <a:pt x="0" y="109"/>
                    <a:pt x="0" y="245"/>
                  </a:cubicBezTo>
                  <a:cubicBezTo>
                    <a:pt x="0" y="387"/>
                    <a:pt x="115" y="496"/>
                    <a:pt x="251" y="496"/>
                  </a:cubicBezTo>
                  <a:cubicBezTo>
                    <a:pt x="394" y="496"/>
                    <a:pt x="503" y="387"/>
                    <a:pt x="503" y="245"/>
                  </a:cubicBezTo>
                  <a:cubicBezTo>
                    <a:pt x="503" y="109"/>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11"/>
            <p:cNvSpPr/>
            <p:nvPr/>
          </p:nvSpPr>
          <p:spPr>
            <a:xfrm>
              <a:off x="1686650" y="4320450"/>
              <a:ext cx="12600" cy="12400"/>
            </a:xfrm>
            <a:custGeom>
              <a:avLst/>
              <a:gdLst/>
              <a:ahLst/>
              <a:cxnLst/>
              <a:rect l="l" t="t" r="r" b="b"/>
              <a:pathLst>
                <a:path w="504" h="496" extrusionOk="0">
                  <a:moveTo>
                    <a:pt x="252" y="0"/>
                  </a:moveTo>
                  <a:cubicBezTo>
                    <a:pt x="116" y="0"/>
                    <a:pt x="1" y="109"/>
                    <a:pt x="1" y="245"/>
                  </a:cubicBezTo>
                  <a:cubicBezTo>
                    <a:pt x="1" y="387"/>
                    <a:pt x="116" y="496"/>
                    <a:pt x="252" y="496"/>
                  </a:cubicBezTo>
                  <a:cubicBezTo>
                    <a:pt x="388" y="496"/>
                    <a:pt x="503" y="387"/>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11"/>
            <p:cNvSpPr/>
            <p:nvPr/>
          </p:nvSpPr>
          <p:spPr>
            <a:xfrm>
              <a:off x="1778450" y="4320450"/>
              <a:ext cx="12550" cy="12400"/>
            </a:xfrm>
            <a:custGeom>
              <a:avLst/>
              <a:gdLst/>
              <a:ahLst/>
              <a:cxnLst/>
              <a:rect l="l" t="t" r="r" b="b"/>
              <a:pathLst>
                <a:path w="502" h="496" extrusionOk="0">
                  <a:moveTo>
                    <a:pt x="252" y="0"/>
                  </a:moveTo>
                  <a:cubicBezTo>
                    <a:pt x="114" y="0"/>
                    <a:pt x="1" y="109"/>
                    <a:pt x="1" y="245"/>
                  </a:cubicBezTo>
                  <a:cubicBezTo>
                    <a:pt x="1" y="387"/>
                    <a:pt x="114" y="496"/>
                    <a:pt x="252" y="496"/>
                  </a:cubicBezTo>
                  <a:cubicBezTo>
                    <a:pt x="388" y="496"/>
                    <a:pt x="501" y="387"/>
                    <a:pt x="501" y="245"/>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11"/>
            <p:cNvSpPr/>
            <p:nvPr/>
          </p:nvSpPr>
          <p:spPr>
            <a:xfrm>
              <a:off x="1870375" y="4320450"/>
              <a:ext cx="12400" cy="12400"/>
            </a:xfrm>
            <a:custGeom>
              <a:avLst/>
              <a:gdLst/>
              <a:ahLst/>
              <a:cxnLst/>
              <a:rect l="l" t="t" r="r" b="b"/>
              <a:pathLst>
                <a:path w="496" h="496" extrusionOk="0">
                  <a:moveTo>
                    <a:pt x="252" y="0"/>
                  </a:moveTo>
                  <a:cubicBezTo>
                    <a:pt x="109" y="0"/>
                    <a:pt x="0" y="109"/>
                    <a:pt x="0" y="245"/>
                  </a:cubicBezTo>
                  <a:cubicBezTo>
                    <a:pt x="0" y="387"/>
                    <a:pt x="109" y="496"/>
                    <a:pt x="252" y="496"/>
                  </a:cubicBezTo>
                  <a:cubicBezTo>
                    <a:pt x="387" y="496"/>
                    <a:pt x="496" y="387"/>
                    <a:pt x="496" y="245"/>
                  </a:cubicBezTo>
                  <a:cubicBezTo>
                    <a:pt x="496"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11"/>
            <p:cNvSpPr/>
            <p:nvPr/>
          </p:nvSpPr>
          <p:spPr>
            <a:xfrm>
              <a:off x="1962150" y="4320450"/>
              <a:ext cx="12550" cy="12400"/>
            </a:xfrm>
            <a:custGeom>
              <a:avLst/>
              <a:gdLst/>
              <a:ahLst/>
              <a:cxnLst/>
              <a:rect l="l" t="t" r="r" b="b"/>
              <a:pathLst>
                <a:path w="502" h="496" extrusionOk="0">
                  <a:moveTo>
                    <a:pt x="250" y="0"/>
                  </a:moveTo>
                  <a:cubicBezTo>
                    <a:pt x="114" y="0"/>
                    <a:pt x="1" y="109"/>
                    <a:pt x="1" y="245"/>
                  </a:cubicBezTo>
                  <a:cubicBezTo>
                    <a:pt x="1" y="387"/>
                    <a:pt x="114" y="496"/>
                    <a:pt x="250" y="496"/>
                  </a:cubicBezTo>
                  <a:cubicBezTo>
                    <a:pt x="388" y="496"/>
                    <a:pt x="502" y="387"/>
                    <a:pt x="502" y="245"/>
                  </a:cubicBezTo>
                  <a:cubicBezTo>
                    <a:pt x="502"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11"/>
            <p:cNvSpPr/>
            <p:nvPr/>
          </p:nvSpPr>
          <p:spPr>
            <a:xfrm>
              <a:off x="2054075" y="4320450"/>
              <a:ext cx="12425" cy="12400"/>
            </a:xfrm>
            <a:custGeom>
              <a:avLst/>
              <a:gdLst/>
              <a:ahLst/>
              <a:cxnLst/>
              <a:rect l="l" t="t" r="r" b="b"/>
              <a:pathLst>
                <a:path w="497" h="496" extrusionOk="0">
                  <a:moveTo>
                    <a:pt x="252" y="0"/>
                  </a:moveTo>
                  <a:cubicBezTo>
                    <a:pt x="109" y="0"/>
                    <a:pt x="1" y="109"/>
                    <a:pt x="1" y="245"/>
                  </a:cubicBezTo>
                  <a:cubicBezTo>
                    <a:pt x="1" y="387"/>
                    <a:pt x="109" y="496"/>
                    <a:pt x="252" y="496"/>
                  </a:cubicBezTo>
                  <a:cubicBezTo>
                    <a:pt x="388" y="496"/>
                    <a:pt x="496" y="387"/>
                    <a:pt x="496" y="245"/>
                  </a:cubicBezTo>
                  <a:cubicBezTo>
                    <a:pt x="496"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11"/>
            <p:cNvSpPr/>
            <p:nvPr/>
          </p:nvSpPr>
          <p:spPr>
            <a:xfrm>
              <a:off x="2145825" y="4320450"/>
              <a:ext cx="12600" cy="12400"/>
            </a:xfrm>
            <a:custGeom>
              <a:avLst/>
              <a:gdLst/>
              <a:ahLst/>
              <a:cxnLst/>
              <a:rect l="l" t="t" r="r" b="b"/>
              <a:pathLst>
                <a:path w="504" h="496" extrusionOk="0">
                  <a:moveTo>
                    <a:pt x="252" y="0"/>
                  </a:moveTo>
                  <a:cubicBezTo>
                    <a:pt x="116" y="0"/>
                    <a:pt x="1" y="109"/>
                    <a:pt x="1" y="245"/>
                  </a:cubicBezTo>
                  <a:cubicBezTo>
                    <a:pt x="1" y="387"/>
                    <a:pt x="116" y="496"/>
                    <a:pt x="252" y="496"/>
                  </a:cubicBezTo>
                  <a:cubicBezTo>
                    <a:pt x="388" y="496"/>
                    <a:pt x="503" y="387"/>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11"/>
            <p:cNvSpPr/>
            <p:nvPr/>
          </p:nvSpPr>
          <p:spPr>
            <a:xfrm>
              <a:off x="2237800" y="4320450"/>
              <a:ext cx="12350" cy="12400"/>
            </a:xfrm>
            <a:custGeom>
              <a:avLst/>
              <a:gdLst/>
              <a:ahLst/>
              <a:cxnLst/>
              <a:rect l="l" t="t" r="r" b="b"/>
              <a:pathLst>
                <a:path w="494" h="496" extrusionOk="0">
                  <a:moveTo>
                    <a:pt x="244" y="0"/>
                  </a:moveTo>
                  <a:cubicBezTo>
                    <a:pt x="107" y="0"/>
                    <a:pt x="0" y="109"/>
                    <a:pt x="0" y="245"/>
                  </a:cubicBezTo>
                  <a:cubicBezTo>
                    <a:pt x="0" y="387"/>
                    <a:pt x="107" y="496"/>
                    <a:pt x="244" y="496"/>
                  </a:cubicBezTo>
                  <a:cubicBezTo>
                    <a:pt x="387" y="496"/>
                    <a:pt x="494" y="387"/>
                    <a:pt x="494" y="245"/>
                  </a:cubicBezTo>
                  <a:cubicBezTo>
                    <a:pt x="494" y="109"/>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11"/>
            <p:cNvSpPr/>
            <p:nvPr/>
          </p:nvSpPr>
          <p:spPr>
            <a:xfrm>
              <a:off x="2329550" y="4320450"/>
              <a:ext cx="12575" cy="12400"/>
            </a:xfrm>
            <a:custGeom>
              <a:avLst/>
              <a:gdLst/>
              <a:ahLst/>
              <a:cxnLst/>
              <a:rect l="l" t="t" r="r" b="b"/>
              <a:pathLst>
                <a:path w="503" h="496" extrusionOk="0">
                  <a:moveTo>
                    <a:pt x="251" y="0"/>
                  </a:moveTo>
                  <a:cubicBezTo>
                    <a:pt x="115" y="0"/>
                    <a:pt x="0" y="109"/>
                    <a:pt x="0" y="245"/>
                  </a:cubicBezTo>
                  <a:cubicBezTo>
                    <a:pt x="0" y="387"/>
                    <a:pt x="115" y="496"/>
                    <a:pt x="251" y="496"/>
                  </a:cubicBezTo>
                  <a:cubicBezTo>
                    <a:pt x="387" y="496"/>
                    <a:pt x="502" y="387"/>
                    <a:pt x="502" y="245"/>
                  </a:cubicBezTo>
                  <a:cubicBezTo>
                    <a:pt x="502"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11"/>
            <p:cNvSpPr/>
            <p:nvPr/>
          </p:nvSpPr>
          <p:spPr>
            <a:xfrm>
              <a:off x="2421325" y="4320450"/>
              <a:ext cx="12550" cy="12400"/>
            </a:xfrm>
            <a:custGeom>
              <a:avLst/>
              <a:gdLst/>
              <a:ahLst/>
              <a:cxnLst/>
              <a:rect l="l" t="t" r="r" b="b"/>
              <a:pathLst>
                <a:path w="502" h="496" extrusionOk="0">
                  <a:moveTo>
                    <a:pt x="250" y="0"/>
                  </a:moveTo>
                  <a:cubicBezTo>
                    <a:pt x="114" y="0"/>
                    <a:pt x="1" y="109"/>
                    <a:pt x="1" y="245"/>
                  </a:cubicBezTo>
                  <a:cubicBezTo>
                    <a:pt x="1" y="387"/>
                    <a:pt x="114" y="496"/>
                    <a:pt x="250" y="496"/>
                  </a:cubicBezTo>
                  <a:cubicBezTo>
                    <a:pt x="395" y="496"/>
                    <a:pt x="501" y="387"/>
                    <a:pt x="501" y="245"/>
                  </a:cubicBezTo>
                  <a:cubicBezTo>
                    <a:pt x="501" y="109"/>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11"/>
            <p:cNvSpPr/>
            <p:nvPr/>
          </p:nvSpPr>
          <p:spPr>
            <a:xfrm>
              <a:off x="2513250" y="4320450"/>
              <a:ext cx="12575" cy="12400"/>
            </a:xfrm>
            <a:custGeom>
              <a:avLst/>
              <a:gdLst/>
              <a:ahLst/>
              <a:cxnLst/>
              <a:rect l="l" t="t" r="r" b="b"/>
              <a:pathLst>
                <a:path w="503" h="496" extrusionOk="0">
                  <a:moveTo>
                    <a:pt x="252" y="0"/>
                  </a:moveTo>
                  <a:cubicBezTo>
                    <a:pt x="109" y="0"/>
                    <a:pt x="0" y="109"/>
                    <a:pt x="0" y="245"/>
                  </a:cubicBezTo>
                  <a:cubicBezTo>
                    <a:pt x="0" y="387"/>
                    <a:pt x="109" y="496"/>
                    <a:pt x="252" y="496"/>
                  </a:cubicBezTo>
                  <a:cubicBezTo>
                    <a:pt x="388" y="496"/>
                    <a:pt x="503" y="387"/>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11"/>
            <p:cNvSpPr/>
            <p:nvPr/>
          </p:nvSpPr>
          <p:spPr>
            <a:xfrm>
              <a:off x="2605000" y="4320450"/>
              <a:ext cx="12575" cy="12400"/>
            </a:xfrm>
            <a:custGeom>
              <a:avLst/>
              <a:gdLst/>
              <a:ahLst/>
              <a:cxnLst/>
              <a:rect l="l" t="t" r="r" b="b"/>
              <a:pathLst>
                <a:path w="503" h="496" extrusionOk="0">
                  <a:moveTo>
                    <a:pt x="252" y="0"/>
                  </a:moveTo>
                  <a:cubicBezTo>
                    <a:pt x="116" y="0"/>
                    <a:pt x="0" y="109"/>
                    <a:pt x="0" y="245"/>
                  </a:cubicBezTo>
                  <a:cubicBezTo>
                    <a:pt x="0" y="387"/>
                    <a:pt x="116" y="496"/>
                    <a:pt x="252" y="496"/>
                  </a:cubicBezTo>
                  <a:cubicBezTo>
                    <a:pt x="387" y="496"/>
                    <a:pt x="503" y="387"/>
                    <a:pt x="503" y="245"/>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11"/>
            <p:cNvSpPr/>
            <p:nvPr/>
          </p:nvSpPr>
          <p:spPr>
            <a:xfrm>
              <a:off x="2696950" y="4320450"/>
              <a:ext cx="12375" cy="12400"/>
            </a:xfrm>
            <a:custGeom>
              <a:avLst/>
              <a:gdLst/>
              <a:ahLst/>
              <a:cxnLst/>
              <a:rect l="l" t="t" r="r" b="b"/>
              <a:pathLst>
                <a:path w="495" h="496" extrusionOk="0">
                  <a:moveTo>
                    <a:pt x="252" y="0"/>
                  </a:moveTo>
                  <a:cubicBezTo>
                    <a:pt x="108" y="0"/>
                    <a:pt x="1" y="109"/>
                    <a:pt x="1" y="245"/>
                  </a:cubicBezTo>
                  <a:cubicBezTo>
                    <a:pt x="1" y="387"/>
                    <a:pt x="108" y="496"/>
                    <a:pt x="252" y="496"/>
                  </a:cubicBezTo>
                  <a:cubicBezTo>
                    <a:pt x="388" y="496"/>
                    <a:pt x="495" y="387"/>
                    <a:pt x="495" y="245"/>
                  </a:cubicBezTo>
                  <a:cubicBezTo>
                    <a:pt x="495"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11"/>
            <p:cNvSpPr/>
            <p:nvPr/>
          </p:nvSpPr>
          <p:spPr>
            <a:xfrm>
              <a:off x="2788700" y="4320450"/>
              <a:ext cx="12600" cy="12400"/>
            </a:xfrm>
            <a:custGeom>
              <a:avLst/>
              <a:gdLst/>
              <a:ahLst/>
              <a:cxnLst/>
              <a:rect l="l" t="t" r="r" b="b"/>
              <a:pathLst>
                <a:path w="504" h="496" extrusionOk="0">
                  <a:moveTo>
                    <a:pt x="252" y="0"/>
                  </a:moveTo>
                  <a:cubicBezTo>
                    <a:pt x="116" y="0"/>
                    <a:pt x="1" y="109"/>
                    <a:pt x="1" y="245"/>
                  </a:cubicBezTo>
                  <a:cubicBezTo>
                    <a:pt x="1" y="387"/>
                    <a:pt x="116" y="496"/>
                    <a:pt x="252" y="496"/>
                  </a:cubicBezTo>
                  <a:cubicBezTo>
                    <a:pt x="388" y="496"/>
                    <a:pt x="503" y="387"/>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11"/>
            <p:cNvSpPr/>
            <p:nvPr/>
          </p:nvSpPr>
          <p:spPr>
            <a:xfrm>
              <a:off x="2880675" y="4320450"/>
              <a:ext cx="12375" cy="12400"/>
            </a:xfrm>
            <a:custGeom>
              <a:avLst/>
              <a:gdLst/>
              <a:ahLst/>
              <a:cxnLst/>
              <a:rect l="l" t="t" r="r" b="b"/>
              <a:pathLst>
                <a:path w="495" h="496" extrusionOk="0">
                  <a:moveTo>
                    <a:pt x="243" y="0"/>
                  </a:moveTo>
                  <a:cubicBezTo>
                    <a:pt x="107" y="0"/>
                    <a:pt x="0" y="109"/>
                    <a:pt x="0" y="245"/>
                  </a:cubicBezTo>
                  <a:cubicBezTo>
                    <a:pt x="0" y="387"/>
                    <a:pt x="107" y="496"/>
                    <a:pt x="243" y="496"/>
                  </a:cubicBezTo>
                  <a:cubicBezTo>
                    <a:pt x="387" y="496"/>
                    <a:pt x="494" y="387"/>
                    <a:pt x="494" y="245"/>
                  </a:cubicBezTo>
                  <a:cubicBezTo>
                    <a:pt x="494" y="109"/>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11"/>
            <p:cNvSpPr/>
            <p:nvPr/>
          </p:nvSpPr>
          <p:spPr>
            <a:xfrm>
              <a:off x="2972425" y="4320450"/>
              <a:ext cx="12575" cy="12400"/>
            </a:xfrm>
            <a:custGeom>
              <a:avLst/>
              <a:gdLst/>
              <a:ahLst/>
              <a:cxnLst/>
              <a:rect l="l" t="t" r="r" b="b"/>
              <a:pathLst>
                <a:path w="503" h="496" extrusionOk="0">
                  <a:moveTo>
                    <a:pt x="251" y="0"/>
                  </a:moveTo>
                  <a:cubicBezTo>
                    <a:pt x="115" y="0"/>
                    <a:pt x="0" y="109"/>
                    <a:pt x="0" y="245"/>
                  </a:cubicBezTo>
                  <a:cubicBezTo>
                    <a:pt x="0" y="387"/>
                    <a:pt x="115" y="496"/>
                    <a:pt x="251" y="496"/>
                  </a:cubicBezTo>
                  <a:cubicBezTo>
                    <a:pt x="387" y="496"/>
                    <a:pt x="503" y="387"/>
                    <a:pt x="503" y="245"/>
                  </a:cubicBezTo>
                  <a:cubicBezTo>
                    <a:pt x="503"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11"/>
            <p:cNvSpPr/>
            <p:nvPr/>
          </p:nvSpPr>
          <p:spPr>
            <a:xfrm>
              <a:off x="3064375" y="4320450"/>
              <a:ext cx="12375" cy="12400"/>
            </a:xfrm>
            <a:custGeom>
              <a:avLst/>
              <a:gdLst/>
              <a:ahLst/>
              <a:cxnLst/>
              <a:rect l="l" t="t" r="r" b="b"/>
              <a:pathLst>
                <a:path w="495" h="496" extrusionOk="0">
                  <a:moveTo>
                    <a:pt x="243" y="0"/>
                  </a:moveTo>
                  <a:cubicBezTo>
                    <a:pt x="107" y="0"/>
                    <a:pt x="1" y="109"/>
                    <a:pt x="1" y="245"/>
                  </a:cubicBezTo>
                  <a:cubicBezTo>
                    <a:pt x="1" y="387"/>
                    <a:pt x="107" y="496"/>
                    <a:pt x="243" y="496"/>
                  </a:cubicBezTo>
                  <a:cubicBezTo>
                    <a:pt x="388" y="496"/>
                    <a:pt x="495" y="387"/>
                    <a:pt x="495" y="245"/>
                  </a:cubicBezTo>
                  <a:cubicBezTo>
                    <a:pt x="495" y="109"/>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11"/>
            <p:cNvSpPr/>
            <p:nvPr/>
          </p:nvSpPr>
          <p:spPr>
            <a:xfrm>
              <a:off x="3156125" y="4320450"/>
              <a:ext cx="12600" cy="12400"/>
            </a:xfrm>
            <a:custGeom>
              <a:avLst/>
              <a:gdLst/>
              <a:ahLst/>
              <a:cxnLst/>
              <a:rect l="l" t="t" r="r" b="b"/>
              <a:pathLst>
                <a:path w="504" h="496" extrusionOk="0">
                  <a:moveTo>
                    <a:pt x="252" y="0"/>
                  </a:moveTo>
                  <a:cubicBezTo>
                    <a:pt x="116" y="0"/>
                    <a:pt x="1" y="109"/>
                    <a:pt x="1" y="245"/>
                  </a:cubicBezTo>
                  <a:cubicBezTo>
                    <a:pt x="1" y="387"/>
                    <a:pt x="116" y="496"/>
                    <a:pt x="252" y="496"/>
                  </a:cubicBezTo>
                  <a:cubicBezTo>
                    <a:pt x="388" y="496"/>
                    <a:pt x="503" y="387"/>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11"/>
            <p:cNvSpPr/>
            <p:nvPr/>
          </p:nvSpPr>
          <p:spPr>
            <a:xfrm>
              <a:off x="3247875" y="4320450"/>
              <a:ext cx="12575" cy="12400"/>
            </a:xfrm>
            <a:custGeom>
              <a:avLst/>
              <a:gdLst/>
              <a:ahLst/>
              <a:cxnLst/>
              <a:rect l="l" t="t" r="r" b="b"/>
              <a:pathLst>
                <a:path w="503" h="496" extrusionOk="0">
                  <a:moveTo>
                    <a:pt x="252" y="0"/>
                  </a:moveTo>
                  <a:cubicBezTo>
                    <a:pt x="116" y="0"/>
                    <a:pt x="1" y="109"/>
                    <a:pt x="1" y="245"/>
                  </a:cubicBezTo>
                  <a:cubicBezTo>
                    <a:pt x="1" y="387"/>
                    <a:pt x="116" y="496"/>
                    <a:pt x="252" y="496"/>
                  </a:cubicBezTo>
                  <a:cubicBezTo>
                    <a:pt x="388" y="496"/>
                    <a:pt x="503" y="387"/>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11"/>
            <p:cNvSpPr/>
            <p:nvPr/>
          </p:nvSpPr>
          <p:spPr>
            <a:xfrm>
              <a:off x="3339850" y="4320450"/>
              <a:ext cx="12525" cy="12400"/>
            </a:xfrm>
            <a:custGeom>
              <a:avLst/>
              <a:gdLst/>
              <a:ahLst/>
              <a:cxnLst/>
              <a:rect l="l" t="t" r="r" b="b"/>
              <a:pathLst>
                <a:path w="501" h="496" extrusionOk="0">
                  <a:moveTo>
                    <a:pt x="251" y="0"/>
                  </a:moveTo>
                  <a:cubicBezTo>
                    <a:pt x="107" y="0"/>
                    <a:pt x="0" y="109"/>
                    <a:pt x="0" y="245"/>
                  </a:cubicBezTo>
                  <a:cubicBezTo>
                    <a:pt x="0" y="387"/>
                    <a:pt x="107" y="496"/>
                    <a:pt x="251" y="496"/>
                  </a:cubicBezTo>
                  <a:cubicBezTo>
                    <a:pt x="387" y="496"/>
                    <a:pt x="501" y="387"/>
                    <a:pt x="501" y="245"/>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11"/>
            <p:cNvSpPr/>
            <p:nvPr/>
          </p:nvSpPr>
          <p:spPr>
            <a:xfrm>
              <a:off x="3431575" y="4320450"/>
              <a:ext cx="12600" cy="12400"/>
            </a:xfrm>
            <a:custGeom>
              <a:avLst/>
              <a:gdLst/>
              <a:ahLst/>
              <a:cxnLst/>
              <a:rect l="l" t="t" r="r" b="b"/>
              <a:pathLst>
                <a:path w="504" h="496" extrusionOk="0">
                  <a:moveTo>
                    <a:pt x="252" y="0"/>
                  </a:moveTo>
                  <a:cubicBezTo>
                    <a:pt x="116" y="0"/>
                    <a:pt x="1" y="109"/>
                    <a:pt x="1" y="245"/>
                  </a:cubicBezTo>
                  <a:cubicBezTo>
                    <a:pt x="1" y="387"/>
                    <a:pt x="116" y="496"/>
                    <a:pt x="252" y="496"/>
                  </a:cubicBezTo>
                  <a:cubicBezTo>
                    <a:pt x="388" y="496"/>
                    <a:pt x="503" y="387"/>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11"/>
            <p:cNvSpPr/>
            <p:nvPr/>
          </p:nvSpPr>
          <p:spPr>
            <a:xfrm>
              <a:off x="3523550" y="4320450"/>
              <a:ext cx="12375" cy="12400"/>
            </a:xfrm>
            <a:custGeom>
              <a:avLst/>
              <a:gdLst/>
              <a:ahLst/>
              <a:cxnLst/>
              <a:rect l="l" t="t" r="r" b="b"/>
              <a:pathLst>
                <a:path w="495" h="496" extrusionOk="0">
                  <a:moveTo>
                    <a:pt x="250" y="0"/>
                  </a:moveTo>
                  <a:cubicBezTo>
                    <a:pt x="107" y="0"/>
                    <a:pt x="0" y="109"/>
                    <a:pt x="0" y="245"/>
                  </a:cubicBezTo>
                  <a:cubicBezTo>
                    <a:pt x="0" y="387"/>
                    <a:pt x="107" y="496"/>
                    <a:pt x="250" y="496"/>
                  </a:cubicBezTo>
                  <a:cubicBezTo>
                    <a:pt x="388" y="496"/>
                    <a:pt x="494" y="387"/>
                    <a:pt x="494" y="245"/>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11"/>
            <p:cNvSpPr/>
            <p:nvPr/>
          </p:nvSpPr>
          <p:spPr>
            <a:xfrm>
              <a:off x="676400" y="4412225"/>
              <a:ext cx="12600" cy="12550"/>
            </a:xfrm>
            <a:custGeom>
              <a:avLst/>
              <a:gdLst/>
              <a:ahLst/>
              <a:cxnLst/>
              <a:rect l="l" t="t" r="r" b="b"/>
              <a:pathLst>
                <a:path w="504" h="502" extrusionOk="0">
                  <a:moveTo>
                    <a:pt x="252" y="1"/>
                  </a:moveTo>
                  <a:cubicBezTo>
                    <a:pt x="116" y="1"/>
                    <a:pt x="1" y="114"/>
                    <a:pt x="1" y="252"/>
                  </a:cubicBezTo>
                  <a:cubicBezTo>
                    <a:pt x="1" y="388"/>
                    <a:pt x="116" y="502"/>
                    <a:pt x="252" y="502"/>
                  </a:cubicBezTo>
                  <a:cubicBezTo>
                    <a:pt x="388" y="502"/>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11"/>
            <p:cNvSpPr/>
            <p:nvPr/>
          </p:nvSpPr>
          <p:spPr>
            <a:xfrm>
              <a:off x="768325" y="4412225"/>
              <a:ext cx="12400" cy="12550"/>
            </a:xfrm>
            <a:custGeom>
              <a:avLst/>
              <a:gdLst/>
              <a:ahLst/>
              <a:cxnLst/>
              <a:rect l="l" t="t" r="r" b="b"/>
              <a:pathLst>
                <a:path w="496" h="502" extrusionOk="0">
                  <a:moveTo>
                    <a:pt x="245" y="1"/>
                  </a:moveTo>
                  <a:cubicBezTo>
                    <a:pt x="109" y="1"/>
                    <a:pt x="0" y="114"/>
                    <a:pt x="0" y="252"/>
                  </a:cubicBezTo>
                  <a:cubicBezTo>
                    <a:pt x="0" y="388"/>
                    <a:pt x="109" y="502"/>
                    <a:pt x="245" y="502"/>
                  </a:cubicBezTo>
                  <a:cubicBezTo>
                    <a:pt x="388" y="502"/>
                    <a:pt x="496" y="388"/>
                    <a:pt x="496" y="252"/>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11"/>
            <p:cNvSpPr/>
            <p:nvPr/>
          </p:nvSpPr>
          <p:spPr>
            <a:xfrm>
              <a:off x="860125" y="4412225"/>
              <a:ext cx="12525" cy="12550"/>
            </a:xfrm>
            <a:custGeom>
              <a:avLst/>
              <a:gdLst/>
              <a:ahLst/>
              <a:cxnLst/>
              <a:rect l="l" t="t" r="r" b="b"/>
              <a:pathLst>
                <a:path w="501" h="502" extrusionOk="0">
                  <a:moveTo>
                    <a:pt x="251" y="1"/>
                  </a:moveTo>
                  <a:cubicBezTo>
                    <a:pt x="114" y="1"/>
                    <a:pt x="0" y="114"/>
                    <a:pt x="0" y="252"/>
                  </a:cubicBezTo>
                  <a:cubicBezTo>
                    <a:pt x="0" y="388"/>
                    <a:pt x="114" y="502"/>
                    <a:pt x="251" y="502"/>
                  </a:cubicBezTo>
                  <a:cubicBezTo>
                    <a:pt x="387" y="502"/>
                    <a:pt x="501" y="388"/>
                    <a:pt x="501" y="252"/>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11"/>
            <p:cNvSpPr/>
            <p:nvPr/>
          </p:nvSpPr>
          <p:spPr>
            <a:xfrm>
              <a:off x="951850" y="4412225"/>
              <a:ext cx="12600" cy="12550"/>
            </a:xfrm>
            <a:custGeom>
              <a:avLst/>
              <a:gdLst/>
              <a:ahLst/>
              <a:cxnLst/>
              <a:rect l="l" t="t" r="r" b="b"/>
              <a:pathLst>
                <a:path w="504" h="502" extrusionOk="0">
                  <a:moveTo>
                    <a:pt x="252" y="1"/>
                  </a:moveTo>
                  <a:cubicBezTo>
                    <a:pt x="116" y="1"/>
                    <a:pt x="1" y="114"/>
                    <a:pt x="1" y="252"/>
                  </a:cubicBezTo>
                  <a:cubicBezTo>
                    <a:pt x="1" y="388"/>
                    <a:pt x="116" y="502"/>
                    <a:pt x="252" y="502"/>
                  </a:cubicBezTo>
                  <a:cubicBezTo>
                    <a:pt x="388" y="502"/>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11"/>
            <p:cNvSpPr/>
            <p:nvPr/>
          </p:nvSpPr>
          <p:spPr>
            <a:xfrm>
              <a:off x="1043825" y="4412225"/>
              <a:ext cx="12375" cy="12550"/>
            </a:xfrm>
            <a:custGeom>
              <a:avLst/>
              <a:gdLst/>
              <a:ahLst/>
              <a:cxnLst/>
              <a:rect l="l" t="t" r="r" b="b"/>
              <a:pathLst>
                <a:path w="495" h="502" extrusionOk="0">
                  <a:moveTo>
                    <a:pt x="250" y="1"/>
                  </a:moveTo>
                  <a:cubicBezTo>
                    <a:pt x="107" y="1"/>
                    <a:pt x="0" y="114"/>
                    <a:pt x="0" y="252"/>
                  </a:cubicBezTo>
                  <a:cubicBezTo>
                    <a:pt x="0" y="388"/>
                    <a:pt x="107" y="502"/>
                    <a:pt x="250" y="502"/>
                  </a:cubicBezTo>
                  <a:cubicBezTo>
                    <a:pt x="388" y="502"/>
                    <a:pt x="494" y="388"/>
                    <a:pt x="494" y="252"/>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11"/>
            <p:cNvSpPr/>
            <p:nvPr/>
          </p:nvSpPr>
          <p:spPr>
            <a:xfrm>
              <a:off x="1135575" y="4412225"/>
              <a:ext cx="12575" cy="12550"/>
            </a:xfrm>
            <a:custGeom>
              <a:avLst/>
              <a:gdLst/>
              <a:ahLst/>
              <a:cxnLst/>
              <a:rect l="l" t="t" r="r" b="b"/>
              <a:pathLst>
                <a:path w="503" h="502" extrusionOk="0">
                  <a:moveTo>
                    <a:pt x="252" y="1"/>
                  </a:moveTo>
                  <a:cubicBezTo>
                    <a:pt x="116" y="1"/>
                    <a:pt x="0" y="114"/>
                    <a:pt x="0" y="252"/>
                  </a:cubicBezTo>
                  <a:cubicBezTo>
                    <a:pt x="0" y="388"/>
                    <a:pt x="116" y="502"/>
                    <a:pt x="252" y="502"/>
                  </a:cubicBezTo>
                  <a:cubicBezTo>
                    <a:pt x="387" y="502"/>
                    <a:pt x="503" y="388"/>
                    <a:pt x="503" y="252"/>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11"/>
            <p:cNvSpPr/>
            <p:nvPr/>
          </p:nvSpPr>
          <p:spPr>
            <a:xfrm>
              <a:off x="1227500" y="4412225"/>
              <a:ext cx="12400" cy="12550"/>
            </a:xfrm>
            <a:custGeom>
              <a:avLst/>
              <a:gdLst/>
              <a:ahLst/>
              <a:cxnLst/>
              <a:rect l="l" t="t" r="r" b="b"/>
              <a:pathLst>
                <a:path w="496" h="502" extrusionOk="0">
                  <a:moveTo>
                    <a:pt x="251" y="1"/>
                  </a:moveTo>
                  <a:cubicBezTo>
                    <a:pt x="109" y="1"/>
                    <a:pt x="0" y="114"/>
                    <a:pt x="0" y="252"/>
                  </a:cubicBezTo>
                  <a:cubicBezTo>
                    <a:pt x="0" y="388"/>
                    <a:pt x="109" y="502"/>
                    <a:pt x="251" y="502"/>
                  </a:cubicBezTo>
                  <a:cubicBezTo>
                    <a:pt x="387" y="502"/>
                    <a:pt x="496" y="388"/>
                    <a:pt x="496" y="252"/>
                  </a:cubicBezTo>
                  <a:cubicBezTo>
                    <a:pt x="496"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11"/>
            <p:cNvSpPr/>
            <p:nvPr/>
          </p:nvSpPr>
          <p:spPr>
            <a:xfrm>
              <a:off x="1319275" y="4412225"/>
              <a:ext cx="12550" cy="12550"/>
            </a:xfrm>
            <a:custGeom>
              <a:avLst/>
              <a:gdLst/>
              <a:ahLst/>
              <a:cxnLst/>
              <a:rect l="l" t="t" r="r" b="b"/>
              <a:pathLst>
                <a:path w="502" h="502" extrusionOk="0">
                  <a:moveTo>
                    <a:pt x="252" y="1"/>
                  </a:moveTo>
                  <a:cubicBezTo>
                    <a:pt x="114" y="1"/>
                    <a:pt x="1" y="114"/>
                    <a:pt x="1" y="252"/>
                  </a:cubicBezTo>
                  <a:cubicBezTo>
                    <a:pt x="1" y="388"/>
                    <a:pt x="114" y="502"/>
                    <a:pt x="252" y="502"/>
                  </a:cubicBezTo>
                  <a:cubicBezTo>
                    <a:pt x="388" y="502"/>
                    <a:pt x="501" y="388"/>
                    <a:pt x="501" y="252"/>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11"/>
            <p:cNvSpPr/>
            <p:nvPr/>
          </p:nvSpPr>
          <p:spPr>
            <a:xfrm>
              <a:off x="1411200" y="4412225"/>
              <a:ext cx="12425" cy="12550"/>
            </a:xfrm>
            <a:custGeom>
              <a:avLst/>
              <a:gdLst/>
              <a:ahLst/>
              <a:cxnLst/>
              <a:rect l="l" t="t" r="r" b="b"/>
              <a:pathLst>
                <a:path w="497" h="502" extrusionOk="0">
                  <a:moveTo>
                    <a:pt x="245" y="1"/>
                  </a:moveTo>
                  <a:cubicBezTo>
                    <a:pt x="109" y="1"/>
                    <a:pt x="1" y="114"/>
                    <a:pt x="1" y="252"/>
                  </a:cubicBezTo>
                  <a:cubicBezTo>
                    <a:pt x="1" y="388"/>
                    <a:pt x="109" y="502"/>
                    <a:pt x="245" y="502"/>
                  </a:cubicBezTo>
                  <a:cubicBezTo>
                    <a:pt x="388" y="502"/>
                    <a:pt x="496" y="388"/>
                    <a:pt x="496" y="252"/>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11"/>
            <p:cNvSpPr/>
            <p:nvPr/>
          </p:nvSpPr>
          <p:spPr>
            <a:xfrm>
              <a:off x="1503000" y="4412225"/>
              <a:ext cx="12525" cy="12550"/>
            </a:xfrm>
            <a:custGeom>
              <a:avLst/>
              <a:gdLst/>
              <a:ahLst/>
              <a:cxnLst/>
              <a:rect l="l" t="t" r="r" b="b"/>
              <a:pathLst>
                <a:path w="501" h="502" extrusionOk="0">
                  <a:moveTo>
                    <a:pt x="250" y="1"/>
                  </a:moveTo>
                  <a:cubicBezTo>
                    <a:pt x="114" y="1"/>
                    <a:pt x="0" y="114"/>
                    <a:pt x="0" y="252"/>
                  </a:cubicBezTo>
                  <a:cubicBezTo>
                    <a:pt x="0" y="388"/>
                    <a:pt x="114" y="502"/>
                    <a:pt x="250" y="502"/>
                  </a:cubicBezTo>
                  <a:cubicBezTo>
                    <a:pt x="387" y="502"/>
                    <a:pt x="501" y="388"/>
                    <a:pt x="501" y="252"/>
                  </a:cubicBezTo>
                  <a:cubicBezTo>
                    <a:pt x="501" y="114"/>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11"/>
            <p:cNvSpPr/>
            <p:nvPr/>
          </p:nvSpPr>
          <p:spPr>
            <a:xfrm>
              <a:off x="1594750" y="4412225"/>
              <a:ext cx="12575" cy="12550"/>
            </a:xfrm>
            <a:custGeom>
              <a:avLst/>
              <a:gdLst/>
              <a:ahLst/>
              <a:cxnLst/>
              <a:rect l="l" t="t" r="r" b="b"/>
              <a:pathLst>
                <a:path w="503" h="502" extrusionOk="0">
                  <a:moveTo>
                    <a:pt x="251" y="1"/>
                  </a:moveTo>
                  <a:cubicBezTo>
                    <a:pt x="115" y="1"/>
                    <a:pt x="0" y="114"/>
                    <a:pt x="0" y="252"/>
                  </a:cubicBezTo>
                  <a:cubicBezTo>
                    <a:pt x="0" y="388"/>
                    <a:pt x="115" y="502"/>
                    <a:pt x="251" y="502"/>
                  </a:cubicBezTo>
                  <a:cubicBezTo>
                    <a:pt x="394" y="502"/>
                    <a:pt x="503" y="388"/>
                    <a:pt x="503" y="252"/>
                  </a:cubicBezTo>
                  <a:cubicBezTo>
                    <a:pt x="503" y="114"/>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11"/>
            <p:cNvSpPr/>
            <p:nvPr/>
          </p:nvSpPr>
          <p:spPr>
            <a:xfrm>
              <a:off x="1686650" y="4412225"/>
              <a:ext cx="12600" cy="12550"/>
            </a:xfrm>
            <a:custGeom>
              <a:avLst/>
              <a:gdLst/>
              <a:ahLst/>
              <a:cxnLst/>
              <a:rect l="l" t="t" r="r" b="b"/>
              <a:pathLst>
                <a:path w="504" h="502" extrusionOk="0">
                  <a:moveTo>
                    <a:pt x="252" y="1"/>
                  </a:moveTo>
                  <a:cubicBezTo>
                    <a:pt x="116" y="1"/>
                    <a:pt x="1" y="114"/>
                    <a:pt x="1" y="252"/>
                  </a:cubicBezTo>
                  <a:cubicBezTo>
                    <a:pt x="1" y="388"/>
                    <a:pt x="116" y="502"/>
                    <a:pt x="252" y="502"/>
                  </a:cubicBezTo>
                  <a:cubicBezTo>
                    <a:pt x="388" y="502"/>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11"/>
            <p:cNvSpPr/>
            <p:nvPr/>
          </p:nvSpPr>
          <p:spPr>
            <a:xfrm>
              <a:off x="1778450" y="4412225"/>
              <a:ext cx="12550" cy="12550"/>
            </a:xfrm>
            <a:custGeom>
              <a:avLst/>
              <a:gdLst/>
              <a:ahLst/>
              <a:cxnLst/>
              <a:rect l="l" t="t" r="r" b="b"/>
              <a:pathLst>
                <a:path w="502" h="502" extrusionOk="0">
                  <a:moveTo>
                    <a:pt x="252" y="1"/>
                  </a:moveTo>
                  <a:cubicBezTo>
                    <a:pt x="114" y="1"/>
                    <a:pt x="1" y="114"/>
                    <a:pt x="1" y="252"/>
                  </a:cubicBezTo>
                  <a:cubicBezTo>
                    <a:pt x="1" y="388"/>
                    <a:pt x="114" y="502"/>
                    <a:pt x="252" y="502"/>
                  </a:cubicBezTo>
                  <a:cubicBezTo>
                    <a:pt x="388" y="502"/>
                    <a:pt x="501" y="388"/>
                    <a:pt x="501" y="252"/>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11"/>
            <p:cNvSpPr/>
            <p:nvPr/>
          </p:nvSpPr>
          <p:spPr>
            <a:xfrm>
              <a:off x="1870375" y="4412225"/>
              <a:ext cx="12400" cy="12550"/>
            </a:xfrm>
            <a:custGeom>
              <a:avLst/>
              <a:gdLst/>
              <a:ahLst/>
              <a:cxnLst/>
              <a:rect l="l" t="t" r="r" b="b"/>
              <a:pathLst>
                <a:path w="496" h="502" extrusionOk="0">
                  <a:moveTo>
                    <a:pt x="252" y="1"/>
                  </a:moveTo>
                  <a:cubicBezTo>
                    <a:pt x="109" y="1"/>
                    <a:pt x="0" y="114"/>
                    <a:pt x="0" y="252"/>
                  </a:cubicBezTo>
                  <a:cubicBezTo>
                    <a:pt x="0" y="388"/>
                    <a:pt x="109" y="502"/>
                    <a:pt x="252" y="502"/>
                  </a:cubicBezTo>
                  <a:cubicBezTo>
                    <a:pt x="387" y="502"/>
                    <a:pt x="496" y="388"/>
                    <a:pt x="496" y="252"/>
                  </a:cubicBezTo>
                  <a:cubicBezTo>
                    <a:pt x="496"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11"/>
            <p:cNvSpPr/>
            <p:nvPr/>
          </p:nvSpPr>
          <p:spPr>
            <a:xfrm>
              <a:off x="1962150" y="4412225"/>
              <a:ext cx="12550" cy="12550"/>
            </a:xfrm>
            <a:custGeom>
              <a:avLst/>
              <a:gdLst/>
              <a:ahLst/>
              <a:cxnLst/>
              <a:rect l="l" t="t" r="r" b="b"/>
              <a:pathLst>
                <a:path w="502" h="502" extrusionOk="0">
                  <a:moveTo>
                    <a:pt x="250" y="1"/>
                  </a:moveTo>
                  <a:cubicBezTo>
                    <a:pt x="114" y="1"/>
                    <a:pt x="1" y="114"/>
                    <a:pt x="1" y="252"/>
                  </a:cubicBezTo>
                  <a:cubicBezTo>
                    <a:pt x="1" y="388"/>
                    <a:pt x="114" y="502"/>
                    <a:pt x="250" y="502"/>
                  </a:cubicBezTo>
                  <a:cubicBezTo>
                    <a:pt x="388" y="502"/>
                    <a:pt x="502" y="388"/>
                    <a:pt x="502" y="252"/>
                  </a:cubicBezTo>
                  <a:cubicBezTo>
                    <a:pt x="502"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11"/>
            <p:cNvSpPr/>
            <p:nvPr/>
          </p:nvSpPr>
          <p:spPr>
            <a:xfrm>
              <a:off x="2054075" y="4412225"/>
              <a:ext cx="12425" cy="12550"/>
            </a:xfrm>
            <a:custGeom>
              <a:avLst/>
              <a:gdLst/>
              <a:ahLst/>
              <a:cxnLst/>
              <a:rect l="l" t="t" r="r" b="b"/>
              <a:pathLst>
                <a:path w="497" h="502" extrusionOk="0">
                  <a:moveTo>
                    <a:pt x="252" y="1"/>
                  </a:moveTo>
                  <a:cubicBezTo>
                    <a:pt x="109" y="1"/>
                    <a:pt x="1" y="114"/>
                    <a:pt x="1" y="252"/>
                  </a:cubicBezTo>
                  <a:cubicBezTo>
                    <a:pt x="1" y="388"/>
                    <a:pt x="109" y="502"/>
                    <a:pt x="252" y="502"/>
                  </a:cubicBezTo>
                  <a:cubicBezTo>
                    <a:pt x="388" y="502"/>
                    <a:pt x="496" y="388"/>
                    <a:pt x="496" y="252"/>
                  </a:cubicBezTo>
                  <a:cubicBezTo>
                    <a:pt x="496"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11"/>
            <p:cNvSpPr/>
            <p:nvPr/>
          </p:nvSpPr>
          <p:spPr>
            <a:xfrm>
              <a:off x="2145825" y="4412225"/>
              <a:ext cx="12600" cy="12550"/>
            </a:xfrm>
            <a:custGeom>
              <a:avLst/>
              <a:gdLst/>
              <a:ahLst/>
              <a:cxnLst/>
              <a:rect l="l" t="t" r="r" b="b"/>
              <a:pathLst>
                <a:path w="504" h="502" extrusionOk="0">
                  <a:moveTo>
                    <a:pt x="252" y="1"/>
                  </a:moveTo>
                  <a:cubicBezTo>
                    <a:pt x="116" y="1"/>
                    <a:pt x="1" y="114"/>
                    <a:pt x="1" y="252"/>
                  </a:cubicBezTo>
                  <a:cubicBezTo>
                    <a:pt x="1" y="388"/>
                    <a:pt x="116" y="502"/>
                    <a:pt x="252" y="502"/>
                  </a:cubicBezTo>
                  <a:cubicBezTo>
                    <a:pt x="388" y="502"/>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11"/>
            <p:cNvSpPr/>
            <p:nvPr/>
          </p:nvSpPr>
          <p:spPr>
            <a:xfrm>
              <a:off x="2237800" y="4412225"/>
              <a:ext cx="12350" cy="12550"/>
            </a:xfrm>
            <a:custGeom>
              <a:avLst/>
              <a:gdLst/>
              <a:ahLst/>
              <a:cxnLst/>
              <a:rect l="l" t="t" r="r" b="b"/>
              <a:pathLst>
                <a:path w="494" h="502" extrusionOk="0">
                  <a:moveTo>
                    <a:pt x="244" y="1"/>
                  </a:moveTo>
                  <a:cubicBezTo>
                    <a:pt x="107" y="1"/>
                    <a:pt x="0" y="114"/>
                    <a:pt x="0" y="252"/>
                  </a:cubicBezTo>
                  <a:cubicBezTo>
                    <a:pt x="0" y="388"/>
                    <a:pt x="107" y="502"/>
                    <a:pt x="244" y="502"/>
                  </a:cubicBezTo>
                  <a:cubicBezTo>
                    <a:pt x="387" y="502"/>
                    <a:pt x="494" y="388"/>
                    <a:pt x="494" y="252"/>
                  </a:cubicBezTo>
                  <a:cubicBezTo>
                    <a:pt x="494" y="114"/>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11"/>
            <p:cNvSpPr/>
            <p:nvPr/>
          </p:nvSpPr>
          <p:spPr>
            <a:xfrm>
              <a:off x="2329550" y="4412225"/>
              <a:ext cx="12575" cy="12550"/>
            </a:xfrm>
            <a:custGeom>
              <a:avLst/>
              <a:gdLst/>
              <a:ahLst/>
              <a:cxnLst/>
              <a:rect l="l" t="t" r="r" b="b"/>
              <a:pathLst>
                <a:path w="503" h="502" extrusionOk="0">
                  <a:moveTo>
                    <a:pt x="251" y="1"/>
                  </a:moveTo>
                  <a:cubicBezTo>
                    <a:pt x="115" y="1"/>
                    <a:pt x="0" y="114"/>
                    <a:pt x="0" y="252"/>
                  </a:cubicBezTo>
                  <a:cubicBezTo>
                    <a:pt x="0" y="388"/>
                    <a:pt x="115" y="502"/>
                    <a:pt x="251" y="502"/>
                  </a:cubicBezTo>
                  <a:cubicBezTo>
                    <a:pt x="387" y="502"/>
                    <a:pt x="502" y="388"/>
                    <a:pt x="502" y="252"/>
                  </a:cubicBezTo>
                  <a:cubicBezTo>
                    <a:pt x="502"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7" name="Google Shape;8027;p11"/>
            <p:cNvSpPr/>
            <p:nvPr/>
          </p:nvSpPr>
          <p:spPr>
            <a:xfrm>
              <a:off x="2421325" y="4412225"/>
              <a:ext cx="12550" cy="12550"/>
            </a:xfrm>
            <a:custGeom>
              <a:avLst/>
              <a:gdLst/>
              <a:ahLst/>
              <a:cxnLst/>
              <a:rect l="l" t="t" r="r" b="b"/>
              <a:pathLst>
                <a:path w="502" h="502" extrusionOk="0">
                  <a:moveTo>
                    <a:pt x="250" y="1"/>
                  </a:moveTo>
                  <a:cubicBezTo>
                    <a:pt x="114" y="1"/>
                    <a:pt x="1" y="114"/>
                    <a:pt x="1" y="252"/>
                  </a:cubicBezTo>
                  <a:cubicBezTo>
                    <a:pt x="1" y="388"/>
                    <a:pt x="114" y="502"/>
                    <a:pt x="250" y="502"/>
                  </a:cubicBezTo>
                  <a:cubicBezTo>
                    <a:pt x="395" y="502"/>
                    <a:pt x="501" y="388"/>
                    <a:pt x="501" y="252"/>
                  </a:cubicBezTo>
                  <a:cubicBezTo>
                    <a:pt x="501" y="114"/>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11"/>
            <p:cNvSpPr/>
            <p:nvPr/>
          </p:nvSpPr>
          <p:spPr>
            <a:xfrm>
              <a:off x="2513250" y="4412225"/>
              <a:ext cx="12575" cy="12550"/>
            </a:xfrm>
            <a:custGeom>
              <a:avLst/>
              <a:gdLst/>
              <a:ahLst/>
              <a:cxnLst/>
              <a:rect l="l" t="t" r="r" b="b"/>
              <a:pathLst>
                <a:path w="503" h="502" extrusionOk="0">
                  <a:moveTo>
                    <a:pt x="252" y="1"/>
                  </a:moveTo>
                  <a:cubicBezTo>
                    <a:pt x="109" y="1"/>
                    <a:pt x="0" y="114"/>
                    <a:pt x="0" y="252"/>
                  </a:cubicBezTo>
                  <a:cubicBezTo>
                    <a:pt x="0" y="388"/>
                    <a:pt x="109" y="502"/>
                    <a:pt x="252" y="502"/>
                  </a:cubicBezTo>
                  <a:cubicBezTo>
                    <a:pt x="388" y="502"/>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11"/>
            <p:cNvSpPr/>
            <p:nvPr/>
          </p:nvSpPr>
          <p:spPr>
            <a:xfrm>
              <a:off x="2605000" y="4412225"/>
              <a:ext cx="12575" cy="12550"/>
            </a:xfrm>
            <a:custGeom>
              <a:avLst/>
              <a:gdLst/>
              <a:ahLst/>
              <a:cxnLst/>
              <a:rect l="l" t="t" r="r" b="b"/>
              <a:pathLst>
                <a:path w="503" h="502" extrusionOk="0">
                  <a:moveTo>
                    <a:pt x="252" y="1"/>
                  </a:moveTo>
                  <a:cubicBezTo>
                    <a:pt x="116" y="1"/>
                    <a:pt x="0" y="114"/>
                    <a:pt x="0" y="252"/>
                  </a:cubicBezTo>
                  <a:cubicBezTo>
                    <a:pt x="0" y="388"/>
                    <a:pt x="116" y="502"/>
                    <a:pt x="252" y="502"/>
                  </a:cubicBezTo>
                  <a:cubicBezTo>
                    <a:pt x="387" y="502"/>
                    <a:pt x="503" y="388"/>
                    <a:pt x="503" y="252"/>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11"/>
            <p:cNvSpPr/>
            <p:nvPr/>
          </p:nvSpPr>
          <p:spPr>
            <a:xfrm>
              <a:off x="2696950" y="4412225"/>
              <a:ext cx="12375" cy="12550"/>
            </a:xfrm>
            <a:custGeom>
              <a:avLst/>
              <a:gdLst/>
              <a:ahLst/>
              <a:cxnLst/>
              <a:rect l="l" t="t" r="r" b="b"/>
              <a:pathLst>
                <a:path w="495" h="502" extrusionOk="0">
                  <a:moveTo>
                    <a:pt x="252" y="1"/>
                  </a:moveTo>
                  <a:cubicBezTo>
                    <a:pt x="108" y="1"/>
                    <a:pt x="1" y="114"/>
                    <a:pt x="1" y="252"/>
                  </a:cubicBezTo>
                  <a:cubicBezTo>
                    <a:pt x="1" y="388"/>
                    <a:pt x="108" y="502"/>
                    <a:pt x="252" y="502"/>
                  </a:cubicBezTo>
                  <a:cubicBezTo>
                    <a:pt x="388" y="502"/>
                    <a:pt x="495" y="388"/>
                    <a:pt x="495" y="252"/>
                  </a:cubicBezTo>
                  <a:cubicBezTo>
                    <a:pt x="495"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11"/>
            <p:cNvSpPr/>
            <p:nvPr/>
          </p:nvSpPr>
          <p:spPr>
            <a:xfrm>
              <a:off x="2788700" y="4412225"/>
              <a:ext cx="12600" cy="12550"/>
            </a:xfrm>
            <a:custGeom>
              <a:avLst/>
              <a:gdLst/>
              <a:ahLst/>
              <a:cxnLst/>
              <a:rect l="l" t="t" r="r" b="b"/>
              <a:pathLst>
                <a:path w="504" h="502" extrusionOk="0">
                  <a:moveTo>
                    <a:pt x="252" y="1"/>
                  </a:moveTo>
                  <a:cubicBezTo>
                    <a:pt x="116" y="1"/>
                    <a:pt x="1" y="114"/>
                    <a:pt x="1" y="252"/>
                  </a:cubicBezTo>
                  <a:cubicBezTo>
                    <a:pt x="1" y="388"/>
                    <a:pt x="116" y="502"/>
                    <a:pt x="252" y="502"/>
                  </a:cubicBezTo>
                  <a:cubicBezTo>
                    <a:pt x="388" y="502"/>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11"/>
            <p:cNvSpPr/>
            <p:nvPr/>
          </p:nvSpPr>
          <p:spPr>
            <a:xfrm>
              <a:off x="2880675" y="4412225"/>
              <a:ext cx="12375" cy="12550"/>
            </a:xfrm>
            <a:custGeom>
              <a:avLst/>
              <a:gdLst/>
              <a:ahLst/>
              <a:cxnLst/>
              <a:rect l="l" t="t" r="r" b="b"/>
              <a:pathLst>
                <a:path w="495" h="502" extrusionOk="0">
                  <a:moveTo>
                    <a:pt x="243" y="1"/>
                  </a:moveTo>
                  <a:cubicBezTo>
                    <a:pt x="107" y="1"/>
                    <a:pt x="0" y="114"/>
                    <a:pt x="0" y="252"/>
                  </a:cubicBezTo>
                  <a:cubicBezTo>
                    <a:pt x="0" y="388"/>
                    <a:pt x="107" y="502"/>
                    <a:pt x="243" y="502"/>
                  </a:cubicBezTo>
                  <a:cubicBezTo>
                    <a:pt x="387" y="502"/>
                    <a:pt x="494" y="388"/>
                    <a:pt x="494" y="252"/>
                  </a:cubicBezTo>
                  <a:cubicBezTo>
                    <a:pt x="494" y="114"/>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3" name="Google Shape;8033;p11"/>
            <p:cNvSpPr/>
            <p:nvPr/>
          </p:nvSpPr>
          <p:spPr>
            <a:xfrm>
              <a:off x="2972425" y="4412225"/>
              <a:ext cx="12575" cy="12550"/>
            </a:xfrm>
            <a:custGeom>
              <a:avLst/>
              <a:gdLst/>
              <a:ahLst/>
              <a:cxnLst/>
              <a:rect l="l" t="t" r="r" b="b"/>
              <a:pathLst>
                <a:path w="503" h="502" extrusionOk="0">
                  <a:moveTo>
                    <a:pt x="251" y="1"/>
                  </a:moveTo>
                  <a:cubicBezTo>
                    <a:pt x="115" y="1"/>
                    <a:pt x="0" y="114"/>
                    <a:pt x="0" y="252"/>
                  </a:cubicBezTo>
                  <a:cubicBezTo>
                    <a:pt x="0" y="388"/>
                    <a:pt x="115" y="502"/>
                    <a:pt x="251" y="502"/>
                  </a:cubicBezTo>
                  <a:cubicBezTo>
                    <a:pt x="387" y="502"/>
                    <a:pt x="503" y="388"/>
                    <a:pt x="503" y="252"/>
                  </a:cubicBezTo>
                  <a:cubicBezTo>
                    <a:pt x="503"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11"/>
            <p:cNvSpPr/>
            <p:nvPr/>
          </p:nvSpPr>
          <p:spPr>
            <a:xfrm>
              <a:off x="3064375" y="4412225"/>
              <a:ext cx="12375" cy="12550"/>
            </a:xfrm>
            <a:custGeom>
              <a:avLst/>
              <a:gdLst/>
              <a:ahLst/>
              <a:cxnLst/>
              <a:rect l="l" t="t" r="r" b="b"/>
              <a:pathLst>
                <a:path w="495" h="502" extrusionOk="0">
                  <a:moveTo>
                    <a:pt x="243" y="1"/>
                  </a:moveTo>
                  <a:cubicBezTo>
                    <a:pt x="107" y="1"/>
                    <a:pt x="1" y="114"/>
                    <a:pt x="1" y="252"/>
                  </a:cubicBezTo>
                  <a:cubicBezTo>
                    <a:pt x="1" y="388"/>
                    <a:pt x="107" y="502"/>
                    <a:pt x="243" y="502"/>
                  </a:cubicBezTo>
                  <a:cubicBezTo>
                    <a:pt x="388" y="502"/>
                    <a:pt x="495" y="388"/>
                    <a:pt x="495" y="252"/>
                  </a:cubicBezTo>
                  <a:cubicBezTo>
                    <a:pt x="495" y="114"/>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11"/>
            <p:cNvSpPr/>
            <p:nvPr/>
          </p:nvSpPr>
          <p:spPr>
            <a:xfrm>
              <a:off x="3156125" y="4412225"/>
              <a:ext cx="12600" cy="12550"/>
            </a:xfrm>
            <a:custGeom>
              <a:avLst/>
              <a:gdLst/>
              <a:ahLst/>
              <a:cxnLst/>
              <a:rect l="l" t="t" r="r" b="b"/>
              <a:pathLst>
                <a:path w="504" h="502" extrusionOk="0">
                  <a:moveTo>
                    <a:pt x="252" y="1"/>
                  </a:moveTo>
                  <a:cubicBezTo>
                    <a:pt x="116" y="1"/>
                    <a:pt x="1" y="114"/>
                    <a:pt x="1" y="252"/>
                  </a:cubicBezTo>
                  <a:cubicBezTo>
                    <a:pt x="1" y="388"/>
                    <a:pt x="116" y="502"/>
                    <a:pt x="252" y="502"/>
                  </a:cubicBezTo>
                  <a:cubicBezTo>
                    <a:pt x="388" y="502"/>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11"/>
            <p:cNvSpPr/>
            <p:nvPr/>
          </p:nvSpPr>
          <p:spPr>
            <a:xfrm>
              <a:off x="3247875" y="4412225"/>
              <a:ext cx="12575" cy="12550"/>
            </a:xfrm>
            <a:custGeom>
              <a:avLst/>
              <a:gdLst/>
              <a:ahLst/>
              <a:cxnLst/>
              <a:rect l="l" t="t" r="r" b="b"/>
              <a:pathLst>
                <a:path w="503" h="502" extrusionOk="0">
                  <a:moveTo>
                    <a:pt x="252" y="1"/>
                  </a:moveTo>
                  <a:cubicBezTo>
                    <a:pt x="116" y="1"/>
                    <a:pt x="1" y="114"/>
                    <a:pt x="1" y="252"/>
                  </a:cubicBezTo>
                  <a:cubicBezTo>
                    <a:pt x="1" y="388"/>
                    <a:pt x="116" y="502"/>
                    <a:pt x="252" y="502"/>
                  </a:cubicBezTo>
                  <a:cubicBezTo>
                    <a:pt x="388" y="502"/>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11"/>
            <p:cNvSpPr/>
            <p:nvPr/>
          </p:nvSpPr>
          <p:spPr>
            <a:xfrm>
              <a:off x="3339850" y="4412225"/>
              <a:ext cx="12525" cy="12550"/>
            </a:xfrm>
            <a:custGeom>
              <a:avLst/>
              <a:gdLst/>
              <a:ahLst/>
              <a:cxnLst/>
              <a:rect l="l" t="t" r="r" b="b"/>
              <a:pathLst>
                <a:path w="501" h="502" extrusionOk="0">
                  <a:moveTo>
                    <a:pt x="251" y="1"/>
                  </a:moveTo>
                  <a:cubicBezTo>
                    <a:pt x="107" y="1"/>
                    <a:pt x="0" y="114"/>
                    <a:pt x="0" y="252"/>
                  </a:cubicBezTo>
                  <a:cubicBezTo>
                    <a:pt x="0" y="388"/>
                    <a:pt x="107" y="502"/>
                    <a:pt x="251" y="502"/>
                  </a:cubicBezTo>
                  <a:cubicBezTo>
                    <a:pt x="387" y="502"/>
                    <a:pt x="501" y="388"/>
                    <a:pt x="501" y="252"/>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11"/>
            <p:cNvSpPr/>
            <p:nvPr/>
          </p:nvSpPr>
          <p:spPr>
            <a:xfrm>
              <a:off x="3431575" y="4412225"/>
              <a:ext cx="12600" cy="12550"/>
            </a:xfrm>
            <a:custGeom>
              <a:avLst/>
              <a:gdLst/>
              <a:ahLst/>
              <a:cxnLst/>
              <a:rect l="l" t="t" r="r" b="b"/>
              <a:pathLst>
                <a:path w="504" h="502" extrusionOk="0">
                  <a:moveTo>
                    <a:pt x="252" y="1"/>
                  </a:moveTo>
                  <a:cubicBezTo>
                    <a:pt x="116" y="1"/>
                    <a:pt x="1" y="114"/>
                    <a:pt x="1" y="252"/>
                  </a:cubicBezTo>
                  <a:cubicBezTo>
                    <a:pt x="1" y="388"/>
                    <a:pt x="116" y="502"/>
                    <a:pt x="252" y="502"/>
                  </a:cubicBezTo>
                  <a:cubicBezTo>
                    <a:pt x="388" y="502"/>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11"/>
            <p:cNvSpPr/>
            <p:nvPr/>
          </p:nvSpPr>
          <p:spPr>
            <a:xfrm>
              <a:off x="3523550" y="4412225"/>
              <a:ext cx="12375" cy="12550"/>
            </a:xfrm>
            <a:custGeom>
              <a:avLst/>
              <a:gdLst/>
              <a:ahLst/>
              <a:cxnLst/>
              <a:rect l="l" t="t" r="r" b="b"/>
              <a:pathLst>
                <a:path w="495" h="502" extrusionOk="0">
                  <a:moveTo>
                    <a:pt x="250" y="1"/>
                  </a:moveTo>
                  <a:cubicBezTo>
                    <a:pt x="107" y="1"/>
                    <a:pt x="0" y="114"/>
                    <a:pt x="0" y="252"/>
                  </a:cubicBezTo>
                  <a:cubicBezTo>
                    <a:pt x="0" y="388"/>
                    <a:pt x="107" y="502"/>
                    <a:pt x="250" y="502"/>
                  </a:cubicBezTo>
                  <a:cubicBezTo>
                    <a:pt x="388" y="502"/>
                    <a:pt x="494" y="388"/>
                    <a:pt x="494" y="252"/>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11"/>
            <p:cNvSpPr/>
            <p:nvPr/>
          </p:nvSpPr>
          <p:spPr>
            <a:xfrm>
              <a:off x="676400" y="4503975"/>
              <a:ext cx="12600" cy="12600"/>
            </a:xfrm>
            <a:custGeom>
              <a:avLst/>
              <a:gdLst/>
              <a:ahLst/>
              <a:cxnLst/>
              <a:rect l="l" t="t" r="r" b="b"/>
              <a:pathLst>
                <a:path w="504" h="504" extrusionOk="0">
                  <a:moveTo>
                    <a:pt x="252" y="1"/>
                  </a:moveTo>
                  <a:cubicBezTo>
                    <a:pt x="116" y="1"/>
                    <a:pt x="1" y="116"/>
                    <a:pt x="1" y="252"/>
                  </a:cubicBezTo>
                  <a:cubicBezTo>
                    <a:pt x="1" y="395"/>
                    <a:pt x="116" y="503"/>
                    <a:pt x="252" y="503"/>
                  </a:cubicBezTo>
                  <a:cubicBezTo>
                    <a:pt x="388" y="503"/>
                    <a:pt x="503" y="395"/>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11"/>
            <p:cNvSpPr/>
            <p:nvPr/>
          </p:nvSpPr>
          <p:spPr>
            <a:xfrm>
              <a:off x="768325" y="4503975"/>
              <a:ext cx="12400" cy="12600"/>
            </a:xfrm>
            <a:custGeom>
              <a:avLst/>
              <a:gdLst/>
              <a:ahLst/>
              <a:cxnLst/>
              <a:rect l="l" t="t" r="r" b="b"/>
              <a:pathLst>
                <a:path w="496" h="504" extrusionOk="0">
                  <a:moveTo>
                    <a:pt x="245" y="1"/>
                  </a:moveTo>
                  <a:cubicBezTo>
                    <a:pt x="109" y="1"/>
                    <a:pt x="0" y="116"/>
                    <a:pt x="0" y="252"/>
                  </a:cubicBezTo>
                  <a:cubicBezTo>
                    <a:pt x="0" y="395"/>
                    <a:pt x="109" y="503"/>
                    <a:pt x="245" y="503"/>
                  </a:cubicBezTo>
                  <a:cubicBezTo>
                    <a:pt x="388" y="503"/>
                    <a:pt x="496" y="395"/>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11"/>
            <p:cNvSpPr/>
            <p:nvPr/>
          </p:nvSpPr>
          <p:spPr>
            <a:xfrm>
              <a:off x="860125" y="4503975"/>
              <a:ext cx="12525" cy="12600"/>
            </a:xfrm>
            <a:custGeom>
              <a:avLst/>
              <a:gdLst/>
              <a:ahLst/>
              <a:cxnLst/>
              <a:rect l="l" t="t" r="r" b="b"/>
              <a:pathLst>
                <a:path w="501" h="504" extrusionOk="0">
                  <a:moveTo>
                    <a:pt x="251" y="1"/>
                  </a:moveTo>
                  <a:cubicBezTo>
                    <a:pt x="114" y="1"/>
                    <a:pt x="0" y="116"/>
                    <a:pt x="0" y="252"/>
                  </a:cubicBezTo>
                  <a:cubicBezTo>
                    <a:pt x="0" y="395"/>
                    <a:pt x="114" y="503"/>
                    <a:pt x="251" y="503"/>
                  </a:cubicBezTo>
                  <a:cubicBezTo>
                    <a:pt x="387" y="503"/>
                    <a:pt x="501" y="395"/>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11"/>
            <p:cNvSpPr/>
            <p:nvPr/>
          </p:nvSpPr>
          <p:spPr>
            <a:xfrm>
              <a:off x="951850" y="4503975"/>
              <a:ext cx="12600" cy="12600"/>
            </a:xfrm>
            <a:custGeom>
              <a:avLst/>
              <a:gdLst/>
              <a:ahLst/>
              <a:cxnLst/>
              <a:rect l="l" t="t" r="r" b="b"/>
              <a:pathLst>
                <a:path w="504" h="504" extrusionOk="0">
                  <a:moveTo>
                    <a:pt x="252" y="1"/>
                  </a:moveTo>
                  <a:cubicBezTo>
                    <a:pt x="116" y="1"/>
                    <a:pt x="1" y="116"/>
                    <a:pt x="1" y="252"/>
                  </a:cubicBezTo>
                  <a:cubicBezTo>
                    <a:pt x="1" y="395"/>
                    <a:pt x="116" y="503"/>
                    <a:pt x="252" y="503"/>
                  </a:cubicBezTo>
                  <a:cubicBezTo>
                    <a:pt x="388" y="503"/>
                    <a:pt x="503" y="395"/>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11"/>
            <p:cNvSpPr/>
            <p:nvPr/>
          </p:nvSpPr>
          <p:spPr>
            <a:xfrm>
              <a:off x="1043825" y="4503975"/>
              <a:ext cx="12375" cy="12600"/>
            </a:xfrm>
            <a:custGeom>
              <a:avLst/>
              <a:gdLst/>
              <a:ahLst/>
              <a:cxnLst/>
              <a:rect l="l" t="t" r="r" b="b"/>
              <a:pathLst>
                <a:path w="495" h="504" extrusionOk="0">
                  <a:moveTo>
                    <a:pt x="250" y="1"/>
                  </a:moveTo>
                  <a:cubicBezTo>
                    <a:pt x="107" y="1"/>
                    <a:pt x="0" y="116"/>
                    <a:pt x="0" y="252"/>
                  </a:cubicBezTo>
                  <a:cubicBezTo>
                    <a:pt x="0" y="395"/>
                    <a:pt x="107" y="503"/>
                    <a:pt x="250" y="503"/>
                  </a:cubicBezTo>
                  <a:cubicBezTo>
                    <a:pt x="388" y="503"/>
                    <a:pt x="494" y="395"/>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11"/>
            <p:cNvSpPr/>
            <p:nvPr/>
          </p:nvSpPr>
          <p:spPr>
            <a:xfrm>
              <a:off x="1135575" y="4503975"/>
              <a:ext cx="12575" cy="12600"/>
            </a:xfrm>
            <a:custGeom>
              <a:avLst/>
              <a:gdLst/>
              <a:ahLst/>
              <a:cxnLst/>
              <a:rect l="l" t="t" r="r" b="b"/>
              <a:pathLst>
                <a:path w="503" h="504" extrusionOk="0">
                  <a:moveTo>
                    <a:pt x="252" y="1"/>
                  </a:moveTo>
                  <a:cubicBezTo>
                    <a:pt x="116" y="1"/>
                    <a:pt x="0" y="116"/>
                    <a:pt x="0" y="252"/>
                  </a:cubicBezTo>
                  <a:cubicBezTo>
                    <a:pt x="0" y="395"/>
                    <a:pt x="116" y="503"/>
                    <a:pt x="252" y="503"/>
                  </a:cubicBezTo>
                  <a:cubicBezTo>
                    <a:pt x="387" y="503"/>
                    <a:pt x="503" y="395"/>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11"/>
            <p:cNvSpPr/>
            <p:nvPr/>
          </p:nvSpPr>
          <p:spPr>
            <a:xfrm>
              <a:off x="1227500" y="4503975"/>
              <a:ext cx="12400" cy="12600"/>
            </a:xfrm>
            <a:custGeom>
              <a:avLst/>
              <a:gdLst/>
              <a:ahLst/>
              <a:cxnLst/>
              <a:rect l="l" t="t" r="r" b="b"/>
              <a:pathLst>
                <a:path w="496" h="504" extrusionOk="0">
                  <a:moveTo>
                    <a:pt x="251" y="1"/>
                  </a:moveTo>
                  <a:cubicBezTo>
                    <a:pt x="109" y="1"/>
                    <a:pt x="0" y="116"/>
                    <a:pt x="0" y="252"/>
                  </a:cubicBezTo>
                  <a:cubicBezTo>
                    <a:pt x="0" y="395"/>
                    <a:pt x="109" y="503"/>
                    <a:pt x="251" y="503"/>
                  </a:cubicBezTo>
                  <a:cubicBezTo>
                    <a:pt x="387" y="503"/>
                    <a:pt x="496" y="395"/>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11"/>
            <p:cNvSpPr/>
            <p:nvPr/>
          </p:nvSpPr>
          <p:spPr>
            <a:xfrm>
              <a:off x="1319275" y="4503975"/>
              <a:ext cx="12550" cy="12600"/>
            </a:xfrm>
            <a:custGeom>
              <a:avLst/>
              <a:gdLst/>
              <a:ahLst/>
              <a:cxnLst/>
              <a:rect l="l" t="t" r="r" b="b"/>
              <a:pathLst>
                <a:path w="502" h="504" extrusionOk="0">
                  <a:moveTo>
                    <a:pt x="252" y="1"/>
                  </a:moveTo>
                  <a:cubicBezTo>
                    <a:pt x="114" y="1"/>
                    <a:pt x="1" y="116"/>
                    <a:pt x="1" y="252"/>
                  </a:cubicBezTo>
                  <a:cubicBezTo>
                    <a:pt x="1" y="395"/>
                    <a:pt x="114" y="503"/>
                    <a:pt x="252" y="503"/>
                  </a:cubicBezTo>
                  <a:cubicBezTo>
                    <a:pt x="388" y="503"/>
                    <a:pt x="501" y="395"/>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11"/>
            <p:cNvSpPr/>
            <p:nvPr/>
          </p:nvSpPr>
          <p:spPr>
            <a:xfrm>
              <a:off x="1411200" y="4503975"/>
              <a:ext cx="12425" cy="12600"/>
            </a:xfrm>
            <a:custGeom>
              <a:avLst/>
              <a:gdLst/>
              <a:ahLst/>
              <a:cxnLst/>
              <a:rect l="l" t="t" r="r" b="b"/>
              <a:pathLst>
                <a:path w="497" h="504" extrusionOk="0">
                  <a:moveTo>
                    <a:pt x="245" y="1"/>
                  </a:moveTo>
                  <a:cubicBezTo>
                    <a:pt x="109" y="1"/>
                    <a:pt x="1" y="116"/>
                    <a:pt x="1" y="252"/>
                  </a:cubicBezTo>
                  <a:cubicBezTo>
                    <a:pt x="1" y="395"/>
                    <a:pt x="109" y="503"/>
                    <a:pt x="245" y="503"/>
                  </a:cubicBezTo>
                  <a:cubicBezTo>
                    <a:pt x="388" y="503"/>
                    <a:pt x="496" y="395"/>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11"/>
            <p:cNvSpPr/>
            <p:nvPr/>
          </p:nvSpPr>
          <p:spPr>
            <a:xfrm>
              <a:off x="1503000" y="4503975"/>
              <a:ext cx="12525" cy="12600"/>
            </a:xfrm>
            <a:custGeom>
              <a:avLst/>
              <a:gdLst/>
              <a:ahLst/>
              <a:cxnLst/>
              <a:rect l="l" t="t" r="r" b="b"/>
              <a:pathLst>
                <a:path w="501" h="504" extrusionOk="0">
                  <a:moveTo>
                    <a:pt x="250" y="1"/>
                  </a:moveTo>
                  <a:cubicBezTo>
                    <a:pt x="114" y="1"/>
                    <a:pt x="0" y="116"/>
                    <a:pt x="0" y="252"/>
                  </a:cubicBezTo>
                  <a:cubicBezTo>
                    <a:pt x="0" y="395"/>
                    <a:pt x="114" y="503"/>
                    <a:pt x="250" y="503"/>
                  </a:cubicBezTo>
                  <a:cubicBezTo>
                    <a:pt x="387" y="503"/>
                    <a:pt x="501" y="395"/>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11"/>
            <p:cNvSpPr/>
            <p:nvPr/>
          </p:nvSpPr>
          <p:spPr>
            <a:xfrm>
              <a:off x="1594750" y="4503975"/>
              <a:ext cx="12575" cy="12600"/>
            </a:xfrm>
            <a:custGeom>
              <a:avLst/>
              <a:gdLst/>
              <a:ahLst/>
              <a:cxnLst/>
              <a:rect l="l" t="t" r="r" b="b"/>
              <a:pathLst>
                <a:path w="503" h="504" extrusionOk="0">
                  <a:moveTo>
                    <a:pt x="251" y="1"/>
                  </a:moveTo>
                  <a:cubicBezTo>
                    <a:pt x="115" y="1"/>
                    <a:pt x="0" y="116"/>
                    <a:pt x="0" y="252"/>
                  </a:cubicBezTo>
                  <a:cubicBezTo>
                    <a:pt x="0" y="395"/>
                    <a:pt x="115" y="503"/>
                    <a:pt x="251" y="503"/>
                  </a:cubicBezTo>
                  <a:cubicBezTo>
                    <a:pt x="394" y="503"/>
                    <a:pt x="503" y="395"/>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11"/>
            <p:cNvSpPr/>
            <p:nvPr/>
          </p:nvSpPr>
          <p:spPr>
            <a:xfrm>
              <a:off x="1686650" y="4503975"/>
              <a:ext cx="12600" cy="12600"/>
            </a:xfrm>
            <a:custGeom>
              <a:avLst/>
              <a:gdLst/>
              <a:ahLst/>
              <a:cxnLst/>
              <a:rect l="l" t="t" r="r" b="b"/>
              <a:pathLst>
                <a:path w="504" h="504" extrusionOk="0">
                  <a:moveTo>
                    <a:pt x="252" y="1"/>
                  </a:moveTo>
                  <a:cubicBezTo>
                    <a:pt x="116" y="1"/>
                    <a:pt x="1" y="116"/>
                    <a:pt x="1" y="252"/>
                  </a:cubicBezTo>
                  <a:cubicBezTo>
                    <a:pt x="1" y="395"/>
                    <a:pt x="116" y="503"/>
                    <a:pt x="252" y="503"/>
                  </a:cubicBezTo>
                  <a:cubicBezTo>
                    <a:pt x="388" y="503"/>
                    <a:pt x="503" y="395"/>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11"/>
            <p:cNvSpPr/>
            <p:nvPr/>
          </p:nvSpPr>
          <p:spPr>
            <a:xfrm>
              <a:off x="1778450" y="4503975"/>
              <a:ext cx="12550" cy="12600"/>
            </a:xfrm>
            <a:custGeom>
              <a:avLst/>
              <a:gdLst/>
              <a:ahLst/>
              <a:cxnLst/>
              <a:rect l="l" t="t" r="r" b="b"/>
              <a:pathLst>
                <a:path w="502" h="504" extrusionOk="0">
                  <a:moveTo>
                    <a:pt x="252" y="1"/>
                  </a:moveTo>
                  <a:cubicBezTo>
                    <a:pt x="114" y="1"/>
                    <a:pt x="1" y="116"/>
                    <a:pt x="1" y="252"/>
                  </a:cubicBezTo>
                  <a:cubicBezTo>
                    <a:pt x="1" y="395"/>
                    <a:pt x="114" y="503"/>
                    <a:pt x="252" y="503"/>
                  </a:cubicBezTo>
                  <a:cubicBezTo>
                    <a:pt x="388" y="503"/>
                    <a:pt x="501" y="395"/>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11"/>
            <p:cNvSpPr/>
            <p:nvPr/>
          </p:nvSpPr>
          <p:spPr>
            <a:xfrm>
              <a:off x="1870375" y="4503975"/>
              <a:ext cx="12400" cy="12600"/>
            </a:xfrm>
            <a:custGeom>
              <a:avLst/>
              <a:gdLst/>
              <a:ahLst/>
              <a:cxnLst/>
              <a:rect l="l" t="t" r="r" b="b"/>
              <a:pathLst>
                <a:path w="496" h="504" extrusionOk="0">
                  <a:moveTo>
                    <a:pt x="252" y="1"/>
                  </a:moveTo>
                  <a:cubicBezTo>
                    <a:pt x="109" y="1"/>
                    <a:pt x="0" y="116"/>
                    <a:pt x="0" y="252"/>
                  </a:cubicBezTo>
                  <a:cubicBezTo>
                    <a:pt x="0" y="395"/>
                    <a:pt x="109" y="503"/>
                    <a:pt x="252" y="503"/>
                  </a:cubicBezTo>
                  <a:cubicBezTo>
                    <a:pt x="387" y="503"/>
                    <a:pt x="496" y="395"/>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11"/>
            <p:cNvSpPr/>
            <p:nvPr/>
          </p:nvSpPr>
          <p:spPr>
            <a:xfrm>
              <a:off x="1962150" y="4503975"/>
              <a:ext cx="12550" cy="12600"/>
            </a:xfrm>
            <a:custGeom>
              <a:avLst/>
              <a:gdLst/>
              <a:ahLst/>
              <a:cxnLst/>
              <a:rect l="l" t="t" r="r" b="b"/>
              <a:pathLst>
                <a:path w="502" h="504" extrusionOk="0">
                  <a:moveTo>
                    <a:pt x="250" y="1"/>
                  </a:moveTo>
                  <a:cubicBezTo>
                    <a:pt x="114" y="1"/>
                    <a:pt x="1" y="116"/>
                    <a:pt x="1" y="252"/>
                  </a:cubicBezTo>
                  <a:cubicBezTo>
                    <a:pt x="1" y="395"/>
                    <a:pt x="114" y="503"/>
                    <a:pt x="250" y="503"/>
                  </a:cubicBezTo>
                  <a:cubicBezTo>
                    <a:pt x="388" y="503"/>
                    <a:pt x="502" y="395"/>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11"/>
            <p:cNvSpPr/>
            <p:nvPr/>
          </p:nvSpPr>
          <p:spPr>
            <a:xfrm>
              <a:off x="2054075" y="4503975"/>
              <a:ext cx="12425" cy="12600"/>
            </a:xfrm>
            <a:custGeom>
              <a:avLst/>
              <a:gdLst/>
              <a:ahLst/>
              <a:cxnLst/>
              <a:rect l="l" t="t" r="r" b="b"/>
              <a:pathLst>
                <a:path w="497" h="504" extrusionOk="0">
                  <a:moveTo>
                    <a:pt x="252" y="1"/>
                  </a:moveTo>
                  <a:cubicBezTo>
                    <a:pt x="109" y="1"/>
                    <a:pt x="1" y="116"/>
                    <a:pt x="1" y="252"/>
                  </a:cubicBezTo>
                  <a:cubicBezTo>
                    <a:pt x="1" y="395"/>
                    <a:pt x="109" y="503"/>
                    <a:pt x="252" y="503"/>
                  </a:cubicBezTo>
                  <a:cubicBezTo>
                    <a:pt x="388" y="503"/>
                    <a:pt x="496" y="395"/>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11"/>
            <p:cNvSpPr/>
            <p:nvPr/>
          </p:nvSpPr>
          <p:spPr>
            <a:xfrm>
              <a:off x="2145825" y="4503975"/>
              <a:ext cx="12600" cy="12600"/>
            </a:xfrm>
            <a:custGeom>
              <a:avLst/>
              <a:gdLst/>
              <a:ahLst/>
              <a:cxnLst/>
              <a:rect l="l" t="t" r="r" b="b"/>
              <a:pathLst>
                <a:path w="504" h="504" extrusionOk="0">
                  <a:moveTo>
                    <a:pt x="252" y="1"/>
                  </a:moveTo>
                  <a:cubicBezTo>
                    <a:pt x="116" y="1"/>
                    <a:pt x="1" y="116"/>
                    <a:pt x="1" y="252"/>
                  </a:cubicBezTo>
                  <a:cubicBezTo>
                    <a:pt x="1" y="395"/>
                    <a:pt x="116" y="503"/>
                    <a:pt x="252" y="503"/>
                  </a:cubicBezTo>
                  <a:cubicBezTo>
                    <a:pt x="388" y="503"/>
                    <a:pt x="503" y="395"/>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11"/>
            <p:cNvSpPr/>
            <p:nvPr/>
          </p:nvSpPr>
          <p:spPr>
            <a:xfrm>
              <a:off x="2237800" y="4503975"/>
              <a:ext cx="12350" cy="12600"/>
            </a:xfrm>
            <a:custGeom>
              <a:avLst/>
              <a:gdLst/>
              <a:ahLst/>
              <a:cxnLst/>
              <a:rect l="l" t="t" r="r" b="b"/>
              <a:pathLst>
                <a:path w="494" h="504" extrusionOk="0">
                  <a:moveTo>
                    <a:pt x="244" y="1"/>
                  </a:moveTo>
                  <a:cubicBezTo>
                    <a:pt x="107" y="1"/>
                    <a:pt x="0" y="116"/>
                    <a:pt x="0" y="252"/>
                  </a:cubicBezTo>
                  <a:cubicBezTo>
                    <a:pt x="0" y="395"/>
                    <a:pt x="107" y="503"/>
                    <a:pt x="244" y="503"/>
                  </a:cubicBezTo>
                  <a:cubicBezTo>
                    <a:pt x="387" y="503"/>
                    <a:pt x="494" y="395"/>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11"/>
            <p:cNvSpPr/>
            <p:nvPr/>
          </p:nvSpPr>
          <p:spPr>
            <a:xfrm>
              <a:off x="2329550" y="4503975"/>
              <a:ext cx="12575" cy="12600"/>
            </a:xfrm>
            <a:custGeom>
              <a:avLst/>
              <a:gdLst/>
              <a:ahLst/>
              <a:cxnLst/>
              <a:rect l="l" t="t" r="r" b="b"/>
              <a:pathLst>
                <a:path w="503" h="504" extrusionOk="0">
                  <a:moveTo>
                    <a:pt x="251" y="1"/>
                  </a:moveTo>
                  <a:cubicBezTo>
                    <a:pt x="115" y="1"/>
                    <a:pt x="0" y="116"/>
                    <a:pt x="0" y="252"/>
                  </a:cubicBezTo>
                  <a:cubicBezTo>
                    <a:pt x="0" y="395"/>
                    <a:pt x="115" y="503"/>
                    <a:pt x="251" y="503"/>
                  </a:cubicBezTo>
                  <a:cubicBezTo>
                    <a:pt x="387" y="503"/>
                    <a:pt x="502" y="395"/>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11"/>
            <p:cNvSpPr/>
            <p:nvPr/>
          </p:nvSpPr>
          <p:spPr>
            <a:xfrm>
              <a:off x="2421325" y="4503975"/>
              <a:ext cx="12550" cy="12600"/>
            </a:xfrm>
            <a:custGeom>
              <a:avLst/>
              <a:gdLst/>
              <a:ahLst/>
              <a:cxnLst/>
              <a:rect l="l" t="t" r="r" b="b"/>
              <a:pathLst>
                <a:path w="502" h="504" extrusionOk="0">
                  <a:moveTo>
                    <a:pt x="250" y="1"/>
                  </a:moveTo>
                  <a:cubicBezTo>
                    <a:pt x="114" y="1"/>
                    <a:pt x="1" y="116"/>
                    <a:pt x="1" y="252"/>
                  </a:cubicBezTo>
                  <a:cubicBezTo>
                    <a:pt x="1" y="395"/>
                    <a:pt x="114" y="503"/>
                    <a:pt x="250" y="503"/>
                  </a:cubicBezTo>
                  <a:cubicBezTo>
                    <a:pt x="395" y="503"/>
                    <a:pt x="501" y="395"/>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11"/>
            <p:cNvSpPr/>
            <p:nvPr/>
          </p:nvSpPr>
          <p:spPr>
            <a:xfrm>
              <a:off x="2513250" y="4503975"/>
              <a:ext cx="12575" cy="12600"/>
            </a:xfrm>
            <a:custGeom>
              <a:avLst/>
              <a:gdLst/>
              <a:ahLst/>
              <a:cxnLst/>
              <a:rect l="l" t="t" r="r" b="b"/>
              <a:pathLst>
                <a:path w="503" h="504" extrusionOk="0">
                  <a:moveTo>
                    <a:pt x="252" y="1"/>
                  </a:moveTo>
                  <a:cubicBezTo>
                    <a:pt x="109" y="1"/>
                    <a:pt x="0" y="116"/>
                    <a:pt x="0" y="252"/>
                  </a:cubicBezTo>
                  <a:cubicBezTo>
                    <a:pt x="0" y="395"/>
                    <a:pt x="109" y="503"/>
                    <a:pt x="252" y="503"/>
                  </a:cubicBezTo>
                  <a:cubicBezTo>
                    <a:pt x="388" y="503"/>
                    <a:pt x="503" y="395"/>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11"/>
            <p:cNvSpPr/>
            <p:nvPr/>
          </p:nvSpPr>
          <p:spPr>
            <a:xfrm>
              <a:off x="2605000" y="4503975"/>
              <a:ext cx="12575" cy="12600"/>
            </a:xfrm>
            <a:custGeom>
              <a:avLst/>
              <a:gdLst/>
              <a:ahLst/>
              <a:cxnLst/>
              <a:rect l="l" t="t" r="r" b="b"/>
              <a:pathLst>
                <a:path w="503" h="504" extrusionOk="0">
                  <a:moveTo>
                    <a:pt x="252" y="1"/>
                  </a:moveTo>
                  <a:cubicBezTo>
                    <a:pt x="116" y="1"/>
                    <a:pt x="0" y="116"/>
                    <a:pt x="0" y="252"/>
                  </a:cubicBezTo>
                  <a:cubicBezTo>
                    <a:pt x="0" y="395"/>
                    <a:pt x="116" y="503"/>
                    <a:pt x="252" y="503"/>
                  </a:cubicBezTo>
                  <a:cubicBezTo>
                    <a:pt x="387" y="503"/>
                    <a:pt x="503" y="395"/>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11"/>
            <p:cNvSpPr/>
            <p:nvPr/>
          </p:nvSpPr>
          <p:spPr>
            <a:xfrm>
              <a:off x="2696950" y="4503975"/>
              <a:ext cx="12375" cy="12600"/>
            </a:xfrm>
            <a:custGeom>
              <a:avLst/>
              <a:gdLst/>
              <a:ahLst/>
              <a:cxnLst/>
              <a:rect l="l" t="t" r="r" b="b"/>
              <a:pathLst>
                <a:path w="495" h="504" extrusionOk="0">
                  <a:moveTo>
                    <a:pt x="252" y="1"/>
                  </a:moveTo>
                  <a:cubicBezTo>
                    <a:pt x="108" y="1"/>
                    <a:pt x="1" y="116"/>
                    <a:pt x="1" y="252"/>
                  </a:cubicBezTo>
                  <a:cubicBezTo>
                    <a:pt x="1" y="395"/>
                    <a:pt x="108" y="503"/>
                    <a:pt x="252" y="503"/>
                  </a:cubicBezTo>
                  <a:cubicBezTo>
                    <a:pt x="388" y="503"/>
                    <a:pt x="495" y="395"/>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11"/>
            <p:cNvSpPr/>
            <p:nvPr/>
          </p:nvSpPr>
          <p:spPr>
            <a:xfrm>
              <a:off x="2788700" y="4503975"/>
              <a:ext cx="12600" cy="12600"/>
            </a:xfrm>
            <a:custGeom>
              <a:avLst/>
              <a:gdLst/>
              <a:ahLst/>
              <a:cxnLst/>
              <a:rect l="l" t="t" r="r" b="b"/>
              <a:pathLst>
                <a:path w="504" h="504" extrusionOk="0">
                  <a:moveTo>
                    <a:pt x="252" y="1"/>
                  </a:moveTo>
                  <a:cubicBezTo>
                    <a:pt x="116" y="1"/>
                    <a:pt x="1" y="116"/>
                    <a:pt x="1" y="252"/>
                  </a:cubicBezTo>
                  <a:cubicBezTo>
                    <a:pt x="1" y="395"/>
                    <a:pt x="116" y="503"/>
                    <a:pt x="252" y="503"/>
                  </a:cubicBezTo>
                  <a:cubicBezTo>
                    <a:pt x="388" y="503"/>
                    <a:pt x="503" y="395"/>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11"/>
            <p:cNvSpPr/>
            <p:nvPr/>
          </p:nvSpPr>
          <p:spPr>
            <a:xfrm>
              <a:off x="2880675" y="4503975"/>
              <a:ext cx="12375" cy="12600"/>
            </a:xfrm>
            <a:custGeom>
              <a:avLst/>
              <a:gdLst/>
              <a:ahLst/>
              <a:cxnLst/>
              <a:rect l="l" t="t" r="r" b="b"/>
              <a:pathLst>
                <a:path w="495" h="504" extrusionOk="0">
                  <a:moveTo>
                    <a:pt x="243" y="1"/>
                  </a:moveTo>
                  <a:cubicBezTo>
                    <a:pt x="107" y="1"/>
                    <a:pt x="0" y="116"/>
                    <a:pt x="0" y="252"/>
                  </a:cubicBezTo>
                  <a:cubicBezTo>
                    <a:pt x="0" y="395"/>
                    <a:pt x="107" y="503"/>
                    <a:pt x="243" y="503"/>
                  </a:cubicBezTo>
                  <a:cubicBezTo>
                    <a:pt x="387" y="503"/>
                    <a:pt x="494" y="395"/>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11"/>
            <p:cNvSpPr/>
            <p:nvPr/>
          </p:nvSpPr>
          <p:spPr>
            <a:xfrm>
              <a:off x="2972425" y="4503975"/>
              <a:ext cx="12575" cy="12600"/>
            </a:xfrm>
            <a:custGeom>
              <a:avLst/>
              <a:gdLst/>
              <a:ahLst/>
              <a:cxnLst/>
              <a:rect l="l" t="t" r="r" b="b"/>
              <a:pathLst>
                <a:path w="503" h="504" extrusionOk="0">
                  <a:moveTo>
                    <a:pt x="251" y="1"/>
                  </a:moveTo>
                  <a:cubicBezTo>
                    <a:pt x="115" y="1"/>
                    <a:pt x="0" y="116"/>
                    <a:pt x="0" y="252"/>
                  </a:cubicBezTo>
                  <a:cubicBezTo>
                    <a:pt x="0" y="395"/>
                    <a:pt x="115" y="503"/>
                    <a:pt x="251" y="503"/>
                  </a:cubicBezTo>
                  <a:cubicBezTo>
                    <a:pt x="387" y="503"/>
                    <a:pt x="503" y="395"/>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11"/>
            <p:cNvSpPr/>
            <p:nvPr/>
          </p:nvSpPr>
          <p:spPr>
            <a:xfrm>
              <a:off x="3064375" y="4503975"/>
              <a:ext cx="12375" cy="12600"/>
            </a:xfrm>
            <a:custGeom>
              <a:avLst/>
              <a:gdLst/>
              <a:ahLst/>
              <a:cxnLst/>
              <a:rect l="l" t="t" r="r" b="b"/>
              <a:pathLst>
                <a:path w="495" h="504" extrusionOk="0">
                  <a:moveTo>
                    <a:pt x="243" y="1"/>
                  </a:moveTo>
                  <a:cubicBezTo>
                    <a:pt x="107" y="1"/>
                    <a:pt x="1" y="116"/>
                    <a:pt x="1" y="252"/>
                  </a:cubicBezTo>
                  <a:cubicBezTo>
                    <a:pt x="1" y="395"/>
                    <a:pt x="107" y="503"/>
                    <a:pt x="243" y="503"/>
                  </a:cubicBezTo>
                  <a:cubicBezTo>
                    <a:pt x="388" y="503"/>
                    <a:pt x="495" y="395"/>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11"/>
            <p:cNvSpPr/>
            <p:nvPr/>
          </p:nvSpPr>
          <p:spPr>
            <a:xfrm>
              <a:off x="3156125" y="4503975"/>
              <a:ext cx="12600" cy="12600"/>
            </a:xfrm>
            <a:custGeom>
              <a:avLst/>
              <a:gdLst/>
              <a:ahLst/>
              <a:cxnLst/>
              <a:rect l="l" t="t" r="r" b="b"/>
              <a:pathLst>
                <a:path w="504" h="504" extrusionOk="0">
                  <a:moveTo>
                    <a:pt x="252" y="1"/>
                  </a:moveTo>
                  <a:cubicBezTo>
                    <a:pt x="116" y="1"/>
                    <a:pt x="1" y="116"/>
                    <a:pt x="1" y="252"/>
                  </a:cubicBezTo>
                  <a:cubicBezTo>
                    <a:pt x="1" y="395"/>
                    <a:pt x="116" y="503"/>
                    <a:pt x="252" y="503"/>
                  </a:cubicBezTo>
                  <a:cubicBezTo>
                    <a:pt x="388" y="503"/>
                    <a:pt x="503" y="395"/>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11"/>
            <p:cNvSpPr/>
            <p:nvPr/>
          </p:nvSpPr>
          <p:spPr>
            <a:xfrm>
              <a:off x="3247875" y="4503975"/>
              <a:ext cx="12575" cy="12600"/>
            </a:xfrm>
            <a:custGeom>
              <a:avLst/>
              <a:gdLst/>
              <a:ahLst/>
              <a:cxnLst/>
              <a:rect l="l" t="t" r="r" b="b"/>
              <a:pathLst>
                <a:path w="503" h="504" extrusionOk="0">
                  <a:moveTo>
                    <a:pt x="252" y="1"/>
                  </a:moveTo>
                  <a:cubicBezTo>
                    <a:pt x="116" y="1"/>
                    <a:pt x="1" y="116"/>
                    <a:pt x="1" y="252"/>
                  </a:cubicBezTo>
                  <a:cubicBezTo>
                    <a:pt x="1" y="395"/>
                    <a:pt x="116" y="503"/>
                    <a:pt x="252" y="503"/>
                  </a:cubicBezTo>
                  <a:cubicBezTo>
                    <a:pt x="388" y="503"/>
                    <a:pt x="503" y="395"/>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11"/>
            <p:cNvSpPr/>
            <p:nvPr/>
          </p:nvSpPr>
          <p:spPr>
            <a:xfrm>
              <a:off x="3339850" y="4503975"/>
              <a:ext cx="12525" cy="12600"/>
            </a:xfrm>
            <a:custGeom>
              <a:avLst/>
              <a:gdLst/>
              <a:ahLst/>
              <a:cxnLst/>
              <a:rect l="l" t="t" r="r" b="b"/>
              <a:pathLst>
                <a:path w="501" h="504" extrusionOk="0">
                  <a:moveTo>
                    <a:pt x="251" y="1"/>
                  </a:moveTo>
                  <a:cubicBezTo>
                    <a:pt x="107" y="1"/>
                    <a:pt x="0" y="116"/>
                    <a:pt x="0" y="252"/>
                  </a:cubicBezTo>
                  <a:cubicBezTo>
                    <a:pt x="0" y="395"/>
                    <a:pt x="107" y="503"/>
                    <a:pt x="251" y="503"/>
                  </a:cubicBezTo>
                  <a:cubicBezTo>
                    <a:pt x="387" y="503"/>
                    <a:pt x="501" y="395"/>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11"/>
            <p:cNvSpPr/>
            <p:nvPr/>
          </p:nvSpPr>
          <p:spPr>
            <a:xfrm>
              <a:off x="3431575" y="4503975"/>
              <a:ext cx="12600" cy="12600"/>
            </a:xfrm>
            <a:custGeom>
              <a:avLst/>
              <a:gdLst/>
              <a:ahLst/>
              <a:cxnLst/>
              <a:rect l="l" t="t" r="r" b="b"/>
              <a:pathLst>
                <a:path w="504" h="504" extrusionOk="0">
                  <a:moveTo>
                    <a:pt x="252" y="1"/>
                  </a:moveTo>
                  <a:cubicBezTo>
                    <a:pt x="116" y="1"/>
                    <a:pt x="1" y="116"/>
                    <a:pt x="1" y="252"/>
                  </a:cubicBezTo>
                  <a:cubicBezTo>
                    <a:pt x="1" y="395"/>
                    <a:pt x="116" y="503"/>
                    <a:pt x="252" y="503"/>
                  </a:cubicBezTo>
                  <a:cubicBezTo>
                    <a:pt x="388" y="503"/>
                    <a:pt x="503" y="395"/>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11"/>
            <p:cNvSpPr/>
            <p:nvPr/>
          </p:nvSpPr>
          <p:spPr>
            <a:xfrm>
              <a:off x="3523550" y="4503975"/>
              <a:ext cx="12375" cy="12600"/>
            </a:xfrm>
            <a:custGeom>
              <a:avLst/>
              <a:gdLst/>
              <a:ahLst/>
              <a:cxnLst/>
              <a:rect l="l" t="t" r="r" b="b"/>
              <a:pathLst>
                <a:path w="495" h="504" extrusionOk="0">
                  <a:moveTo>
                    <a:pt x="250" y="1"/>
                  </a:moveTo>
                  <a:cubicBezTo>
                    <a:pt x="107" y="1"/>
                    <a:pt x="0" y="116"/>
                    <a:pt x="0" y="252"/>
                  </a:cubicBezTo>
                  <a:cubicBezTo>
                    <a:pt x="0" y="395"/>
                    <a:pt x="107" y="503"/>
                    <a:pt x="250" y="503"/>
                  </a:cubicBezTo>
                  <a:cubicBezTo>
                    <a:pt x="388" y="503"/>
                    <a:pt x="494" y="395"/>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11"/>
            <p:cNvSpPr/>
            <p:nvPr/>
          </p:nvSpPr>
          <p:spPr>
            <a:xfrm>
              <a:off x="676400" y="4595950"/>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11"/>
            <p:cNvSpPr/>
            <p:nvPr/>
          </p:nvSpPr>
          <p:spPr>
            <a:xfrm>
              <a:off x="768325" y="4595950"/>
              <a:ext cx="12400" cy="12525"/>
            </a:xfrm>
            <a:custGeom>
              <a:avLst/>
              <a:gdLst/>
              <a:ahLst/>
              <a:cxnLst/>
              <a:rect l="l" t="t" r="r" b="b"/>
              <a:pathLst>
                <a:path w="496" h="501" extrusionOk="0">
                  <a:moveTo>
                    <a:pt x="245" y="0"/>
                  </a:moveTo>
                  <a:cubicBezTo>
                    <a:pt x="109" y="0"/>
                    <a:pt x="0" y="114"/>
                    <a:pt x="0" y="250"/>
                  </a:cubicBezTo>
                  <a:cubicBezTo>
                    <a:pt x="0" y="387"/>
                    <a:pt x="109" y="501"/>
                    <a:pt x="245" y="501"/>
                  </a:cubicBezTo>
                  <a:cubicBezTo>
                    <a:pt x="388" y="501"/>
                    <a:pt x="496" y="387"/>
                    <a:pt x="496" y="250"/>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11"/>
            <p:cNvSpPr/>
            <p:nvPr/>
          </p:nvSpPr>
          <p:spPr>
            <a:xfrm>
              <a:off x="860125" y="4595950"/>
              <a:ext cx="12525" cy="12525"/>
            </a:xfrm>
            <a:custGeom>
              <a:avLst/>
              <a:gdLst/>
              <a:ahLst/>
              <a:cxnLst/>
              <a:rect l="l" t="t" r="r" b="b"/>
              <a:pathLst>
                <a:path w="501" h="501" extrusionOk="0">
                  <a:moveTo>
                    <a:pt x="251" y="0"/>
                  </a:moveTo>
                  <a:cubicBezTo>
                    <a:pt x="114" y="0"/>
                    <a:pt x="0" y="114"/>
                    <a:pt x="0" y="250"/>
                  </a:cubicBezTo>
                  <a:cubicBezTo>
                    <a:pt x="0" y="387"/>
                    <a:pt x="114" y="501"/>
                    <a:pt x="251" y="501"/>
                  </a:cubicBezTo>
                  <a:cubicBezTo>
                    <a:pt x="387" y="501"/>
                    <a:pt x="501" y="387"/>
                    <a:pt x="501" y="250"/>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11"/>
            <p:cNvSpPr/>
            <p:nvPr/>
          </p:nvSpPr>
          <p:spPr>
            <a:xfrm>
              <a:off x="951850" y="4595950"/>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11"/>
            <p:cNvSpPr/>
            <p:nvPr/>
          </p:nvSpPr>
          <p:spPr>
            <a:xfrm>
              <a:off x="1043825" y="4595950"/>
              <a:ext cx="12375" cy="12525"/>
            </a:xfrm>
            <a:custGeom>
              <a:avLst/>
              <a:gdLst/>
              <a:ahLst/>
              <a:cxnLst/>
              <a:rect l="l" t="t" r="r" b="b"/>
              <a:pathLst>
                <a:path w="495" h="501" extrusionOk="0">
                  <a:moveTo>
                    <a:pt x="250" y="0"/>
                  </a:moveTo>
                  <a:cubicBezTo>
                    <a:pt x="107" y="0"/>
                    <a:pt x="0" y="114"/>
                    <a:pt x="0" y="250"/>
                  </a:cubicBezTo>
                  <a:cubicBezTo>
                    <a:pt x="0" y="387"/>
                    <a:pt x="107" y="501"/>
                    <a:pt x="250" y="501"/>
                  </a:cubicBezTo>
                  <a:cubicBezTo>
                    <a:pt x="388" y="501"/>
                    <a:pt x="494" y="387"/>
                    <a:pt x="494" y="250"/>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11"/>
            <p:cNvSpPr/>
            <p:nvPr/>
          </p:nvSpPr>
          <p:spPr>
            <a:xfrm>
              <a:off x="1135575" y="4595950"/>
              <a:ext cx="12575" cy="12525"/>
            </a:xfrm>
            <a:custGeom>
              <a:avLst/>
              <a:gdLst/>
              <a:ahLst/>
              <a:cxnLst/>
              <a:rect l="l" t="t" r="r" b="b"/>
              <a:pathLst>
                <a:path w="503" h="501" extrusionOk="0">
                  <a:moveTo>
                    <a:pt x="252" y="0"/>
                  </a:moveTo>
                  <a:cubicBezTo>
                    <a:pt x="116" y="0"/>
                    <a:pt x="0" y="114"/>
                    <a:pt x="0" y="250"/>
                  </a:cubicBezTo>
                  <a:cubicBezTo>
                    <a:pt x="0" y="387"/>
                    <a:pt x="116" y="501"/>
                    <a:pt x="252" y="501"/>
                  </a:cubicBezTo>
                  <a:cubicBezTo>
                    <a:pt x="387" y="501"/>
                    <a:pt x="503" y="387"/>
                    <a:pt x="503" y="250"/>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11"/>
            <p:cNvSpPr/>
            <p:nvPr/>
          </p:nvSpPr>
          <p:spPr>
            <a:xfrm>
              <a:off x="1227500" y="4595950"/>
              <a:ext cx="12400" cy="12525"/>
            </a:xfrm>
            <a:custGeom>
              <a:avLst/>
              <a:gdLst/>
              <a:ahLst/>
              <a:cxnLst/>
              <a:rect l="l" t="t" r="r" b="b"/>
              <a:pathLst>
                <a:path w="496" h="501" extrusionOk="0">
                  <a:moveTo>
                    <a:pt x="251" y="0"/>
                  </a:moveTo>
                  <a:cubicBezTo>
                    <a:pt x="109" y="0"/>
                    <a:pt x="0" y="114"/>
                    <a:pt x="0" y="250"/>
                  </a:cubicBezTo>
                  <a:cubicBezTo>
                    <a:pt x="0" y="387"/>
                    <a:pt x="109" y="501"/>
                    <a:pt x="251" y="501"/>
                  </a:cubicBezTo>
                  <a:cubicBezTo>
                    <a:pt x="387" y="501"/>
                    <a:pt x="496" y="387"/>
                    <a:pt x="496" y="250"/>
                  </a:cubicBezTo>
                  <a:cubicBezTo>
                    <a:pt x="496"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11"/>
            <p:cNvSpPr/>
            <p:nvPr/>
          </p:nvSpPr>
          <p:spPr>
            <a:xfrm>
              <a:off x="1319275" y="4595950"/>
              <a:ext cx="12550" cy="12525"/>
            </a:xfrm>
            <a:custGeom>
              <a:avLst/>
              <a:gdLst/>
              <a:ahLst/>
              <a:cxnLst/>
              <a:rect l="l" t="t" r="r" b="b"/>
              <a:pathLst>
                <a:path w="502" h="501" extrusionOk="0">
                  <a:moveTo>
                    <a:pt x="252" y="0"/>
                  </a:moveTo>
                  <a:cubicBezTo>
                    <a:pt x="114" y="0"/>
                    <a:pt x="1" y="114"/>
                    <a:pt x="1" y="250"/>
                  </a:cubicBezTo>
                  <a:cubicBezTo>
                    <a:pt x="1" y="387"/>
                    <a:pt x="114" y="501"/>
                    <a:pt x="252" y="501"/>
                  </a:cubicBezTo>
                  <a:cubicBezTo>
                    <a:pt x="388" y="501"/>
                    <a:pt x="501" y="387"/>
                    <a:pt x="501" y="250"/>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11"/>
            <p:cNvSpPr/>
            <p:nvPr/>
          </p:nvSpPr>
          <p:spPr>
            <a:xfrm>
              <a:off x="1411200" y="4595950"/>
              <a:ext cx="12425" cy="12525"/>
            </a:xfrm>
            <a:custGeom>
              <a:avLst/>
              <a:gdLst/>
              <a:ahLst/>
              <a:cxnLst/>
              <a:rect l="l" t="t" r="r" b="b"/>
              <a:pathLst>
                <a:path w="497" h="501" extrusionOk="0">
                  <a:moveTo>
                    <a:pt x="245" y="0"/>
                  </a:moveTo>
                  <a:cubicBezTo>
                    <a:pt x="109" y="0"/>
                    <a:pt x="1" y="114"/>
                    <a:pt x="1" y="250"/>
                  </a:cubicBezTo>
                  <a:cubicBezTo>
                    <a:pt x="1" y="387"/>
                    <a:pt x="109" y="501"/>
                    <a:pt x="245" y="501"/>
                  </a:cubicBezTo>
                  <a:cubicBezTo>
                    <a:pt x="388" y="501"/>
                    <a:pt x="496" y="387"/>
                    <a:pt x="496" y="250"/>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11"/>
            <p:cNvSpPr/>
            <p:nvPr/>
          </p:nvSpPr>
          <p:spPr>
            <a:xfrm>
              <a:off x="1503000" y="4595950"/>
              <a:ext cx="12525" cy="12525"/>
            </a:xfrm>
            <a:custGeom>
              <a:avLst/>
              <a:gdLst/>
              <a:ahLst/>
              <a:cxnLst/>
              <a:rect l="l" t="t" r="r" b="b"/>
              <a:pathLst>
                <a:path w="501" h="501" extrusionOk="0">
                  <a:moveTo>
                    <a:pt x="250" y="0"/>
                  </a:moveTo>
                  <a:cubicBezTo>
                    <a:pt x="114" y="0"/>
                    <a:pt x="0" y="114"/>
                    <a:pt x="0" y="250"/>
                  </a:cubicBezTo>
                  <a:cubicBezTo>
                    <a:pt x="0" y="387"/>
                    <a:pt x="114" y="501"/>
                    <a:pt x="250" y="501"/>
                  </a:cubicBezTo>
                  <a:cubicBezTo>
                    <a:pt x="387" y="501"/>
                    <a:pt x="501" y="387"/>
                    <a:pt x="501" y="250"/>
                  </a:cubicBezTo>
                  <a:cubicBezTo>
                    <a:pt x="501" y="114"/>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11"/>
            <p:cNvSpPr/>
            <p:nvPr/>
          </p:nvSpPr>
          <p:spPr>
            <a:xfrm>
              <a:off x="1594750" y="4595950"/>
              <a:ext cx="12575" cy="12525"/>
            </a:xfrm>
            <a:custGeom>
              <a:avLst/>
              <a:gdLst/>
              <a:ahLst/>
              <a:cxnLst/>
              <a:rect l="l" t="t" r="r" b="b"/>
              <a:pathLst>
                <a:path w="503" h="501" extrusionOk="0">
                  <a:moveTo>
                    <a:pt x="251" y="0"/>
                  </a:moveTo>
                  <a:cubicBezTo>
                    <a:pt x="115" y="0"/>
                    <a:pt x="0" y="114"/>
                    <a:pt x="0" y="250"/>
                  </a:cubicBezTo>
                  <a:cubicBezTo>
                    <a:pt x="0" y="387"/>
                    <a:pt x="115" y="501"/>
                    <a:pt x="251" y="501"/>
                  </a:cubicBezTo>
                  <a:cubicBezTo>
                    <a:pt x="394" y="501"/>
                    <a:pt x="503" y="387"/>
                    <a:pt x="503" y="250"/>
                  </a:cubicBezTo>
                  <a:cubicBezTo>
                    <a:pt x="503" y="114"/>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11"/>
            <p:cNvSpPr/>
            <p:nvPr/>
          </p:nvSpPr>
          <p:spPr>
            <a:xfrm>
              <a:off x="1686650" y="4595950"/>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11"/>
            <p:cNvSpPr/>
            <p:nvPr/>
          </p:nvSpPr>
          <p:spPr>
            <a:xfrm>
              <a:off x="1778450" y="4595950"/>
              <a:ext cx="12550" cy="12525"/>
            </a:xfrm>
            <a:custGeom>
              <a:avLst/>
              <a:gdLst/>
              <a:ahLst/>
              <a:cxnLst/>
              <a:rect l="l" t="t" r="r" b="b"/>
              <a:pathLst>
                <a:path w="502" h="501" extrusionOk="0">
                  <a:moveTo>
                    <a:pt x="252" y="0"/>
                  </a:moveTo>
                  <a:cubicBezTo>
                    <a:pt x="114" y="0"/>
                    <a:pt x="1" y="114"/>
                    <a:pt x="1" y="250"/>
                  </a:cubicBezTo>
                  <a:cubicBezTo>
                    <a:pt x="1" y="387"/>
                    <a:pt x="114" y="501"/>
                    <a:pt x="252" y="501"/>
                  </a:cubicBezTo>
                  <a:cubicBezTo>
                    <a:pt x="388" y="501"/>
                    <a:pt x="501" y="387"/>
                    <a:pt x="501" y="250"/>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11"/>
            <p:cNvSpPr/>
            <p:nvPr/>
          </p:nvSpPr>
          <p:spPr>
            <a:xfrm>
              <a:off x="1870375" y="4595950"/>
              <a:ext cx="12400" cy="12525"/>
            </a:xfrm>
            <a:custGeom>
              <a:avLst/>
              <a:gdLst/>
              <a:ahLst/>
              <a:cxnLst/>
              <a:rect l="l" t="t" r="r" b="b"/>
              <a:pathLst>
                <a:path w="496" h="501" extrusionOk="0">
                  <a:moveTo>
                    <a:pt x="252" y="0"/>
                  </a:moveTo>
                  <a:cubicBezTo>
                    <a:pt x="109" y="0"/>
                    <a:pt x="0" y="114"/>
                    <a:pt x="0" y="250"/>
                  </a:cubicBezTo>
                  <a:cubicBezTo>
                    <a:pt x="0" y="387"/>
                    <a:pt x="109" y="501"/>
                    <a:pt x="252" y="501"/>
                  </a:cubicBezTo>
                  <a:cubicBezTo>
                    <a:pt x="387" y="501"/>
                    <a:pt x="496" y="387"/>
                    <a:pt x="496" y="250"/>
                  </a:cubicBezTo>
                  <a:cubicBezTo>
                    <a:pt x="496"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11"/>
            <p:cNvSpPr/>
            <p:nvPr/>
          </p:nvSpPr>
          <p:spPr>
            <a:xfrm>
              <a:off x="1962150" y="4595950"/>
              <a:ext cx="12550" cy="12525"/>
            </a:xfrm>
            <a:custGeom>
              <a:avLst/>
              <a:gdLst/>
              <a:ahLst/>
              <a:cxnLst/>
              <a:rect l="l" t="t" r="r" b="b"/>
              <a:pathLst>
                <a:path w="502" h="501" extrusionOk="0">
                  <a:moveTo>
                    <a:pt x="250" y="0"/>
                  </a:moveTo>
                  <a:cubicBezTo>
                    <a:pt x="114" y="0"/>
                    <a:pt x="1" y="114"/>
                    <a:pt x="1" y="250"/>
                  </a:cubicBezTo>
                  <a:cubicBezTo>
                    <a:pt x="1" y="387"/>
                    <a:pt x="114" y="501"/>
                    <a:pt x="250" y="501"/>
                  </a:cubicBezTo>
                  <a:cubicBezTo>
                    <a:pt x="388" y="501"/>
                    <a:pt x="502" y="387"/>
                    <a:pt x="502" y="250"/>
                  </a:cubicBezTo>
                  <a:cubicBezTo>
                    <a:pt x="502"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11"/>
            <p:cNvSpPr/>
            <p:nvPr/>
          </p:nvSpPr>
          <p:spPr>
            <a:xfrm>
              <a:off x="2054075" y="4595950"/>
              <a:ext cx="12425" cy="12525"/>
            </a:xfrm>
            <a:custGeom>
              <a:avLst/>
              <a:gdLst/>
              <a:ahLst/>
              <a:cxnLst/>
              <a:rect l="l" t="t" r="r" b="b"/>
              <a:pathLst>
                <a:path w="497" h="501" extrusionOk="0">
                  <a:moveTo>
                    <a:pt x="252" y="0"/>
                  </a:moveTo>
                  <a:cubicBezTo>
                    <a:pt x="109" y="0"/>
                    <a:pt x="1" y="114"/>
                    <a:pt x="1" y="250"/>
                  </a:cubicBezTo>
                  <a:cubicBezTo>
                    <a:pt x="1" y="387"/>
                    <a:pt x="109" y="501"/>
                    <a:pt x="252" y="501"/>
                  </a:cubicBezTo>
                  <a:cubicBezTo>
                    <a:pt x="388" y="501"/>
                    <a:pt x="496" y="387"/>
                    <a:pt x="496" y="250"/>
                  </a:cubicBezTo>
                  <a:cubicBezTo>
                    <a:pt x="496"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11"/>
            <p:cNvSpPr/>
            <p:nvPr/>
          </p:nvSpPr>
          <p:spPr>
            <a:xfrm>
              <a:off x="2145825" y="4595950"/>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11"/>
            <p:cNvSpPr/>
            <p:nvPr/>
          </p:nvSpPr>
          <p:spPr>
            <a:xfrm>
              <a:off x="2237800" y="4595950"/>
              <a:ext cx="12350" cy="12525"/>
            </a:xfrm>
            <a:custGeom>
              <a:avLst/>
              <a:gdLst/>
              <a:ahLst/>
              <a:cxnLst/>
              <a:rect l="l" t="t" r="r" b="b"/>
              <a:pathLst>
                <a:path w="494" h="501" extrusionOk="0">
                  <a:moveTo>
                    <a:pt x="244" y="0"/>
                  </a:moveTo>
                  <a:cubicBezTo>
                    <a:pt x="107" y="0"/>
                    <a:pt x="0" y="114"/>
                    <a:pt x="0" y="250"/>
                  </a:cubicBezTo>
                  <a:cubicBezTo>
                    <a:pt x="0" y="387"/>
                    <a:pt x="107" y="501"/>
                    <a:pt x="244" y="501"/>
                  </a:cubicBezTo>
                  <a:cubicBezTo>
                    <a:pt x="387" y="501"/>
                    <a:pt x="494" y="387"/>
                    <a:pt x="494" y="250"/>
                  </a:cubicBezTo>
                  <a:cubicBezTo>
                    <a:pt x="494" y="114"/>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11"/>
            <p:cNvSpPr/>
            <p:nvPr/>
          </p:nvSpPr>
          <p:spPr>
            <a:xfrm>
              <a:off x="2329550" y="4595950"/>
              <a:ext cx="12575" cy="12525"/>
            </a:xfrm>
            <a:custGeom>
              <a:avLst/>
              <a:gdLst/>
              <a:ahLst/>
              <a:cxnLst/>
              <a:rect l="l" t="t" r="r" b="b"/>
              <a:pathLst>
                <a:path w="503" h="501" extrusionOk="0">
                  <a:moveTo>
                    <a:pt x="251" y="0"/>
                  </a:moveTo>
                  <a:cubicBezTo>
                    <a:pt x="115" y="0"/>
                    <a:pt x="0" y="114"/>
                    <a:pt x="0" y="250"/>
                  </a:cubicBezTo>
                  <a:cubicBezTo>
                    <a:pt x="0" y="387"/>
                    <a:pt x="115" y="501"/>
                    <a:pt x="251" y="501"/>
                  </a:cubicBezTo>
                  <a:cubicBezTo>
                    <a:pt x="387" y="501"/>
                    <a:pt x="502" y="387"/>
                    <a:pt x="502" y="250"/>
                  </a:cubicBezTo>
                  <a:cubicBezTo>
                    <a:pt x="502"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11"/>
            <p:cNvSpPr/>
            <p:nvPr/>
          </p:nvSpPr>
          <p:spPr>
            <a:xfrm>
              <a:off x="2421325" y="4595950"/>
              <a:ext cx="12550" cy="12525"/>
            </a:xfrm>
            <a:custGeom>
              <a:avLst/>
              <a:gdLst/>
              <a:ahLst/>
              <a:cxnLst/>
              <a:rect l="l" t="t" r="r" b="b"/>
              <a:pathLst>
                <a:path w="502" h="501" extrusionOk="0">
                  <a:moveTo>
                    <a:pt x="250" y="0"/>
                  </a:moveTo>
                  <a:cubicBezTo>
                    <a:pt x="114" y="0"/>
                    <a:pt x="1" y="114"/>
                    <a:pt x="1" y="250"/>
                  </a:cubicBezTo>
                  <a:cubicBezTo>
                    <a:pt x="1" y="387"/>
                    <a:pt x="114" y="501"/>
                    <a:pt x="250" y="501"/>
                  </a:cubicBezTo>
                  <a:cubicBezTo>
                    <a:pt x="395" y="501"/>
                    <a:pt x="501" y="387"/>
                    <a:pt x="501" y="250"/>
                  </a:cubicBezTo>
                  <a:cubicBezTo>
                    <a:pt x="501" y="114"/>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11"/>
            <p:cNvSpPr/>
            <p:nvPr/>
          </p:nvSpPr>
          <p:spPr>
            <a:xfrm>
              <a:off x="2513250" y="4595950"/>
              <a:ext cx="12575" cy="12525"/>
            </a:xfrm>
            <a:custGeom>
              <a:avLst/>
              <a:gdLst/>
              <a:ahLst/>
              <a:cxnLst/>
              <a:rect l="l" t="t" r="r" b="b"/>
              <a:pathLst>
                <a:path w="503" h="501" extrusionOk="0">
                  <a:moveTo>
                    <a:pt x="252" y="0"/>
                  </a:moveTo>
                  <a:cubicBezTo>
                    <a:pt x="109" y="0"/>
                    <a:pt x="0" y="114"/>
                    <a:pt x="0" y="250"/>
                  </a:cubicBezTo>
                  <a:cubicBezTo>
                    <a:pt x="0" y="387"/>
                    <a:pt x="109"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11"/>
            <p:cNvSpPr/>
            <p:nvPr/>
          </p:nvSpPr>
          <p:spPr>
            <a:xfrm>
              <a:off x="2605000" y="4595950"/>
              <a:ext cx="12575" cy="12525"/>
            </a:xfrm>
            <a:custGeom>
              <a:avLst/>
              <a:gdLst/>
              <a:ahLst/>
              <a:cxnLst/>
              <a:rect l="l" t="t" r="r" b="b"/>
              <a:pathLst>
                <a:path w="503" h="501" extrusionOk="0">
                  <a:moveTo>
                    <a:pt x="252" y="0"/>
                  </a:moveTo>
                  <a:cubicBezTo>
                    <a:pt x="116" y="0"/>
                    <a:pt x="0" y="114"/>
                    <a:pt x="0" y="250"/>
                  </a:cubicBezTo>
                  <a:cubicBezTo>
                    <a:pt x="0" y="387"/>
                    <a:pt x="116" y="501"/>
                    <a:pt x="252" y="501"/>
                  </a:cubicBezTo>
                  <a:cubicBezTo>
                    <a:pt x="387" y="501"/>
                    <a:pt x="503" y="387"/>
                    <a:pt x="503" y="250"/>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11"/>
            <p:cNvSpPr/>
            <p:nvPr/>
          </p:nvSpPr>
          <p:spPr>
            <a:xfrm>
              <a:off x="2696950" y="4595950"/>
              <a:ext cx="12375" cy="12525"/>
            </a:xfrm>
            <a:custGeom>
              <a:avLst/>
              <a:gdLst/>
              <a:ahLst/>
              <a:cxnLst/>
              <a:rect l="l" t="t" r="r" b="b"/>
              <a:pathLst>
                <a:path w="495" h="501" extrusionOk="0">
                  <a:moveTo>
                    <a:pt x="252" y="0"/>
                  </a:moveTo>
                  <a:cubicBezTo>
                    <a:pt x="108" y="0"/>
                    <a:pt x="1" y="114"/>
                    <a:pt x="1" y="250"/>
                  </a:cubicBezTo>
                  <a:cubicBezTo>
                    <a:pt x="1" y="387"/>
                    <a:pt x="108" y="501"/>
                    <a:pt x="252" y="501"/>
                  </a:cubicBezTo>
                  <a:cubicBezTo>
                    <a:pt x="388" y="501"/>
                    <a:pt x="495" y="387"/>
                    <a:pt x="495" y="250"/>
                  </a:cubicBezTo>
                  <a:cubicBezTo>
                    <a:pt x="495"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11"/>
            <p:cNvSpPr/>
            <p:nvPr/>
          </p:nvSpPr>
          <p:spPr>
            <a:xfrm>
              <a:off x="2788700" y="4595950"/>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11"/>
            <p:cNvSpPr/>
            <p:nvPr/>
          </p:nvSpPr>
          <p:spPr>
            <a:xfrm>
              <a:off x="2880675" y="4595950"/>
              <a:ext cx="12375" cy="12525"/>
            </a:xfrm>
            <a:custGeom>
              <a:avLst/>
              <a:gdLst/>
              <a:ahLst/>
              <a:cxnLst/>
              <a:rect l="l" t="t" r="r" b="b"/>
              <a:pathLst>
                <a:path w="495" h="501" extrusionOk="0">
                  <a:moveTo>
                    <a:pt x="243" y="0"/>
                  </a:moveTo>
                  <a:cubicBezTo>
                    <a:pt x="107" y="0"/>
                    <a:pt x="0" y="114"/>
                    <a:pt x="0" y="250"/>
                  </a:cubicBezTo>
                  <a:cubicBezTo>
                    <a:pt x="0" y="387"/>
                    <a:pt x="107" y="501"/>
                    <a:pt x="243" y="501"/>
                  </a:cubicBezTo>
                  <a:cubicBezTo>
                    <a:pt x="387" y="501"/>
                    <a:pt x="494" y="387"/>
                    <a:pt x="494" y="250"/>
                  </a:cubicBezTo>
                  <a:cubicBezTo>
                    <a:pt x="494" y="114"/>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11"/>
            <p:cNvSpPr/>
            <p:nvPr/>
          </p:nvSpPr>
          <p:spPr>
            <a:xfrm>
              <a:off x="2972425" y="4595950"/>
              <a:ext cx="12575" cy="12525"/>
            </a:xfrm>
            <a:custGeom>
              <a:avLst/>
              <a:gdLst/>
              <a:ahLst/>
              <a:cxnLst/>
              <a:rect l="l" t="t" r="r" b="b"/>
              <a:pathLst>
                <a:path w="503" h="501" extrusionOk="0">
                  <a:moveTo>
                    <a:pt x="251" y="0"/>
                  </a:moveTo>
                  <a:cubicBezTo>
                    <a:pt x="115" y="0"/>
                    <a:pt x="0" y="114"/>
                    <a:pt x="0" y="250"/>
                  </a:cubicBezTo>
                  <a:cubicBezTo>
                    <a:pt x="0" y="387"/>
                    <a:pt x="115" y="501"/>
                    <a:pt x="251" y="501"/>
                  </a:cubicBezTo>
                  <a:cubicBezTo>
                    <a:pt x="387" y="501"/>
                    <a:pt x="503" y="387"/>
                    <a:pt x="503" y="250"/>
                  </a:cubicBezTo>
                  <a:cubicBezTo>
                    <a:pt x="503"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11"/>
            <p:cNvSpPr/>
            <p:nvPr/>
          </p:nvSpPr>
          <p:spPr>
            <a:xfrm>
              <a:off x="3064375" y="4595950"/>
              <a:ext cx="12375" cy="12525"/>
            </a:xfrm>
            <a:custGeom>
              <a:avLst/>
              <a:gdLst/>
              <a:ahLst/>
              <a:cxnLst/>
              <a:rect l="l" t="t" r="r" b="b"/>
              <a:pathLst>
                <a:path w="495" h="501" extrusionOk="0">
                  <a:moveTo>
                    <a:pt x="243" y="0"/>
                  </a:moveTo>
                  <a:cubicBezTo>
                    <a:pt x="107" y="0"/>
                    <a:pt x="1" y="114"/>
                    <a:pt x="1" y="250"/>
                  </a:cubicBezTo>
                  <a:cubicBezTo>
                    <a:pt x="1" y="387"/>
                    <a:pt x="107" y="501"/>
                    <a:pt x="243" y="501"/>
                  </a:cubicBezTo>
                  <a:cubicBezTo>
                    <a:pt x="388" y="501"/>
                    <a:pt x="495" y="387"/>
                    <a:pt x="495" y="250"/>
                  </a:cubicBezTo>
                  <a:cubicBezTo>
                    <a:pt x="495" y="114"/>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11"/>
            <p:cNvSpPr/>
            <p:nvPr/>
          </p:nvSpPr>
          <p:spPr>
            <a:xfrm>
              <a:off x="3156125" y="4595950"/>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11"/>
            <p:cNvSpPr/>
            <p:nvPr/>
          </p:nvSpPr>
          <p:spPr>
            <a:xfrm>
              <a:off x="3247875" y="4595950"/>
              <a:ext cx="12575" cy="12525"/>
            </a:xfrm>
            <a:custGeom>
              <a:avLst/>
              <a:gdLst/>
              <a:ahLst/>
              <a:cxnLst/>
              <a:rect l="l" t="t" r="r" b="b"/>
              <a:pathLst>
                <a:path w="503"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11"/>
            <p:cNvSpPr/>
            <p:nvPr/>
          </p:nvSpPr>
          <p:spPr>
            <a:xfrm>
              <a:off x="3339850" y="4595950"/>
              <a:ext cx="12525" cy="12525"/>
            </a:xfrm>
            <a:custGeom>
              <a:avLst/>
              <a:gdLst/>
              <a:ahLst/>
              <a:cxnLst/>
              <a:rect l="l" t="t" r="r" b="b"/>
              <a:pathLst>
                <a:path w="501" h="501" extrusionOk="0">
                  <a:moveTo>
                    <a:pt x="251" y="0"/>
                  </a:moveTo>
                  <a:cubicBezTo>
                    <a:pt x="107" y="0"/>
                    <a:pt x="0" y="114"/>
                    <a:pt x="0" y="250"/>
                  </a:cubicBezTo>
                  <a:cubicBezTo>
                    <a:pt x="0" y="387"/>
                    <a:pt x="107" y="501"/>
                    <a:pt x="251" y="501"/>
                  </a:cubicBezTo>
                  <a:cubicBezTo>
                    <a:pt x="387" y="501"/>
                    <a:pt x="501" y="387"/>
                    <a:pt x="501" y="250"/>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11"/>
            <p:cNvSpPr/>
            <p:nvPr/>
          </p:nvSpPr>
          <p:spPr>
            <a:xfrm>
              <a:off x="3431575" y="4595950"/>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11"/>
            <p:cNvSpPr/>
            <p:nvPr/>
          </p:nvSpPr>
          <p:spPr>
            <a:xfrm>
              <a:off x="3523550" y="4595950"/>
              <a:ext cx="12375" cy="12525"/>
            </a:xfrm>
            <a:custGeom>
              <a:avLst/>
              <a:gdLst/>
              <a:ahLst/>
              <a:cxnLst/>
              <a:rect l="l" t="t" r="r" b="b"/>
              <a:pathLst>
                <a:path w="495" h="501" extrusionOk="0">
                  <a:moveTo>
                    <a:pt x="250" y="0"/>
                  </a:moveTo>
                  <a:cubicBezTo>
                    <a:pt x="107" y="0"/>
                    <a:pt x="0" y="114"/>
                    <a:pt x="0" y="250"/>
                  </a:cubicBezTo>
                  <a:cubicBezTo>
                    <a:pt x="0" y="387"/>
                    <a:pt x="107" y="501"/>
                    <a:pt x="250" y="501"/>
                  </a:cubicBezTo>
                  <a:cubicBezTo>
                    <a:pt x="388" y="501"/>
                    <a:pt x="494" y="387"/>
                    <a:pt x="494" y="250"/>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11"/>
            <p:cNvSpPr/>
            <p:nvPr/>
          </p:nvSpPr>
          <p:spPr>
            <a:xfrm>
              <a:off x="676400" y="46877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11"/>
            <p:cNvSpPr/>
            <p:nvPr/>
          </p:nvSpPr>
          <p:spPr>
            <a:xfrm>
              <a:off x="768325" y="4687700"/>
              <a:ext cx="12400" cy="12575"/>
            </a:xfrm>
            <a:custGeom>
              <a:avLst/>
              <a:gdLst/>
              <a:ahLst/>
              <a:cxnLst/>
              <a:rect l="l" t="t" r="r" b="b"/>
              <a:pathLst>
                <a:path w="496" h="503" extrusionOk="0">
                  <a:moveTo>
                    <a:pt x="245" y="0"/>
                  </a:moveTo>
                  <a:cubicBezTo>
                    <a:pt x="109" y="0"/>
                    <a:pt x="0" y="115"/>
                    <a:pt x="0" y="251"/>
                  </a:cubicBezTo>
                  <a:cubicBezTo>
                    <a:pt x="0" y="387"/>
                    <a:pt x="109" y="503"/>
                    <a:pt x="245" y="503"/>
                  </a:cubicBezTo>
                  <a:cubicBezTo>
                    <a:pt x="388" y="503"/>
                    <a:pt x="496" y="387"/>
                    <a:pt x="496" y="251"/>
                  </a:cubicBezTo>
                  <a:cubicBezTo>
                    <a:pt x="496" y="115"/>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11"/>
            <p:cNvSpPr/>
            <p:nvPr/>
          </p:nvSpPr>
          <p:spPr>
            <a:xfrm>
              <a:off x="860125" y="4687700"/>
              <a:ext cx="12525" cy="12575"/>
            </a:xfrm>
            <a:custGeom>
              <a:avLst/>
              <a:gdLst/>
              <a:ahLst/>
              <a:cxnLst/>
              <a:rect l="l" t="t" r="r" b="b"/>
              <a:pathLst>
                <a:path w="501" h="503" extrusionOk="0">
                  <a:moveTo>
                    <a:pt x="251" y="0"/>
                  </a:moveTo>
                  <a:cubicBezTo>
                    <a:pt x="114" y="0"/>
                    <a:pt x="0" y="115"/>
                    <a:pt x="0" y="251"/>
                  </a:cubicBezTo>
                  <a:cubicBezTo>
                    <a:pt x="0" y="387"/>
                    <a:pt x="114" y="503"/>
                    <a:pt x="251" y="503"/>
                  </a:cubicBezTo>
                  <a:cubicBezTo>
                    <a:pt x="387" y="503"/>
                    <a:pt x="501" y="387"/>
                    <a:pt x="501" y="251"/>
                  </a:cubicBezTo>
                  <a:cubicBezTo>
                    <a:pt x="501"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11"/>
            <p:cNvSpPr/>
            <p:nvPr/>
          </p:nvSpPr>
          <p:spPr>
            <a:xfrm>
              <a:off x="951850" y="46877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11"/>
            <p:cNvSpPr/>
            <p:nvPr/>
          </p:nvSpPr>
          <p:spPr>
            <a:xfrm>
              <a:off x="1043825" y="4687700"/>
              <a:ext cx="12375" cy="12575"/>
            </a:xfrm>
            <a:custGeom>
              <a:avLst/>
              <a:gdLst/>
              <a:ahLst/>
              <a:cxnLst/>
              <a:rect l="l" t="t" r="r" b="b"/>
              <a:pathLst>
                <a:path w="495" h="503" extrusionOk="0">
                  <a:moveTo>
                    <a:pt x="250" y="0"/>
                  </a:moveTo>
                  <a:cubicBezTo>
                    <a:pt x="107" y="0"/>
                    <a:pt x="0" y="115"/>
                    <a:pt x="0" y="251"/>
                  </a:cubicBezTo>
                  <a:cubicBezTo>
                    <a:pt x="0" y="387"/>
                    <a:pt x="107" y="503"/>
                    <a:pt x="250" y="503"/>
                  </a:cubicBezTo>
                  <a:cubicBezTo>
                    <a:pt x="388" y="503"/>
                    <a:pt x="494" y="387"/>
                    <a:pt x="494" y="251"/>
                  </a:cubicBezTo>
                  <a:cubicBezTo>
                    <a:pt x="494" y="115"/>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11"/>
            <p:cNvSpPr/>
            <p:nvPr/>
          </p:nvSpPr>
          <p:spPr>
            <a:xfrm>
              <a:off x="1135575" y="4687700"/>
              <a:ext cx="12575" cy="12575"/>
            </a:xfrm>
            <a:custGeom>
              <a:avLst/>
              <a:gdLst/>
              <a:ahLst/>
              <a:cxnLst/>
              <a:rect l="l" t="t" r="r" b="b"/>
              <a:pathLst>
                <a:path w="503" h="503" extrusionOk="0">
                  <a:moveTo>
                    <a:pt x="252" y="0"/>
                  </a:moveTo>
                  <a:cubicBezTo>
                    <a:pt x="116" y="0"/>
                    <a:pt x="0" y="115"/>
                    <a:pt x="0" y="251"/>
                  </a:cubicBezTo>
                  <a:cubicBezTo>
                    <a:pt x="0" y="387"/>
                    <a:pt x="116" y="503"/>
                    <a:pt x="252" y="503"/>
                  </a:cubicBezTo>
                  <a:cubicBezTo>
                    <a:pt x="387" y="503"/>
                    <a:pt x="503" y="387"/>
                    <a:pt x="503" y="251"/>
                  </a:cubicBezTo>
                  <a:cubicBezTo>
                    <a:pt x="503" y="115"/>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11"/>
            <p:cNvSpPr/>
            <p:nvPr/>
          </p:nvSpPr>
          <p:spPr>
            <a:xfrm>
              <a:off x="1227500" y="4687700"/>
              <a:ext cx="12400" cy="12575"/>
            </a:xfrm>
            <a:custGeom>
              <a:avLst/>
              <a:gdLst/>
              <a:ahLst/>
              <a:cxnLst/>
              <a:rect l="l" t="t" r="r" b="b"/>
              <a:pathLst>
                <a:path w="496" h="503" extrusionOk="0">
                  <a:moveTo>
                    <a:pt x="251" y="0"/>
                  </a:moveTo>
                  <a:cubicBezTo>
                    <a:pt x="109" y="0"/>
                    <a:pt x="0" y="115"/>
                    <a:pt x="0" y="251"/>
                  </a:cubicBezTo>
                  <a:cubicBezTo>
                    <a:pt x="0" y="387"/>
                    <a:pt x="109" y="503"/>
                    <a:pt x="251" y="503"/>
                  </a:cubicBezTo>
                  <a:cubicBezTo>
                    <a:pt x="387" y="503"/>
                    <a:pt x="496" y="387"/>
                    <a:pt x="496" y="251"/>
                  </a:cubicBezTo>
                  <a:cubicBezTo>
                    <a:pt x="496"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11"/>
            <p:cNvSpPr/>
            <p:nvPr/>
          </p:nvSpPr>
          <p:spPr>
            <a:xfrm>
              <a:off x="1319275" y="4687700"/>
              <a:ext cx="12550" cy="12575"/>
            </a:xfrm>
            <a:custGeom>
              <a:avLst/>
              <a:gdLst/>
              <a:ahLst/>
              <a:cxnLst/>
              <a:rect l="l" t="t" r="r" b="b"/>
              <a:pathLst>
                <a:path w="502" h="503" extrusionOk="0">
                  <a:moveTo>
                    <a:pt x="252" y="0"/>
                  </a:moveTo>
                  <a:cubicBezTo>
                    <a:pt x="114" y="0"/>
                    <a:pt x="1" y="115"/>
                    <a:pt x="1" y="251"/>
                  </a:cubicBezTo>
                  <a:cubicBezTo>
                    <a:pt x="1" y="387"/>
                    <a:pt x="114" y="503"/>
                    <a:pt x="252" y="503"/>
                  </a:cubicBezTo>
                  <a:cubicBezTo>
                    <a:pt x="388" y="503"/>
                    <a:pt x="501" y="387"/>
                    <a:pt x="501" y="251"/>
                  </a:cubicBezTo>
                  <a:cubicBezTo>
                    <a:pt x="501"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11"/>
            <p:cNvSpPr/>
            <p:nvPr/>
          </p:nvSpPr>
          <p:spPr>
            <a:xfrm>
              <a:off x="1411200" y="4687700"/>
              <a:ext cx="12425" cy="12575"/>
            </a:xfrm>
            <a:custGeom>
              <a:avLst/>
              <a:gdLst/>
              <a:ahLst/>
              <a:cxnLst/>
              <a:rect l="l" t="t" r="r" b="b"/>
              <a:pathLst>
                <a:path w="497" h="503" extrusionOk="0">
                  <a:moveTo>
                    <a:pt x="245" y="0"/>
                  </a:moveTo>
                  <a:cubicBezTo>
                    <a:pt x="109" y="0"/>
                    <a:pt x="1" y="115"/>
                    <a:pt x="1" y="251"/>
                  </a:cubicBezTo>
                  <a:cubicBezTo>
                    <a:pt x="1" y="387"/>
                    <a:pt x="109" y="503"/>
                    <a:pt x="245" y="503"/>
                  </a:cubicBezTo>
                  <a:cubicBezTo>
                    <a:pt x="388" y="503"/>
                    <a:pt x="496" y="387"/>
                    <a:pt x="496" y="251"/>
                  </a:cubicBezTo>
                  <a:cubicBezTo>
                    <a:pt x="496" y="115"/>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11"/>
            <p:cNvSpPr/>
            <p:nvPr/>
          </p:nvSpPr>
          <p:spPr>
            <a:xfrm>
              <a:off x="1503000" y="4687700"/>
              <a:ext cx="12525" cy="12575"/>
            </a:xfrm>
            <a:custGeom>
              <a:avLst/>
              <a:gdLst/>
              <a:ahLst/>
              <a:cxnLst/>
              <a:rect l="l" t="t" r="r" b="b"/>
              <a:pathLst>
                <a:path w="501" h="503" extrusionOk="0">
                  <a:moveTo>
                    <a:pt x="250" y="0"/>
                  </a:moveTo>
                  <a:cubicBezTo>
                    <a:pt x="114" y="0"/>
                    <a:pt x="0" y="115"/>
                    <a:pt x="0" y="251"/>
                  </a:cubicBezTo>
                  <a:cubicBezTo>
                    <a:pt x="0" y="387"/>
                    <a:pt x="114" y="503"/>
                    <a:pt x="250" y="503"/>
                  </a:cubicBezTo>
                  <a:cubicBezTo>
                    <a:pt x="387" y="503"/>
                    <a:pt x="501" y="387"/>
                    <a:pt x="501" y="251"/>
                  </a:cubicBezTo>
                  <a:cubicBezTo>
                    <a:pt x="501" y="115"/>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11"/>
            <p:cNvSpPr/>
            <p:nvPr/>
          </p:nvSpPr>
          <p:spPr>
            <a:xfrm>
              <a:off x="1594750" y="4687700"/>
              <a:ext cx="12575" cy="12575"/>
            </a:xfrm>
            <a:custGeom>
              <a:avLst/>
              <a:gdLst/>
              <a:ahLst/>
              <a:cxnLst/>
              <a:rect l="l" t="t" r="r" b="b"/>
              <a:pathLst>
                <a:path w="503" h="503" extrusionOk="0">
                  <a:moveTo>
                    <a:pt x="251" y="0"/>
                  </a:moveTo>
                  <a:cubicBezTo>
                    <a:pt x="115" y="0"/>
                    <a:pt x="0" y="115"/>
                    <a:pt x="0" y="251"/>
                  </a:cubicBezTo>
                  <a:cubicBezTo>
                    <a:pt x="0" y="387"/>
                    <a:pt x="115" y="503"/>
                    <a:pt x="251" y="503"/>
                  </a:cubicBezTo>
                  <a:cubicBezTo>
                    <a:pt x="394" y="503"/>
                    <a:pt x="503" y="387"/>
                    <a:pt x="503" y="251"/>
                  </a:cubicBezTo>
                  <a:cubicBezTo>
                    <a:pt x="503" y="115"/>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11"/>
            <p:cNvSpPr/>
            <p:nvPr/>
          </p:nvSpPr>
          <p:spPr>
            <a:xfrm>
              <a:off x="1686650" y="46877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11"/>
            <p:cNvSpPr/>
            <p:nvPr/>
          </p:nvSpPr>
          <p:spPr>
            <a:xfrm>
              <a:off x="1778450" y="4687700"/>
              <a:ext cx="12550" cy="12575"/>
            </a:xfrm>
            <a:custGeom>
              <a:avLst/>
              <a:gdLst/>
              <a:ahLst/>
              <a:cxnLst/>
              <a:rect l="l" t="t" r="r" b="b"/>
              <a:pathLst>
                <a:path w="502" h="503" extrusionOk="0">
                  <a:moveTo>
                    <a:pt x="252" y="0"/>
                  </a:moveTo>
                  <a:cubicBezTo>
                    <a:pt x="114" y="0"/>
                    <a:pt x="1" y="115"/>
                    <a:pt x="1" y="251"/>
                  </a:cubicBezTo>
                  <a:cubicBezTo>
                    <a:pt x="1" y="387"/>
                    <a:pt x="114" y="503"/>
                    <a:pt x="252" y="503"/>
                  </a:cubicBezTo>
                  <a:cubicBezTo>
                    <a:pt x="388" y="503"/>
                    <a:pt x="501" y="387"/>
                    <a:pt x="501" y="251"/>
                  </a:cubicBezTo>
                  <a:cubicBezTo>
                    <a:pt x="501"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11"/>
            <p:cNvSpPr/>
            <p:nvPr/>
          </p:nvSpPr>
          <p:spPr>
            <a:xfrm>
              <a:off x="1870375" y="4687700"/>
              <a:ext cx="12400" cy="12575"/>
            </a:xfrm>
            <a:custGeom>
              <a:avLst/>
              <a:gdLst/>
              <a:ahLst/>
              <a:cxnLst/>
              <a:rect l="l" t="t" r="r" b="b"/>
              <a:pathLst>
                <a:path w="496" h="503" extrusionOk="0">
                  <a:moveTo>
                    <a:pt x="252" y="0"/>
                  </a:moveTo>
                  <a:cubicBezTo>
                    <a:pt x="109" y="0"/>
                    <a:pt x="0" y="115"/>
                    <a:pt x="0" y="251"/>
                  </a:cubicBezTo>
                  <a:cubicBezTo>
                    <a:pt x="0" y="387"/>
                    <a:pt x="109" y="503"/>
                    <a:pt x="252" y="503"/>
                  </a:cubicBezTo>
                  <a:cubicBezTo>
                    <a:pt x="387" y="503"/>
                    <a:pt x="496" y="387"/>
                    <a:pt x="496" y="251"/>
                  </a:cubicBezTo>
                  <a:cubicBezTo>
                    <a:pt x="496" y="115"/>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11"/>
            <p:cNvSpPr/>
            <p:nvPr/>
          </p:nvSpPr>
          <p:spPr>
            <a:xfrm>
              <a:off x="1962150" y="4687700"/>
              <a:ext cx="12550" cy="12575"/>
            </a:xfrm>
            <a:custGeom>
              <a:avLst/>
              <a:gdLst/>
              <a:ahLst/>
              <a:cxnLst/>
              <a:rect l="l" t="t" r="r" b="b"/>
              <a:pathLst>
                <a:path w="502" h="503" extrusionOk="0">
                  <a:moveTo>
                    <a:pt x="250" y="0"/>
                  </a:moveTo>
                  <a:cubicBezTo>
                    <a:pt x="114" y="0"/>
                    <a:pt x="1" y="115"/>
                    <a:pt x="1" y="251"/>
                  </a:cubicBezTo>
                  <a:cubicBezTo>
                    <a:pt x="1" y="387"/>
                    <a:pt x="114" y="503"/>
                    <a:pt x="250" y="503"/>
                  </a:cubicBezTo>
                  <a:cubicBezTo>
                    <a:pt x="388" y="503"/>
                    <a:pt x="502" y="387"/>
                    <a:pt x="502" y="251"/>
                  </a:cubicBezTo>
                  <a:cubicBezTo>
                    <a:pt x="502" y="115"/>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11"/>
            <p:cNvSpPr/>
            <p:nvPr/>
          </p:nvSpPr>
          <p:spPr>
            <a:xfrm>
              <a:off x="2054075" y="4687700"/>
              <a:ext cx="12425" cy="12575"/>
            </a:xfrm>
            <a:custGeom>
              <a:avLst/>
              <a:gdLst/>
              <a:ahLst/>
              <a:cxnLst/>
              <a:rect l="l" t="t" r="r" b="b"/>
              <a:pathLst>
                <a:path w="497" h="503" extrusionOk="0">
                  <a:moveTo>
                    <a:pt x="252" y="0"/>
                  </a:moveTo>
                  <a:cubicBezTo>
                    <a:pt x="109" y="0"/>
                    <a:pt x="1" y="115"/>
                    <a:pt x="1" y="251"/>
                  </a:cubicBezTo>
                  <a:cubicBezTo>
                    <a:pt x="1" y="387"/>
                    <a:pt x="109" y="503"/>
                    <a:pt x="252" y="503"/>
                  </a:cubicBezTo>
                  <a:cubicBezTo>
                    <a:pt x="388" y="503"/>
                    <a:pt x="496" y="387"/>
                    <a:pt x="496" y="251"/>
                  </a:cubicBezTo>
                  <a:cubicBezTo>
                    <a:pt x="496"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11"/>
            <p:cNvSpPr/>
            <p:nvPr/>
          </p:nvSpPr>
          <p:spPr>
            <a:xfrm>
              <a:off x="2145825" y="46877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11"/>
            <p:cNvSpPr/>
            <p:nvPr/>
          </p:nvSpPr>
          <p:spPr>
            <a:xfrm>
              <a:off x="2237800" y="4687700"/>
              <a:ext cx="12350" cy="12575"/>
            </a:xfrm>
            <a:custGeom>
              <a:avLst/>
              <a:gdLst/>
              <a:ahLst/>
              <a:cxnLst/>
              <a:rect l="l" t="t" r="r" b="b"/>
              <a:pathLst>
                <a:path w="494" h="503" extrusionOk="0">
                  <a:moveTo>
                    <a:pt x="244" y="0"/>
                  </a:moveTo>
                  <a:cubicBezTo>
                    <a:pt x="107" y="0"/>
                    <a:pt x="0" y="115"/>
                    <a:pt x="0" y="251"/>
                  </a:cubicBezTo>
                  <a:cubicBezTo>
                    <a:pt x="0" y="387"/>
                    <a:pt x="107" y="503"/>
                    <a:pt x="244" y="503"/>
                  </a:cubicBezTo>
                  <a:cubicBezTo>
                    <a:pt x="387" y="503"/>
                    <a:pt x="494" y="387"/>
                    <a:pt x="494" y="251"/>
                  </a:cubicBezTo>
                  <a:cubicBezTo>
                    <a:pt x="494" y="115"/>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11"/>
            <p:cNvSpPr/>
            <p:nvPr/>
          </p:nvSpPr>
          <p:spPr>
            <a:xfrm>
              <a:off x="2329550" y="4687700"/>
              <a:ext cx="12575" cy="12575"/>
            </a:xfrm>
            <a:custGeom>
              <a:avLst/>
              <a:gdLst/>
              <a:ahLst/>
              <a:cxnLst/>
              <a:rect l="l" t="t" r="r" b="b"/>
              <a:pathLst>
                <a:path w="503" h="503" extrusionOk="0">
                  <a:moveTo>
                    <a:pt x="251" y="0"/>
                  </a:moveTo>
                  <a:cubicBezTo>
                    <a:pt x="115" y="0"/>
                    <a:pt x="0" y="115"/>
                    <a:pt x="0" y="251"/>
                  </a:cubicBezTo>
                  <a:cubicBezTo>
                    <a:pt x="0" y="387"/>
                    <a:pt x="115" y="503"/>
                    <a:pt x="251" y="503"/>
                  </a:cubicBezTo>
                  <a:cubicBezTo>
                    <a:pt x="387" y="503"/>
                    <a:pt x="502" y="387"/>
                    <a:pt x="502" y="251"/>
                  </a:cubicBezTo>
                  <a:cubicBezTo>
                    <a:pt x="502"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11"/>
            <p:cNvSpPr/>
            <p:nvPr/>
          </p:nvSpPr>
          <p:spPr>
            <a:xfrm>
              <a:off x="2421325" y="4687700"/>
              <a:ext cx="12550" cy="12575"/>
            </a:xfrm>
            <a:custGeom>
              <a:avLst/>
              <a:gdLst/>
              <a:ahLst/>
              <a:cxnLst/>
              <a:rect l="l" t="t" r="r" b="b"/>
              <a:pathLst>
                <a:path w="502" h="503" extrusionOk="0">
                  <a:moveTo>
                    <a:pt x="250" y="0"/>
                  </a:moveTo>
                  <a:cubicBezTo>
                    <a:pt x="114" y="0"/>
                    <a:pt x="1" y="115"/>
                    <a:pt x="1" y="251"/>
                  </a:cubicBezTo>
                  <a:cubicBezTo>
                    <a:pt x="1" y="387"/>
                    <a:pt x="114" y="503"/>
                    <a:pt x="250" y="503"/>
                  </a:cubicBezTo>
                  <a:cubicBezTo>
                    <a:pt x="395" y="503"/>
                    <a:pt x="501" y="387"/>
                    <a:pt x="501" y="251"/>
                  </a:cubicBezTo>
                  <a:cubicBezTo>
                    <a:pt x="501" y="115"/>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11"/>
            <p:cNvSpPr/>
            <p:nvPr/>
          </p:nvSpPr>
          <p:spPr>
            <a:xfrm>
              <a:off x="2513250" y="4687700"/>
              <a:ext cx="12575" cy="12575"/>
            </a:xfrm>
            <a:custGeom>
              <a:avLst/>
              <a:gdLst/>
              <a:ahLst/>
              <a:cxnLst/>
              <a:rect l="l" t="t" r="r" b="b"/>
              <a:pathLst>
                <a:path w="503" h="503" extrusionOk="0">
                  <a:moveTo>
                    <a:pt x="252" y="0"/>
                  </a:moveTo>
                  <a:cubicBezTo>
                    <a:pt x="109" y="0"/>
                    <a:pt x="0" y="115"/>
                    <a:pt x="0" y="251"/>
                  </a:cubicBezTo>
                  <a:cubicBezTo>
                    <a:pt x="0" y="387"/>
                    <a:pt x="109"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11"/>
            <p:cNvSpPr/>
            <p:nvPr/>
          </p:nvSpPr>
          <p:spPr>
            <a:xfrm>
              <a:off x="2605000" y="4687700"/>
              <a:ext cx="12575" cy="12575"/>
            </a:xfrm>
            <a:custGeom>
              <a:avLst/>
              <a:gdLst/>
              <a:ahLst/>
              <a:cxnLst/>
              <a:rect l="l" t="t" r="r" b="b"/>
              <a:pathLst>
                <a:path w="503" h="503" extrusionOk="0">
                  <a:moveTo>
                    <a:pt x="252" y="0"/>
                  </a:moveTo>
                  <a:cubicBezTo>
                    <a:pt x="116" y="0"/>
                    <a:pt x="0" y="115"/>
                    <a:pt x="0" y="251"/>
                  </a:cubicBezTo>
                  <a:cubicBezTo>
                    <a:pt x="0" y="387"/>
                    <a:pt x="116" y="503"/>
                    <a:pt x="252" y="503"/>
                  </a:cubicBezTo>
                  <a:cubicBezTo>
                    <a:pt x="387" y="503"/>
                    <a:pt x="503" y="387"/>
                    <a:pt x="503" y="251"/>
                  </a:cubicBezTo>
                  <a:cubicBezTo>
                    <a:pt x="503" y="115"/>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11"/>
            <p:cNvSpPr/>
            <p:nvPr/>
          </p:nvSpPr>
          <p:spPr>
            <a:xfrm>
              <a:off x="2696950" y="4687700"/>
              <a:ext cx="12375" cy="12575"/>
            </a:xfrm>
            <a:custGeom>
              <a:avLst/>
              <a:gdLst/>
              <a:ahLst/>
              <a:cxnLst/>
              <a:rect l="l" t="t" r="r" b="b"/>
              <a:pathLst>
                <a:path w="495" h="503" extrusionOk="0">
                  <a:moveTo>
                    <a:pt x="252" y="0"/>
                  </a:moveTo>
                  <a:cubicBezTo>
                    <a:pt x="108" y="0"/>
                    <a:pt x="1" y="115"/>
                    <a:pt x="1" y="251"/>
                  </a:cubicBezTo>
                  <a:cubicBezTo>
                    <a:pt x="1" y="387"/>
                    <a:pt x="108" y="503"/>
                    <a:pt x="252" y="503"/>
                  </a:cubicBezTo>
                  <a:cubicBezTo>
                    <a:pt x="388" y="503"/>
                    <a:pt x="495" y="387"/>
                    <a:pt x="495" y="251"/>
                  </a:cubicBezTo>
                  <a:cubicBezTo>
                    <a:pt x="495"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11"/>
            <p:cNvSpPr/>
            <p:nvPr/>
          </p:nvSpPr>
          <p:spPr>
            <a:xfrm>
              <a:off x="2788700" y="46877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11"/>
            <p:cNvSpPr/>
            <p:nvPr/>
          </p:nvSpPr>
          <p:spPr>
            <a:xfrm>
              <a:off x="2880675" y="4687700"/>
              <a:ext cx="12375" cy="12575"/>
            </a:xfrm>
            <a:custGeom>
              <a:avLst/>
              <a:gdLst/>
              <a:ahLst/>
              <a:cxnLst/>
              <a:rect l="l" t="t" r="r" b="b"/>
              <a:pathLst>
                <a:path w="495" h="503" extrusionOk="0">
                  <a:moveTo>
                    <a:pt x="243" y="0"/>
                  </a:moveTo>
                  <a:cubicBezTo>
                    <a:pt x="107" y="0"/>
                    <a:pt x="0" y="115"/>
                    <a:pt x="0" y="251"/>
                  </a:cubicBezTo>
                  <a:cubicBezTo>
                    <a:pt x="0" y="387"/>
                    <a:pt x="107" y="503"/>
                    <a:pt x="243" y="503"/>
                  </a:cubicBezTo>
                  <a:cubicBezTo>
                    <a:pt x="387" y="503"/>
                    <a:pt x="494" y="387"/>
                    <a:pt x="494" y="251"/>
                  </a:cubicBezTo>
                  <a:cubicBezTo>
                    <a:pt x="494" y="115"/>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11"/>
            <p:cNvSpPr/>
            <p:nvPr/>
          </p:nvSpPr>
          <p:spPr>
            <a:xfrm>
              <a:off x="2972425" y="4687700"/>
              <a:ext cx="12575" cy="12575"/>
            </a:xfrm>
            <a:custGeom>
              <a:avLst/>
              <a:gdLst/>
              <a:ahLst/>
              <a:cxnLst/>
              <a:rect l="l" t="t" r="r" b="b"/>
              <a:pathLst>
                <a:path w="503" h="503" extrusionOk="0">
                  <a:moveTo>
                    <a:pt x="251" y="0"/>
                  </a:moveTo>
                  <a:cubicBezTo>
                    <a:pt x="115" y="0"/>
                    <a:pt x="0" y="115"/>
                    <a:pt x="0" y="251"/>
                  </a:cubicBezTo>
                  <a:cubicBezTo>
                    <a:pt x="0" y="387"/>
                    <a:pt x="115" y="503"/>
                    <a:pt x="251" y="503"/>
                  </a:cubicBezTo>
                  <a:cubicBezTo>
                    <a:pt x="387" y="503"/>
                    <a:pt x="503" y="387"/>
                    <a:pt x="503" y="251"/>
                  </a:cubicBezTo>
                  <a:cubicBezTo>
                    <a:pt x="503"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11"/>
            <p:cNvSpPr/>
            <p:nvPr/>
          </p:nvSpPr>
          <p:spPr>
            <a:xfrm>
              <a:off x="3064375" y="4687700"/>
              <a:ext cx="12375" cy="12575"/>
            </a:xfrm>
            <a:custGeom>
              <a:avLst/>
              <a:gdLst/>
              <a:ahLst/>
              <a:cxnLst/>
              <a:rect l="l" t="t" r="r" b="b"/>
              <a:pathLst>
                <a:path w="495" h="503" extrusionOk="0">
                  <a:moveTo>
                    <a:pt x="243" y="0"/>
                  </a:moveTo>
                  <a:cubicBezTo>
                    <a:pt x="107" y="0"/>
                    <a:pt x="1" y="115"/>
                    <a:pt x="1" y="251"/>
                  </a:cubicBezTo>
                  <a:cubicBezTo>
                    <a:pt x="1" y="387"/>
                    <a:pt x="107" y="503"/>
                    <a:pt x="243" y="503"/>
                  </a:cubicBezTo>
                  <a:cubicBezTo>
                    <a:pt x="388" y="503"/>
                    <a:pt x="495" y="387"/>
                    <a:pt x="495" y="251"/>
                  </a:cubicBezTo>
                  <a:cubicBezTo>
                    <a:pt x="495" y="115"/>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11"/>
            <p:cNvSpPr/>
            <p:nvPr/>
          </p:nvSpPr>
          <p:spPr>
            <a:xfrm>
              <a:off x="3156125" y="46877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11"/>
            <p:cNvSpPr/>
            <p:nvPr/>
          </p:nvSpPr>
          <p:spPr>
            <a:xfrm>
              <a:off x="3247875" y="4687700"/>
              <a:ext cx="12575" cy="12575"/>
            </a:xfrm>
            <a:custGeom>
              <a:avLst/>
              <a:gdLst/>
              <a:ahLst/>
              <a:cxnLst/>
              <a:rect l="l" t="t" r="r" b="b"/>
              <a:pathLst>
                <a:path w="503"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11"/>
            <p:cNvSpPr/>
            <p:nvPr/>
          </p:nvSpPr>
          <p:spPr>
            <a:xfrm>
              <a:off x="3339850" y="4687700"/>
              <a:ext cx="12525" cy="12575"/>
            </a:xfrm>
            <a:custGeom>
              <a:avLst/>
              <a:gdLst/>
              <a:ahLst/>
              <a:cxnLst/>
              <a:rect l="l" t="t" r="r" b="b"/>
              <a:pathLst>
                <a:path w="501" h="503" extrusionOk="0">
                  <a:moveTo>
                    <a:pt x="251" y="0"/>
                  </a:moveTo>
                  <a:cubicBezTo>
                    <a:pt x="107" y="0"/>
                    <a:pt x="0" y="115"/>
                    <a:pt x="0" y="251"/>
                  </a:cubicBezTo>
                  <a:cubicBezTo>
                    <a:pt x="0" y="387"/>
                    <a:pt x="107" y="503"/>
                    <a:pt x="251" y="503"/>
                  </a:cubicBezTo>
                  <a:cubicBezTo>
                    <a:pt x="387" y="503"/>
                    <a:pt x="501" y="387"/>
                    <a:pt x="501" y="251"/>
                  </a:cubicBezTo>
                  <a:cubicBezTo>
                    <a:pt x="501"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11"/>
            <p:cNvSpPr/>
            <p:nvPr/>
          </p:nvSpPr>
          <p:spPr>
            <a:xfrm>
              <a:off x="3431575" y="46877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11"/>
            <p:cNvSpPr/>
            <p:nvPr/>
          </p:nvSpPr>
          <p:spPr>
            <a:xfrm>
              <a:off x="3523550" y="4687700"/>
              <a:ext cx="12375" cy="12575"/>
            </a:xfrm>
            <a:custGeom>
              <a:avLst/>
              <a:gdLst/>
              <a:ahLst/>
              <a:cxnLst/>
              <a:rect l="l" t="t" r="r" b="b"/>
              <a:pathLst>
                <a:path w="495" h="503" extrusionOk="0">
                  <a:moveTo>
                    <a:pt x="250" y="0"/>
                  </a:moveTo>
                  <a:cubicBezTo>
                    <a:pt x="107" y="0"/>
                    <a:pt x="0" y="115"/>
                    <a:pt x="0" y="251"/>
                  </a:cubicBezTo>
                  <a:cubicBezTo>
                    <a:pt x="0" y="387"/>
                    <a:pt x="107" y="503"/>
                    <a:pt x="250" y="503"/>
                  </a:cubicBezTo>
                  <a:cubicBezTo>
                    <a:pt x="388" y="503"/>
                    <a:pt x="494" y="387"/>
                    <a:pt x="494" y="251"/>
                  </a:cubicBezTo>
                  <a:cubicBezTo>
                    <a:pt x="494" y="115"/>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11"/>
            <p:cNvSpPr/>
            <p:nvPr/>
          </p:nvSpPr>
          <p:spPr>
            <a:xfrm>
              <a:off x="676400" y="4779625"/>
              <a:ext cx="12600" cy="12400"/>
            </a:xfrm>
            <a:custGeom>
              <a:avLst/>
              <a:gdLst/>
              <a:ahLst/>
              <a:cxnLst/>
              <a:rect l="l" t="t" r="r" b="b"/>
              <a:pathLst>
                <a:path w="504" h="496" extrusionOk="0">
                  <a:moveTo>
                    <a:pt x="252" y="0"/>
                  </a:moveTo>
                  <a:cubicBezTo>
                    <a:pt x="116" y="0"/>
                    <a:pt x="1" y="108"/>
                    <a:pt x="1" y="251"/>
                  </a:cubicBezTo>
                  <a:cubicBezTo>
                    <a:pt x="1" y="387"/>
                    <a:pt x="116" y="496"/>
                    <a:pt x="252" y="496"/>
                  </a:cubicBezTo>
                  <a:cubicBezTo>
                    <a:pt x="388" y="496"/>
                    <a:pt x="503" y="387"/>
                    <a:pt x="503" y="251"/>
                  </a:cubicBezTo>
                  <a:cubicBezTo>
                    <a:pt x="503"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11"/>
            <p:cNvSpPr/>
            <p:nvPr/>
          </p:nvSpPr>
          <p:spPr>
            <a:xfrm>
              <a:off x="768325" y="4779625"/>
              <a:ext cx="12400" cy="12400"/>
            </a:xfrm>
            <a:custGeom>
              <a:avLst/>
              <a:gdLst/>
              <a:ahLst/>
              <a:cxnLst/>
              <a:rect l="l" t="t" r="r" b="b"/>
              <a:pathLst>
                <a:path w="496" h="496" extrusionOk="0">
                  <a:moveTo>
                    <a:pt x="245" y="0"/>
                  </a:moveTo>
                  <a:cubicBezTo>
                    <a:pt x="109" y="0"/>
                    <a:pt x="0" y="108"/>
                    <a:pt x="0" y="251"/>
                  </a:cubicBezTo>
                  <a:cubicBezTo>
                    <a:pt x="0" y="387"/>
                    <a:pt x="109" y="496"/>
                    <a:pt x="245" y="496"/>
                  </a:cubicBezTo>
                  <a:cubicBezTo>
                    <a:pt x="388" y="496"/>
                    <a:pt x="496" y="387"/>
                    <a:pt x="496" y="251"/>
                  </a:cubicBezTo>
                  <a:cubicBezTo>
                    <a:pt x="496" y="108"/>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11"/>
            <p:cNvSpPr/>
            <p:nvPr/>
          </p:nvSpPr>
          <p:spPr>
            <a:xfrm>
              <a:off x="860125" y="4779625"/>
              <a:ext cx="12525" cy="12400"/>
            </a:xfrm>
            <a:custGeom>
              <a:avLst/>
              <a:gdLst/>
              <a:ahLst/>
              <a:cxnLst/>
              <a:rect l="l" t="t" r="r" b="b"/>
              <a:pathLst>
                <a:path w="501" h="496" extrusionOk="0">
                  <a:moveTo>
                    <a:pt x="251" y="0"/>
                  </a:moveTo>
                  <a:cubicBezTo>
                    <a:pt x="114" y="0"/>
                    <a:pt x="0" y="108"/>
                    <a:pt x="0" y="251"/>
                  </a:cubicBezTo>
                  <a:cubicBezTo>
                    <a:pt x="0" y="387"/>
                    <a:pt x="114" y="496"/>
                    <a:pt x="251" y="496"/>
                  </a:cubicBezTo>
                  <a:cubicBezTo>
                    <a:pt x="387" y="496"/>
                    <a:pt x="501" y="387"/>
                    <a:pt x="501" y="251"/>
                  </a:cubicBezTo>
                  <a:cubicBezTo>
                    <a:pt x="501" y="108"/>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11"/>
            <p:cNvSpPr/>
            <p:nvPr/>
          </p:nvSpPr>
          <p:spPr>
            <a:xfrm>
              <a:off x="951850" y="4779625"/>
              <a:ext cx="12600" cy="12400"/>
            </a:xfrm>
            <a:custGeom>
              <a:avLst/>
              <a:gdLst/>
              <a:ahLst/>
              <a:cxnLst/>
              <a:rect l="l" t="t" r="r" b="b"/>
              <a:pathLst>
                <a:path w="504" h="496" extrusionOk="0">
                  <a:moveTo>
                    <a:pt x="252" y="0"/>
                  </a:moveTo>
                  <a:cubicBezTo>
                    <a:pt x="116" y="0"/>
                    <a:pt x="1" y="108"/>
                    <a:pt x="1" y="251"/>
                  </a:cubicBezTo>
                  <a:cubicBezTo>
                    <a:pt x="1" y="387"/>
                    <a:pt x="116" y="496"/>
                    <a:pt x="252" y="496"/>
                  </a:cubicBezTo>
                  <a:cubicBezTo>
                    <a:pt x="388" y="496"/>
                    <a:pt x="503" y="387"/>
                    <a:pt x="503" y="251"/>
                  </a:cubicBezTo>
                  <a:cubicBezTo>
                    <a:pt x="503"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11"/>
            <p:cNvSpPr/>
            <p:nvPr/>
          </p:nvSpPr>
          <p:spPr>
            <a:xfrm>
              <a:off x="1043825" y="4779625"/>
              <a:ext cx="12375" cy="12400"/>
            </a:xfrm>
            <a:custGeom>
              <a:avLst/>
              <a:gdLst/>
              <a:ahLst/>
              <a:cxnLst/>
              <a:rect l="l" t="t" r="r" b="b"/>
              <a:pathLst>
                <a:path w="495" h="496" extrusionOk="0">
                  <a:moveTo>
                    <a:pt x="250" y="0"/>
                  </a:moveTo>
                  <a:cubicBezTo>
                    <a:pt x="107" y="0"/>
                    <a:pt x="0" y="108"/>
                    <a:pt x="0" y="251"/>
                  </a:cubicBezTo>
                  <a:cubicBezTo>
                    <a:pt x="0" y="387"/>
                    <a:pt x="107" y="496"/>
                    <a:pt x="250" y="496"/>
                  </a:cubicBezTo>
                  <a:cubicBezTo>
                    <a:pt x="388" y="496"/>
                    <a:pt x="494" y="387"/>
                    <a:pt x="494" y="251"/>
                  </a:cubicBezTo>
                  <a:cubicBezTo>
                    <a:pt x="494" y="108"/>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11"/>
            <p:cNvSpPr/>
            <p:nvPr/>
          </p:nvSpPr>
          <p:spPr>
            <a:xfrm>
              <a:off x="1135575" y="4779625"/>
              <a:ext cx="12575" cy="12400"/>
            </a:xfrm>
            <a:custGeom>
              <a:avLst/>
              <a:gdLst/>
              <a:ahLst/>
              <a:cxnLst/>
              <a:rect l="l" t="t" r="r" b="b"/>
              <a:pathLst>
                <a:path w="503" h="496" extrusionOk="0">
                  <a:moveTo>
                    <a:pt x="252" y="0"/>
                  </a:moveTo>
                  <a:cubicBezTo>
                    <a:pt x="116" y="0"/>
                    <a:pt x="0" y="108"/>
                    <a:pt x="0" y="251"/>
                  </a:cubicBezTo>
                  <a:cubicBezTo>
                    <a:pt x="0" y="387"/>
                    <a:pt x="116" y="496"/>
                    <a:pt x="252" y="496"/>
                  </a:cubicBezTo>
                  <a:cubicBezTo>
                    <a:pt x="387" y="496"/>
                    <a:pt x="503" y="387"/>
                    <a:pt x="503" y="251"/>
                  </a:cubicBezTo>
                  <a:cubicBezTo>
                    <a:pt x="503" y="108"/>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11"/>
            <p:cNvSpPr/>
            <p:nvPr/>
          </p:nvSpPr>
          <p:spPr>
            <a:xfrm>
              <a:off x="1227500" y="4779625"/>
              <a:ext cx="12400" cy="12400"/>
            </a:xfrm>
            <a:custGeom>
              <a:avLst/>
              <a:gdLst/>
              <a:ahLst/>
              <a:cxnLst/>
              <a:rect l="l" t="t" r="r" b="b"/>
              <a:pathLst>
                <a:path w="496" h="496" extrusionOk="0">
                  <a:moveTo>
                    <a:pt x="251" y="0"/>
                  </a:moveTo>
                  <a:cubicBezTo>
                    <a:pt x="109" y="0"/>
                    <a:pt x="0" y="108"/>
                    <a:pt x="0" y="251"/>
                  </a:cubicBezTo>
                  <a:cubicBezTo>
                    <a:pt x="0" y="387"/>
                    <a:pt x="109" y="496"/>
                    <a:pt x="251" y="496"/>
                  </a:cubicBezTo>
                  <a:cubicBezTo>
                    <a:pt x="387" y="496"/>
                    <a:pt x="496" y="387"/>
                    <a:pt x="496" y="251"/>
                  </a:cubicBezTo>
                  <a:cubicBezTo>
                    <a:pt x="496" y="108"/>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11"/>
            <p:cNvSpPr/>
            <p:nvPr/>
          </p:nvSpPr>
          <p:spPr>
            <a:xfrm>
              <a:off x="1319275" y="4779625"/>
              <a:ext cx="12550" cy="12400"/>
            </a:xfrm>
            <a:custGeom>
              <a:avLst/>
              <a:gdLst/>
              <a:ahLst/>
              <a:cxnLst/>
              <a:rect l="l" t="t" r="r" b="b"/>
              <a:pathLst>
                <a:path w="502" h="496" extrusionOk="0">
                  <a:moveTo>
                    <a:pt x="252" y="0"/>
                  </a:moveTo>
                  <a:cubicBezTo>
                    <a:pt x="114" y="0"/>
                    <a:pt x="1" y="108"/>
                    <a:pt x="1" y="251"/>
                  </a:cubicBezTo>
                  <a:cubicBezTo>
                    <a:pt x="1" y="387"/>
                    <a:pt x="114" y="496"/>
                    <a:pt x="252" y="496"/>
                  </a:cubicBezTo>
                  <a:cubicBezTo>
                    <a:pt x="388" y="496"/>
                    <a:pt x="501" y="387"/>
                    <a:pt x="501" y="251"/>
                  </a:cubicBezTo>
                  <a:cubicBezTo>
                    <a:pt x="501"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11"/>
            <p:cNvSpPr/>
            <p:nvPr/>
          </p:nvSpPr>
          <p:spPr>
            <a:xfrm>
              <a:off x="1411200" y="4779625"/>
              <a:ext cx="12425" cy="12400"/>
            </a:xfrm>
            <a:custGeom>
              <a:avLst/>
              <a:gdLst/>
              <a:ahLst/>
              <a:cxnLst/>
              <a:rect l="l" t="t" r="r" b="b"/>
              <a:pathLst>
                <a:path w="497" h="496" extrusionOk="0">
                  <a:moveTo>
                    <a:pt x="245" y="0"/>
                  </a:moveTo>
                  <a:cubicBezTo>
                    <a:pt x="109" y="0"/>
                    <a:pt x="1" y="108"/>
                    <a:pt x="1" y="251"/>
                  </a:cubicBezTo>
                  <a:cubicBezTo>
                    <a:pt x="1" y="387"/>
                    <a:pt x="109" y="496"/>
                    <a:pt x="245" y="496"/>
                  </a:cubicBezTo>
                  <a:cubicBezTo>
                    <a:pt x="388" y="496"/>
                    <a:pt x="496" y="387"/>
                    <a:pt x="496" y="251"/>
                  </a:cubicBezTo>
                  <a:cubicBezTo>
                    <a:pt x="496" y="108"/>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11"/>
            <p:cNvSpPr/>
            <p:nvPr/>
          </p:nvSpPr>
          <p:spPr>
            <a:xfrm>
              <a:off x="1503000" y="4779625"/>
              <a:ext cx="12525" cy="12400"/>
            </a:xfrm>
            <a:custGeom>
              <a:avLst/>
              <a:gdLst/>
              <a:ahLst/>
              <a:cxnLst/>
              <a:rect l="l" t="t" r="r" b="b"/>
              <a:pathLst>
                <a:path w="501" h="496" extrusionOk="0">
                  <a:moveTo>
                    <a:pt x="250" y="0"/>
                  </a:moveTo>
                  <a:cubicBezTo>
                    <a:pt x="114" y="0"/>
                    <a:pt x="0" y="108"/>
                    <a:pt x="0" y="251"/>
                  </a:cubicBezTo>
                  <a:cubicBezTo>
                    <a:pt x="0" y="387"/>
                    <a:pt x="114" y="496"/>
                    <a:pt x="250" y="496"/>
                  </a:cubicBezTo>
                  <a:cubicBezTo>
                    <a:pt x="387" y="496"/>
                    <a:pt x="501" y="387"/>
                    <a:pt x="501" y="251"/>
                  </a:cubicBezTo>
                  <a:cubicBezTo>
                    <a:pt x="501" y="108"/>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6" name="Google Shape;8146;p11"/>
            <p:cNvSpPr/>
            <p:nvPr/>
          </p:nvSpPr>
          <p:spPr>
            <a:xfrm>
              <a:off x="1594750" y="4779625"/>
              <a:ext cx="12575" cy="12400"/>
            </a:xfrm>
            <a:custGeom>
              <a:avLst/>
              <a:gdLst/>
              <a:ahLst/>
              <a:cxnLst/>
              <a:rect l="l" t="t" r="r" b="b"/>
              <a:pathLst>
                <a:path w="503" h="496" extrusionOk="0">
                  <a:moveTo>
                    <a:pt x="251" y="0"/>
                  </a:moveTo>
                  <a:cubicBezTo>
                    <a:pt x="115" y="0"/>
                    <a:pt x="0" y="108"/>
                    <a:pt x="0" y="251"/>
                  </a:cubicBezTo>
                  <a:cubicBezTo>
                    <a:pt x="0" y="387"/>
                    <a:pt x="115" y="496"/>
                    <a:pt x="251" y="496"/>
                  </a:cubicBezTo>
                  <a:cubicBezTo>
                    <a:pt x="394" y="496"/>
                    <a:pt x="503" y="387"/>
                    <a:pt x="503" y="251"/>
                  </a:cubicBezTo>
                  <a:cubicBezTo>
                    <a:pt x="503" y="108"/>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11"/>
            <p:cNvSpPr/>
            <p:nvPr/>
          </p:nvSpPr>
          <p:spPr>
            <a:xfrm>
              <a:off x="1686650" y="4779625"/>
              <a:ext cx="12600" cy="12400"/>
            </a:xfrm>
            <a:custGeom>
              <a:avLst/>
              <a:gdLst/>
              <a:ahLst/>
              <a:cxnLst/>
              <a:rect l="l" t="t" r="r" b="b"/>
              <a:pathLst>
                <a:path w="504" h="496" extrusionOk="0">
                  <a:moveTo>
                    <a:pt x="252" y="0"/>
                  </a:moveTo>
                  <a:cubicBezTo>
                    <a:pt x="116" y="0"/>
                    <a:pt x="1" y="108"/>
                    <a:pt x="1" y="251"/>
                  </a:cubicBezTo>
                  <a:cubicBezTo>
                    <a:pt x="1" y="387"/>
                    <a:pt x="116" y="496"/>
                    <a:pt x="252" y="496"/>
                  </a:cubicBezTo>
                  <a:cubicBezTo>
                    <a:pt x="388" y="496"/>
                    <a:pt x="503" y="387"/>
                    <a:pt x="503" y="251"/>
                  </a:cubicBezTo>
                  <a:cubicBezTo>
                    <a:pt x="503"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11"/>
            <p:cNvSpPr/>
            <p:nvPr/>
          </p:nvSpPr>
          <p:spPr>
            <a:xfrm>
              <a:off x="1778450" y="4779625"/>
              <a:ext cx="12550" cy="12400"/>
            </a:xfrm>
            <a:custGeom>
              <a:avLst/>
              <a:gdLst/>
              <a:ahLst/>
              <a:cxnLst/>
              <a:rect l="l" t="t" r="r" b="b"/>
              <a:pathLst>
                <a:path w="502" h="496" extrusionOk="0">
                  <a:moveTo>
                    <a:pt x="252" y="0"/>
                  </a:moveTo>
                  <a:cubicBezTo>
                    <a:pt x="114" y="0"/>
                    <a:pt x="1" y="108"/>
                    <a:pt x="1" y="251"/>
                  </a:cubicBezTo>
                  <a:cubicBezTo>
                    <a:pt x="1" y="387"/>
                    <a:pt x="114" y="496"/>
                    <a:pt x="252" y="496"/>
                  </a:cubicBezTo>
                  <a:cubicBezTo>
                    <a:pt x="388" y="496"/>
                    <a:pt x="501" y="387"/>
                    <a:pt x="501" y="251"/>
                  </a:cubicBezTo>
                  <a:cubicBezTo>
                    <a:pt x="501"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11"/>
            <p:cNvSpPr/>
            <p:nvPr/>
          </p:nvSpPr>
          <p:spPr>
            <a:xfrm>
              <a:off x="1870375" y="4779625"/>
              <a:ext cx="12400" cy="12400"/>
            </a:xfrm>
            <a:custGeom>
              <a:avLst/>
              <a:gdLst/>
              <a:ahLst/>
              <a:cxnLst/>
              <a:rect l="l" t="t" r="r" b="b"/>
              <a:pathLst>
                <a:path w="496" h="496" extrusionOk="0">
                  <a:moveTo>
                    <a:pt x="252" y="0"/>
                  </a:moveTo>
                  <a:cubicBezTo>
                    <a:pt x="109" y="0"/>
                    <a:pt x="0" y="108"/>
                    <a:pt x="0" y="251"/>
                  </a:cubicBezTo>
                  <a:cubicBezTo>
                    <a:pt x="0" y="387"/>
                    <a:pt x="109" y="496"/>
                    <a:pt x="252" y="496"/>
                  </a:cubicBezTo>
                  <a:cubicBezTo>
                    <a:pt x="387" y="496"/>
                    <a:pt x="496" y="387"/>
                    <a:pt x="496" y="251"/>
                  </a:cubicBezTo>
                  <a:cubicBezTo>
                    <a:pt x="496" y="108"/>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11"/>
            <p:cNvSpPr/>
            <p:nvPr/>
          </p:nvSpPr>
          <p:spPr>
            <a:xfrm>
              <a:off x="1962150" y="4779625"/>
              <a:ext cx="12550" cy="12400"/>
            </a:xfrm>
            <a:custGeom>
              <a:avLst/>
              <a:gdLst/>
              <a:ahLst/>
              <a:cxnLst/>
              <a:rect l="l" t="t" r="r" b="b"/>
              <a:pathLst>
                <a:path w="502" h="496" extrusionOk="0">
                  <a:moveTo>
                    <a:pt x="250" y="0"/>
                  </a:moveTo>
                  <a:cubicBezTo>
                    <a:pt x="114" y="0"/>
                    <a:pt x="1" y="108"/>
                    <a:pt x="1" y="251"/>
                  </a:cubicBezTo>
                  <a:cubicBezTo>
                    <a:pt x="1" y="387"/>
                    <a:pt x="114" y="496"/>
                    <a:pt x="250" y="496"/>
                  </a:cubicBezTo>
                  <a:cubicBezTo>
                    <a:pt x="388" y="496"/>
                    <a:pt x="502" y="387"/>
                    <a:pt x="502" y="251"/>
                  </a:cubicBezTo>
                  <a:cubicBezTo>
                    <a:pt x="502" y="108"/>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11"/>
            <p:cNvSpPr/>
            <p:nvPr/>
          </p:nvSpPr>
          <p:spPr>
            <a:xfrm>
              <a:off x="2054075" y="4779625"/>
              <a:ext cx="12425" cy="12400"/>
            </a:xfrm>
            <a:custGeom>
              <a:avLst/>
              <a:gdLst/>
              <a:ahLst/>
              <a:cxnLst/>
              <a:rect l="l" t="t" r="r" b="b"/>
              <a:pathLst>
                <a:path w="497" h="496" extrusionOk="0">
                  <a:moveTo>
                    <a:pt x="252" y="0"/>
                  </a:moveTo>
                  <a:cubicBezTo>
                    <a:pt x="109" y="0"/>
                    <a:pt x="1" y="108"/>
                    <a:pt x="1" y="251"/>
                  </a:cubicBezTo>
                  <a:cubicBezTo>
                    <a:pt x="1" y="387"/>
                    <a:pt x="109" y="496"/>
                    <a:pt x="252" y="496"/>
                  </a:cubicBezTo>
                  <a:cubicBezTo>
                    <a:pt x="388" y="496"/>
                    <a:pt x="496" y="387"/>
                    <a:pt x="496" y="251"/>
                  </a:cubicBezTo>
                  <a:cubicBezTo>
                    <a:pt x="496"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11"/>
            <p:cNvSpPr/>
            <p:nvPr/>
          </p:nvSpPr>
          <p:spPr>
            <a:xfrm>
              <a:off x="2145825" y="4779625"/>
              <a:ext cx="12600" cy="12400"/>
            </a:xfrm>
            <a:custGeom>
              <a:avLst/>
              <a:gdLst/>
              <a:ahLst/>
              <a:cxnLst/>
              <a:rect l="l" t="t" r="r" b="b"/>
              <a:pathLst>
                <a:path w="504" h="496" extrusionOk="0">
                  <a:moveTo>
                    <a:pt x="252" y="0"/>
                  </a:moveTo>
                  <a:cubicBezTo>
                    <a:pt x="116" y="0"/>
                    <a:pt x="1" y="108"/>
                    <a:pt x="1" y="251"/>
                  </a:cubicBezTo>
                  <a:cubicBezTo>
                    <a:pt x="1" y="387"/>
                    <a:pt x="116" y="496"/>
                    <a:pt x="252" y="496"/>
                  </a:cubicBezTo>
                  <a:cubicBezTo>
                    <a:pt x="388" y="496"/>
                    <a:pt x="503" y="387"/>
                    <a:pt x="503" y="251"/>
                  </a:cubicBezTo>
                  <a:cubicBezTo>
                    <a:pt x="503"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11"/>
            <p:cNvSpPr/>
            <p:nvPr/>
          </p:nvSpPr>
          <p:spPr>
            <a:xfrm>
              <a:off x="2237800" y="4779625"/>
              <a:ext cx="12350" cy="12400"/>
            </a:xfrm>
            <a:custGeom>
              <a:avLst/>
              <a:gdLst/>
              <a:ahLst/>
              <a:cxnLst/>
              <a:rect l="l" t="t" r="r" b="b"/>
              <a:pathLst>
                <a:path w="494" h="496" extrusionOk="0">
                  <a:moveTo>
                    <a:pt x="244" y="0"/>
                  </a:moveTo>
                  <a:cubicBezTo>
                    <a:pt x="107" y="0"/>
                    <a:pt x="0" y="108"/>
                    <a:pt x="0" y="251"/>
                  </a:cubicBezTo>
                  <a:cubicBezTo>
                    <a:pt x="0" y="387"/>
                    <a:pt x="107" y="496"/>
                    <a:pt x="244" y="496"/>
                  </a:cubicBezTo>
                  <a:cubicBezTo>
                    <a:pt x="387" y="496"/>
                    <a:pt x="494" y="387"/>
                    <a:pt x="494" y="251"/>
                  </a:cubicBezTo>
                  <a:cubicBezTo>
                    <a:pt x="494" y="108"/>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11"/>
            <p:cNvSpPr/>
            <p:nvPr/>
          </p:nvSpPr>
          <p:spPr>
            <a:xfrm>
              <a:off x="2329550" y="4779625"/>
              <a:ext cx="12575" cy="12400"/>
            </a:xfrm>
            <a:custGeom>
              <a:avLst/>
              <a:gdLst/>
              <a:ahLst/>
              <a:cxnLst/>
              <a:rect l="l" t="t" r="r" b="b"/>
              <a:pathLst>
                <a:path w="503" h="496" extrusionOk="0">
                  <a:moveTo>
                    <a:pt x="251" y="0"/>
                  </a:moveTo>
                  <a:cubicBezTo>
                    <a:pt x="115" y="0"/>
                    <a:pt x="0" y="108"/>
                    <a:pt x="0" y="251"/>
                  </a:cubicBezTo>
                  <a:cubicBezTo>
                    <a:pt x="0" y="387"/>
                    <a:pt x="115" y="496"/>
                    <a:pt x="251" y="496"/>
                  </a:cubicBezTo>
                  <a:cubicBezTo>
                    <a:pt x="387" y="496"/>
                    <a:pt x="502" y="387"/>
                    <a:pt x="502" y="251"/>
                  </a:cubicBezTo>
                  <a:cubicBezTo>
                    <a:pt x="502" y="108"/>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11"/>
            <p:cNvSpPr/>
            <p:nvPr/>
          </p:nvSpPr>
          <p:spPr>
            <a:xfrm>
              <a:off x="2421325" y="4779625"/>
              <a:ext cx="12550" cy="12400"/>
            </a:xfrm>
            <a:custGeom>
              <a:avLst/>
              <a:gdLst/>
              <a:ahLst/>
              <a:cxnLst/>
              <a:rect l="l" t="t" r="r" b="b"/>
              <a:pathLst>
                <a:path w="502" h="496" extrusionOk="0">
                  <a:moveTo>
                    <a:pt x="250" y="0"/>
                  </a:moveTo>
                  <a:cubicBezTo>
                    <a:pt x="114" y="0"/>
                    <a:pt x="1" y="108"/>
                    <a:pt x="1" y="251"/>
                  </a:cubicBezTo>
                  <a:cubicBezTo>
                    <a:pt x="1" y="387"/>
                    <a:pt x="114" y="496"/>
                    <a:pt x="250" y="496"/>
                  </a:cubicBezTo>
                  <a:cubicBezTo>
                    <a:pt x="395" y="496"/>
                    <a:pt x="501" y="387"/>
                    <a:pt x="501" y="251"/>
                  </a:cubicBezTo>
                  <a:cubicBezTo>
                    <a:pt x="501" y="108"/>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11"/>
            <p:cNvSpPr/>
            <p:nvPr/>
          </p:nvSpPr>
          <p:spPr>
            <a:xfrm>
              <a:off x="2513250" y="4779625"/>
              <a:ext cx="12575" cy="12400"/>
            </a:xfrm>
            <a:custGeom>
              <a:avLst/>
              <a:gdLst/>
              <a:ahLst/>
              <a:cxnLst/>
              <a:rect l="l" t="t" r="r" b="b"/>
              <a:pathLst>
                <a:path w="503" h="496" extrusionOk="0">
                  <a:moveTo>
                    <a:pt x="252" y="0"/>
                  </a:moveTo>
                  <a:cubicBezTo>
                    <a:pt x="109" y="0"/>
                    <a:pt x="0" y="108"/>
                    <a:pt x="0" y="251"/>
                  </a:cubicBezTo>
                  <a:cubicBezTo>
                    <a:pt x="0" y="387"/>
                    <a:pt x="109" y="496"/>
                    <a:pt x="252" y="496"/>
                  </a:cubicBezTo>
                  <a:cubicBezTo>
                    <a:pt x="388" y="496"/>
                    <a:pt x="503" y="387"/>
                    <a:pt x="503" y="251"/>
                  </a:cubicBezTo>
                  <a:cubicBezTo>
                    <a:pt x="503"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11"/>
            <p:cNvSpPr/>
            <p:nvPr/>
          </p:nvSpPr>
          <p:spPr>
            <a:xfrm>
              <a:off x="2605000" y="4779625"/>
              <a:ext cx="12575" cy="12400"/>
            </a:xfrm>
            <a:custGeom>
              <a:avLst/>
              <a:gdLst/>
              <a:ahLst/>
              <a:cxnLst/>
              <a:rect l="l" t="t" r="r" b="b"/>
              <a:pathLst>
                <a:path w="503" h="496" extrusionOk="0">
                  <a:moveTo>
                    <a:pt x="252" y="0"/>
                  </a:moveTo>
                  <a:cubicBezTo>
                    <a:pt x="116" y="0"/>
                    <a:pt x="0" y="108"/>
                    <a:pt x="0" y="251"/>
                  </a:cubicBezTo>
                  <a:cubicBezTo>
                    <a:pt x="0" y="387"/>
                    <a:pt x="116" y="496"/>
                    <a:pt x="252" y="496"/>
                  </a:cubicBezTo>
                  <a:cubicBezTo>
                    <a:pt x="387" y="496"/>
                    <a:pt x="503" y="387"/>
                    <a:pt x="503" y="251"/>
                  </a:cubicBezTo>
                  <a:cubicBezTo>
                    <a:pt x="503" y="108"/>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11"/>
            <p:cNvSpPr/>
            <p:nvPr/>
          </p:nvSpPr>
          <p:spPr>
            <a:xfrm>
              <a:off x="2696950" y="4779625"/>
              <a:ext cx="12375" cy="12400"/>
            </a:xfrm>
            <a:custGeom>
              <a:avLst/>
              <a:gdLst/>
              <a:ahLst/>
              <a:cxnLst/>
              <a:rect l="l" t="t" r="r" b="b"/>
              <a:pathLst>
                <a:path w="495" h="496" extrusionOk="0">
                  <a:moveTo>
                    <a:pt x="252" y="0"/>
                  </a:moveTo>
                  <a:cubicBezTo>
                    <a:pt x="108" y="0"/>
                    <a:pt x="1" y="108"/>
                    <a:pt x="1" y="251"/>
                  </a:cubicBezTo>
                  <a:cubicBezTo>
                    <a:pt x="1" y="387"/>
                    <a:pt x="108" y="496"/>
                    <a:pt x="252" y="496"/>
                  </a:cubicBezTo>
                  <a:cubicBezTo>
                    <a:pt x="388" y="496"/>
                    <a:pt x="495" y="387"/>
                    <a:pt x="495" y="251"/>
                  </a:cubicBezTo>
                  <a:cubicBezTo>
                    <a:pt x="495"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9" name="Google Shape;8159;p11"/>
            <p:cNvSpPr/>
            <p:nvPr/>
          </p:nvSpPr>
          <p:spPr>
            <a:xfrm>
              <a:off x="2788700" y="4779625"/>
              <a:ext cx="12600" cy="12400"/>
            </a:xfrm>
            <a:custGeom>
              <a:avLst/>
              <a:gdLst/>
              <a:ahLst/>
              <a:cxnLst/>
              <a:rect l="l" t="t" r="r" b="b"/>
              <a:pathLst>
                <a:path w="504" h="496" extrusionOk="0">
                  <a:moveTo>
                    <a:pt x="252" y="0"/>
                  </a:moveTo>
                  <a:cubicBezTo>
                    <a:pt x="116" y="0"/>
                    <a:pt x="1" y="108"/>
                    <a:pt x="1" y="251"/>
                  </a:cubicBezTo>
                  <a:cubicBezTo>
                    <a:pt x="1" y="387"/>
                    <a:pt x="116" y="496"/>
                    <a:pt x="252" y="496"/>
                  </a:cubicBezTo>
                  <a:cubicBezTo>
                    <a:pt x="388" y="496"/>
                    <a:pt x="503" y="387"/>
                    <a:pt x="503" y="251"/>
                  </a:cubicBezTo>
                  <a:cubicBezTo>
                    <a:pt x="503"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11"/>
            <p:cNvSpPr/>
            <p:nvPr/>
          </p:nvSpPr>
          <p:spPr>
            <a:xfrm>
              <a:off x="2880675" y="4779625"/>
              <a:ext cx="12375" cy="12400"/>
            </a:xfrm>
            <a:custGeom>
              <a:avLst/>
              <a:gdLst/>
              <a:ahLst/>
              <a:cxnLst/>
              <a:rect l="l" t="t" r="r" b="b"/>
              <a:pathLst>
                <a:path w="495" h="496" extrusionOk="0">
                  <a:moveTo>
                    <a:pt x="243" y="0"/>
                  </a:moveTo>
                  <a:cubicBezTo>
                    <a:pt x="107" y="0"/>
                    <a:pt x="0" y="108"/>
                    <a:pt x="0" y="251"/>
                  </a:cubicBezTo>
                  <a:cubicBezTo>
                    <a:pt x="0" y="387"/>
                    <a:pt x="107" y="496"/>
                    <a:pt x="243" y="496"/>
                  </a:cubicBezTo>
                  <a:cubicBezTo>
                    <a:pt x="387" y="496"/>
                    <a:pt x="494" y="387"/>
                    <a:pt x="494" y="251"/>
                  </a:cubicBezTo>
                  <a:cubicBezTo>
                    <a:pt x="494" y="108"/>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1" name="Google Shape;8161;p11"/>
            <p:cNvSpPr/>
            <p:nvPr/>
          </p:nvSpPr>
          <p:spPr>
            <a:xfrm>
              <a:off x="2972425" y="4779625"/>
              <a:ext cx="12575" cy="12400"/>
            </a:xfrm>
            <a:custGeom>
              <a:avLst/>
              <a:gdLst/>
              <a:ahLst/>
              <a:cxnLst/>
              <a:rect l="l" t="t" r="r" b="b"/>
              <a:pathLst>
                <a:path w="503" h="496" extrusionOk="0">
                  <a:moveTo>
                    <a:pt x="251" y="0"/>
                  </a:moveTo>
                  <a:cubicBezTo>
                    <a:pt x="115" y="0"/>
                    <a:pt x="0" y="108"/>
                    <a:pt x="0" y="251"/>
                  </a:cubicBezTo>
                  <a:cubicBezTo>
                    <a:pt x="0" y="387"/>
                    <a:pt x="115" y="496"/>
                    <a:pt x="251" y="496"/>
                  </a:cubicBezTo>
                  <a:cubicBezTo>
                    <a:pt x="387" y="496"/>
                    <a:pt x="503" y="387"/>
                    <a:pt x="503" y="251"/>
                  </a:cubicBezTo>
                  <a:cubicBezTo>
                    <a:pt x="503" y="108"/>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11"/>
            <p:cNvSpPr/>
            <p:nvPr/>
          </p:nvSpPr>
          <p:spPr>
            <a:xfrm>
              <a:off x="3064375" y="4779625"/>
              <a:ext cx="12375" cy="12400"/>
            </a:xfrm>
            <a:custGeom>
              <a:avLst/>
              <a:gdLst/>
              <a:ahLst/>
              <a:cxnLst/>
              <a:rect l="l" t="t" r="r" b="b"/>
              <a:pathLst>
                <a:path w="495" h="496" extrusionOk="0">
                  <a:moveTo>
                    <a:pt x="243" y="0"/>
                  </a:moveTo>
                  <a:cubicBezTo>
                    <a:pt x="107" y="0"/>
                    <a:pt x="1" y="108"/>
                    <a:pt x="1" y="251"/>
                  </a:cubicBezTo>
                  <a:cubicBezTo>
                    <a:pt x="1" y="387"/>
                    <a:pt x="107" y="496"/>
                    <a:pt x="243" y="496"/>
                  </a:cubicBezTo>
                  <a:cubicBezTo>
                    <a:pt x="388" y="496"/>
                    <a:pt x="495" y="387"/>
                    <a:pt x="495" y="251"/>
                  </a:cubicBezTo>
                  <a:cubicBezTo>
                    <a:pt x="495" y="108"/>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11"/>
            <p:cNvSpPr/>
            <p:nvPr/>
          </p:nvSpPr>
          <p:spPr>
            <a:xfrm>
              <a:off x="3156125" y="4779625"/>
              <a:ext cx="12600" cy="12400"/>
            </a:xfrm>
            <a:custGeom>
              <a:avLst/>
              <a:gdLst/>
              <a:ahLst/>
              <a:cxnLst/>
              <a:rect l="l" t="t" r="r" b="b"/>
              <a:pathLst>
                <a:path w="504" h="496" extrusionOk="0">
                  <a:moveTo>
                    <a:pt x="252" y="0"/>
                  </a:moveTo>
                  <a:cubicBezTo>
                    <a:pt x="116" y="0"/>
                    <a:pt x="1" y="108"/>
                    <a:pt x="1" y="251"/>
                  </a:cubicBezTo>
                  <a:cubicBezTo>
                    <a:pt x="1" y="387"/>
                    <a:pt x="116" y="496"/>
                    <a:pt x="252" y="496"/>
                  </a:cubicBezTo>
                  <a:cubicBezTo>
                    <a:pt x="388" y="496"/>
                    <a:pt x="503" y="387"/>
                    <a:pt x="503" y="251"/>
                  </a:cubicBezTo>
                  <a:cubicBezTo>
                    <a:pt x="503"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11"/>
            <p:cNvSpPr/>
            <p:nvPr/>
          </p:nvSpPr>
          <p:spPr>
            <a:xfrm>
              <a:off x="3247875" y="4779625"/>
              <a:ext cx="12575" cy="12400"/>
            </a:xfrm>
            <a:custGeom>
              <a:avLst/>
              <a:gdLst/>
              <a:ahLst/>
              <a:cxnLst/>
              <a:rect l="l" t="t" r="r" b="b"/>
              <a:pathLst>
                <a:path w="503" h="496" extrusionOk="0">
                  <a:moveTo>
                    <a:pt x="252" y="0"/>
                  </a:moveTo>
                  <a:cubicBezTo>
                    <a:pt x="116" y="0"/>
                    <a:pt x="1" y="108"/>
                    <a:pt x="1" y="251"/>
                  </a:cubicBezTo>
                  <a:cubicBezTo>
                    <a:pt x="1" y="387"/>
                    <a:pt x="116" y="496"/>
                    <a:pt x="252" y="496"/>
                  </a:cubicBezTo>
                  <a:cubicBezTo>
                    <a:pt x="388" y="496"/>
                    <a:pt x="503" y="387"/>
                    <a:pt x="503" y="251"/>
                  </a:cubicBezTo>
                  <a:cubicBezTo>
                    <a:pt x="503"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11"/>
            <p:cNvSpPr/>
            <p:nvPr/>
          </p:nvSpPr>
          <p:spPr>
            <a:xfrm>
              <a:off x="3339850" y="4779625"/>
              <a:ext cx="12525" cy="12400"/>
            </a:xfrm>
            <a:custGeom>
              <a:avLst/>
              <a:gdLst/>
              <a:ahLst/>
              <a:cxnLst/>
              <a:rect l="l" t="t" r="r" b="b"/>
              <a:pathLst>
                <a:path w="501" h="496" extrusionOk="0">
                  <a:moveTo>
                    <a:pt x="251" y="0"/>
                  </a:moveTo>
                  <a:cubicBezTo>
                    <a:pt x="107" y="0"/>
                    <a:pt x="0" y="108"/>
                    <a:pt x="0" y="251"/>
                  </a:cubicBezTo>
                  <a:cubicBezTo>
                    <a:pt x="0" y="387"/>
                    <a:pt x="107" y="496"/>
                    <a:pt x="251" y="496"/>
                  </a:cubicBezTo>
                  <a:cubicBezTo>
                    <a:pt x="387" y="496"/>
                    <a:pt x="501" y="387"/>
                    <a:pt x="501" y="251"/>
                  </a:cubicBezTo>
                  <a:cubicBezTo>
                    <a:pt x="501" y="108"/>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11"/>
            <p:cNvSpPr/>
            <p:nvPr/>
          </p:nvSpPr>
          <p:spPr>
            <a:xfrm>
              <a:off x="3431575" y="4779625"/>
              <a:ext cx="12600" cy="12400"/>
            </a:xfrm>
            <a:custGeom>
              <a:avLst/>
              <a:gdLst/>
              <a:ahLst/>
              <a:cxnLst/>
              <a:rect l="l" t="t" r="r" b="b"/>
              <a:pathLst>
                <a:path w="504" h="496" extrusionOk="0">
                  <a:moveTo>
                    <a:pt x="252" y="0"/>
                  </a:moveTo>
                  <a:cubicBezTo>
                    <a:pt x="116" y="0"/>
                    <a:pt x="1" y="108"/>
                    <a:pt x="1" y="251"/>
                  </a:cubicBezTo>
                  <a:cubicBezTo>
                    <a:pt x="1" y="387"/>
                    <a:pt x="116" y="496"/>
                    <a:pt x="252" y="496"/>
                  </a:cubicBezTo>
                  <a:cubicBezTo>
                    <a:pt x="388" y="496"/>
                    <a:pt x="503" y="387"/>
                    <a:pt x="503" y="251"/>
                  </a:cubicBezTo>
                  <a:cubicBezTo>
                    <a:pt x="503"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11"/>
            <p:cNvSpPr/>
            <p:nvPr/>
          </p:nvSpPr>
          <p:spPr>
            <a:xfrm>
              <a:off x="3523550" y="4779625"/>
              <a:ext cx="12375" cy="12400"/>
            </a:xfrm>
            <a:custGeom>
              <a:avLst/>
              <a:gdLst/>
              <a:ahLst/>
              <a:cxnLst/>
              <a:rect l="l" t="t" r="r" b="b"/>
              <a:pathLst>
                <a:path w="495" h="496" extrusionOk="0">
                  <a:moveTo>
                    <a:pt x="250" y="0"/>
                  </a:moveTo>
                  <a:cubicBezTo>
                    <a:pt x="107" y="0"/>
                    <a:pt x="0" y="108"/>
                    <a:pt x="0" y="251"/>
                  </a:cubicBezTo>
                  <a:cubicBezTo>
                    <a:pt x="0" y="387"/>
                    <a:pt x="107" y="496"/>
                    <a:pt x="250" y="496"/>
                  </a:cubicBezTo>
                  <a:cubicBezTo>
                    <a:pt x="388" y="496"/>
                    <a:pt x="494" y="387"/>
                    <a:pt x="494" y="251"/>
                  </a:cubicBezTo>
                  <a:cubicBezTo>
                    <a:pt x="494" y="108"/>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11"/>
            <p:cNvSpPr/>
            <p:nvPr/>
          </p:nvSpPr>
          <p:spPr>
            <a:xfrm>
              <a:off x="676400" y="48714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11"/>
            <p:cNvSpPr/>
            <p:nvPr/>
          </p:nvSpPr>
          <p:spPr>
            <a:xfrm>
              <a:off x="768325" y="4871400"/>
              <a:ext cx="12400" cy="12550"/>
            </a:xfrm>
            <a:custGeom>
              <a:avLst/>
              <a:gdLst/>
              <a:ahLst/>
              <a:cxnLst/>
              <a:rect l="l" t="t" r="r" b="b"/>
              <a:pathLst>
                <a:path w="496" h="502" extrusionOk="0">
                  <a:moveTo>
                    <a:pt x="245" y="1"/>
                  </a:moveTo>
                  <a:cubicBezTo>
                    <a:pt x="109" y="1"/>
                    <a:pt x="0" y="114"/>
                    <a:pt x="0" y="252"/>
                  </a:cubicBezTo>
                  <a:cubicBezTo>
                    <a:pt x="0" y="388"/>
                    <a:pt x="109" y="501"/>
                    <a:pt x="245" y="501"/>
                  </a:cubicBezTo>
                  <a:cubicBezTo>
                    <a:pt x="388" y="501"/>
                    <a:pt x="496" y="388"/>
                    <a:pt x="496" y="252"/>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11"/>
            <p:cNvSpPr/>
            <p:nvPr/>
          </p:nvSpPr>
          <p:spPr>
            <a:xfrm>
              <a:off x="860125" y="4871400"/>
              <a:ext cx="12525" cy="12550"/>
            </a:xfrm>
            <a:custGeom>
              <a:avLst/>
              <a:gdLst/>
              <a:ahLst/>
              <a:cxnLst/>
              <a:rect l="l" t="t" r="r" b="b"/>
              <a:pathLst>
                <a:path w="501" h="502" extrusionOk="0">
                  <a:moveTo>
                    <a:pt x="251" y="1"/>
                  </a:moveTo>
                  <a:cubicBezTo>
                    <a:pt x="114" y="1"/>
                    <a:pt x="0" y="114"/>
                    <a:pt x="0" y="252"/>
                  </a:cubicBezTo>
                  <a:cubicBezTo>
                    <a:pt x="0" y="388"/>
                    <a:pt x="114" y="501"/>
                    <a:pt x="251" y="501"/>
                  </a:cubicBezTo>
                  <a:cubicBezTo>
                    <a:pt x="387" y="501"/>
                    <a:pt x="501" y="388"/>
                    <a:pt x="501" y="252"/>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1" name="Google Shape;8171;p11"/>
            <p:cNvSpPr/>
            <p:nvPr/>
          </p:nvSpPr>
          <p:spPr>
            <a:xfrm>
              <a:off x="951850" y="48714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2" name="Google Shape;8172;p11"/>
            <p:cNvSpPr/>
            <p:nvPr/>
          </p:nvSpPr>
          <p:spPr>
            <a:xfrm>
              <a:off x="1043825" y="4871400"/>
              <a:ext cx="12375" cy="12550"/>
            </a:xfrm>
            <a:custGeom>
              <a:avLst/>
              <a:gdLst/>
              <a:ahLst/>
              <a:cxnLst/>
              <a:rect l="l" t="t" r="r" b="b"/>
              <a:pathLst>
                <a:path w="495" h="502" extrusionOk="0">
                  <a:moveTo>
                    <a:pt x="250" y="1"/>
                  </a:moveTo>
                  <a:cubicBezTo>
                    <a:pt x="107" y="1"/>
                    <a:pt x="0" y="114"/>
                    <a:pt x="0" y="252"/>
                  </a:cubicBezTo>
                  <a:cubicBezTo>
                    <a:pt x="0" y="388"/>
                    <a:pt x="107" y="501"/>
                    <a:pt x="250" y="501"/>
                  </a:cubicBezTo>
                  <a:cubicBezTo>
                    <a:pt x="388" y="501"/>
                    <a:pt x="494" y="388"/>
                    <a:pt x="494" y="252"/>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11"/>
            <p:cNvSpPr/>
            <p:nvPr/>
          </p:nvSpPr>
          <p:spPr>
            <a:xfrm>
              <a:off x="1135575" y="4871400"/>
              <a:ext cx="12575" cy="12550"/>
            </a:xfrm>
            <a:custGeom>
              <a:avLst/>
              <a:gdLst/>
              <a:ahLst/>
              <a:cxnLst/>
              <a:rect l="l" t="t" r="r" b="b"/>
              <a:pathLst>
                <a:path w="503" h="502" extrusionOk="0">
                  <a:moveTo>
                    <a:pt x="252" y="1"/>
                  </a:moveTo>
                  <a:cubicBezTo>
                    <a:pt x="116" y="1"/>
                    <a:pt x="0" y="114"/>
                    <a:pt x="0" y="252"/>
                  </a:cubicBezTo>
                  <a:cubicBezTo>
                    <a:pt x="0" y="388"/>
                    <a:pt x="116" y="501"/>
                    <a:pt x="252" y="501"/>
                  </a:cubicBezTo>
                  <a:cubicBezTo>
                    <a:pt x="387" y="501"/>
                    <a:pt x="503" y="388"/>
                    <a:pt x="503" y="252"/>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11"/>
            <p:cNvSpPr/>
            <p:nvPr/>
          </p:nvSpPr>
          <p:spPr>
            <a:xfrm>
              <a:off x="1227500" y="4871400"/>
              <a:ext cx="12400" cy="12550"/>
            </a:xfrm>
            <a:custGeom>
              <a:avLst/>
              <a:gdLst/>
              <a:ahLst/>
              <a:cxnLst/>
              <a:rect l="l" t="t" r="r" b="b"/>
              <a:pathLst>
                <a:path w="496" h="502" extrusionOk="0">
                  <a:moveTo>
                    <a:pt x="251" y="1"/>
                  </a:moveTo>
                  <a:cubicBezTo>
                    <a:pt x="109" y="1"/>
                    <a:pt x="0" y="114"/>
                    <a:pt x="0" y="252"/>
                  </a:cubicBezTo>
                  <a:cubicBezTo>
                    <a:pt x="0" y="388"/>
                    <a:pt x="109" y="501"/>
                    <a:pt x="251" y="501"/>
                  </a:cubicBezTo>
                  <a:cubicBezTo>
                    <a:pt x="387" y="501"/>
                    <a:pt x="496" y="388"/>
                    <a:pt x="496" y="252"/>
                  </a:cubicBezTo>
                  <a:cubicBezTo>
                    <a:pt x="496"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5" name="Google Shape;8175;p11"/>
            <p:cNvSpPr/>
            <p:nvPr/>
          </p:nvSpPr>
          <p:spPr>
            <a:xfrm>
              <a:off x="1319275" y="4871400"/>
              <a:ext cx="12550" cy="12550"/>
            </a:xfrm>
            <a:custGeom>
              <a:avLst/>
              <a:gdLst/>
              <a:ahLst/>
              <a:cxnLst/>
              <a:rect l="l" t="t" r="r" b="b"/>
              <a:pathLst>
                <a:path w="502" h="502" extrusionOk="0">
                  <a:moveTo>
                    <a:pt x="252" y="1"/>
                  </a:moveTo>
                  <a:cubicBezTo>
                    <a:pt x="114" y="1"/>
                    <a:pt x="1" y="114"/>
                    <a:pt x="1" y="252"/>
                  </a:cubicBezTo>
                  <a:cubicBezTo>
                    <a:pt x="1" y="388"/>
                    <a:pt x="114" y="501"/>
                    <a:pt x="252" y="501"/>
                  </a:cubicBezTo>
                  <a:cubicBezTo>
                    <a:pt x="388" y="501"/>
                    <a:pt x="501" y="388"/>
                    <a:pt x="501" y="252"/>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11"/>
            <p:cNvSpPr/>
            <p:nvPr/>
          </p:nvSpPr>
          <p:spPr>
            <a:xfrm>
              <a:off x="1411200" y="4871400"/>
              <a:ext cx="12425" cy="12550"/>
            </a:xfrm>
            <a:custGeom>
              <a:avLst/>
              <a:gdLst/>
              <a:ahLst/>
              <a:cxnLst/>
              <a:rect l="l" t="t" r="r" b="b"/>
              <a:pathLst>
                <a:path w="497" h="502" extrusionOk="0">
                  <a:moveTo>
                    <a:pt x="245" y="1"/>
                  </a:moveTo>
                  <a:cubicBezTo>
                    <a:pt x="109" y="1"/>
                    <a:pt x="1" y="114"/>
                    <a:pt x="1" y="252"/>
                  </a:cubicBezTo>
                  <a:cubicBezTo>
                    <a:pt x="1" y="388"/>
                    <a:pt x="109" y="501"/>
                    <a:pt x="245" y="501"/>
                  </a:cubicBezTo>
                  <a:cubicBezTo>
                    <a:pt x="388" y="501"/>
                    <a:pt x="496" y="388"/>
                    <a:pt x="496" y="252"/>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11"/>
            <p:cNvSpPr/>
            <p:nvPr/>
          </p:nvSpPr>
          <p:spPr>
            <a:xfrm>
              <a:off x="1503000" y="4871400"/>
              <a:ext cx="12525" cy="12550"/>
            </a:xfrm>
            <a:custGeom>
              <a:avLst/>
              <a:gdLst/>
              <a:ahLst/>
              <a:cxnLst/>
              <a:rect l="l" t="t" r="r" b="b"/>
              <a:pathLst>
                <a:path w="501" h="502" extrusionOk="0">
                  <a:moveTo>
                    <a:pt x="250" y="1"/>
                  </a:moveTo>
                  <a:cubicBezTo>
                    <a:pt x="114" y="1"/>
                    <a:pt x="0" y="114"/>
                    <a:pt x="0" y="252"/>
                  </a:cubicBezTo>
                  <a:cubicBezTo>
                    <a:pt x="0" y="388"/>
                    <a:pt x="114" y="501"/>
                    <a:pt x="250" y="501"/>
                  </a:cubicBezTo>
                  <a:cubicBezTo>
                    <a:pt x="387" y="501"/>
                    <a:pt x="501" y="388"/>
                    <a:pt x="501" y="252"/>
                  </a:cubicBezTo>
                  <a:cubicBezTo>
                    <a:pt x="501" y="114"/>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11"/>
            <p:cNvSpPr/>
            <p:nvPr/>
          </p:nvSpPr>
          <p:spPr>
            <a:xfrm>
              <a:off x="1594750" y="4871400"/>
              <a:ext cx="12575" cy="12550"/>
            </a:xfrm>
            <a:custGeom>
              <a:avLst/>
              <a:gdLst/>
              <a:ahLst/>
              <a:cxnLst/>
              <a:rect l="l" t="t" r="r" b="b"/>
              <a:pathLst>
                <a:path w="503" h="502" extrusionOk="0">
                  <a:moveTo>
                    <a:pt x="251" y="1"/>
                  </a:moveTo>
                  <a:cubicBezTo>
                    <a:pt x="115" y="1"/>
                    <a:pt x="0" y="114"/>
                    <a:pt x="0" y="252"/>
                  </a:cubicBezTo>
                  <a:cubicBezTo>
                    <a:pt x="0" y="388"/>
                    <a:pt x="115" y="501"/>
                    <a:pt x="251" y="501"/>
                  </a:cubicBezTo>
                  <a:cubicBezTo>
                    <a:pt x="394" y="501"/>
                    <a:pt x="503" y="388"/>
                    <a:pt x="503" y="252"/>
                  </a:cubicBezTo>
                  <a:cubicBezTo>
                    <a:pt x="503" y="114"/>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9" name="Google Shape;8179;p11"/>
            <p:cNvSpPr/>
            <p:nvPr/>
          </p:nvSpPr>
          <p:spPr>
            <a:xfrm>
              <a:off x="1686650" y="48714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0" name="Google Shape;8180;p11"/>
            <p:cNvSpPr/>
            <p:nvPr/>
          </p:nvSpPr>
          <p:spPr>
            <a:xfrm>
              <a:off x="1778450" y="4871400"/>
              <a:ext cx="12550" cy="12550"/>
            </a:xfrm>
            <a:custGeom>
              <a:avLst/>
              <a:gdLst/>
              <a:ahLst/>
              <a:cxnLst/>
              <a:rect l="l" t="t" r="r" b="b"/>
              <a:pathLst>
                <a:path w="502" h="502" extrusionOk="0">
                  <a:moveTo>
                    <a:pt x="252" y="1"/>
                  </a:moveTo>
                  <a:cubicBezTo>
                    <a:pt x="114" y="1"/>
                    <a:pt x="1" y="114"/>
                    <a:pt x="1" y="252"/>
                  </a:cubicBezTo>
                  <a:cubicBezTo>
                    <a:pt x="1" y="388"/>
                    <a:pt x="114" y="501"/>
                    <a:pt x="252" y="501"/>
                  </a:cubicBezTo>
                  <a:cubicBezTo>
                    <a:pt x="388" y="501"/>
                    <a:pt x="501" y="388"/>
                    <a:pt x="501" y="252"/>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1" name="Google Shape;8181;p11"/>
            <p:cNvSpPr/>
            <p:nvPr/>
          </p:nvSpPr>
          <p:spPr>
            <a:xfrm>
              <a:off x="1870375" y="4871400"/>
              <a:ext cx="12400" cy="12550"/>
            </a:xfrm>
            <a:custGeom>
              <a:avLst/>
              <a:gdLst/>
              <a:ahLst/>
              <a:cxnLst/>
              <a:rect l="l" t="t" r="r" b="b"/>
              <a:pathLst>
                <a:path w="496" h="502" extrusionOk="0">
                  <a:moveTo>
                    <a:pt x="252" y="1"/>
                  </a:moveTo>
                  <a:cubicBezTo>
                    <a:pt x="109" y="1"/>
                    <a:pt x="0" y="114"/>
                    <a:pt x="0" y="252"/>
                  </a:cubicBezTo>
                  <a:cubicBezTo>
                    <a:pt x="0" y="388"/>
                    <a:pt x="109" y="501"/>
                    <a:pt x="252" y="501"/>
                  </a:cubicBezTo>
                  <a:cubicBezTo>
                    <a:pt x="387" y="501"/>
                    <a:pt x="496" y="388"/>
                    <a:pt x="496" y="252"/>
                  </a:cubicBezTo>
                  <a:cubicBezTo>
                    <a:pt x="496"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2" name="Google Shape;8182;p11"/>
            <p:cNvSpPr/>
            <p:nvPr/>
          </p:nvSpPr>
          <p:spPr>
            <a:xfrm>
              <a:off x="1962150" y="4871400"/>
              <a:ext cx="12550" cy="12550"/>
            </a:xfrm>
            <a:custGeom>
              <a:avLst/>
              <a:gdLst/>
              <a:ahLst/>
              <a:cxnLst/>
              <a:rect l="l" t="t" r="r" b="b"/>
              <a:pathLst>
                <a:path w="502" h="502" extrusionOk="0">
                  <a:moveTo>
                    <a:pt x="250" y="1"/>
                  </a:moveTo>
                  <a:cubicBezTo>
                    <a:pt x="114" y="1"/>
                    <a:pt x="1" y="114"/>
                    <a:pt x="1" y="252"/>
                  </a:cubicBezTo>
                  <a:cubicBezTo>
                    <a:pt x="1" y="388"/>
                    <a:pt x="114" y="501"/>
                    <a:pt x="250" y="501"/>
                  </a:cubicBezTo>
                  <a:cubicBezTo>
                    <a:pt x="388" y="501"/>
                    <a:pt x="502" y="388"/>
                    <a:pt x="502" y="252"/>
                  </a:cubicBezTo>
                  <a:cubicBezTo>
                    <a:pt x="502"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11"/>
            <p:cNvSpPr/>
            <p:nvPr/>
          </p:nvSpPr>
          <p:spPr>
            <a:xfrm>
              <a:off x="2054075" y="4871400"/>
              <a:ext cx="12425" cy="12550"/>
            </a:xfrm>
            <a:custGeom>
              <a:avLst/>
              <a:gdLst/>
              <a:ahLst/>
              <a:cxnLst/>
              <a:rect l="l" t="t" r="r" b="b"/>
              <a:pathLst>
                <a:path w="497" h="502" extrusionOk="0">
                  <a:moveTo>
                    <a:pt x="252" y="1"/>
                  </a:moveTo>
                  <a:cubicBezTo>
                    <a:pt x="109" y="1"/>
                    <a:pt x="1" y="114"/>
                    <a:pt x="1" y="252"/>
                  </a:cubicBezTo>
                  <a:cubicBezTo>
                    <a:pt x="1" y="388"/>
                    <a:pt x="109" y="501"/>
                    <a:pt x="252" y="501"/>
                  </a:cubicBezTo>
                  <a:cubicBezTo>
                    <a:pt x="388" y="501"/>
                    <a:pt x="496" y="388"/>
                    <a:pt x="496" y="252"/>
                  </a:cubicBezTo>
                  <a:cubicBezTo>
                    <a:pt x="496"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11"/>
            <p:cNvSpPr/>
            <p:nvPr/>
          </p:nvSpPr>
          <p:spPr>
            <a:xfrm>
              <a:off x="2145825" y="48714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11"/>
            <p:cNvSpPr/>
            <p:nvPr/>
          </p:nvSpPr>
          <p:spPr>
            <a:xfrm>
              <a:off x="2237800" y="4871400"/>
              <a:ext cx="12350" cy="12550"/>
            </a:xfrm>
            <a:custGeom>
              <a:avLst/>
              <a:gdLst/>
              <a:ahLst/>
              <a:cxnLst/>
              <a:rect l="l" t="t" r="r" b="b"/>
              <a:pathLst>
                <a:path w="494" h="502" extrusionOk="0">
                  <a:moveTo>
                    <a:pt x="244" y="1"/>
                  </a:moveTo>
                  <a:cubicBezTo>
                    <a:pt x="107" y="1"/>
                    <a:pt x="0" y="114"/>
                    <a:pt x="0" y="252"/>
                  </a:cubicBezTo>
                  <a:cubicBezTo>
                    <a:pt x="0" y="388"/>
                    <a:pt x="107" y="501"/>
                    <a:pt x="244" y="501"/>
                  </a:cubicBezTo>
                  <a:cubicBezTo>
                    <a:pt x="387" y="501"/>
                    <a:pt x="494" y="388"/>
                    <a:pt x="494" y="252"/>
                  </a:cubicBezTo>
                  <a:cubicBezTo>
                    <a:pt x="494" y="114"/>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11"/>
            <p:cNvSpPr/>
            <p:nvPr/>
          </p:nvSpPr>
          <p:spPr>
            <a:xfrm>
              <a:off x="2329550" y="4871400"/>
              <a:ext cx="12575" cy="12550"/>
            </a:xfrm>
            <a:custGeom>
              <a:avLst/>
              <a:gdLst/>
              <a:ahLst/>
              <a:cxnLst/>
              <a:rect l="l" t="t" r="r" b="b"/>
              <a:pathLst>
                <a:path w="503" h="502" extrusionOk="0">
                  <a:moveTo>
                    <a:pt x="251" y="1"/>
                  </a:moveTo>
                  <a:cubicBezTo>
                    <a:pt x="115" y="1"/>
                    <a:pt x="0" y="114"/>
                    <a:pt x="0" y="252"/>
                  </a:cubicBezTo>
                  <a:cubicBezTo>
                    <a:pt x="0" y="388"/>
                    <a:pt x="115" y="501"/>
                    <a:pt x="251" y="501"/>
                  </a:cubicBezTo>
                  <a:cubicBezTo>
                    <a:pt x="387" y="501"/>
                    <a:pt x="502" y="388"/>
                    <a:pt x="502" y="252"/>
                  </a:cubicBezTo>
                  <a:cubicBezTo>
                    <a:pt x="502"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11"/>
            <p:cNvSpPr/>
            <p:nvPr/>
          </p:nvSpPr>
          <p:spPr>
            <a:xfrm>
              <a:off x="2421325" y="4871400"/>
              <a:ext cx="12550" cy="12550"/>
            </a:xfrm>
            <a:custGeom>
              <a:avLst/>
              <a:gdLst/>
              <a:ahLst/>
              <a:cxnLst/>
              <a:rect l="l" t="t" r="r" b="b"/>
              <a:pathLst>
                <a:path w="502" h="502" extrusionOk="0">
                  <a:moveTo>
                    <a:pt x="250" y="1"/>
                  </a:moveTo>
                  <a:cubicBezTo>
                    <a:pt x="114" y="1"/>
                    <a:pt x="1" y="114"/>
                    <a:pt x="1" y="252"/>
                  </a:cubicBezTo>
                  <a:cubicBezTo>
                    <a:pt x="1" y="388"/>
                    <a:pt x="114" y="501"/>
                    <a:pt x="250" y="501"/>
                  </a:cubicBezTo>
                  <a:cubicBezTo>
                    <a:pt x="395" y="501"/>
                    <a:pt x="501" y="388"/>
                    <a:pt x="501" y="252"/>
                  </a:cubicBezTo>
                  <a:cubicBezTo>
                    <a:pt x="501" y="114"/>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11"/>
            <p:cNvSpPr/>
            <p:nvPr/>
          </p:nvSpPr>
          <p:spPr>
            <a:xfrm>
              <a:off x="2513250" y="4871400"/>
              <a:ext cx="12575" cy="12550"/>
            </a:xfrm>
            <a:custGeom>
              <a:avLst/>
              <a:gdLst/>
              <a:ahLst/>
              <a:cxnLst/>
              <a:rect l="l" t="t" r="r" b="b"/>
              <a:pathLst>
                <a:path w="503" h="502" extrusionOk="0">
                  <a:moveTo>
                    <a:pt x="252" y="1"/>
                  </a:moveTo>
                  <a:cubicBezTo>
                    <a:pt x="109" y="1"/>
                    <a:pt x="0" y="114"/>
                    <a:pt x="0" y="252"/>
                  </a:cubicBezTo>
                  <a:cubicBezTo>
                    <a:pt x="0" y="388"/>
                    <a:pt x="109"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11"/>
            <p:cNvSpPr/>
            <p:nvPr/>
          </p:nvSpPr>
          <p:spPr>
            <a:xfrm>
              <a:off x="2605000" y="4871400"/>
              <a:ext cx="12575" cy="12550"/>
            </a:xfrm>
            <a:custGeom>
              <a:avLst/>
              <a:gdLst/>
              <a:ahLst/>
              <a:cxnLst/>
              <a:rect l="l" t="t" r="r" b="b"/>
              <a:pathLst>
                <a:path w="503" h="502" extrusionOk="0">
                  <a:moveTo>
                    <a:pt x="252" y="1"/>
                  </a:moveTo>
                  <a:cubicBezTo>
                    <a:pt x="116" y="1"/>
                    <a:pt x="0" y="114"/>
                    <a:pt x="0" y="252"/>
                  </a:cubicBezTo>
                  <a:cubicBezTo>
                    <a:pt x="0" y="388"/>
                    <a:pt x="116" y="501"/>
                    <a:pt x="252" y="501"/>
                  </a:cubicBezTo>
                  <a:cubicBezTo>
                    <a:pt x="387" y="501"/>
                    <a:pt x="503" y="388"/>
                    <a:pt x="503" y="252"/>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0" name="Google Shape;8190;p11"/>
            <p:cNvSpPr/>
            <p:nvPr/>
          </p:nvSpPr>
          <p:spPr>
            <a:xfrm>
              <a:off x="2696950" y="4871400"/>
              <a:ext cx="12375" cy="12550"/>
            </a:xfrm>
            <a:custGeom>
              <a:avLst/>
              <a:gdLst/>
              <a:ahLst/>
              <a:cxnLst/>
              <a:rect l="l" t="t" r="r" b="b"/>
              <a:pathLst>
                <a:path w="495" h="502" extrusionOk="0">
                  <a:moveTo>
                    <a:pt x="252" y="1"/>
                  </a:moveTo>
                  <a:cubicBezTo>
                    <a:pt x="108" y="1"/>
                    <a:pt x="1" y="114"/>
                    <a:pt x="1" y="252"/>
                  </a:cubicBezTo>
                  <a:cubicBezTo>
                    <a:pt x="1" y="388"/>
                    <a:pt x="108" y="501"/>
                    <a:pt x="252" y="501"/>
                  </a:cubicBezTo>
                  <a:cubicBezTo>
                    <a:pt x="388" y="501"/>
                    <a:pt x="495" y="388"/>
                    <a:pt x="495" y="252"/>
                  </a:cubicBezTo>
                  <a:cubicBezTo>
                    <a:pt x="495"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1" name="Google Shape;8191;p11"/>
            <p:cNvSpPr/>
            <p:nvPr/>
          </p:nvSpPr>
          <p:spPr>
            <a:xfrm>
              <a:off x="2788700" y="48714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11"/>
            <p:cNvSpPr/>
            <p:nvPr/>
          </p:nvSpPr>
          <p:spPr>
            <a:xfrm>
              <a:off x="2880675" y="4871400"/>
              <a:ext cx="12375" cy="12550"/>
            </a:xfrm>
            <a:custGeom>
              <a:avLst/>
              <a:gdLst/>
              <a:ahLst/>
              <a:cxnLst/>
              <a:rect l="l" t="t" r="r" b="b"/>
              <a:pathLst>
                <a:path w="495" h="502" extrusionOk="0">
                  <a:moveTo>
                    <a:pt x="243" y="1"/>
                  </a:moveTo>
                  <a:cubicBezTo>
                    <a:pt x="107" y="1"/>
                    <a:pt x="0" y="114"/>
                    <a:pt x="0" y="252"/>
                  </a:cubicBezTo>
                  <a:cubicBezTo>
                    <a:pt x="0" y="388"/>
                    <a:pt x="107" y="501"/>
                    <a:pt x="243" y="501"/>
                  </a:cubicBezTo>
                  <a:cubicBezTo>
                    <a:pt x="387" y="501"/>
                    <a:pt x="494" y="388"/>
                    <a:pt x="494" y="252"/>
                  </a:cubicBezTo>
                  <a:cubicBezTo>
                    <a:pt x="494" y="114"/>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11"/>
            <p:cNvSpPr/>
            <p:nvPr/>
          </p:nvSpPr>
          <p:spPr>
            <a:xfrm>
              <a:off x="2972425" y="4871400"/>
              <a:ext cx="12575" cy="12550"/>
            </a:xfrm>
            <a:custGeom>
              <a:avLst/>
              <a:gdLst/>
              <a:ahLst/>
              <a:cxnLst/>
              <a:rect l="l" t="t" r="r" b="b"/>
              <a:pathLst>
                <a:path w="503" h="502" extrusionOk="0">
                  <a:moveTo>
                    <a:pt x="251" y="1"/>
                  </a:moveTo>
                  <a:cubicBezTo>
                    <a:pt x="115" y="1"/>
                    <a:pt x="0" y="114"/>
                    <a:pt x="0" y="252"/>
                  </a:cubicBezTo>
                  <a:cubicBezTo>
                    <a:pt x="0" y="388"/>
                    <a:pt x="115" y="501"/>
                    <a:pt x="251" y="501"/>
                  </a:cubicBezTo>
                  <a:cubicBezTo>
                    <a:pt x="387" y="501"/>
                    <a:pt x="503" y="388"/>
                    <a:pt x="503" y="252"/>
                  </a:cubicBezTo>
                  <a:cubicBezTo>
                    <a:pt x="503"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11"/>
            <p:cNvSpPr/>
            <p:nvPr/>
          </p:nvSpPr>
          <p:spPr>
            <a:xfrm>
              <a:off x="3064375" y="4871400"/>
              <a:ext cx="12375" cy="12550"/>
            </a:xfrm>
            <a:custGeom>
              <a:avLst/>
              <a:gdLst/>
              <a:ahLst/>
              <a:cxnLst/>
              <a:rect l="l" t="t" r="r" b="b"/>
              <a:pathLst>
                <a:path w="495" h="502" extrusionOk="0">
                  <a:moveTo>
                    <a:pt x="243" y="1"/>
                  </a:moveTo>
                  <a:cubicBezTo>
                    <a:pt x="107" y="1"/>
                    <a:pt x="1" y="114"/>
                    <a:pt x="1" y="252"/>
                  </a:cubicBezTo>
                  <a:cubicBezTo>
                    <a:pt x="1" y="388"/>
                    <a:pt x="107" y="501"/>
                    <a:pt x="243" y="501"/>
                  </a:cubicBezTo>
                  <a:cubicBezTo>
                    <a:pt x="388" y="501"/>
                    <a:pt x="495" y="388"/>
                    <a:pt x="495" y="252"/>
                  </a:cubicBezTo>
                  <a:cubicBezTo>
                    <a:pt x="495" y="114"/>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5" name="Google Shape;8195;p11"/>
            <p:cNvSpPr/>
            <p:nvPr/>
          </p:nvSpPr>
          <p:spPr>
            <a:xfrm>
              <a:off x="3156125" y="48714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11"/>
            <p:cNvSpPr/>
            <p:nvPr/>
          </p:nvSpPr>
          <p:spPr>
            <a:xfrm>
              <a:off x="3247875" y="4871400"/>
              <a:ext cx="12575" cy="12550"/>
            </a:xfrm>
            <a:custGeom>
              <a:avLst/>
              <a:gdLst/>
              <a:ahLst/>
              <a:cxnLst/>
              <a:rect l="l" t="t" r="r" b="b"/>
              <a:pathLst>
                <a:path w="503"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11"/>
            <p:cNvSpPr/>
            <p:nvPr/>
          </p:nvSpPr>
          <p:spPr>
            <a:xfrm>
              <a:off x="3339850" y="4871400"/>
              <a:ext cx="12525" cy="12550"/>
            </a:xfrm>
            <a:custGeom>
              <a:avLst/>
              <a:gdLst/>
              <a:ahLst/>
              <a:cxnLst/>
              <a:rect l="l" t="t" r="r" b="b"/>
              <a:pathLst>
                <a:path w="501" h="502" extrusionOk="0">
                  <a:moveTo>
                    <a:pt x="251" y="1"/>
                  </a:moveTo>
                  <a:cubicBezTo>
                    <a:pt x="107" y="1"/>
                    <a:pt x="0" y="114"/>
                    <a:pt x="0" y="252"/>
                  </a:cubicBezTo>
                  <a:cubicBezTo>
                    <a:pt x="0" y="388"/>
                    <a:pt x="107" y="501"/>
                    <a:pt x="251" y="501"/>
                  </a:cubicBezTo>
                  <a:cubicBezTo>
                    <a:pt x="387" y="501"/>
                    <a:pt x="501" y="388"/>
                    <a:pt x="501" y="252"/>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11"/>
            <p:cNvSpPr/>
            <p:nvPr/>
          </p:nvSpPr>
          <p:spPr>
            <a:xfrm>
              <a:off x="3431575" y="48714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9" name="Google Shape;8199;p11"/>
            <p:cNvSpPr/>
            <p:nvPr/>
          </p:nvSpPr>
          <p:spPr>
            <a:xfrm>
              <a:off x="3523550" y="4871400"/>
              <a:ext cx="12375" cy="12550"/>
            </a:xfrm>
            <a:custGeom>
              <a:avLst/>
              <a:gdLst/>
              <a:ahLst/>
              <a:cxnLst/>
              <a:rect l="l" t="t" r="r" b="b"/>
              <a:pathLst>
                <a:path w="495" h="502" extrusionOk="0">
                  <a:moveTo>
                    <a:pt x="250" y="1"/>
                  </a:moveTo>
                  <a:cubicBezTo>
                    <a:pt x="107" y="1"/>
                    <a:pt x="0" y="114"/>
                    <a:pt x="0" y="252"/>
                  </a:cubicBezTo>
                  <a:cubicBezTo>
                    <a:pt x="0" y="388"/>
                    <a:pt x="107" y="501"/>
                    <a:pt x="250" y="501"/>
                  </a:cubicBezTo>
                  <a:cubicBezTo>
                    <a:pt x="388" y="501"/>
                    <a:pt x="494" y="388"/>
                    <a:pt x="494" y="252"/>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11"/>
            <p:cNvSpPr/>
            <p:nvPr/>
          </p:nvSpPr>
          <p:spPr>
            <a:xfrm>
              <a:off x="676400" y="49633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11"/>
            <p:cNvSpPr/>
            <p:nvPr/>
          </p:nvSpPr>
          <p:spPr>
            <a:xfrm>
              <a:off x="768325" y="4963325"/>
              <a:ext cx="12400" cy="12400"/>
            </a:xfrm>
            <a:custGeom>
              <a:avLst/>
              <a:gdLst/>
              <a:ahLst/>
              <a:cxnLst/>
              <a:rect l="l" t="t" r="r" b="b"/>
              <a:pathLst>
                <a:path w="496" h="496" extrusionOk="0">
                  <a:moveTo>
                    <a:pt x="245" y="0"/>
                  </a:moveTo>
                  <a:cubicBezTo>
                    <a:pt x="109" y="0"/>
                    <a:pt x="0" y="109"/>
                    <a:pt x="0" y="245"/>
                  </a:cubicBezTo>
                  <a:cubicBezTo>
                    <a:pt x="0" y="388"/>
                    <a:pt x="109" y="496"/>
                    <a:pt x="245" y="496"/>
                  </a:cubicBezTo>
                  <a:cubicBezTo>
                    <a:pt x="388" y="496"/>
                    <a:pt x="496" y="388"/>
                    <a:pt x="496" y="245"/>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11"/>
            <p:cNvSpPr/>
            <p:nvPr/>
          </p:nvSpPr>
          <p:spPr>
            <a:xfrm>
              <a:off x="860125" y="4963325"/>
              <a:ext cx="12525" cy="12400"/>
            </a:xfrm>
            <a:custGeom>
              <a:avLst/>
              <a:gdLst/>
              <a:ahLst/>
              <a:cxnLst/>
              <a:rect l="l" t="t" r="r" b="b"/>
              <a:pathLst>
                <a:path w="501" h="496" extrusionOk="0">
                  <a:moveTo>
                    <a:pt x="251" y="0"/>
                  </a:moveTo>
                  <a:cubicBezTo>
                    <a:pt x="114" y="0"/>
                    <a:pt x="0" y="109"/>
                    <a:pt x="0" y="245"/>
                  </a:cubicBezTo>
                  <a:cubicBezTo>
                    <a:pt x="0" y="388"/>
                    <a:pt x="114" y="496"/>
                    <a:pt x="251" y="496"/>
                  </a:cubicBezTo>
                  <a:cubicBezTo>
                    <a:pt x="387" y="496"/>
                    <a:pt x="501" y="388"/>
                    <a:pt x="501" y="245"/>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11"/>
            <p:cNvSpPr/>
            <p:nvPr/>
          </p:nvSpPr>
          <p:spPr>
            <a:xfrm>
              <a:off x="951850" y="49633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11"/>
            <p:cNvSpPr/>
            <p:nvPr/>
          </p:nvSpPr>
          <p:spPr>
            <a:xfrm>
              <a:off x="1043825" y="4963325"/>
              <a:ext cx="12375" cy="12400"/>
            </a:xfrm>
            <a:custGeom>
              <a:avLst/>
              <a:gdLst/>
              <a:ahLst/>
              <a:cxnLst/>
              <a:rect l="l" t="t" r="r" b="b"/>
              <a:pathLst>
                <a:path w="495" h="496" extrusionOk="0">
                  <a:moveTo>
                    <a:pt x="250" y="0"/>
                  </a:moveTo>
                  <a:cubicBezTo>
                    <a:pt x="107" y="0"/>
                    <a:pt x="0" y="109"/>
                    <a:pt x="0" y="245"/>
                  </a:cubicBezTo>
                  <a:cubicBezTo>
                    <a:pt x="0" y="388"/>
                    <a:pt x="107" y="496"/>
                    <a:pt x="250" y="496"/>
                  </a:cubicBezTo>
                  <a:cubicBezTo>
                    <a:pt x="388" y="496"/>
                    <a:pt x="494" y="388"/>
                    <a:pt x="494" y="245"/>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11"/>
            <p:cNvSpPr/>
            <p:nvPr/>
          </p:nvSpPr>
          <p:spPr>
            <a:xfrm>
              <a:off x="1135575" y="4963325"/>
              <a:ext cx="12575" cy="12400"/>
            </a:xfrm>
            <a:custGeom>
              <a:avLst/>
              <a:gdLst/>
              <a:ahLst/>
              <a:cxnLst/>
              <a:rect l="l" t="t" r="r" b="b"/>
              <a:pathLst>
                <a:path w="503" h="496" extrusionOk="0">
                  <a:moveTo>
                    <a:pt x="252" y="0"/>
                  </a:moveTo>
                  <a:cubicBezTo>
                    <a:pt x="116" y="0"/>
                    <a:pt x="0" y="109"/>
                    <a:pt x="0" y="245"/>
                  </a:cubicBezTo>
                  <a:cubicBezTo>
                    <a:pt x="0" y="388"/>
                    <a:pt x="116" y="496"/>
                    <a:pt x="252" y="496"/>
                  </a:cubicBezTo>
                  <a:cubicBezTo>
                    <a:pt x="387" y="496"/>
                    <a:pt x="503" y="388"/>
                    <a:pt x="503" y="245"/>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11"/>
            <p:cNvSpPr/>
            <p:nvPr/>
          </p:nvSpPr>
          <p:spPr>
            <a:xfrm>
              <a:off x="1227500" y="4963325"/>
              <a:ext cx="12400" cy="12400"/>
            </a:xfrm>
            <a:custGeom>
              <a:avLst/>
              <a:gdLst/>
              <a:ahLst/>
              <a:cxnLst/>
              <a:rect l="l" t="t" r="r" b="b"/>
              <a:pathLst>
                <a:path w="496" h="496" extrusionOk="0">
                  <a:moveTo>
                    <a:pt x="251" y="0"/>
                  </a:moveTo>
                  <a:cubicBezTo>
                    <a:pt x="109" y="0"/>
                    <a:pt x="0" y="109"/>
                    <a:pt x="0" y="245"/>
                  </a:cubicBezTo>
                  <a:cubicBezTo>
                    <a:pt x="0" y="388"/>
                    <a:pt x="109" y="496"/>
                    <a:pt x="251" y="496"/>
                  </a:cubicBezTo>
                  <a:cubicBezTo>
                    <a:pt x="387" y="496"/>
                    <a:pt x="496" y="388"/>
                    <a:pt x="496" y="245"/>
                  </a:cubicBezTo>
                  <a:cubicBezTo>
                    <a:pt x="496"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11"/>
            <p:cNvSpPr/>
            <p:nvPr/>
          </p:nvSpPr>
          <p:spPr>
            <a:xfrm>
              <a:off x="1319275" y="4963325"/>
              <a:ext cx="12550" cy="12400"/>
            </a:xfrm>
            <a:custGeom>
              <a:avLst/>
              <a:gdLst/>
              <a:ahLst/>
              <a:cxnLst/>
              <a:rect l="l" t="t" r="r" b="b"/>
              <a:pathLst>
                <a:path w="502" h="496" extrusionOk="0">
                  <a:moveTo>
                    <a:pt x="252" y="0"/>
                  </a:moveTo>
                  <a:cubicBezTo>
                    <a:pt x="114" y="0"/>
                    <a:pt x="1" y="109"/>
                    <a:pt x="1" y="245"/>
                  </a:cubicBezTo>
                  <a:cubicBezTo>
                    <a:pt x="1" y="388"/>
                    <a:pt x="114" y="496"/>
                    <a:pt x="252" y="496"/>
                  </a:cubicBezTo>
                  <a:cubicBezTo>
                    <a:pt x="388" y="496"/>
                    <a:pt x="501" y="388"/>
                    <a:pt x="501" y="245"/>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11"/>
            <p:cNvSpPr/>
            <p:nvPr/>
          </p:nvSpPr>
          <p:spPr>
            <a:xfrm>
              <a:off x="1411200" y="4963325"/>
              <a:ext cx="12425" cy="12400"/>
            </a:xfrm>
            <a:custGeom>
              <a:avLst/>
              <a:gdLst/>
              <a:ahLst/>
              <a:cxnLst/>
              <a:rect l="l" t="t" r="r" b="b"/>
              <a:pathLst>
                <a:path w="497" h="496" extrusionOk="0">
                  <a:moveTo>
                    <a:pt x="245" y="0"/>
                  </a:moveTo>
                  <a:cubicBezTo>
                    <a:pt x="109" y="0"/>
                    <a:pt x="1" y="109"/>
                    <a:pt x="1" y="245"/>
                  </a:cubicBezTo>
                  <a:cubicBezTo>
                    <a:pt x="1" y="388"/>
                    <a:pt x="109" y="496"/>
                    <a:pt x="245" y="496"/>
                  </a:cubicBezTo>
                  <a:cubicBezTo>
                    <a:pt x="388" y="496"/>
                    <a:pt x="496" y="388"/>
                    <a:pt x="496" y="245"/>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11"/>
            <p:cNvSpPr/>
            <p:nvPr/>
          </p:nvSpPr>
          <p:spPr>
            <a:xfrm>
              <a:off x="1503000" y="4963325"/>
              <a:ext cx="12525" cy="12400"/>
            </a:xfrm>
            <a:custGeom>
              <a:avLst/>
              <a:gdLst/>
              <a:ahLst/>
              <a:cxnLst/>
              <a:rect l="l" t="t" r="r" b="b"/>
              <a:pathLst>
                <a:path w="501" h="496" extrusionOk="0">
                  <a:moveTo>
                    <a:pt x="250" y="0"/>
                  </a:moveTo>
                  <a:cubicBezTo>
                    <a:pt x="114" y="0"/>
                    <a:pt x="0" y="109"/>
                    <a:pt x="0" y="245"/>
                  </a:cubicBezTo>
                  <a:cubicBezTo>
                    <a:pt x="0" y="388"/>
                    <a:pt x="114" y="496"/>
                    <a:pt x="250" y="496"/>
                  </a:cubicBezTo>
                  <a:cubicBezTo>
                    <a:pt x="387" y="496"/>
                    <a:pt x="501" y="388"/>
                    <a:pt x="501" y="245"/>
                  </a:cubicBezTo>
                  <a:cubicBezTo>
                    <a:pt x="501" y="109"/>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0" name="Google Shape;8210;p11"/>
            <p:cNvSpPr/>
            <p:nvPr/>
          </p:nvSpPr>
          <p:spPr>
            <a:xfrm>
              <a:off x="1594750" y="4963325"/>
              <a:ext cx="12575" cy="12400"/>
            </a:xfrm>
            <a:custGeom>
              <a:avLst/>
              <a:gdLst/>
              <a:ahLst/>
              <a:cxnLst/>
              <a:rect l="l" t="t" r="r" b="b"/>
              <a:pathLst>
                <a:path w="503" h="496" extrusionOk="0">
                  <a:moveTo>
                    <a:pt x="251" y="0"/>
                  </a:moveTo>
                  <a:cubicBezTo>
                    <a:pt x="115" y="0"/>
                    <a:pt x="0" y="109"/>
                    <a:pt x="0" y="245"/>
                  </a:cubicBezTo>
                  <a:cubicBezTo>
                    <a:pt x="0" y="388"/>
                    <a:pt x="115" y="496"/>
                    <a:pt x="251" y="496"/>
                  </a:cubicBezTo>
                  <a:cubicBezTo>
                    <a:pt x="394" y="496"/>
                    <a:pt x="503" y="388"/>
                    <a:pt x="503" y="245"/>
                  </a:cubicBezTo>
                  <a:cubicBezTo>
                    <a:pt x="503" y="109"/>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11"/>
            <p:cNvSpPr/>
            <p:nvPr/>
          </p:nvSpPr>
          <p:spPr>
            <a:xfrm>
              <a:off x="1686650" y="49633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11"/>
            <p:cNvSpPr/>
            <p:nvPr/>
          </p:nvSpPr>
          <p:spPr>
            <a:xfrm>
              <a:off x="1778450" y="4963325"/>
              <a:ext cx="12550" cy="12400"/>
            </a:xfrm>
            <a:custGeom>
              <a:avLst/>
              <a:gdLst/>
              <a:ahLst/>
              <a:cxnLst/>
              <a:rect l="l" t="t" r="r" b="b"/>
              <a:pathLst>
                <a:path w="502" h="496" extrusionOk="0">
                  <a:moveTo>
                    <a:pt x="252" y="0"/>
                  </a:moveTo>
                  <a:cubicBezTo>
                    <a:pt x="114" y="0"/>
                    <a:pt x="1" y="109"/>
                    <a:pt x="1" y="245"/>
                  </a:cubicBezTo>
                  <a:cubicBezTo>
                    <a:pt x="1" y="388"/>
                    <a:pt x="114" y="496"/>
                    <a:pt x="252" y="496"/>
                  </a:cubicBezTo>
                  <a:cubicBezTo>
                    <a:pt x="388" y="496"/>
                    <a:pt x="501" y="388"/>
                    <a:pt x="501" y="245"/>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11"/>
            <p:cNvSpPr/>
            <p:nvPr/>
          </p:nvSpPr>
          <p:spPr>
            <a:xfrm>
              <a:off x="1870375" y="4963325"/>
              <a:ext cx="12400" cy="12400"/>
            </a:xfrm>
            <a:custGeom>
              <a:avLst/>
              <a:gdLst/>
              <a:ahLst/>
              <a:cxnLst/>
              <a:rect l="l" t="t" r="r" b="b"/>
              <a:pathLst>
                <a:path w="496" h="496" extrusionOk="0">
                  <a:moveTo>
                    <a:pt x="252" y="0"/>
                  </a:moveTo>
                  <a:cubicBezTo>
                    <a:pt x="109" y="0"/>
                    <a:pt x="0" y="109"/>
                    <a:pt x="0" y="245"/>
                  </a:cubicBezTo>
                  <a:cubicBezTo>
                    <a:pt x="0" y="388"/>
                    <a:pt x="109" y="496"/>
                    <a:pt x="252" y="496"/>
                  </a:cubicBezTo>
                  <a:cubicBezTo>
                    <a:pt x="387" y="496"/>
                    <a:pt x="496" y="388"/>
                    <a:pt x="496" y="245"/>
                  </a:cubicBezTo>
                  <a:cubicBezTo>
                    <a:pt x="496"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11"/>
            <p:cNvSpPr/>
            <p:nvPr/>
          </p:nvSpPr>
          <p:spPr>
            <a:xfrm>
              <a:off x="1962150" y="4963325"/>
              <a:ext cx="12550" cy="12400"/>
            </a:xfrm>
            <a:custGeom>
              <a:avLst/>
              <a:gdLst/>
              <a:ahLst/>
              <a:cxnLst/>
              <a:rect l="l" t="t" r="r" b="b"/>
              <a:pathLst>
                <a:path w="502" h="496" extrusionOk="0">
                  <a:moveTo>
                    <a:pt x="250" y="0"/>
                  </a:moveTo>
                  <a:cubicBezTo>
                    <a:pt x="114" y="0"/>
                    <a:pt x="1" y="109"/>
                    <a:pt x="1" y="245"/>
                  </a:cubicBezTo>
                  <a:cubicBezTo>
                    <a:pt x="1" y="388"/>
                    <a:pt x="114" y="496"/>
                    <a:pt x="250" y="496"/>
                  </a:cubicBezTo>
                  <a:cubicBezTo>
                    <a:pt x="388" y="496"/>
                    <a:pt x="502" y="388"/>
                    <a:pt x="502" y="245"/>
                  </a:cubicBezTo>
                  <a:cubicBezTo>
                    <a:pt x="502"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11"/>
            <p:cNvSpPr/>
            <p:nvPr/>
          </p:nvSpPr>
          <p:spPr>
            <a:xfrm>
              <a:off x="2054075" y="4963325"/>
              <a:ext cx="12425" cy="12400"/>
            </a:xfrm>
            <a:custGeom>
              <a:avLst/>
              <a:gdLst/>
              <a:ahLst/>
              <a:cxnLst/>
              <a:rect l="l" t="t" r="r" b="b"/>
              <a:pathLst>
                <a:path w="497" h="496" extrusionOk="0">
                  <a:moveTo>
                    <a:pt x="252" y="0"/>
                  </a:moveTo>
                  <a:cubicBezTo>
                    <a:pt x="109" y="0"/>
                    <a:pt x="1" y="109"/>
                    <a:pt x="1" y="245"/>
                  </a:cubicBezTo>
                  <a:cubicBezTo>
                    <a:pt x="1" y="388"/>
                    <a:pt x="109" y="496"/>
                    <a:pt x="252" y="496"/>
                  </a:cubicBezTo>
                  <a:cubicBezTo>
                    <a:pt x="388" y="496"/>
                    <a:pt x="496" y="388"/>
                    <a:pt x="496" y="245"/>
                  </a:cubicBezTo>
                  <a:cubicBezTo>
                    <a:pt x="496"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11"/>
            <p:cNvSpPr/>
            <p:nvPr/>
          </p:nvSpPr>
          <p:spPr>
            <a:xfrm>
              <a:off x="2145825" y="49633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11"/>
            <p:cNvSpPr/>
            <p:nvPr/>
          </p:nvSpPr>
          <p:spPr>
            <a:xfrm>
              <a:off x="2237800" y="4963325"/>
              <a:ext cx="12350" cy="12400"/>
            </a:xfrm>
            <a:custGeom>
              <a:avLst/>
              <a:gdLst/>
              <a:ahLst/>
              <a:cxnLst/>
              <a:rect l="l" t="t" r="r" b="b"/>
              <a:pathLst>
                <a:path w="494" h="496" extrusionOk="0">
                  <a:moveTo>
                    <a:pt x="244" y="0"/>
                  </a:moveTo>
                  <a:cubicBezTo>
                    <a:pt x="107" y="0"/>
                    <a:pt x="0" y="109"/>
                    <a:pt x="0" y="245"/>
                  </a:cubicBezTo>
                  <a:cubicBezTo>
                    <a:pt x="0" y="388"/>
                    <a:pt x="107" y="496"/>
                    <a:pt x="244" y="496"/>
                  </a:cubicBezTo>
                  <a:cubicBezTo>
                    <a:pt x="387" y="496"/>
                    <a:pt x="494" y="388"/>
                    <a:pt x="494" y="245"/>
                  </a:cubicBezTo>
                  <a:cubicBezTo>
                    <a:pt x="494" y="109"/>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11"/>
            <p:cNvSpPr/>
            <p:nvPr/>
          </p:nvSpPr>
          <p:spPr>
            <a:xfrm>
              <a:off x="2329550" y="4963325"/>
              <a:ext cx="12575" cy="12400"/>
            </a:xfrm>
            <a:custGeom>
              <a:avLst/>
              <a:gdLst/>
              <a:ahLst/>
              <a:cxnLst/>
              <a:rect l="l" t="t" r="r" b="b"/>
              <a:pathLst>
                <a:path w="503" h="496" extrusionOk="0">
                  <a:moveTo>
                    <a:pt x="251" y="0"/>
                  </a:moveTo>
                  <a:cubicBezTo>
                    <a:pt x="115" y="0"/>
                    <a:pt x="0" y="109"/>
                    <a:pt x="0" y="245"/>
                  </a:cubicBezTo>
                  <a:cubicBezTo>
                    <a:pt x="0" y="388"/>
                    <a:pt x="115" y="496"/>
                    <a:pt x="251" y="496"/>
                  </a:cubicBezTo>
                  <a:cubicBezTo>
                    <a:pt x="387" y="496"/>
                    <a:pt x="502" y="388"/>
                    <a:pt x="502" y="245"/>
                  </a:cubicBezTo>
                  <a:cubicBezTo>
                    <a:pt x="502"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11"/>
            <p:cNvSpPr/>
            <p:nvPr/>
          </p:nvSpPr>
          <p:spPr>
            <a:xfrm>
              <a:off x="2421325" y="4963325"/>
              <a:ext cx="12550" cy="12400"/>
            </a:xfrm>
            <a:custGeom>
              <a:avLst/>
              <a:gdLst/>
              <a:ahLst/>
              <a:cxnLst/>
              <a:rect l="l" t="t" r="r" b="b"/>
              <a:pathLst>
                <a:path w="502" h="496" extrusionOk="0">
                  <a:moveTo>
                    <a:pt x="250" y="0"/>
                  </a:moveTo>
                  <a:cubicBezTo>
                    <a:pt x="114" y="0"/>
                    <a:pt x="1" y="109"/>
                    <a:pt x="1" y="245"/>
                  </a:cubicBezTo>
                  <a:cubicBezTo>
                    <a:pt x="1" y="388"/>
                    <a:pt x="114" y="496"/>
                    <a:pt x="250" y="496"/>
                  </a:cubicBezTo>
                  <a:cubicBezTo>
                    <a:pt x="395" y="496"/>
                    <a:pt x="501" y="388"/>
                    <a:pt x="501" y="245"/>
                  </a:cubicBezTo>
                  <a:cubicBezTo>
                    <a:pt x="501" y="109"/>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11"/>
            <p:cNvSpPr/>
            <p:nvPr/>
          </p:nvSpPr>
          <p:spPr>
            <a:xfrm>
              <a:off x="2513250" y="4963325"/>
              <a:ext cx="12575" cy="12400"/>
            </a:xfrm>
            <a:custGeom>
              <a:avLst/>
              <a:gdLst/>
              <a:ahLst/>
              <a:cxnLst/>
              <a:rect l="l" t="t" r="r" b="b"/>
              <a:pathLst>
                <a:path w="503" h="496" extrusionOk="0">
                  <a:moveTo>
                    <a:pt x="252" y="0"/>
                  </a:moveTo>
                  <a:cubicBezTo>
                    <a:pt x="109" y="0"/>
                    <a:pt x="0" y="109"/>
                    <a:pt x="0" y="245"/>
                  </a:cubicBezTo>
                  <a:cubicBezTo>
                    <a:pt x="0" y="388"/>
                    <a:pt x="109"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11"/>
            <p:cNvSpPr/>
            <p:nvPr/>
          </p:nvSpPr>
          <p:spPr>
            <a:xfrm>
              <a:off x="2605000" y="4963325"/>
              <a:ext cx="12575" cy="12400"/>
            </a:xfrm>
            <a:custGeom>
              <a:avLst/>
              <a:gdLst/>
              <a:ahLst/>
              <a:cxnLst/>
              <a:rect l="l" t="t" r="r" b="b"/>
              <a:pathLst>
                <a:path w="503" h="496" extrusionOk="0">
                  <a:moveTo>
                    <a:pt x="252" y="0"/>
                  </a:moveTo>
                  <a:cubicBezTo>
                    <a:pt x="116" y="0"/>
                    <a:pt x="0" y="109"/>
                    <a:pt x="0" y="245"/>
                  </a:cubicBezTo>
                  <a:cubicBezTo>
                    <a:pt x="0" y="388"/>
                    <a:pt x="116" y="496"/>
                    <a:pt x="252" y="496"/>
                  </a:cubicBezTo>
                  <a:cubicBezTo>
                    <a:pt x="387" y="496"/>
                    <a:pt x="503" y="388"/>
                    <a:pt x="503" y="245"/>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11"/>
            <p:cNvSpPr/>
            <p:nvPr/>
          </p:nvSpPr>
          <p:spPr>
            <a:xfrm>
              <a:off x="2696950" y="4963325"/>
              <a:ext cx="12375" cy="12400"/>
            </a:xfrm>
            <a:custGeom>
              <a:avLst/>
              <a:gdLst/>
              <a:ahLst/>
              <a:cxnLst/>
              <a:rect l="l" t="t" r="r" b="b"/>
              <a:pathLst>
                <a:path w="495" h="496" extrusionOk="0">
                  <a:moveTo>
                    <a:pt x="252" y="0"/>
                  </a:moveTo>
                  <a:cubicBezTo>
                    <a:pt x="108" y="0"/>
                    <a:pt x="1" y="109"/>
                    <a:pt x="1" y="245"/>
                  </a:cubicBezTo>
                  <a:cubicBezTo>
                    <a:pt x="1" y="388"/>
                    <a:pt x="108" y="496"/>
                    <a:pt x="252" y="496"/>
                  </a:cubicBezTo>
                  <a:cubicBezTo>
                    <a:pt x="388" y="496"/>
                    <a:pt x="495" y="388"/>
                    <a:pt x="495" y="245"/>
                  </a:cubicBezTo>
                  <a:cubicBezTo>
                    <a:pt x="495"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11"/>
            <p:cNvSpPr/>
            <p:nvPr/>
          </p:nvSpPr>
          <p:spPr>
            <a:xfrm>
              <a:off x="2788700" y="49633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11"/>
            <p:cNvSpPr/>
            <p:nvPr/>
          </p:nvSpPr>
          <p:spPr>
            <a:xfrm>
              <a:off x="2880675" y="4963325"/>
              <a:ext cx="12375" cy="12400"/>
            </a:xfrm>
            <a:custGeom>
              <a:avLst/>
              <a:gdLst/>
              <a:ahLst/>
              <a:cxnLst/>
              <a:rect l="l" t="t" r="r" b="b"/>
              <a:pathLst>
                <a:path w="495" h="496" extrusionOk="0">
                  <a:moveTo>
                    <a:pt x="243" y="0"/>
                  </a:moveTo>
                  <a:cubicBezTo>
                    <a:pt x="107" y="0"/>
                    <a:pt x="0" y="109"/>
                    <a:pt x="0" y="245"/>
                  </a:cubicBezTo>
                  <a:cubicBezTo>
                    <a:pt x="0" y="388"/>
                    <a:pt x="107" y="496"/>
                    <a:pt x="243" y="496"/>
                  </a:cubicBezTo>
                  <a:cubicBezTo>
                    <a:pt x="387" y="496"/>
                    <a:pt x="494" y="388"/>
                    <a:pt x="494" y="245"/>
                  </a:cubicBezTo>
                  <a:cubicBezTo>
                    <a:pt x="494" y="109"/>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11"/>
            <p:cNvSpPr/>
            <p:nvPr/>
          </p:nvSpPr>
          <p:spPr>
            <a:xfrm>
              <a:off x="2972425" y="4963325"/>
              <a:ext cx="12575" cy="12400"/>
            </a:xfrm>
            <a:custGeom>
              <a:avLst/>
              <a:gdLst/>
              <a:ahLst/>
              <a:cxnLst/>
              <a:rect l="l" t="t" r="r" b="b"/>
              <a:pathLst>
                <a:path w="503" h="496" extrusionOk="0">
                  <a:moveTo>
                    <a:pt x="251" y="0"/>
                  </a:moveTo>
                  <a:cubicBezTo>
                    <a:pt x="115" y="0"/>
                    <a:pt x="0" y="109"/>
                    <a:pt x="0" y="245"/>
                  </a:cubicBezTo>
                  <a:cubicBezTo>
                    <a:pt x="0" y="388"/>
                    <a:pt x="115" y="496"/>
                    <a:pt x="251" y="496"/>
                  </a:cubicBezTo>
                  <a:cubicBezTo>
                    <a:pt x="387" y="496"/>
                    <a:pt x="503" y="388"/>
                    <a:pt x="503" y="245"/>
                  </a:cubicBezTo>
                  <a:cubicBezTo>
                    <a:pt x="503"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11"/>
            <p:cNvSpPr/>
            <p:nvPr/>
          </p:nvSpPr>
          <p:spPr>
            <a:xfrm>
              <a:off x="3064375" y="4963325"/>
              <a:ext cx="12375" cy="12400"/>
            </a:xfrm>
            <a:custGeom>
              <a:avLst/>
              <a:gdLst/>
              <a:ahLst/>
              <a:cxnLst/>
              <a:rect l="l" t="t" r="r" b="b"/>
              <a:pathLst>
                <a:path w="495" h="496" extrusionOk="0">
                  <a:moveTo>
                    <a:pt x="243" y="0"/>
                  </a:moveTo>
                  <a:cubicBezTo>
                    <a:pt x="107" y="0"/>
                    <a:pt x="1" y="109"/>
                    <a:pt x="1" y="245"/>
                  </a:cubicBezTo>
                  <a:cubicBezTo>
                    <a:pt x="1" y="388"/>
                    <a:pt x="107" y="496"/>
                    <a:pt x="243" y="496"/>
                  </a:cubicBezTo>
                  <a:cubicBezTo>
                    <a:pt x="388" y="496"/>
                    <a:pt x="495" y="388"/>
                    <a:pt x="495" y="245"/>
                  </a:cubicBezTo>
                  <a:cubicBezTo>
                    <a:pt x="495" y="109"/>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11"/>
            <p:cNvSpPr/>
            <p:nvPr/>
          </p:nvSpPr>
          <p:spPr>
            <a:xfrm>
              <a:off x="3156125" y="49633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8" name="Google Shape;8228;p11"/>
            <p:cNvSpPr/>
            <p:nvPr/>
          </p:nvSpPr>
          <p:spPr>
            <a:xfrm>
              <a:off x="3247875" y="4963325"/>
              <a:ext cx="12575" cy="12400"/>
            </a:xfrm>
            <a:custGeom>
              <a:avLst/>
              <a:gdLst/>
              <a:ahLst/>
              <a:cxnLst/>
              <a:rect l="l" t="t" r="r" b="b"/>
              <a:pathLst>
                <a:path w="503"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11"/>
            <p:cNvSpPr/>
            <p:nvPr/>
          </p:nvSpPr>
          <p:spPr>
            <a:xfrm>
              <a:off x="3339850" y="4963325"/>
              <a:ext cx="12525" cy="12400"/>
            </a:xfrm>
            <a:custGeom>
              <a:avLst/>
              <a:gdLst/>
              <a:ahLst/>
              <a:cxnLst/>
              <a:rect l="l" t="t" r="r" b="b"/>
              <a:pathLst>
                <a:path w="501" h="496" extrusionOk="0">
                  <a:moveTo>
                    <a:pt x="251" y="0"/>
                  </a:moveTo>
                  <a:cubicBezTo>
                    <a:pt x="107" y="0"/>
                    <a:pt x="0" y="109"/>
                    <a:pt x="0" y="245"/>
                  </a:cubicBezTo>
                  <a:cubicBezTo>
                    <a:pt x="0" y="388"/>
                    <a:pt x="107" y="496"/>
                    <a:pt x="251" y="496"/>
                  </a:cubicBezTo>
                  <a:cubicBezTo>
                    <a:pt x="387" y="496"/>
                    <a:pt x="501" y="388"/>
                    <a:pt x="501" y="245"/>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11"/>
            <p:cNvSpPr/>
            <p:nvPr/>
          </p:nvSpPr>
          <p:spPr>
            <a:xfrm>
              <a:off x="3431575" y="49633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11"/>
            <p:cNvSpPr/>
            <p:nvPr/>
          </p:nvSpPr>
          <p:spPr>
            <a:xfrm>
              <a:off x="3523550" y="4963325"/>
              <a:ext cx="12375" cy="12400"/>
            </a:xfrm>
            <a:custGeom>
              <a:avLst/>
              <a:gdLst/>
              <a:ahLst/>
              <a:cxnLst/>
              <a:rect l="l" t="t" r="r" b="b"/>
              <a:pathLst>
                <a:path w="495" h="496" extrusionOk="0">
                  <a:moveTo>
                    <a:pt x="250" y="0"/>
                  </a:moveTo>
                  <a:cubicBezTo>
                    <a:pt x="107" y="0"/>
                    <a:pt x="0" y="109"/>
                    <a:pt x="0" y="245"/>
                  </a:cubicBezTo>
                  <a:cubicBezTo>
                    <a:pt x="0" y="388"/>
                    <a:pt x="107" y="496"/>
                    <a:pt x="250" y="496"/>
                  </a:cubicBezTo>
                  <a:cubicBezTo>
                    <a:pt x="388" y="496"/>
                    <a:pt x="494" y="388"/>
                    <a:pt x="494" y="245"/>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11"/>
            <p:cNvSpPr/>
            <p:nvPr/>
          </p:nvSpPr>
          <p:spPr>
            <a:xfrm>
              <a:off x="676400" y="50551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11"/>
            <p:cNvSpPr/>
            <p:nvPr/>
          </p:nvSpPr>
          <p:spPr>
            <a:xfrm>
              <a:off x="768325" y="5055125"/>
              <a:ext cx="12400" cy="12525"/>
            </a:xfrm>
            <a:custGeom>
              <a:avLst/>
              <a:gdLst/>
              <a:ahLst/>
              <a:cxnLst/>
              <a:rect l="l" t="t" r="r" b="b"/>
              <a:pathLst>
                <a:path w="496" h="501" extrusionOk="0">
                  <a:moveTo>
                    <a:pt x="245" y="0"/>
                  </a:moveTo>
                  <a:cubicBezTo>
                    <a:pt x="109" y="0"/>
                    <a:pt x="0" y="114"/>
                    <a:pt x="0" y="250"/>
                  </a:cubicBezTo>
                  <a:cubicBezTo>
                    <a:pt x="0" y="387"/>
                    <a:pt x="109" y="501"/>
                    <a:pt x="245" y="501"/>
                  </a:cubicBezTo>
                  <a:cubicBezTo>
                    <a:pt x="388" y="501"/>
                    <a:pt x="496" y="387"/>
                    <a:pt x="496" y="250"/>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11"/>
            <p:cNvSpPr/>
            <p:nvPr/>
          </p:nvSpPr>
          <p:spPr>
            <a:xfrm>
              <a:off x="860125" y="5055125"/>
              <a:ext cx="12525" cy="12525"/>
            </a:xfrm>
            <a:custGeom>
              <a:avLst/>
              <a:gdLst/>
              <a:ahLst/>
              <a:cxnLst/>
              <a:rect l="l" t="t" r="r" b="b"/>
              <a:pathLst>
                <a:path w="501" h="501" extrusionOk="0">
                  <a:moveTo>
                    <a:pt x="251" y="0"/>
                  </a:moveTo>
                  <a:cubicBezTo>
                    <a:pt x="114" y="0"/>
                    <a:pt x="0" y="114"/>
                    <a:pt x="0" y="250"/>
                  </a:cubicBezTo>
                  <a:cubicBezTo>
                    <a:pt x="0" y="387"/>
                    <a:pt x="114" y="501"/>
                    <a:pt x="251" y="501"/>
                  </a:cubicBezTo>
                  <a:cubicBezTo>
                    <a:pt x="387" y="501"/>
                    <a:pt x="501" y="387"/>
                    <a:pt x="501" y="250"/>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5" name="Google Shape;8235;p11"/>
            <p:cNvSpPr/>
            <p:nvPr/>
          </p:nvSpPr>
          <p:spPr>
            <a:xfrm>
              <a:off x="951850" y="50551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11"/>
            <p:cNvSpPr/>
            <p:nvPr/>
          </p:nvSpPr>
          <p:spPr>
            <a:xfrm>
              <a:off x="1043825" y="5055125"/>
              <a:ext cx="12375" cy="12525"/>
            </a:xfrm>
            <a:custGeom>
              <a:avLst/>
              <a:gdLst/>
              <a:ahLst/>
              <a:cxnLst/>
              <a:rect l="l" t="t" r="r" b="b"/>
              <a:pathLst>
                <a:path w="495" h="501" extrusionOk="0">
                  <a:moveTo>
                    <a:pt x="250" y="0"/>
                  </a:moveTo>
                  <a:cubicBezTo>
                    <a:pt x="107" y="0"/>
                    <a:pt x="0" y="114"/>
                    <a:pt x="0" y="250"/>
                  </a:cubicBezTo>
                  <a:cubicBezTo>
                    <a:pt x="0" y="387"/>
                    <a:pt x="107" y="501"/>
                    <a:pt x="250" y="501"/>
                  </a:cubicBezTo>
                  <a:cubicBezTo>
                    <a:pt x="388" y="501"/>
                    <a:pt x="494" y="387"/>
                    <a:pt x="494" y="250"/>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7" name="Google Shape;8237;p11"/>
            <p:cNvSpPr/>
            <p:nvPr/>
          </p:nvSpPr>
          <p:spPr>
            <a:xfrm>
              <a:off x="1135575" y="5055125"/>
              <a:ext cx="12575" cy="12525"/>
            </a:xfrm>
            <a:custGeom>
              <a:avLst/>
              <a:gdLst/>
              <a:ahLst/>
              <a:cxnLst/>
              <a:rect l="l" t="t" r="r" b="b"/>
              <a:pathLst>
                <a:path w="503" h="501" extrusionOk="0">
                  <a:moveTo>
                    <a:pt x="252" y="0"/>
                  </a:moveTo>
                  <a:cubicBezTo>
                    <a:pt x="116" y="0"/>
                    <a:pt x="0" y="114"/>
                    <a:pt x="0" y="250"/>
                  </a:cubicBezTo>
                  <a:cubicBezTo>
                    <a:pt x="0" y="387"/>
                    <a:pt x="116" y="501"/>
                    <a:pt x="252" y="501"/>
                  </a:cubicBezTo>
                  <a:cubicBezTo>
                    <a:pt x="387" y="501"/>
                    <a:pt x="503" y="387"/>
                    <a:pt x="503" y="250"/>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11"/>
            <p:cNvSpPr/>
            <p:nvPr/>
          </p:nvSpPr>
          <p:spPr>
            <a:xfrm>
              <a:off x="1227500" y="5055125"/>
              <a:ext cx="12400" cy="12525"/>
            </a:xfrm>
            <a:custGeom>
              <a:avLst/>
              <a:gdLst/>
              <a:ahLst/>
              <a:cxnLst/>
              <a:rect l="l" t="t" r="r" b="b"/>
              <a:pathLst>
                <a:path w="496" h="501" extrusionOk="0">
                  <a:moveTo>
                    <a:pt x="251" y="0"/>
                  </a:moveTo>
                  <a:cubicBezTo>
                    <a:pt x="109" y="0"/>
                    <a:pt x="0" y="114"/>
                    <a:pt x="0" y="250"/>
                  </a:cubicBezTo>
                  <a:cubicBezTo>
                    <a:pt x="0" y="387"/>
                    <a:pt x="109" y="501"/>
                    <a:pt x="251" y="501"/>
                  </a:cubicBezTo>
                  <a:cubicBezTo>
                    <a:pt x="387" y="501"/>
                    <a:pt x="496" y="387"/>
                    <a:pt x="496" y="250"/>
                  </a:cubicBezTo>
                  <a:cubicBezTo>
                    <a:pt x="496"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11"/>
            <p:cNvSpPr/>
            <p:nvPr/>
          </p:nvSpPr>
          <p:spPr>
            <a:xfrm>
              <a:off x="1319275" y="5055125"/>
              <a:ext cx="12550" cy="12525"/>
            </a:xfrm>
            <a:custGeom>
              <a:avLst/>
              <a:gdLst/>
              <a:ahLst/>
              <a:cxnLst/>
              <a:rect l="l" t="t" r="r" b="b"/>
              <a:pathLst>
                <a:path w="502" h="501" extrusionOk="0">
                  <a:moveTo>
                    <a:pt x="252" y="0"/>
                  </a:moveTo>
                  <a:cubicBezTo>
                    <a:pt x="114" y="0"/>
                    <a:pt x="1" y="114"/>
                    <a:pt x="1" y="250"/>
                  </a:cubicBezTo>
                  <a:cubicBezTo>
                    <a:pt x="1" y="387"/>
                    <a:pt x="114" y="501"/>
                    <a:pt x="252" y="501"/>
                  </a:cubicBezTo>
                  <a:cubicBezTo>
                    <a:pt x="388" y="501"/>
                    <a:pt x="501" y="387"/>
                    <a:pt x="501" y="250"/>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11"/>
            <p:cNvSpPr/>
            <p:nvPr/>
          </p:nvSpPr>
          <p:spPr>
            <a:xfrm>
              <a:off x="1411200" y="5055125"/>
              <a:ext cx="12425" cy="12525"/>
            </a:xfrm>
            <a:custGeom>
              <a:avLst/>
              <a:gdLst/>
              <a:ahLst/>
              <a:cxnLst/>
              <a:rect l="l" t="t" r="r" b="b"/>
              <a:pathLst>
                <a:path w="497" h="501" extrusionOk="0">
                  <a:moveTo>
                    <a:pt x="245" y="0"/>
                  </a:moveTo>
                  <a:cubicBezTo>
                    <a:pt x="109" y="0"/>
                    <a:pt x="1" y="114"/>
                    <a:pt x="1" y="250"/>
                  </a:cubicBezTo>
                  <a:cubicBezTo>
                    <a:pt x="1" y="387"/>
                    <a:pt x="109" y="501"/>
                    <a:pt x="245" y="501"/>
                  </a:cubicBezTo>
                  <a:cubicBezTo>
                    <a:pt x="388" y="501"/>
                    <a:pt x="496" y="387"/>
                    <a:pt x="496" y="250"/>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11"/>
            <p:cNvSpPr/>
            <p:nvPr/>
          </p:nvSpPr>
          <p:spPr>
            <a:xfrm>
              <a:off x="1503000" y="5055125"/>
              <a:ext cx="12525" cy="12525"/>
            </a:xfrm>
            <a:custGeom>
              <a:avLst/>
              <a:gdLst/>
              <a:ahLst/>
              <a:cxnLst/>
              <a:rect l="l" t="t" r="r" b="b"/>
              <a:pathLst>
                <a:path w="501" h="501" extrusionOk="0">
                  <a:moveTo>
                    <a:pt x="250" y="0"/>
                  </a:moveTo>
                  <a:cubicBezTo>
                    <a:pt x="114" y="0"/>
                    <a:pt x="0" y="114"/>
                    <a:pt x="0" y="250"/>
                  </a:cubicBezTo>
                  <a:cubicBezTo>
                    <a:pt x="0" y="387"/>
                    <a:pt x="114" y="501"/>
                    <a:pt x="250" y="501"/>
                  </a:cubicBezTo>
                  <a:cubicBezTo>
                    <a:pt x="387" y="501"/>
                    <a:pt x="501" y="387"/>
                    <a:pt x="501" y="250"/>
                  </a:cubicBezTo>
                  <a:cubicBezTo>
                    <a:pt x="501" y="114"/>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11"/>
            <p:cNvSpPr/>
            <p:nvPr/>
          </p:nvSpPr>
          <p:spPr>
            <a:xfrm>
              <a:off x="1594750" y="5055125"/>
              <a:ext cx="12575" cy="12525"/>
            </a:xfrm>
            <a:custGeom>
              <a:avLst/>
              <a:gdLst/>
              <a:ahLst/>
              <a:cxnLst/>
              <a:rect l="l" t="t" r="r" b="b"/>
              <a:pathLst>
                <a:path w="503" h="501" extrusionOk="0">
                  <a:moveTo>
                    <a:pt x="251" y="0"/>
                  </a:moveTo>
                  <a:cubicBezTo>
                    <a:pt x="115" y="0"/>
                    <a:pt x="0" y="114"/>
                    <a:pt x="0" y="250"/>
                  </a:cubicBezTo>
                  <a:cubicBezTo>
                    <a:pt x="0" y="387"/>
                    <a:pt x="115" y="501"/>
                    <a:pt x="251" y="501"/>
                  </a:cubicBezTo>
                  <a:cubicBezTo>
                    <a:pt x="394" y="501"/>
                    <a:pt x="503" y="387"/>
                    <a:pt x="503" y="250"/>
                  </a:cubicBezTo>
                  <a:cubicBezTo>
                    <a:pt x="503" y="114"/>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3" name="Google Shape;8243;p11"/>
            <p:cNvSpPr/>
            <p:nvPr/>
          </p:nvSpPr>
          <p:spPr>
            <a:xfrm>
              <a:off x="1686650" y="50551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4" name="Google Shape;8244;p11"/>
            <p:cNvSpPr/>
            <p:nvPr/>
          </p:nvSpPr>
          <p:spPr>
            <a:xfrm>
              <a:off x="1778450" y="5055125"/>
              <a:ext cx="12550" cy="12525"/>
            </a:xfrm>
            <a:custGeom>
              <a:avLst/>
              <a:gdLst/>
              <a:ahLst/>
              <a:cxnLst/>
              <a:rect l="l" t="t" r="r" b="b"/>
              <a:pathLst>
                <a:path w="502" h="501" extrusionOk="0">
                  <a:moveTo>
                    <a:pt x="252" y="0"/>
                  </a:moveTo>
                  <a:cubicBezTo>
                    <a:pt x="114" y="0"/>
                    <a:pt x="1" y="114"/>
                    <a:pt x="1" y="250"/>
                  </a:cubicBezTo>
                  <a:cubicBezTo>
                    <a:pt x="1" y="387"/>
                    <a:pt x="114" y="501"/>
                    <a:pt x="252" y="501"/>
                  </a:cubicBezTo>
                  <a:cubicBezTo>
                    <a:pt x="388" y="501"/>
                    <a:pt x="501" y="387"/>
                    <a:pt x="501" y="250"/>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11"/>
            <p:cNvSpPr/>
            <p:nvPr/>
          </p:nvSpPr>
          <p:spPr>
            <a:xfrm>
              <a:off x="1870375" y="5055125"/>
              <a:ext cx="12400" cy="12525"/>
            </a:xfrm>
            <a:custGeom>
              <a:avLst/>
              <a:gdLst/>
              <a:ahLst/>
              <a:cxnLst/>
              <a:rect l="l" t="t" r="r" b="b"/>
              <a:pathLst>
                <a:path w="496" h="501" extrusionOk="0">
                  <a:moveTo>
                    <a:pt x="252" y="0"/>
                  </a:moveTo>
                  <a:cubicBezTo>
                    <a:pt x="109" y="0"/>
                    <a:pt x="0" y="114"/>
                    <a:pt x="0" y="250"/>
                  </a:cubicBezTo>
                  <a:cubicBezTo>
                    <a:pt x="0" y="387"/>
                    <a:pt x="109" y="501"/>
                    <a:pt x="252" y="501"/>
                  </a:cubicBezTo>
                  <a:cubicBezTo>
                    <a:pt x="387" y="501"/>
                    <a:pt x="496" y="387"/>
                    <a:pt x="496" y="250"/>
                  </a:cubicBezTo>
                  <a:cubicBezTo>
                    <a:pt x="496"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6" name="Google Shape;8246;p11"/>
            <p:cNvSpPr/>
            <p:nvPr/>
          </p:nvSpPr>
          <p:spPr>
            <a:xfrm>
              <a:off x="1962150" y="5055125"/>
              <a:ext cx="12550" cy="12525"/>
            </a:xfrm>
            <a:custGeom>
              <a:avLst/>
              <a:gdLst/>
              <a:ahLst/>
              <a:cxnLst/>
              <a:rect l="l" t="t" r="r" b="b"/>
              <a:pathLst>
                <a:path w="502" h="501" extrusionOk="0">
                  <a:moveTo>
                    <a:pt x="250" y="0"/>
                  </a:moveTo>
                  <a:cubicBezTo>
                    <a:pt x="114" y="0"/>
                    <a:pt x="1" y="114"/>
                    <a:pt x="1" y="250"/>
                  </a:cubicBezTo>
                  <a:cubicBezTo>
                    <a:pt x="1" y="387"/>
                    <a:pt x="114" y="501"/>
                    <a:pt x="250" y="501"/>
                  </a:cubicBezTo>
                  <a:cubicBezTo>
                    <a:pt x="388" y="501"/>
                    <a:pt x="502" y="387"/>
                    <a:pt x="502" y="250"/>
                  </a:cubicBezTo>
                  <a:cubicBezTo>
                    <a:pt x="502"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11"/>
            <p:cNvSpPr/>
            <p:nvPr/>
          </p:nvSpPr>
          <p:spPr>
            <a:xfrm>
              <a:off x="2054075" y="5055125"/>
              <a:ext cx="12425" cy="12525"/>
            </a:xfrm>
            <a:custGeom>
              <a:avLst/>
              <a:gdLst/>
              <a:ahLst/>
              <a:cxnLst/>
              <a:rect l="l" t="t" r="r" b="b"/>
              <a:pathLst>
                <a:path w="497" h="501" extrusionOk="0">
                  <a:moveTo>
                    <a:pt x="252" y="0"/>
                  </a:moveTo>
                  <a:cubicBezTo>
                    <a:pt x="109" y="0"/>
                    <a:pt x="1" y="114"/>
                    <a:pt x="1" y="250"/>
                  </a:cubicBezTo>
                  <a:cubicBezTo>
                    <a:pt x="1" y="387"/>
                    <a:pt x="109" y="501"/>
                    <a:pt x="252" y="501"/>
                  </a:cubicBezTo>
                  <a:cubicBezTo>
                    <a:pt x="388" y="501"/>
                    <a:pt x="496" y="387"/>
                    <a:pt x="496" y="250"/>
                  </a:cubicBezTo>
                  <a:cubicBezTo>
                    <a:pt x="496"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8" name="Google Shape;8248;p11"/>
            <p:cNvSpPr/>
            <p:nvPr/>
          </p:nvSpPr>
          <p:spPr>
            <a:xfrm>
              <a:off x="2145825" y="50551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11"/>
            <p:cNvSpPr/>
            <p:nvPr/>
          </p:nvSpPr>
          <p:spPr>
            <a:xfrm>
              <a:off x="2237800" y="5055125"/>
              <a:ext cx="12350" cy="12525"/>
            </a:xfrm>
            <a:custGeom>
              <a:avLst/>
              <a:gdLst/>
              <a:ahLst/>
              <a:cxnLst/>
              <a:rect l="l" t="t" r="r" b="b"/>
              <a:pathLst>
                <a:path w="494" h="501" extrusionOk="0">
                  <a:moveTo>
                    <a:pt x="244" y="0"/>
                  </a:moveTo>
                  <a:cubicBezTo>
                    <a:pt x="107" y="0"/>
                    <a:pt x="0" y="114"/>
                    <a:pt x="0" y="250"/>
                  </a:cubicBezTo>
                  <a:cubicBezTo>
                    <a:pt x="0" y="387"/>
                    <a:pt x="107" y="501"/>
                    <a:pt x="244" y="501"/>
                  </a:cubicBezTo>
                  <a:cubicBezTo>
                    <a:pt x="387" y="501"/>
                    <a:pt x="494" y="387"/>
                    <a:pt x="494" y="250"/>
                  </a:cubicBezTo>
                  <a:cubicBezTo>
                    <a:pt x="494" y="114"/>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11"/>
            <p:cNvSpPr/>
            <p:nvPr/>
          </p:nvSpPr>
          <p:spPr>
            <a:xfrm>
              <a:off x="2329550" y="5055125"/>
              <a:ext cx="12575" cy="12525"/>
            </a:xfrm>
            <a:custGeom>
              <a:avLst/>
              <a:gdLst/>
              <a:ahLst/>
              <a:cxnLst/>
              <a:rect l="l" t="t" r="r" b="b"/>
              <a:pathLst>
                <a:path w="503" h="501" extrusionOk="0">
                  <a:moveTo>
                    <a:pt x="251" y="0"/>
                  </a:moveTo>
                  <a:cubicBezTo>
                    <a:pt x="115" y="0"/>
                    <a:pt x="0" y="114"/>
                    <a:pt x="0" y="250"/>
                  </a:cubicBezTo>
                  <a:cubicBezTo>
                    <a:pt x="0" y="387"/>
                    <a:pt x="115" y="501"/>
                    <a:pt x="251" y="501"/>
                  </a:cubicBezTo>
                  <a:cubicBezTo>
                    <a:pt x="387" y="501"/>
                    <a:pt x="502" y="387"/>
                    <a:pt x="502" y="250"/>
                  </a:cubicBezTo>
                  <a:cubicBezTo>
                    <a:pt x="502"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1" name="Google Shape;8251;p11"/>
            <p:cNvSpPr/>
            <p:nvPr/>
          </p:nvSpPr>
          <p:spPr>
            <a:xfrm>
              <a:off x="2421325" y="5055125"/>
              <a:ext cx="12550" cy="12525"/>
            </a:xfrm>
            <a:custGeom>
              <a:avLst/>
              <a:gdLst/>
              <a:ahLst/>
              <a:cxnLst/>
              <a:rect l="l" t="t" r="r" b="b"/>
              <a:pathLst>
                <a:path w="502" h="501" extrusionOk="0">
                  <a:moveTo>
                    <a:pt x="250" y="0"/>
                  </a:moveTo>
                  <a:cubicBezTo>
                    <a:pt x="114" y="0"/>
                    <a:pt x="1" y="114"/>
                    <a:pt x="1" y="250"/>
                  </a:cubicBezTo>
                  <a:cubicBezTo>
                    <a:pt x="1" y="387"/>
                    <a:pt x="114" y="501"/>
                    <a:pt x="250" y="501"/>
                  </a:cubicBezTo>
                  <a:cubicBezTo>
                    <a:pt x="395" y="501"/>
                    <a:pt x="501" y="387"/>
                    <a:pt x="501" y="250"/>
                  </a:cubicBezTo>
                  <a:cubicBezTo>
                    <a:pt x="501" y="114"/>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2" name="Google Shape;8252;p11"/>
            <p:cNvSpPr/>
            <p:nvPr/>
          </p:nvSpPr>
          <p:spPr>
            <a:xfrm>
              <a:off x="2513250" y="5055125"/>
              <a:ext cx="12575" cy="12525"/>
            </a:xfrm>
            <a:custGeom>
              <a:avLst/>
              <a:gdLst/>
              <a:ahLst/>
              <a:cxnLst/>
              <a:rect l="l" t="t" r="r" b="b"/>
              <a:pathLst>
                <a:path w="503" h="501" extrusionOk="0">
                  <a:moveTo>
                    <a:pt x="252" y="0"/>
                  </a:moveTo>
                  <a:cubicBezTo>
                    <a:pt x="109" y="0"/>
                    <a:pt x="0" y="114"/>
                    <a:pt x="0" y="250"/>
                  </a:cubicBezTo>
                  <a:cubicBezTo>
                    <a:pt x="0" y="387"/>
                    <a:pt x="109"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11"/>
            <p:cNvSpPr/>
            <p:nvPr/>
          </p:nvSpPr>
          <p:spPr>
            <a:xfrm>
              <a:off x="2605000" y="5055125"/>
              <a:ext cx="12575" cy="12525"/>
            </a:xfrm>
            <a:custGeom>
              <a:avLst/>
              <a:gdLst/>
              <a:ahLst/>
              <a:cxnLst/>
              <a:rect l="l" t="t" r="r" b="b"/>
              <a:pathLst>
                <a:path w="503" h="501" extrusionOk="0">
                  <a:moveTo>
                    <a:pt x="252" y="0"/>
                  </a:moveTo>
                  <a:cubicBezTo>
                    <a:pt x="116" y="0"/>
                    <a:pt x="0" y="114"/>
                    <a:pt x="0" y="250"/>
                  </a:cubicBezTo>
                  <a:cubicBezTo>
                    <a:pt x="0" y="387"/>
                    <a:pt x="116" y="501"/>
                    <a:pt x="252" y="501"/>
                  </a:cubicBezTo>
                  <a:cubicBezTo>
                    <a:pt x="387" y="501"/>
                    <a:pt x="503" y="387"/>
                    <a:pt x="503" y="250"/>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11"/>
            <p:cNvSpPr/>
            <p:nvPr/>
          </p:nvSpPr>
          <p:spPr>
            <a:xfrm>
              <a:off x="2696950" y="5055125"/>
              <a:ext cx="12375" cy="12525"/>
            </a:xfrm>
            <a:custGeom>
              <a:avLst/>
              <a:gdLst/>
              <a:ahLst/>
              <a:cxnLst/>
              <a:rect l="l" t="t" r="r" b="b"/>
              <a:pathLst>
                <a:path w="495" h="501" extrusionOk="0">
                  <a:moveTo>
                    <a:pt x="252" y="0"/>
                  </a:moveTo>
                  <a:cubicBezTo>
                    <a:pt x="108" y="0"/>
                    <a:pt x="1" y="114"/>
                    <a:pt x="1" y="250"/>
                  </a:cubicBezTo>
                  <a:cubicBezTo>
                    <a:pt x="1" y="387"/>
                    <a:pt x="108" y="501"/>
                    <a:pt x="252" y="501"/>
                  </a:cubicBezTo>
                  <a:cubicBezTo>
                    <a:pt x="388" y="501"/>
                    <a:pt x="495" y="387"/>
                    <a:pt x="495" y="250"/>
                  </a:cubicBezTo>
                  <a:cubicBezTo>
                    <a:pt x="495"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11"/>
            <p:cNvSpPr/>
            <p:nvPr/>
          </p:nvSpPr>
          <p:spPr>
            <a:xfrm>
              <a:off x="2788700" y="50551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6" name="Google Shape;8256;p11"/>
            <p:cNvSpPr/>
            <p:nvPr/>
          </p:nvSpPr>
          <p:spPr>
            <a:xfrm>
              <a:off x="2880675" y="5055125"/>
              <a:ext cx="12375" cy="12525"/>
            </a:xfrm>
            <a:custGeom>
              <a:avLst/>
              <a:gdLst/>
              <a:ahLst/>
              <a:cxnLst/>
              <a:rect l="l" t="t" r="r" b="b"/>
              <a:pathLst>
                <a:path w="495" h="501" extrusionOk="0">
                  <a:moveTo>
                    <a:pt x="243" y="0"/>
                  </a:moveTo>
                  <a:cubicBezTo>
                    <a:pt x="107" y="0"/>
                    <a:pt x="0" y="114"/>
                    <a:pt x="0" y="250"/>
                  </a:cubicBezTo>
                  <a:cubicBezTo>
                    <a:pt x="0" y="387"/>
                    <a:pt x="107" y="501"/>
                    <a:pt x="243" y="501"/>
                  </a:cubicBezTo>
                  <a:cubicBezTo>
                    <a:pt x="387" y="501"/>
                    <a:pt x="494" y="387"/>
                    <a:pt x="494" y="250"/>
                  </a:cubicBezTo>
                  <a:cubicBezTo>
                    <a:pt x="494" y="114"/>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7" name="Google Shape;8257;p11"/>
            <p:cNvSpPr/>
            <p:nvPr/>
          </p:nvSpPr>
          <p:spPr>
            <a:xfrm>
              <a:off x="2972425" y="5055125"/>
              <a:ext cx="12575" cy="12525"/>
            </a:xfrm>
            <a:custGeom>
              <a:avLst/>
              <a:gdLst/>
              <a:ahLst/>
              <a:cxnLst/>
              <a:rect l="l" t="t" r="r" b="b"/>
              <a:pathLst>
                <a:path w="503" h="501" extrusionOk="0">
                  <a:moveTo>
                    <a:pt x="251" y="0"/>
                  </a:moveTo>
                  <a:cubicBezTo>
                    <a:pt x="115" y="0"/>
                    <a:pt x="0" y="114"/>
                    <a:pt x="0" y="250"/>
                  </a:cubicBezTo>
                  <a:cubicBezTo>
                    <a:pt x="0" y="387"/>
                    <a:pt x="115" y="501"/>
                    <a:pt x="251" y="501"/>
                  </a:cubicBezTo>
                  <a:cubicBezTo>
                    <a:pt x="387" y="501"/>
                    <a:pt x="503" y="387"/>
                    <a:pt x="503" y="250"/>
                  </a:cubicBezTo>
                  <a:cubicBezTo>
                    <a:pt x="503"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11"/>
            <p:cNvSpPr/>
            <p:nvPr/>
          </p:nvSpPr>
          <p:spPr>
            <a:xfrm>
              <a:off x="3064375" y="5055125"/>
              <a:ext cx="12375" cy="12525"/>
            </a:xfrm>
            <a:custGeom>
              <a:avLst/>
              <a:gdLst/>
              <a:ahLst/>
              <a:cxnLst/>
              <a:rect l="l" t="t" r="r" b="b"/>
              <a:pathLst>
                <a:path w="495" h="501" extrusionOk="0">
                  <a:moveTo>
                    <a:pt x="243" y="0"/>
                  </a:moveTo>
                  <a:cubicBezTo>
                    <a:pt x="107" y="0"/>
                    <a:pt x="1" y="114"/>
                    <a:pt x="1" y="250"/>
                  </a:cubicBezTo>
                  <a:cubicBezTo>
                    <a:pt x="1" y="387"/>
                    <a:pt x="107" y="501"/>
                    <a:pt x="243" y="501"/>
                  </a:cubicBezTo>
                  <a:cubicBezTo>
                    <a:pt x="388" y="501"/>
                    <a:pt x="495" y="387"/>
                    <a:pt x="495" y="250"/>
                  </a:cubicBezTo>
                  <a:cubicBezTo>
                    <a:pt x="495" y="114"/>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11"/>
            <p:cNvSpPr/>
            <p:nvPr/>
          </p:nvSpPr>
          <p:spPr>
            <a:xfrm>
              <a:off x="3156125" y="50551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11"/>
            <p:cNvSpPr/>
            <p:nvPr/>
          </p:nvSpPr>
          <p:spPr>
            <a:xfrm>
              <a:off x="3247875" y="5055125"/>
              <a:ext cx="12575" cy="12525"/>
            </a:xfrm>
            <a:custGeom>
              <a:avLst/>
              <a:gdLst/>
              <a:ahLst/>
              <a:cxnLst/>
              <a:rect l="l" t="t" r="r" b="b"/>
              <a:pathLst>
                <a:path w="503"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11"/>
            <p:cNvSpPr/>
            <p:nvPr/>
          </p:nvSpPr>
          <p:spPr>
            <a:xfrm>
              <a:off x="3339850" y="5055125"/>
              <a:ext cx="12525" cy="12525"/>
            </a:xfrm>
            <a:custGeom>
              <a:avLst/>
              <a:gdLst/>
              <a:ahLst/>
              <a:cxnLst/>
              <a:rect l="l" t="t" r="r" b="b"/>
              <a:pathLst>
                <a:path w="501" h="501" extrusionOk="0">
                  <a:moveTo>
                    <a:pt x="251" y="0"/>
                  </a:moveTo>
                  <a:cubicBezTo>
                    <a:pt x="107" y="0"/>
                    <a:pt x="0" y="114"/>
                    <a:pt x="0" y="250"/>
                  </a:cubicBezTo>
                  <a:cubicBezTo>
                    <a:pt x="0" y="387"/>
                    <a:pt x="107" y="501"/>
                    <a:pt x="251" y="501"/>
                  </a:cubicBezTo>
                  <a:cubicBezTo>
                    <a:pt x="387" y="501"/>
                    <a:pt x="501" y="387"/>
                    <a:pt x="501" y="250"/>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11"/>
            <p:cNvSpPr/>
            <p:nvPr/>
          </p:nvSpPr>
          <p:spPr>
            <a:xfrm>
              <a:off x="3431575" y="50551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11"/>
            <p:cNvSpPr/>
            <p:nvPr/>
          </p:nvSpPr>
          <p:spPr>
            <a:xfrm>
              <a:off x="3523550" y="5055125"/>
              <a:ext cx="12375" cy="12525"/>
            </a:xfrm>
            <a:custGeom>
              <a:avLst/>
              <a:gdLst/>
              <a:ahLst/>
              <a:cxnLst/>
              <a:rect l="l" t="t" r="r" b="b"/>
              <a:pathLst>
                <a:path w="495" h="501" extrusionOk="0">
                  <a:moveTo>
                    <a:pt x="250" y="0"/>
                  </a:moveTo>
                  <a:cubicBezTo>
                    <a:pt x="107" y="0"/>
                    <a:pt x="0" y="114"/>
                    <a:pt x="0" y="250"/>
                  </a:cubicBezTo>
                  <a:cubicBezTo>
                    <a:pt x="0" y="387"/>
                    <a:pt x="107" y="501"/>
                    <a:pt x="250" y="501"/>
                  </a:cubicBezTo>
                  <a:cubicBezTo>
                    <a:pt x="388" y="501"/>
                    <a:pt x="494" y="387"/>
                    <a:pt x="494" y="250"/>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11"/>
            <p:cNvSpPr/>
            <p:nvPr/>
          </p:nvSpPr>
          <p:spPr>
            <a:xfrm>
              <a:off x="676400" y="5147025"/>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5" name="Google Shape;8265;p11"/>
            <p:cNvSpPr/>
            <p:nvPr/>
          </p:nvSpPr>
          <p:spPr>
            <a:xfrm>
              <a:off x="768325" y="5147025"/>
              <a:ext cx="12400" cy="12425"/>
            </a:xfrm>
            <a:custGeom>
              <a:avLst/>
              <a:gdLst/>
              <a:ahLst/>
              <a:cxnLst/>
              <a:rect l="l" t="t" r="r" b="b"/>
              <a:pathLst>
                <a:path w="496" h="497" extrusionOk="0">
                  <a:moveTo>
                    <a:pt x="245" y="1"/>
                  </a:moveTo>
                  <a:cubicBezTo>
                    <a:pt x="109" y="1"/>
                    <a:pt x="0" y="109"/>
                    <a:pt x="0" y="245"/>
                  </a:cubicBezTo>
                  <a:cubicBezTo>
                    <a:pt x="0" y="388"/>
                    <a:pt x="109" y="496"/>
                    <a:pt x="245" y="496"/>
                  </a:cubicBezTo>
                  <a:cubicBezTo>
                    <a:pt x="388" y="496"/>
                    <a:pt x="496" y="388"/>
                    <a:pt x="496" y="245"/>
                  </a:cubicBezTo>
                  <a:cubicBezTo>
                    <a:pt x="496" y="109"/>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11"/>
            <p:cNvSpPr/>
            <p:nvPr/>
          </p:nvSpPr>
          <p:spPr>
            <a:xfrm>
              <a:off x="860125" y="5147025"/>
              <a:ext cx="12525" cy="12425"/>
            </a:xfrm>
            <a:custGeom>
              <a:avLst/>
              <a:gdLst/>
              <a:ahLst/>
              <a:cxnLst/>
              <a:rect l="l" t="t" r="r" b="b"/>
              <a:pathLst>
                <a:path w="501" h="497" extrusionOk="0">
                  <a:moveTo>
                    <a:pt x="251" y="1"/>
                  </a:moveTo>
                  <a:cubicBezTo>
                    <a:pt x="114" y="1"/>
                    <a:pt x="0" y="109"/>
                    <a:pt x="0" y="245"/>
                  </a:cubicBezTo>
                  <a:cubicBezTo>
                    <a:pt x="0" y="388"/>
                    <a:pt x="114" y="496"/>
                    <a:pt x="251" y="496"/>
                  </a:cubicBezTo>
                  <a:cubicBezTo>
                    <a:pt x="387" y="496"/>
                    <a:pt x="501" y="388"/>
                    <a:pt x="501" y="245"/>
                  </a:cubicBezTo>
                  <a:cubicBezTo>
                    <a:pt x="501"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11"/>
            <p:cNvSpPr/>
            <p:nvPr/>
          </p:nvSpPr>
          <p:spPr>
            <a:xfrm>
              <a:off x="951850" y="5147025"/>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11"/>
            <p:cNvSpPr/>
            <p:nvPr/>
          </p:nvSpPr>
          <p:spPr>
            <a:xfrm>
              <a:off x="1043825" y="5147025"/>
              <a:ext cx="12375" cy="12425"/>
            </a:xfrm>
            <a:custGeom>
              <a:avLst/>
              <a:gdLst/>
              <a:ahLst/>
              <a:cxnLst/>
              <a:rect l="l" t="t" r="r" b="b"/>
              <a:pathLst>
                <a:path w="495" h="497" extrusionOk="0">
                  <a:moveTo>
                    <a:pt x="250" y="1"/>
                  </a:moveTo>
                  <a:cubicBezTo>
                    <a:pt x="107" y="1"/>
                    <a:pt x="0" y="109"/>
                    <a:pt x="0" y="245"/>
                  </a:cubicBezTo>
                  <a:cubicBezTo>
                    <a:pt x="0" y="388"/>
                    <a:pt x="107" y="496"/>
                    <a:pt x="250" y="496"/>
                  </a:cubicBezTo>
                  <a:cubicBezTo>
                    <a:pt x="388" y="496"/>
                    <a:pt x="494" y="388"/>
                    <a:pt x="494" y="245"/>
                  </a:cubicBezTo>
                  <a:cubicBezTo>
                    <a:pt x="494"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11"/>
            <p:cNvSpPr/>
            <p:nvPr/>
          </p:nvSpPr>
          <p:spPr>
            <a:xfrm>
              <a:off x="1135575" y="5147025"/>
              <a:ext cx="12575" cy="12425"/>
            </a:xfrm>
            <a:custGeom>
              <a:avLst/>
              <a:gdLst/>
              <a:ahLst/>
              <a:cxnLst/>
              <a:rect l="l" t="t" r="r" b="b"/>
              <a:pathLst>
                <a:path w="503" h="497" extrusionOk="0">
                  <a:moveTo>
                    <a:pt x="252" y="1"/>
                  </a:moveTo>
                  <a:cubicBezTo>
                    <a:pt x="116" y="1"/>
                    <a:pt x="0" y="109"/>
                    <a:pt x="0" y="245"/>
                  </a:cubicBezTo>
                  <a:cubicBezTo>
                    <a:pt x="0" y="388"/>
                    <a:pt x="116" y="496"/>
                    <a:pt x="252" y="496"/>
                  </a:cubicBezTo>
                  <a:cubicBezTo>
                    <a:pt x="387" y="496"/>
                    <a:pt x="503" y="388"/>
                    <a:pt x="503" y="245"/>
                  </a:cubicBezTo>
                  <a:cubicBezTo>
                    <a:pt x="503"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0" name="Google Shape;8270;p11"/>
            <p:cNvSpPr/>
            <p:nvPr/>
          </p:nvSpPr>
          <p:spPr>
            <a:xfrm>
              <a:off x="1227500" y="5147025"/>
              <a:ext cx="12400" cy="12425"/>
            </a:xfrm>
            <a:custGeom>
              <a:avLst/>
              <a:gdLst/>
              <a:ahLst/>
              <a:cxnLst/>
              <a:rect l="l" t="t" r="r" b="b"/>
              <a:pathLst>
                <a:path w="496" h="497" extrusionOk="0">
                  <a:moveTo>
                    <a:pt x="251" y="1"/>
                  </a:moveTo>
                  <a:cubicBezTo>
                    <a:pt x="109" y="1"/>
                    <a:pt x="0" y="109"/>
                    <a:pt x="0" y="245"/>
                  </a:cubicBezTo>
                  <a:cubicBezTo>
                    <a:pt x="0" y="388"/>
                    <a:pt x="109" y="496"/>
                    <a:pt x="251" y="496"/>
                  </a:cubicBezTo>
                  <a:cubicBezTo>
                    <a:pt x="387" y="496"/>
                    <a:pt x="496" y="388"/>
                    <a:pt x="496" y="245"/>
                  </a:cubicBezTo>
                  <a:cubicBezTo>
                    <a:pt x="496"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1" name="Google Shape;8271;p11"/>
            <p:cNvSpPr/>
            <p:nvPr/>
          </p:nvSpPr>
          <p:spPr>
            <a:xfrm>
              <a:off x="1319275" y="5147025"/>
              <a:ext cx="12550" cy="12425"/>
            </a:xfrm>
            <a:custGeom>
              <a:avLst/>
              <a:gdLst/>
              <a:ahLst/>
              <a:cxnLst/>
              <a:rect l="l" t="t" r="r" b="b"/>
              <a:pathLst>
                <a:path w="502" h="497" extrusionOk="0">
                  <a:moveTo>
                    <a:pt x="252" y="1"/>
                  </a:moveTo>
                  <a:cubicBezTo>
                    <a:pt x="114" y="1"/>
                    <a:pt x="1" y="109"/>
                    <a:pt x="1" y="245"/>
                  </a:cubicBezTo>
                  <a:cubicBezTo>
                    <a:pt x="1" y="388"/>
                    <a:pt x="114" y="496"/>
                    <a:pt x="252" y="496"/>
                  </a:cubicBezTo>
                  <a:cubicBezTo>
                    <a:pt x="388" y="496"/>
                    <a:pt x="501" y="388"/>
                    <a:pt x="501" y="245"/>
                  </a:cubicBezTo>
                  <a:cubicBezTo>
                    <a:pt x="501"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2" name="Google Shape;8272;p11"/>
            <p:cNvSpPr/>
            <p:nvPr/>
          </p:nvSpPr>
          <p:spPr>
            <a:xfrm>
              <a:off x="1411200" y="5147025"/>
              <a:ext cx="12425" cy="12425"/>
            </a:xfrm>
            <a:custGeom>
              <a:avLst/>
              <a:gdLst/>
              <a:ahLst/>
              <a:cxnLst/>
              <a:rect l="l" t="t" r="r" b="b"/>
              <a:pathLst>
                <a:path w="497" h="497" extrusionOk="0">
                  <a:moveTo>
                    <a:pt x="245" y="1"/>
                  </a:moveTo>
                  <a:cubicBezTo>
                    <a:pt x="109" y="1"/>
                    <a:pt x="1" y="109"/>
                    <a:pt x="1" y="245"/>
                  </a:cubicBezTo>
                  <a:cubicBezTo>
                    <a:pt x="1" y="388"/>
                    <a:pt x="109" y="496"/>
                    <a:pt x="245" y="496"/>
                  </a:cubicBezTo>
                  <a:cubicBezTo>
                    <a:pt x="388" y="496"/>
                    <a:pt x="496" y="388"/>
                    <a:pt x="496" y="245"/>
                  </a:cubicBezTo>
                  <a:cubicBezTo>
                    <a:pt x="496" y="109"/>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3" name="Google Shape;8273;p11"/>
            <p:cNvSpPr/>
            <p:nvPr/>
          </p:nvSpPr>
          <p:spPr>
            <a:xfrm>
              <a:off x="1503000" y="5147025"/>
              <a:ext cx="12525" cy="12425"/>
            </a:xfrm>
            <a:custGeom>
              <a:avLst/>
              <a:gdLst/>
              <a:ahLst/>
              <a:cxnLst/>
              <a:rect l="l" t="t" r="r" b="b"/>
              <a:pathLst>
                <a:path w="501" h="497" extrusionOk="0">
                  <a:moveTo>
                    <a:pt x="250" y="1"/>
                  </a:moveTo>
                  <a:cubicBezTo>
                    <a:pt x="114" y="1"/>
                    <a:pt x="0" y="109"/>
                    <a:pt x="0" y="245"/>
                  </a:cubicBezTo>
                  <a:cubicBezTo>
                    <a:pt x="0" y="388"/>
                    <a:pt x="114" y="496"/>
                    <a:pt x="250" y="496"/>
                  </a:cubicBezTo>
                  <a:cubicBezTo>
                    <a:pt x="387" y="496"/>
                    <a:pt x="501" y="388"/>
                    <a:pt x="501" y="245"/>
                  </a:cubicBezTo>
                  <a:cubicBezTo>
                    <a:pt x="501" y="109"/>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11"/>
            <p:cNvSpPr/>
            <p:nvPr/>
          </p:nvSpPr>
          <p:spPr>
            <a:xfrm>
              <a:off x="1594750" y="5147025"/>
              <a:ext cx="12575" cy="12425"/>
            </a:xfrm>
            <a:custGeom>
              <a:avLst/>
              <a:gdLst/>
              <a:ahLst/>
              <a:cxnLst/>
              <a:rect l="l" t="t" r="r" b="b"/>
              <a:pathLst>
                <a:path w="503" h="497" extrusionOk="0">
                  <a:moveTo>
                    <a:pt x="251" y="1"/>
                  </a:moveTo>
                  <a:cubicBezTo>
                    <a:pt x="115" y="1"/>
                    <a:pt x="0" y="109"/>
                    <a:pt x="0" y="245"/>
                  </a:cubicBezTo>
                  <a:cubicBezTo>
                    <a:pt x="0" y="388"/>
                    <a:pt x="115" y="496"/>
                    <a:pt x="251" y="496"/>
                  </a:cubicBezTo>
                  <a:cubicBezTo>
                    <a:pt x="394" y="496"/>
                    <a:pt x="503" y="388"/>
                    <a:pt x="503" y="245"/>
                  </a:cubicBezTo>
                  <a:cubicBezTo>
                    <a:pt x="503" y="109"/>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11"/>
            <p:cNvSpPr/>
            <p:nvPr/>
          </p:nvSpPr>
          <p:spPr>
            <a:xfrm>
              <a:off x="1686650" y="5147025"/>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11"/>
            <p:cNvSpPr/>
            <p:nvPr/>
          </p:nvSpPr>
          <p:spPr>
            <a:xfrm>
              <a:off x="1778450" y="5147025"/>
              <a:ext cx="12550" cy="12425"/>
            </a:xfrm>
            <a:custGeom>
              <a:avLst/>
              <a:gdLst/>
              <a:ahLst/>
              <a:cxnLst/>
              <a:rect l="l" t="t" r="r" b="b"/>
              <a:pathLst>
                <a:path w="502" h="497" extrusionOk="0">
                  <a:moveTo>
                    <a:pt x="252" y="1"/>
                  </a:moveTo>
                  <a:cubicBezTo>
                    <a:pt x="114" y="1"/>
                    <a:pt x="1" y="109"/>
                    <a:pt x="1" y="245"/>
                  </a:cubicBezTo>
                  <a:cubicBezTo>
                    <a:pt x="1" y="388"/>
                    <a:pt x="114" y="496"/>
                    <a:pt x="252" y="496"/>
                  </a:cubicBezTo>
                  <a:cubicBezTo>
                    <a:pt x="388" y="496"/>
                    <a:pt x="501" y="388"/>
                    <a:pt x="501" y="245"/>
                  </a:cubicBezTo>
                  <a:cubicBezTo>
                    <a:pt x="501"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11"/>
            <p:cNvSpPr/>
            <p:nvPr/>
          </p:nvSpPr>
          <p:spPr>
            <a:xfrm>
              <a:off x="1870375" y="5147025"/>
              <a:ext cx="12400" cy="12425"/>
            </a:xfrm>
            <a:custGeom>
              <a:avLst/>
              <a:gdLst/>
              <a:ahLst/>
              <a:cxnLst/>
              <a:rect l="l" t="t" r="r" b="b"/>
              <a:pathLst>
                <a:path w="496" h="497" extrusionOk="0">
                  <a:moveTo>
                    <a:pt x="252" y="1"/>
                  </a:moveTo>
                  <a:cubicBezTo>
                    <a:pt x="109" y="1"/>
                    <a:pt x="0" y="109"/>
                    <a:pt x="0" y="245"/>
                  </a:cubicBezTo>
                  <a:cubicBezTo>
                    <a:pt x="0" y="388"/>
                    <a:pt x="109" y="496"/>
                    <a:pt x="252" y="496"/>
                  </a:cubicBezTo>
                  <a:cubicBezTo>
                    <a:pt x="387" y="496"/>
                    <a:pt x="496" y="388"/>
                    <a:pt x="496" y="245"/>
                  </a:cubicBezTo>
                  <a:cubicBezTo>
                    <a:pt x="496"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11"/>
            <p:cNvSpPr/>
            <p:nvPr/>
          </p:nvSpPr>
          <p:spPr>
            <a:xfrm>
              <a:off x="1962150" y="5147025"/>
              <a:ext cx="12550" cy="12425"/>
            </a:xfrm>
            <a:custGeom>
              <a:avLst/>
              <a:gdLst/>
              <a:ahLst/>
              <a:cxnLst/>
              <a:rect l="l" t="t" r="r" b="b"/>
              <a:pathLst>
                <a:path w="502" h="497" extrusionOk="0">
                  <a:moveTo>
                    <a:pt x="250" y="1"/>
                  </a:moveTo>
                  <a:cubicBezTo>
                    <a:pt x="114" y="1"/>
                    <a:pt x="1" y="109"/>
                    <a:pt x="1" y="245"/>
                  </a:cubicBezTo>
                  <a:cubicBezTo>
                    <a:pt x="1" y="388"/>
                    <a:pt x="114" y="496"/>
                    <a:pt x="250" y="496"/>
                  </a:cubicBezTo>
                  <a:cubicBezTo>
                    <a:pt x="388" y="496"/>
                    <a:pt x="502" y="388"/>
                    <a:pt x="502" y="245"/>
                  </a:cubicBezTo>
                  <a:cubicBezTo>
                    <a:pt x="502"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11"/>
            <p:cNvSpPr/>
            <p:nvPr/>
          </p:nvSpPr>
          <p:spPr>
            <a:xfrm>
              <a:off x="2054075" y="5147025"/>
              <a:ext cx="12425" cy="12425"/>
            </a:xfrm>
            <a:custGeom>
              <a:avLst/>
              <a:gdLst/>
              <a:ahLst/>
              <a:cxnLst/>
              <a:rect l="l" t="t" r="r" b="b"/>
              <a:pathLst>
                <a:path w="497" h="497" extrusionOk="0">
                  <a:moveTo>
                    <a:pt x="252" y="1"/>
                  </a:moveTo>
                  <a:cubicBezTo>
                    <a:pt x="109" y="1"/>
                    <a:pt x="1" y="109"/>
                    <a:pt x="1" y="245"/>
                  </a:cubicBezTo>
                  <a:cubicBezTo>
                    <a:pt x="1" y="388"/>
                    <a:pt x="109" y="496"/>
                    <a:pt x="252" y="496"/>
                  </a:cubicBezTo>
                  <a:cubicBezTo>
                    <a:pt x="388" y="496"/>
                    <a:pt x="496" y="388"/>
                    <a:pt x="496" y="245"/>
                  </a:cubicBezTo>
                  <a:cubicBezTo>
                    <a:pt x="496"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0" name="Google Shape;8280;p11"/>
            <p:cNvSpPr/>
            <p:nvPr/>
          </p:nvSpPr>
          <p:spPr>
            <a:xfrm>
              <a:off x="2145825" y="5147025"/>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11"/>
            <p:cNvSpPr/>
            <p:nvPr/>
          </p:nvSpPr>
          <p:spPr>
            <a:xfrm>
              <a:off x="2237800" y="5147025"/>
              <a:ext cx="12350" cy="12425"/>
            </a:xfrm>
            <a:custGeom>
              <a:avLst/>
              <a:gdLst/>
              <a:ahLst/>
              <a:cxnLst/>
              <a:rect l="l" t="t" r="r" b="b"/>
              <a:pathLst>
                <a:path w="494" h="497" extrusionOk="0">
                  <a:moveTo>
                    <a:pt x="244" y="1"/>
                  </a:moveTo>
                  <a:cubicBezTo>
                    <a:pt x="107" y="1"/>
                    <a:pt x="0" y="109"/>
                    <a:pt x="0" y="245"/>
                  </a:cubicBezTo>
                  <a:cubicBezTo>
                    <a:pt x="0" y="388"/>
                    <a:pt x="107" y="496"/>
                    <a:pt x="244" y="496"/>
                  </a:cubicBezTo>
                  <a:cubicBezTo>
                    <a:pt x="387" y="496"/>
                    <a:pt x="494" y="388"/>
                    <a:pt x="494" y="245"/>
                  </a:cubicBezTo>
                  <a:cubicBezTo>
                    <a:pt x="494" y="109"/>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11"/>
            <p:cNvSpPr/>
            <p:nvPr/>
          </p:nvSpPr>
          <p:spPr>
            <a:xfrm>
              <a:off x="2329550" y="5147025"/>
              <a:ext cx="12575" cy="12425"/>
            </a:xfrm>
            <a:custGeom>
              <a:avLst/>
              <a:gdLst/>
              <a:ahLst/>
              <a:cxnLst/>
              <a:rect l="l" t="t" r="r" b="b"/>
              <a:pathLst>
                <a:path w="503" h="497" extrusionOk="0">
                  <a:moveTo>
                    <a:pt x="251" y="1"/>
                  </a:moveTo>
                  <a:cubicBezTo>
                    <a:pt x="115" y="1"/>
                    <a:pt x="0" y="109"/>
                    <a:pt x="0" y="245"/>
                  </a:cubicBezTo>
                  <a:cubicBezTo>
                    <a:pt x="0" y="388"/>
                    <a:pt x="115" y="496"/>
                    <a:pt x="251" y="496"/>
                  </a:cubicBezTo>
                  <a:cubicBezTo>
                    <a:pt x="387" y="496"/>
                    <a:pt x="502" y="388"/>
                    <a:pt x="502" y="245"/>
                  </a:cubicBezTo>
                  <a:cubicBezTo>
                    <a:pt x="502"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3" name="Google Shape;8283;p11"/>
            <p:cNvSpPr/>
            <p:nvPr/>
          </p:nvSpPr>
          <p:spPr>
            <a:xfrm>
              <a:off x="2421325" y="5147025"/>
              <a:ext cx="12550" cy="12425"/>
            </a:xfrm>
            <a:custGeom>
              <a:avLst/>
              <a:gdLst/>
              <a:ahLst/>
              <a:cxnLst/>
              <a:rect l="l" t="t" r="r" b="b"/>
              <a:pathLst>
                <a:path w="502" h="497" extrusionOk="0">
                  <a:moveTo>
                    <a:pt x="250" y="1"/>
                  </a:moveTo>
                  <a:cubicBezTo>
                    <a:pt x="114" y="1"/>
                    <a:pt x="1" y="109"/>
                    <a:pt x="1" y="245"/>
                  </a:cubicBezTo>
                  <a:cubicBezTo>
                    <a:pt x="1" y="388"/>
                    <a:pt x="114" y="496"/>
                    <a:pt x="250" y="496"/>
                  </a:cubicBezTo>
                  <a:cubicBezTo>
                    <a:pt x="395" y="496"/>
                    <a:pt x="501" y="388"/>
                    <a:pt x="501" y="245"/>
                  </a:cubicBezTo>
                  <a:cubicBezTo>
                    <a:pt x="501" y="109"/>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11"/>
            <p:cNvSpPr/>
            <p:nvPr/>
          </p:nvSpPr>
          <p:spPr>
            <a:xfrm>
              <a:off x="2513250" y="5147025"/>
              <a:ext cx="12575" cy="12425"/>
            </a:xfrm>
            <a:custGeom>
              <a:avLst/>
              <a:gdLst/>
              <a:ahLst/>
              <a:cxnLst/>
              <a:rect l="l" t="t" r="r" b="b"/>
              <a:pathLst>
                <a:path w="503" h="497" extrusionOk="0">
                  <a:moveTo>
                    <a:pt x="252" y="1"/>
                  </a:moveTo>
                  <a:cubicBezTo>
                    <a:pt x="109" y="1"/>
                    <a:pt x="0" y="109"/>
                    <a:pt x="0" y="245"/>
                  </a:cubicBezTo>
                  <a:cubicBezTo>
                    <a:pt x="0" y="388"/>
                    <a:pt x="109"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11"/>
            <p:cNvSpPr/>
            <p:nvPr/>
          </p:nvSpPr>
          <p:spPr>
            <a:xfrm>
              <a:off x="2605000" y="5147025"/>
              <a:ext cx="12575" cy="12425"/>
            </a:xfrm>
            <a:custGeom>
              <a:avLst/>
              <a:gdLst/>
              <a:ahLst/>
              <a:cxnLst/>
              <a:rect l="l" t="t" r="r" b="b"/>
              <a:pathLst>
                <a:path w="503" h="497" extrusionOk="0">
                  <a:moveTo>
                    <a:pt x="252" y="1"/>
                  </a:moveTo>
                  <a:cubicBezTo>
                    <a:pt x="116" y="1"/>
                    <a:pt x="0" y="109"/>
                    <a:pt x="0" y="245"/>
                  </a:cubicBezTo>
                  <a:cubicBezTo>
                    <a:pt x="0" y="388"/>
                    <a:pt x="116" y="496"/>
                    <a:pt x="252" y="496"/>
                  </a:cubicBezTo>
                  <a:cubicBezTo>
                    <a:pt x="387" y="496"/>
                    <a:pt x="503" y="388"/>
                    <a:pt x="503" y="245"/>
                  </a:cubicBezTo>
                  <a:cubicBezTo>
                    <a:pt x="503"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6" name="Google Shape;8286;p11"/>
            <p:cNvSpPr/>
            <p:nvPr/>
          </p:nvSpPr>
          <p:spPr>
            <a:xfrm>
              <a:off x="2696950" y="5147025"/>
              <a:ext cx="12375" cy="12425"/>
            </a:xfrm>
            <a:custGeom>
              <a:avLst/>
              <a:gdLst/>
              <a:ahLst/>
              <a:cxnLst/>
              <a:rect l="l" t="t" r="r" b="b"/>
              <a:pathLst>
                <a:path w="495" h="497" extrusionOk="0">
                  <a:moveTo>
                    <a:pt x="252" y="1"/>
                  </a:moveTo>
                  <a:cubicBezTo>
                    <a:pt x="108" y="1"/>
                    <a:pt x="1" y="109"/>
                    <a:pt x="1" y="245"/>
                  </a:cubicBezTo>
                  <a:cubicBezTo>
                    <a:pt x="1" y="388"/>
                    <a:pt x="108" y="496"/>
                    <a:pt x="252" y="496"/>
                  </a:cubicBezTo>
                  <a:cubicBezTo>
                    <a:pt x="388" y="496"/>
                    <a:pt x="495" y="388"/>
                    <a:pt x="495" y="245"/>
                  </a:cubicBezTo>
                  <a:cubicBezTo>
                    <a:pt x="495"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11"/>
            <p:cNvSpPr/>
            <p:nvPr/>
          </p:nvSpPr>
          <p:spPr>
            <a:xfrm>
              <a:off x="2788700" y="5147025"/>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8" name="Google Shape;8288;p11"/>
            <p:cNvSpPr/>
            <p:nvPr/>
          </p:nvSpPr>
          <p:spPr>
            <a:xfrm>
              <a:off x="2880675" y="5147025"/>
              <a:ext cx="12375" cy="12425"/>
            </a:xfrm>
            <a:custGeom>
              <a:avLst/>
              <a:gdLst/>
              <a:ahLst/>
              <a:cxnLst/>
              <a:rect l="l" t="t" r="r" b="b"/>
              <a:pathLst>
                <a:path w="495" h="497" extrusionOk="0">
                  <a:moveTo>
                    <a:pt x="243" y="1"/>
                  </a:moveTo>
                  <a:cubicBezTo>
                    <a:pt x="107" y="1"/>
                    <a:pt x="0" y="109"/>
                    <a:pt x="0" y="245"/>
                  </a:cubicBezTo>
                  <a:cubicBezTo>
                    <a:pt x="0" y="388"/>
                    <a:pt x="107" y="496"/>
                    <a:pt x="243" y="496"/>
                  </a:cubicBezTo>
                  <a:cubicBezTo>
                    <a:pt x="387" y="496"/>
                    <a:pt x="494" y="388"/>
                    <a:pt x="494" y="245"/>
                  </a:cubicBezTo>
                  <a:cubicBezTo>
                    <a:pt x="494" y="109"/>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9" name="Google Shape;8289;p11"/>
            <p:cNvSpPr/>
            <p:nvPr/>
          </p:nvSpPr>
          <p:spPr>
            <a:xfrm>
              <a:off x="2972425" y="5147025"/>
              <a:ext cx="12575" cy="12425"/>
            </a:xfrm>
            <a:custGeom>
              <a:avLst/>
              <a:gdLst/>
              <a:ahLst/>
              <a:cxnLst/>
              <a:rect l="l" t="t" r="r" b="b"/>
              <a:pathLst>
                <a:path w="503" h="497" extrusionOk="0">
                  <a:moveTo>
                    <a:pt x="251" y="1"/>
                  </a:moveTo>
                  <a:cubicBezTo>
                    <a:pt x="115" y="1"/>
                    <a:pt x="0" y="109"/>
                    <a:pt x="0" y="245"/>
                  </a:cubicBezTo>
                  <a:cubicBezTo>
                    <a:pt x="0" y="388"/>
                    <a:pt x="115" y="496"/>
                    <a:pt x="251" y="496"/>
                  </a:cubicBezTo>
                  <a:cubicBezTo>
                    <a:pt x="387" y="496"/>
                    <a:pt x="503" y="388"/>
                    <a:pt x="503" y="245"/>
                  </a:cubicBezTo>
                  <a:cubicBezTo>
                    <a:pt x="503"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0" name="Google Shape;8290;p11"/>
            <p:cNvSpPr/>
            <p:nvPr/>
          </p:nvSpPr>
          <p:spPr>
            <a:xfrm>
              <a:off x="3064375" y="5147025"/>
              <a:ext cx="12375" cy="12425"/>
            </a:xfrm>
            <a:custGeom>
              <a:avLst/>
              <a:gdLst/>
              <a:ahLst/>
              <a:cxnLst/>
              <a:rect l="l" t="t" r="r" b="b"/>
              <a:pathLst>
                <a:path w="495" h="497" extrusionOk="0">
                  <a:moveTo>
                    <a:pt x="243" y="1"/>
                  </a:moveTo>
                  <a:cubicBezTo>
                    <a:pt x="107" y="1"/>
                    <a:pt x="1" y="109"/>
                    <a:pt x="1" y="245"/>
                  </a:cubicBezTo>
                  <a:cubicBezTo>
                    <a:pt x="1" y="388"/>
                    <a:pt x="107" y="496"/>
                    <a:pt x="243" y="496"/>
                  </a:cubicBezTo>
                  <a:cubicBezTo>
                    <a:pt x="388" y="496"/>
                    <a:pt x="495" y="388"/>
                    <a:pt x="495" y="245"/>
                  </a:cubicBezTo>
                  <a:cubicBezTo>
                    <a:pt x="495" y="109"/>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1" name="Google Shape;8291;p11"/>
            <p:cNvSpPr/>
            <p:nvPr/>
          </p:nvSpPr>
          <p:spPr>
            <a:xfrm>
              <a:off x="3156125" y="5147025"/>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11"/>
            <p:cNvSpPr/>
            <p:nvPr/>
          </p:nvSpPr>
          <p:spPr>
            <a:xfrm>
              <a:off x="3247875" y="5147025"/>
              <a:ext cx="12575" cy="12425"/>
            </a:xfrm>
            <a:custGeom>
              <a:avLst/>
              <a:gdLst/>
              <a:ahLst/>
              <a:cxnLst/>
              <a:rect l="l" t="t" r="r" b="b"/>
              <a:pathLst>
                <a:path w="503"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11"/>
            <p:cNvSpPr/>
            <p:nvPr/>
          </p:nvSpPr>
          <p:spPr>
            <a:xfrm>
              <a:off x="3339850" y="5147025"/>
              <a:ext cx="12525" cy="12425"/>
            </a:xfrm>
            <a:custGeom>
              <a:avLst/>
              <a:gdLst/>
              <a:ahLst/>
              <a:cxnLst/>
              <a:rect l="l" t="t" r="r" b="b"/>
              <a:pathLst>
                <a:path w="501" h="497" extrusionOk="0">
                  <a:moveTo>
                    <a:pt x="251" y="1"/>
                  </a:moveTo>
                  <a:cubicBezTo>
                    <a:pt x="107" y="1"/>
                    <a:pt x="0" y="109"/>
                    <a:pt x="0" y="245"/>
                  </a:cubicBezTo>
                  <a:cubicBezTo>
                    <a:pt x="0" y="388"/>
                    <a:pt x="107" y="496"/>
                    <a:pt x="251" y="496"/>
                  </a:cubicBezTo>
                  <a:cubicBezTo>
                    <a:pt x="387" y="496"/>
                    <a:pt x="501" y="388"/>
                    <a:pt x="501" y="245"/>
                  </a:cubicBezTo>
                  <a:cubicBezTo>
                    <a:pt x="501"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4" name="Google Shape;8294;p11"/>
            <p:cNvSpPr/>
            <p:nvPr/>
          </p:nvSpPr>
          <p:spPr>
            <a:xfrm>
              <a:off x="3431575" y="5147025"/>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5" name="Google Shape;8295;p11"/>
            <p:cNvSpPr/>
            <p:nvPr/>
          </p:nvSpPr>
          <p:spPr>
            <a:xfrm>
              <a:off x="3523550" y="5147025"/>
              <a:ext cx="12375" cy="12425"/>
            </a:xfrm>
            <a:custGeom>
              <a:avLst/>
              <a:gdLst/>
              <a:ahLst/>
              <a:cxnLst/>
              <a:rect l="l" t="t" r="r" b="b"/>
              <a:pathLst>
                <a:path w="495" h="497" extrusionOk="0">
                  <a:moveTo>
                    <a:pt x="250" y="1"/>
                  </a:moveTo>
                  <a:cubicBezTo>
                    <a:pt x="107" y="1"/>
                    <a:pt x="0" y="109"/>
                    <a:pt x="0" y="245"/>
                  </a:cubicBezTo>
                  <a:cubicBezTo>
                    <a:pt x="0" y="388"/>
                    <a:pt x="107" y="496"/>
                    <a:pt x="250" y="496"/>
                  </a:cubicBezTo>
                  <a:cubicBezTo>
                    <a:pt x="388" y="496"/>
                    <a:pt x="494" y="388"/>
                    <a:pt x="494" y="245"/>
                  </a:cubicBezTo>
                  <a:cubicBezTo>
                    <a:pt x="494"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11"/>
            <p:cNvSpPr/>
            <p:nvPr/>
          </p:nvSpPr>
          <p:spPr>
            <a:xfrm>
              <a:off x="676400" y="52387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7" name="Google Shape;8297;p11"/>
            <p:cNvSpPr/>
            <p:nvPr/>
          </p:nvSpPr>
          <p:spPr>
            <a:xfrm>
              <a:off x="768325" y="5238775"/>
              <a:ext cx="12400" cy="12600"/>
            </a:xfrm>
            <a:custGeom>
              <a:avLst/>
              <a:gdLst/>
              <a:ahLst/>
              <a:cxnLst/>
              <a:rect l="l" t="t" r="r" b="b"/>
              <a:pathLst>
                <a:path w="496" h="504"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11"/>
            <p:cNvSpPr/>
            <p:nvPr/>
          </p:nvSpPr>
          <p:spPr>
            <a:xfrm>
              <a:off x="860125" y="5238775"/>
              <a:ext cx="12525" cy="12600"/>
            </a:xfrm>
            <a:custGeom>
              <a:avLst/>
              <a:gdLst/>
              <a:ahLst/>
              <a:cxnLst/>
              <a:rect l="l" t="t" r="r" b="b"/>
              <a:pathLst>
                <a:path w="501" h="504"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9" name="Google Shape;8299;p11"/>
            <p:cNvSpPr/>
            <p:nvPr/>
          </p:nvSpPr>
          <p:spPr>
            <a:xfrm>
              <a:off x="951850" y="52387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11"/>
            <p:cNvSpPr/>
            <p:nvPr/>
          </p:nvSpPr>
          <p:spPr>
            <a:xfrm>
              <a:off x="1043825" y="5238775"/>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11"/>
            <p:cNvSpPr/>
            <p:nvPr/>
          </p:nvSpPr>
          <p:spPr>
            <a:xfrm>
              <a:off x="1135575" y="5238775"/>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2" name="Google Shape;8302;p11"/>
            <p:cNvSpPr/>
            <p:nvPr/>
          </p:nvSpPr>
          <p:spPr>
            <a:xfrm>
              <a:off x="1227500" y="5238775"/>
              <a:ext cx="12400" cy="12600"/>
            </a:xfrm>
            <a:custGeom>
              <a:avLst/>
              <a:gdLst/>
              <a:ahLst/>
              <a:cxnLst/>
              <a:rect l="l" t="t" r="r" b="b"/>
              <a:pathLst>
                <a:path w="496" h="504"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3" name="Google Shape;8303;p11"/>
            <p:cNvSpPr/>
            <p:nvPr/>
          </p:nvSpPr>
          <p:spPr>
            <a:xfrm>
              <a:off x="1319275" y="5238775"/>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4" name="Google Shape;8304;p11"/>
            <p:cNvSpPr/>
            <p:nvPr/>
          </p:nvSpPr>
          <p:spPr>
            <a:xfrm>
              <a:off x="1411200" y="5238775"/>
              <a:ext cx="12425" cy="12600"/>
            </a:xfrm>
            <a:custGeom>
              <a:avLst/>
              <a:gdLst/>
              <a:ahLst/>
              <a:cxnLst/>
              <a:rect l="l" t="t" r="r" b="b"/>
              <a:pathLst>
                <a:path w="497" h="504"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5" name="Google Shape;8305;p11"/>
            <p:cNvSpPr/>
            <p:nvPr/>
          </p:nvSpPr>
          <p:spPr>
            <a:xfrm>
              <a:off x="1503000" y="5238775"/>
              <a:ext cx="12525" cy="12600"/>
            </a:xfrm>
            <a:custGeom>
              <a:avLst/>
              <a:gdLst/>
              <a:ahLst/>
              <a:cxnLst/>
              <a:rect l="l" t="t" r="r" b="b"/>
              <a:pathLst>
                <a:path w="501" h="504"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6" name="Google Shape;8306;p11"/>
            <p:cNvSpPr/>
            <p:nvPr/>
          </p:nvSpPr>
          <p:spPr>
            <a:xfrm>
              <a:off x="1594750" y="5238775"/>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7" name="Google Shape;8307;p11"/>
            <p:cNvSpPr/>
            <p:nvPr/>
          </p:nvSpPr>
          <p:spPr>
            <a:xfrm>
              <a:off x="1686650" y="52387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8" name="Google Shape;8308;p11"/>
            <p:cNvSpPr/>
            <p:nvPr/>
          </p:nvSpPr>
          <p:spPr>
            <a:xfrm>
              <a:off x="1778450" y="5238775"/>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9" name="Google Shape;8309;p11"/>
            <p:cNvSpPr/>
            <p:nvPr/>
          </p:nvSpPr>
          <p:spPr>
            <a:xfrm>
              <a:off x="1870375" y="5238775"/>
              <a:ext cx="12400" cy="12600"/>
            </a:xfrm>
            <a:custGeom>
              <a:avLst/>
              <a:gdLst/>
              <a:ahLst/>
              <a:cxnLst/>
              <a:rect l="l" t="t" r="r" b="b"/>
              <a:pathLst>
                <a:path w="496" h="504"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0" name="Google Shape;8310;p11"/>
            <p:cNvSpPr/>
            <p:nvPr/>
          </p:nvSpPr>
          <p:spPr>
            <a:xfrm>
              <a:off x="1962150" y="5238775"/>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1" name="Google Shape;8311;p11"/>
            <p:cNvSpPr/>
            <p:nvPr/>
          </p:nvSpPr>
          <p:spPr>
            <a:xfrm>
              <a:off x="2054075" y="5238775"/>
              <a:ext cx="12425" cy="12600"/>
            </a:xfrm>
            <a:custGeom>
              <a:avLst/>
              <a:gdLst/>
              <a:ahLst/>
              <a:cxnLst/>
              <a:rect l="l" t="t" r="r" b="b"/>
              <a:pathLst>
                <a:path w="497" h="504"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2" name="Google Shape;8312;p11"/>
            <p:cNvSpPr/>
            <p:nvPr/>
          </p:nvSpPr>
          <p:spPr>
            <a:xfrm>
              <a:off x="2145825" y="52387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11"/>
            <p:cNvSpPr/>
            <p:nvPr/>
          </p:nvSpPr>
          <p:spPr>
            <a:xfrm>
              <a:off x="2237800" y="5238775"/>
              <a:ext cx="12350" cy="12600"/>
            </a:xfrm>
            <a:custGeom>
              <a:avLst/>
              <a:gdLst/>
              <a:ahLst/>
              <a:cxnLst/>
              <a:rect l="l" t="t" r="r" b="b"/>
              <a:pathLst>
                <a:path w="494" h="504"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4" name="Google Shape;8314;p11"/>
            <p:cNvSpPr/>
            <p:nvPr/>
          </p:nvSpPr>
          <p:spPr>
            <a:xfrm>
              <a:off x="2329550" y="5238775"/>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5" name="Google Shape;8315;p11"/>
            <p:cNvSpPr/>
            <p:nvPr/>
          </p:nvSpPr>
          <p:spPr>
            <a:xfrm>
              <a:off x="2421325" y="5238775"/>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6" name="Google Shape;8316;p11"/>
            <p:cNvSpPr/>
            <p:nvPr/>
          </p:nvSpPr>
          <p:spPr>
            <a:xfrm>
              <a:off x="2513250" y="5238775"/>
              <a:ext cx="12575" cy="12600"/>
            </a:xfrm>
            <a:custGeom>
              <a:avLst/>
              <a:gdLst/>
              <a:ahLst/>
              <a:cxnLst/>
              <a:rect l="l" t="t" r="r" b="b"/>
              <a:pathLst>
                <a:path w="503" h="504"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7" name="Google Shape;8317;p11"/>
            <p:cNvSpPr/>
            <p:nvPr/>
          </p:nvSpPr>
          <p:spPr>
            <a:xfrm>
              <a:off x="2605000" y="5238775"/>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8" name="Google Shape;8318;p11"/>
            <p:cNvSpPr/>
            <p:nvPr/>
          </p:nvSpPr>
          <p:spPr>
            <a:xfrm>
              <a:off x="2696950" y="5238775"/>
              <a:ext cx="12375" cy="12600"/>
            </a:xfrm>
            <a:custGeom>
              <a:avLst/>
              <a:gdLst/>
              <a:ahLst/>
              <a:cxnLst/>
              <a:rect l="l" t="t" r="r" b="b"/>
              <a:pathLst>
                <a:path w="495" h="504"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9" name="Google Shape;8319;p11"/>
            <p:cNvSpPr/>
            <p:nvPr/>
          </p:nvSpPr>
          <p:spPr>
            <a:xfrm>
              <a:off x="2788700" y="52387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0" name="Google Shape;8320;p11"/>
            <p:cNvSpPr/>
            <p:nvPr/>
          </p:nvSpPr>
          <p:spPr>
            <a:xfrm>
              <a:off x="2880675" y="5238775"/>
              <a:ext cx="12375" cy="12600"/>
            </a:xfrm>
            <a:custGeom>
              <a:avLst/>
              <a:gdLst/>
              <a:ahLst/>
              <a:cxnLst/>
              <a:rect l="l" t="t" r="r" b="b"/>
              <a:pathLst>
                <a:path w="495" h="504"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11"/>
            <p:cNvSpPr/>
            <p:nvPr/>
          </p:nvSpPr>
          <p:spPr>
            <a:xfrm>
              <a:off x="2972425" y="5238775"/>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11"/>
            <p:cNvSpPr/>
            <p:nvPr/>
          </p:nvSpPr>
          <p:spPr>
            <a:xfrm>
              <a:off x="3064375" y="5238775"/>
              <a:ext cx="12375" cy="12600"/>
            </a:xfrm>
            <a:custGeom>
              <a:avLst/>
              <a:gdLst/>
              <a:ahLst/>
              <a:cxnLst/>
              <a:rect l="l" t="t" r="r" b="b"/>
              <a:pathLst>
                <a:path w="495" h="504"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11"/>
            <p:cNvSpPr/>
            <p:nvPr/>
          </p:nvSpPr>
          <p:spPr>
            <a:xfrm>
              <a:off x="3156125" y="52387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11"/>
            <p:cNvSpPr/>
            <p:nvPr/>
          </p:nvSpPr>
          <p:spPr>
            <a:xfrm>
              <a:off x="3247875" y="5238775"/>
              <a:ext cx="12575" cy="12600"/>
            </a:xfrm>
            <a:custGeom>
              <a:avLst/>
              <a:gdLst/>
              <a:ahLst/>
              <a:cxnLst/>
              <a:rect l="l" t="t" r="r" b="b"/>
              <a:pathLst>
                <a:path w="503"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11"/>
            <p:cNvSpPr/>
            <p:nvPr/>
          </p:nvSpPr>
          <p:spPr>
            <a:xfrm>
              <a:off x="3339850" y="5238775"/>
              <a:ext cx="12525" cy="12600"/>
            </a:xfrm>
            <a:custGeom>
              <a:avLst/>
              <a:gdLst/>
              <a:ahLst/>
              <a:cxnLst/>
              <a:rect l="l" t="t" r="r" b="b"/>
              <a:pathLst>
                <a:path w="501" h="504"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6" name="Google Shape;8326;p11"/>
            <p:cNvSpPr/>
            <p:nvPr/>
          </p:nvSpPr>
          <p:spPr>
            <a:xfrm>
              <a:off x="3431575" y="52387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7" name="Google Shape;8327;p11"/>
            <p:cNvSpPr/>
            <p:nvPr/>
          </p:nvSpPr>
          <p:spPr>
            <a:xfrm>
              <a:off x="3523550" y="5238775"/>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11"/>
            <p:cNvSpPr/>
            <p:nvPr/>
          </p:nvSpPr>
          <p:spPr>
            <a:xfrm>
              <a:off x="676400" y="53305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11"/>
            <p:cNvSpPr/>
            <p:nvPr/>
          </p:nvSpPr>
          <p:spPr>
            <a:xfrm>
              <a:off x="768325" y="5330575"/>
              <a:ext cx="12400" cy="12550"/>
            </a:xfrm>
            <a:custGeom>
              <a:avLst/>
              <a:gdLst/>
              <a:ahLst/>
              <a:cxnLst/>
              <a:rect l="l" t="t" r="r" b="b"/>
              <a:pathLst>
                <a:path w="496" h="502" extrusionOk="0">
                  <a:moveTo>
                    <a:pt x="245" y="0"/>
                  </a:moveTo>
                  <a:cubicBezTo>
                    <a:pt x="109" y="0"/>
                    <a:pt x="0" y="114"/>
                    <a:pt x="0" y="252"/>
                  </a:cubicBezTo>
                  <a:cubicBezTo>
                    <a:pt x="0" y="388"/>
                    <a:pt x="109" y="501"/>
                    <a:pt x="245" y="501"/>
                  </a:cubicBezTo>
                  <a:cubicBezTo>
                    <a:pt x="388" y="501"/>
                    <a:pt x="496" y="388"/>
                    <a:pt x="496" y="252"/>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0" name="Google Shape;8330;p11"/>
            <p:cNvSpPr/>
            <p:nvPr/>
          </p:nvSpPr>
          <p:spPr>
            <a:xfrm>
              <a:off x="860125" y="5330575"/>
              <a:ext cx="12525" cy="12550"/>
            </a:xfrm>
            <a:custGeom>
              <a:avLst/>
              <a:gdLst/>
              <a:ahLst/>
              <a:cxnLst/>
              <a:rect l="l" t="t" r="r" b="b"/>
              <a:pathLst>
                <a:path w="501" h="502" extrusionOk="0">
                  <a:moveTo>
                    <a:pt x="251" y="0"/>
                  </a:moveTo>
                  <a:cubicBezTo>
                    <a:pt x="114" y="0"/>
                    <a:pt x="0" y="114"/>
                    <a:pt x="0" y="252"/>
                  </a:cubicBezTo>
                  <a:cubicBezTo>
                    <a:pt x="0" y="388"/>
                    <a:pt x="114" y="501"/>
                    <a:pt x="251" y="501"/>
                  </a:cubicBezTo>
                  <a:cubicBezTo>
                    <a:pt x="387" y="501"/>
                    <a:pt x="501" y="388"/>
                    <a:pt x="501" y="252"/>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11"/>
            <p:cNvSpPr/>
            <p:nvPr/>
          </p:nvSpPr>
          <p:spPr>
            <a:xfrm>
              <a:off x="951850" y="53305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11"/>
            <p:cNvSpPr/>
            <p:nvPr/>
          </p:nvSpPr>
          <p:spPr>
            <a:xfrm>
              <a:off x="1043825" y="5330575"/>
              <a:ext cx="12375" cy="12550"/>
            </a:xfrm>
            <a:custGeom>
              <a:avLst/>
              <a:gdLst/>
              <a:ahLst/>
              <a:cxnLst/>
              <a:rect l="l" t="t" r="r" b="b"/>
              <a:pathLst>
                <a:path w="495" h="502" extrusionOk="0">
                  <a:moveTo>
                    <a:pt x="250" y="0"/>
                  </a:moveTo>
                  <a:cubicBezTo>
                    <a:pt x="107" y="0"/>
                    <a:pt x="0" y="114"/>
                    <a:pt x="0" y="252"/>
                  </a:cubicBezTo>
                  <a:cubicBezTo>
                    <a:pt x="0" y="388"/>
                    <a:pt x="107" y="501"/>
                    <a:pt x="250" y="501"/>
                  </a:cubicBezTo>
                  <a:cubicBezTo>
                    <a:pt x="388" y="501"/>
                    <a:pt x="494" y="388"/>
                    <a:pt x="494" y="252"/>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11"/>
            <p:cNvSpPr/>
            <p:nvPr/>
          </p:nvSpPr>
          <p:spPr>
            <a:xfrm>
              <a:off x="1135575" y="5330575"/>
              <a:ext cx="12575" cy="12550"/>
            </a:xfrm>
            <a:custGeom>
              <a:avLst/>
              <a:gdLst/>
              <a:ahLst/>
              <a:cxnLst/>
              <a:rect l="l" t="t" r="r" b="b"/>
              <a:pathLst>
                <a:path w="503" h="502" extrusionOk="0">
                  <a:moveTo>
                    <a:pt x="252" y="0"/>
                  </a:moveTo>
                  <a:cubicBezTo>
                    <a:pt x="116" y="0"/>
                    <a:pt x="0" y="114"/>
                    <a:pt x="0" y="252"/>
                  </a:cubicBezTo>
                  <a:cubicBezTo>
                    <a:pt x="0" y="388"/>
                    <a:pt x="116" y="501"/>
                    <a:pt x="252" y="501"/>
                  </a:cubicBezTo>
                  <a:cubicBezTo>
                    <a:pt x="387" y="501"/>
                    <a:pt x="503" y="388"/>
                    <a:pt x="503" y="252"/>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11"/>
            <p:cNvSpPr/>
            <p:nvPr/>
          </p:nvSpPr>
          <p:spPr>
            <a:xfrm>
              <a:off x="1227500" y="5330575"/>
              <a:ext cx="12400" cy="12550"/>
            </a:xfrm>
            <a:custGeom>
              <a:avLst/>
              <a:gdLst/>
              <a:ahLst/>
              <a:cxnLst/>
              <a:rect l="l" t="t" r="r" b="b"/>
              <a:pathLst>
                <a:path w="496" h="502" extrusionOk="0">
                  <a:moveTo>
                    <a:pt x="251" y="0"/>
                  </a:moveTo>
                  <a:cubicBezTo>
                    <a:pt x="109" y="0"/>
                    <a:pt x="0" y="114"/>
                    <a:pt x="0" y="252"/>
                  </a:cubicBezTo>
                  <a:cubicBezTo>
                    <a:pt x="0" y="388"/>
                    <a:pt x="109" y="501"/>
                    <a:pt x="251" y="501"/>
                  </a:cubicBezTo>
                  <a:cubicBezTo>
                    <a:pt x="387" y="501"/>
                    <a:pt x="496" y="388"/>
                    <a:pt x="496" y="252"/>
                  </a:cubicBezTo>
                  <a:cubicBezTo>
                    <a:pt x="496"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5" name="Google Shape;8335;p11"/>
            <p:cNvSpPr/>
            <p:nvPr/>
          </p:nvSpPr>
          <p:spPr>
            <a:xfrm>
              <a:off x="1319275" y="5330575"/>
              <a:ext cx="12550" cy="12550"/>
            </a:xfrm>
            <a:custGeom>
              <a:avLst/>
              <a:gdLst/>
              <a:ahLst/>
              <a:cxnLst/>
              <a:rect l="l" t="t" r="r" b="b"/>
              <a:pathLst>
                <a:path w="502" h="502" extrusionOk="0">
                  <a:moveTo>
                    <a:pt x="252" y="0"/>
                  </a:moveTo>
                  <a:cubicBezTo>
                    <a:pt x="114" y="0"/>
                    <a:pt x="1" y="114"/>
                    <a:pt x="1" y="252"/>
                  </a:cubicBezTo>
                  <a:cubicBezTo>
                    <a:pt x="1" y="388"/>
                    <a:pt x="114" y="501"/>
                    <a:pt x="252" y="501"/>
                  </a:cubicBezTo>
                  <a:cubicBezTo>
                    <a:pt x="388" y="501"/>
                    <a:pt x="501" y="388"/>
                    <a:pt x="501" y="252"/>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11"/>
            <p:cNvSpPr/>
            <p:nvPr/>
          </p:nvSpPr>
          <p:spPr>
            <a:xfrm>
              <a:off x="1411200" y="5330575"/>
              <a:ext cx="12425" cy="12550"/>
            </a:xfrm>
            <a:custGeom>
              <a:avLst/>
              <a:gdLst/>
              <a:ahLst/>
              <a:cxnLst/>
              <a:rect l="l" t="t" r="r" b="b"/>
              <a:pathLst>
                <a:path w="497" h="502" extrusionOk="0">
                  <a:moveTo>
                    <a:pt x="245" y="0"/>
                  </a:moveTo>
                  <a:cubicBezTo>
                    <a:pt x="109" y="0"/>
                    <a:pt x="1" y="114"/>
                    <a:pt x="1" y="252"/>
                  </a:cubicBezTo>
                  <a:cubicBezTo>
                    <a:pt x="1" y="388"/>
                    <a:pt x="109" y="501"/>
                    <a:pt x="245" y="501"/>
                  </a:cubicBezTo>
                  <a:cubicBezTo>
                    <a:pt x="388" y="501"/>
                    <a:pt x="496" y="388"/>
                    <a:pt x="496" y="252"/>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11"/>
            <p:cNvSpPr/>
            <p:nvPr/>
          </p:nvSpPr>
          <p:spPr>
            <a:xfrm>
              <a:off x="1503000" y="5330575"/>
              <a:ext cx="12525" cy="12550"/>
            </a:xfrm>
            <a:custGeom>
              <a:avLst/>
              <a:gdLst/>
              <a:ahLst/>
              <a:cxnLst/>
              <a:rect l="l" t="t" r="r" b="b"/>
              <a:pathLst>
                <a:path w="501" h="502" extrusionOk="0">
                  <a:moveTo>
                    <a:pt x="250" y="0"/>
                  </a:moveTo>
                  <a:cubicBezTo>
                    <a:pt x="114" y="0"/>
                    <a:pt x="0" y="114"/>
                    <a:pt x="0" y="252"/>
                  </a:cubicBezTo>
                  <a:cubicBezTo>
                    <a:pt x="0" y="388"/>
                    <a:pt x="114" y="501"/>
                    <a:pt x="250" y="501"/>
                  </a:cubicBezTo>
                  <a:cubicBezTo>
                    <a:pt x="387" y="501"/>
                    <a:pt x="501" y="388"/>
                    <a:pt x="501" y="252"/>
                  </a:cubicBezTo>
                  <a:cubicBezTo>
                    <a:pt x="501" y="114"/>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11"/>
            <p:cNvSpPr/>
            <p:nvPr/>
          </p:nvSpPr>
          <p:spPr>
            <a:xfrm>
              <a:off x="1594750" y="5330575"/>
              <a:ext cx="12575" cy="12550"/>
            </a:xfrm>
            <a:custGeom>
              <a:avLst/>
              <a:gdLst/>
              <a:ahLst/>
              <a:cxnLst/>
              <a:rect l="l" t="t" r="r" b="b"/>
              <a:pathLst>
                <a:path w="503" h="502" extrusionOk="0">
                  <a:moveTo>
                    <a:pt x="251" y="0"/>
                  </a:moveTo>
                  <a:cubicBezTo>
                    <a:pt x="115" y="0"/>
                    <a:pt x="0" y="114"/>
                    <a:pt x="0" y="252"/>
                  </a:cubicBezTo>
                  <a:cubicBezTo>
                    <a:pt x="0" y="388"/>
                    <a:pt x="115" y="501"/>
                    <a:pt x="251" y="501"/>
                  </a:cubicBezTo>
                  <a:cubicBezTo>
                    <a:pt x="394" y="501"/>
                    <a:pt x="503" y="388"/>
                    <a:pt x="503" y="252"/>
                  </a:cubicBezTo>
                  <a:cubicBezTo>
                    <a:pt x="503" y="114"/>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11"/>
            <p:cNvSpPr/>
            <p:nvPr/>
          </p:nvSpPr>
          <p:spPr>
            <a:xfrm>
              <a:off x="1686650" y="53305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0" name="Google Shape;8340;p11"/>
            <p:cNvSpPr/>
            <p:nvPr/>
          </p:nvSpPr>
          <p:spPr>
            <a:xfrm>
              <a:off x="1778450" y="5330575"/>
              <a:ext cx="12550" cy="12550"/>
            </a:xfrm>
            <a:custGeom>
              <a:avLst/>
              <a:gdLst/>
              <a:ahLst/>
              <a:cxnLst/>
              <a:rect l="l" t="t" r="r" b="b"/>
              <a:pathLst>
                <a:path w="502" h="502" extrusionOk="0">
                  <a:moveTo>
                    <a:pt x="252" y="0"/>
                  </a:moveTo>
                  <a:cubicBezTo>
                    <a:pt x="114" y="0"/>
                    <a:pt x="1" y="114"/>
                    <a:pt x="1" y="252"/>
                  </a:cubicBezTo>
                  <a:cubicBezTo>
                    <a:pt x="1" y="388"/>
                    <a:pt x="114" y="501"/>
                    <a:pt x="252" y="501"/>
                  </a:cubicBezTo>
                  <a:cubicBezTo>
                    <a:pt x="388" y="501"/>
                    <a:pt x="501" y="388"/>
                    <a:pt x="501" y="252"/>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1" name="Google Shape;8341;p11"/>
            <p:cNvSpPr/>
            <p:nvPr/>
          </p:nvSpPr>
          <p:spPr>
            <a:xfrm>
              <a:off x="1870375" y="5330575"/>
              <a:ext cx="12400" cy="12550"/>
            </a:xfrm>
            <a:custGeom>
              <a:avLst/>
              <a:gdLst/>
              <a:ahLst/>
              <a:cxnLst/>
              <a:rect l="l" t="t" r="r" b="b"/>
              <a:pathLst>
                <a:path w="496" h="502" extrusionOk="0">
                  <a:moveTo>
                    <a:pt x="252" y="0"/>
                  </a:moveTo>
                  <a:cubicBezTo>
                    <a:pt x="109" y="0"/>
                    <a:pt x="0" y="114"/>
                    <a:pt x="0" y="252"/>
                  </a:cubicBezTo>
                  <a:cubicBezTo>
                    <a:pt x="0" y="388"/>
                    <a:pt x="109" y="501"/>
                    <a:pt x="252" y="501"/>
                  </a:cubicBezTo>
                  <a:cubicBezTo>
                    <a:pt x="387" y="501"/>
                    <a:pt x="496" y="388"/>
                    <a:pt x="496" y="252"/>
                  </a:cubicBezTo>
                  <a:cubicBezTo>
                    <a:pt x="496"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2" name="Google Shape;8342;p11"/>
            <p:cNvSpPr/>
            <p:nvPr/>
          </p:nvSpPr>
          <p:spPr>
            <a:xfrm>
              <a:off x="1962150" y="5330575"/>
              <a:ext cx="12550" cy="12550"/>
            </a:xfrm>
            <a:custGeom>
              <a:avLst/>
              <a:gdLst/>
              <a:ahLst/>
              <a:cxnLst/>
              <a:rect l="l" t="t" r="r" b="b"/>
              <a:pathLst>
                <a:path w="502" h="502" extrusionOk="0">
                  <a:moveTo>
                    <a:pt x="250" y="0"/>
                  </a:moveTo>
                  <a:cubicBezTo>
                    <a:pt x="114" y="0"/>
                    <a:pt x="1" y="114"/>
                    <a:pt x="1" y="252"/>
                  </a:cubicBezTo>
                  <a:cubicBezTo>
                    <a:pt x="1" y="388"/>
                    <a:pt x="114" y="501"/>
                    <a:pt x="250" y="501"/>
                  </a:cubicBezTo>
                  <a:cubicBezTo>
                    <a:pt x="388" y="501"/>
                    <a:pt x="502" y="388"/>
                    <a:pt x="502" y="252"/>
                  </a:cubicBezTo>
                  <a:cubicBezTo>
                    <a:pt x="502"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3" name="Google Shape;8343;p11"/>
            <p:cNvSpPr/>
            <p:nvPr/>
          </p:nvSpPr>
          <p:spPr>
            <a:xfrm>
              <a:off x="2054075" y="5330575"/>
              <a:ext cx="12425" cy="12550"/>
            </a:xfrm>
            <a:custGeom>
              <a:avLst/>
              <a:gdLst/>
              <a:ahLst/>
              <a:cxnLst/>
              <a:rect l="l" t="t" r="r" b="b"/>
              <a:pathLst>
                <a:path w="497" h="502" extrusionOk="0">
                  <a:moveTo>
                    <a:pt x="252" y="0"/>
                  </a:moveTo>
                  <a:cubicBezTo>
                    <a:pt x="109" y="0"/>
                    <a:pt x="1" y="114"/>
                    <a:pt x="1" y="252"/>
                  </a:cubicBezTo>
                  <a:cubicBezTo>
                    <a:pt x="1" y="388"/>
                    <a:pt x="109" y="501"/>
                    <a:pt x="252" y="501"/>
                  </a:cubicBezTo>
                  <a:cubicBezTo>
                    <a:pt x="388" y="501"/>
                    <a:pt x="496" y="388"/>
                    <a:pt x="496" y="252"/>
                  </a:cubicBezTo>
                  <a:cubicBezTo>
                    <a:pt x="496"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11"/>
            <p:cNvSpPr/>
            <p:nvPr/>
          </p:nvSpPr>
          <p:spPr>
            <a:xfrm>
              <a:off x="2145825" y="53305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5" name="Google Shape;8345;p11"/>
            <p:cNvSpPr/>
            <p:nvPr/>
          </p:nvSpPr>
          <p:spPr>
            <a:xfrm>
              <a:off x="2237800" y="5330575"/>
              <a:ext cx="12350" cy="12550"/>
            </a:xfrm>
            <a:custGeom>
              <a:avLst/>
              <a:gdLst/>
              <a:ahLst/>
              <a:cxnLst/>
              <a:rect l="l" t="t" r="r" b="b"/>
              <a:pathLst>
                <a:path w="494" h="502" extrusionOk="0">
                  <a:moveTo>
                    <a:pt x="244" y="0"/>
                  </a:moveTo>
                  <a:cubicBezTo>
                    <a:pt x="107" y="0"/>
                    <a:pt x="0" y="114"/>
                    <a:pt x="0" y="252"/>
                  </a:cubicBezTo>
                  <a:cubicBezTo>
                    <a:pt x="0" y="388"/>
                    <a:pt x="107" y="501"/>
                    <a:pt x="244" y="501"/>
                  </a:cubicBezTo>
                  <a:cubicBezTo>
                    <a:pt x="387" y="501"/>
                    <a:pt x="494" y="388"/>
                    <a:pt x="494" y="252"/>
                  </a:cubicBezTo>
                  <a:cubicBezTo>
                    <a:pt x="494" y="114"/>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6" name="Google Shape;8346;p11"/>
            <p:cNvSpPr/>
            <p:nvPr/>
          </p:nvSpPr>
          <p:spPr>
            <a:xfrm>
              <a:off x="2329550" y="5330575"/>
              <a:ext cx="12575" cy="12550"/>
            </a:xfrm>
            <a:custGeom>
              <a:avLst/>
              <a:gdLst/>
              <a:ahLst/>
              <a:cxnLst/>
              <a:rect l="l" t="t" r="r" b="b"/>
              <a:pathLst>
                <a:path w="503" h="502" extrusionOk="0">
                  <a:moveTo>
                    <a:pt x="251" y="0"/>
                  </a:moveTo>
                  <a:cubicBezTo>
                    <a:pt x="115" y="0"/>
                    <a:pt x="0" y="114"/>
                    <a:pt x="0" y="252"/>
                  </a:cubicBezTo>
                  <a:cubicBezTo>
                    <a:pt x="0" y="388"/>
                    <a:pt x="115" y="501"/>
                    <a:pt x="251" y="501"/>
                  </a:cubicBezTo>
                  <a:cubicBezTo>
                    <a:pt x="387" y="501"/>
                    <a:pt x="502" y="388"/>
                    <a:pt x="502" y="252"/>
                  </a:cubicBezTo>
                  <a:cubicBezTo>
                    <a:pt x="502"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11"/>
            <p:cNvSpPr/>
            <p:nvPr/>
          </p:nvSpPr>
          <p:spPr>
            <a:xfrm>
              <a:off x="2421325" y="5330575"/>
              <a:ext cx="12550" cy="12550"/>
            </a:xfrm>
            <a:custGeom>
              <a:avLst/>
              <a:gdLst/>
              <a:ahLst/>
              <a:cxnLst/>
              <a:rect l="l" t="t" r="r" b="b"/>
              <a:pathLst>
                <a:path w="502" h="502" extrusionOk="0">
                  <a:moveTo>
                    <a:pt x="250" y="0"/>
                  </a:moveTo>
                  <a:cubicBezTo>
                    <a:pt x="114" y="0"/>
                    <a:pt x="1" y="114"/>
                    <a:pt x="1" y="252"/>
                  </a:cubicBezTo>
                  <a:cubicBezTo>
                    <a:pt x="1" y="388"/>
                    <a:pt x="114" y="501"/>
                    <a:pt x="250" y="501"/>
                  </a:cubicBezTo>
                  <a:cubicBezTo>
                    <a:pt x="395" y="501"/>
                    <a:pt x="501" y="388"/>
                    <a:pt x="501" y="252"/>
                  </a:cubicBezTo>
                  <a:cubicBezTo>
                    <a:pt x="501" y="114"/>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11"/>
            <p:cNvSpPr/>
            <p:nvPr/>
          </p:nvSpPr>
          <p:spPr>
            <a:xfrm>
              <a:off x="2513250" y="5330575"/>
              <a:ext cx="12575" cy="12550"/>
            </a:xfrm>
            <a:custGeom>
              <a:avLst/>
              <a:gdLst/>
              <a:ahLst/>
              <a:cxnLst/>
              <a:rect l="l" t="t" r="r" b="b"/>
              <a:pathLst>
                <a:path w="503" h="502" extrusionOk="0">
                  <a:moveTo>
                    <a:pt x="252" y="0"/>
                  </a:moveTo>
                  <a:cubicBezTo>
                    <a:pt x="109" y="0"/>
                    <a:pt x="0" y="114"/>
                    <a:pt x="0" y="252"/>
                  </a:cubicBezTo>
                  <a:cubicBezTo>
                    <a:pt x="0" y="388"/>
                    <a:pt x="109"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11"/>
            <p:cNvSpPr/>
            <p:nvPr/>
          </p:nvSpPr>
          <p:spPr>
            <a:xfrm>
              <a:off x="2605000" y="5330575"/>
              <a:ext cx="12575" cy="12550"/>
            </a:xfrm>
            <a:custGeom>
              <a:avLst/>
              <a:gdLst/>
              <a:ahLst/>
              <a:cxnLst/>
              <a:rect l="l" t="t" r="r" b="b"/>
              <a:pathLst>
                <a:path w="503" h="502" extrusionOk="0">
                  <a:moveTo>
                    <a:pt x="252" y="0"/>
                  </a:moveTo>
                  <a:cubicBezTo>
                    <a:pt x="116" y="0"/>
                    <a:pt x="0" y="114"/>
                    <a:pt x="0" y="252"/>
                  </a:cubicBezTo>
                  <a:cubicBezTo>
                    <a:pt x="0" y="388"/>
                    <a:pt x="116" y="501"/>
                    <a:pt x="252" y="501"/>
                  </a:cubicBezTo>
                  <a:cubicBezTo>
                    <a:pt x="387" y="501"/>
                    <a:pt x="503" y="388"/>
                    <a:pt x="503" y="252"/>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11"/>
            <p:cNvSpPr/>
            <p:nvPr/>
          </p:nvSpPr>
          <p:spPr>
            <a:xfrm>
              <a:off x="2696950" y="5330575"/>
              <a:ext cx="12375" cy="12550"/>
            </a:xfrm>
            <a:custGeom>
              <a:avLst/>
              <a:gdLst/>
              <a:ahLst/>
              <a:cxnLst/>
              <a:rect l="l" t="t" r="r" b="b"/>
              <a:pathLst>
                <a:path w="495" h="502" extrusionOk="0">
                  <a:moveTo>
                    <a:pt x="252" y="0"/>
                  </a:moveTo>
                  <a:cubicBezTo>
                    <a:pt x="108" y="0"/>
                    <a:pt x="1" y="114"/>
                    <a:pt x="1" y="252"/>
                  </a:cubicBezTo>
                  <a:cubicBezTo>
                    <a:pt x="1" y="388"/>
                    <a:pt x="108" y="501"/>
                    <a:pt x="252" y="501"/>
                  </a:cubicBezTo>
                  <a:cubicBezTo>
                    <a:pt x="388" y="501"/>
                    <a:pt x="495" y="388"/>
                    <a:pt x="495" y="252"/>
                  </a:cubicBezTo>
                  <a:cubicBezTo>
                    <a:pt x="495"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11"/>
            <p:cNvSpPr/>
            <p:nvPr/>
          </p:nvSpPr>
          <p:spPr>
            <a:xfrm>
              <a:off x="2788700" y="53305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11"/>
            <p:cNvSpPr/>
            <p:nvPr/>
          </p:nvSpPr>
          <p:spPr>
            <a:xfrm>
              <a:off x="2880675" y="5330575"/>
              <a:ext cx="12375" cy="12550"/>
            </a:xfrm>
            <a:custGeom>
              <a:avLst/>
              <a:gdLst/>
              <a:ahLst/>
              <a:cxnLst/>
              <a:rect l="l" t="t" r="r" b="b"/>
              <a:pathLst>
                <a:path w="495" h="502" extrusionOk="0">
                  <a:moveTo>
                    <a:pt x="243" y="0"/>
                  </a:moveTo>
                  <a:cubicBezTo>
                    <a:pt x="107" y="0"/>
                    <a:pt x="0" y="114"/>
                    <a:pt x="0" y="252"/>
                  </a:cubicBezTo>
                  <a:cubicBezTo>
                    <a:pt x="0" y="388"/>
                    <a:pt x="107" y="501"/>
                    <a:pt x="243" y="501"/>
                  </a:cubicBezTo>
                  <a:cubicBezTo>
                    <a:pt x="387" y="501"/>
                    <a:pt x="494" y="388"/>
                    <a:pt x="494" y="252"/>
                  </a:cubicBezTo>
                  <a:cubicBezTo>
                    <a:pt x="494" y="114"/>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11"/>
            <p:cNvSpPr/>
            <p:nvPr/>
          </p:nvSpPr>
          <p:spPr>
            <a:xfrm>
              <a:off x="2972425" y="5330575"/>
              <a:ext cx="12575" cy="12550"/>
            </a:xfrm>
            <a:custGeom>
              <a:avLst/>
              <a:gdLst/>
              <a:ahLst/>
              <a:cxnLst/>
              <a:rect l="l" t="t" r="r" b="b"/>
              <a:pathLst>
                <a:path w="503" h="502" extrusionOk="0">
                  <a:moveTo>
                    <a:pt x="251" y="0"/>
                  </a:moveTo>
                  <a:cubicBezTo>
                    <a:pt x="115" y="0"/>
                    <a:pt x="0" y="114"/>
                    <a:pt x="0" y="252"/>
                  </a:cubicBezTo>
                  <a:cubicBezTo>
                    <a:pt x="0" y="388"/>
                    <a:pt x="115" y="501"/>
                    <a:pt x="251" y="501"/>
                  </a:cubicBezTo>
                  <a:cubicBezTo>
                    <a:pt x="387" y="501"/>
                    <a:pt x="503" y="388"/>
                    <a:pt x="503" y="252"/>
                  </a:cubicBezTo>
                  <a:cubicBezTo>
                    <a:pt x="503"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11"/>
            <p:cNvSpPr/>
            <p:nvPr/>
          </p:nvSpPr>
          <p:spPr>
            <a:xfrm>
              <a:off x="3064375" y="5330575"/>
              <a:ext cx="12375" cy="12550"/>
            </a:xfrm>
            <a:custGeom>
              <a:avLst/>
              <a:gdLst/>
              <a:ahLst/>
              <a:cxnLst/>
              <a:rect l="l" t="t" r="r" b="b"/>
              <a:pathLst>
                <a:path w="495" h="502" extrusionOk="0">
                  <a:moveTo>
                    <a:pt x="243" y="0"/>
                  </a:moveTo>
                  <a:cubicBezTo>
                    <a:pt x="107" y="0"/>
                    <a:pt x="1" y="114"/>
                    <a:pt x="1" y="252"/>
                  </a:cubicBezTo>
                  <a:cubicBezTo>
                    <a:pt x="1" y="388"/>
                    <a:pt x="107" y="501"/>
                    <a:pt x="243" y="501"/>
                  </a:cubicBezTo>
                  <a:cubicBezTo>
                    <a:pt x="388" y="501"/>
                    <a:pt x="495" y="388"/>
                    <a:pt x="495" y="252"/>
                  </a:cubicBezTo>
                  <a:cubicBezTo>
                    <a:pt x="495" y="114"/>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11"/>
            <p:cNvSpPr/>
            <p:nvPr/>
          </p:nvSpPr>
          <p:spPr>
            <a:xfrm>
              <a:off x="3156125" y="53305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11"/>
            <p:cNvSpPr/>
            <p:nvPr/>
          </p:nvSpPr>
          <p:spPr>
            <a:xfrm>
              <a:off x="3247875" y="5330575"/>
              <a:ext cx="12575" cy="12550"/>
            </a:xfrm>
            <a:custGeom>
              <a:avLst/>
              <a:gdLst/>
              <a:ahLst/>
              <a:cxnLst/>
              <a:rect l="l" t="t" r="r" b="b"/>
              <a:pathLst>
                <a:path w="503"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11"/>
            <p:cNvSpPr/>
            <p:nvPr/>
          </p:nvSpPr>
          <p:spPr>
            <a:xfrm>
              <a:off x="3339850" y="5330575"/>
              <a:ext cx="12525" cy="12550"/>
            </a:xfrm>
            <a:custGeom>
              <a:avLst/>
              <a:gdLst/>
              <a:ahLst/>
              <a:cxnLst/>
              <a:rect l="l" t="t" r="r" b="b"/>
              <a:pathLst>
                <a:path w="501" h="502" extrusionOk="0">
                  <a:moveTo>
                    <a:pt x="251" y="0"/>
                  </a:moveTo>
                  <a:cubicBezTo>
                    <a:pt x="107" y="0"/>
                    <a:pt x="0" y="114"/>
                    <a:pt x="0" y="252"/>
                  </a:cubicBezTo>
                  <a:cubicBezTo>
                    <a:pt x="0" y="388"/>
                    <a:pt x="107" y="501"/>
                    <a:pt x="251" y="501"/>
                  </a:cubicBezTo>
                  <a:cubicBezTo>
                    <a:pt x="387" y="501"/>
                    <a:pt x="501" y="388"/>
                    <a:pt x="501" y="252"/>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11"/>
            <p:cNvSpPr/>
            <p:nvPr/>
          </p:nvSpPr>
          <p:spPr>
            <a:xfrm>
              <a:off x="3431575" y="53305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11"/>
            <p:cNvSpPr/>
            <p:nvPr/>
          </p:nvSpPr>
          <p:spPr>
            <a:xfrm>
              <a:off x="3523550" y="5330575"/>
              <a:ext cx="12375" cy="12550"/>
            </a:xfrm>
            <a:custGeom>
              <a:avLst/>
              <a:gdLst/>
              <a:ahLst/>
              <a:cxnLst/>
              <a:rect l="l" t="t" r="r" b="b"/>
              <a:pathLst>
                <a:path w="495" h="502" extrusionOk="0">
                  <a:moveTo>
                    <a:pt x="250" y="0"/>
                  </a:moveTo>
                  <a:cubicBezTo>
                    <a:pt x="107" y="0"/>
                    <a:pt x="0" y="114"/>
                    <a:pt x="0" y="252"/>
                  </a:cubicBezTo>
                  <a:cubicBezTo>
                    <a:pt x="0" y="388"/>
                    <a:pt x="107" y="501"/>
                    <a:pt x="250" y="501"/>
                  </a:cubicBezTo>
                  <a:cubicBezTo>
                    <a:pt x="388" y="501"/>
                    <a:pt x="494" y="388"/>
                    <a:pt x="494" y="252"/>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11"/>
            <p:cNvSpPr/>
            <p:nvPr/>
          </p:nvSpPr>
          <p:spPr>
            <a:xfrm>
              <a:off x="676400" y="5422500"/>
              <a:ext cx="12600" cy="12575"/>
            </a:xfrm>
            <a:custGeom>
              <a:avLst/>
              <a:gdLst/>
              <a:ahLst/>
              <a:cxnLst/>
              <a:rect l="l" t="t" r="r" b="b"/>
              <a:pathLst>
                <a:path w="504" h="503" extrusionOk="0">
                  <a:moveTo>
                    <a:pt x="252" y="0"/>
                  </a:moveTo>
                  <a:cubicBezTo>
                    <a:pt x="116" y="0"/>
                    <a:pt x="1" y="109"/>
                    <a:pt x="1" y="251"/>
                  </a:cubicBezTo>
                  <a:cubicBezTo>
                    <a:pt x="1" y="387"/>
                    <a:pt x="116" y="503"/>
                    <a:pt x="252" y="503"/>
                  </a:cubicBezTo>
                  <a:cubicBezTo>
                    <a:pt x="388" y="503"/>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11"/>
            <p:cNvSpPr/>
            <p:nvPr/>
          </p:nvSpPr>
          <p:spPr>
            <a:xfrm>
              <a:off x="768325" y="5422500"/>
              <a:ext cx="12400" cy="12575"/>
            </a:xfrm>
            <a:custGeom>
              <a:avLst/>
              <a:gdLst/>
              <a:ahLst/>
              <a:cxnLst/>
              <a:rect l="l" t="t" r="r" b="b"/>
              <a:pathLst>
                <a:path w="496" h="503" extrusionOk="0">
                  <a:moveTo>
                    <a:pt x="245" y="0"/>
                  </a:moveTo>
                  <a:cubicBezTo>
                    <a:pt x="109" y="0"/>
                    <a:pt x="0" y="109"/>
                    <a:pt x="0" y="251"/>
                  </a:cubicBezTo>
                  <a:cubicBezTo>
                    <a:pt x="0" y="387"/>
                    <a:pt x="109" y="503"/>
                    <a:pt x="245" y="503"/>
                  </a:cubicBezTo>
                  <a:cubicBezTo>
                    <a:pt x="388" y="503"/>
                    <a:pt x="496" y="387"/>
                    <a:pt x="496" y="251"/>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11"/>
            <p:cNvSpPr/>
            <p:nvPr/>
          </p:nvSpPr>
          <p:spPr>
            <a:xfrm>
              <a:off x="860125" y="5422500"/>
              <a:ext cx="12525" cy="12575"/>
            </a:xfrm>
            <a:custGeom>
              <a:avLst/>
              <a:gdLst/>
              <a:ahLst/>
              <a:cxnLst/>
              <a:rect l="l" t="t" r="r" b="b"/>
              <a:pathLst>
                <a:path w="501" h="503" extrusionOk="0">
                  <a:moveTo>
                    <a:pt x="251" y="0"/>
                  </a:moveTo>
                  <a:cubicBezTo>
                    <a:pt x="114" y="0"/>
                    <a:pt x="0" y="109"/>
                    <a:pt x="0" y="251"/>
                  </a:cubicBezTo>
                  <a:cubicBezTo>
                    <a:pt x="0" y="387"/>
                    <a:pt x="114" y="503"/>
                    <a:pt x="251" y="503"/>
                  </a:cubicBezTo>
                  <a:cubicBezTo>
                    <a:pt x="387" y="503"/>
                    <a:pt x="501" y="387"/>
                    <a:pt x="501" y="251"/>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11"/>
            <p:cNvSpPr/>
            <p:nvPr/>
          </p:nvSpPr>
          <p:spPr>
            <a:xfrm>
              <a:off x="951850" y="5422500"/>
              <a:ext cx="12600" cy="12575"/>
            </a:xfrm>
            <a:custGeom>
              <a:avLst/>
              <a:gdLst/>
              <a:ahLst/>
              <a:cxnLst/>
              <a:rect l="l" t="t" r="r" b="b"/>
              <a:pathLst>
                <a:path w="504" h="503" extrusionOk="0">
                  <a:moveTo>
                    <a:pt x="252" y="0"/>
                  </a:moveTo>
                  <a:cubicBezTo>
                    <a:pt x="116" y="0"/>
                    <a:pt x="1" y="109"/>
                    <a:pt x="1" y="251"/>
                  </a:cubicBezTo>
                  <a:cubicBezTo>
                    <a:pt x="1" y="387"/>
                    <a:pt x="116" y="503"/>
                    <a:pt x="252" y="503"/>
                  </a:cubicBezTo>
                  <a:cubicBezTo>
                    <a:pt x="388" y="503"/>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11"/>
            <p:cNvSpPr/>
            <p:nvPr/>
          </p:nvSpPr>
          <p:spPr>
            <a:xfrm>
              <a:off x="1043825" y="5422500"/>
              <a:ext cx="12375" cy="12575"/>
            </a:xfrm>
            <a:custGeom>
              <a:avLst/>
              <a:gdLst/>
              <a:ahLst/>
              <a:cxnLst/>
              <a:rect l="l" t="t" r="r" b="b"/>
              <a:pathLst>
                <a:path w="495" h="503" extrusionOk="0">
                  <a:moveTo>
                    <a:pt x="250" y="0"/>
                  </a:moveTo>
                  <a:cubicBezTo>
                    <a:pt x="107" y="0"/>
                    <a:pt x="0" y="109"/>
                    <a:pt x="0" y="251"/>
                  </a:cubicBezTo>
                  <a:cubicBezTo>
                    <a:pt x="0" y="387"/>
                    <a:pt x="107" y="503"/>
                    <a:pt x="250" y="503"/>
                  </a:cubicBezTo>
                  <a:cubicBezTo>
                    <a:pt x="388" y="503"/>
                    <a:pt x="494" y="387"/>
                    <a:pt x="494" y="251"/>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11"/>
            <p:cNvSpPr/>
            <p:nvPr/>
          </p:nvSpPr>
          <p:spPr>
            <a:xfrm>
              <a:off x="1135575" y="5422500"/>
              <a:ext cx="12575" cy="12575"/>
            </a:xfrm>
            <a:custGeom>
              <a:avLst/>
              <a:gdLst/>
              <a:ahLst/>
              <a:cxnLst/>
              <a:rect l="l" t="t" r="r" b="b"/>
              <a:pathLst>
                <a:path w="503" h="503" extrusionOk="0">
                  <a:moveTo>
                    <a:pt x="252" y="0"/>
                  </a:moveTo>
                  <a:cubicBezTo>
                    <a:pt x="116" y="0"/>
                    <a:pt x="0" y="109"/>
                    <a:pt x="0" y="251"/>
                  </a:cubicBezTo>
                  <a:cubicBezTo>
                    <a:pt x="0" y="387"/>
                    <a:pt x="116" y="503"/>
                    <a:pt x="252" y="503"/>
                  </a:cubicBezTo>
                  <a:cubicBezTo>
                    <a:pt x="387" y="503"/>
                    <a:pt x="503" y="387"/>
                    <a:pt x="503" y="251"/>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11"/>
            <p:cNvSpPr/>
            <p:nvPr/>
          </p:nvSpPr>
          <p:spPr>
            <a:xfrm>
              <a:off x="1227500" y="5422500"/>
              <a:ext cx="12400" cy="12575"/>
            </a:xfrm>
            <a:custGeom>
              <a:avLst/>
              <a:gdLst/>
              <a:ahLst/>
              <a:cxnLst/>
              <a:rect l="l" t="t" r="r" b="b"/>
              <a:pathLst>
                <a:path w="496" h="503" extrusionOk="0">
                  <a:moveTo>
                    <a:pt x="251" y="0"/>
                  </a:moveTo>
                  <a:cubicBezTo>
                    <a:pt x="109" y="0"/>
                    <a:pt x="0" y="109"/>
                    <a:pt x="0" y="251"/>
                  </a:cubicBezTo>
                  <a:cubicBezTo>
                    <a:pt x="0" y="387"/>
                    <a:pt x="109" y="503"/>
                    <a:pt x="251" y="503"/>
                  </a:cubicBezTo>
                  <a:cubicBezTo>
                    <a:pt x="387" y="503"/>
                    <a:pt x="496" y="387"/>
                    <a:pt x="496" y="251"/>
                  </a:cubicBezTo>
                  <a:cubicBezTo>
                    <a:pt x="496"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11"/>
            <p:cNvSpPr/>
            <p:nvPr/>
          </p:nvSpPr>
          <p:spPr>
            <a:xfrm>
              <a:off x="1319275" y="5422500"/>
              <a:ext cx="12550" cy="12575"/>
            </a:xfrm>
            <a:custGeom>
              <a:avLst/>
              <a:gdLst/>
              <a:ahLst/>
              <a:cxnLst/>
              <a:rect l="l" t="t" r="r" b="b"/>
              <a:pathLst>
                <a:path w="502" h="503" extrusionOk="0">
                  <a:moveTo>
                    <a:pt x="252" y="0"/>
                  </a:moveTo>
                  <a:cubicBezTo>
                    <a:pt x="114" y="0"/>
                    <a:pt x="1" y="109"/>
                    <a:pt x="1" y="251"/>
                  </a:cubicBezTo>
                  <a:cubicBezTo>
                    <a:pt x="1" y="387"/>
                    <a:pt x="114" y="503"/>
                    <a:pt x="252" y="503"/>
                  </a:cubicBezTo>
                  <a:cubicBezTo>
                    <a:pt x="388" y="503"/>
                    <a:pt x="501" y="387"/>
                    <a:pt x="501" y="251"/>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11"/>
            <p:cNvSpPr/>
            <p:nvPr/>
          </p:nvSpPr>
          <p:spPr>
            <a:xfrm>
              <a:off x="1411200" y="5422500"/>
              <a:ext cx="12425" cy="12575"/>
            </a:xfrm>
            <a:custGeom>
              <a:avLst/>
              <a:gdLst/>
              <a:ahLst/>
              <a:cxnLst/>
              <a:rect l="l" t="t" r="r" b="b"/>
              <a:pathLst>
                <a:path w="497" h="503" extrusionOk="0">
                  <a:moveTo>
                    <a:pt x="245" y="0"/>
                  </a:moveTo>
                  <a:cubicBezTo>
                    <a:pt x="109" y="0"/>
                    <a:pt x="1" y="109"/>
                    <a:pt x="1" y="251"/>
                  </a:cubicBezTo>
                  <a:cubicBezTo>
                    <a:pt x="1" y="387"/>
                    <a:pt x="109" y="503"/>
                    <a:pt x="245" y="503"/>
                  </a:cubicBezTo>
                  <a:cubicBezTo>
                    <a:pt x="388" y="503"/>
                    <a:pt x="496" y="387"/>
                    <a:pt x="496" y="251"/>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11"/>
            <p:cNvSpPr/>
            <p:nvPr/>
          </p:nvSpPr>
          <p:spPr>
            <a:xfrm>
              <a:off x="1503000" y="5422500"/>
              <a:ext cx="12525" cy="12575"/>
            </a:xfrm>
            <a:custGeom>
              <a:avLst/>
              <a:gdLst/>
              <a:ahLst/>
              <a:cxnLst/>
              <a:rect l="l" t="t" r="r" b="b"/>
              <a:pathLst>
                <a:path w="501" h="503" extrusionOk="0">
                  <a:moveTo>
                    <a:pt x="250" y="0"/>
                  </a:moveTo>
                  <a:cubicBezTo>
                    <a:pt x="114" y="0"/>
                    <a:pt x="0" y="109"/>
                    <a:pt x="0" y="251"/>
                  </a:cubicBezTo>
                  <a:cubicBezTo>
                    <a:pt x="0" y="387"/>
                    <a:pt x="114" y="503"/>
                    <a:pt x="250" y="503"/>
                  </a:cubicBezTo>
                  <a:cubicBezTo>
                    <a:pt x="387" y="503"/>
                    <a:pt x="501" y="387"/>
                    <a:pt x="501" y="251"/>
                  </a:cubicBezTo>
                  <a:cubicBezTo>
                    <a:pt x="501" y="109"/>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11"/>
            <p:cNvSpPr/>
            <p:nvPr/>
          </p:nvSpPr>
          <p:spPr>
            <a:xfrm>
              <a:off x="1594750" y="5422500"/>
              <a:ext cx="12575" cy="12575"/>
            </a:xfrm>
            <a:custGeom>
              <a:avLst/>
              <a:gdLst/>
              <a:ahLst/>
              <a:cxnLst/>
              <a:rect l="l" t="t" r="r" b="b"/>
              <a:pathLst>
                <a:path w="503" h="503" extrusionOk="0">
                  <a:moveTo>
                    <a:pt x="251" y="0"/>
                  </a:moveTo>
                  <a:cubicBezTo>
                    <a:pt x="115" y="0"/>
                    <a:pt x="0" y="109"/>
                    <a:pt x="0" y="251"/>
                  </a:cubicBezTo>
                  <a:cubicBezTo>
                    <a:pt x="0" y="387"/>
                    <a:pt x="115" y="503"/>
                    <a:pt x="251" y="503"/>
                  </a:cubicBezTo>
                  <a:cubicBezTo>
                    <a:pt x="394" y="503"/>
                    <a:pt x="503" y="387"/>
                    <a:pt x="503" y="251"/>
                  </a:cubicBezTo>
                  <a:cubicBezTo>
                    <a:pt x="503" y="109"/>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11"/>
            <p:cNvSpPr/>
            <p:nvPr/>
          </p:nvSpPr>
          <p:spPr>
            <a:xfrm>
              <a:off x="1686650" y="5422500"/>
              <a:ext cx="12600" cy="12575"/>
            </a:xfrm>
            <a:custGeom>
              <a:avLst/>
              <a:gdLst/>
              <a:ahLst/>
              <a:cxnLst/>
              <a:rect l="l" t="t" r="r" b="b"/>
              <a:pathLst>
                <a:path w="504" h="503" extrusionOk="0">
                  <a:moveTo>
                    <a:pt x="252" y="0"/>
                  </a:moveTo>
                  <a:cubicBezTo>
                    <a:pt x="116" y="0"/>
                    <a:pt x="1" y="109"/>
                    <a:pt x="1" y="251"/>
                  </a:cubicBezTo>
                  <a:cubicBezTo>
                    <a:pt x="1" y="387"/>
                    <a:pt x="116" y="503"/>
                    <a:pt x="252" y="503"/>
                  </a:cubicBezTo>
                  <a:cubicBezTo>
                    <a:pt x="388" y="503"/>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11"/>
            <p:cNvSpPr/>
            <p:nvPr/>
          </p:nvSpPr>
          <p:spPr>
            <a:xfrm>
              <a:off x="1778450" y="5422500"/>
              <a:ext cx="12550" cy="12575"/>
            </a:xfrm>
            <a:custGeom>
              <a:avLst/>
              <a:gdLst/>
              <a:ahLst/>
              <a:cxnLst/>
              <a:rect l="l" t="t" r="r" b="b"/>
              <a:pathLst>
                <a:path w="502" h="503" extrusionOk="0">
                  <a:moveTo>
                    <a:pt x="252" y="0"/>
                  </a:moveTo>
                  <a:cubicBezTo>
                    <a:pt x="114" y="0"/>
                    <a:pt x="1" y="109"/>
                    <a:pt x="1" y="251"/>
                  </a:cubicBezTo>
                  <a:cubicBezTo>
                    <a:pt x="1" y="387"/>
                    <a:pt x="114" y="503"/>
                    <a:pt x="252" y="503"/>
                  </a:cubicBezTo>
                  <a:cubicBezTo>
                    <a:pt x="388" y="503"/>
                    <a:pt x="501" y="387"/>
                    <a:pt x="501" y="251"/>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11"/>
            <p:cNvSpPr/>
            <p:nvPr/>
          </p:nvSpPr>
          <p:spPr>
            <a:xfrm>
              <a:off x="1870375" y="5422500"/>
              <a:ext cx="12400" cy="12575"/>
            </a:xfrm>
            <a:custGeom>
              <a:avLst/>
              <a:gdLst/>
              <a:ahLst/>
              <a:cxnLst/>
              <a:rect l="l" t="t" r="r" b="b"/>
              <a:pathLst>
                <a:path w="496" h="503" extrusionOk="0">
                  <a:moveTo>
                    <a:pt x="252" y="0"/>
                  </a:moveTo>
                  <a:cubicBezTo>
                    <a:pt x="109" y="0"/>
                    <a:pt x="0" y="109"/>
                    <a:pt x="0" y="251"/>
                  </a:cubicBezTo>
                  <a:cubicBezTo>
                    <a:pt x="0" y="387"/>
                    <a:pt x="109" y="503"/>
                    <a:pt x="252" y="503"/>
                  </a:cubicBezTo>
                  <a:cubicBezTo>
                    <a:pt x="387" y="503"/>
                    <a:pt x="496" y="387"/>
                    <a:pt x="496" y="251"/>
                  </a:cubicBezTo>
                  <a:cubicBezTo>
                    <a:pt x="496"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11"/>
            <p:cNvSpPr/>
            <p:nvPr/>
          </p:nvSpPr>
          <p:spPr>
            <a:xfrm>
              <a:off x="1962150" y="5422500"/>
              <a:ext cx="12550" cy="12575"/>
            </a:xfrm>
            <a:custGeom>
              <a:avLst/>
              <a:gdLst/>
              <a:ahLst/>
              <a:cxnLst/>
              <a:rect l="l" t="t" r="r" b="b"/>
              <a:pathLst>
                <a:path w="502" h="503" extrusionOk="0">
                  <a:moveTo>
                    <a:pt x="250" y="0"/>
                  </a:moveTo>
                  <a:cubicBezTo>
                    <a:pt x="114" y="0"/>
                    <a:pt x="1" y="109"/>
                    <a:pt x="1" y="251"/>
                  </a:cubicBezTo>
                  <a:cubicBezTo>
                    <a:pt x="1" y="387"/>
                    <a:pt x="114" y="503"/>
                    <a:pt x="250" y="503"/>
                  </a:cubicBezTo>
                  <a:cubicBezTo>
                    <a:pt x="388" y="503"/>
                    <a:pt x="502" y="387"/>
                    <a:pt x="502" y="251"/>
                  </a:cubicBezTo>
                  <a:cubicBezTo>
                    <a:pt x="502"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11"/>
            <p:cNvSpPr/>
            <p:nvPr/>
          </p:nvSpPr>
          <p:spPr>
            <a:xfrm>
              <a:off x="2054075" y="5422500"/>
              <a:ext cx="12425" cy="12575"/>
            </a:xfrm>
            <a:custGeom>
              <a:avLst/>
              <a:gdLst/>
              <a:ahLst/>
              <a:cxnLst/>
              <a:rect l="l" t="t" r="r" b="b"/>
              <a:pathLst>
                <a:path w="497" h="503" extrusionOk="0">
                  <a:moveTo>
                    <a:pt x="252" y="0"/>
                  </a:moveTo>
                  <a:cubicBezTo>
                    <a:pt x="109" y="0"/>
                    <a:pt x="1" y="109"/>
                    <a:pt x="1" y="251"/>
                  </a:cubicBezTo>
                  <a:cubicBezTo>
                    <a:pt x="1" y="387"/>
                    <a:pt x="109" y="503"/>
                    <a:pt x="252" y="503"/>
                  </a:cubicBezTo>
                  <a:cubicBezTo>
                    <a:pt x="388" y="503"/>
                    <a:pt x="496" y="387"/>
                    <a:pt x="496" y="251"/>
                  </a:cubicBezTo>
                  <a:cubicBezTo>
                    <a:pt x="496"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6" name="Google Shape;8376;p11"/>
            <p:cNvSpPr/>
            <p:nvPr/>
          </p:nvSpPr>
          <p:spPr>
            <a:xfrm>
              <a:off x="2145825" y="5422500"/>
              <a:ext cx="12600" cy="12575"/>
            </a:xfrm>
            <a:custGeom>
              <a:avLst/>
              <a:gdLst/>
              <a:ahLst/>
              <a:cxnLst/>
              <a:rect l="l" t="t" r="r" b="b"/>
              <a:pathLst>
                <a:path w="504" h="503" extrusionOk="0">
                  <a:moveTo>
                    <a:pt x="252" y="0"/>
                  </a:moveTo>
                  <a:cubicBezTo>
                    <a:pt x="116" y="0"/>
                    <a:pt x="1" y="109"/>
                    <a:pt x="1" y="251"/>
                  </a:cubicBezTo>
                  <a:cubicBezTo>
                    <a:pt x="1" y="387"/>
                    <a:pt x="116" y="503"/>
                    <a:pt x="252" y="503"/>
                  </a:cubicBezTo>
                  <a:cubicBezTo>
                    <a:pt x="388" y="503"/>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7" name="Google Shape;8377;p11"/>
            <p:cNvSpPr/>
            <p:nvPr/>
          </p:nvSpPr>
          <p:spPr>
            <a:xfrm>
              <a:off x="2237800" y="5422500"/>
              <a:ext cx="12350" cy="12575"/>
            </a:xfrm>
            <a:custGeom>
              <a:avLst/>
              <a:gdLst/>
              <a:ahLst/>
              <a:cxnLst/>
              <a:rect l="l" t="t" r="r" b="b"/>
              <a:pathLst>
                <a:path w="494" h="503" extrusionOk="0">
                  <a:moveTo>
                    <a:pt x="244" y="0"/>
                  </a:moveTo>
                  <a:cubicBezTo>
                    <a:pt x="107" y="0"/>
                    <a:pt x="0" y="109"/>
                    <a:pt x="0" y="251"/>
                  </a:cubicBezTo>
                  <a:cubicBezTo>
                    <a:pt x="0" y="387"/>
                    <a:pt x="107" y="503"/>
                    <a:pt x="244" y="503"/>
                  </a:cubicBezTo>
                  <a:cubicBezTo>
                    <a:pt x="387" y="503"/>
                    <a:pt x="494" y="387"/>
                    <a:pt x="494" y="251"/>
                  </a:cubicBezTo>
                  <a:cubicBezTo>
                    <a:pt x="494" y="109"/>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8" name="Google Shape;8378;p11"/>
            <p:cNvSpPr/>
            <p:nvPr/>
          </p:nvSpPr>
          <p:spPr>
            <a:xfrm>
              <a:off x="2329550" y="5422500"/>
              <a:ext cx="12575" cy="12575"/>
            </a:xfrm>
            <a:custGeom>
              <a:avLst/>
              <a:gdLst/>
              <a:ahLst/>
              <a:cxnLst/>
              <a:rect l="l" t="t" r="r" b="b"/>
              <a:pathLst>
                <a:path w="503" h="503" extrusionOk="0">
                  <a:moveTo>
                    <a:pt x="251" y="0"/>
                  </a:moveTo>
                  <a:cubicBezTo>
                    <a:pt x="115" y="0"/>
                    <a:pt x="0" y="109"/>
                    <a:pt x="0" y="251"/>
                  </a:cubicBezTo>
                  <a:cubicBezTo>
                    <a:pt x="0" y="387"/>
                    <a:pt x="115" y="503"/>
                    <a:pt x="251" y="503"/>
                  </a:cubicBezTo>
                  <a:cubicBezTo>
                    <a:pt x="387" y="503"/>
                    <a:pt x="502" y="387"/>
                    <a:pt x="502" y="251"/>
                  </a:cubicBezTo>
                  <a:cubicBezTo>
                    <a:pt x="502"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9" name="Google Shape;8379;p11"/>
            <p:cNvSpPr/>
            <p:nvPr/>
          </p:nvSpPr>
          <p:spPr>
            <a:xfrm>
              <a:off x="2421325" y="5422500"/>
              <a:ext cx="12550" cy="12575"/>
            </a:xfrm>
            <a:custGeom>
              <a:avLst/>
              <a:gdLst/>
              <a:ahLst/>
              <a:cxnLst/>
              <a:rect l="l" t="t" r="r" b="b"/>
              <a:pathLst>
                <a:path w="502" h="503" extrusionOk="0">
                  <a:moveTo>
                    <a:pt x="250" y="0"/>
                  </a:moveTo>
                  <a:cubicBezTo>
                    <a:pt x="114" y="0"/>
                    <a:pt x="1" y="109"/>
                    <a:pt x="1" y="251"/>
                  </a:cubicBezTo>
                  <a:cubicBezTo>
                    <a:pt x="1" y="387"/>
                    <a:pt x="114" y="503"/>
                    <a:pt x="250" y="503"/>
                  </a:cubicBezTo>
                  <a:cubicBezTo>
                    <a:pt x="395" y="503"/>
                    <a:pt x="501" y="387"/>
                    <a:pt x="501" y="251"/>
                  </a:cubicBezTo>
                  <a:cubicBezTo>
                    <a:pt x="501" y="109"/>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11"/>
            <p:cNvSpPr/>
            <p:nvPr/>
          </p:nvSpPr>
          <p:spPr>
            <a:xfrm>
              <a:off x="2513250" y="5422500"/>
              <a:ext cx="12575" cy="12575"/>
            </a:xfrm>
            <a:custGeom>
              <a:avLst/>
              <a:gdLst/>
              <a:ahLst/>
              <a:cxnLst/>
              <a:rect l="l" t="t" r="r" b="b"/>
              <a:pathLst>
                <a:path w="503" h="503" extrusionOk="0">
                  <a:moveTo>
                    <a:pt x="252" y="0"/>
                  </a:moveTo>
                  <a:cubicBezTo>
                    <a:pt x="109" y="0"/>
                    <a:pt x="0" y="109"/>
                    <a:pt x="0" y="251"/>
                  </a:cubicBezTo>
                  <a:cubicBezTo>
                    <a:pt x="0" y="387"/>
                    <a:pt x="109" y="503"/>
                    <a:pt x="252" y="503"/>
                  </a:cubicBezTo>
                  <a:cubicBezTo>
                    <a:pt x="388" y="503"/>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11"/>
            <p:cNvSpPr/>
            <p:nvPr/>
          </p:nvSpPr>
          <p:spPr>
            <a:xfrm>
              <a:off x="2605000" y="5422500"/>
              <a:ext cx="12575" cy="12575"/>
            </a:xfrm>
            <a:custGeom>
              <a:avLst/>
              <a:gdLst/>
              <a:ahLst/>
              <a:cxnLst/>
              <a:rect l="l" t="t" r="r" b="b"/>
              <a:pathLst>
                <a:path w="503" h="503" extrusionOk="0">
                  <a:moveTo>
                    <a:pt x="252" y="0"/>
                  </a:moveTo>
                  <a:cubicBezTo>
                    <a:pt x="116" y="0"/>
                    <a:pt x="0" y="109"/>
                    <a:pt x="0" y="251"/>
                  </a:cubicBezTo>
                  <a:cubicBezTo>
                    <a:pt x="0" y="387"/>
                    <a:pt x="116" y="503"/>
                    <a:pt x="252" y="503"/>
                  </a:cubicBezTo>
                  <a:cubicBezTo>
                    <a:pt x="387" y="503"/>
                    <a:pt x="503" y="387"/>
                    <a:pt x="503" y="251"/>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11"/>
            <p:cNvSpPr/>
            <p:nvPr/>
          </p:nvSpPr>
          <p:spPr>
            <a:xfrm>
              <a:off x="2696950" y="5422500"/>
              <a:ext cx="12375" cy="12575"/>
            </a:xfrm>
            <a:custGeom>
              <a:avLst/>
              <a:gdLst/>
              <a:ahLst/>
              <a:cxnLst/>
              <a:rect l="l" t="t" r="r" b="b"/>
              <a:pathLst>
                <a:path w="495" h="503" extrusionOk="0">
                  <a:moveTo>
                    <a:pt x="252" y="0"/>
                  </a:moveTo>
                  <a:cubicBezTo>
                    <a:pt x="108" y="0"/>
                    <a:pt x="1" y="109"/>
                    <a:pt x="1" y="251"/>
                  </a:cubicBezTo>
                  <a:cubicBezTo>
                    <a:pt x="1" y="387"/>
                    <a:pt x="108" y="503"/>
                    <a:pt x="252" y="503"/>
                  </a:cubicBezTo>
                  <a:cubicBezTo>
                    <a:pt x="388" y="503"/>
                    <a:pt x="495" y="387"/>
                    <a:pt x="495" y="251"/>
                  </a:cubicBezTo>
                  <a:cubicBezTo>
                    <a:pt x="495"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11"/>
            <p:cNvSpPr/>
            <p:nvPr/>
          </p:nvSpPr>
          <p:spPr>
            <a:xfrm>
              <a:off x="2788700" y="5422500"/>
              <a:ext cx="12600" cy="12575"/>
            </a:xfrm>
            <a:custGeom>
              <a:avLst/>
              <a:gdLst/>
              <a:ahLst/>
              <a:cxnLst/>
              <a:rect l="l" t="t" r="r" b="b"/>
              <a:pathLst>
                <a:path w="504" h="503" extrusionOk="0">
                  <a:moveTo>
                    <a:pt x="252" y="0"/>
                  </a:moveTo>
                  <a:cubicBezTo>
                    <a:pt x="116" y="0"/>
                    <a:pt x="1" y="109"/>
                    <a:pt x="1" y="251"/>
                  </a:cubicBezTo>
                  <a:cubicBezTo>
                    <a:pt x="1" y="387"/>
                    <a:pt x="116" y="503"/>
                    <a:pt x="252" y="503"/>
                  </a:cubicBezTo>
                  <a:cubicBezTo>
                    <a:pt x="388" y="503"/>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11"/>
            <p:cNvSpPr/>
            <p:nvPr/>
          </p:nvSpPr>
          <p:spPr>
            <a:xfrm>
              <a:off x="2880675" y="5422500"/>
              <a:ext cx="12375" cy="12575"/>
            </a:xfrm>
            <a:custGeom>
              <a:avLst/>
              <a:gdLst/>
              <a:ahLst/>
              <a:cxnLst/>
              <a:rect l="l" t="t" r="r" b="b"/>
              <a:pathLst>
                <a:path w="495" h="503" extrusionOk="0">
                  <a:moveTo>
                    <a:pt x="243" y="0"/>
                  </a:moveTo>
                  <a:cubicBezTo>
                    <a:pt x="107" y="0"/>
                    <a:pt x="0" y="109"/>
                    <a:pt x="0" y="251"/>
                  </a:cubicBezTo>
                  <a:cubicBezTo>
                    <a:pt x="0" y="387"/>
                    <a:pt x="107" y="503"/>
                    <a:pt x="243" y="503"/>
                  </a:cubicBezTo>
                  <a:cubicBezTo>
                    <a:pt x="387" y="503"/>
                    <a:pt x="494" y="387"/>
                    <a:pt x="494" y="251"/>
                  </a:cubicBezTo>
                  <a:cubicBezTo>
                    <a:pt x="494" y="109"/>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11"/>
            <p:cNvSpPr/>
            <p:nvPr/>
          </p:nvSpPr>
          <p:spPr>
            <a:xfrm>
              <a:off x="2972425" y="5422500"/>
              <a:ext cx="12575" cy="12575"/>
            </a:xfrm>
            <a:custGeom>
              <a:avLst/>
              <a:gdLst/>
              <a:ahLst/>
              <a:cxnLst/>
              <a:rect l="l" t="t" r="r" b="b"/>
              <a:pathLst>
                <a:path w="503" h="503" extrusionOk="0">
                  <a:moveTo>
                    <a:pt x="251" y="0"/>
                  </a:moveTo>
                  <a:cubicBezTo>
                    <a:pt x="115" y="0"/>
                    <a:pt x="0" y="109"/>
                    <a:pt x="0" y="251"/>
                  </a:cubicBezTo>
                  <a:cubicBezTo>
                    <a:pt x="0" y="387"/>
                    <a:pt x="115" y="503"/>
                    <a:pt x="251" y="503"/>
                  </a:cubicBezTo>
                  <a:cubicBezTo>
                    <a:pt x="387" y="503"/>
                    <a:pt x="503" y="387"/>
                    <a:pt x="503" y="251"/>
                  </a:cubicBezTo>
                  <a:cubicBezTo>
                    <a:pt x="503"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11"/>
            <p:cNvSpPr/>
            <p:nvPr/>
          </p:nvSpPr>
          <p:spPr>
            <a:xfrm>
              <a:off x="3064375" y="5422500"/>
              <a:ext cx="12375" cy="12575"/>
            </a:xfrm>
            <a:custGeom>
              <a:avLst/>
              <a:gdLst/>
              <a:ahLst/>
              <a:cxnLst/>
              <a:rect l="l" t="t" r="r" b="b"/>
              <a:pathLst>
                <a:path w="495" h="503" extrusionOk="0">
                  <a:moveTo>
                    <a:pt x="243" y="0"/>
                  </a:moveTo>
                  <a:cubicBezTo>
                    <a:pt x="107" y="0"/>
                    <a:pt x="1" y="109"/>
                    <a:pt x="1" y="251"/>
                  </a:cubicBezTo>
                  <a:cubicBezTo>
                    <a:pt x="1" y="387"/>
                    <a:pt x="107" y="503"/>
                    <a:pt x="243" y="503"/>
                  </a:cubicBezTo>
                  <a:cubicBezTo>
                    <a:pt x="388" y="503"/>
                    <a:pt x="495" y="387"/>
                    <a:pt x="495" y="251"/>
                  </a:cubicBezTo>
                  <a:cubicBezTo>
                    <a:pt x="495" y="109"/>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11"/>
            <p:cNvSpPr/>
            <p:nvPr/>
          </p:nvSpPr>
          <p:spPr>
            <a:xfrm>
              <a:off x="3156125" y="5422500"/>
              <a:ext cx="12600" cy="12575"/>
            </a:xfrm>
            <a:custGeom>
              <a:avLst/>
              <a:gdLst/>
              <a:ahLst/>
              <a:cxnLst/>
              <a:rect l="l" t="t" r="r" b="b"/>
              <a:pathLst>
                <a:path w="504" h="503" extrusionOk="0">
                  <a:moveTo>
                    <a:pt x="252" y="0"/>
                  </a:moveTo>
                  <a:cubicBezTo>
                    <a:pt x="116" y="0"/>
                    <a:pt x="1" y="109"/>
                    <a:pt x="1" y="251"/>
                  </a:cubicBezTo>
                  <a:cubicBezTo>
                    <a:pt x="1" y="387"/>
                    <a:pt x="116" y="503"/>
                    <a:pt x="252" y="503"/>
                  </a:cubicBezTo>
                  <a:cubicBezTo>
                    <a:pt x="388" y="503"/>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8" name="Google Shape;8388;p11"/>
            <p:cNvSpPr/>
            <p:nvPr/>
          </p:nvSpPr>
          <p:spPr>
            <a:xfrm>
              <a:off x="3247875" y="5422500"/>
              <a:ext cx="12575" cy="12575"/>
            </a:xfrm>
            <a:custGeom>
              <a:avLst/>
              <a:gdLst/>
              <a:ahLst/>
              <a:cxnLst/>
              <a:rect l="l" t="t" r="r" b="b"/>
              <a:pathLst>
                <a:path w="503" h="503" extrusionOk="0">
                  <a:moveTo>
                    <a:pt x="252" y="0"/>
                  </a:moveTo>
                  <a:cubicBezTo>
                    <a:pt x="116" y="0"/>
                    <a:pt x="1" y="109"/>
                    <a:pt x="1" y="251"/>
                  </a:cubicBezTo>
                  <a:cubicBezTo>
                    <a:pt x="1" y="387"/>
                    <a:pt x="116" y="503"/>
                    <a:pt x="252" y="503"/>
                  </a:cubicBezTo>
                  <a:cubicBezTo>
                    <a:pt x="388" y="503"/>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11"/>
            <p:cNvSpPr/>
            <p:nvPr/>
          </p:nvSpPr>
          <p:spPr>
            <a:xfrm>
              <a:off x="3339850" y="5422500"/>
              <a:ext cx="12525" cy="12575"/>
            </a:xfrm>
            <a:custGeom>
              <a:avLst/>
              <a:gdLst/>
              <a:ahLst/>
              <a:cxnLst/>
              <a:rect l="l" t="t" r="r" b="b"/>
              <a:pathLst>
                <a:path w="501" h="503" extrusionOk="0">
                  <a:moveTo>
                    <a:pt x="251" y="0"/>
                  </a:moveTo>
                  <a:cubicBezTo>
                    <a:pt x="107" y="0"/>
                    <a:pt x="0" y="109"/>
                    <a:pt x="0" y="251"/>
                  </a:cubicBezTo>
                  <a:cubicBezTo>
                    <a:pt x="0" y="387"/>
                    <a:pt x="107" y="503"/>
                    <a:pt x="251" y="503"/>
                  </a:cubicBezTo>
                  <a:cubicBezTo>
                    <a:pt x="387" y="503"/>
                    <a:pt x="501" y="387"/>
                    <a:pt x="501" y="251"/>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11"/>
            <p:cNvSpPr/>
            <p:nvPr/>
          </p:nvSpPr>
          <p:spPr>
            <a:xfrm>
              <a:off x="3431575" y="5422500"/>
              <a:ext cx="12600" cy="12575"/>
            </a:xfrm>
            <a:custGeom>
              <a:avLst/>
              <a:gdLst/>
              <a:ahLst/>
              <a:cxnLst/>
              <a:rect l="l" t="t" r="r" b="b"/>
              <a:pathLst>
                <a:path w="504" h="503" extrusionOk="0">
                  <a:moveTo>
                    <a:pt x="252" y="0"/>
                  </a:moveTo>
                  <a:cubicBezTo>
                    <a:pt x="116" y="0"/>
                    <a:pt x="1" y="109"/>
                    <a:pt x="1" y="251"/>
                  </a:cubicBezTo>
                  <a:cubicBezTo>
                    <a:pt x="1" y="387"/>
                    <a:pt x="116" y="503"/>
                    <a:pt x="252" y="503"/>
                  </a:cubicBezTo>
                  <a:cubicBezTo>
                    <a:pt x="388" y="503"/>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1" name="Google Shape;8391;p11"/>
            <p:cNvSpPr/>
            <p:nvPr/>
          </p:nvSpPr>
          <p:spPr>
            <a:xfrm>
              <a:off x="3523550" y="5422500"/>
              <a:ext cx="12375" cy="12575"/>
            </a:xfrm>
            <a:custGeom>
              <a:avLst/>
              <a:gdLst/>
              <a:ahLst/>
              <a:cxnLst/>
              <a:rect l="l" t="t" r="r" b="b"/>
              <a:pathLst>
                <a:path w="495" h="503" extrusionOk="0">
                  <a:moveTo>
                    <a:pt x="250" y="0"/>
                  </a:moveTo>
                  <a:cubicBezTo>
                    <a:pt x="107" y="0"/>
                    <a:pt x="0" y="109"/>
                    <a:pt x="0" y="251"/>
                  </a:cubicBezTo>
                  <a:cubicBezTo>
                    <a:pt x="0" y="387"/>
                    <a:pt x="107" y="503"/>
                    <a:pt x="250" y="503"/>
                  </a:cubicBezTo>
                  <a:cubicBezTo>
                    <a:pt x="388" y="503"/>
                    <a:pt x="494" y="387"/>
                    <a:pt x="494" y="251"/>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2" name="Google Shape;8392;p11"/>
            <p:cNvSpPr/>
            <p:nvPr/>
          </p:nvSpPr>
          <p:spPr>
            <a:xfrm>
              <a:off x="635875" y="5336650"/>
              <a:ext cx="2940550" cy="1475"/>
            </a:xfrm>
            <a:custGeom>
              <a:avLst/>
              <a:gdLst/>
              <a:ahLst/>
              <a:cxnLst/>
              <a:rect l="l" t="t" r="r" b="b"/>
              <a:pathLst>
                <a:path w="117622" h="59" extrusionOk="0">
                  <a:moveTo>
                    <a:pt x="1" y="0"/>
                  </a:moveTo>
                  <a:lnTo>
                    <a:pt x="1" y="59"/>
                  </a:lnTo>
                  <a:lnTo>
                    <a:pt x="117622" y="59"/>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11"/>
            <p:cNvSpPr/>
            <p:nvPr/>
          </p:nvSpPr>
          <p:spPr>
            <a:xfrm>
              <a:off x="635875" y="5428425"/>
              <a:ext cx="2940550" cy="1450"/>
            </a:xfrm>
            <a:custGeom>
              <a:avLst/>
              <a:gdLst/>
              <a:ahLst/>
              <a:cxnLst/>
              <a:rect l="l" t="t" r="r" b="b"/>
              <a:pathLst>
                <a:path w="117622" h="58" extrusionOk="0">
                  <a:moveTo>
                    <a:pt x="1" y="1"/>
                  </a:moveTo>
                  <a:lnTo>
                    <a:pt x="1" y="57"/>
                  </a:lnTo>
                  <a:lnTo>
                    <a:pt x="117622" y="57"/>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11"/>
            <p:cNvSpPr/>
            <p:nvPr/>
          </p:nvSpPr>
          <p:spPr>
            <a:xfrm>
              <a:off x="635875" y="5244725"/>
              <a:ext cx="2940550" cy="1450"/>
            </a:xfrm>
            <a:custGeom>
              <a:avLst/>
              <a:gdLst/>
              <a:ahLst/>
              <a:cxnLst/>
              <a:rect l="l" t="t" r="r" b="b"/>
              <a:pathLst>
                <a:path w="117622" h="58"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11"/>
            <p:cNvSpPr/>
            <p:nvPr/>
          </p:nvSpPr>
          <p:spPr>
            <a:xfrm>
              <a:off x="635875" y="5152975"/>
              <a:ext cx="2940550" cy="1450"/>
            </a:xfrm>
            <a:custGeom>
              <a:avLst/>
              <a:gdLst/>
              <a:ahLst/>
              <a:cxnLst/>
              <a:rect l="l" t="t" r="r" b="b"/>
              <a:pathLst>
                <a:path w="117622" h="58"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11"/>
            <p:cNvSpPr/>
            <p:nvPr/>
          </p:nvSpPr>
          <p:spPr>
            <a:xfrm>
              <a:off x="635875" y="5061000"/>
              <a:ext cx="2940550" cy="1450"/>
            </a:xfrm>
            <a:custGeom>
              <a:avLst/>
              <a:gdLst/>
              <a:ahLst/>
              <a:cxnLst/>
              <a:rect l="l" t="t" r="r" b="b"/>
              <a:pathLst>
                <a:path w="117622" h="58" extrusionOk="0">
                  <a:moveTo>
                    <a:pt x="1" y="1"/>
                  </a:moveTo>
                  <a:lnTo>
                    <a:pt x="1" y="58"/>
                  </a:lnTo>
                  <a:lnTo>
                    <a:pt x="117622" y="58"/>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11"/>
            <p:cNvSpPr/>
            <p:nvPr/>
          </p:nvSpPr>
          <p:spPr>
            <a:xfrm>
              <a:off x="635875" y="4969250"/>
              <a:ext cx="2940550" cy="1450"/>
            </a:xfrm>
            <a:custGeom>
              <a:avLst/>
              <a:gdLst/>
              <a:ahLst/>
              <a:cxnLst/>
              <a:rect l="l" t="t" r="r" b="b"/>
              <a:pathLst>
                <a:path w="117622" h="58" extrusionOk="0">
                  <a:moveTo>
                    <a:pt x="1" y="1"/>
                  </a:moveTo>
                  <a:lnTo>
                    <a:pt x="1" y="58"/>
                  </a:lnTo>
                  <a:lnTo>
                    <a:pt x="117622" y="58"/>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11"/>
            <p:cNvSpPr/>
            <p:nvPr/>
          </p:nvSpPr>
          <p:spPr>
            <a:xfrm>
              <a:off x="635875" y="4877300"/>
              <a:ext cx="2940550" cy="1650"/>
            </a:xfrm>
            <a:custGeom>
              <a:avLst/>
              <a:gdLst/>
              <a:ahLst/>
              <a:cxnLst/>
              <a:rect l="l" t="t" r="r" b="b"/>
              <a:pathLst>
                <a:path w="117622" h="66" extrusionOk="0">
                  <a:moveTo>
                    <a:pt x="1" y="0"/>
                  </a:moveTo>
                  <a:lnTo>
                    <a:pt x="1" y="66"/>
                  </a:lnTo>
                  <a:lnTo>
                    <a:pt x="117622" y="66"/>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11"/>
            <p:cNvSpPr/>
            <p:nvPr/>
          </p:nvSpPr>
          <p:spPr>
            <a:xfrm>
              <a:off x="635875" y="4785550"/>
              <a:ext cx="2940550" cy="1450"/>
            </a:xfrm>
            <a:custGeom>
              <a:avLst/>
              <a:gdLst/>
              <a:ahLst/>
              <a:cxnLst/>
              <a:rect l="l" t="t" r="r" b="b"/>
              <a:pathLst>
                <a:path w="117622" h="58"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11"/>
            <p:cNvSpPr/>
            <p:nvPr/>
          </p:nvSpPr>
          <p:spPr>
            <a:xfrm>
              <a:off x="635875" y="4693575"/>
              <a:ext cx="2940550" cy="1675"/>
            </a:xfrm>
            <a:custGeom>
              <a:avLst/>
              <a:gdLst/>
              <a:ahLst/>
              <a:cxnLst/>
              <a:rect l="l" t="t" r="r" b="b"/>
              <a:pathLst>
                <a:path w="117622" h="67" extrusionOk="0">
                  <a:moveTo>
                    <a:pt x="1" y="1"/>
                  </a:moveTo>
                  <a:lnTo>
                    <a:pt x="1" y="66"/>
                  </a:lnTo>
                  <a:lnTo>
                    <a:pt x="117622" y="66"/>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11"/>
            <p:cNvSpPr/>
            <p:nvPr/>
          </p:nvSpPr>
          <p:spPr>
            <a:xfrm>
              <a:off x="635875" y="4601850"/>
              <a:ext cx="2940550" cy="1425"/>
            </a:xfrm>
            <a:custGeom>
              <a:avLst/>
              <a:gdLst/>
              <a:ahLst/>
              <a:cxnLst/>
              <a:rect l="l" t="t" r="r" b="b"/>
              <a:pathLst>
                <a:path w="117622" h="57"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11"/>
            <p:cNvSpPr/>
            <p:nvPr/>
          </p:nvSpPr>
          <p:spPr>
            <a:xfrm>
              <a:off x="635875" y="4510100"/>
              <a:ext cx="2940550" cy="1425"/>
            </a:xfrm>
            <a:custGeom>
              <a:avLst/>
              <a:gdLst/>
              <a:ahLst/>
              <a:cxnLst/>
              <a:rect l="l" t="t" r="r" b="b"/>
              <a:pathLst>
                <a:path w="117622" h="57"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3" name="Google Shape;8403;p11"/>
            <p:cNvSpPr/>
            <p:nvPr/>
          </p:nvSpPr>
          <p:spPr>
            <a:xfrm>
              <a:off x="635875" y="4418125"/>
              <a:ext cx="2940550" cy="1500"/>
            </a:xfrm>
            <a:custGeom>
              <a:avLst/>
              <a:gdLst/>
              <a:ahLst/>
              <a:cxnLst/>
              <a:rect l="l" t="t" r="r" b="b"/>
              <a:pathLst>
                <a:path w="117622" h="60" extrusionOk="0">
                  <a:moveTo>
                    <a:pt x="1" y="1"/>
                  </a:moveTo>
                  <a:lnTo>
                    <a:pt x="1" y="59"/>
                  </a:lnTo>
                  <a:lnTo>
                    <a:pt x="117622" y="59"/>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4" name="Google Shape;8404;p11"/>
            <p:cNvSpPr/>
            <p:nvPr/>
          </p:nvSpPr>
          <p:spPr>
            <a:xfrm>
              <a:off x="635875" y="4326375"/>
              <a:ext cx="2940550" cy="1450"/>
            </a:xfrm>
            <a:custGeom>
              <a:avLst/>
              <a:gdLst/>
              <a:ahLst/>
              <a:cxnLst/>
              <a:rect l="l" t="t" r="r" b="b"/>
              <a:pathLst>
                <a:path w="117622" h="58" extrusionOk="0">
                  <a:moveTo>
                    <a:pt x="1" y="1"/>
                  </a:moveTo>
                  <a:lnTo>
                    <a:pt x="1" y="57"/>
                  </a:lnTo>
                  <a:lnTo>
                    <a:pt x="117622" y="57"/>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11"/>
            <p:cNvSpPr/>
            <p:nvPr/>
          </p:nvSpPr>
          <p:spPr>
            <a:xfrm>
              <a:off x="635875" y="4234425"/>
              <a:ext cx="2940550" cy="1475"/>
            </a:xfrm>
            <a:custGeom>
              <a:avLst/>
              <a:gdLst/>
              <a:ahLst/>
              <a:cxnLst/>
              <a:rect l="l" t="t" r="r" b="b"/>
              <a:pathLst>
                <a:path w="117622" h="59" extrusionOk="0">
                  <a:moveTo>
                    <a:pt x="1" y="0"/>
                  </a:moveTo>
                  <a:lnTo>
                    <a:pt x="1" y="59"/>
                  </a:lnTo>
                  <a:lnTo>
                    <a:pt x="117622" y="59"/>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11"/>
            <p:cNvSpPr/>
            <p:nvPr/>
          </p:nvSpPr>
          <p:spPr>
            <a:xfrm>
              <a:off x="635875" y="4142675"/>
              <a:ext cx="2940550" cy="1425"/>
            </a:xfrm>
            <a:custGeom>
              <a:avLst/>
              <a:gdLst/>
              <a:ahLst/>
              <a:cxnLst/>
              <a:rect l="l" t="t" r="r" b="b"/>
              <a:pathLst>
                <a:path w="117622" h="57"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11"/>
            <p:cNvSpPr/>
            <p:nvPr/>
          </p:nvSpPr>
          <p:spPr>
            <a:xfrm>
              <a:off x="635875" y="4050750"/>
              <a:ext cx="2940550" cy="1625"/>
            </a:xfrm>
            <a:custGeom>
              <a:avLst/>
              <a:gdLst/>
              <a:ahLst/>
              <a:cxnLst/>
              <a:rect l="l" t="t" r="r" b="b"/>
              <a:pathLst>
                <a:path w="117622" h="65" extrusionOk="0">
                  <a:moveTo>
                    <a:pt x="1" y="0"/>
                  </a:moveTo>
                  <a:lnTo>
                    <a:pt x="1" y="64"/>
                  </a:lnTo>
                  <a:lnTo>
                    <a:pt x="117622" y="64"/>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11"/>
            <p:cNvSpPr/>
            <p:nvPr/>
          </p:nvSpPr>
          <p:spPr>
            <a:xfrm>
              <a:off x="635875" y="3958950"/>
              <a:ext cx="2940550" cy="1500"/>
            </a:xfrm>
            <a:custGeom>
              <a:avLst/>
              <a:gdLst/>
              <a:ahLst/>
              <a:cxnLst/>
              <a:rect l="l" t="t" r="r" b="b"/>
              <a:pathLst>
                <a:path w="117622" h="60" extrusionOk="0">
                  <a:moveTo>
                    <a:pt x="1" y="1"/>
                  </a:moveTo>
                  <a:lnTo>
                    <a:pt x="1" y="59"/>
                  </a:lnTo>
                  <a:lnTo>
                    <a:pt x="117622" y="59"/>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9" name="Google Shape;8409;p11"/>
            <p:cNvSpPr/>
            <p:nvPr/>
          </p:nvSpPr>
          <p:spPr>
            <a:xfrm>
              <a:off x="635875" y="3867025"/>
              <a:ext cx="2940550" cy="1625"/>
            </a:xfrm>
            <a:custGeom>
              <a:avLst/>
              <a:gdLst/>
              <a:ahLst/>
              <a:cxnLst/>
              <a:rect l="l" t="t" r="r" b="b"/>
              <a:pathLst>
                <a:path w="117622" h="65" extrusionOk="0">
                  <a:moveTo>
                    <a:pt x="1" y="1"/>
                  </a:moveTo>
                  <a:lnTo>
                    <a:pt x="1" y="65"/>
                  </a:lnTo>
                  <a:lnTo>
                    <a:pt x="117622" y="65"/>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0" name="Google Shape;8410;p11"/>
            <p:cNvSpPr/>
            <p:nvPr/>
          </p:nvSpPr>
          <p:spPr>
            <a:xfrm>
              <a:off x="635875" y="3775250"/>
              <a:ext cx="2940550" cy="1475"/>
            </a:xfrm>
            <a:custGeom>
              <a:avLst/>
              <a:gdLst/>
              <a:ahLst/>
              <a:cxnLst/>
              <a:rect l="l" t="t" r="r" b="b"/>
              <a:pathLst>
                <a:path w="117622" h="59" extrusionOk="0">
                  <a:moveTo>
                    <a:pt x="1" y="0"/>
                  </a:moveTo>
                  <a:lnTo>
                    <a:pt x="1" y="59"/>
                  </a:lnTo>
                  <a:lnTo>
                    <a:pt x="117622" y="59"/>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11"/>
            <p:cNvSpPr/>
            <p:nvPr/>
          </p:nvSpPr>
          <p:spPr>
            <a:xfrm>
              <a:off x="635875" y="3683500"/>
              <a:ext cx="2940550" cy="1450"/>
            </a:xfrm>
            <a:custGeom>
              <a:avLst/>
              <a:gdLst/>
              <a:ahLst/>
              <a:cxnLst/>
              <a:rect l="l" t="t" r="r" b="b"/>
              <a:pathLst>
                <a:path w="117622" h="58"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11"/>
            <p:cNvSpPr/>
            <p:nvPr/>
          </p:nvSpPr>
          <p:spPr>
            <a:xfrm>
              <a:off x="635875" y="3591575"/>
              <a:ext cx="2940550" cy="1450"/>
            </a:xfrm>
            <a:custGeom>
              <a:avLst/>
              <a:gdLst/>
              <a:ahLst/>
              <a:cxnLst/>
              <a:rect l="l" t="t" r="r" b="b"/>
              <a:pathLst>
                <a:path w="117622" h="58" extrusionOk="0">
                  <a:moveTo>
                    <a:pt x="1" y="1"/>
                  </a:moveTo>
                  <a:lnTo>
                    <a:pt x="1" y="57"/>
                  </a:lnTo>
                  <a:lnTo>
                    <a:pt x="117622" y="57"/>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11"/>
            <p:cNvSpPr/>
            <p:nvPr/>
          </p:nvSpPr>
          <p:spPr>
            <a:xfrm>
              <a:off x="635875" y="3499800"/>
              <a:ext cx="2940550" cy="1475"/>
            </a:xfrm>
            <a:custGeom>
              <a:avLst/>
              <a:gdLst/>
              <a:ahLst/>
              <a:cxnLst/>
              <a:rect l="l" t="t" r="r" b="b"/>
              <a:pathLst>
                <a:path w="117622" h="59" extrusionOk="0">
                  <a:moveTo>
                    <a:pt x="1" y="0"/>
                  </a:moveTo>
                  <a:lnTo>
                    <a:pt x="1" y="59"/>
                  </a:lnTo>
                  <a:lnTo>
                    <a:pt x="117622" y="59"/>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11"/>
            <p:cNvSpPr/>
            <p:nvPr/>
          </p:nvSpPr>
          <p:spPr>
            <a:xfrm>
              <a:off x="635875" y="3407875"/>
              <a:ext cx="2940550" cy="1425"/>
            </a:xfrm>
            <a:custGeom>
              <a:avLst/>
              <a:gdLst/>
              <a:ahLst/>
              <a:cxnLst/>
              <a:rect l="l" t="t" r="r" b="b"/>
              <a:pathLst>
                <a:path w="117622" h="57"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5" name="Google Shape;8415;p11"/>
            <p:cNvSpPr/>
            <p:nvPr/>
          </p:nvSpPr>
          <p:spPr>
            <a:xfrm>
              <a:off x="635875" y="3316075"/>
              <a:ext cx="2940550" cy="1500"/>
            </a:xfrm>
            <a:custGeom>
              <a:avLst/>
              <a:gdLst/>
              <a:ahLst/>
              <a:cxnLst/>
              <a:rect l="l" t="t" r="r" b="b"/>
              <a:pathLst>
                <a:path w="117622" h="60" extrusionOk="0">
                  <a:moveTo>
                    <a:pt x="1" y="1"/>
                  </a:moveTo>
                  <a:lnTo>
                    <a:pt x="1" y="59"/>
                  </a:lnTo>
                  <a:lnTo>
                    <a:pt x="117622" y="59"/>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6" name="Google Shape;8416;p11"/>
            <p:cNvSpPr/>
            <p:nvPr/>
          </p:nvSpPr>
          <p:spPr>
            <a:xfrm>
              <a:off x="635875" y="3224150"/>
              <a:ext cx="2940550" cy="1625"/>
            </a:xfrm>
            <a:custGeom>
              <a:avLst/>
              <a:gdLst/>
              <a:ahLst/>
              <a:cxnLst/>
              <a:rect l="l" t="t" r="r" b="b"/>
              <a:pathLst>
                <a:path w="117622" h="65" extrusionOk="0">
                  <a:moveTo>
                    <a:pt x="1" y="1"/>
                  </a:moveTo>
                  <a:lnTo>
                    <a:pt x="1" y="64"/>
                  </a:lnTo>
                  <a:lnTo>
                    <a:pt x="117622" y="64"/>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11"/>
            <p:cNvSpPr/>
            <p:nvPr/>
          </p:nvSpPr>
          <p:spPr>
            <a:xfrm>
              <a:off x="635875" y="3132400"/>
              <a:ext cx="2940550" cy="1450"/>
            </a:xfrm>
            <a:custGeom>
              <a:avLst/>
              <a:gdLst/>
              <a:ahLst/>
              <a:cxnLst/>
              <a:rect l="l" t="t" r="r" b="b"/>
              <a:pathLst>
                <a:path w="117622" h="58" extrusionOk="0">
                  <a:moveTo>
                    <a:pt x="1" y="1"/>
                  </a:moveTo>
                  <a:lnTo>
                    <a:pt x="1" y="58"/>
                  </a:lnTo>
                  <a:lnTo>
                    <a:pt x="117622" y="58"/>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11"/>
            <p:cNvSpPr/>
            <p:nvPr/>
          </p:nvSpPr>
          <p:spPr>
            <a:xfrm>
              <a:off x="635875" y="3040450"/>
              <a:ext cx="2940550" cy="1650"/>
            </a:xfrm>
            <a:custGeom>
              <a:avLst/>
              <a:gdLst/>
              <a:ahLst/>
              <a:cxnLst/>
              <a:rect l="l" t="t" r="r" b="b"/>
              <a:pathLst>
                <a:path w="117622" h="66" extrusionOk="0">
                  <a:moveTo>
                    <a:pt x="1" y="0"/>
                  </a:moveTo>
                  <a:lnTo>
                    <a:pt x="1" y="66"/>
                  </a:lnTo>
                  <a:lnTo>
                    <a:pt x="117622" y="66"/>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11"/>
            <p:cNvSpPr/>
            <p:nvPr/>
          </p:nvSpPr>
          <p:spPr>
            <a:xfrm>
              <a:off x="635875" y="2948700"/>
              <a:ext cx="2940550" cy="1450"/>
            </a:xfrm>
            <a:custGeom>
              <a:avLst/>
              <a:gdLst/>
              <a:ahLst/>
              <a:cxnLst/>
              <a:rect l="l" t="t" r="r" b="b"/>
              <a:pathLst>
                <a:path w="117622" h="58"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11"/>
            <p:cNvSpPr/>
            <p:nvPr/>
          </p:nvSpPr>
          <p:spPr>
            <a:xfrm>
              <a:off x="635875" y="2856900"/>
              <a:ext cx="2940550" cy="1500"/>
            </a:xfrm>
            <a:custGeom>
              <a:avLst/>
              <a:gdLst/>
              <a:ahLst/>
              <a:cxnLst/>
              <a:rect l="l" t="t" r="r" b="b"/>
              <a:pathLst>
                <a:path w="117622" h="60" extrusionOk="0">
                  <a:moveTo>
                    <a:pt x="1" y="1"/>
                  </a:moveTo>
                  <a:lnTo>
                    <a:pt x="1" y="59"/>
                  </a:lnTo>
                  <a:lnTo>
                    <a:pt x="117622" y="59"/>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11"/>
            <p:cNvSpPr/>
            <p:nvPr/>
          </p:nvSpPr>
          <p:spPr>
            <a:xfrm>
              <a:off x="635875" y="2764975"/>
              <a:ext cx="2940550" cy="1450"/>
            </a:xfrm>
            <a:custGeom>
              <a:avLst/>
              <a:gdLst/>
              <a:ahLst/>
              <a:cxnLst/>
              <a:rect l="l" t="t" r="r" b="b"/>
              <a:pathLst>
                <a:path w="117622" h="58" extrusionOk="0">
                  <a:moveTo>
                    <a:pt x="1" y="1"/>
                  </a:moveTo>
                  <a:lnTo>
                    <a:pt x="1" y="58"/>
                  </a:lnTo>
                  <a:lnTo>
                    <a:pt x="117622" y="58"/>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2" name="Google Shape;8422;p11"/>
            <p:cNvSpPr/>
            <p:nvPr/>
          </p:nvSpPr>
          <p:spPr>
            <a:xfrm>
              <a:off x="635875" y="2673250"/>
              <a:ext cx="2940550" cy="1425"/>
            </a:xfrm>
            <a:custGeom>
              <a:avLst/>
              <a:gdLst/>
              <a:ahLst/>
              <a:cxnLst/>
              <a:rect l="l" t="t" r="r" b="b"/>
              <a:pathLst>
                <a:path w="117622" h="57"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3" name="Google Shape;8423;p11"/>
            <p:cNvSpPr/>
            <p:nvPr/>
          </p:nvSpPr>
          <p:spPr>
            <a:xfrm>
              <a:off x="635875" y="2581275"/>
              <a:ext cx="2940550" cy="1450"/>
            </a:xfrm>
            <a:custGeom>
              <a:avLst/>
              <a:gdLst/>
              <a:ahLst/>
              <a:cxnLst/>
              <a:rect l="l" t="t" r="r" b="b"/>
              <a:pathLst>
                <a:path w="117622" h="58" extrusionOk="0">
                  <a:moveTo>
                    <a:pt x="1" y="1"/>
                  </a:moveTo>
                  <a:lnTo>
                    <a:pt x="1" y="57"/>
                  </a:lnTo>
                  <a:lnTo>
                    <a:pt x="117622" y="57"/>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4" name="Google Shape;8424;p11"/>
            <p:cNvSpPr/>
            <p:nvPr/>
          </p:nvSpPr>
          <p:spPr>
            <a:xfrm>
              <a:off x="635875" y="2489525"/>
              <a:ext cx="2940550" cy="1450"/>
            </a:xfrm>
            <a:custGeom>
              <a:avLst/>
              <a:gdLst/>
              <a:ahLst/>
              <a:cxnLst/>
              <a:rect l="l" t="t" r="r" b="b"/>
              <a:pathLst>
                <a:path w="117622" h="58" extrusionOk="0">
                  <a:moveTo>
                    <a:pt x="1" y="1"/>
                  </a:moveTo>
                  <a:lnTo>
                    <a:pt x="1" y="57"/>
                  </a:lnTo>
                  <a:lnTo>
                    <a:pt x="117622" y="57"/>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11"/>
            <p:cNvSpPr/>
            <p:nvPr/>
          </p:nvSpPr>
          <p:spPr>
            <a:xfrm>
              <a:off x="635875" y="2397575"/>
              <a:ext cx="2940550" cy="1650"/>
            </a:xfrm>
            <a:custGeom>
              <a:avLst/>
              <a:gdLst/>
              <a:ahLst/>
              <a:cxnLst/>
              <a:rect l="l" t="t" r="r" b="b"/>
              <a:pathLst>
                <a:path w="117622" h="66" extrusionOk="0">
                  <a:moveTo>
                    <a:pt x="1" y="0"/>
                  </a:moveTo>
                  <a:lnTo>
                    <a:pt x="1" y="65"/>
                  </a:lnTo>
                  <a:lnTo>
                    <a:pt x="117622" y="65"/>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6" name="Google Shape;8426;p11"/>
            <p:cNvSpPr/>
            <p:nvPr/>
          </p:nvSpPr>
          <p:spPr>
            <a:xfrm>
              <a:off x="635875" y="2305825"/>
              <a:ext cx="2940550" cy="1425"/>
            </a:xfrm>
            <a:custGeom>
              <a:avLst/>
              <a:gdLst/>
              <a:ahLst/>
              <a:cxnLst/>
              <a:rect l="l" t="t" r="r" b="b"/>
              <a:pathLst>
                <a:path w="117622" h="57"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7" name="Google Shape;8427;p11"/>
            <p:cNvSpPr/>
            <p:nvPr/>
          </p:nvSpPr>
          <p:spPr>
            <a:xfrm>
              <a:off x="635875" y="2213850"/>
              <a:ext cx="2940550" cy="1675"/>
            </a:xfrm>
            <a:custGeom>
              <a:avLst/>
              <a:gdLst/>
              <a:ahLst/>
              <a:cxnLst/>
              <a:rect l="l" t="t" r="r" b="b"/>
              <a:pathLst>
                <a:path w="117622" h="67" extrusionOk="0">
                  <a:moveTo>
                    <a:pt x="1" y="1"/>
                  </a:moveTo>
                  <a:lnTo>
                    <a:pt x="1" y="66"/>
                  </a:lnTo>
                  <a:lnTo>
                    <a:pt x="117622" y="66"/>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11"/>
            <p:cNvSpPr/>
            <p:nvPr/>
          </p:nvSpPr>
          <p:spPr>
            <a:xfrm>
              <a:off x="635875" y="2122100"/>
              <a:ext cx="2940550" cy="1450"/>
            </a:xfrm>
            <a:custGeom>
              <a:avLst/>
              <a:gdLst/>
              <a:ahLst/>
              <a:cxnLst/>
              <a:rect l="l" t="t" r="r" b="b"/>
              <a:pathLst>
                <a:path w="117622" h="58" extrusionOk="0">
                  <a:moveTo>
                    <a:pt x="1" y="1"/>
                  </a:moveTo>
                  <a:lnTo>
                    <a:pt x="1" y="58"/>
                  </a:lnTo>
                  <a:lnTo>
                    <a:pt x="117622" y="58"/>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9" name="Google Shape;8429;p11"/>
            <p:cNvSpPr/>
            <p:nvPr/>
          </p:nvSpPr>
          <p:spPr>
            <a:xfrm>
              <a:off x="635875" y="2030350"/>
              <a:ext cx="2940550" cy="1450"/>
            </a:xfrm>
            <a:custGeom>
              <a:avLst/>
              <a:gdLst/>
              <a:ahLst/>
              <a:cxnLst/>
              <a:rect l="l" t="t" r="r" b="b"/>
              <a:pathLst>
                <a:path w="117622" h="58" extrusionOk="0">
                  <a:moveTo>
                    <a:pt x="1" y="1"/>
                  </a:moveTo>
                  <a:lnTo>
                    <a:pt x="1" y="58"/>
                  </a:lnTo>
                  <a:lnTo>
                    <a:pt x="117622" y="58"/>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11"/>
            <p:cNvSpPr/>
            <p:nvPr/>
          </p:nvSpPr>
          <p:spPr>
            <a:xfrm>
              <a:off x="635875" y="1938400"/>
              <a:ext cx="2940550" cy="1475"/>
            </a:xfrm>
            <a:custGeom>
              <a:avLst/>
              <a:gdLst/>
              <a:ahLst/>
              <a:cxnLst/>
              <a:rect l="l" t="t" r="r" b="b"/>
              <a:pathLst>
                <a:path w="117622" h="59" extrusionOk="0">
                  <a:moveTo>
                    <a:pt x="1" y="0"/>
                  </a:moveTo>
                  <a:lnTo>
                    <a:pt x="1" y="59"/>
                  </a:lnTo>
                  <a:lnTo>
                    <a:pt x="117622" y="59"/>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11"/>
            <p:cNvSpPr/>
            <p:nvPr/>
          </p:nvSpPr>
          <p:spPr>
            <a:xfrm>
              <a:off x="635875" y="1846650"/>
              <a:ext cx="2940550" cy="1450"/>
            </a:xfrm>
            <a:custGeom>
              <a:avLst/>
              <a:gdLst/>
              <a:ahLst/>
              <a:cxnLst/>
              <a:rect l="l" t="t" r="r" b="b"/>
              <a:pathLst>
                <a:path w="117622" h="58"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11"/>
            <p:cNvSpPr/>
            <p:nvPr/>
          </p:nvSpPr>
          <p:spPr>
            <a:xfrm>
              <a:off x="635875" y="1754675"/>
              <a:ext cx="2940550" cy="1500"/>
            </a:xfrm>
            <a:custGeom>
              <a:avLst/>
              <a:gdLst/>
              <a:ahLst/>
              <a:cxnLst/>
              <a:rect l="l" t="t" r="r" b="b"/>
              <a:pathLst>
                <a:path w="117622" h="60" extrusionOk="0">
                  <a:moveTo>
                    <a:pt x="1" y="1"/>
                  </a:moveTo>
                  <a:lnTo>
                    <a:pt x="1" y="59"/>
                  </a:lnTo>
                  <a:lnTo>
                    <a:pt x="117622" y="59"/>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11"/>
            <p:cNvSpPr/>
            <p:nvPr/>
          </p:nvSpPr>
          <p:spPr>
            <a:xfrm>
              <a:off x="635875" y="1662925"/>
              <a:ext cx="2940550" cy="1450"/>
            </a:xfrm>
            <a:custGeom>
              <a:avLst/>
              <a:gdLst/>
              <a:ahLst/>
              <a:cxnLst/>
              <a:rect l="l" t="t" r="r" b="b"/>
              <a:pathLst>
                <a:path w="117622" h="58" extrusionOk="0">
                  <a:moveTo>
                    <a:pt x="1" y="1"/>
                  </a:moveTo>
                  <a:lnTo>
                    <a:pt x="1" y="58"/>
                  </a:lnTo>
                  <a:lnTo>
                    <a:pt x="117622" y="58"/>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11"/>
            <p:cNvSpPr/>
            <p:nvPr/>
          </p:nvSpPr>
          <p:spPr>
            <a:xfrm>
              <a:off x="635875" y="1571025"/>
              <a:ext cx="2940550" cy="1600"/>
            </a:xfrm>
            <a:custGeom>
              <a:avLst/>
              <a:gdLst/>
              <a:ahLst/>
              <a:cxnLst/>
              <a:rect l="l" t="t" r="r" b="b"/>
              <a:pathLst>
                <a:path w="117622" h="64" extrusionOk="0">
                  <a:moveTo>
                    <a:pt x="1" y="0"/>
                  </a:moveTo>
                  <a:lnTo>
                    <a:pt x="1" y="64"/>
                  </a:lnTo>
                  <a:lnTo>
                    <a:pt x="117622" y="64"/>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11"/>
            <p:cNvSpPr/>
            <p:nvPr/>
          </p:nvSpPr>
          <p:spPr>
            <a:xfrm>
              <a:off x="635875" y="1479225"/>
              <a:ext cx="2940550" cy="1500"/>
            </a:xfrm>
            <a:custGeom>
              <a:avLst/>
              <a:gdLst/>
              <a:ahLst/>
              <a:cxnLst/>
              <a:rect l="l" t="t" r="r" b="b"/>
              <a:pathLst>
                <a:path w="117622" h="60" extrusionOk="0">
                  <a:moveTo>
                    <a:pt x="1" y="1"/>
                  </a:moveTo>
                  <a:lnTo>
                    <a:pt x="1" y="59"/>
                  </a:lnTo>
                  <a:lnTo>
                    <a:pt x="117622" y="59"/>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11"/>
            <p:cNvSpPr/>
            <p:nvPr/>
          </p:nvSpPr>
          <p:spPr>
            <a:xfrm>
              <a:off x="635875" y="1387475"/>
              <a:ext cx="2940550" cy="1450"/>
            </a:xfrm>
            <a:custGeom>
              <a:avLst/>
              <a:gdLst/>
              <a:ahLst/>
              <a:cxnLst/>
              <a:rect l="l" t="t" r="r" b="b"/>
              <a:pathLst>
                <a:path w="117622" h="58" extrusionOk="0">
                  <a:moveTo>
                    <a:pt x="1" y="1"/>
                  </a:moveTo>
                  <a:lnTo>
                    <a:pt x="1" y="57"/>
                  </a:lnTo>
                  <a:lnTo>
                    <a:pt x="117622" y="57"/>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11"/>
            <p:cNvSpPr/>
            <p:nvPr/>
          </p:nvSpPr>
          <p:spPr>
            <a:xfrm>
              <a:off x="635875" y="1295525"/>
              <a:ext cx="2940550" cy="1475"/>
            </a:xfrm>
            <a:custGeom>
              <a:avLst/>
              <a:gdLst/>
              <a:ahLst/>
              <a:cxnLst/>
              <a:rect l="l" t="t" r="r" b="b"/>
              <a:pathLst>
                <a:path w="117622" h="59" extrusionOk="0">
                  <a:moveTo>
                    <a:pt x="1" y="0"/>
                  </a:moveTo>
                  <a:lnTo>
                    <a:pt x="1" y="59"/>
                  </a:lnTo>
                  <a:lnTo>
                    <a:pt x="117622" y="59"/>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8" name="Google Shape;8438;p11"/>
            <p:cNvSpPr/>
            <p:nvPr/>
          </p:nvSpPr>
          <p:spPr>
            <a:xfrm>
              <a:off x="635875" y="1203775"/>
              <a:ext cx="2940550" cy="1425"/>
            </a:xfrm>
            <a:custGeom>
              <a:avLst/>
              <a:gdLst/>
              <a:ahLst/>
              <a:cxnLst/>
              <a:rect l="l" t="t" r="r" b="b"/>
              <a:pathLst>
                <a:path w="117622" h="57"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9" name="Google Shape;8439;p11"/>
            <p:cNvSpPr/>
            <p:nvPr/>
          </p:nvSpPr>
          <p:spPr>
            <a:xfrm>
              <a:off x="635875" y="1111850"/>
              <a:ext cx="2940550" cy="1450"/>
            </a:xfrm>
            <a:custGeom>
              <a:avLst/>
              <a:gdLst/>
              <a:ahLst/>
              <a:cxnLst/>
              <a:rect l="l" t="t" r="r" b="b"/>
              <a:pathLst>
                <a:path w="117622" h="58"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0" name="Google Shape;8440;p11"/>
            <p:cNvSpPr/>
            <p:nvPr/>
          </p:nvSpPr>
          <p:spPr>
            <a:xfrm>
              <a:off x="773700" y="1065050"/>
              <a:ext cx="1475" cy="4410900"/>
            </a:xfrm>
            <a:custGeom>
              <a:avLst/>
              <a:gdLst/>
              <a:ahLst/>
              <a:cxnLst/>
              <a:rect l="l" t="t" r="r" b="b"/>
              <a:pathLst>
                <a:path w="59" h="176436" extrusionOk="0">
                  <a:moveTo>
                    <a:pt x="0" y="0"/>
                  </a:moveTo>
                  <a:lnTo>
                    <a:pt x="0" y="176435"/>
                  </a:lnTo>
                  <a:lnTo>
                    <a:pt x="59" y="176435"/>
                  </a:lnTo>
                  <a:lnTo>
                    <a:pt x="59"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1" name="Google Shape;8441;p11"/>
            <p:cNvSpPr/>
            <p:nvPr/>
          </p:nvSpPr>
          <p:spPr>
            <a:xfrm>
              <a:off x="681950" y="1065050"/>
              <a:ext cx="1450" cy="4410900"/>
            </a:xfrm>
            <a:custGeom>
              <a:avLst/>
              <a:gdLst/>
              <a:ahLst/>
              <a:cxnLst/>
              <a:rect l="l" t="t" r="r" b="b"/>
              <a:pathLst>
                <a:path w="58" h="176436" extrusionOk="0">
                  <a:moveTo>
                    <a:pt x="1" y="0"/>
                  </a:moveTo>
                  <a:lnTo>
                    <a:pt x="1"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2" name="Google Shape;8442;p11"/>
            <p:cNvSpPr/>
            <p:nvPr/>
          </p:nvSpPr>
          <p:spPr>
            <a:xfrm>
              <a:off x="865650" y="1065050"/>
              <a:ext cx="1450" cy="4410900"/>
            </a:xfrm>
            <a:custGeom>
              <a:avLst/>
              <a:gdLst/>
              <a:ahLst/>
              <a:cxnLst/>
              <a:rect l="l" t="t" r="r" b="b"/>
              <a:pathLst>
                <a:path w="58" h="176436" extrusionOk="0">
                  <a:moveTo>
                    <a:pt x="1" y="0"/>
                  </a:moveTo>
                  <a:lnTo>
                    <a:pt x="1" y="176435"/>
                  </a:lnTo>
                  <a:lnTo>
                    <a:pt x="58" y="176435"/>
                  </a:lnTo>
                  <a:lnTo>
                    <a:pt x="58"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3" name="Google Shape;8443;p11"/>
            <p:cNvSpPr/>
            <p:nvPr/>
          </p:nvSpPr>
          <p:spPr>
            <a:xfrm>
              <a:off x="957400" y="1065050"/>
              <a:ext cx="1500" cy="4410900"/>
            </a:xfrm>
            <a:custGeom>
              <a:avLst/>
              <a:gdLst/>
              <a:ahLst/>
              <a:cxnLst/>
              <a:rect l="l" t="t" r="r" b="b"/>
              <a:pathLst>
                <a:path w="60" h="176436" extrusionOk="0">
                  <a:moveTo>
                    <a:pt x="1" y="0"/>
                  </a:moveTo>
                  <a:lnTo>
                    <a:pt x="1" y="176435"/>
                  </a:lnTo>
                  <a:lnTo>
                    <a:pt x="59" y="176435"/>
                  </a:lnTo>
                  <a:lnTo>
                    <a:pt x="59"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4" name="Google Shape;8444;p11"/>
            <p:cNvSpPr/>
            <p:nvPr/>
          </p:nvSpPr>
          <p:spPr>
            <a:xfrm>
              <a:off x="1049375" y="1065050"/>
              <a:ext cx="1450" cy="4410900"/>
            </a:xfrm>
            <a:custGeom>
              <a:avLst/>
              <a:gdLst/>
              <a:ahLst/>
              <a:cxnLst/>
              <a:rect l="l" t="t" r="r" b="b"/>
              <a:pathLst>
                <a:path w="58" h="176436" extrusionOk="0">
                  <a:moveTo>
                    <a:pt x="0" y="0"/>
                  </a:moveTo>
                  <a:lnTo>
                    <a:pt x="0"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11"/>
            <p:cNvSpPr/>
            <p:nvPr/>
          </p:nvSpPr>
          <p:spPr>
            <a:xfrm>
              <a:off x="1141125" y="1065050"/>
              <a:ext cx="1450" cy="4410900"/>
            </a:xfrm>
            <a:custGeom>
              <a:avLst/>
              <a:gdLst/>
              <a:ahLst/>
              <a:cxnLst/>
              <a:rect l="l" t="t" r="r" b="b"/>
              <a:pathLst>
                <a:path w="58" h="176436" extrusionOk="0">
                  <a:moveTo>
                    <a:pt x="0" y="0"/>
                  </a:moveTo>
                  <a:lnTo>
                    <a:pt x="0"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6" name="Google Shape;8446;p11"/>
            <p:cNvSpPr/>
            <p:nvPr/>
          </p:nvSpPr>
          <p:spPr>
            <a:xfrm>
              <a:off x="1232875" y="1065050"/>
              <a:ext cx="1650" cy="4410900"/>
            </a:xfrm>
            <a:custGeom>
              <a:avLst/>
              <a:gdLst/>
              <a:ahLst/>
              <a:cxnLst/>
              <a:rect l="l" t="t" r="r" b="b"/>
              <a:pathLst>
                <a:path w="66" h="176436" extrusionOk="0">
                  <a:moveTo>
                    <a:pt x="0" y="0"/>
                  </a:moveTo>
                  <a:lnTo>
                    <a:pt x="0" y="176435"/>
                  </a:lnTo>
                  <a:lnTo>
                    <a:pt x="66" y="176435"/>
                  </a:lnTo>
                  <a:lnTo>
                    <a:pt x="66"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7" name="Google Shape;8447;p11"/>
            <p:cNvSpPr/>
            <p:nvPr/>
          </p:nvSpPr>
          <p:spPr>
            <a:xfrm>
              <a:off x="1324825" y="1065050"/>
              <a:ext cx="1450" cy="4410900"/>
            </a:xfrm>
            <a:custGeom>
              <a:avLst/>
              <a:gdLst/>
              <a:ahLst/>
              <a:cxnLst/>
              <a:rect l="l" t="t" r="r" b="b"/>
              <a:pathLst>
                <a:path w="58" h="176436" extrusionOk="0">
                  <a:moveTo>
                    <a:pt x="1" y="0"/>
                  </a:moveTo>
                  <a:lnTo>
                    <a:pt x="1" y="176435"/>
                  </a:lnTo>
                  <a:lnTo>
                    <a:pt x="58" y="176435"/>
                  </a:lnTo>
                  <a:lnTo>
                    <a:pt x="58"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8" name="Google Shape;8448;p11"/>
            <p:cNvSpPr/>
            <p:nvPr/>
          </p:nvSpPr>
          <p:spPr>
            <a:xfrm>
              <a:off x="1416575" y="1065050"/>
              <a:ext cx="1500" cy="4410900"/>
            </a:xfrm>
            <a:custGeom>
              <a:avLst/>
              <a:gdLst/>
              <a:ahLst/>
              <a:cxnLst/>
              <a:rect l="l" t="t" r="r" b="b"/>
              <a:pathLst>
                <a:path w="60" h="176436" extrusionOk="0">
                  <a:moveTo>
                    <a:pt x="1" y="0"/>
                  </a:moveTo>
                  <a:lnTo>
                    <a:pt x="1" y="176435"/>
                  </a:lnTo>
                  <a:lnTo>
                    <a:pt x="59" y="176435"/>
                  </a:lnTo>
                  <a:lnTo>
                    <a:pt x="59"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9" name="Google Shape;8449;p11"/>
            <p:cNvSpPr/>
            <p:nvPr/>
          </p:nvSpPr>
          <p:spPr>
            <a:xfrm>
              <a:off x="1508550" y="1065050"/>
              <a:ext cx="1425" cy="4410900"/>
            </a:xfrm>
            <a:custGeom>
              <a:avLst/>
              <a:gdLst/>
              <a:ahLst/>
              <a:cxnLst/>
              <a:rect l="l" t="t" r="r" b="b"/>
              <a:pathLst>
                <a:path w="57" h="176436" extrusionOk="0">
                  <a:moveTo>
                    <a:pt x="0" y="0"/>
                  </a:moveTo>
                  <a:lnTo>
                    <a:pt x="0"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0" name="Google Shape;8450;p11"/>
            <p:cNvSpPr/>
            <p:nvPr/>
          </p:nvSpPr>
          <p:spPr>
            <a:xfrm>
              <a:off x="1600300" y="1065050"/>
              <a:ext cx="1425" cy="4410900"/>
            </a:xfrm>
            <a:custGeom>
              <a:avLst/>
              <a:gdLst/>
              <a:ahLst/>
              <a:cxnLst/>
              <a:rect l="l" t="t" r="r" b="b"/>
              <a:pathLst>
                <a:path w="57" h="176436" extrusionOk="0">
                  <a:moveTo>
                    <a:pt x="0" y="0"/>
                  </a:moveTo>
                  <a:lnTo>
                    <a:pt x="0"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1" name="Google Shape;8451;p11"/>
            <p:cNvSpPr/>
            <p:nvPr/>
          </p:nvSpPr>
          <p:spPr>
            <a:xfrm>
              <a:off x="1692250" y="1065050"/>
              <a:ext cx="1450" cy="4410900"/>
            </a:xfrm>
            <a:custGeom>
              <a:avLst/>
              <a:gdLst/>
              <a:ahLst/>
              <a:cxnLst/>
              <a:rect l="l" t="t" r="r" b="b"/>
              <a:pathLst>
                <a:path w="58" h="176436" extrusionOk="0">
                  <a:moveTo>
                    <a:pt x="1" y="0"/>
                  </a:moveTo>
                  <a:lnTo>
                    <a:pt x="1"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2" name="Google Shape;8452;p11"/>
            <p:cNvSpPr/>
            <p:nvPr/>
          </p:nvSpPr>
          <p:spPr>
            <a:xfrm>
              <a:off x="1784000" y="1065050"/>
              <a:ext cx="1450" cy="4410900"/>
            </a:xfrm>
            <a:custGeom>
              <a:avLst/>
              <a:gdLst/>
              <a:ahLst/>
              <a:cxnLst/>
              <a:rect l="l" t="t" r="r" b="b"/>
              <a:pathLst>
                <a:path w="58" h="176436" extrusionOk="0">
                  <a:moveTo>
                    <a:pt x="0" y="0"/>
                  </a:moveTo>
                  <a:lnTo>
                    <a:pt x="0"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3" name="Google Shape;8453;p11"/>
            <p:cNvSpPr/>
            <p:nvPr/>
          </p:nvSpPr>
          <p:spPr>
            <a:xfrm>
              <a:off x="1875750" y="1065050"/>
              <a:ext cx="1650" cy="4410900"/>
            </a:xfrm>
            <a:custGeom>
              <a:avLst/>
              <a:gdLst/>
              <a:ahLst/>
              <a:cxnLst/>
              <a:rect l="l" t="t" r="r" b="b"/>
              <a:pathLst>
                <a:path w="66" h="176436" extrusionOk="0">
                  <a:moveTo>
                    <a:pt x="0" y="0"/>
                  </a:moveTo>
                  <a:lnTo>
                    <a:pt x="0" y="176435"/>
                  </a:lnTo>
                  <a:lnTo>
                    <a:pt x="66" y="176435"/>
                  </a:lnTo>
                  <a:lnTo>
                    <a:pt x="66"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11"/>
            <p:cNvSpPr/>
            <p:nvPr/>
          </p:nvSpPr>
          <p:spPr>
            <a:xfrm>
              <a:off x="1967700" y="1065050"/>
              <a:ext cx="1450" cy="4410900"/>
            </a:xfrm>
            <a:custGeom>
              <a:avLst/>
              <a:gdLst/>
              <a:ahLst/>
              <a:cxnLst/>
              <a:rect l="l" t="t" r="r" b="b"/>
              <a:pathLst>
                <a:path w="58" h="176436" extrusionOk="0">
                  <a:moveTo>
                    <a:pt x="1" y="0"/>
                  </a:moveTo>
                  <a:lnTo>
                    <a:pt x="1" y="176435"/>
                  </a:lnTo>
                  <a:lnTo>
                    <a:pt x="58" y="176435"/>
                  </a:lnTo>
                  <a:lnTo>
                    <a:pt x="58"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5" name="Google Shape;8455;p11"/>
            <p:cNvSpPr/>
            <p:nvPr/>
          </p:nvSpPr>
          <p:spPr>
            <a:xfrm>
              <a:off x="2059450" y="1065050"/>
              <a:ext cx="1675" cy="4410900"/>
            </a:xfrm>
            <a:custGeom>
              <a:avLst/>
              <a:gdLst/>
              <a:ahLst/>
              <a:cxnLst/>
              <a:rect l="l" t="t" r="r" b="b"/>
              <a:pathLst>
                <a:path w="67" h="176436" extrusionOk="0">
                  <a:moveTo>
                    <a:pt x="1" y="0"/>
                  </a:moveTo>
                  <a:lnTo>
                    <a:pt x="1" y="176435"/>
                  </a:lnTo>
                  <a:lnTo>
                    <a:pt x="66" y="176435"/>
                  </a:lnTo>
                  <a:lnTo>
                    <a:pt x="66"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6" name="Google Shape;8456;p11"/>
            <p:cNvSpPr/>
            <p:nvPr/>
          </p:nvSpPr>
          <p:spPr>
            <a:xfrm>
              <a:off x="2151425" y="1065050"/>
              <a:ext cx="1450" cy="4410900"/>
            </a:xfrm>
            <a:custGeom>
              <a:avLst/>
              <a:gdLst/>
              <a:ahLst/>
              <a:cxnLst/>
              <a:rect l="l" t="t" r="r" b="b"/>
              <a:pathLst>
                <a:path w="58" h="176436" extrusionOk="0">
                  <a:moveTo>
                    <a:pt x="0" y="0"/>
                  </a:moveTo>
                  <a:lnTo>
                    <a:pt x="0"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7" name="Google Shape;8457;p11"/>
            <p:cNvSpPr/>
            <p:nvPr/>
          </p:nvSpPr>
          <p:spPr>
            <a:xfrm>
              <a:off x="2243175" y="1065050"/>
              <a:ext cx="1425" cy="4410900"/>
            </a:xfrm>
            <a:custGeom>
              <a:avLst/>
              <a:gdLst/>
              <a:ahLst/>
              <a:cxnLst/>
              <a:rect l="l" t="t" r="r" b="b"/>
              <a:pathLst>
                <a:path w="57" h="176436" extrusionOk="0">
                  <a:moveTo>
                    <a:pt x="0" y="0"/>
                  </a:moveTo>
                  <a:lnTo>
                    <a:pt x="0"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11"/>
            <p:cNvSpPr/>
            <p:nvPr/>
          </p:nvSpPr>
          <p:spPr>
            <a:xfrm>
              <a:off x="2335075" y="1065050"/>
              <a:ext cx="1500" cy="4410900"/>
            </a:xfrm>
            <a:custGeom>
              <a:avLst/>
              <a:gdLst/>
              <a:ahLst/>
              <a:cxnLst/>
              <a:rect l="l" t="t" r="r" b="b"/>
              <a:pathLst>
                <a:path w="60" h="176436" extrusionOk="0">
                  <a:moveTo>
                    <a:pt x="1" y="0"/>
                  </a:moveTo>
                  <a:lnTo>
                    <a:pt x="1" y="176435"/>
                  </a:lnTo>
                  <a:lnTo>
                    <a:pt x="59" y="176435"/>
                  </a:lnTo>
                  <a:lnTo>
                    <a:pt x="59"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9" name="Google Shape;8459;p11"/>
            <p:cNvSpPr/>
            <p:nvPr/>
          </p:nvSpPr>
          <p:spPr>
            <a:xfrm>
              <a:off x="2426875" y="1065050"/>
              <a:ext cx="1450" cy="4410900"/>
            </a:xfrm>
            <a:custGeom>
              <a:avLst/>
              <a:gdLst/>
              <a:ahLst/>
              <a:cxnLst/>
              <a:rect l="l" t="t" r="r" b="b"/>
              <a:pathLst>
                <a:path w="58" h="176436" extrusionOk="0">
                  <a:moveTo>
                    <a:pt x="1" y="0"/>
                  </a:moveTo>
                  <a:lnTo>
                    <a:pt x="1"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0" name="Google Shape;8460;p11"/>
            <p:cNvSpPr/>
            <p:nvPr/>
          </p:nvSpPr>
          <p:spPr>
            <a:xfrm>
              <a:off x="2518800" y="1065050"/>
              <a:ext cx="1475" cy="4410900"/>
            </a:xfrm>
            <a:custGeom>
              <a:avLst/>
              <a:gdLst/>
              <a:ahLst/>
              <a:cxnLst/>
              <a:rect l="l" t="t" r="r" b="b"/>
              <a:pathLst>
                <a:path w="59" h="176436" extrusionOk="0">
                  <a:moveTo>
                    <a:pt x="0" y="0"/>
                  </a:moveTo>
                  <a:lnTo>
                    <a:pt x="0" y="176435"/>
                  </a:lnTo>
                  <a:lnTo>
                    <a:pt x="59" y="176435"/>
                  </a:lnTo>
                  <a:lnTo>
                    <a:pt x="59"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1" name="Google Shape;8461;p11"/>
            <p:cNvSpPr/>
            <p:nvPr/>
          </p:nvSpPr>
          <p:spPr>
            <a:xfrm>
              <a:off x="2610600" y="1065050"/>
              <a:ext cx="1425" cy="4410900"/>
            </a:xfrm>
            <a:custGeom>
              <a:avLst/>
              <a:gdLst/>
              <a:ahLst/>
              <a:cxnLst/>
              <a:rect l="l" t="t" r="r" b="b"/>
              <a:pathLst>
                <a:path w="57" h="176436" extrusionOk="0">
                  <a:moveTo>
                    <a:pt x="0" y="0"/>
                  </a:moveTo>
                  <a:lnTo>
                    <a:pt x="0"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2" name="Google Shape;8462;p11"/>
            <p:cNvSpPr/>
            <p:nvPr/>
          </p:nvSpPr>
          <p:spPr>
            <a:xfrm>
              <a:off x="2702325" y="1065050"/>
              <a:ext cx="1625" cy="4410900"/>
            </a:xfrm>
            <a:custGeom>
              <a:avLst/>
              <a:gdLst/>
              <a:ahLst/>
              <a:cxnLst/>
              <a:rect l="l" t="t" r="r" b="b"/>
              <a:pathLst>
                <a:path w="65" h="176436" extrusionOk="0">
                  <a:moveTo>
                    <a:pt x="1" y="0"/>
                  </a:moveTo>
                  <a:lnTo>
                    <a:pt x="1" y="176435"/>
                  </a:lnTo>
                  <a:lnTo>
                    <a:pt x="65" y="176435"/>
                  </a:lnTo>
                  <a:lnTo>
                    <a:pt x="65"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3" name="Google Shape;8463;p11"/>
            <p:cNvSpPr/>
            <p:nvPr/>
          </p:nvSpPr>
          <p:spPr>
            <a:xfrm>
              <a:off x="2794250" y="1065050"/>
              <a:ext cx="1500" cy="4410900"/>
            </a:xfrm>
            <a:custGeom>
              <a:avLst/>
              <a:gdLst/>
              <a:ahLst/>
              <a:cxnLst/>
              <a:rect l="l" t="t" r="r" b="b"/>
              <a:pathLst>
                <a:path w="60" h="176436" extrusionOk="0">
                  <a:moveTo>
                    <a:pt x="1" y="0"/>
                  </a:moveTo>
                  <a:lnTo>
                    <a:pt x="1" y="176435"/>
                  </a:lnTo>
                  <a:lnTo>
                    <a:pt x="59" y="176435"/>
                  </a:lnTo>
                  <a:lnTo>
                    <a:pt x="59"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4" name="Google Shape;8464;p11"/>
            <p:cNvSpPr/>
            <p:nvPr/>
          </p:nvSpPr>
          <p:spPr>
            <a:xfrm>
              <a:off x="2886050" y="1065050"/>
              <a:ext cx="1625" cy="4410900"/>
            </a:xfrm>
            <a:custGeom>
              <a:avLst/>
              <a:gdLst/>
              <a:ahLst/>
              <a:cxnLst/>
              <a:rect l="l" t="t" r="r" b="b"/>
              <a:pathLst>
                <a:path w="65" h="176436" extrusionOk="0">
                  <a:moveTo>
                    <a:pt x="0" y="0"/>
                  </a:moveTo>
                  <a:lnTo>
                    <a:pt x="0" y="176435"/>
                  </a:lnTo>
                  <a:lnTo>
                    <a:pt x="64" y="176435"/>
                  </a:lnTo>
                  <a:lnTo>
                    <a:pt x="64"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5" name="Google Shape;8465;p11"/>
            <p:cNvSpPr/>
            <p:nvPr/>
          </p:nvSpPr>
          <p:spPr>
            <a:xfrm>
              <a:off x="2977975" y="1065050"/>
              <a:ext cx="1475" cy="4410900"/>
            </a:xfrm>
            <a:custGeom>
              <a:avLst/>
              <a:gdLst/>
              <a:ahLst/>
              <a:cxnLst/>
              <a:rect l="l" t="t" r="r" b="b"/>
              <a:pathLst>
                <a:path w="59" h="176436" extrusionOk="0">
                  <a:moveTo>
                    <a:pt x="0" y="0"/>
                  </a:moveTo>
                  <a:lnTo>
                    <a:pt x="0" y="176435"/>
                  </a:lnTo>
                  <a:lnTo>
                    <a:pt x="59" y="176435"/>
                  </a:lnTo>
                  <a:lnTo>
                    <a:pt x="59"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11"/>
            <p:cNvSpPr/>
            <p:nvPr/>
          </p:nvSpPr>
          <p:spPr>
            <a:xfrm>
              <a:off x="3069750" y="1065050"/>
              <a:ext cx="1450" cy="4410900"/>
            </a:xfrm>
            <a:custGeom>
              <a:avLst/>
              <a:gdLst/>
              <a:ahLst/>
              <a:cxnLst/>
              <a:rect l="l" t="t" r="r" b="b"/>
              <a:pathLst>
                <a:path w="58" h="176436" extrusionOk="0">
                  <a:moveTo>
                    <a:pt x="1" y="0"/>
                  </a:moveTo>
                  <a:lnTo>
                    <a:pt x="1" y="176435"/>
                  </a:lnTo>
                  <a:lnTo>
                    <a:pt x="58" y="176435"/>
                  </a:lnTo>
                  <a:lnTo>
                    <a:pt x="58"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11"/>
            <p:cNvSpPr/>
            <p:nvPr/>
          </p:nvSpPr>
          <p:spPr>
            <a:xfrm>
              <a:off x="3161675" y="1065050"/>
              <a:ext cx="1450" cy="4410900"/>
            </a:xfrm>
            <a:custGeom>
              <a:avLst/>
              <a:gdLst/>
              <a:ahLst/>
              <a:cxnLst/>
              <a:rect l="l" t="t" r="r" b="b"/>
              <a:pathLst>
                <a:path w="58" h="176436" extrusionOk="0">
                  <a:moveTo>
                    <a:pt x="1" y="0"/>
                  </a:moveTo>
                  <a:lnTo>
                    <a:pt x="1"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11"/>
            <p:cNvSpPr/>
            <p:nvPr/>
          </p:nvSpPr>
          <p:spPr>
            <a:xfrm>
              <a:off x="3253425" y="1065050"/>
              <a:ext cx="1475" cy="4410900"/>
            </a:xfrm>
            <a:custGeom>
              <a:avLst/>
              <a:gdLst/>
              <a:ahLst/>
              <a:cxnLst/>
              <a:rect l="l" t="t" r="r" b="b"/>
              <a:pathLst>
                <a:path w="59" h="176436" extrusionOk="0">
                  <a:moveTo>
                    <a:pt x="0" y="0"/>
                  </a:moveTo>
                  <a:lnTo>
                    <a:pt x="0" y="176435"/>
                  </a:lnTo>
                  <a:lnTo>
                    <a:pt x="59" y="176435"/>
                  </a:lnTo>
                  <a:lnTo>
                    <a:pt x="59"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11"/>
            <p:cNvSpPr/>
            <p:nvPr/>
          </p:nvSpPr>
          <p:spPr>
            <a:xfrm>
              <a:off x="3345375" y="1065050"/>
              <a:ext cx="1450" cy="4410900"/>
            </a:xfrm>
            <a:custGeom>
              <a:avLst/>
              <a:gdLst/>
              <a:ahLst/>
              <a:cxnLst/>
              <a:rect l="l" t="t" r="r" b="b"/>
              <a:pathLst>
                <a:path w="58" h="176436" extrusionOk="0">
                  <a:moveTo>
                    <a:pt x="1" y="0"/>
                  </a:moveTo>
                  <a:lnTo>
                    <a:pt x="1" y="176435"/>
                  </a:lnTo>
                  <a:lnTo>
                    <a:pt x="58" y="176435"/>
                  </a:lnTo>
                  <a:lnTo>
                    <a:pt x="58"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11"/>
            <p:cNvSpPr/>
            <p:nvPr/>
          </p:nvSpPr>
          <p:spPr>
            <a:xfrm>
              <a:off x="3437125" y="1065050"/>
              <a:ext cx="1500" cy="4410900"/>
            </a:xfrm>
            <a:custGeom>
              <a:avLst/>
              <a:gdLst/>
              <a:ahLst/>
              <a:cxnLst/>
              <a:rect l="l" t="t" r="r" b="b"/>
              <a:pathLst>
                <a:path w="60" h="176436" extrusionOk="0">
                  <a:moveTo>
                    <a:pt x="1" y="0"/>
                  </a:moveTo>
                  <a:lnTo>
                    <a:pt x="1" y="176435"/>
                  </a:lnTo>
                  <a:lnTo>
                    <a:pt x="59" y="176435"/>
                  </a:lnTo>
                  <a:lnTo>
                    <a:pt x="59"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11"/>
            <p:cNvSpPr/>
            <p:nvPr/>
          </p:nvSpPr>
          <p:spPr>
            <a:xfrm>
              <a:off x="3528925" y="1065050"/>
              <a:ext cx="1625" cy="4410900"/>
            </a:xfrm>
            <a:custGeom>
              <a:avLst/>
              <a:gdLst/>
              <a:ahLst/>
              <a:cxnLst/>
              <a:rect l="l" t="t" r="r" b="b"/>
              <a:pathLst>
                <a:path w="65" h="176436" extrusionOk="0">
                  <a:moveTo>
                    <a:pt x="1" y="0"/>
                  </a:moveTo>
                  <a:lnTo>
                    <a:pt x="1" y="176435"/>
                  </a:lnTo>
                  <a:lnTo>
                    <a:pt x="64" y="176435"/>
                  </a:lnTo>
                  <a:lnTo>
                    <a:pt x="64"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472" name="Google Shape;8472;p11"/>
          <p:cNvSpPr txBox="1">
            <a:spLocks noGrp="1"/>
          </p:cNvSpPr>
          <p:nvPr>
            <p:ph type="title" hasCustomPrompt="1"/>
          </p:nvPr>
        </p:nvSpPr>
        <p:spPr>
          <a:xfrm>
            <a:off x="713225" y="1897500"/>
            <a:ext cx="7717800" cy="1361400"/>
          </a:xfrm>
          <a:prstGeom prst="rect">
            <a:avLst/>
          </a:prstGeom>
        </p:spPr>
        <p:txBody>
          <a:bodyPr spcFirstLastPara="1" wrap="square" lIns="91425" tIns="91425" rIns="91425" bIns="91425" anchor="b" anchorCtr="0">
            <a:noAutofit/>
          </a:bodyPr>
          <a:lstStyle>
            <a:lvl1pPr lvl="0" algn="ctr">
              <a:lnSpc>
                <a:spcPct val="115000"/>
              </a:lnSpc>
              <a:spcBef>
                <a:spcPts val="0"/>
              </a:spcBef>
              <a:spcAft>
                <a:spcPts val="0"/>
              </a:spcAft>
              <a:buSzPts val="9600"/>
              <a:buNone/>
              <a:defRPr sz="81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8473" name="Google Shape;8473;p11"/>
          <p:cNvSpPr txBox="1">
            <a:spLocks noGrp="1"/>
          </p:cNvSpPr>
          <p:nvPr>
            <p:ph type="subTitle" idx="1"/>
          </p:nvPr>
        </p:nvSpPr>
        <p:spPr>
          <a:xfrm>
            <a:off x="1284000" y="3113450"/>
            <a:ext cx="6576000" cy="446700"/>
          </a:xfrm>
          <a:prstGeom prst="rect">
            <a:avLst/>
          </a:prstGeom>
          <a:solidFill>
            <a:schemeClr val="dk2"/>
          </a:solidFill>
        </p:spPr>
        <p:txBody>
          <a:bodyPr spcFirstLastPara="1" wrap="square" lIns="91425" tIns="91425" rIns="91425" bIns="91425" anchor="ctr" anchorCtr="0">
            <a:noAutofit/>
          </a:bodyPr>
          <a:lstStyle>
            <a:lvl1pPr lvl="0" algn="ctr" rtl="0">
              <a:lnSpc>
                <a:spcPct val="115000"/>
              </a:lnSpc>
              <a:spcBef>
                <a:spcPts val="0"/>
              </a:spcBef>
              <a:spcAft>
                <a:spcPts val="0"/>
              </a:spcAft>
              <a:buSzPts val="1600"/>
              <a:buNone/>
              <a:defRPr sz="1600">
                <a:solidFill>
                  <a:schemeClr val="dk1"/>
                </a:solidFill>
              </a:defRPr>
            </a:lvl1pPr>
            <a:lvl2pPr lvl="1" algn="ctr" rtl="0">
              <a:lnSpc>
                <a:spcPct val="100000"/>
              </a:lnSpc>
              <a:spcBef>
                <a:spcPts val="0"/>
              </a:spcBef>
              <a:spcAft>
                <a:spcPts val="0"/>
              </a:spcAft>
              <a:buSzPts val="1600"/>
              <a:buNone/>
              <a:defRPr sz="1600"/>
            </a:lvl2pPr>
            <a:lvl3pPr lvl="2" algn="ctr" rtl="0">
              <a:lnSpc>
                <a:spcPct val="100000"/>
              </a:lnSpc>
              <a:spcBef>
                <a:spcPts val="1600"/>
              </a:spcBef>
              <a:spcAft>
                <a:spcPts val="0"/>
              </a:spcAft>
              <a:buSzPts val="1600"/>
              <a:buNone/>
              <a:defRPr sz="1600"/>
            </a:lvl3pPr>
            <a:lvl4pPr lvl="3" algn="ctr" rtl="0">
              <a:lnSpc>
                <a:spcPct val="100000"/>
              </a:lnSpc>
              <a:spcBef>
                <a:spcPts val="1600"/>
              </a:spcBef>
              <a:spcAft>
                <a:spcPts val="0"/>
              </a:spcAft>
              <a:buSzPts val="1600"/>
              <a:buNone/>
              <a:defRPr sz="1600"/>
            </a:lvl4pPr>
            <a:lvl5pPr lvl="4" algn="ctr" rtl="0">
              <a:lnSpc>
                <a:spcPct val="100000"/>
              </a:lnSpc>
              <a:spcBef>
                <a:spcPts val="1600"/>
              </a:spcBef>
              <a:spcAft>
                <a:spcPts val="0"/>
              </a:spcAft>
              <a:buSzPts val="1600"/>
              <a:buNone/>
              <a:defRPr sz="1600"/>
            </a:lvl5pPr>
            <a:lvl6pPr lvl="5" algn="ctr" rtl="0">
              <a:lnSpc>
                <a:spcPct val="100000"/>
              </a:lnSpc>
              <a:spcBef>
                <a:spcPts val="1600"/>
              </a:spcBef>
              <a:spcAft>
                <a:spcPts val="0"/>
              </a:spcAft>
              <a:buSzPts val="1600"/>
              <a:buNone/>
              <a:defRPr sz="1600"/>
            </a:lvl6pPr>
            <a:lvl7pPr lvl="6" algn="ctr" rtl="0">
              <a:lnSpc>
                <a:spcPct val="100000"/>
              </a:lnSpc>
              <a:spcBef>
                <a:spcPts val="1600"/>
              </a:spcBef>
              <a:spcAft>
                <a:spcPts val="0"/>
              </a:spcAft>
              <a:buSzPts val="1600"/>
              <a:buNone/>
              <a:defRPr sz="1600"/>
            </a:lvl7pPr>
            <a:lvl8pPr lvl="7" algn="ctr" rtl="0">
              <a:lnSpc>
                <a:spcPct val="100000"/>
              </a:lnSpc>
              <a:spcBef>
                <a:spcPts val="1600"/>
              </a:spcBef>
              <a:spcAft>
                <a:spcPts val="0"/>
              </a:spcAft>
              <a:buSzPts val="1600"/>
              <a:buNone/>
              <a:defRPr sz="1600"/>
            </a:lvl8pPr>
            <a:lvl9pPr lvl="8" algn="ctr" rtl="0">
              <a:lnSpc>
                <a:spcPct val="100000"/>
              </a:lnSpc>
              <a:spcBef>
                <a:spcPts val="1600"/>
              </a:spcBef>
              <a:spcAft>
                <a:spcPts val="1600"/>
              </a:spcAft>
              <a:buSzPts val="1600"/>
              <a:buNone/>
              <a:defRPr sz="1600"/>
            </a:lvl9pPr>
          </a:lstStyle>
          <a:p>
            <a:r>
              <a:rPr lang="en-US"/>
              <a:t>Click to edit Master subtitle style</a:t>
            </a:r>
            <a:endParaRPr/>
          </a:p>
        </p:txBody>
      </p:sp>
      <p:sp>
        <p:nvSpPr>
          <p:cNvPr id="8474" name="Google Shape;8474;p11"/>
          <p:cNvSpPr/>
          <p:nvPr/>
        </p:nvSpPr>
        <p:spPr>
          <a:xfrm>
            <a:off x="6506725" y="4777950"/>
            <a:ext cx="2895900" cy="11802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5" name="Google Shape;8475;p11"/>
          <p:cNvSpPr/>
          <p:nvPr/>
        </p:nvSpPr>
        <p:spPr>
          <a:xfrm>
            <a:off x="7820510" y="4482086"/>
            <a:ext cx="491917" cy="517164"/>
          </a:xfrm>
          <a:custGeom>
            <a:avLst/>
            <a:gdLst/>
            <a:ahLst/>
            <a:cxnLst/>
            <a:rect l="l" t="t" r="r" b="b"/>
            <a:pathLst>
              <a:path w="16581" h="17432" extrusionOk="0">
                <a:moveTo>
                  <a:pt x="8431" y="4679"/>
                </a:moveTo>
                <a:cubicBezTo>
                  <a:pt x="9068" y="4707"/>
                  <a:pt x="9697" y="4879"/>
                  <a:pt x="10256" y="5191"/>
                </a:cubicBezTo>
                <a:cubicBezTo>
                  <a:pt x="10264" y="5191"/>
                  <a:pt x="10264" y="5198"/>
                  <a:pt x="10271" y="5198"/>
                </a:cubicBezTo>
                <a:cubicBezTo>
                  <a:pt x="10298" y="5211"/>
                  <a:pt x="10319" y="5226"/>
                  <a:pt x="10339" y="5239"/>
                </a:cubicBezTo>
                <a:cubicBezTo>
                  <a:pt x="10367" y="5253"/>
                  <a:pt x="10389" y="5267"/>
                  <a:pt x="10415" y="5281"/>
                </a:cubicBezTo>
                <a:cubicBezTo>
                  <a:pt x="10415" y="5287"/>
                  <a:pt x="10422" y="5287"/>
                  <a:pt x="10430" y="5294"/>
                </a:cubicBezTo>
                <a:cubicBezTo>
                  <a:pt x="10969" y="5632"/>
                  <a:pt x="11426" y="6097"/>
                  <a:pt x="11757" y="6643"/>
                </a:cubicBezTo>
                <a:cubicBezTo>
                  <a:pt x="11757" y="6649"/>
                  <a:pt x="11764" y="6656"/>
                  <a:pt x="11764" y="6663"/>
                </a:cubicBezTo>
                <a:cubicBezTo>
                  <a:pt x="11777" y="6684"/>
                  <a:pt x="11790" y="6704"/>
                  <a:pt x="11805" y="6732"/>
                </a:cubicBezTo>
                <a:cubicBezTo>
                  <a:pt x="11819" y="6752"/>
                  <a:pt x="11832" y="6780"/>
                  <a:pt x="11847" y="6802"/>
                </a:cubicBezTo>
                <a:cubicBezTo>
                  <a:pt x="11847" y="6808"/>
                  <a:pt x="11854" y="6815"/>
                  <a:pt x="11854" y="6822"/>
                </a:cubicBezTo>
                <a:cubicBezTo>
                  <a:pt x="12150" y="7382"/>
                  <a:pt x="12316" y="8018"/>
                  <a:pt x="12330" y="8653"/>
                </a:cubicBezTo>
                <a:lnTo>
                  <a:pt x="12330" y="8675"/>
                </a:lnTo>
                <a:cubicBezTo>
                  <a:pt x="12330" y="8701"/>
                  <a:pt x="12330" y="8723"/>
                  <a:pt x="12323" y="8751"/>
                </a:cubicBezTo>
                <a:lnTo>
                  <a:pt x="12323" y="8834"/>
                </a:lnTo>
                <a:lnTo>
                  <a:pt x="12323" y="8854"/>
                </a:lnTo>
                <a:cubicBezTo>
                  <a:pt x="12303" y="9497"/>
                  <a:pt x="12131" y="10119"/>
                  <a:pt x="11819" y="10678"/>
                </a:cubicBezTo>
                <a:cubicBezTo>
                  <a:pt x="11812" y="10685"/>
                  <a:pt x="11812" y="10692"/>
                  <a:pt x="11805" y="10700"/>
                </a:cubicBezTo>
                <a:cubicBezTo>
                  <a:pt x="11799" y="10720"/>
                  <a:pt x="11784" y="10741"/>
                  <a:pt x="11771" y="10761"/>
                </a:cubicBezTo>
                <a:cubicBezTo>
                  <a:pt x="11757" y="10790"/>
                  <a:pt x="11742" y="10809"/>
                  <a:pt x="11722" y="10838"/>
                </a:cubicBezTo>
                <a:cubicBezTo>
                  <a:pt x="11722" y="10844"/>
                  <a:pt x="11716" y="10851"/>
                  <a:pt x="11716" y="10851"/>
                </a:cubicBezTo>
                <a:cubicBezTo>
                  <a:pt x="11376" y="11397"/>
                  <a:pt x="10913" y="11853"/>
                  <a:pt x="10361" y="12178"/>
                </a:cubicBezTo>
                <a:cubicBezTo>
                  <a:pt x="10361" y="12185"/>
                  <a:pt x="10354" y="12185"/>
                  <a:pt x="10347" y="12193"/>
                </a:cubicBezTo>
                <a:cubicBezTo>
                  <a:pt x="10319" y="12206"/>
                  <a:pt x="10298" y="12219"/>
                  <a:pt x="10271" y="12234"/>
                </a:cubicBezTo>
                <a:cubicBezTo>
                  <a:pt x="10249" y="12248"/>
                  <a:pt x="10230" y="12261"/>
                  <a:pt x="10201" y="12267"/>
                </a:cubicBezTo>
                <a:cubicBezTo>
                  <a:pt x="10201" y="12276"/>
                  <a:pt x="10195" y="12276"/>
                  <a:pt x="10188" y="12282"/>
                </a:cubicBezTo>
                <a:cubicBezTo>
                  <a:pt x="9621" y="12579"/>
                  <a:pt x="8992" y="12739"/>
                  <a:pt x="8357" y="12752"/>
                </a:cubicBezTo>
                <a:lnTo>
                  <a:pt x="8150" y="12752"/>
                </a:lnTo>
                <a:cubicBezTo>
                  <a:pt x="7513" y="12724"/>
                  <a:pt x="6884" y="12551"/>
                  <a:pt x="6325" y="12241"/>
                </a:cubicBezTo>
                <a:cubicBezTo>
                  <a:pt x="6325" y="12241"/>
                  <a:pt x="6317" y="12234"/>
                  <a:pt x="6310" y="12234"/>
                </a:cubicBezTo>
                <a:cubicBezTo>
                  <a:pt x="6283" y="12219"/>
                  <a:pt x="6262" y="12206"/>
                  <a:pt x="6234" y="12193"/>
                </a:cubicBezTo>
                <a:cubicBezTo>
                  <a:pt x="6214" y="12178"/>
                  <a:pt x="6192" y="12165"/>
                  <a:pt x="6172" y="12151"/>
                </a:cubicBezTo>
                <a:cubicBezTo>
                  <a:pt x="6166" y="12143"/>
                  <a:pt x="6159" y="12143"/>
                  <a:pt x="6151" y="12136"/>
                </a:cubicBezTo>
                <a:cubicBezTo>
                  <a:pt x="5612" y="11798"/>
                  <a:pt x="5155" y="11335"/>
                  <a:pt x="4824" y="10790"/>
                </a:cubicBezTo>
                <a:cubicBezTo>
                  <a:pt x="4824" y="10783"/>
                  <a:pt x="4817" y="10775"/>
                  <a:pt x="4817" y="10768"/>
                </a:cubicBezTo>
                <a:cubicBezTo>
                  <a:pt x="4804" y="10748"/>
                  <a:pt x="4791" y="10720"/>
                  <a:pt x="4776" y="10700"/>
                </a:cubicBezTo>
                <a:cubicBezTo>
                  <a:pt x="4762" y="10672"/>
                  <a:pt x="4749" y="10650"/>
                  <a:pt x="4734" y="10630"/>
                </a:cubicBezTo>
                <a:cubicBezTo>
                  <a:pt x="4734" y="10624"/>
                  <a:pt x="4727" y="10617"/>
                  <a:pt x="4727" y="10609"/>
                </a:cubicBezTo>
                <a:cubicBezTo>
                  <a:pt x="4431" y="10050"/>
                  <a:pt x="4265" y="9421"/>
                  <a:pt x="4258" y="8777"/>
                </a:cubicBezTo>
                <a:lnTo>
                  <a:pt x="4258" y="8758"/>
                </a:lnTo>
                <a:lnTo>
                  <a:pt x="4258" y="8675"/>
                </a:lnTo>
                <a:lnTo>
                  <a:pt x="4258" y="8598"/>
                </a:lnTo>
                <a:lnTo>
                  <a:pt x="4258" y="8577"/>
                </a:lnTo>
                <a:cubicBezTo>
                  <a:pt x="4278" y="7935"/>
                  <a:pt x="4450" y="7313"/>
                  <a:pt x="4762" y="6752"/>
                </a:cubicBezTo>
                <a:cubicBezTo>
                  <a:pt x="4769" y="6745"/>
                  <a:pt x="4769" y="6739"/>
                  <a:pt x="4776" y="6732"/>
                </a:cubicBezTo>
                <a:cubicBezTo>
                  <a:pt x="4791" y="6711"/>
                  <a:pt x="4804" y="6684"/>
                  <a:pt x="4817" y="6663"/>
                </a:cubicBezTo>
                <a:cubicBezTo>
                  <a:pt x="4832" y="6636"/>
                  <a:pt x="4845" y="6614"/>
                  <a:pt x="4859" y="6594"/>
                </a:cubicBezTo>
                <a:cubicBezTo>
                  <a:pt x="4859" y="6586"/>
                  <a:pt x="4865" y="6586"/>
                  <a:pt x="4865" y="6580"/>
                </a:cubicBezTo>
                <a:cubicBezTo>
                  <a:pt x="5205" y="6034"/>
                  <a:pt x="5675" y="5578"/>
                  <a:pt x="6220" y="5253"/>
                </a:cubicBezTo>
                <a:cubicBezTo>
                  <a:pt x="6227" y="5246"/>
                  <a:pt x="6227" y="5246"/>
                  <a:pt x="6234" y="5239"/>
                </a:cubicBezTo>
                <a:cubicBezTo>
                  <a:pt x="6255" y="5226"/>
                  <a:pt x="6283" y="5218"/>
                  <a:pt x="6303" y="5204"/>
                </a:cubicBezTo>
                <a:cubicBezTo>
                  <a:pt x="6332" y="5191"/>
                  <a:pt x="6351" y="5176"/>
                  <a:pt x="6380" y="5163"/>
                </a:cubicBezTo>
                <a:cubicBezTo>
                  <a:pt x="6386" y="5156"/>
                  <a:pt x="6386" y="5156"/>
                  <a:pt x="6393" y="5150"/>
                </a:cubicBezTo>
                <a:cubicBezTo>
                  <a:pt x="6960" y="4853"/>
                  <a:pt x="7589" y="4694"/>
                  <a:pt x="8232" y="4679"/>
                </a:cubicBezTo>
                <a:close/>
                <a:moveTo>
                  <a:pt x="6932" y="1"/>
                </a:moveTo>
                <a:lnTo>
                  <a:pt x="6317" y="2544"/>
                </a:lnTo>
                <a:cubicBezTo>
                  <a:pt x="6096" y="2613"/>
                  <a:pt x="5889" y="2688"/>
                  <a:pt x="5681" y="2779"/>
                </a:cubicBezTo>
                <a:cubicBezTo>
                  <a:pt x="5537" y="2841"/>
                  <a:pt x="5398" y="2910"/>
                  <a:pt x="5253" y="2987"/>
                </a:cubicBezTo>
                <a:cubicBezTo>
                  <a:pt x="5247" y="2993"/>
                  <a:pt x="5238" y="3000"/>
                  <a:pt x="5225" y="3000"/>
                </a:cubicBezTo>
                <a:cubicBezTo>
                  <a:pt x="5218" y="3007"/>
                  <a:pt x="5218" y="3007"/>
                  <a:pt x="5212" y="3013"/>
                </a:cubicBezTo>
                <a:cubicBezTo>
                  <a:pt x="5170" y="3035"/>
                  <a:pt x="5136" y="3048"/>
                  <a:pt x="5101" y="3070"/>
                </a:cubicBezTo>
                <a:cubicBezTo>
                  <a:pt x="5101" y="3076"/>
                  <a:pt x="5094" y="3076"/>
                  <a:pt x="5087" y="3076"/>
                </a:cubicBezTo>
                <a:cubicBezTo>
                  <a:pt x="5059" y="3096"/>
                  <a:pt x="5031" y="3111"/>
                  <a:pt x="4998" y="3131"/>
                </a:cubicBezTo>
                <a:cubicBezTo>
                  <a:pt x="4990" y="3131"/>
                  <a:pt x="4990" y="3138"/>
                  <a:pt x="4983" y="3144"/>
                </a:cubicBezTo>
                <a:cubicBezTo>
                  <a:pt x="4928" y="3172"/>
                  <a:pt x="4873" y="3207"/>
                  <a:pt x="4817" y="3242"/>
                </a:cubicBezTo>
                <a:cubicBezTo>
                  <a:pt x="4776" y="3269"/>
                  <a:pt x="4734" y="3297"/>
                  <a:pt x="4686" y="3325"/>
                </a:cubicBezTo>
                <a:cubicBezTo>
                  <a:pt x="4459" y="3476"/>
                  <a:pt x="4236" y="3650"/>
                  <a:pt x="4023" y="3836"/>
                </a:cubicBezTo>
                <a:lnTo>
                  <a:pt x="1528" y="3048"/>
                </a:lnTo>
                <a:lnTo>
                  <a:pt x="63" y="5536"/>
                </a:lnTo>
                <a:lnTo>
                  <a:pt x="1956" y="7341"/>
                </a:lnTo>
                <a:cubicBezTo>
                  <a:pt x="1921" y="7507"/>
                  <a:pt x="1888" y="7673"/>
                  <a:pt x="1866" y="7830"/>
                </a:cubicBezTo>
                <a:cubicBezTo>
                  <a:pt x="1859" y="7893"/>
                  <a:pt x="1853" y="7948"/>
                  <a:pt x="1846" y="8011"/>
                </a:cubicBezTo>
                <a:cubicBezTo>
                  <a:pt x="1831" y="8107"/>
                  <a:pt x="1825" y="8212"/>
                  <a:pt x="1818" y="8315"/>
                </a:cubicBezTo>
                <a:lnTo>
                  <a:pt x="1818" y="8328"/>
                </a:lnTo>
                <a:cubicBezTo>
                  <a:pt x="1818" y="8391"/>
                  <a:pt x="1811" y="8452"/>
                  <a:pt x="1811" y="8509"/>
                </a:cubicBezTo>
                <a:lnTo>
                  <a:pt x="1811" y="8535"/>
                </a:lnTo>
                <a:lnTo>
                  <a:pt x="1811" y="8633"/>
                </a:lnTo>
                <a:lnTo>
                  <a:pt x="1811" y="8653"/>
                </a:lnTo>
                <a:lnTo>
                  <a:pt x="1811" y="8771"/>
                </a:lnTo>
                <a:lnTo>
                  <a:pt x="1811" y="8799"/>
                </a:lnTo>
                <a:cubicBezTo>
                  <a:pt x="1811" y="9185"/>
                  <a:pt x="1853" y="9580"/>
                  <a:pt x="1929" y="9967"/>
                </a:cubicBezTo>
                <a:lnTo>
                  <a:pt x="0" y="11743"/>
                </a:lnTo>
                <a:lnTo>
                  <a:pt x="1423" y="14251"/>
                </a:lnTo>
                <a:lnTo>
                  <a:pt x="3933" y="13512"/>
                </a:lnTo>
                <a:cubicBezTo>
                  <a:pt x="4140" y="13706"/>
                  <a:pt x="4354" y="13878"/>
                  <a:pt x="4583" y="14037"/>
                </a:cubicBezTo>
                <a:cubicBezTo>
                  <a:pt x="4673" y="14092"/>
                  <a:pt x="4756" y="14155"/>
                  <a:pt x="4845" y="14210"/>
                </a:cubicBezTo>
                <a:cubicBezTo>
                  <a:pt x="4852" y="14217"/>
                  <a:pt x="4865" y="14217"/>
                  <a:pt x="4873" y="14225"/>
                </a:cubicBezTo>
                <a:cubicBezTo>
                  <a:pt x="4880" y="14231"/>
                  <a:pt x="4887" y="14231"/>
                  <a:pt x="4893" y="14238"/>
                </a:cubicBezTo>
                <a:cubicBezTo>
                  <a:pt x="4928" y="14258"/>
                  <a:pt x="4963" y="14280"/>
                  <a:pt x="4998" y="14299"/>
                </a:cubicBezTo>
                <a:cubicBezTo>
                  <a:pt x="5031" y="14321"/>
                  <a:pt x="5066" y="14341"/>
                  <a:pt x="5101" y="14362"/>
                </a:cubicBezTo>
                <a:cubicBezTo>
                  <a:pt x="5107" y="14362"/>
                  <a:pt x="5114" y="14369"/>
                  <a:pt x="5122" y="14369"/>
                </a:cubicBezTo>
                <a:cubicBezTo>
                  <a:pt x="5129" y="14376"/>
                  <a:pt x="5136" y="14382"/>
                  <a:pt x="5149" y="14382"/>
                </a:cubicBezTo>
                <a:cubicBezTo>
                  <a:pt x="5280" y="14459"/>
                  <a:pt x="5426" y="14535"/>
                  <a:pt x="5563" y="14598"/>
                </a:cubicBezTo>
                <a:cubicBezTo>
                  <a:pt x="5771" y="14694"/>
                  <a:pt x="5978" y="14777"/>
                  <a:pt x="6192" y="14853"/>
                </a:cubicBezTo>
                <a:lnTo>
                  <a:pt x="6766" y="17403"/>
                </a:lnTo>
                <a:lnTo>
                  <a:pt x="9649" y="17431"/>
                </a:lnTo>
                <a:lnTo>
                  <a:pt x="10271" y="14888"/>
                </a:lnTo>
                <a:cubicBezTo>
                  <a:pt x="10485" y="14819"/>
                  <a:pt x="10692" y="14742"/>
                  <a:pt x="10900" y="14653"/>
                </a:cubicBezTo>
                <a:cubicBezTo>
                  <a:pt x="11044" y="14590"/>
                  <a:pt x="11190" y="14522"/>
                  <a:pt x="11328" y="14445"/>
                </a:cubicBezTo>
                <a:cubicBezTo>
                  <a:pt x="11334" y="14439"/>
                  <a:pt x="11343" y="14439"/>
                  <a:pt x="11356" y="14432"/>
                </a:cubicBezTo>
                <a:cubicBezTo>
                  <a:pt x="11363" y="14424"/>
                  <a:pt x="11369" y="14424"/>
                  <a:pt x="11369" y="14417"/>
                </a:cubicBezTo>
                <a:cubicBezTo>
                  <a:pt x="11411" y="14404"/>
                  <a:pt x="11445" y="14382"/>
                  <a:pt x="11480" y="14362"/>
                </a:cubicBezTo>
                <a:cubicBezTo>
                  <a:pt x="11480" y="14356"/>
                  <a:pt x="11487" y="14356"/>
                  <a:pt x="11494" y="14356"/>
                </a:cubicBezTo>
                <a:cubicBezTo>
                  <a:pt x="11522" y="14334"/>
                  <a:pt x="11550" y="14321"/>
                  <a:pt x="11583" y="14299"/>
                </a:cubicBezTo>
                <a:cubicBezTo>
                  <a:pt x="11591" y="14299"/>
                  <a:pt x="11598" y="14293"/>
                  <a:pt x="11605" y="14293"/>
                </a:cubicBezTo>
                <a:cubicBezTo>
                  <a:pt x="11936" y="14092"/>
                  <a:pt x="12262" y="13858"/>
                  <a:pt x="12558" y="13603"/>
                </a:cubicBezTo>
                <a:lnTo>
                  <a:pt x="15053" y="14382"/>
                </a:lnTo>
                <a:lnTo>
                  <a:pt x="16518" y="11903"/>
                </a:lnTo>
                <a:lnTo>
                  <a:pt x="14625" y="10091"/>
                </a:lnTo>
                <a:cubicBezTo>
                  <a:pt x="14652" y="9973"/>
                  <a:pt x="14673" y="9856"/>
                  <a:pt x="14693" y="9738"/>
                </a:cubicBezTo>
                <a:cubicBezTo>
                  <a:pt x="14708" y="9628"/>
                  <a:pt x="14722" y="9524"/>
                  <a:pt x="14735" y="9421"/>
                </a:cubicBezTo>
                <a:cubicBezTo>
                  <a:pt x="14743" y="9373"/>
                  <a:pt x="14750" y="9317"/>
                  <a:pt x="14750" y="9268"/>
                </a:cubicBezTo>
                <a:cubicBezTo>
                  <a:pt x="14763" y="9166"/>
                  <a:pt x="14763" y="9054"/>
                  <a:pt x="14770" y="8950"/>
                </a:cubicBezTo>
                <a:lnTo>
                  <a:pt x="14770" y="8923"/>
                </a:lnTo>
                <a:lnTo>
                  <a:pt x="14770" y="8895"/>
                </a:lnTo>
                <a:cubicBezTo>
                  <a:pt x="14770" y="8860"/>
                  <a:pt x="14776" y="8819"/>
                  <a:pt x="14776" y="8777"/>
                </a:cubicBezTo>
                <a:lnTo>
                  <a:pt x="14776" y="8660"/>
                </a:lnTo>
                <a:lnTo>
                  <a:pt x="14776" y="8633"/>
                </a:lnTo>
                <a:cubicBezTo>
                  <a:pt x="14770" y="8245"/>
                  <a:pt x="14728" y="7852"/>
                  <a:pt x="14652" y="7465"/>
                </a:cubicBezTo>
                <a:lnTo>
                  <a:pt x="16581" y="5695"/>
                </a:lnTo>
                <a:lnTo>
                  <a:pt x="15164" y="3179"/>
                </a:lnTo>
                <a:lnTo>
                  <a:pt x="12648" y="3919"/>
                </a:lnTo>
                <a:cubicBezTo>
                  <a:pt x="12558" y="3836"/>
                  <a:pt x="12469" y="3753"/>
                  <a:pt x="12379" y="3677"/>
                </a:cubicBezTo>
                <a:cubicBezTo>
                  <a:pt x="12296" y="3615"/>
                  <a:pt x="12213" y="3552"/>
                  <a:pt x="12122" y="3491"/>
                </a:cubicBezTo>
                <a:cubicBezTo>
                  <a:pt x="12081" y="3456"/>
                  <a:pt x="12039" y="3428"/>
                  <a:pt x="11998" y="3393"/>
                </a:cubicBezTo>
                <a:cubicBezTo>
                  <a:pt x="11908" y="3338"/>
                  <a:pt x="11825" y="3277"/>
                  <a:pt x="11736" y="3221"/>
                </a:cubicBezTo>
                <a:cubicBezTo>
                  <a:pt x="11729" y="3214"/>
                  <a:pt x="11716" y="3214"/>
                  <a:pt x="11708" y="3207"/>
                </a:cubicBezTo>
                <a:cubicBezTo>
                  <a:pt x="11701" y="3201"/>
                  <a:pt x="11694" y="3201"/>
                  <a:pt x="11688" y="3194"/>
                </a:cubicBezTo>
                <a:cubicBezTo>
                  <a:pt x="11653" y="3172"/>
                  <a:pt x="11618" y="3153"/>
                  <a:pt x="11583" y="3131"/>
                </a:cubicBezTo>
                <a:cubicBezTo>
                  <a:pt x="11550" y="3111"/>
                  <a:pt x="11515" y="3090"/>
                  <a:pt x="11480" y="3076"/>
                </a:cubicBezTo>
                <a:cubicBezTo>
                  <a:pt x="11474" y="3070"/>
                  <a:pt x="11467" y="3070"/>
                  <a:pt x="11467" y="3061"/>
                </a:cubicBezTo>
                <a:cubicBezTo>
                  <a:pt x="11452" y="3055"/>
                  <a:pt x="11445" y="3048"/>
                  <a:pt x="11439" y="3048"/>
                </a:cubicBezTo>
                <a:cubicBezTo>
                  <a:pt x="11301" y="2972"/>
                  <a:pt x="11155" y="2895"/>
                  <a:pt x="11018" y="2834"/>
                </a:cubicBezTo>
                <a:cubicBezTo>
                  <a:pt x="10810" y="2738"/>
                  <a:pt x="10603" y="2655"/>
                  <a:pt x="10389" y="2579"/>
                </a:cubicBezTo>
                <a:lnTo>
                  <a:pt x="9815" y="27"/>
                </a:lnTo>
                <a:lnTo>
                  <a:pt x="693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76" name="Google Shape;8476;p11"/>
          <p:cNvGrpSpPr/>
          <p:nvPr/>
        </p:nvGrpSpPr>
        <p:grpSpPr>
          <a:xfrm rot="5400000">
            <a:off x="5913670" y="-2074329"/>
            <a:ext cx="347597" cy="4345456"/>
            <a:chOff x="-136402" y="-175976"/>
            <a:chExt cx="347597" cy="4345456"/>
          </a:xfrm>
        </p:grpSpPr>
        <p:sp>
          <p:nvSpPr>
            <p:cNvPr id="8477" name="Google Shape;8477;p11"/>
            <p:cNvSpPr/>
            <p:nvPr/>
          </p:nvSpPr>
          <p:spPr>
            <a:xfrm>
              <a:off x="-136402" y="-175976"/>
              <a:ext cx="273965" cy="273814"/>
            </a:xfrm>
            <a:custGeom>
              <a:avLst/>
              <a:gdLst/>
              <a:ahLst/>
              <a:cxnLst/>
              <a:rect l="l" t="t" r="r" b="b"/>
              <a:pathLst>
                <a:path w="3624" h="3622" extrusionOk="0">
                  <a:moveTo>
                    <a:pt x="1515" y="0"/>
                  </a:moveTo>
                  <a:lnTo>
                    <a:pt x="1" y="1513"/>
                  </a:lnTo>
                  <a:lnTo>
                    <a:pt x="1" y="3621"/>
                  </a:lnTo>
                  <a:lnTo>
                    <a:pt x="36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8" name="Google Shape;8478;p11"/>
            <p:cNvSpPr/>
            <p:nvPr/>
          </p:nvSpPr>
          <p:spPr>
            <a:xfrm>
              <a:off x="-136402" y="1778994"/>
              <a:ext cx="347597" cy="506503"/>
            </a:xfrm>
            <a:custGeom>
              <a:avLst/>
              <a:gdLst/>
              <a:ahLst/>
              <a:cxnLst/>
              <a:rect l="l" t="t" r="r" b="b"/>
              <a:pathLst>
                <a:path w="4598" h="6700" extrusionOk="0">
                  <a:moveTo>
                    <a:pt x="4597" y="1"/>
                  </a:moveTo>
                  <a:lnTo>
                    <a:pt x="1" y="4597"/>
                  </a:lnTo>
                  <a:lnTo>
                    <a:pt x="1" y="6699"/>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11"/>
            <p:cNvSpPr/>
            <p:nvPr/>
          </p:nvSpPr>
          <p:spPr>
            <a:xfrm>
              <a:off x="-136402" y="2326153"/>
              <a:ext cx="347597" cy="506276"/>
            </a:xfrm>
            <a:custGeom>
              <a:avLst/>
              <a:gdLst/>
              <a:ahLst/>
              <a:cxnLst/>
              <a:rect l="l" t="t" r="r" b="b"/>
              <a:pathLst>
                <a:path w="4598" h="6697" extrusionOk="0">
                  <a:moveTo>
                    <a:pt x="4597" y="0"/>
                  </a:moveTo>
                  <a:lnTo>
                    <a:pt x="1" y="4597"/>
                  </a:lnTo>
                  <a:lnTo>
                    <a:pt x="1" y="6697"/>
                  </a:lnTo>
                  <a:lnTo>
                    <a:pt x="4597" y="2108"/>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11"/>
            <p:cNvSpPr/>
            <p:nvPr/>
          </p:nvSpPr>
          <p:spPr>
            <a:xfrm>
              <a:off x="-136402" y="-175976"/>
              <a:ext cx="91624" cy="91473"/>
            </a:xfrm>
            <a:custGeom>
              <a:avLst/>
              <a:gdLst/>
              <a:ahLst/>
              <a:cxnLst/>
              <a:rect l="l" t="t" r="r" b="b"/>
              <a:pathLst>
                <a:path w="1212" h="1210" extrusionOk="0">
                  <a:moveTo>
                    <a:pt x="1" y="0"/>
                  </a:moveTo>
                  <a:lnTo>
                    <a:pt x="1" y="1209"/>
                  </a:lnTo>
                  <a:lnTo>
                    <a:pt x="12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11"/>
            <p:cNvSpPr/>
            <p:nvPr/>
          </p:nvSpPr>
          <p:spPr>
            <a:xfrm>
              <a:off x="-136402" y="3602504"/>
              <a:ext cx="347597" cy="506428"/>
            </a:xfrm>
            <a:custGeom>
              <a:avLst/>
              <a:gdLst/>
              <a:ahLst/>
              <a:cxnLst/>
              <a:rect l="l" t="t" r="r" b="b"/>
              <a:pathLst>
                <a:path w="4598" h="6699" extrusionOk="0">
                  <a:moveTo>
                    <a:pt x="4597" y="1"/>
                  </a:moveTo>
                  <a:lnTo>
                    <a:pt x="1" y="4597"/>
                  </a:lnTo>
                  <a:lnTo>
                    <a:pt x="1" y="6699"/>
                  </a:lnTo>
                  <a:lnTo>
                    <a:pt x="4597" y="2102"/>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11"/>
            <p:cNvSpPr/>
            <p:nvPr/>
          </p:nvSpPr>
          <p:spPr>
            <a:xfrm>
              <a:off x="-136402" y="3420168"/>
              <a:ext cx="347597" cy="506352"/>
            </a:xfrm>
            <a:custGeom>
              <a:avLst/>
              <a:gdLst/>
              <a:ahLst/>
              <a:cxnLst/>
              <a:rect l="l" t="t" r="r" b="b"/>
              <a:pathLst>
                <a:path w="4598" h="6698" extrusionOk="0">
                  <a:moveTo>
                    <a:pt x="4597" y="1"/>
                  </a:moveTo>
                  <a:lnTo>
                    <a:pt x="1" y="4597"/>
                  </a:lnTo>
                  <a:lnTo>
                    <a:pt x="1" y="6697"/>
                  </a:lnTo>
                  <a:lnTo>
                    <a:pt x="4597" y="2103"/>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3" name="Google Shape;8483;p11"/>
            <p:cNvSpPr/>
            <p:nvPr/>
          </p:nvSpPr>
          <p:spPr>
            <a:xfrm>
              <a:off x="-136402" y="3237908"/>
              <a:ext cx="347597" cy="506276"/>
            </a:xfrm>
            <a:custGeom>
              <a:avLst/>
              <a:gdLst/>
              <a:ahLst/>
              <a:cxnLst/>
              <a:rect l="l" t="t" r="r" b="b"/>
              <a:pathLst>
                <a:path w="4598" h="6697" extrusionOk="0">
                  <a:moveTo>
                    <a:pt x="4597" y="0"/>
                  </a:moveTo>
                  <a:lnTo>
                    <a:pt x="1" y="4596"/>
                  </a:lnTo>
                  <a:lnTo>
                    <a:pt x="1" y="6696"/>
                  </a:lnTo>
                  <a:lnTo>
                    <a:pt x="4597" y="2100"/>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4" name="Google Shape;8484;p11"/>
            <p:cNvSpPr/>
            <p:nvPr/>
          </p:nvSpPr>
          <p:spPr>
            <a:xfrm>
              <a:off x="-136402" y="3055572"/>
              <a:ext cx="347597" cy="506276"/>
            </a:xfrm>
            <a:custGeom>
              <a:avLst/>
              <a:gdLst/>
              <a:ahLst/>
              <a:cxnLst/>
              <a:rect l="l" t="t" r="r" b="b"/>
              <a:pathLst>
                <a:path w="4598" h="6697" extrusionOk="0">
                  <a:moveTo>
                    <a:pt x="4597" y="0"/>
                  </a:moveTo>
                  <a:lnTo>
                    <a:pt x="1" y="4595"/>
                  </a:lnTo>
                  <a:lnTo>
                    <a:pt x="1" y="6697"/>
                  </a:lnTo>
                  <a:lnTo>
                    <a:pt x="4597" y="2107"/>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5" name="Google Shape;8485;p11"/>
            <p:cNvSpPr/>
            <p:nvPr/>
          </p:nvSpPr>
          <p:spPr>
            <a:xfrm>
              <a:off x="-136402" y="-175976"/>
              <a:ext cx="347597" cy="456155"/>
            </a:xfrm>
            <a:custGeom>
              <a:avLst/>
              <a:gdLst/>
              <a:ahLst/>
              <a:cxnLst/>
              <a:rect l="l" t="t" r="r" b="b"/>
              <a:pathLst>
                <a:path w="4598" h="6034" extrusionOk="0">
                  <a:moveTo>
                    <a:pt x="3927" y="0"/>
                  </a:moveTo>
                  <a:lnTo>
                    <a:pt x="1" y="3925"/>
                  </a:lnTo>
                  <a:lnTo>
                    <a:pt x="1" y="6033"/>
                  </a:lnTo>
                  <a:lnTo>
                    <a:pt x="4597" y="1437"/>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6" name="Google Shape;8486;p11"/>
            <p:cNvSpPr/>
            <p:nvPr/>
          </p:nvSpPr>
          <p:spPr>
            <a:xfrm>
              <a:off x="-136402" y="2690749"/>
              <a:ext cx="347597" cy="506428"/>
            </a:xfrm>
            <a:custGeom>
              <a:avLst/>
              <a:gdLst/>
              <a:ahLst/>
              <a:cxnLst/>
              <a:rect l="l" t="t" r="r" b="b"/>
              <a:pathLst>
                <a:path w="4598" h="6699" extrusionOk="0">
                  <a:moveTo>
                    <a:pt x="4597" y="1"/>
                  </a:moveTo>
                  <a:lnTo>
                    <a:pt x="1" y="4597"/>
                  </a:lnTo>
                  <a:lnTo>
                    <a:pt x="1" y="6699"/>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7" name="Google Shape;8487;p11"/>
            <p:cNvSpPr/>
            <p:nvPr/>
          </p:nvSpPr>
          <p:spPr>
            <a:xfrm>
              <a:off x="-136402" y="1232062"/>
              <a:ext cx="347597" cy="506957"/>
            </a:xfrm>
            <a:custGeom>
              <a:avLst/>
              <a:gdLst/>
              <a:ahLst/>
              <a:cxnLst/>
              <a:rect l="l" t="t" r="r" b="b"/>
              <a:pathLst>
                <a:path w="4598" h="6706" extrusionOk="0">
                  <a:moveTo>
                    <a:pt x="4597" y="0"/>
                  </a:moveTo>
                  <a:lnTo>
                    <a:pt x="1" y="4597"/>
                  </a:lnTo>
                  <a:lnTo>
                    <a:pt x="1" y="6705"/>
                  </a:lnTo>
                  <a:lnTo>
                    <a:pt x="4597" y="2109"/>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8" name="Google Shape;8488;p11"/>
            <p:cNvSpPr/>
            <p:nvPr/>
          </p:nvSpPr>
          <p:spPr>
            <a:xfrm>
              <a:off x="-136402" y="2508489"/>
              <a:ext cx="347597" cy="506428"/>
            </a:xfrm>
            <a:custGeom>
              <a:avLst/>
              <a:gdLst/>
              <a:ahLst/>
              <a:cxnLst/>
              <a:rect l="l" t="t" r="r" b="b"/>
              <a:pathLst>
                <a:path w="4598" h="6699" extrusionOk="0">
                  <a:moveTo>
                    <a:pt x="4597" y="0"/>
                  </a:moveTo>
                  <a:lnTo>
                    <a:pt x="1" y="4596"/>
                  </a:lnTo>
                  <a:lnTo>
                    <a:pt x="1" y="6698"/>
                  </a:lnTo>
                  <a:lnTo>
                    <a:pt x="4597" y="2108"/>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11"/>
            <p:cNvSpPr/>
            <p:nvPr/>
          </p:nvSpPr>
          <p:spPr>
            <a:xfrm>
              <a:off x="-136402" y="1049726"/>
              <a:ext cx="347597" cy="506806"/>
            </a:xfrm>
            <a:custGeom>
              <a:avLst/>
              <a:gdLst/>
              <a:ahLst/>
              <a:cxnLst/>
              <a:rect l="l" t="t" r="r" b="b"/>
              <a:pathLst>
                <a:path w="4598" h="6704" extrusionOk="0">
                  <a:moveTo>
                    <a:pt x="4597" y="1"/>
                  </a:moveTo>
                  <a:lnTo>
                    <a:pt x="1" y="4597"/>
                  </a:lnTo>
                  <a:lnTo>
                    <a:pt x="1" y="6704"/>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11"/>
            <p:cNvSpPr/>
            <p:nvPr/>
          </p:nvSpPr>
          <p:spPr>
            <a:xfrm>
              <a:off x="-136402" y="503172"/>
              <a:ext cx="347597" cy="506428"/>
            </a:xfrm>
            <a:custGeom>
              <a:avLst/>
              <a:gdLst/>
              <a:ahLst/>
              <a:cxnLst/>
              <a:rect l="l" t="t" r="r" b="b"/>
              <a:pathLst>
                <a:path w="4598" h="6699" extrusionOk="0">
                  <a:moveTo>
                    <a:pt x="4597" y="0"/>
                  </a:moveTo>
                  <a:lnTo>
                    <a:pt x="1" y="4590"/>
                  </a:lnTo>
                  <a:lnTo>
                    <a:pt x="1" y="6698"/>
                  </a:lnTo>
                  <a:lnTo>
                    <a:pt x="4597" y="2102"/>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11"/>
            <p:cNvSpPr/>
            <p:nvPr/>
          </p:nvSpPr>
          <p:spPr>
            <a:xfrm>
              <a:off x="-136402" y="2143817"/>
              <a:ext cx="347597" cy="506276"/>
            </a:xfrm>
            <a:custGeom>
              <a:avLst/>
              <a:gdLst/>
              <a:ahLst/>
              <a:cxnLst/>
              <a:rect l="l" t="t" r="r" b="b"/>
              <a:pathLst>
                <a:path w="4598" h="6697" extrusionOk="0">
                  <a:moveTo>
                    <a:pt x="4597" y="0"/>
                  </a:moveTo>
                  <a:lnTo>
                    <a:pt x="1" y="4597"/>
                  </a:lnTo>
                  <a:lnTo>
                    <a:pt x="1" y="6697"/>
                  </a:lnTo>
                  <a:lnTo>
                    <a:pt x="4597" y="2109"/>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11"/>
            <p:cNvSpPr/>
            <p:nvPr/>
          </p:nvSpPr>
          <p:spPr>
            <a:xfrm>
              <a:off x="-136402" y="1596734"/>
              <a:ext cx="347597" cy="506428"/>
            </a:xfrm>
            <a:custGeom>
              <a:avLst/>
              <a:gdLst/>
              <a:ahLst/>
              <a:cxnLst/>
              <a:rect l="l" t="t" r="r" b="b"/>
              <a:pathLst>
                <a:path w="4598" h="6699" extrusionOk="0">
                  <a:moveTo>
                    <a:pt x="4597" y="0"/>
                  </a:moveTo>
                  <a:lnTo>
                    <a:pt x="1" y="4597"/>
                  </a:lnTo>
                  <a:lnTo>
                    <a:pt x="1" y="6698"/>
                  </a:lnTo>
                  <a:lnTo>
                    <a:pt x="4597" y="2108"/>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11"/>
            <p:cNvSpPr/>
            <p:nvPr/>
          </p:nvSpPr>
          <p:spPr>
            <a:xfrm>
              <a:off x="-136402" y="320836"/>
              <a:ext cx="347597" cy="506428"/>
            </a:xfrm>
            <a:custGeom>
              <a:avLst/>
              <a:gdLst/>
              <a:ahLst/>
              <a:cxnLst/>
              <a:rect l="l" t="t" r="r" b="b"/>
              <a:pathLst>
                <a:path w="4598" h="6699" extrusionOk="0">
                  <a:moveTo>
                    <a:pt x="4597" y="0"/>
                  </a:moveTo>
                  <a:lnTo>
                    <a:pt x="1" y="4590"/>
                  </a:lnTo>
                  <a:lnTo>
                    <a:pt x="1" y="6698"/>
                  </a:lnTo>
                  <a:lnTo>
                    <a:pt x="4597" y="2102"/>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11"/>
            <p:cNvSpPr/>
            <p:nvPr/>
          </p:nvSpPr>
          <p:spPr>
            <a:xfrm>
              <a:off x="-136402" y="3784840"/>
              <a:ext cx="347597" cy="384640"/>
            </a:xfrm>
            <a:custGeom>
              <a:avLst/>
              <a:gdLst/>
              <a:ahLst/>
              <a:cxnLst/>
              <a:rect l="l" t="t" r="r" b="b"/>
              <a:pathLst>
                <a:path w="4598" h="5088" extrusionOk="0">
                  <a:moveTo>
                    <a:pt x="4597" y="1"/>
                  </a:moveTo>
                  <a:lnTo>
                    <a:pt x="1" y="4597"/>
                  </a:lnTo>
                  <a:lnTo>
                    <a:pt x="1" y="5088"/>
                  </a:lnTo>
                  <a:lnTo>
                    <a:pt x="1611" y="5088"/>
                  </a:lnTo>
                  <a:lnTo>
                    <a:pt x="4597" y="2102"/>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11"/>
            <p:cNvSpPr/>
            <p:nvPr/>
          </p:nvSpPr>
          <p:spPr>
            <a:xfrm>
              <a:off x="-136402" y="1414398"/>
              <a:ext cx="347597" cy="506957"/>
            </a:xfrm>
            <a:custGeom>
              <a:avLst/>
              <a:gdLst/>
              <a:ahLst/>
              <a:cxnLst/>
              <a:rect l="l" t="t" r="r" b="b"/>
              <a:pathLst>
                <a:path w="4598" h="6706" extrusionOk="0">
                  <a:moveTo>
                    <a:pt x="4597" y="0"/>
                  </a:moveTo>
                  <a:lnTo>
                    <a:pt x="1" y="4597"/>
                  </a:lnTo>
                  <a:lnTo>
                    <a:pt x="1" y="6705"/>
                  </a:lnTo>
                  <a:lnTo>
                    <a:pt x="4597" y="2109"/>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11"/>
            <p:cNvSpPr/>
            <p:nvPr/>
          </p:nvSpPr>
          <p:spPr>
            <a:xfrm>
              <a:off x="-136402" y="685583"/>
              <a:ext cx="347597" cy="506276"/>
            </a:xfrm>
            <a:custGeom>
              <a:avLst/>
              <a:gdLst/>
              <a:ahLst/>
              <a:cxnLst/>
              <a:rect l="l" t="t" r="r" b="b"/>
              <a:pathLst>
                <a:path w="4598" h="6697" extrusionOk="0">
                  <a:moveTo>
                    <a:pt x="4597" y="1"/>
                  </a:moveTo>
                  <a:lnTo>
                    <a:pt x="1" y="4589"/>
                  </a:lnTo>
                  <a:lnTo>
                    <a:pt x="1" y="6697"/>
                  </a:lnTo>
                  <a:lnTo>
                    <a:pt x="4597" y="2101"/>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11"/>
            <p:cNvSpPr/>
            <p:nvPr/>
          </p:nvSpPr>
          <p:spPr>
            <a:xfrm>
              <a:off x="-136402" y="2873085"/>
              <a:ext cx="347597" cy="506428"/>
            </a:xfrm>
            <a:custGeom>
              <a:avLst/>
              <a:gdLst/>
              <a:ahLst/>
              <a:cxnLst/>
              <a:rect l="l" t="t" r="r" b="b"/>
              <a:pathLst>
                <a:path w="4598" h="6699" extrusionOk="0">
                  <a:moveTo>
                    <a:pt x="4597" y="1"/>
                  </a:moveTo>
                  <a:lnTo>
                    <a:pt x="1" y="4597"/>
                  </a:lnTo>
                  <a:lnTo>
                    <a:pt x="1" y="6699"/>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11"/>
            <p:cNvSpPr/>
            <p:nvPr/>
          </p:nvSpPr>
          <p:spPr>
            <a:xfrm>
              <a:off x="-136402" y="-43836"/>
              <a:ext cx="347597" cy="506276"/>
            </a:xfrm>
            <a:custGeom>
              <a:avLst/>
              <a:gdLst/>
              <a:ahLst/>
              <a:cxnLst/>
              <a:rect l="l" t="t" r="r" b="b"/>
              <a:pathLst>
                <a:path w="4598" h="6697" extrusionOk="0">
                  <a:moveTo>
                    <a:pt x="4597" y="1"/>
                  </a:moveTo>
                  <a:lnTo>
                    <a:pt x="1" y="4590"/>
                  </a:lnTo>
                  <a:lnTo>
                    <a:pt x="1" y="6697"/>
                  </a:lnTo>
                  <a:lnTo>
                    <a:pt x="4597" y="2102"/>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9" name="Google Shape;8499;p11"/>
            <p:cNvSpPr/>
            <p:nvPr/>
          </p:nvSpPr>
          <p:spPr>
            <a:xfrm>
              <a:off x="8971" y="3967175"/>
              <a:ext cx="202223" cy="202299"/>
            </a:xfrm>
            <a:custGeom>
              <a:avLst/>
              <a:gdLst/>
              <a:ahLst/>
              <a:cxnLst/>
              <a:rect l="l" t="t" r="r" b="b"/>
              <a:pathLst>
                <a:path w="2675" h="2676" extrusionOk="0">
                  <a:moveTo>
                    <a:pt x="2674" y="0"/>
                  </a:moveTo>
                  <a:lnTo>
                    <a:pt x="0" y="2676"/>
                  </a:lnTo>
                  <a:lnTo>
                    <a:pt x="2100" y="2676"/>
                  </a:lnTo>
                  <a:lnTo>
                    <a:pt x="2674" y="2102"/>
                  </a:lnTo>
                  <a:lnTo>
                    <a:pt x="267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0" name="Google Shape;8500;p11"/>
            <p:cNvSpPr/>
            <p:nvPr/>
          </p:nvSpPr>
          <p:spPr>
            <a:xfrm>
              <a:off x="-136402" y="1961481"/>
              <a:ext cx="347597" cy="506276"/>
            </a:xfrm>
            <a:custGeom>
              <a:avLst/>
              <a:gdLst/>
              <a:ahLst/>
              <a:cxnLst/>
              <a:rect l="l" t="t" r="r" b="b"/>
              <a:pathLst>
                <a:path w="4598" h="6697" extrusionOk="0">
                  <a:moveTo>
                    <a:pt x="4597" y="0"/>
                  </a:moveTo>
                  <a:lnTo>
                    <a:pt x="1" y="4595"/>
                  </a:lnTo>
                  <a:lnTo>
                    <a:pt x="1" y="6697"/>
                  </a:lnTo>
                  <a:lnTo>
                    <a:pt x="4597" y="2107"/>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11"/>
            <p:cNvSpPr/>
            <p:nvPr/>
          </p:nvSpPr>
          <p:spPr>
            <a:xfrm>
              <a:off x="-136402" y="867919"/>
              <a:ext cx="347597" cy="506276"/>
            </a:xfrm>
            <a:custGeom>
              <a:avLst/>
              <a:gdLst/>
              <a:ahLst/>
              <a:cxnLst/>
              <a:rect l="l" t="t" r="r" b="b"/>
              <a:pathLst>
                <a:path w="4598" h="6697" extrusionOk="0">
                  <a:moveTo>
                    <a:pt x="4597" y="0"/>
                  </a:moveTo>
                  <a:lnTo>
                    <a:pt x="1" y="4589"/>
                  </a:lnTo>
                  <a:lnTo>
                    <a:pt x="1" y="6697"/>
                  </a:lnTo>
                  <a:lnTo>
                    <a:pt x="4597" y="2100"/>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2" name="Google Shape;8502;p11"/>
            <p:cNvSpPr/>
            <p:nvPr/>
          </p:nvSpPr>
          <p:spPr>
            <a:xfrm>
              <a:off x="-136402" y="138500"/>
              <a:ext cx="347597" cy="506428"/>
            </a:xfrm>
            <a:custGeom>
              <a:avLst/>
              <a:gdLst/>
              <a:ahLst/>
              <a:cxnLst/>
              <a:rect l="l" t="t" r="r" b="b"/>
              <a:pathLst>
                <a:path w="4598" h="6699" extrusionOk="0">
                  <a:moveTo>
                    <a:pt x="4597" y="0"/>
                  </a:moveTo>
                  <a:lnTo>
                    <a:pt x="1" y="4590"/>
                  </a:lnTo>
                  <a:lnTo>
                    <a:pt x="1" y="6698"/>
                  </a:lnTo>
                  <a:lnTo>
                    <a:pt x="4597" y="2102"/>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3" name="Google Shape;8503;p11"/>
            <p:cNvSpPr/>
            <p:nvPr/>
          </p:nvSpPr>
          <p:spPr>
            <a:xfrm>
              <a:off x="191311" y="4149587"/>
              <a:ext cx="19882" cy="19882"/>
            </a:xfrm>
            <a:custGeom>
              <a:avLst/>
              <a:gdLst/>
              <a:ahLst/>
              <a:cxnLst/>
              <a:rect l="l" t="t" r="r" b="b"/>
              <a:pathLst>
                <a:path w="263" h="263" extrusionOk="0">
                  <a:moveTo>
                    <a:pt x="262" y="1"/>
                  </a:moveTo>
                  <a:lnTo>
                    <a:pt x="0" y="263"/>
                  </a:lnTo>
                  <a:lnTo>
                    <a:pt x="262" y="263"/>
                  </a:lnTo>
                  <a:lnTo>
                    <a:pt x="26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04" name="Google Shape;8504;p11"/>
          <p:cNvGrpSpPr/>
          <p:nvPr/>
        </p:nvGrpSpPr>
        <p:grpSpPr>
          <a:xfrm rot="5400000">
            <a:off x="5913672" y="-2074327"/>
            <a:ext cx="347597" cy="4345451"/>
            <a:chOff x="-136402" y="-175976"/>
            <a:chExt cx="347597" cy="4345451"/>
          </a:xfrm>
        </p:grpSpPr>
        <p:sp>
          <p:nvSpPr>
            <p:cNvPr id="8505" name="Google Shape;8505;p11"/>
            <p:cNvSpPr/>
            <p:nvPr/>
          </p:nvSpPr>
          <p:spPr>
            <a:xfrm>
              <a:off x="-136402" y="3579069"/>
              <a:ext cx="347597" cy="371033"/>
            </a:xfrm>
            <a:custGeom>
              <a:avLst/>
              <a:gdLst/>
              <a:ahLst/>
              <a:cxnLst/>
              <a:rect l="l" t="t" r="r" b="b"/>
              <a:pathLst>
                <a:path w="4598" h="4908" extrusionOk="0">
                  <a:moveTo>
                    <a:pt x="4597" y="1"/>
                  </a:moveTo>
                  <a:lnTo>
                    <a:pt x="1" y="4595"/>
                  </a:lnTo>
                  <a:lnTo>
                    <a:pt x="1" y="4907"/>
                  </a:lnTo>
                  <a:lnTo>
                    <a:pt x="4597" y="311"/>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6" name="Google Shape;8506;p11"/>
            <p:cNvSpPr/>
            <p:nvPr/>
          </p:nvSpPr>
          <p:spPr>
            <a:xfrm>
              <a:off x="-136402" y="2850179"/>
              <a:ext cx="347597" cy="370503"/>
            </a:xfrm>
            <a:custGeom>
              <a:avLst/>
              <a:gdLst/>
              <a:ahLst/>
              <a:cxnLst/>
              <a:rect l="l" t="t" r="r" b="b"/>
              <a:pathLst>
                <a:path w="4598" h="4901" extrusionOk="0">
                  <a:moveTo>
                    <a:pt x="4597" y="0"/>
                  </a:moveTo>
                  <a:lnTo>
                    <a:pt x="1" y="4590"/>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7" name="Google Shape;8507;p11"/>
            <p:cNvSpPr/>
            <p:nvPr/>
          </p:nvSpPr>
          <p:spPr>
            <a:xfrm>
              <a:off x="-14615" y="3943741"/>
              <a:ext cx="225810" cy="225734"/>
            </a:xfrm>
            <a:custGeom>
              <a:avLst/>
              <a:gdLst/>
              <a:ahLst/>
              <a:cxnLst/>
              <a:rect l="l" t="t" r="r" b="b"/>
              <a:pathLst>
                <a:path w="2987" h="2986" extrusionOk="0">
                  <a:moveTo>
                    <a:pt x="2986" y="0"/>
                  </a:moveTo>
                  <a:lnTo>
                    <a:pt x="0" y="2986"/>
                  </a:lnTo>
                  <a:lnTo>
                    <a:pt x="312" y="2986"/>
                  </a:lnTo>
                  <a:lnTo>
                    <a:pt x="2986" y="310"/>
                  </a:lnTo>
                  <a:lnTo>
                    <a:pt x="29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8" name="Google Shape;8508;p11"/>
            <p:cNvSpPr/>
            <p:nvPr/>
          </p:nvSpPr>
          <p:spPr>
            <a:xfrm>
              <a:off x="-136402" y="3214775"/>
              <a:ext cx="347597" cy="370655"/>
            </a:xfrm>
            <a:custGeom>
              <a:avLst/>
              <a:gdLst/>
              <a:ahLst/>
              <a:cxnLst/>
              <a:rect l="l" t="t" r="r" b="b"/>
              <a:pathLst>
                <a:path w="4598" h="4903" extrusionOk="0">
                  <a:moveTo>
                    <a:pt x="4597" y="1"/>
                  </a:moveTo>
                  <a:lnTo>
                    <a:pt x="1" y="4591"/>
                  </a:lnTo>
                  <a:lnTo>
                    <a:pt x="1" y="4902"/>
                  </a:lnTo>
                  <a:lnTo>
                    <a:pt x="4597" y="306"/>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9" name="Google Shape;8509;p11"/>
            <p:cNvSpPr/>
            <p:nvPr/>
          </p:nvSpPr>
          <p:spPr>
            <a:xfrm>
              <a:off x="-136402" y="2485508"/>
              <a:ext cx="347597" cy="370503"/>
            </a:xfrm>
            <a:custGeom>
              <a:avLst/>
              <a:gdLst/>
              <a:ahLst/>
              <a:cxnLst/>
              <a:rect l="l" t="t" r="r" b="b"/>
              <a:pathLst>
                <a:path w="4598" h="4901" extrusionOk="0">
                  <a:moveTo>
                    <a:pt x="4597" y="0"/>
                  </a:moveTo>
                  <a:lnTo>
                    <a:pt x="1" y="4589"/>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0" name="Google Shape;8510;p11"/>
            <p:cNvSpPr/>
            <p:nvPr/>
          </p:nvSpPr>
          <p:spPr>
            <a:xfrm>
              <a:off x="-136402" y="2120760"/>
              <a:ext cx="347597" cy="370579"/>
            </a:xfrm>
            <a:custGeom>
              <a:avLst/>
              <a:gdLst/>
              <a:ahLst/>
              <a:cxnLst/>
              <a:rect l="l" t="t" r="r" b="b"/>
              <a:pathLst>
                <a:path w="4598" h="4902" extrusionOk="0">
                  <a:moveTo>
                    <a:pt x="4597" y="0"/>
                  </a:moveTo>
                  <a:lnTo>
                    <a:pt x="1" y="4590"/>
                  </a:lnTo>
                  <a:lnTo>
                    <a:pt x="1" y="4902"/>
                  </a:lnTo>
                  <a:lnTo>
                    <a:pt x="4597" y="305"/>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1" name="Google Shape;8511;p11"/>
            <p:cNvSpPr/>
            <p:nvPr/>
          </p:nvSpPr>
          <p:spPr>
            <a:xfrm>
              <a:off x="-136402" y="1756088"/>
              <a:ext cx="347597" cy="370503"/>
            </a:xfrm>
            <a:custGeom>
              <a:avLst/>
              <a:gdLst/>
              <a:ahLst/>
              <a:cxnLst/>
              <a:rect l="l" t="t" r="r" b="b"/>
              <a:pathLst>
                <a:path w="4598" h="4901" extrusionOk="0">
                  <a:moveTo>
                    <a:pt x="4597" y="0"/>
                  </a:moveTo>
                  <a:lnTo>
                    <a:pt x="1" y="4590"/>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2" name="Google Shape;8512;p11"/>
            <p:cNvSpPr/>
            <p:nvPr/>
          </p:nvSpPr>
          <p:spPr>
            <a:xfrm>
              <a:off x="-136402" y="1391417"/>
              <a:ext cx="347597" cy="370503"/>
            </a:xfrm>
            <a:custGeom>
              <a:avLst/>
              <a:gdLst/>
              <a:ahLst/>
              <a:cxnLst/>
              <a:rect l="l" t="t" r="r" b="b"/>
              <a:pathLst>
                <a:path w="4598" h="4901" extrusionOk="0">
                  <a:moveTo>
                    <a:pt x="4597" y="1"/>
                  </a:moveTo>
                  <a:lnTo>
                    <a:pt x="1" y="4597"/>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3" name="Google Shape;8513;p11"/>
            <p:cNvSpPr/>
            <p:nvPr/>
          </p:nvSpPr>
          <p:spPr>
            <a:xfrm>
              <a:off x="-136402" y="1026669"/>
              <a:ext cx="347597" cy="370655"/>
            </a:xfrm>
            <a:custGeom>
              <a:avLst/>
              <a:gdLst/>
              <a:ahLst/>
              <a:cxnLst/>
              <a:rect l="l" t="t" r="r" b="b"/>
              <a:pathLst>
                <a:path w="4598" h="4903" extrusionOk="0">
                  <a:moveTo>
                    <a:pt x="4597" y="0"/>
                  </a:moveTo>
                  <a:lnTo>
                    <a:pt x="1" y="4597"/>
                  </a:lnTo>
                  <a:lnTo>
                    <a:pt x="1" y="4902"/>
                  </a:lnTo>
                  <a:lnTo>
                    <a:pt x="4597" y="306"/>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11"/>
            <p:cNvSpPr/>
            <p:nvPr/>
          </p:nvSpPr>
          <p:spPr>
            <a:xfrm>
              <a:off x="-136402" y="661998"/>
              <a:ext cx="347597" cy="370503"/>
            </a:xfrm>
            <a:custGeom>
              <a:avLst/>
              <a:gdLst/>
              <a:ahLst/>
              <a:cxnLst/>
              <a:rect l="l" t="t" r="r" b="b"/>
              <a:pathLst>
                <a:path w="4598" h="4901" extrusionOk="0">
                  <a:moveTo>
                    <a:pt x="4597" y="1"/>
                  </a:moveTo>
                  <a:lnTo>
                    <a:pt x="1" y="4597"/>
                  </a:lnTo>
                  <a:lnTo>
                    <a:pt x="1" y="4901"/>
                  </a:lnTo>
                  <a:lnTo>
                    <a:pt x="4597" y="313"/>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11"/>
            <p:cNvSpPr/>
            <p:nvPr/>
          </p:nvSpPr>
          <p:spPr>
            <a:xfrm>
              <a:off x="-136402" y="297402"/>
              <a:ext cx="347597" cy="370503"/>
            </a:xfrm>
            <a:custGeom>
              <a:avLst/>
              <a:gdLst/>
              <a:ahLst/>
              <a:cxnLst/>
              <a:rect l="l" t="t" r="r" b="b"/>
              <a:pathLst>
                <a:path w="4598" h="4901" extrusionOk="0">
                  <a:moveTo>
                    <a:pt x="4597" y="0"/>
                  </a:moveTo>
                  <a:lnTo>
                    <a:pt x="1" y="4596"/>
                  </a:lnTo>
                  <a:lnTo>
                    <a:pt x="1" y="4900"/>
                  </a:lnTo>
                  <a:lnTo>
                    <a:pt x="4597" y="310"/>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11"/>
            <p:cNvSpPr/>
            <p:nvPr/>
          </p:nvSpPr>
          <p:spPr>
            <a:xfrm>
              <a:off x="-136402" y="-67421"/>
              <a:ext cx="347597" cy="370655"/>
            </a:xfrm>
            <a:custGeom>
              <a:avLst/>
              <a:gdLst/>
              <a:ahLst/>
              <a:cxnLst/>
              <a:rect l="l" t="t" r="r" b="b"/>
              <a:pathLst>
                <a:path w="4598" h="4903" extrusionOk="0">
                  <a:moveTo>
                    <a:pt x="4597" y="1"/>
                  </a:moveTo>
                  <a:lnTo>
                    <a:pt x="1" y="4597"/>
                  </a:lnTo>
                  <a:lnTo>
                    <a:pt x="1" y="4902"/>
                  </a:lnTo>
                  <a:lnTo>
                    <a:pt x="4597" y="313"/>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7" name="Google Shape;8517;p11"/>
            <p:cNvSpPr/>
            <p:nvPr/>
          </p:nvSpPr>
          <p:spPr>
            <a:xfrm>
              <a:off x="-136402" y="-175976"/>
              <a:ext cx="114606" cy="114379"/>
            </a:xfrm>
            <a:custGeom>
              <a:avLst/>
              <a:gdLst/>
              <a:ahLst/>
              <a:cxnLst/>
              <a:rect l="l" t="t" r="r" b="b"/>
              <a:pathLst>
                <a:path w="1516" h="1513" extrusionOk="0">
                  <a:moveTo>
                    <a:pt x="1212" y="0"/>
                  </a:moveTo>
                  <a:lnTo>
                    <a:pt x="1" y="1209"/>
                  </a:lnTo>
                  <a:lnTo>
                    <a:pt x="1" y="1513"/>
                  </a:lnTo>
                  <a:lnTo>
                    <a:pt x="15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8" name="Google Shape;8518;p11"/>
            <p:cNvSpPr/>
            <p:nvPr/>
          </p:nvSpPr>
          <p:spPr>
            <a:xfrm>
              <a:off x="167725" y="4126077"/>
              <a:ext cx="43469" cy="43393"/>
            </a:xfrm>
            <a:custGeom>
              <a:avLst/>
              <a:gdLst/>
              <a:ahLst/>
              <a:cxnLst/>
              <a:rect l="l" t="t" r="r" b="b"/>
              <a:pathLst>
                <a:path w="575" h="574" extrusionOk="0">
                  <a:moveTo>
                    <a:pt x="574" y="0"/>
                  </a:moveTo>
                  <a:lnTo>
                    <a:pt x="0" y="574"/>
                  </a:lnTo>
                  <a:lnTo>
                    <a:pt x="312" y="574"/>
                  </a:lnTo>
                  <a:lnTo>
                    <a:pt x="574" y="312"/>
                  </a:lnTo>
                  <a:lnTo>
                    <a:pt x="57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11"/>
            <p:cNvSpPr/>
            <p:nvPr/>
          </p:nvSpPr>
          <p:spPr>
            <a:xfrm>
              <a:off x="-136402" y="3396658"/>
              <a:ext cx="347597" cy="371108"/>
            </a:xfrm>
            <a:custGeom>
              <a:avLst/>
              <a:gdLst/>
              <a:ahLst/>
              <a:cxnLst/>
              <a:rect l="l" t="t" r="r" b="b"/>
              <a:pathLst>
                <a:path w="4598" h="4909" extrusionOk="0">
                  <a:moveTo>
                    <a:pt x="4597" y="0"/>
                  </a:moveTo>
                  <a:lnTo>
                    <a:pt x="1" y="4596"/>
                  </a:lnTo>
                  <a:lnTo>
                    <a:pt x="1" y="4908"/>
                  </a:lnTo>
                  <a:lnTo>
                    <a:pt x="4597" y="312"/>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11"/>
            <p:cNvSpPr/>
            <p:nvPr/>
          </p:nvSpPr>
          <p:spPr>
            <a:xfrm>
              <a:off x="-136402" y="2667843"/>
              <a:ext cx="347597" cy="370503"/>
            </a:xfrm>
            <a:custGeom>
              <a:avLst/>
              <a:gdLst/>
              <a:ahLst/>
              <a:cxnLst/>
              <a:rect l="l" t="t" r="r" b="b"/>
              <a:pathLst>
                <a:path w="4598" h="4901" extrusionOk="0">
                  <a:moveTo>
                    <a:pt x="4597" y="0"/>
                  </a:moveTo>
                  <a:lnTo>
                    <a:pt x="1" y="4590"/>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11"/>
            <p:cNvSpPr/>
            <p:nvPr/>
          </p:nvSpPr>
          <p:spPr>
            <a:xfrm>
              <a:off x="-136402" y="1938424"/>
              <a:ext cx="347597" cy="370503"/>
            </a:xfrm>
            <a:custGeom>
              <a:avLst/>
              <a:gdLst/>
              <a:ahLst/>
              <a:cxnLst/>
              <a:rect l="l" t="t" r="r" b="b"/>
              <a:pathLst>
                <a:path w="4598" h="4901" extrusionOk="0">
                  <a:moveTo>
                    <a:pt x="4597" y="0"/>
                  </a:moveTo>
                  <a:lnTo>
                    <a:pt x="1" y="4590"/>
                  </a:lnTo>
                  <a:lnTo>
                    <a:pt x="1" y="4900"/>
                  </a:lnTo>
                  <a:lnTo>
                    <a:pt x="4597" y="305"/>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11"/>
            <p:cNvSpPr/>
            <p:nvPr/>
          </p:nvSpPr>
          <p:spPr>
            <a:xfrm>
              <a:off x="-136402" y="1209081"/>
              <a:ext cx="347597" cy="370503"/>
            </a:xfrm>
            <a:custGeom>
              <a:avLst/>
              <a:gdLst/>
              <a:ahLst/>
              <a:cxnLst/>
              <a:rect l="l" t="t" r="r" b="b"/>
              <a:pathLst>
                <a:path w="4598" h="4901" extrusionOk="0">
                  <a:moveTo>
                    <a:pt x="4597" y="1"/>
                  </a:moveTo>
                  <a:lnTo>
                    <a:pt x="1" y="4596"/>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3" name="Google Shape;8523;p11"/>
            <p:cNvSpPr/>
            <p:nvPr/>
          </p:nvSpPr>
          <p:spPr>
            <a:xfrm>
              <a:off x="-136402" y="479662"/>
              <a:ext cx="347597" cy="370503"/>
            </a:xfrm>
            <a:custGeom>
              <a:avLst/>
              <a:gdLst/>
              <a:ahLst/>
              <a:cxnLst/>
              <a:rect l="l" t="t" r="r" b="b"/>
              <a:pathLst>
                <a:path w="4598" h="4901" extrusionOk="0">
                  <a:moveTo>
                    <a:pt x="4597" y="1"/>
                  </a:moveTo>
                  <a:lnTo>
                    <a:pt x="1" y="4597"/>
                  </a:lnTo>
                  <a:lnTo>
                    <a:pt x="1" y="4901"/>
                  </a:lnTo>
                  <a:lnTo>
                    <a:pt x="4597" y="311"/>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4" name="Google Shape;8524;p11"/>
            <p:cNvSpPr/>
            <p:nvPr/>
          </p:nvSpPr>
          <p:spPr>
            <a:xfrm>
              <a:off x="-136402" y="3761405"/>
              <a:ext cx="347597" cy="370957"/>
            </a:xfrm>
            <a:custGeom>
              <a:avLst/>
              <a:gdLst/>
              <a:ahLst/>
              <a:cxnLst/>
              <a:rect l="l" t="t" r="r" b="b"/>
              <a:pathLst>
                <a:path w="4598" h="4907" extrusionOk="0">
                  <a:moveTo>
                    <a:pt x="4597" y="0"/>
                  </a:moveTo>
                  <a:lnTo>
                    <a:pt x="1" y="4597"/>
                  </a:lnTo>
                  <a:lnTo>
                    <a:pt x="1" y="4907"/>
                  </a:lnTo>
                  <a:lnTo>
                    <a:pt x="4597" y="311"/>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11"/>
            <p:cNvSpPr/>
            <p:nvPr/>
          </p:nvSpPr>
          <p:spPr>
            <a:xfrm>
              <a:off x="-136402" y="3032440"/>
              <a:ext cx="347597" cy="370503"/>
            </a:xfrm>
            <a:custGeom>
              <a:avLst/>
              <a:gdLst/>
              <a:ahLst/>
              <a:cxnLst/>
              <a:rect l="l" t="t" r="r" b="b"/>
              <a:pathLst>
                <a:path w="4598" h="4901" extrusionOk="0">
                  <a:moveTo>
                    <a:pt x="4597" y="1"/>
                  </a:moveTo>
                  <a:lnTo>
                    <a:pt x="1" y="4591"/>
                  </a:lnTo>
                  <a:lnTo>
                    <a:pt x="1" y="4901"/>
                  </a:lnTo>
                  <a:lnTo>
                    <a:pt x="4597" y="306"/>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6" name="Google Shape;8526;p11"/>
            <p:cNvSpPr/>
            <p:nvPr/>
          </p:nvSpPr>
          <p:spPr>
            <a:xfrm>
              <a:off x="-136402" y="2303172"/>
              <a:ext cx="347597" cy="370503"/>
            </a:xfrm>
            <a:custGeom>
              <a:avLst/>
              <a:gdLst/>
              <a:ahLst/>
              <a:cxnLst/>
              <a:rect l="l" t="t" r="r" b="b"/>
              <a:pathLst>
                <a:path w="4598" h="4901" extrusionOk="0">
                  <a:moveTo>
                    <a:pt x="4597" y="1"/>
                  </a:moveTo>
                  <a:lnTo>
                    <a:pt x="1" y="4589"/>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7" name="Google Shape;8527;p11"/>
            <p:cNvSpPr/>
            <p:nvPr/>
          </p:nvSpPr>
          <p:spPr>
            <a:xfrm>
              <a:off x="-136402" y="1573753"/>
              <a:ext cx="347597" cy="370503"/>
            </a:xfrm>
            <a:custGeom>
              <a:avLst/>
              <a:gdLst/>
              <a:ahLst/>
              <a:cxnLst/>
              <a:rect l="l" t="t" r="r" b="b"/>
              <a:pathLst>
                <a:path w="4598" h="4901" extrusionOk="0">
                  <a:moveTo>
                    <a:pt x="4597" y="1"/>
                  </a:moveTo>
                  <a:lnTo>
                    <a:pt x="1" y="4597"/>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8" name="Google Shape;8528;p11"/>
            <p:cNvSpPr/>
            <p:nvPr/>
          </p:nvSpPr>
          <p:spPr>
            <a:xfrm>
              <a:off x="-136402" y="844334"/>
              <a:ext cx="347597" cy="370503"/>
            </a:xfrm>
            <a:custGeom>
              <a:avLst/>
              <a:gdLst/>
              <a:ahLst/>
              <a:cxnLst/>
              <a:rect l="l" t="t" r="r" b="b"/>
              <a:pathLst>
                <a:path w="4598" h="4901" extrusionOk="0">
                  <a:moveTo>
                    <a:pt x="4597" y="1"/>
                  </a:moveTo>
                  <a:lnTo>
                    <a:pt x="1" y="4597"/>
                  </a:lnTo>
                  <a:lnTo>
                    <a:pt x="1" y="4901"/>
                  </a:lnTo>
                  <a:lnTo>
                    <a:pt x="4597" y="312"/>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11"/>
            <p:cNvSpPr/>
            <p:nvPr/>
          </p:nvSpPr>
          <p:spPr>
            <a:xfrm>
              <a:off x="-136402" y="115066"/>
              <a:ext cx="347597" cy="370503"/>
            </a:xfrm>
            <a:custGeom>
              <a:avLst/>
              <a:gdLst/>
              <a:ahLst/>
              <a:cxnLst/>
              <a:rect l="l" t="t" r="r" b="b"/>
              <a:pathLst>
                <a:path w="4598" h="4901" extrusionOk="0">
                  <a:moveTo>
                    <a:pt x="4597" y="0"/>
                  </a:moveTo>
                  <a:lnTo>
                    <a:pt x="1" y="4595"/>
                  </a:lnTo>
                  <a:lnTo>
                    <a:pt x="1" y="4900"/>
                  </a:lnTo>
                  <a:lnTo>
                    <a:pt x="4597" y="310"/>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0" name="Google Shape;8530;p11"/>
            <p:cNvSpPr/>
            <p:nvPr/>
          </p:nvSpPr>
          <p:spPr>
            <a:xfrm>
              <a:off x="-136402" y="-175976"/>
              <a:ext cx="296947" cy="296720"/>
            </a:xfrm>
            <a:custGeom>
              <a:avLst/>
              <a:gdLst/>
              <a:ahLst/>
              <a:cxnLst/>
              <a:rect l="l" t="t" r="r" b="b"/>
              <a:pathLst>
                <a:path w="3928" h="3925" extrusionOk="0">
                  <a:moveTo>
                    <a:pt x="3624" y="0"/>
                  </a:moveTo>
                  <a:lnTo>
                    <a:pt x="1" y="3621"/>
                  </a:lnTo>
                  <a:lnTo>
                    <a:pt x="1" y="3925"/>
                  </a:lnTo>
                  <a:lnTo>
                    <a:pt x="39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31" name="Google Shape;8531;p11"/>
          <p:cNvSpPr/>
          <p:nvPr/>
        </p:nvSpPr>
        <p:spPr>
          <a:xfrm rot="5400000">
            <a:off x="5913645" y="-2074348"/>
            <a:ext cx="347700" cy="43455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32" name="Google Shape;8532;p11"/>
          <p:cNvGrpSpPr/>
          <p:nvPr/>
        </p:nvGrpSpPr>
        <p:grpSpPr>
          <a:xfrm rot="5400000">
            <a:off x="1789445" y="2885271"/>
            <a:ext cx="347597" cy="4345456"/>
            <a:chOff x="-136402" y="-175976"/>
            <a:chExt cx="347597" cy="4345456"/>
          </a:xfrm>
        </p:grpSpPr>
        <p:sp>
          <p:nvSpPr>
            <p:cNvPr id="8533" name="Google Shape;8533;p11"/>
            <p:cNvSpPr/>
            <p:nvPr/>
          </p:nvSpPr>
          <p:spPr>
            <a:xfrm>
              <a:off x="-136402" y="-175976"/>
              <a:ext cx="273965" cy="273814"/>
            </a:xfrm>
            <a:custGeom>
              <a:avLst/>
              <a:gdLst/>
              <a:ahLst/>
              <a:cxnLst/>
              <a:rect l="l" t="t" r="r" b="b"/>
              <a:pathLst>
                <a:path w="3624" h="3622" extrusionOk="0">
                  <a:moveTo>
                    <a:pt x="1515" y="0"/>
                  </a:moveTo>
                  <a:lnTo>
                    <a:pt x="1" y="1513"/>
                  </a:lnTo>
                  <a:lnTo>
                    <a:pt x="1" y="3621"/>
                  </a:lnTo>
                  <a:lnTo>
                    <a:pt x="36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11"/>
            <p:cNvSpPr/>
            <p:nvPr/>
          </p:nvSpPr>
          <p:spPr>
            <a:xfrm>
              <a:off x="-136402" y="1778994"/>
              <a:ext cx="347597" cy="506503"/>
            </a:xfrm>
            <a:custGeom>
              <a:avLst/>
              <a:gdLst/>
              <a:ahLst/>
              <a:cxnLst/>
              <a:rect l="l" t="t" r="r" b="b"/>
              <a:pathLst>
                <a:path w="4598" h="6700" extrusionOk="0">
                  <a:moveTo>
                    <a:pt x="4597" y="1"/>
                  </a:moveTo>
                  <a:lnTo>
                    <a:pt x="1" y="4597"/>
                  </a:lnTo>
                  <a:lnTo>
                    <a:pt x="1" y="6699"/>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5" name="Google Shape;8535;p11"/>
            <p:cNvSpPr/>
            <p:nvPr/>
          </p:nvSpPr>
          <p:spPr>
            <a:xfrm>
              <a:off x="-136402" y="2326153"/>
              <a:ext cx="347597" cy="506276"/>
            </a:xfrm>
            <a:custGeom>
              <a:avLst/>
              <a:gdLst/>
              <a:ahLst/>
              <a:cxnLst/>
              <a:rect l="l" t="t" r="r" b="b"/>
              <a:pathLst>
                <a:path w="4598" h="6697" extrusionOk="0">
                  <a:moveTo>
                    <a:pt x="4597" y="0"/>
                  </a:moveTo>
                  <a:lnTo>
                    <a:pt x="1" y="4597"/>
                  </a:lnTo>
                  <a:lnTo>
                    <a:pt x="1" y="6697"/>
                  </a:lnTo>
                  <a:lnTo>
                    <a:pt x="4597" y="2108"/>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11"/>
            <p:cNvSpPr/>
            <p:nvPr/>
          </p:nvSpPr>
          <p:spPr>
            <a:xfrm>
              <a:off x="-136402" y="-175976"/>
              <a:ext cx="91624" cy="91473"/>
            </a:xfrm>
            <a:custGeom>
              <a:avLst/>
              <a:gdLst/>
              <a:ahLst/>
              <a:cxnLst/>
              <a:rect l="l" t="t" r="r" b="b"/>
              <a:pathLst>
                <a:path w="1212" h="1210" extrusionOk="0">
                  <a:moveTo>
                    <a:pt x="1" y="0"/>
                  </a:moveTo>
                  <a:lnTo>
                    <a:pt x="1" y="1209"/>
                  </a:lnTo>
                  <a:lnTo>
                    <a:pt x="12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7" name="Google Shape;8537;p11"/>
            <p:cNvSpPr/>
            <p:nvPr/>
          </p:nvSpPr>
          <p:spPr>
            <a:xfrm>
              <a:off x="-136402" y="3602504"/>
              <a:ext cx="347597" cy="506428"/>
            </a:xfrm>
            <a:custGeom>
              <a:avLst/>
              <a:gdLst/>
              <a:ahLst/>
              <a:cxnLst/>
              <a:rect l="l" t="t" r="r" b="b"/>
              <a:pathLst>
                <a:path w="4598" h="6699" extrusionOk="0">
                  <a:moveTo>
                    <a:pt x="4597" y="1"/>
                  </a:moveTo>
                  <a:lnTo>
                    <a:pt x="1" y="4597"/>
                  </a:lnTo>
                  <a:lnTo>
                    <a:pt x="1" y="6699"/>
                  </a:lnTo>
                  <a:lnTo>
                    <a:pt x="4597" y="2102"/>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11"/>
            <p:cNvSpPr/>
            <p:nvPr/>
          </p:nvSpPr>
          <p:spPr>
            <a:xfrm>
              <a:off x="-136402" y="3420168"/>
              <a:ext cx="347597" cy="506352"/>
            </a:xfrm>
            <a:custGeom>
              <a:avLst/>
              <a:gdLst/>
              <a:ahLst/>
              <a:cxnLst/>
              <a:rect l="l" t="t" r="r" b="b"/>
              <a:pathLst>
                <a:path w="4598" h="6698" extrusionOk="0">
                  <a:moveTo>
                    <a:pt x="4597" y="1"/>
                  </a:moveTo>
                  <a:lnTo>
                    <a:pt x="1" y="4597"/>
                  </a:lnTo>
                  <a:lnTo>
                    <a:pt x="1" y="6697"/>
                  </a:lnTo>
                  <a:lnTo>
                    <a:pt x="4597" y="2103"/>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11"/>
            <p:cNvSpPr/>
            <p:nvPr/>
          </p:nvSpPr>
          <p:spPr>
            <a:xfrm>
              <a:off x="-136402" y="3237908"/>
              <a:ext cx="347597" cy="506276"/>
            </a:xfrm>
            <a:custGeom>
              <a:avLst/>
              <a:gdLst/>
              <a:ahLst/>
              <a:cxnLst/>
              <a:rect l="l" t="t" r="r" b="b"/>
              <a:pathLst>
                <a:path w="4598" h="6697" extrusionOk="0">
                  <a:moveTo>
                    <a:pt x="4597" y="0"/>
                  </a:moveTo>
                  <a:lnTo>
                    <a:pt x="1" y="4596"/>
                  </a:lnTo>
                  <a:lnTo>
                    <a:pt x="1" y="6696"/>
                  </a:lnTo>
                  <a:lnTo>
                    <a:pt x="4597" y="2100"/>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11"/>
            <p:cNvSpPr/>
            <p:nvPr/>
          </p:nvSpPr>
          <p:spPr>
            <a:xfrm>
              <a:off x="-136402" y="3055572"/>
              <a:ext cx="347597" cy="506276"/>
            </a:xfrm>
            <a:custGeom>
              <a:avLst/>
              <a:gdLst/>
              <a:ahLst/>
              <a:cxnLst/>
              <a:rect l="l" t="t" r="r" b="b"/>
              <a:pathLst>
                <a:path w="4598" h="6697" extrusionOk="0">
                  <a:moveTo>
                    <a:pt x="4597" y="0"/>
                  </a:moveTo>
                  <a:lnTo>
                    <a:pt x="1" y="4595"/>
                  </a:lnTo>
                  <a:lnTo>
                    <a:pt x="1" y="6697"/>
                  </a:lnTo>
                  <a:lnTo>
                    <a:pt x="4597" y="2107"/>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11"/>
            <p:cNvSpPr/>
            <p:nvPr/>
          </p:nvSpPr>
          <p:spPr>
            <a:xfrm>
              <a:off x="-136402" y="-175976"/>
              <a:ext cx="347597" cy="456155"/>
            </a:xfrm>
            <a:custGeom>
              <a:avLst/>
              <a:gdLst/>
              <a:ahLst/>
              <a:cxnLst/>
              <a:rect l="l" t="t" r="r" b="b"/>
              <a:pathLst>
                <a:path w="4598" h="6034" extrusionOk="0">
                  <a:moveTo>
                    <a:pt x="3927" y="0"/>
                  </a:moveTo>
                  <a:lnTo>
                    <a:pt x="1" y="3925"/>
                  </a:lnTo>
                  <a:lnTo>
                    <a:pt x="1" y="6033"/>
                  </a:lnTo>
                  <a:lnTo>
                    <a:pt x="4597" y="1437"/>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2" name="Google Shape;8542;p11"/>
            <p:cNvSpPr/>
            <p:nvPr/>
          </p:nvSpPr>
          <p:spPr>
            <a:xfrm>
              <a:off x="-136402" y="2690749"/>
              <a:ext cx="347597" cy="506428"/>
            </a:xfrm>
            <a:custGeom>
              <a:avLst/>
              <a:gdLst/>
              <a:ahLst/>
              <a:cxnLst/>
              <a:rect l="l" t="t" r="r" b="b"/>
              <a:pathLst>
                <a:path w="4598" h="6699" extrusionOk="0">
                  <a:moveTo>
                    <a:pt x="4597" y="1"/>
                  </a:moveTo>
                  <a:lnTo>
                    <a:pt x="1" y="4597"/>
                  </a:lnTo>
                  <a:lnTo>
                    <a:pt x="1" y="6699"/>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11"/>
            <p:cNvSpPr/>
            <p:nvPr/>
          </p:nvSpPr>
          <p:spPr>
            <a:xfrm>
              <a:off x="-136402" y="1232062"/>
              <a:ext cx="347597" cy="506957"/>
            </a:xfrm>
            <a:custGeom>
              <a:avLst/>
              <a:gdLst/>
              <a:ahLst/>
              <a:cxnLst/>
              <a:rect l="l" t="t" r="r" b="b"/>
              <a:pathLst>
                <a:path w="4598" h="6706" extrusionOk="0">
                  <a:moveTo>
                    <a:pt x="4597" y="0"/>
                  </a:moveTo>
                  <a:lnTo>
                    <a:pt x="1" y="4597"/>
                  </a:lnTo>
                  <a:lnTo>
                    <a:pt x="1" y="6705"/>
                  </a:lnTo>
                  <a:lnTo>
                    <a:pt x="4597" y="2109"/>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11"/>
            <p:cNvSpPr/>
            <p:nvPr/>
          </p:nvSpPr>
          <p:spPr>
            <a:xfrm>
              <a:off x="-136402" y="2508489"/>
              <a:ext cx="347597" cy="506428"/>
            </a:xfrm>
            <a:custGeom>
              <a:avLst/>
              <a:gdLst/>
              <a:ahLst/>
              <a:cxnLst/>
              <a:rect l="l" t="t" r="r" b="b"/>
              <a:pathLst>
                <a:path w="4598" h="6699" extrusionOk="0">
                  <a:moveTo>
                    <a:pt x="4597" y="0"/>
                  </a:moveTo>
                  <a:lnTo>
                    <a:pt x="1" y="4596"/>
                  </a:lnTo>
                  <a:lnTo>
                    <a:pt x="1" y="6698"/>
                  </a:lnTo>
                  <a:lnTo>
                    <a:pt x="4597" y="2108"/>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11"/>
            <p:cNvSpPr/>
            <p:nvPr/>
          </p:nvSpPr>
          <p:spPr>
            <a:xfrm>
              <a:off x="-136402" y="1049726"/>
              <a:ext cx="347597" cy="506806"/>
            </a:xfrm>
            <a:custGeom>
              <a:avLst/>
              <a:gdLst/>
              <a:ahLst/>
              <a:cxnLst/>
              <a:rect l="l" t="t" r="r" b="b"/>
              <a:pathLst>
                <a:path w="4598" h="6704" extrusionOk="0">
                  <a:moveTo>
                    <a:pt x="4597" y="1"/>
                  </a:moveTo>
                  <a:lnTo>
                    <a:pt x="1" y="4597"/>
                  </a:lnTo>
                  <a:lnTo>
                    <a:pt x="1" y="6704"/>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11"/>
            <p:cNvSpPr/>
            <p:nvPr/>
          </p:nvSpPr>
          <p:spPr>
            <a:xfrm>
              <a:off x="-136402" y="503172"/>
              <a:ext cx="347597" cy="506428"/>
            </a:xfrm>
            <a:custGeom>
              <a:avLst/>
              <a:gdLst/>
              <a:ahLst/>
              <a:cxnLst/>
              <a:rect l="l" t="t" r="r" b="b"/>
              <a:pathLst>
                <a:path w="4598" h="6699" extrusionOk="0">
                  <a:moveTo>
                    <a:pt x="4597" y="0"/>
                  </a:moveTo>
                  <a:lnTo>
                    <a:pt x="1" y="4590"/>
                  </a:lnTo>
                  <a:lnTo>
                    <a:pt x="1" y="6698"/>
                  </a:lnTo>
                  <a:lnTo>
                    <a:pt x="4597" y="2102"/>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11"/>
            <p:cNvSpPr/>
            <p:nvPr/>
          </p:nvSpPr>
          <p:spPr>
            <a:xfrm>
              <a:off x="-136402" y="2143817"/>
              <a:ext cx="347597" cy="506276"/>
            </a:xfrm>
            <a:custGeom>
              <a:avLst/>
              <a:gdLst/>
              <a:ahLst/>
              <a:cxnLst/>
              <a:rect l="l" t="t" r="r" b="b"/>
              <a:pathLst>
                <a:path w="4598" h="6697" extrusionOk="0">
                  <a:moveTo>
                    <a:pt x="4597" y="0"/>
                  </a:moveTo>
                  <a:lnTo>
                    <a:pt x="1" y="4597"/>
                  </a:lnTo>
                  <a:lnTo>
                    <a:pt x="1" y="6697"/>
                  </a:lnTo>
                  <a:lnTo>
                    <a:pt x="4597" y="2109"/>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11"/>
            <p:cNvSpPr/>
            <p:nvPr/>
          </p:nvSpPr>
          <p:spPr>
            <a:xfrm>
              <a:off x="-136402" y="1596734"/>
              <a:ext cx="347597" cy="506428"/>
            </a:xfrm>
            <a:custGeom>
              <a:avLst/>
              <a:gdLst/>
              <a:ahLst/>
              <a:cxnLst/>
              <a:rect l="l" t="t" r="r" b="b"/>
              <a:pathLst>
                <a:path w="4598" h="6699" extrusionOk="0">
                  <a:moveTo>
                    <a:pt x="4597" y="0"/>
                  </a:moveTo>
                  <a:lnTo>
                    <a:pt x="1" y="4597"/>
                  </a:lnTo>
                  <a:lnTo>
                    <a:pt x="1" y="6698"/>
                  </a:lnTo>
                  <a:lnTo>
                    <a:pt x="4597" y="2108"/>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11"/>
            <p:cNvSpPr/>
            <p:nvPr/>
          </p:nvSpPr>
          <p:spPr>
            <a:xfrm>
              <a:off x="-136402" y="320836"/>
              <a:ext cx="347597" cy="506428"/>
            </a:xfrm>
            <a:custGeom>
              <a:avLst/>
              <a:gdLst/>
              <a:ahLst/>
              <a:cxnLst/>
              <a:rect l="l" t="t" r="r" b="b"/>
              <a:pathLst>
                <a:path w="4598" h="6699" extrusionOk="0">
                  <a:moveTo>
                    <a:pt x="4597" y="0"/>
                  </a:moveTo>
                  <a:lnTo>
                    <a:pt x="1" y="4590"/>
                  </a:lnTo>
                  <a:lnTo>
                    <a:pt x="1" y="6698"/>
                  </a:lnTo>
                  <a:lnTo>
                    <a:pt x="4597" y="2102"/>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0" name="Google Shape;8550;p11"/>
            <p:cNvSpPr/>
            <p:nvPr/>
          </p:nvSpPr>
          <p:spPr>
            <a:xfrm>
              <a:off x="-136402" y="3784840"/>
              <a:ext cx="347597" cy="384640"/>
            </a:xfrm>
            <a:custGeom>
              <a:avLst/>
              <a:gdLst/>
              <a:ahLst/>
              <a:cxnLst/>
              <a:rect l="l" t="t" r="r" b="b"/>
              <a:pathLst>
                <a:path w="4598" h="5088" extrusionOk="0">
                  <a:moveTo>
                    <a:pt x="4597" y="1"/>
                  </a:moveTo>
                  <a:lnTo>
                    <a:pt x="1" y="4597"/>
                  </a:lnTo>
                  <a:lnTo>
                    <a:pt x="1" y="5088"/>
                  </a:lnTo>
                  <a:lnTo>
                    <a:pt x="1611" y="5088"/>
                  </a:lnTo>
                  <a:lnTo>
                    <a:pt x="4597" y="2102"/>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1" name="Google Shape;8551;p11"/>
            <p:cNvSpPr/>
            <p:nvPr/>
          </p:nvSpPr>
          <p:spPr>
            <a:xfrm>
              <a:off x="-136402" y="1414398"/>
              <a:ext cx="347597" cy="506957"/>
            </a:xfrm>
            <a:custGeom>
              <a:avLst/>
              <a:gdLst/>
              <a:ahLst/>
              <a:cxnLst/>
              <a:rect l="l" t="t" r="r" b="b"/>
              <a:pathLst>
                <a:path w="4598" h="6706" extrusionOk="0">
                  <a:moveTo>
                    <a:pt x="4597" y="0"/>
                  </a:moveTo>
                  <a:lnTo>
                    <a:pt x="1" y="4597"/>
                  </a:lnTo>
                  <a:lnTo>
                    <a:pt x="1" y="6705"/>
                  </a:lnTo>
                  <a:lnTo>
                    <a:pt x="4597" y="2109"/>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11"/>
            <p:cNvSpPr/>
            <p:nvPr/>
          </p:nvSpPr>
          <p:spPr>
            <a:xfrm>
              <a:off x="-136402" y="685583"/>
              <a:ext cx="347597" cy="506276"/>
            </a:xfrm>
            <a:custGeom>
              <a:avLst/>
              <a:gdLst/>
              <a:ahLst/>
              <a:cxnLst/>
              <a:rect l="l" t="t" r="r" b="b"/>
              <a:pathLst>
                <a:path w="4598" h="6697" extrusionOk="0">
                  <a:moveTo>
                    <a:pt x="4597" y="1"/>
                  </a:moveTo>
                  <a:lnTo>
                    <a:pt x="1" y="4589"/>
                  </a:lnTo>
                  <a:lnTo>
                    <a:pt x="1" y="6697"/>
                  </a:lnTo>
                  <a:lnTo>
                    <a:pt x="4597" y="2101"/>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11"/>
            <p:cNvSpPr/>
            <p:nvPr/>
          </p:nvSpPr>
          <p:spPr>
            <a:xfrm>
              <a:off x="-136402" y="2873085"/>
              <a:ext cx="347597" cy="506428"/>
            </a:xfrm>
            <a:custGeom>
              <a:avLst/>
              <a:gdLst/>
              <a:ahLst/>
              <a:cxnLst/>
              <a:rect l="l" t="t" r="r" b="b"/>
              <a:pathLst>
                <a:path w="4598" h="6699" extrusionOk="0">
                  <a:moveTo>
                    <a:pt x="4597" y="1"/>
                  </a:moveTo>
                  <a:lnTo>
                    <a:pt x="1" y="4597"/>
                  </a:lnTo>
                  <a:lnTo>
                    <a:pt x="1" y="6699"/>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4" name="Google Shape;8554;p11"/>
            <p:cNvSpPr/>
            <p:nvPr/>
          </p:nvSpPr>
          <p:spPr>
            <a:xfrm>
              <a:off x="-136402" y="-43836"/>
              <a:ext cx="347597" cy="506276"/>
            </a:xfrm>
            <a:custGeom>
              <a:avLst/>
              <a:gdLst/>
              <a:ahLst/>
              <a:cxnLst/>
              <a:rect l="l" t="t" r="r" b="b"/>
              <a:pathLst>
                <a:path w="4598" h="6697" extrusionOk="0">
                  <a:moveTo>
                    <a:pt x="4597" y="1"/>
                  </a:moveTo>
                  <a:lnTo>
                    <a:pt x="1" y="4590"/>
                  </a:lnTo>
                  <a:lnTo>
                    <a:pt x="1" y="6697"/>
                  </a:lnTo>
                  <a:lnTo>
                    <a:pt x="4597" y="2102"/>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11"/>
            <p:cNvSpPr/>
            <p:nvPr/>
          </p:nvSpPr>
          <p:spPr>
            <a:xfrm>
              <a:off x="8971" y="3967175"/>
              <a:ext cx="202223" cy="202299"/>
            </a:xfrm>
            <a:custGeom>
              <a:avLst/>
              <a:gdLst/>
              <a:ahLst/>
              <a:cxnLst/>
              <a:rect l="l" t="t" r="r" b="b"/>
              <a:pathLst>
                <a:path w="2675" h="2676" extrusionOk="0">
                  <a:moveTo>
                    <a:pt x="2674" y="0"/>
                  </a:moveTo>
                  <a:lnTo>
                    <a:pt x="0" y="2676"/>
                  </a:lnTo>
                  <a:lnTo>
                    <a:pt x="2100" y="2676"/>
                  </a:lnTo>
                  <a:lnTo>
                    <a:pt x="2674" y="2102"/>
                  </a:lnTo>
                  <a:lnTo>
                    <a:pt x="267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11"/>
            <p:cNvSpPr/>
            <p:nvPr/>
          </p:nvSpPr>
          <p:spPr>
            <a:xfrm>
              <a:off x="-136402" y="1961481"/>
              <a:ext cx="347597" cy="506276"/>
            </a:xfrm>
            <a:custGeom>
              <a:avLst/>
              <a:gdLst/>
              <a:ahLst/>
              <a:cxnLst/>
              <a:rect l="l" t="t" r="r" b="b"/>
              <a:pathLst>
                <a:path w="4598" h="6697" extrusionOk="0">
                  <a:moveTo>
                    <a:pt x="4597" y="0"/>
                  </a:moveTo>
                  <a:lnTo>
                    <a:pt x="1" y="4595"/>
                  </a:lnTo>
                  <a:lnTo>
                    <a:pt x="1" y="6697"/>
                  </a:lnTo>
                  <a:lnTo>
                    <a:pt x="4597" y="2107"/>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11"/>
            <p:cNvSpPr/>
            <p:nvPr/>
          </p:nvSpPr>
          <p:spPr>
            <a:xfrm>
              <a:off x="-136402" y="867919"/>
              <a:ext cx="347597" cy="506276"/>
            </a:xfrm>
            <a:custGeom>
              <a:avLst/>
              <a:gdLst/>
              <a:ahLst/>
              <a:cxnLst/>
              <a:rect l="l" t="t" r="r" b="b"/>
              <a:pathLst>
                <a:path w="4598" h="6697" extrusionOk="0">
                  <a:moveTo>
                    <a:pt x="4597" y="0"/>
                  </a:moveTo>
                  <a:lnTo>
                    <a:pt x="1" y="4589"/>
                  </a:lnTo>
                  <a:lnTo>
                    <a:pt x="1" y="6697"/>
                  </a:lnTo>
                  <a:lnTo>
                    <a:pt x="4597" y="2100"/>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11"/>
            <p:cNvSpPr/>
            <p:nvPr/>
          </p:nvSpPr>
          <p:spPr>
            <a:xfrm>
              <a:off x="-136402" y="138500"/>
              <a:ext cx="347597" cy="506428"/>
            </a:xfrm>
            <a:custGeom>
              <a:avLst/>
              <a:gdLst/>
              <a:ahLst/>
              <a:cxnLst/>
              <a:rect l="l" t="t" r="r" b="b"/>
              <a:pathLst>
                <a:path w="4598" h="6699" extrusionOk="0">
                  <a:moveTo>
                    <a:pt x="4597" y="0"/>
                  </a:moveTo>
                  <a:lnTo>
                    <a:pt x="1" y="4590"/>
                  </a:lnTo>
                  <a:lnTo>
                    <a:pt x="1" y="6698"/>
                  </a:lnTo>
                  <a:lnTo>
                    <a:pt x="4597" y="2102"/>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11"/>
            <p:cNvSpPr/>
            <p:nvPr/>
          </p:nvSpPr>
          <p:spPr>
            <a:xfrm>
              <a:off x="191311" y="4149587"/>
              <a:ext cx="19882" cy="19882"/>
            </a:xfrm>
            <a:custGeom>
              <a:avLst/>
              <a:gdLst/>
              <a:ahLst/>
              <a:cxnLst/>
              <a:rect l="l" t="t" r="r" b="b"/>
              <a:pathLst>
                <a:path w="263" h="263" extrusionOk="0">
                  <a:moveTo>
                    <a:pt x="262" y="1"/>
                  </a:moveTo>
                  <a:lnTo>
                    <a:pt x="0" y="263"/>
                  </a:lnTo>
                  <a:lnTo>
                    <a:pt x="262" y="263"/>
                  </a:lnTo>
                  <a:lnTo>
                    <a:pt x="26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60" name="Google Shape;8560;p11"/>
          <p:cNvGrpSpPr/>
          <p:nvPr/>
        </p:nvGrpSpPr>
        <p:grpSpPr>
          <a:xfrm rot="5400000">
            <a:off x="1789447" y="2885273"/>
            <a:ext cx="347597" cy="4345451"/>
            <a:chOff x="-136402" y="-175976"/>
            <a:chExt cx="347597" cy="4345451"/>
          </a:xfrm>
        </p:grpSpPr>
        <p:sp>
          <p:nvSpPr>
            <p:cNvPr id="8561" name="Google Shape;8561;p11"/>
            <p:cNvSpPr/>
            <p:nvPr/>
          </p:nvSpPr>
          <p:spPr>
            <a:xfrm>
              <a:off x="-136402" y="3579069"/>
              <a:ext cx="347597" cy="371033"/>
            </a:xfrm>
            <a:custGeom>
              <a:avLst/>
              <a:gdLst/>
              <a:ahLst/>
              <a:cxnLst/>
              <a:rect l="l" t="t" r="r" b="b"/>
              <a:pathLst>
                <a:path w="4598" h="4908" extrusionOk="0">
                  <a:moveTo>
                    <a:pt x="4597" y="1"/>
                  </a:moveTo>
                  <a:lnTo>
                    <a:pt x="1" y="4595"/>
                  </a:lnTo>
                  <a:lnTo>
                    <a:pt x="1" y="4907"/>
                  </a:lnTo>
                  <a:lnTo>
                    <a:pt x="4597" y="311"/>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11"/>
            <p:cNvSpPr/>
            <p:nvPr/>
          </p:nvSpPr>
          <p:spPr>
            <a:xfrm>
              <a:off x="-136402" y="2850179"/>
              <a:ext cx="347597" cy="370503"/>
            </a:xfrm>
            <a:custGeom>
              <a:avLst/>
              <a:gdLst/>
              <a:ahLst/>
              <a:cxnLst/>
              <a:rect l="l" t="t" r="r" b="b"/>
              <a:pathLst>
                <a:path w="4598" h="4901" extrusionOk="0">
                  <a:moveTo>
                    <a:pt x="4597" y="0"/>
                  </a:moveTo>
                  <a:lnTo>
                    <a:pt x="1" y="4590"/>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3" name="Google Shape;8563;p11"/>
            <p:cNvSpPr/>
            <p:nvPr/>
          </p:nvSpPr>
          <p:spPr>
            <a:xfrm>
              <a:off x="-14615" y="3943741"/>
              <a:ext cx="225810" cy="225734"/>
            </a:xfrm>
            <a:custGeom>
              <a:avLst/>
              <a:gdLst/>
              <a:ahLst/>
              <a:cxnLst/>
              <a:rect l="l" t="t" r="r" b="b"/>
              <a:pathLst>
                <a:path w="2987" h="2986" extrusionOk="0">
                  <a:moveTo>
                    <a:pt x="2986" y="0"/>
                  </a:moveTo>
                  <a:lnTo>
                    <a:pt x="0" y="2986"/>
                  </a:lnTo>
                  <a:lnTo>
                    <a:pt x="312" y="2986"/>
                  </a:lnTo>
                  <a:lnTo>
                    <a:pt x="2986" y="310"/>
                  </a:lnTo>
                  <a:lnTo>
                    <a:pt x="29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4" name="Google Shape;8564;p11"/>
            <p:cNvSpPr/>
            <p:nvPr/>
          </p:nvSpPr>
          <p:spPr>
            <a:xfrm>
              <a:off x="-136402" y="3214775"/>
              <a:ext cx="347597" cy="370655"/>
            </a:xfrm>
            <a:custGeom>
              <a:avLst/>
              <a:gdLst/>
              <a:ahLst/>
              <a:cxnLst/>
              <a:rect l="l" t="t" r="r" b="b"/>
              <a:pathLst>
                <a:path w="4598" h="4903" extrusionOk="0">
                  <a:moveTo>
                    <a:pt x="4597" y="1"/>
                  </a:moveTo>
                  <a:lnTo>
                    <a:pt x="1" y="4591"/>
                  </a:lnTo>
                  <a:lnTo>
                    <a:pt x="1" y="4902"/>
                  </a:lnTo>
                  <a:lnTo>
                    <a:pt x="4597" y="306"/>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11"/>
            <p:cNvSpPr/>
            <p:nvPr/>
          </p:nvSpPr>
          <p:spPr>
            <a:xfrm>
              <a:off x="-136402" y="2485508"/>
              <a:ext cx="347597" cy="370503"/>
            </a:xfrm>
            <a:custGeom>
              <a:avLst/>
              <a:gdLst/>
              <a:ahLst/>
              <a:cxnLst/>
              <a:rect l="l" t="t" r="r" b="b"/>
              <a:pathLst>
                <a:path w="4598" h="4901" extrusionOk="0">
                  <a:moveTo>
                    <a:pt x="4597" y="0"/>
                  </a:moveTo>
                  <a:lnTo>
                    <a:pt x="1" y="4589"/>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11"/>
            <p:cNvSpPr/>
            <p:nvPr/>
          </p:nvSpPr>
          <p:spPr>
            <a:xfrm>
              <a:off x="-136402" y="2120760"/>
              <a:ext cx="347597" cy="370579"/>
            </a:xfrm>
            <a:custGeom>
              <a:avLst/>
              <a:gdLst/>
              <a:ahLst/>
              <a:cxnLst/>
              <a:rect l="l" t="t" r="r" b="b"/>
              <a:pathLst>
                <a:path w="4598" h="4902" extrusionOk="0">
                  <a:moveTo>
                    <a:pt x="4597" y="0"/>
                  </a:moveTo>
                  <a:lnTo>
                    <a:pt x="1" y="4590"/>
                  </a:lnTo>
                  <a:lnTo>
                    <a:pt x="1" y="4902"/>
                  </a:lnTo>
                  <a:lnTo>
                    <a:pt x="4597" y="305"/>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11"/>
            <p:cNvSpPr/>
            <p:nvPr/>
          </p:nvSpPr>
          <p:spPr>
            <a:xfrm>
              <a:off x="-136402" y="1756088"/>
              <a:ext cx="347597" cy="370503"/>
            </a:xfrm>
            <a:custGeom>
              <a:avLst/>
              <a:gdLst/>
              <a:ahLst/>
              <a:cxnLst/>
              <a:rect l="l" t="t" r="r" b="b"/>
              <a:pathLst>
                <a:path w="4598" h="4901" extrusionOk="0">
                  <a:moveTo>
                    <a:pt x="4597" y="0"/>
                  </a:moveTo>
                  <a:lnTo>
                    <a:pt x="1" y="4590"/>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11"/>
            <p:cNvSpPr/>
            <p:nvPr/>
          </p:nvSpPr>
          <p:spPr>
            <a:xfrm>
              <a:off x="-136402" y="1391417"/>
              <a:ext cx="347597" cy="370503"/>
            </a:xfrm>
            <a:custGeom>
              <a:avLst/>
              <a:gdLst/>
              <a:ahLst/>
              <a:cxnLst/>
              <a:rect l="l" t="t" r="r" b="b"/>
              <a:pathLst>
                <a:path w="4598" h="4901" extrusionOk="0">
                  <a:moveTo>
                    <a:pt x="4597" y="1"/>
                  </a:moveTo>
                  <a:lnTo>
                    <a:pt x="1" y="4597"/>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9" name="Google Shape;8569;p11"/>
            <p:cNvSpPr/>
            <p:nvPr/>
          </p:nvSpPr>
          <p:spPr>
            <a:xfrm>
              <a:off x="-136402" y="1026669"/>
              <a:ext cx="347597" cy="370655"/>
            </a:xfrm>
            <a:custGeom>
              <a:avLst/>
              <a:gdLst/>
              <a:ahLst/>
              <a:cxnLst/>
              <a:rect l="l" t="t" r="r" b="b"/>
              <a:pathLst>
                <a:path w="4598" h="4903" extrusionOk="0">
                  <a:moveTo>
                    <a:pt x="4597" y="0"/>
                  </a:moveTo>
                  <a:lnTo>
                    <a:pt x="1" y="4597"/>
                  </a:lnTo>
                  <a:lnTo>
                    <a:pt x="1" y="4902"/>
                  </a:lnTo>
                  <a:lnTo>
                    <a:pt x="4597" y="306"/>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0" name="Google Shape;8570;p11"/>
            <p:cNvSpPr/>
            <p:nvPr/>
          </p:nvSpPr>
          <p:spPr>
            <a:xfrm>
              <a:off x="-136402" y="661998"/>
              <a:ext cx="347597" cy="370503"/>
            </a:xfrm>
            <a:custGeom>
              <a:avLst/>
              <a:gdLst/>
              <a:ahLst/>
              <a:cxnLst/>
              <a:rect l="l" t="t" r="r" b="b"/>
              <a:pathLst>
                <a:path w="4598" h="4901" extrusionOk="0">
                  <a:moveTo>
                    <a:pt x="4597" y="1"/>
                  </a:moveTo>
                  <a:lnTo>
                    <a:pt x="1" y="4597"/>
                  </a:lnTo>
                  <a:lnTo>
                    <a:pt x="1" y="4901"/>
                  </a:lnTo>
                  <a:lnTo>
                    <a:pt x="4597" y="313"/>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1" name="Google Shape;8571;p11"/>
            <p:cNvSpPr/>
            <p:nvPr/>
          </p:nvSpPr>
          <p:spPr>
            <a:xfrm>
              <a:off x="-136402" y="297402"/>
              <a:ext cx="347597" cy="370503"/>
            </a:xfrm>
            <a:custGeom>
              <a:avLst/>
              <a:gdLst/>
              <a:ahLst/>
              <a:cxnLst/>
              <a:rect l="l" t="t" r="r" b="b"/>
              <a:pathLst>
                <a:path w="4598" h="4901" extrusionOk="0">
                  <a:moveTo>
                    <a:pt x="4597" y="0"/>
                  </a:moveTo>
                  <a:lnTo>
                    <a:pt x="1" y="4596"/>
                  </a:lnTo>
                  <a:lnTo>
                    <a:pt x="1" y="4900"/>
                  </a:lnTo>
                  <a:lnTo>
                    <a:pt x="4597" y="310"/>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2" name="Google Shape;8572;p11"/>
            <p:cNvSpPr/>
            <p:nvPr/>
          </p:nvSpPr>
          <p:spPr>
            <a:xfrm>
              <a:off x="-136402" y="-67421"/>
              <a:ext cx="347597" cy="370655"/>
            </a:xfrm>
            <a:custGeom>
              <a:avLst/>
              <a:gdLst/>
              <a:ahLst/>
              <a:cxnLst/>
              <a:rect l="l" t="t" r="r" b="b"/>
              <a:pathLst>
                <a:path w="4598" h="4903" extrusionOk="0">
                  <a:moveTo>
                    <a:pt x="4597" y="1"/>
                  </a:moveTo>
                  <a:lnTo>
                    <a:pt x="1" y="4597"/>
                  </a:lnTo>
                  <a:lnTo>
                    <a:pt x="1" y="4902"/>
                  </a:lnTo>
                  <a:lnTo>
                    <a:pt x="4597" y="313"/>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3" name="Google Shape;8573;p11"/>
            <p:cNvSpPr/>
            <p:nvPr/>
          </p:nvSpPr>
          <p:spPr>
            <a:xfrm>
              <a:off x="-136402" y="-175976"/>
              <a:ext cx="114606" cy="114379"/>
            </a:xfrm>
            <a:custGeom>
              <a:avLst/>
              <a:gdLst/>
              <a:ahLst/>
              <a:cxnLst/>
              <a:rect l="l" t="t" r="r" b="b"/>
              <a:pathLst>
                <a:path w="1516" h="1513" extrusionOk="0">
                  <a:moveTo>
                    <a:pt x="1212" y="0"/>
                  </a:moveTo>
                  <a:lnTo>
                    <a:pt x="1" y="1209"/>
                  </a:lnTo>
                  <a:lnTo>
                    <a:pt x="1" y="1513"/>
                  </a:lnTo>
                  <a:lnTo>
                    <a:pt x="15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4" name="Google Shape;8574;p11"/>
            <p:cNvSpPr/>
            <p:nvPr/>
          </p:nvSpPr>
          <p:spPr>
            <a:xfrm>
              <a:off x="167725" y="4126077"/>
              <a:ext cx="43469" cy="43393"/>
            </a:xfrm>
            <a:custGeom>
              <a:avLst/>
              <a:gdLst/>
              <a:ahLst/>
              <a:cxnLst/>
              <a:rect l="l" t="t" r="r" b="b"/>
              <a:pathLst>
                <a:path w="575" h="574" extrusionOk="0">
                  <a:moveTo>
                    <a:pt x="574" y="0"/>
                  </a:moveTo>
                  <a:lnTo>
                    <a:pt x="0" y="574"/>
                  </a:lnTo>
                  <a:lnTo>
                    <a:pt x="312" y="574"/>
                  </a:lnTo>
                  <a:lnTo>
                    <a:pt x="574" y="312"/>
                  </a:lnTo>
                  <a:lnTo>
                    <a:pt x="57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11"/>
            <p:cNvSpPr/>
            <p:nvPr/>
          </p:nvSpPr>
          <p:spPr>
            <a:xfrm>
              <a:off x="-136402" y="3396658"/>
              <a:ext cx="347597" cy="371108"/>
            </a:xfrm>
            <a:custGeom>
              <a:avLst/>
              <a:gdLst/>
              <a:ahLst/>
              <a:cxnLst/>
              <a:rect l="l" t="t" r="r" b="b"/>
              <a:pathLst>
                <a:path w="4598" h="4909" extrusionOk="0">
                  <a:moveTo>
                    <a:pt x="4597" y="0"/>
                  </a:moveTo>
                  <a:lnTo>
                    <a:pt x="1" y="4596"/>
                  </a:lnTo>
                  <a:lnTo>
                    <a:pt x="1" y="4908"/>
                  </a:lnTo>
                  <a:lnTo>
                    <a:pt x="4597" y="312"/>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6" name="Google Shape;8576;p11"/>
            <p:cNvSpPr/>
            <p:nvPr/>
          </p:nvSpPr>
          <p:spPr>
            <a:xfrm>
              <a:off x="-136402" y="2667843"/>
              <a:ext cx="347597" cy="370503"/>
            </a:xfrm>
            <a:custGeom>
              <a:avLst/>
              <a:gdLst/>
              <a:ahLst/>
              <a:cxnLst/>
              <a:rect l="l" t="t" r="r" b="b"/>
              <a:pathLst>
                <a:path w="4598" h="4901" extrusionOk="0">
                  <a:moveTo>
                    <a:pt x="4597" y="0"/>
                  </a:moveTo>
                  <a:lnTo>
                    <a:pt x="1" y="4590"/>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11"/>
            <p:cNvSpPr/>
            <p:nvPr/>
          </p:nvSpPr>
          <p:spPr>
            <a:xfrm>
              <a:off x="-136402" y="1938424"/>
              <a:ext cx="347597" cy="370503"/>
            </a:xfrm>
            <a:custGeom>
              <a:avLst/>
              <a:gdLst/>
              <a:ahLst/>
              <a:cxnLst/>
              <a:rect l="l" t="t" r="r" b="b"/>
              <a:pathLst>
                <a:path w="4598" h="4901" extrusionOk="0">
                  <a:moveTo>
                    <a:pt x="4597" y="0"/>
                  </a:moveTo>
                  <a:lnTo>
                    <a:pt x="1" y="4590"/>
                  </a:lnTo>
                  <a:lnTo>
                    <a:pt x="1" y="4900"/>
                  </a:lnTo>
                  <a:lnTo>
                    <a:pt x="4597" y="305"/>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11"/>
            <p:cNvSpPr/>
            <p:nvPr/>
          </p:nvSpPr>
          <p:spPr>
            <a:xfrm>
              <a:off x="-136402" y="1209081"/>
              <a:ext cx="347597" cy="370503"/>
            </a:xfrm>
            <a:custGeom>
              <a:avLst/>
              <a:gdLst/>
              <a:ahLst/>
              <a:cxnLst/>
              <a:rect l="l" t="t" r="r" b="b"/>
              <a:pathLst>
                <a:path w="4598" h="4901" extrusionOk="0">
                  <a:moveTo>
                    <a:pt x="4597" y="1"/>
                  </a:moveTo>
                  <a:lnTo>
                    <a:pt x="1" y="4596"/>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11"/>
            <p:cNvSpPr/>
            <p:nvPr/>
          </p:nvSpPr>
          <p:spPr>
            <a:xfrm>
              <a:off x="-136402" y="479662"/>
              <a:ext cx="347597" cy="370503"/>
            </a:xfrm>
            <a:custGeom>
              <a:avLst/>
              <a:gdLst/>
              <a:ahLst/>
              <a:cxnLst/>
              <a:rect l="l" t="t" r="r" b="b"/>
              <a:pathLst>
                <a:path w="4598" h="4901" extrusionOk="0">
                  <a:moveTo>
                    <a:pt x="4597" y="1"/>
                  </a:moveTo>
                  <a:lnTo>
                    <a:pt x="1" y="4597"/>
                  </a:lnTo>
                  <a:lnTo>
                    <a:pt x="1" y="4901"/>
                  </a:lnTo>
                  <a:lnTo>
                    <a:pt x="4597" y="311"/>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11"/>
            <p:cNvSpPr/>
            <p:nvPr/>
          </p:nvSpPr>
          <p:spPr>
            <a:xfrm>
              <a:off x="-136402" y="3761405"/>
              <a:ext cx="347597" cy="370957"/>
            </a:xfrm>
            <a:custGeom>
              <a:avLst/>
              <a:gdLst/>
              <a:ahLst/>
              <a:cxnLst/>
              <a:rect l="l" t="t" r="r" b="b"/>
              <a:pathLst>
                <a:path w="4598" h="4907" extrusionOk="0">
                  <a:moveTo>
                    <a:pt x="4597" y="0"/>
                  </a:moveTo>
                  <a:lnTo>
                    <a:pt x="1" y="4597"/>
                  </a:lnTo>
                  <a:lnTo>
                    <a:pt x="1" y="4907"/>
                  </a:lnTo>
                  <a:lnTo>
                    <a:pt x="4597" y="311"/>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11"/>
            <p:cNvSpPr/>
            <p:nvPr/>
          </p:nvSpPr>
          <p:spPr>
            <a:xfrm>
              <a:off x="-136402" y="3032440"/>
              <a:ext cx="347597" cy="370503"/>
            </a:xfrm>
            <a:custGeom>
              <a:avLst/>
              <a:gdLst/>
              <a:ahLst/>
              <a:cxnLst/>
              <a:rect l="l" t="t" r="r" b="b"/>
              <a:pathLst>
                <a:path w="4598" h="4901" extrusionOk="0">
                  <a:moveTo>
                    <a:pt x="4597" y="1"/>
                  </a:moveTo>
                  <a:lnTo>
                    <a:pt x="1" y="4591"/>
                  </a:lnTo>
                  <a:lnTo>
                    <a:pt x="1" y="4901"/>
                  </a:lnTo>
                  <a:lnTo>
                    <a:pt x="4597" y="306"/>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11"/>
            <p:cNvSpPr/>
            <p:nvPr/>
          </p:nvSpPr>
          <p:spPr>
            <a:xfrm>
              <a:off x="-136402" y="2303172"/>
              <a:ext cx="347597" cy="370503"/>
            </a:xfrm>
            <a:custGeom>
              <a:avLst/>
              <a:gdLst/>
              <a:ahLst/>
              <a:cxnLst/>
              <a:rect l="l" t="t" r="r" b="b"/>
              <a:pathLst>
                <a:path w="4598" h="4901" extrusionOk="0">
                  <a:moveTo>
                    <a:pt x="4597" y="1"/>
                  </a:moveTo>
                  <a:lnTo>
                    <a:pt x="1" y="4589"/>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3" name="Google Shape;8583;p11"/>
            <p:cNvSpPr/>
            <p:nvPr/>
          </p:nvSpPr>
          <p:spPr>
            <a:xfrm>
              <a:off x="-136402" y="1573753"/>
              <a:ext cx="347597" cy="370503"/>
            </a:xfrm>
            <a:custGeom>
              <a:avLst/>
              <a:gdLst/>
              <a:ahLst/>
              <a:cxnLst/>
              <a:rect l="l" t="t" r="r" b="b"/>
              <a:pathLst>
                <a:path w="4598" h="4901" extrusionOk="0">
                  <a:moveTo>
                    <a:pt x="4597" y="1"/>
                  </a:moveTo>
                  <a:lnTo>
                    <a:pt x="1" y="4597"/>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4" name="Google Shape;8584;p11"/>
            <p:cNvSpPr/>
            <p:nvPr/>
          </p:nvSpPr>
          <p:spPr>
            <a:xfrm>
              <a:off x="-136402" y="844334"/>
              <a:ext cx="347597" cy="370503"/>
            </a:xfrm>
            <a:custGeom>
              <a:avLst/>
              <a:gdLst/>
              <a:ahLst/>
              <a:cxnLst/>
              <a:rect l="l" t="t" r="r" b="b"/>
              <a:pathLst>
                <a:path w="4598" h="4901" extrusionOk="0">
                  <a:moveTo>
                    <a:pt x="4597" y="1"/>
                  </a:moveTo>
                  <a:lnTo>
                    <a:pt x="1" y="4597"/>
                  </a:lnTo>
                  <a:lnTo>
                    <a:pt x="1" y="4901"/>
                  </a:lnTo>
                  <a:lnTo>
                    <a:pt x="4597" y="312"/>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5" name="Google Shape;8585;p11"/>
            <p:cNvSpPr/>
            <p:nvPr/>
          </p:nvSpPr>
          <p:spPr>
            <a:xfrm>
              <a:off x="-136402" y="115066"/>
              <a:ext cx="347597" cy="370503"/>
            </a:xfrm>
            <a:custGeom>
              <a:avLst/>
              <a:gdLst/>
              <a:ahLst/>
              <a:cxnLst/>
              <a:rect l="l" t="t" r="r" b="b"/>
              <a:pathLst>
                <a:path w="4598" h="4901" extrusionOk="0">
                  <a:moveTo>
                    <a:pt x="4597" y="0"/>
                  </a:moveTo>
                  <a:lnTo>
                    <a:pt x="1" y="4595"/>
                  </a:lnTo>
                  <a:lnTo>
                    <a:pt x="1" y="4900"/>
                  </a:lnTo>
                  <a:lnTo>
                    <a:pt x="4597" y="310"/>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11"/>
            <p:cNvSpPr/>
            <p:nvPr/>
          </p:nvSpPr>
          <p:spPr>
            <a:xfrm>
              <a:off x="-136402" y="-175976"/>
              <a:ext cx="296947" cy="296720"/>
            </a:xfrm>
            <a:custGeom>
              <a:avLst/>
              <a:gdLst/>
              <a:ahLst/>
              <a:cxnLst/>
              <a:rect l="l" t="t" r="r" b="b"/>
              <a:pathLst>
                <a:path w="3928" h="3925" extrusionOk="0">
                  <a:moveTo>
                    <a:pt x="3624" y="0"/>
                  </a:moveTo>
                  <a:lnTo>
                    <a:pt x="1" y="3621"/>
                  </a:lnTo>
                  <a:lnTo>
                    <a:pt x="1" y="3925"/>
                  </a:lnTo>
                  <a:lnTo>
                    <a:pt x="39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87" name="Google Shape;8587;p11"/>
          <p:cNvSpPr/>
          <p:nvPr/>
        </p:nvSpPr>
        <p:spPr>
          <a:xfrm rot="5400000">
            <a:off x="1789420" y="2885252"/>
            <a:ext cx="347700" cy="43455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044178635"/>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dk2"/>
        </a:solidFill>
        <a:effectLst/>
      </p:bgPr>
    </p:bg>
    <p:spTree>
      <p:nvGrpSpPr>
        <p:cNvPr id="1" name="Shape 8588"/>
        <p:cNvGrpSpPr/>
        <p:nvPr/>
      </p:nvGrpSpPr>
      <p:grpSpPr>
        <a:xfrm>
          <a:off x="0" y="0"/>
          <a:ext cx="0" cy="0"/>
          <a:chOff x="0" y="0"/>
          <a:chExt cx="0" cy="0"/>
        </a:xfrm>
      </p:grpSpPr>
    </p:spTree>
    <p:extLst>
      <p:ext uri="{BB962C8B-B14F-4D97-AF65-F5344CB8AC3E}">
        <p14:creationId xmlns:p14="http://schemas.microsoft.com/office/powerpoint/2010/main" val="106711371"/>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able of contents">
  <p:cSld name="Table of contents">
    <p:bg>
      <p:bgPr>
        <a:solidFill>
          <a:schemeClr val="dk1"/>
        </a:solidFill>
        <a:effectLst/>
      </p:bgPr>
    </p:bg>
    <p:spTree>
      <p:nvGrpSpPr>
        <p:cNvPr id="1" name="Shape 8589"/>
        <p:cNvGrpSpPr/>
        <p:nvPr/>
      </p:nvGrpSpPr>
      <p:grpSpPr>
        <a:xfrm>
          <a:off x="0" y="0"/>
          <a:ext cx="0" cy="0"/>
          <a:chOff x="0" y="0"/>
          <a:chExt cx="0" cy="0"/>
        </a:xfrm>
      </p:grpSpPr>
      <p:sp>
        <p:nvSpPr>
          <p:cNvPr id="8590" name="Google Shape;8590;p1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lnSpc>
                <a:spcPct val="115000"/>
              </a:lnSpc>
              <a:spcBef>
                <a:spcPts val="0"/>
              </a:spcBef>
              <a:spcAft>
                <a:spcPts val="0"/>
              </a:spcAft>
              <a:buClr>
                <a:schemeClr val="dk2"/>
              </a:buClr>
              <a:buSzPts val="3500"/>
              <a:buNone/>
              <a:defRPr>
                <a:solidFill>
                  <a:schemeClr val="dk2"/>
                </a:solidFill>
              </a:defRPr>
            </a:lvl1pPr>
            <a:lvl2pPr lvl="1" rtl="0">
              <a:lnSpc>
                <a:spcPct val="115000"/>
              </a:lnSpc>
              <a:spcBef>
                <a:spcPts val="0"/>
              </a:spcBef>
              <a:spcAft>
                <a:spcPts val="0"/>
              </a:spcAft>
              <a:buClr>
                <a:schemeClr val="dk2"/>
              </a:buClr>
              <a:buSzPts val="3500"/>
              <a:buNone/>
              <a:defRPr>
                <a:solidFill>
                  <a:schemeClr val="dk2"/>
                </a:solidFill>
              </a:defRPr>
            </a:lvl2pPr>
            <a:lvl3pPr lvl="2" rtl="0">
              <a:lnSpc>
                <a:spcPct val="115000"/>
              </a:lnSpc>
              <a:spcBef>
                <a:spcPts val="0"/>
              </a:spcBef>
              <a:spcAft>
                <a:spcPts val="0"/>
              </a:spcAft>
              <a:buClr>
                <a:schemeClr val="dk2"/>
              </a:buClr>
              <a:buSzPts val="3500"/>
              <a:buNone/>
              <a:defRPr>
                <a:solidFill>
                  <a:schemeClr val="dk2"/>
                </a:solidFill>
              </a:defRPr>
            </a:lvl3pPr>
            <a:lvl4pPr lvl="3" rtl="0">
              <a:lnSpc>
                <a:spcPct val="115000"/>
              </a:lnSpc>
              <a:spcBef>
                <a:spcPts val="0"/>
              </a:spcBef>
              <a:spcAft>
                <a:spcPts val="0"/>
              </a:spcAft>
              <a:buClr>
                <a:schemeClr val="dk2"/>
              </a:buClr>
              <a:buSzPts val="3500"/>
              <a:buNone/>
              <a:defRPr>
                <a:solidFill>
                  <a:schemeClr val="dk2"/>
                </a:solidFill>
              </a:defRPr>
            </a:lvl4pPr>
            <a:lvl5pPr lvl="4" rtl="0">
              <a:lnSpc>
                <a:spcPct val="115000"/>
              </a:lnSpc>
              <a:spcBef>
                <a:spcPts val="0"/>
              </a:spcBef>
              <a:spcAft>
                <a:spcPts val="0"/>
              </a:spcAft>
              <a:buClr>
                <a:schemeClr val="dk2"/>
              </a:buClr>
              <a:buSzPts val="3500"/>
              <a:buNone/>
              <a:defRPr>
                <a:solidFill>
                  <a:schemeClr val="dk2"/>
                </a:solidFill>
              </a:defRPr>
            </a:lvl5pPr>
            <a:lvl6pPr lvl="5" rtl="0">
              <a:lnSpc>
                <a:spcPct val="115000"/>
              </a:lnSpc>
              <a:spcBef>
                <a:spcPts val="0"/>
              </a:spcBef>
              <a:spcAft>
                <a:spcPts val="0"/>
              </a:spcAft>
              <a:buClr>
                <a:schemeClr val="dk2"/>
              </a:buClr>
              <a:buSzPts val="3500"/>
              <a:buNone/>
              <a:defRPr>
                <a:solidFill>
                  <a:schemeClr val="dk2"/>
                </a:solidFill>
              </a:defRPr>
            </a:lvl6pPr>
            <a:lvl7pPr lvl="6" rtl="0">
              <a:lnSpc>
                <a:spcPct val="115000"/>
              </a:lnSpc>
              <a:spcBef>
                <a:spcPts val="0"/>
              </a:spcBef>
              <a:spcAft>
                <a:spcPts val="0"/>
              </a:spcAft>
              <a:buClr>
                <a:schemeClr val="dk2"/>
              </a:buClr>
              <a:buSzPts val="3500"/>
              <a:buNone/>
              <a:defRPr>
                <a:solidFill>
                  <a:schemeClr val="dk2"/>
                </a:solidFill>
              </a:defRPr>
            </a:lvl7pPr>
            <a:lvl8pPr lvl="7" rtl="0">
              <a:lnSpc>
                <a:spcPct val="115000"/>
              </a:lnSpc>
              <a:spcBef>
                <a:spcPts val="0"/>
              </a:spcBef>
              <a:spcAft>
                <a:spcPts val="0"/>
              </a:spcAft>
              <a:buClr>
                <a:schemeClr val="dk2"/>
              </a:buClr>
              <a:buSzPts val="3500"/>
              <a:buNone/>
              <a:defRPr>
                <a:solidFill>
                  <a:schemeClr val="dk2"/>
                </a:solidFill>
              </a:defRPr>
            </a:lvl8pPr>
            <a:lvl9pPr lvl="8" rtl="0">
              <a:lnSpc>
                <a:spcPct val="115000"/>
              </a:lnSpc>
              <a:spcBef>
                <a:spcPts val="0"/>
              </a:spcBef>
              <a:spcAft>
                <a:spcPts val="0"/>
              </a:spcAft>
              <a:buClr>
                <a:schemeClr val="dk2"/>
              </a:buClr>
              <a:buSzPts val="3500"/>
              <a:buNone/>
              <a:defRPr>
                <a:solidFill>
                  <a:schemeClr val="dk2"/>
                </a:solidFill>
              </a:defRPr>
            </a:lvl9pPr>
          </a:lstStyle>
          <a:p>
            <a:r>
              <a:rPr lang="en-US"/>
              <a:t>Click to edit Master title style</a:t>
            </a:r>
            <a:endParaRPr/>
          </a:p>
        </p:txBody>
      </p:sp>
      <p:sp>
        <p:nvSpPr>
          <p:cNvPr id="8591" name="Google Shape;8591;p13"/>
          <p:cNvSpPr txBox="1">
            <a:spLocks noGrp="1"/>
          </p:cNvSpPr>
          <p:nvPr>
            <p:ph type="subTitle" idx="1"/>
          </p:nvPr>
        </p:nvSpPr>
        <p:spPr>
          <a:xfrm>
            <a:off x="720000" y="4044657"/>
            <a:ext cx="2400900" cy="651600"/>
          </a:xfrm>
          <a:prstGeom prst="rect">
            <a:avLst/>
          </a:prstGeom>
        </p:spPr>
        <p:txBody>
          <a:bodyPr spcFirstLastPara="1" wrap="square" lIns="91425" tIns="91425" rIns="91425" bIns="91425" anchor="t" anchorCtr="0">
            <a:noAutofit/>
          </a:bodyPr>
          <a:lstStyle>
            <a:lvl1pPr lvl="0" algn="ctr" rtl="0">
              <a:lnSpc>
                <a:spcPct val="115000"/>
              </a:lnSpc>
              <a:spcBef>
                <a:spcPts val="0"/>
              </a:spcBef>
              <a:spcAft>
                <a:spcPts val="0"/>
              </a:spcAft>
              <a:buClr>
                <a:schemeClr val="dk2"/>
              </a:buClr>
              <a:buSzPts val="1400"/>
              <a:buNone/>
              <a:defRPr sz="1400">
                <a:solidFill>
                  <a:schemeClr val="dk2"/>
                </a:solidFill>
              </a:defRPr>
            </a:lvl1pPr>
            <a:lvl2pPr lvl="1" algn="ctr" rtl="0">
              <a:lnSpc>
                <a:spcPct val="115000"/>
              </a:lnSpc>
              <a:spcBef>
                <a:spcPts val="0"/>
              </a:spcBef>
              <a:spcAft>
                <a:spcPts val="0"/>
              </a:spcAft>
              <a:buClr>
                <a:schemeClr val="dk2"/>
              </a:buClr>
              <a:buSzPts val="1400"/>
              <a:buNone/>
              <a:defRPr>
                <a:solidFill>
                  <a:schemeClr val="dk2"/>
                </a:solidFill>
              </a:defRPr>
            </a:lvl2pPr>
            <a:lvl3pPr lvl="2" algn="ctr" rtl="0">
              <a:lnSpc>
                <a:spcPct val="115000"/>
              </a:lnSpc>
              <a:spcBef>
                <a:spcPts val="1600"/>
              </a:spcBef>
              <a:spcAft>
                <a:spcPts val="0"/>
              </a:spcAft>
              <a:buClr>
                <a:schemeClr val="dk2"/>
              </a:buClr>
              <a:buSzPts val="1400"/>
              <a:buNone/>
              <a:defRPr>
                <a:solidFill>
                  <a:schemeClr val="dk2"/>
                </a:solidFill>
              </a:defRPr>
            </a:lvl3pPr>
            <a:lvl4pPr lvl="3" algn="ctr" rtl="0">
              <a:lnSpc>
                <a:spcPct val="115000"/>
              </a:lnSpc>
              <a:spcBef>
                <a:spcPts val="1600"/>
              </a:spcBef>
              <a:spcAft>
                <a:spcPts val="0"/>
              </a:spcAft>
              <a:buClr>
                <a:schemeClr val="dk2"/>
              </a:buClr>
              <a:buSzPts val="1400"/>
              <a:buNone/>
              <a:defRPr>
                <a:solidFill>
                  <a:schemeClr val="dk2"/>
                </a:solidFill>
              </a:defRPr>
            </a:lvl4pPr>
            <a:lvl5pPr lvl="4" algn="ctr" rtl="0">
              <a:lnSpc>
                <a:spcPct val="115000"/>
              </a:lnSpc>
              <a:spcBef>
                <a:spcPts val="1600"/>
              </a:spcBef>
              <a:spcAft>
                <a:spcPts val="0"/>
              </a:spcAft>
              <a:buClr>
                <a:schemeClr val="dk2"/>
              </a:buClr>
              <a:buSzPts val="1400"/>
              <a:buNone/>
              <a:defRPr>
                <a:solidFill>
                  <a:schemeClr val="dk2"/>
                </a:solidFill>
              </a:defRPr>
            </a:lvl5pPr>
            <a:lvl6pPr lvl="5" algn="ctr" rtl="0">
              <a:lnSpc>
                <a:spcPct val="115000"/>
              </a:lnSpc>
              <a:spcBef>
                <a:spcPts val="1600"/>
              </a:spcBef>
              <a:spcAft>
                <a:spcPts val="0"/>
              </a:spcAft>
              <a:buClr>
                <a:schemeClr val="dk2"/>
              </a:buClr>
              <a:buSzPts val="1400"/>
              <a:buNone/>
              <a:defRPr>
                <a:solidFill>
                  <a:schemeClr val="dk2"/>
                </a:solidFill>
              </a:defRPr>
            </a:lvl6pPr>
            <a:lvl7pPr lvl="6" algn="ctr" rtl="0">
              <a:lnSpc>
                <a:spcPct val="115000"/>
              </a:lnSpc>
              <a:spcBef>
                <a:spcPts val="1600"/>
              </a:spcBef>
              <a:spcAft>
                <a:spcPts val="0"/>
              </a:spcAft>
              <a:buClr>
                <a:schemeClr val="dk2"/>
              </a:buClr>
              <a:buSzPts val="1400"/>
              <a:buNone/>
              <a:defRPr>
                <a:solidFill>
                  <a:schemeClr val="dk2"/>
                </a:solidFill>
              </a:defRPr>
            </a:lvl7pPr>
            <a:lvl8pPr lvl="7" algn="ctr" rtl="0">
              <a:lnSpc>
                <a:spcPct val="115000"/>
              </a:lnSpc>
              <a:spcBef>
                <a:spcPts val="1600"/>
              </a:spcBef>
              <a:spcAft>
                <a:spcPts val="0"/>
              </a:spcAft>
              <a:buClr>
                <a:schemeClr val="dk2"/>
              </a:buClr>
              <a:buSzPts val="1400"/>
              <a:buNone/>
              <a:defRPr>
                <a:solidFill>
                  <a:schemeClr val="dk2"/>
                </a:solidFill>
              </a:defRPr>
            </a:lvl8pPr>
            <a:lvl9pPr lvl="8" algn="ctr" rtl="0">
              <a:lnSpc>
                <a:spcPct val="115000"/>
              </a:lnSpc>
              <a:spcBef>
                <a:spcPts val="1600"/>
              </a:spcBef>
              <a:spcAft>
                <a:spcPts val="1600"/>
              </a:spcAft>
              <a:buClr>
                <a:schemeClr val="dk2"/>
              </a:buClr>
              <a:buSzPts val="1400"/>
              <a:buNone/>
              <a:defRPr>
                <a:solidFill>
                  <a:schemeClr val="dk2"/>
                </a:solidFill>
              </a:defRPr>
            </a:lvl9pPr>
          </a:lstStyle>
          <a:p>
            <a:r>
              <a:rPr lang="en-US"/>
              <a:t>Click to edit Master subtitle style</a:t>
            </a:r>
            <a:endParaRPr/>
          </a:p>
        </p:txBody>
      </p:sp>
      <p:sp>
        <p:nvSpPr>
          <p:cNvPr id="8592" name="Google Shape;8592;p13"/>
          <p:cNvSpPr txBox="1">
            <a:spLocks noGrp="1"/>
          </p:cNvSpPr>
          <p:nvPr>
            <p:ph type="subTitle" idx="2"/>
          </p:nvPr>
        </p:nvSpPr>
        <p:spPr>
          <a:xfrm>
            <a:off x="3367649" y="4044657"/>
            <a:ext cx="2404800" cy="651600"/>
          </a:xfrm>
          <a:prstGeom prst="rect">
            <a:avLst/>
          </a:prstGeom>
        </p:spPr>
        <p:txBody>
          <a:bodyPr spcFirstLastPara="1" wrap="square" lIns="91425" tIns="91425" rIns="91425" bIns="91425" anchor="t" anchorCtr="0">
            <a:noAutofit/>
          </a:bodyPr>
          <a:lstStyle>
            <a:lvl1pPr lvl="0" algn="ctr" rtl="0">
              <a:lnSpc>
                <a:spcPct val="115000"/>
              </a:lnSpc>
              <a:spcBef>
                <a:spcPts val="0"/>
              </a:spcBef>
              <a:spcAft>
                <a:spcPts val="0"/>
              </a:spcAft>
              <a:buClr>
                <a:schemeClr val="dk2"/>
              </a:buClr>
              <a:buSzPts val="1400"/>
              <a:buNone/>
              <a:defRPr sz="1400">
                <a:solidFill>
                  <a:schemeClr val="dk2"/>
                </a:solidFill>
              </a:defRPr>
            </a:lvl1pPr>
            <a:lvl2pPr lvl="1" algn="ctr" rtl="0">
              <a:lnSpc>
                <a:spcPct val="115000"/>
              </a:lnSpc>
              <a:spcBef>
                <a:spcPts val="0"/>
              </a:spcBef>
              <a:spcAft>
                <a:spcPts val="0"/>
              </a:spcAft>
              <a:buClr>
                <a:schemeClr val="dk2"/>
              </a:buClr>
              <a:buSzPts val="1400"/>
              <a:buNone/>
              <a:defRPr>
                <a:solidFill>
                  <a:schemeClr val="dk2"/>
                </a:solidFill>
              </a:defRPr>
            </a:lvl2pPr>
            <a:lvl3pPr lvl="2" algn="ctr" rtl="0">
              <a:lnSpc>
                <a:spcPct val="115000"/>
              </a:lnSpc>
              <a:spcBef>
                <a:spcPts val="1600"/>
              </a:spcBef>
              <a:spcAft>
                <a:spcPts val="0"/>
              </a:spcAft>
              <a:buClr>
                <a:schemeClr val="dk2"/>
              </a:buClr>
              <a:buSzPts val="1400"/>
              <a:buNone/>
              <a:defRPr>
                <a:solidFill>
                  <a:schemeClr val="dk2"/>
                </a:solidFill>
              </a:defRPr>
            </a:lvl3pPr>
            <a:lvl4pPr lvl="3" algn="ctr" rtl="0">
              <a:lnSpc>
                <a:spcPct val="115000"/>
              </a:lnSpc>
              <a:spcBef>
                <a:spcPts val="1600"/>
              </a:spcBef>
              <a:spcAft>
                <a:spcPts val="0"/>
              </a:spcAft>
              <a:buClr>
                <a:schemeClr val="dk2"/>
              </a:buClr>
              <a:buSzPts val="1400"/>
              <a:buNone/>
              <a:defRPr>
                <a:solidFill>
                  <a:schemeClr val="dk2"/>
                </a:solidFill>
              </a:defRPr>
            </a:lvl4pPr>
            <a:lvl5pPr lvl="4" algn="ctr" rtl="0">
              <a:lnSpc>
                <a:spcPct val="115000"/>
              </a:lnSpc>
              <a:spcBef>
                <a:spcPts val="1600"/>
              </a:spcBef>
              <a:spcAft>
                <a:spcPts val="0"/>
              </a:spcAft>
              <a:buClr>
                <a:schemeClr val="dk2"/>
              </a:buClr>
              <a:buSzPts val="1400"/>
              <a:buNone/>
              <a:defRPr>
                <a:solidFill>
                  <a:schemeClr val="dk2"/>
                </a:solidFill>
              </a:defRPr>
            </a:lvl5pPr>
            <a:lvl6pPr lvl="5" algn="ctr" rtl="0">
              <a:lnSpc>
                <a:spcPct val="115000"/>
              </a:lnSpc>
              <a:spcBef>
                <a:spcPts val="1600"/>
              </a:spcBef>
              <a:spcAft>
                <a:spcPts val="0"/>
              </a:spcAft>
              <a:buClr>
                <a:schemeClr val="dk2"/>
              </a:buClr>
              <a:buSzPts val="1400"/>
              <a:buNone/>
              <a:defRPr>
                <a:solidFill>
                  <a:schemeClr val="dk2"/>
                </a:solidFill>
              </a:defRPr>
            </a:lvl6pPr>
            <a:lvl7pPr lvl="6" algn="ctr" rtl="0">
              <a:lnSpc>
                <a:spcPct val="115000"/>
              </a:lnSpc>
              <a:spcBef>
                <a:spcPts val="1600"/>
              </a:spcBef>
              <a:spcAft>
                <a:spcPts val="0"/>
              </a:spcAft>
              <a:buClr>
                <a:schemeClr val="dk2"/>
              </a:buClr>
              <a:buSzPts val="1400"/>
              <a:buNone/>
              <a:defRPr>
                <a:solidFill>
                  <a:schemeClr val="dk2"/>
                </a:solidFill>
              </a:defRPr>
            </a:lvl7pPr>
            <a:lvl8pPr lvl="7" algn="ctr" rtl="0">
              <a:lnSpc>
                <a:spcPct val="115000"/>
              </a:lnSpc>
              <a:spcBef>
                <a:spcPts val="1600"/>
              </a:spcBef>
              <a:spcAft>
                <a:spcPts val="0"/>
              </a:spcAft>
              <a:buClr>
                <a:schemeClr val="dk2"/>
              </a:buClr>
              <a:buSzPts val="1400"/>
              <a:buNone/>
              <a:defRPr>
                <a:solidFill>
                  <a:schemeClr val="dk2"/>
                </a:solidFill>
              </a:defRPr>
            </a:lvl8pPr>
            <a:lvl9pPr lvl="8" algn="ctr" rtl="0">
              <a:lnSpc>
                <a:spcPct val="115000"/>
              </a:lnSpc>
              <a:spcBef>
                <a:spcPts val="1600"/>
              </a:spcBef>
              <a:spcAft>
                <a:spcPts val="1600"/>
              </a:spcAft>
              <a:buClr>
                <a:schemeClr val="dk2"/>
              </a:buClr>
              <a:buSzPts val="1400"/>
              <a:buNone/>
              <a:defRPr>
                <a:solidFill>
                  <a:schemeClr val="dk2"/>
                </a:solidFill>
              </a:defRPr>
            </a:lvl9pPr>
          </a:lstStyle>
          <a:p>
            <a:r>
              <a:rPr lang="en-US"/>
              <a:t>Click to edit Master subtitle style</a:t>
            </a:r>
            <a:endParaRPr/>
          </a:p>
        </p:txBody>
      </p:sp>
      <p:sp>
        <p:nvSpPr>
          <p:cNvPr id="8593" name="Google Shape;8593;p13"/>
          <p:cNvSpPr txBox="1">
            <a:spLocks noGrp="1"/>
          </p:cNvSpPr>
          <p:nvPr>
            <p:ph type="subTitle" idx="3"/>
          </p:nvPr>
        </p:nvSpPr>
        <p:spPr>
          <a:xfrm>
            <a:off x="6019197" y="4044657"/>
            <a:ext cx="2404800" cy="651600"/>
          </a:xfrm>
          <a:prstGeom prst="rect">
            <a:avLst/>
          </a:prstGeom>
        </p:spPr>
        <p:txBody>
          <a:bodyPr spcFirstLastPara="1" wrap="square" lIns="91425" tIns="91425" rIns="91425" bIns="91425" anchor="t" anchorCtr="0">
            <a:noAutofit/>
          </a:bodyPr>
          <a:lstStyle>
            <a:lvl1pPr lvl="0" algn="ctr" rtl="0">
              <a:lnSpc>
                <a:spcPct val="115000"/>
              </a:lnSpc>
              <a:spcBef>
                <a:spcPts val="0"/>
              </a:spcBef>
              <a:spcAft>
                <a:spcPts val="0"/>
              </a:spcAft>
              <a:buClr>
                <a:schemeClr val="dk2"/>
              </a:buClr>
              <a:buSzPts val="1400"/>
              <a:buNone/>
              <a:defRPr sz="1400">
                <a:solidFill>
                  <a:schemeClr val="dk2"/>
                </a:solidFill>
              </a:defRPr>
            </a:lvl1pPr>
            <a:lvl2pPr lvl="1" algn="ctr" rtl="0">
              <a:lnSpc>
                <a:spcPct val="115000"/>
              </a:lnSpc>
              <a:spcBef>
                <a:spcPts val="0"/>
              </a:spcBef>
              <a:spcAft>
                <a:spcPts val="0"/>
              </a:spcAft>
              <a:buClr>
                <a:schemeClr val="dk2"/>
              </a:buClr>
              <a:buSzPts val="1400"/>
              <a:buNone/>
              <a:defRPr>
                <a:solidFill>
                  <a:schemeClr val="dk2"/>
                </a:solidFill>
              </a:defRPr>
            </a:lvl2pPr>
            <a:lvl3pPr lvl="2" algn="ctr" rtl="0">
              <a:lnSpc>
                <a:spcPct val="115000"/>
              </a:lnSpc>
              <a:spcBef>
                <a:spcPts val="1600"/>
              </a:spcBef>
              <a:spcAft>
                <a:spcPts val="0"/>
              </a:spcAft>
              <a:buClr>
                <a:schemeClr val="dk2"/>
              </a:buClr>
              <a:buSzPts val="1400"/>
              <a:buNone/>
              <a:defRPr>
                <a:solidFill>
                  <a:schemeClr val="dk2"/>
                </a:solidFill>
              </a:defRPr>
            </a:lvl3pPr>
            <a:lvl4pPr lvl="3" algn="ctr" rtl="0">
              <a:lnSpc>
                <a:spcPct val="115000"/>
              </a:lnSpc>
              <a:spcBef>
                <a:spcPts val="1600"/>
              </a:spcBef>
              <a:spcAft>
                <a:spcPts val="0"/>
              </a:spcAft>
              <a:buClr>
                <a:schemeClr val="dk2"/>
              </a:buClr>
              <a:buSzPts val="1400"/>
              <a:buNone/>
              <a:defRPr>
                <a:solidFill>
                  <a:schemeClr val="dk2"/>
                </a:solidFill>
              </a:defRPr>
            </a:lvl4pPr>
            <a:lvl5pPr lvl="4" algn="ctr" rtl="0">
              <a:lnSpc>
                <a:spcPct val="115000"/>
              </a:lnSpc>
              <a:spcBef>
                <a:spcPts val="1600"/>
              </a:spcBef>
              <a:spcAft>
                <a:spcPts val="0"/>
              </a:spcAft>
              <a:buClr>
                <a:schemeClr val="dk2"/>
              </a:buClr>
              <a:buSzPts val="1400"/>
              <a:buNone/>
              <a:defRPr>
                <a:solidFill>
                  <a:schemeClr val="dk2"/>
                </a:solidFill>
              </a:defRPr>
            </a:lvl5pPr>
            <a:lvl6pPr lvl="5" algn="ctr" rtl="0">
              <a:lnSpc>
                <a:spcPct val="115000"/>
              </a:lnSpc>
              <a:spcBef>
                <a:spcPts val="1600"/>
              </a:spcBef>
              <a:spcAft>
                <a:spcPts val="0"/>
              </a:spcAft>
              <a:buClr>
                <a:schemeClr val="dk2"/>
              </a:buClr>
              <a:buSzPts val="1400"/>
              <a:buNone/>
              <a:defRPr>
                <a:solidFill>
                  <a:schemeClr val="dk2"/>
                </a:solidFill>
              </a:defRPr>
            </a:lvl6pPr>
            <a:lvl7pPr lvl="6" algn="ctr" rtl="0">
              <a:lnSpc>
                <a:spcPct val="115000"/>
              </a:lnSpc>
              <a:spcBef>
                <a:spcPts val="1600"/>
              </a:spcBef>
              <a:spcAft>
                <a:spcPts val="0"/>
              </a:spcAft>
              <a:buClr>
                <a:schemeClr val="dk2"/>
              </a:buClr>
              <a:buSzPts val="1400"/>
              <a:buNone/>
              <a:defRPr>
                <a:solidFill>
                  <a:schemeClr val="dk2"/>
                </a:solidFill>
              </a:defRPr>
            </a:lvl7pPr>
            <a:lvl8pPr lvl="7" algn="ctr" rtl="0">
              <a:lnSpc>
                <a:spcPct val="115000"/>
              </a:lnSpc>
              <a:spcBef>
                <a:spcPts val="1600"/>
              </a:spcBef>
              <a:spcAft>
                <a:spcPts val="0"/>
              </a:spcAft>
              <a:buClr>
                <a:schemeClr val="dk2"/>
              </a:buClr>
              <a:buSzPts val="1400"/>
              <a:buNone/>
              <a:defRPr>
                <a:solidFill>
                  <a:schemeClr val="dk2"/>
                </a:solidFill>
              </a:defRPr>
            </a:lvl8pPr>
            <a:lvl9pPr lvl="8" algn="ctr" rtl="0">
              <a:lnSpc>
                <a:spcPct val="115000"/>
              </a:lnSpc>
              <a:spcBef>
                <a:spcPts val="1600"/>
              </a:spcBef>
              <a:spcAft>
                <a:spcPts val="1600"/>
              </a:spcAft>
              <a:buClr>
                <a:schemeClr val="dk2"/>
              </a:buClr>
              <a:buSzPts val="1400"/>
              <a:buNone/>
              <a:defRPr>
                <a:solidFill>
                  <a:schemeClr val="dk2"/>
                </a:solidFill>
              </a:defRPr>
            </a:lvl9pPr>
          </a:lstStyle>
          <a:p>
            <a:r>
              <a:rPr lang="en-US"/>
              <a:t>Click to edit Master subtitle style</a:t>
            </a:r>
            <a:endParaRPr/>
          </a:p>
        </p:txBody>
      </p:sp>
      <p:sp>
        <p:nvSpPr>
          <p:cNvPr id="8594" name="Google Shape;8594;p13"/>
          <p:cNvSpPr txBox="1">
            <a:spLocks noGrp="1"/>
          </p:cNvSpPr>
          <p:nvPr>
            <p:ph type="title" idx="4" hasCustomPrompt="1"/>
          </p:nvPr>
        </p:nvSpPr>
        <p:spPr>
          <a:xfrm>
            <a:off x="1586100" y="3081685"/>
            <a:ext cx="668700" cy="456900"/>
          </a:xfrm>
          <a:prstGeom prst="rect">
            <a:avLst/>
          </a:prstGeom>
          <a:solidFill>
            <a:schemeClr val="dk2"/>
          </a:solidFill>
          <a:ln>
            <a:noFill/>
          </a:ln>
        </p:spPr>
        <p:txBody>
          <a:bodyPr spcFirstLastPara="1" wrap="square" lIns="91425" tIns="91425" rIns="91425" bIns="91425" anchor="ctr" anchorCtr="0">
            <a:noAutofit/>
          </a:bodyPr>
          <a:lstStyle>
            <a:lvl1pPr lvl="0" algn="ctr" rtl="0">
              <a:spcBef>
                <a:spcPts val="0"/>
              </a:spcBef>
              <a:spcAft>
                <a:spcPts val="0"/>
              </a:spcAft>
              <a:buClr>
                <a:schemeClr val="dk2"/>
              </a:buClr>
              <a:buSzPts val="3000"/>
              <a:buNone/>
              <a:defRPr sz="2800">
                <a:solidFill>
                  <a:schemeClr val="dk1"/>
                </a:solidFill>
              </a:defRPr>
            </a:lvl1pPr>
            <a:lvl2pPr lvl="1" rtl="0">
              <a:spcBef>
                <a:spcPts val="0"/>
              </a:spcBef>
              <a:spcAft>
                <a:spcPts val="0"/>
              </a:spcAft>
              <a:buClr>
                <a:schemeClr val="dk2"/>
              </a:buClr>
              <a:buSzPts val="3000"/>
              <a:buNone/>
              <a:defRPr sz="3000">
                <a:solidFill>
                  <a:schemeClr val="dk2"/>
                </a:solidFill>
              </a:defRPr>
            </a:lvl2pPr>
            <a:lvl3pPr lvl="2" rtl="0">
              <a:spcBef>
                <a:spcPts val="0"/>
              </a:spcBef>
              <a:spcAft>
                <a:spcPts val="0"/>
              </a:spcAft>
              <a:buClr>
                <a:schemeClr val="dk2"/>
              </a:buClr>
              <a:buSzPts val="3000"/>
              <a:buNone/>
              <a:defRPr sz="3000">
                <a:solidFill>
                  <a:schemeClr val="dk2"/>
                </a:solidFill>
              </a:defRPr>
            </a:lvl3pPr>
            <a:lvl4pPr lvl="3" rtl="0">
              <a:spcBef>
                <a:spcPts val="0"/>
              </a:spcBef>
              <a:spcAft>
                <a:spcPts val="0"/>
              </a:spcAft>
              <a:buClr>
                <a:schemeClr val="dk2"/>
              </a:buClr>
              <a:buSzPts val="3000"/>
              <a:buNone/>
              <a:defRPr sz="3000">
                <a:solidFill>
                  <a:schemeClr val="dk2"/>
                </a:solidFill>
              </a:defRPr>
            </a:lvl4pPr>
            <a:lvl5pPr lvl="4" rtl="0">
              <a:spcBef>
                <a:spcPts val="0"/>
              </a:spcBef>
              <a:spcAft>
                <a:spcPts val="0"/>
              </a:spcAft>
              <a:buClr>
                <a:schemeClr val="dk2"/>
              </a:buClr>
              <a:buSzPts val="3000"/>
              <a:buNone/>
              <a:defRPr sz="3000">
                <a:solidFill>
                  <a:schemeClr val="dk2"/>
                </a:solidFill>
              </a:defRPr>
            </a:lvl5pPr>
            <a:lvl6pPr lvl="5" rtl="0">
              <a:spcBef>
                <a:spcPts val="0"/>
              </a:spcBef>
              <a:spcAft>
                <a:spcPts val="0"/>
              </a:spcAft>
              <a:buClr>
                <a:schemeClr val="dk2"/>
              </a:buClr>
              <a:buSzPts val="3000"/>
              <a:buNone/>
              <a:defRPr sz="3000">
                <a:solidFill>
                  <a:schemeClr val="dk2"/>
                </a:solidFill>
              </a:defRPr>
            </a:lvl6pPr>
            <a:lvl7pPr lvl="6" rtl="0">
              <a:spcBef>
                <a:spcPts val="0"/>
              </a:spcBef>
              <a:spcAft>
                <a:spcPts val="0"/>
              </a:spcAft>
              <a:buClr>
                <a:schemeClr val="dk2"/>
              </a:buClr>
              <a:buSzPts val="3000"/>
              <a:buNone/>
              <a:defRPr sz="3000">
                <a:solidFill>
                  <a:schemeClr val="dk2"/>
                </a:solidFill>
              </a:defRPr>
            </a:lvl7pPr>
            <a:lvl8pPr lvl="7" rtl="0">
              <a:spcBef>
                <a:spcPts val="0"/>
              </a:spcBef>
              <a:spcAft>
                <a:spcPts val="0"/>
              </a:spcAft>
              <a:buClr>
                <a:schemeClr val="dk2"/>
              </a:buClr>
              <a:buSzPts val="3000"/>
              <a:buNone/>
              <a:defRPr sz="3000">
                <a:solidFill>
                  <a:schemeClr val="dk2"/>
                </a:solidFill>
              </a:defRPr>
            </a:lvl8pPr>
            <a:lvl9pPr lvl="8" rtl="0">
              <a:spcBef>
                <a:spcPts val="0"/>
              </a:spcBef>
              <a:spcAft>
                <a:spcPts val="0"/>
              </a:spcAft>
              <a:buClr>
                <a:schemeClr val="dk2"/>
              </a:buClr>
              <a:buSzPts val="3000"/>
              <a:buNone/>
              <a:defRPr sz="3000">
                <a:solidFill>
                  <a:schemeClr val="dk2"/>
                </a:solidFill>
              </a:defRPr>
            </a:lvl9pPr>
          </a:lstStyle>
          <a:p>
            <a:r>
              <a:t>xx%</a:t>
            </a:r>
          </a:p>
        </p:txBody>
      </p:sp>
      <p:sp>
        <p:nvSpPr>
          <p:cNvPr id="8595" name="Google Shape;8595;p13"/>
          <p:cNvSpPr txBox="1">
            <a:spLocks noGrp="1"/>
          </p:cNvSpPr>
          <p:nvPr>
            <p:ph type="title" idx="5" hasCustomPrompt="1"/>
          </p:nvPr>
        </p:nvSpPr>
        <p:spPr>
          <a:xfrm>
            <a:off x="4210425" y="3081682"/>
            <a:ext cx="703500" cy="456900"/>
          </a:xfrm>
          <a:prstGeom prst="rect">
            <a:avLst/>
          </a:prstGeom>
          <a:solidFill>
            <a:schemeClr val="dk2"/>
          </a:solidFill>
          <a:ln>
            <a:noFill/>
          </a:ln>
        </p:spPr>
        <p:txBody>
          <a:bodyPr spcFirstLastPara="1" wrap="square" lIns="91425" tIns="91425" rIns="91425" bIns="91425" anchor="ctr" anchorCtr="0">
            <a:noAutofit/>
          </a:bodyPr>
          <a:lstStyle>
            <a:lvl1pPr lvl="0" algn="ctr" rtl="0">
              <a:spcBef>
                <a:spcPts val="0"/>
              </a:spcBef>
              <a:spcAft>
                <a:spcPts val="0"/>
              </a:spcAft>
              <a:buClr>
                <a:schemeClr val="dk2"/>
              </a:buClr>
              <a:buSzPts val="3000"/>
              <a:buNone/>
              <a:defRPr sz="2800">
                <a:solidFill>
                  <a:schemeClr val="dk1"/>
                </a:solidFill>
              </a:defRPr>
            </a:lvl1pPr>
            <a:lvl2pPr lvl="1" rtl="0">
              <a:spcBef>
                <a:spcPts val="0"/>
              </a:spcBef>
              <a:spcAft>
                <a:spcPts val="0"/>
              </a:spcAft>
              <a:buClr>
                <a:schemeClr val="dk2"/>
              </a:buClr>
              <a:buSzPts val="3000"/>
              <a:buNone/>
              <a:defRPr sz="3000">
                <a:solidFill>
                  <a:schemeClr val="dk2"/>
                </a:solidFill>
              </a:defRPr>
            </a:lvl2pPr>
            <a:lvl3pPr lvl="2" rtl="0">
              <a:spcBef>
                <a:spcPts val="0"/>
              </a:spcBef>
              <a:spcAft>
                <a:spcPts val="0"/>
              </a:spcAft>
              <a:buClr>
                <a:schemeClr val="dk2"/>
              </a:buClr>
              <a:buSzPts val="3000"/>
              <a:buNone/>
              <a:defRPr sz="3000">
                <a:solidFill>
                  <a:schemeClr val="dk2"/>
                </a:solidFill>
              </a:defRPr>
            </a:lvl3pPr>
            <a:lvl4pPr lvl="3" rtl="0">
              <a:spcBef>
                <a:spcPts val="0"/>
              </a:spcBef>
              <a:spcAft>
                <a:spcPts val="0"/>
              </a:spcAft>
              <a:buClr>
                <a:schemeClr val="dk2"/>
              </a:buClr>
              <a:buSzPts val="3000"/>
              <a:buNone/>
              <a:defRPr sz="3000">
                <a:solidFill>
                  <a:schemeClr val="dk2"/>
                </a:solidFill>
              </a:defRPr>
            </a:lvl4pPr>
            <a:lvl5pPr lvl="4" rtl="0">
              <a:spcBef>
                <a:spcPts val="0"/>
              </a:spcBef>
              <a:spcAft>
                <a:spcPts val="0"/>
              </a:spcAft>
              <a:buClr>
                <a:schemeClr val="dk2"/>
              </a:buClr>
              <a:buSzPts val="3000"/>
              <a:buNone/>
              <a:defRPr sz="3000">
                <a:solidFill>
                  <a:schemeClr val="dk2"/>
                </a:solidFill>
              </a:defRPr>
            </a:lvl5pPr>
            <a:lvl6pPr lvl="5" rtl="0">
              <a:spcBef>
                <a:spcPts val="0"/>
              </a:spcBef>
              <a:spcAft>
                <a:spcPts val="0"/>
              </a:spcAft>
              <a:buClr>
                <a:schemeClr val="dk2"/>
              </a:buClr>
              <a:buSzPts val="3000"/>
              <a:buNone/>
              <a:defRPr sz="3000">
                <a:solidFill>
                  <a:schemeClr val="dk2"/>
                </a:solidFill>
              </a:defRPr>
            </a:lvl6pPr>
            <a:lvl7pPr lvl="6" rtl="0">
              <a:spcBef>
                <a:spcPts val="0"/>
              </a:spcBef>
              <a:spcAft>
                <a:spcPts val="0"/>
              </a:spcAft>
              <a:buClr>
                <a:schemeClr val="dk2"/>
              </a:buClr>
              <a:buSzPts val="3000"/>
              <a:buNone/>
              <a:defRPr sz="3000">
                <a:solidFill>
                  <a:schemeClr val="dk2"/>
                </a:solidFill>
              </a:defRPr>
            </a:lvl7pPr>
            <a:lvl8pPr lvl="7" rtl="0">
              <a:spcBef>
                <a:spcPts val="0"/>
              </a:spcBef>
              <a:spcAft>
                <a:spcPts val="0"/>
              </a:spcAft>
              <a:buClr>
                <a:schemeClr val="dk2"/>
              </a:buClr>
              <a:buSzPts val="3000"/>
              <a:buNone/>
              <a:defRPr sz="3000">
                <a:solidFill>
                  <a:schemeClr val="dk2"/>
                </a:solidFill>
              </a:defRPr>
            </a:lvl8pPr>
            <a:lvl9pPr lvl="8" rtl="0">
              <a:spcBef>
                <a:spcPts val="0"/>
              </a:spcBef>
              <a:spcAft>
                <a:spcPts val="0"/>
              </a:spcAft>
              <a:buClr>
                <a:schemeClr val="dk2"/>
              </a:buClr>
              <a:buSzPts val="3000"/>
              <a:buNone/>
              <a:defRPr sz="3000">
                <a:solidFill>
                  <a:schemeClr val="dk2"/>
                </a:solidFill>
              </a:defRPr>
            </a:lvl9pPr>
          </a:lstStyle>
          <a:p>
            <a:r>
              <a:t>xx%</a:t>
            </a:r>
          </a:p>
        </p:txBody>
      </p:sp>
      <p:sp>
        <p:nvSpPr>
          <p:cNvPr id="8596" name="Google Shape;8596;p13"/>
          <p:cNvSpPr txBox="1">
            <a:spLocks noGrp="1"/>
          </p:cNvSpPr>
          <p:nvPr>
            <p:ph type="title" idx="6" hasCustomPrompt="1"/>
          </p:nvPr>
        </p:nvSpPr>
        <p:spPr>
          <a:xfrm>
            <a:off x="6869550" y="3081682"/>
            <a:ext cx="704100" cy="456900"/>
          </a:xfrm>
          <a:prstGeom prst="rect">
            <a:avLst/>
          </a:prstGeom>
          <a:solidFill>
            <a:schemeClr val="dk2"/>
          </a:solidFill>
          <a:ln>
            <a:noFill/>
          </a:ln>
        </p:spPr>
        <p:txBody>
          <a:bodyPr spcFirstLastPara="1" wrap="square" lIns="91425" tIns="91425" rIns="91425" bIns="91425" anchor="ctr" anchorCtr="0">
            <a:noAutofit/>
          </a:bodyPr>
          <a:lstStyle>
            <a:lvl1pPr lvl="0" algn="ctr" rtl="0">
              <a:spcBef>
                <a:spcPts val="0"/>
              </a:spcBef>
              <a:spcAft>
                <a:spcPts val="0"/>
              </a:spcAft>
              <a:buClr>
                <a:schemeClr val="dk2"/>
              </a:buClr>
              <a:buSzPts val="3000"/>
              <a:buNone/>
              <a:defRPr sz="2800">
                <a:solidFill>
                  <a:schemeClr val="dk1"/>
                </a:solidFill>
              </a:defRPr>
            </a:lvl1pPr>
            <a:lvl2pPr lvl="1" rtl="0">
              <a:spcBef>
                <a:spcPts val="0"/>
              </a:spcBef>
              <a:spcAft>
                <a:spcPts val="0"/>
              </a:spcAft>
              <a:buClr>
                <a:schemeClr val="dk2"/>
              </a:buClr>
              <a:buSzPts val="3000"/>
              <a:buNone/>
              <a:defRPr sz="3000">
                <a:solidFill>
                  <a:schemeClr val="dk2"/>
                </a:solidFill>
              </a:defRPr>
            </a:lvl2pPr>
            <a:lvl3pPr lvl="2" rtl="0">
              <a:spcBef>
                <a:spcPts val="0"/>
              </a:spcBef>
              <a:spcAft>
                <a:spcPts val="0"/>
              </a:spcAft>
              <a:buClr>
                <a:schemeClr val="dk2"/>
              </a:buClr>
              <a:buSzPts val="3000"/>
              <a:buNone/>
              <a:defRPr sz="3000">
                <a:solidFill>
                  <a:schemeClr val="dk2"/>
                </a:solidFill>
              </a:defRPr>
            </a:lvl3pPr>
            <a:lvl4pPr lvl="3" rtl="0">
              <a:spcBef>
                <a:spcPts val="0"/>
              </a:spcBef>
              <a:spcAft>
                <a:spcPts val="0"/>
              </a:spcAft>
              <a:buClr>
                <a:schemeClr val="dk2"/>
              </a:buClr>
              <a:buSzPts val="3000"/>
              <a:buNone/>
              <a:defRPr sz="3000">
                <a:solidFill>
                  <a:schemeClr val="dk2"/>
                </a:solidFill>
              </a:defRPr>
            </a:lvl4pPr>
            <a:lvl5pPr lvl="4" rtl="0">
              <a:spcBef>
                <a:spcPts val="0"/>
              </a:spcBef>
              <a:spcAft>
                <a:spcPts val="0"/>
              </a:spcAft>
              <a:buClr>
                <a:schemeClr val="dk2"/>
              </a:buClr>
              <a:buSzPts val="3000"/>
              <a:buNone/>
              <a:defRPr sz="3000">
                <a:solidFill>
                  <a:schemeClr val="dk2"/>
                </a:solidFill>
              </a:defRPr>
            </a:lvl5pPr>
            <a:lvl6pPr lvl="5" rtl="0">
              <a:spcBef>
                <a:spcPts val="0"/>
              </a:spcBef>
              <a:spcAft>
                <a:spcPts val="0"/>
              </a:spcAft>
              <a:buClr>
                <a:schemeClr val="dk2"/>
              </a:buClr>
              <a:buSzPts val="3000"/>
              <a:buNone/>
              <a:defRPr sz="3000">
                <a:solidFill>
                  <a:schemeClr val="dk2"/>
                </a:solidFill>
              </a:defRPr>
            </a:lvl6pPr>
            <a:lvl7pPr lvl="6" rtl="0">
              <a:spcBef>
                <a:spcPts val="0"/>
              </a:spcBef>
              <a:spcAft>
                <a:spcPts val="0"/>
              </a:spcAft>
              <a:buClr>
                <a:schemeClr val="dk2"/>
              </a:buClr>
              <a:buSzPts val="3000"/>
              <a:buNone/>
              <a:defRPr sz="3000">
                <a:solidFill>
                  <a:schemeClr val="dk2"/>
                </a:solidFill>
              </a:defRPr>
            </a:lvl7pPr>
            <a:lvl8pPr lvl="7" rtl="0">
              <a:spcBef>
                <a:spcPts val="0"/>
              </a:spcBef>
              <a:spcAft>
                <a:spcPts val="0"/>
              </a:spcAft>
              <a:buClr>
                <a:schemeClr val="dk2"/>
              </a:buClr>
              <a:buSzPts val="3000"/>
              <a:buNone/>
              <a:defRPr sz="3000">
                <a:solidFill>
                  <a:schemeClr val="dk2"/>
                </a:solidFill>
              </a:defRPr>
            </a:lvl8pPr>
            <a:lvl9pPr lvl="8" rtl="0">
              <a:spcBef>
                <a:spcPts val="0"/>
              </a:spcBef>
              <a:spcAft>
                <a:spcPts val="0"/>
              </a:spcAft>
              <a:buClr>
                <a:schemeClr val="dk2"/>
              </a:buClr>
              <a:buSzPts val="3000"/>
              <a:buNone/>
              <a:defRPr sz="3000">
                <a:solidFill>
                  <a:schemeClr val="dk2"/>
                </a:solidFill>
              </a:defRPr>
            </a:lvl9pPr>
          </a:lstStyle>
          <a:p>
            <a:r>
              <a:t>xx%</a:t>
            </a:r>
          </a:p>
        </p:txBody>
      </p:sp>
      <p:sp>
        <p:nvSpPr>
          <p:cNvPr id="8597" name="Google Shape;8597;p13"/>
          <p:cNvSpPr txBox="1">
            <a:spLocks noGrp="1"/>
          </p:cNvSpPr>
          <p:nvPr>
            <p:ph type="subTitle" idx="7"/>
          </p:nvPr>
        </p:nvSpPr>
        <p:spPr>
          <a:xfrm>
            <a:off x="720000" y="3707428"/>
            <a:ext cx="2400900" cy="456900"/>
          </a:xfrm>
          <a:prstGeom prst="rect">
            <a:avLst/>
          </a:prstGeom>
        </p:spPr>
        <p:txBody>
          <a:bodyPr spcFirstLastPara="1" wrap="square" lIns="91425" tIns="91425" rIns="91425" bIns="91425" anchor="b" anchorCtr="0">
            <a:noAutofit/>
          </a:bodyPr>
          <a:lstStyle>
            <a:lvl1pPr lvl="0" algn="ctr" rtl="0">
              <a:lnSpc>
                <a:spcPct val="115000"/>
              </a:lnSpc>
              <a:spcBef>
                <a:spcPts val="0"/>
              </a:spcBef>
              <a:spcAft>
                <a:spcPts val="0"/>
              </a:spcAft>
              <a:buClr>
                <a:schemeClr val="dk2"/>
              </a:buClr>
              <a:buSzPts val="2400"/>
              <a:buFont typeface="Poppins Medium"/>
              <a:buNone/>
              <a:defRPr sz="2400">
                <a:solidFill>
                  <a:schemeClr val="dk2"/>
                </a:solidFill>
                <a:latin typeface="Poppins SemiBold"/>
                <a:ea typeface="Poppins SemiBold"/>
                <a:cs typeface="Poppins SemiBold"/>
                <a:sym typeface="Poppins SemiBold"/>
              </a:defRPr>
            </a:lvl1pPr>
            <a:lvl2pPr lvl="1"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2pPr>
            <a:lvl3pPr lvl="2"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3pPr>
            <a:lvl4pPr lvl="3"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4pPr>
            <a:lvl5pPr lvl="4"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5pPr>
            <a:lvl6pPr lvl="5"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6pPr>
            <a:lvl7pPr lvl="6"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7pPr>
            <a:lvl8pPr lvl="7"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8pPr>
            <a:lvl9pPr lvl="8"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9pPr>
          </a:lstStyle>
          <a:p>
            <a:r>
              <a:rPr lang="en-US"/>
              <a:t>Click to edit Master subtitle style</a:t>
            </a:r>
            <a:endParaRPr/>
          </a:p>
        </p:txBody>
      </p:sp>
      <p:sp>
        <p:nvSpPr>
          <p:cNvPr id="8598" name="Google Shape;8598;p13"/>
          <p:cNvSpPr txBox="1">
            <a:spLocks noGrp="1"/>
          </p:cNvSpPr>
          <p:nvPr>
            <p:ph type="subTitle" idx="8"/>
          </p:nvPr>
        </p:nvSpPr>
        <p:spPr>
          <a:xfrm>
            <a:off x="3367649" y="3707427"/>
            <a:ext cx="2404800" cy="456900"/>
          </a:xfrm>
          <a:prstGeom prst="rect">
            <a:avLst/>
          </a:prstGeom>
        </p:spPr>
        <p:txBody>
          <a:bodyPr spcFirstLastPara="1" wrap="square" lIns="91425" tIns="91425" rIns="91425" bIns="91425" anchor="b" anchorCtr="0">
            <a:noAutofit/>
          </a:bodyPr>
          <a:lstStyle>
            <a:lvl1pPr lvl="0" algn="ctr" rtl="0">
              <a:lnSpc>
                <a:spcPct val="115000"/>
              </a:lnSpc>
              <a:spcBef>
                <a:spcPts val="0"/>
              </a:spcBef>
              <a:spcAft>
                <a:spcPts val="0"/>
              </a:spcAft>
              <a:buClr>
                <a:schemeClr val="dk2"/>
              </a:buClr>
              <a:buSzPts val="2400"/>
              <a:buFont typeface="Poppins Medium"/>
              <a:buNone/>
              <a:defRPr sz="2400">
                <a:solidFill>
                  <a:schemeClr val="dk2"/>
                </a:solidFill>
                <a:latin typeface="Poppins SemiBold"/>
                <a:ea typeface="Poppins SemiBold"/>
                <a:cs typeface="Poppins SemiBold"/>
                <a:sym typeface="Poppins SemiBold"/>
              </a:defRPr>
            </a:lvl1pPr>
            <a:lvl2pPr lvl="1"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2pPr>
            <a:lvl3pPr lvl="2"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3pPr>
            <a:lvl4pPr lvl="3"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4pPr>
            <a:lvl5pPr lvl="4"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5pPr>
            <a:lvl6pPr lvl="5"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6pPr>
            <a:lvl7pPr lvl="6"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7pPr>
            <a:lvl8pPr lvl="7"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8pPr>
            <a:lvl9pPr lvl="8"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9pPr>
          </a:lstStyle>
          <a:p>
            <a:r>
              <a:rPr lang="en-US"/>
              <a:t>Click to edit Master subtitle style</a:t>
            </a:r>
            <a:endParaRPr/>
          </a:p>
        </p:txBody>
      </p:sp>
      <p:sp>
        <p:nvSpPr>
          <p:cNvPr id="8599" name="Google Shape;8599;p13"/>
          <p:cNvSpPr txBox="1">
            <a:spLocks noGrp="1"/>
          </p:cNvSpPr>
          <p:nvPr>
            <p:ph type="subTitle" idx="9"/>
          </p:nvPr>
        </p:nvSpPr>
        <p:spPr>
          <a:xfrm>
            <a:off x="6019197" y="3707427"/>
            <a:ext cx="2404800" cy="456900"/>
          </a:xfrm>
          <a:prstGeom prst="rect">
            <a:avLst/>
          </a:prstGeom>
        </p:spPr>
        <p:txBody>
          <a:bodyPr spcFirstLastPara="1" wrap="square" lIns="91425" tIns="91425" rIns="91425" bIns="91425" anchor="b" anchorCtr="0">
            <a:noAutofit/>
          </a:bodyPr>
          <a:lstStyle>
            <a:lvl1pPr lvl="0" algn="ctr" rtl="0">
              <a:lnSpc>
                <a:spcPct val="115000"/>
              </a:lnSpc>
              <a:spcBef>
                <a:spcPts val="0"/>
              </a:spcBef>
              <a:spcAft>
                <a:spcPts val="0"/>
              </a:spcAft>
              <a:buClr>
                <a:schemeClr val="dk2"/>
              </a:buClr>
              <a:buSzPts val="2400"/>
              <a:buFont typeface="Poppins Medium"/>
              <a:buNone/>
              <a:defRPr sz="2400">
                <a:solidFill>
                  <a:schemeClr val="dk2"/>
                </a:solidFill>
                <a:latin typeface="Poppins SemiBold"/>
                <a:ea typeface="Poppins SemiBold"/>
                <a:cs typeface="Poppins SemiBold"/>
                <a:sym typeface="Poppins SemiBold"/>
              </a:defRPr>
            </a:lvl1pPr>
            <a:lvl2pPr lvl="1"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2pPr>
            <a:lvl3pPr lvl="2"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3pPr>
            <a:lvl4pPr lvl="3"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4pPr>
            <a:lvl5pPr lvl="4"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5pPr>
            <a:lvl6pPr lvl="5"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6pPr>
            <a:lvl7pPr lvl="6"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7pPr>
            <a:lvl8pPr lvl="7"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8pPr>
            <a:lvl9pPr lvl="8"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9pPr>
          </a:lstStyle>
          <a:p>
            <a:r>
              <a:rPr lang="en-US"/>
              <a:t>Click to edit Master subtitle style</a:t>
            </a:r>
            <a:endParaRPr/>
          </a:p>
        </p:txBody>
      </p:sp>
      <p:sp>
        <p:nvSpPr>
          <p:cNvPr id="8600" name="Google Shape;8600;p13"/>
          <p:cNvSpPr txBox="1">
            <a:spLocks noGrp="1"/>
          </p:cNvSpPr>
          <p:nvPr>
            <p:ph type="subTitle" idx="13"/>
          </p:nvPr>
        </p:nvSpPr>
        <p:spPr>
          <a:xfrm>
            <a:off x="720000" y="2242663"/>
            <a:ext cx="2400900" cy="651600"/>
          </a:xfrm>
          <a:prstGeom prst="rect">
            <a:avLst/>
          </a:prstGeom>
        </p:spPr>
        <p:txBody>
          <a:bodyPr spcFirstLastPara="1" wrap="square" lIns="91425" tIns="91425" rIns="91425" bIns="91425" anchor="t" anchorCtr="0">
            <a:noAutofit/>
          </a:bodyPr>
          <a:lstStyle>
            <a:lvl1pPr lvl="0" algn="ctr" rtl="0">
              <a:lnSpc>
                <a:spcPct val="115000"/>
              </a:lnSpc>
              <a:spcBef>
                <a:spcPts val="0"/>
              </a:spcBef>
              <a:spcAft>
                <a:spcPts val="0"/>
              </a:spcAft>
              <a:buClr>
                <a:schemeClr val="dk2"/>
              </a:buClr>
              <a:buSzPts val="1400"/>
              <a:buNone/>
              <a:defRPr sz="1400">
                <a:solidFill>
                  <a:schemeClr val="dk2"/>
                </a:solidFill>
              </a:defRPr>
            </a:lvl1pPr>
            <a:lvl2pPr lvl="1" algn="ctr" rtl="0">
              <a:lnSpc>
                <a:spcPct val="115000"/>
              </a:lnSpc>
              <a:spcBef>
                <a:spcPts val="0"/>
              </a:spcBef>
              <a:spcAft>
                <a:spcPts val="0"/>
              </a:spcAft>
              <a:buClr>
                <a:schemeClr val="dk2"/>
              </a:buClr>
              <a:buSzPts val="1400"/>
              <a:buNone/>
              <a:defRPr>
                <a:solidFill>
                  <a:schemeClr val="dk2"/>
                </a:solidFill>
              </a:defRPr>
            </a:lvl2pPr>
            <a:lvl3pPr lvl="2" algn="ctr" rtl="0">
              <a:lnSpc>
                <a:spcPct val="115000"/>
              </a:lnSpc>
              <a:spcBef>
                <a:spcPts val="1600"/>
              </a:spcBef>
              <a:spcAft>
                <a:spcPts val="0"/>
              </a:spcAft>
              <a:buClr>
                <a:schemeClr val="dk2"/>
              </a:buClr>
              <a:buSzPts val="1400"/>
              <a:buNone/>
              <a:defRPr>
                <a:solidFill>
                  <a:schemeClr val="dk2"/>
                </a:solidFill>
              </a:defRPr>
            </a:lvl3pPr>
            <a:lvl4pPr lvl="3" algn="ctr" rtl="0">
              <a:lnSpc>
                <a:spcPct val="115000"/>
              </a:lnSpc>
              <a:spcBef>
                <a:spcPts val="1600"/>
              </a:spcBef>
              <a:spcAft>
                <a:spcPts val="0"/>
              </a:spcAft>
              <a:buClr>
                <a:schemeClr val="dk2"/>
              </a:buClr>
              <a:buSzPts val="1400"/>
              <a:buNone/>
              <a:defRPr>
                <a:solidFill>
                  <a:schemeClr val="dk2"/>
                </a:solidFill>
              </a:defRPr>
            </a:lvl4pPr>
            <a:lvl5pPr lvl="4" algn="ctr" rtl="0">
              <a:lnSpc>
                <a:spcPct val="115000"/>
              </a:lnSpc>
              <a:spcBef>
                <a:spcPts val="1600"/>
              </a:spcBef>
              <a:spcAft>
                <a:spcPts val="0"/>
              </a:spcAft>
              <a:buClr>
                <a:schemeClr val="dk2"/>
              </a:buClr>
              <a:buSzPts val="1400"/>
              <a:buNone/>
              <a:defRPr>
                <a:solidFill>
                  <a:schemeClr val="dk2"/>
                </a:solidFill>
              </a:defRPr>
            </a:lvl5pPr>
            <a:lvl6pPr lvl="5" algn="ctr" rtl="0">
              <a:lnSpc>
                <a:spcPct val="115000"/>
              </a:lnSpc>
              <a:spcBef>
                <a:spcPts val="1600"/>
              </a:spcBef>
              <a:spcAft>
                <a:spcPts val="0"/>
              </a:spcAft>
              <a:buClr>
                <a:schemeClr val="dk2"/>
              </a:buClr>
              <a:buSzPts val="1400"/>
              <a:buNone/>
              <a:defRPr>
                <a:solidFill>
                  <a:schemeClr val="dk2"/>
                </a:solidFill>
              </a:defRPr>
            </a:lvl6pPr>
            <a:lvl7pPr lvl="6" algn="ctr" rtl="0">
              <a:lnSpc>
                <a:spcPct val="115000"/>
              </a:lnSpc>
              <a:spcBef>
                <a:spcPts val="1600"/>
              </a:spcBef>
              <a:spcAft>
                <a:spcPts val="0"/>
              </a:spcAft>
              <a:buClr>
                <a:schemeClr val="dk2"/>
              </a:buClr>
              <a:buSzPts val="1400"/>
              <a:buNone/>
              <a:defRPr>
                <a:solidFill>
                  <a:schemeClr val="dk2"/>
                </a:solidFill>
              </a:defRPr>
            </a:lvl7pPr>
            <a:lvl8pPr lvl="7" algn="ctr" rtl="0">
              <a:lnSpc>
                <a:spcPct val="115000"/>
              </a:lnSpc>
              <a:spcBef>
                <a:spcPts val="1600"/>
              </a:spcBef>
              <a:spcAft>
                <a:spcPts val="0"/>
              </a:spcAft>
              <a:buClr>
                <a:schemeClr val="dk2"/>
              </a:buClr>
              <a:buSzPts val="1400"/>
              <a:buNone/>
              <a:defRPr>
                <a:solidFill>
                  <a:schemeClr val="dk2"/>
                </a:solidFill>
              </a:defRPr>
            </a:lvl8pPr>
            <a:lvl9pPr lvl="8" algn="ctr" rtl="0">
              <a:lnSpc>
                <a:spcPct val="115000"/>
              </a:lnSpc>
              <a:spcBef>
                <a:spcPts val="1600"/>
              </a:spcBef>
              <a:spcAft>
                <a:spcPts val="1600"/>
              </a:spcAft>
              <a:buClr>
                <a:schemeClr val="dk2"/>
              </a:buClr>
              <a:buSzPts val="1400"/>
              <a:buNone/>
              <a:defRPr>
                <a:solidFill>
                  <a:schemeClr val="dk2"/>
                </a:solidFill>
              </a:defRPr>
            </a:lvl9pPr>
          </a:lstStyle>
          <a:p>
            <a:r>
              <a:rPr lang="en-US"/>
              <a:t>Click to edit Master subtitle style</a:t>
            </a:r>
            <a:endParaRPr/>
          </a:p>
        </p:txBody>
      </p:sp>
      <p:sp>
        <p:nvSpPr>
          <p:cNvPr id="8601" name="Google Shape;8601;p13"/>
          <p:cNvSpPr txBox="1">
            <a:spLocks noGrp="1"/>
          </p:cNvSpPr>
          <p:nvPr>
            <p:ph type="subTitle" idx="14"/>
          </p:nvPr>
        </p:nvSpPr>
        <p:spPr>
          <a:xfrm>
            <a:off x="3367649" y="2242663"/>
            <a:ext cx="2404800" cy="651600"/>
          </a:xfrm>
          <a:prstGeom prst="rect">
            <a:avLst/>
          </a:prstGeom>
        </p:spPr>
        <p:txBody>
          <a:bodyPr spcFirstLastPara="1" wrap="square" lIns="91425" tIns="91425" rIns="91425" bIns="91425" anchor="t" anchorCtr="0">
            <a:noAutofit/>
          </a:bodyPr>
          <a:lstStyle>
            <a:lvl1pPr lvl="0" algn="ctr" rtl="0">
              <a:lnSpc>
                <a:spcPct val="115000"/>
              </a:lnSpc>
              <a:spcBef>
                <a:spcPts val="0"/>
              </a:spcBef>
              <a:spcAft>
                <a:spcPts val="0"/>
              </a:spcAft>
              <a:buClr>
                <a:schemeClr val="dk2"/>
              </a:buClr>
              <a:buSzPts val="1400"/>
              <a:buNone/>
              <a:defRPr sz="1400">
                <a:solidFill>
                  <a:schemeClr val="dk2"/>
                </a:solidFill>
              </a:defRPr>
            </a:lvl1pPr>
            <a:lvl2pPr lvl="1" algn="ctr" rtl="0">
              <a:lnSpc>
                <a:spcPct val="115000"/>
              </a:lnSpc>
              <a:spcBef>
                <a:spcPts val="0"/>
              </a:spcBef>
              <a:spcAft>
                <a:spcPts val="0"/>
              </a:spcAft>
              <a:buClr>
                <a:schemeClr val="dk2"/>
              </a:buClr>
              <a:buSzPts val="1400"/>
              <a:buNone/>
              <a:defRPr>
                <a:solidFill>
                  <a:schemeClr val="dk2"/>
                </a:solidFill>
              </a:defRPr>
            </a:lvl2pPr>
            <a:lvl3pPr lvl="2" algn="ctr" rtl="0">
              <a:lnSpc>
                <a:spcPct val="115000"/>
              </a:lnSpc>
              <a:spcBef>
                <a:spcPts val="1600"/>
              </a:spcBef>
              <a:spcAft>
                <a:spcPts val="0"/>
              </a:spcAft>
              <a:buClr>
                <a:schemeClr val="dk2"/>
              </a:buClr>
              <a:buSzPts val="1400"/>
              <a:buNone/>
              <a:defRPr>
                <a:solidFill>
                  <a:schemeClr val="dk2"/>
                </a:solidFill>
              </a:defRPr>
            </a:lvl3pPr>
            <a:lvl4pPr lvl="3" algn="ctr" rtl="0">
              <a:lnSpc>
                <a:spcPct val="115000"/>
              </a:lnSpc>
              <a:spcBef>
                <a:spcPts val="1600"/>
              </a:spcBef>
              <a:spcAft>
                <a:spcPts val="0"/>
              </a:spcAft>
              <a:buClr>
                <a:schemeClr val="dk2"/>
              </a:buClr>
              <a:buSzPts val="1400"/>
              <a:buNone/>
              <a:defRPr>
                <a:solidFill>
                  <a:schemeClr val="dk2"/>
                </a:solidFill>
              </a:defRPr>
            </a:lvl4pPr>
            <a:lvl5pPr lvl="4" algn="ctr" rtl="0">
              <a:lnSpc>
                <a:spcPct val="115000"/>
              </a:lnSpc>
              <a:spcBef>
                <a:spcPts val="1600"/>
              </a:spcBef>
              <a:spcAft>
                <a:spcPts val="0"/>
              </a:spcAft>
              <a:buClr>
                <a:schemeClr val="dk2"/>
              </a:buClr>
              <a:buSzPts val="1400"/>
              <a:buNone/>
              <a:defRPr>
                <a:solidFill>
                  <a:schemeClr val="dk2"/>
                </a:solidFill>
              </a:defRPr>
            </a:lvl5pPr>
            <a:lvl6pPr lvl="5" algn="ctr" rtl="0">
              <a:lnSpc>
                <a:spcPct val="115000"/>
              </a:lnSpc>
              <a:spcBef>
                <a:spcPts val="1600"/>
              </a:spcBef>
              <a:spcAft>
                <a:spcPts val="0"/>
              </a:spcAft>
              <a:buClr>
                <a:schemeClr val="dk2"/>
              </a:buClr>
              <a:buSzPts val="1400"/>
              <a:buNone/>
              <a:defRPr>
                <a:solidFill>
                  <a:schemeClr val="dk2"/>
                </a:solidFill>
              </a:defRPr>
            </a:lvl6pPr>
            <a:lvl7pPr lvl="6" algn="ctr" rtl="0">
              <a:lnSpc>
                <a:spcPct val="115000"/>
              </a:lnSpc>
              <a:spcBef>
                <a:spcPts val="1600"/>
              </a:spcBef>
              <a:spcAft>
                <a:spcPts val="0"/>
              </a:spcAft>
              <a:buClr>
                <a:schemeClr val="dk2"/>
              </a:buClr>
              <a:buSzPts val="1400"/>
              <a:buNone/>
              <a:defRPr>
                <a:solidFill>
                  <a:schemeClr val="dk2"/>
                </a:solidFill>
              </a:defRPr>
            </a:lvl7pPr>
            <a:lvl8pPr lvl="7" algn="ctr" rtl="0">
              <a:lnSpc>
                <a:spcPct val="115000"/>
              </a:lnSpc>
              <a:spcBef>
                <a:spcPts val="1600"/>
              </a:spcBef>
              <a:spcAft>
                <a:spcPts val="0"/>
              </a:spcAft>
              <a:buClr>
                <a:schemeClr val="dk2"/>
              </a:buClr>
              <a:buSzPts val="1400"/>
              <a:buNone/>
              <a:defRPr>
                <a:solidFill>
                  <a:schemeClr val="dk2"/>
                </a:solidFill>
              </a:defRPr>
            </a:lvl8pPr>
            <a:lvl9pPr lvl="8" algn="ctr" rtl="0">
              <a:lnSpc>
                <a:spcPct val="115000"/>
              </a:lnSpc>
              <a:spcBef>
                <a:spcPts val="1600"/>
              </a:spcBef>
              <a:spcAft>
                <a:spcPts val="1600"/>
              </a:spcAft>
              <a:buClr>
                <a:schemeClr val="dk2"/>
              </a:buClr>
              <a:buSzPts val="1400"/>
              <a:buNone/>
              <a:defRPr>
                <a:solidFill>
                  <a:schemeClr val="dk2"/>
                </a:solidFill>
              </a:defRPr>
            </a:lvl9pPr>
          </a:lstStyle>
          <a:p>
            <a:r>
              <a:rPr lang="en-US"/>
              <a:t>Click to edit Master subtitle style</a:t>
            </a:r>
            <a:endParaRPr/>
          </a:p>
        </p:txBody>
      </p:sp>
      <p:sp>
        <p:nvSpPr>
          <p:cNvPr id="8602" name="Google Shape;8602;p13"/>
          <p:cNvSpPr txBox="1">
            <a:spLocks noGrp="1"/>
          </p:cNvSpPr>
          <p:nvPr>
            <p:ph type="subTitle" idx="15"/>
          </p:nvPr>
        </p:nvSpPr>
        <p:spPr>
          <a:xfrm>
            <a:off x="6019197" y="2242663"/>
            <a:ext cx="2404800" cy="651600"/>
          </a:xfrm>
          <a:prstGeom prst="rect">
            <a:avLst/>
          </a:prstGeom>
        </p:spPr>
        <p:txBody>
          <a:bodyPr spcFirstLastPara="1" wrap="square" lIns="91425" tIns="91425" rIns="91425" bIns="91425" anchor="t" anchorCtr="0">
            <a:noAutofit/>
          </a:bodyPr>
          <a:lstStyle>
            <a:lvl1pPr lvl="0" algn="ctr" rtl="0">
              <a:lnSpc>
                <a:spcPct val="115000"/>
              </a:lnSpc>
              <a:spcBef>
                <a:spcPts val="0"/>
              </a:spcBef>
              <a:spcAft>
                <a:spcPts val="0"/>
              </a:spcAft>
              <a:buClr>
                <a:schemeClr val="dk2"/>
              </a:buClr>
              <a:buSzPts val="1400"/>
              <a:buNone/>
              <a:defRPr sz="1400">
                <a:solidFill>
                  <a:schemeClr val="dk2"/>
                </a:solidFill>
              </a:defRPr>
            </a:lvl1pPr>
            <a:lvl2pPr lvl="1" algn="ctr" rtl="0">
              <a:lnSpc>
                <a:spcPct val="115000"/>
              </a:lnSpc>
              <a:spcBef>
                <a:spcPts val="0"/>
              </a:spcBef>
              <a:spcAft>
                <a:spcPts val="0"/>
              </a:spcAft>
              <a:buClr>
                <a:schemeClr val="dk2"/>
              </a:buClr>
              <a:buSzPts val="1400"/>
              <a:buNone/>
              <a:defRPr>
                <a:solidFill>
                  <a:schemeClr val="dk2"/>
                </a:solidFill>
              </a:defRPr>
            </a:lvl2pPr>
            <a:lvl3pPr lvl="2" algn="ctr" rtl="0">
              <a:lnSpc>
                <a:spcPct val="115000"/>
              </a:lnSpc>
              <a:spcBef>
                <a:spcPts val="1600"/>
              </a:spcBef>
              <a:spcAft>
                <a:spcPts val="0"/>
              </a:spcAft>
              <a:buClr>
                <a:schemeClr val="dk2"/>
              </a:buClr>
              <a:buSzPts val="1400"/>
              <a:buNone/>
              <a:defRPr>
                <a:solidFill>
                  <a:schemeClr val="dk2"/>
                </a:solidFill>
              </a:defRPr>
            </a:lvl3pPr>
            <a:lvl4pPr lvl="3" algn="ctr" rtl="0">
              <a:lnSpc>
                <a:spcPct val="115000"/>
              </a:lnSpc>
              <a:spcBef>
                <a:spcPts val="1600"/>
              </a:spcBef>
              <a:spcAft>
                <a:spcPts val="0"/>
              </a:spcAft>
              <a:buClr>
                <a:schemeClr val="dk2"/>
              </a:buClr>
              <a:buSzPts val="1400"/>
              <a:buNone/>
              <a:defRPr>
                <a:solidFill>
                  <a:schemeClr val="dk2"/>
                </a:solidFill>
              </a:defRPr>
            </a:lvl4pPr>
            <a:lvl5pPr lvl="4" algn="ctr" rtl="0">
              <a:lnSpc>
                <a:spcPct val="115000"/>
              </a:lnSpc>
              <a:spcBef>
                <a:spcPts val="1600"/>
              </a:spcBef>
              <a:spcAft>
                <a:spcPts val="0"/>
              </a:spcAft>
              <a:buClr>
                <a:schemeClr val="dk2"/>
              </a:buClr>
              <a:buSzPts val="1400"/>
              <a:buNone/>
              <a:defRPr>
                <a:solidFill>
                  <a:schemeClr val="dk2"/>
                </a:solidFill>
              </a:defRPr>
            </a:lvl5pPr>
            <a:lvl6pPr lvl="5" algn="ctr" rtl="0">
              <a:lnSpc>
                <a:spcPct val="115000"/>
              </a:lnSpc>
              <a:spcBef>
                <a:spcPts val="1600"/>
              </a:spcBef>
              <a:spcAft>
                <a:spcPts val="0"/>
              </a:spcAft>
              <a:buClr>
                <a:schemeClr val="dk2"/>
              </a:buClr>
              <a:buSzPts val="1400"/>
              <a:buNone/>
              <a:defRPr>
                <a:solidFill>
                  <a:schemeClr val="dk2"/>
                </a:solidFill>
              </a:defRPr>
            </a:lvl6pPr>
            <a:lvl7pPr lvl="6" algn="ctr" rtl="0">
              <a:lnSpc>
                <a:spcPct val="115000"/>
              </a:lnSpc>
              <a:spcBef>
                <a:spcPts val="1600"/>
              </a:spcBef>
              <a:spcAft>
                <a:spcPts val="0"/>
              </a:spcAft>
              <a:buClr>
                <a:schemeClr val="dk2"/>
              </a:buClr>
              <a:buSzPts val="1400"/>
              <a:buNone/>
              <a:defRPr>
                <a:solidFill>
                  <a:schemeClr val="dk2"/>
                </a:solidFill>
              </a:defRPr>
            </a:lvl7pPr>
            <a:lvl8pPr lvl="7" algn="ctr" rtl="0">
              <a:lnSpc>
                <a:spcPct val="115000"/>
              </a:lnSpc>
              <a:spcBef>
                <a:spcPts val="1600"/>
              </a:spcBef>
              <a:spcAft>
                <a:spcPts val="0"/>
              </a:spcAft>
              <a:buClr>
                <a:schemeClr val="dk2"/>
              </a:buClr>
              <a:buSzPts val="1400"/>
              <a:buNone/>
              <a:defRPr>
                <a:solidFill>
                  <a:schemeClr val="dk2"/>
                </a:solidFill>
              </a:defRPr>
            </a:lvl8pPr>
            <a:lvl9pPr lvl="8" algn="ctr" rtl="0">
              <a:lnSpc>
                <a:spcPct val="115000"/>
              </a:lnSpc>
              <a:spcBef>
                <a:spcPts val="1600"/>
              </a:spcBef>
              <a:spcAft>
                <a:spcPts val="1600"/>
              </a:spcAft>
              <a:buClr>
                <a:schemeClr val="dk2"/>
              </a:buClr>
              <a:buSzPts val="1400"/>
              <a:buNone/>
              <a:defRPr>
                <a:solidFill>
                  <a:schemeClr val="dk2"/>
                </a:solidFill>
              </a:defRPr>
            </a:lvl9pPr>
          </a:lstStyle>
          <a:p>
            <a:r>
              <a:rPr lang="en-US"/>
              <a:t>Click to edit Master subtitle style</a:t>
            </a:r>
            <a:endParaRPr/>
          </a:p>
        </p:txBody>
      </p:sp>
      <p:sp>
        <p:nvSpPr>
          <p:cNvPr id="8603" name="Google Shape;8603;p13"/>
          <p:cNvSpPr txBox="1">
            <a:spLocks noGrp="1"/>
          </p:cNvSpPr>
          <p:nvPr>
            <p:ph type="title" idx="16" hasCustomPrompt="1"/>
          </p:nvPr>
        </p:nvSpPr>
        <p:spPr>
          <a:xfrm>
            <a:off x="1586100" y="1279691"/>
            <a:ext cx="668700" cy="456900"/>
          </a:xfrm>
          <a:prstGeom prst="rect">
            <a:avLst/>
          </a:prstGeom>
          <a:solidFill>
            <a:schemeClr val="dk2"/>
          </a:solidFill>
          <a:ln>
            <a:noFill/>
          </a:ln>
        </p:spPr>
        <p:txBody>
          <a:bodyPr spcFirstLastPara="1" wrap="square" lIns="91425" tIns="91425" rIns="91425" bIns="91425" anchor="ctr" anchorCtr="0">
            <a:noAutofit/>
          </a:bodyPr>
          <a:lstStyle>
            <a:lvl1pPr lvl="0" algn="ctr" rtl="0">
              <a:spcBef>
                <a:spcPts val="0"/>
              </a:spcBef>
              <a:spcAft>
                <a:spcPts val="0"/>
              </a:spcAft>
              <a:buClr>
                <a:schemeClr val="dk2"/>
              </a:buClr>
              <a:buSzPts val="3000"/>
              <a:buNone/>
              <a:defRPr sz="2800">
                <a:solidFill>
                  <a:schemeClr val="dk1"/>
                </a:solidFill>
              </a:defRPr>
            </a:lvl1pPr>
            <a:lvl2pPr lvl="1" rtl="0">
              <a:spcBef>
                <a:spcPts val="0"/>
              </a:spcBef>
              <a:spcAft>
                <a:spcPts val="0"/>
              </a:spcAft>
              <a:buClr>
                <a:schemeClr val="dk2"/>
              </a:buClr>
              <a:buSzPts val="3000"/>
              <a:buNone/>
              <a:defRPr sz="3000">
                <a:solidFill>
                  <a:schemeClr val="dk2"/>
                </a:solidFill>
              </a:defRPr>
            </a:lvl2pPr>
            <a:lvl3pPr lvl="2" rtl="0">
              <a:spcBef>
                <a:spcPts val="0"/>
              </a:spcBef>
              <a:spcAft>
                <a:spcPts val="0"/>
              </a:spcAft>
              <a:buClr>
                <a:schemeClr val="dk2"/>
              </a:buClr>
              <a:buSzPts val="3000"/>
              <a:buNone/>
              <a:defRPr sz="3000">
                <a:solidFill>
                  <a:schemeClr val="dk2"/>
                </a:solidFill>
              </a:defRPr>
            </a:lvl3pPr>
            <a:lvl4pPr lvl="3" rtl="0">
              <a:spcBef>
                <a:spcPts val="0"/>
              </a:spcBef>
              <a:spcAft>
                <a:spcPts val="0"/>
              </a:spcAft>
              <a:buClr>
                <a:schemeClr val="dk2"/>
              </a:buClr>
              <a:buSzPts val="3000"/>
              <a:buNone/>
              <a:defRPr sz="3000">
                <a:solidFill>
                  <a:schemeClr val="dk2"/>
                </a:solidFill>
              </a:defRPr>
            </a:lvl4pPr>
            <a:lvl5pPr lvl="4" rtl="0">
              <a:spcBef>
                <a:spcPts val="0"/>
              </a:spcBef>
              <a:spcAft>
                <a:spcPts val="0"/>
              </a:spcAft>
              <a:buClr>
                <a:schemeClr val="dk2"/>
              </a:buClr>
              <a:buSzPts val="3000"/>
              <a:buNone/>
              <a:defRPr sz="3000">
                <a:solidFill>
                  <a:schemeClr val="dk2"/>
                </a:solidFill>
              </a:defRPr>
            </a:lvl5pPr>
            <a:lvl6pPr lvl="5" rtl="0">
              <a:spcBef>
                <a:spcPts val="0"/>
              </a:spcBef>
              <a:spcAft>
                <a:spcPts val="0"/>
              </a:spcAft>
              <a:buClr>
                <a:schemeClr val="dk2"/>
              </a:buClr>
              <a:buSzPts val="3000"/>
              <a:buNone/>
              <a:defRPr sz="3000">
                <a:solidFill>
                  <a:schemeClr val="dk2"/>
                </a:solidFill>
              </a:defRPr>
            </a:lvl6pPr>
            <a:lvl7pPr lvl="6" rtl="0">
              <a:spcBef>
                <a:spcPts val="0"/>
              </a:spcBef>
              <a:spcAft>
                <a:spcPts val="0"/>
              </a:spcAft>
              <a:buClr>
                <a:schemeClr val="dk2"/>
              </a:buClr>
              <a:buSzPts val="3000"/>
              <a:buNone/>
              <a:defRPr sz="3000">
                <a:solidFill>
                  <a:schemeClr val="dk2"/>
                </a:solidFill>
              </a:defRPr>
            </a:lvl7pPr>
            <a:lvl8pPr lvl="7" rtl="0">
              <a:spcBef>
                <a:spcPts val="0"/>
              </a:spcBef>
              <a:spcAft>
                <a:spcPts val="0"/>
              </a:spcAft>
              <a:buClr>
                <a:schemeClr val="dk2"/>
              </a:buClr>
              <a:buSzPts val="3000"/>
              <a:buNone/>
              <a:defRPr sz="3000">
                <a:solidFill>
                  <a:schemeClr val="dk2"/>
                </a:solidFill>
              </a:defRPr>
            </a:lvl8pPr>
            <a:lvl9pPr lvl="8" rtl="0">
              <a:spcBef>
                <a:spcPts val="0"/>
              </a:spcBef>
              <a:spcAft>
                <a:spcPts val="0"/>
              </a:spcAft>
              <a:buClr>
                <a:schemeClr val="dk2"/>
              </a:buClr>
              <a:buSzPts val="3000"/>
              <a:buNone/>
              <a:defRPr sz="3000">
                <a:solidFill>
                  <a:schemeClr val="dk2"/>
                </a:solidFill>
              </a:defRPr>
            </a:lvl9pPr>
          </a:lstStyle>
          <a:p>
            <a:r>
              <a:t>xx%</a:t>
            </a:r>
          </a:p>
        </p:txBody>
      </p:sp>
      <p:sp>
        <p:nvSpPr>
          <p:cNvPr id="8604" name="Google Shape;8604;p13"/>
          <p:cNvSpPr txBox="1">
            <a:spLocks noGrp="1"/>
          </p:cNvSpPr>
          <p:nvPr>
            <p:ph type="title" idx="17" hasCustomPrompt="1"/>
          </p:nvPr>
        </p:nvSpPr>
        <p:spPr>
          <a:xfrm>
            <a:off x="4210425" y="1279688"/>
            <a:ext cx="703500" cy="456900"/>
          </a:xfrm>
          <a:prstGeom prst="rect">
            <a:avLst/>
          </a:prstGeom>
          <a:solidFill>
            <a:schemeClr val="dk2"/>
          </a:solidFill>
          <a:ln>
            <a:noFill/>
          </a:ln>
        </p:spPr>
        <p:txBody>
          <a:bodyPr spcFirstLastPara="1" wrap="square" lIns="91425" tIns="91425" rIns="91425" bIns="91425" anchor="ctr" anchorCtr="0">
            <a:noAutofit/>
          </a:bodyPr>
          <a:lstStyle>
            <a:lvl1pPr lvl="0" algn="ctr" rtl="0">
              <a:spcBef>
                <a:spcPts val="0"/>
              </a:spcBef>
              <a:spcAft>
                <a:spcPts val="0"/>
              </a:spcAft>
              <a:buClr>
                <a:schemeClr val="dk2"/>
              </a:buClr>
              <a:buSzPts val="3000"/>
              <a:buNone/>
              <a:defRPr sz="2800">
                <a:solidFill>
                  <a:schemeClr val="dk1"/>
                </a:solidFill>
              </a:defRPr>
            </a:lvl1pPr>
            <a:lvl2pPr lvl="1" rtl="0">
              <a:spcBef>
                <a:spcPts val="0"/>
              </a:spcBef>
              <a:spcAft>
                <a:spcPts val="0"/>
              </a:spcAft>
              <a:buClr>
                <a:schemeClr val="dk2"/>
              </a:buClr>
              <a:buSzPts val="3000"/>
              <a:buNone/>
              <a:defRPr sz="3000">
                <a:solidFill>
                  <a:schemeClr val="dk2"/>
                </a:solidFill>
              </a:defRPr>
            </a:lvl2pPr>
            <a:lvl3pPr lvl="2" rtl="0">
              <a:spcBef>
                <a:spcPts val="0"/>
              </a:spcBef>
              <a:spcAft>
                <a:spcPts val="0"/>
              </a:spcAft>
              <a:buClr>
                <a:schemeClr val="dk2"/>
              </a:buClr>
              <a:buSzPts val="3000"/>
              <a:buNone/>
              <a:defRPr sz="3000">
                <a:solidFill>
                  <a:schemeClr val="dk2"/>
                </a:solidFill>
              </a:defRPr>
            </a:lvl3pPr>
            <a:lvl4pPr lvl="3" rtl="0">
              <a:spcBef>
                <a:spcPts val="0"/>
              </a:spcBef>
              <a:spcAft>
                <a:spcPts val="0"/>
              </a:spcAft>
              <a:buClr>
                <a:schemeClr val="dk2"/>
              </a:buClr>
              <a:buSzPts val="3000"/>
              <a:buNone/>
              <a:defRPr sz="3000">
                <a:solidFill>
                  <a:schemeClr val="dk2"/>
                </a:solidFill>
              </a:defRPr>
            </a:lvl4pPr>
            <a:lvl5pPr lvl="4" rtl="0">
              <a:spcBef>
                <a:spcPts val="0"/>
              </a:spcBef>
              <a:spcAft>
                <a:spcPts val="0"/>
              </a:spcAft>
              <a:buClr>
                <a:schemeClr val="dk2"/>
              </a:buClr>
              <a:buSzPts val="3000"/>
              <a:buNone/>
              <a:defRPr sz="3000">
                <a:solidFill>
                  <a:schemeClr val="dk2"/>
                </a:solidFill>
              </a:defRPr>
            </a:lvl5pPr>
            <a:lvl6pPr lvl="5" rtl="0">
              <a:spcBef>
                <a:spcPts val="0"/>
              </a:spcBef>
              <a:spcAft>
                <a:spcPts val="0"/>
              </a:spcAft>
              <a:buClr>
                <a:schemeClr val="dk2"/>
              </a:buClr>
              <a:buSzPts val="3000"/>
              <a:buNone/>
              <a:defRPr sz="3000">
                <a:solidFill>
                  <a:schemeClr val="dk2"/>
                </a:solidFill>
              </a:defRPr>
            </a:lvl6pPr>
            <a:lvl7pPr lvl="6" rtl="0">
              <a:spcBef>
                <a:spcPts val="0"/>
              </a:spcBef>
              <a:spcAft>
                <a:spcPts val="0"/>
              </a:spcAft>
              <a:buClr>
                <a:schemeClr val="dk2"/>
              </a:buClr>
              <a:buSzPts val="3000"/>
              <a:buNone/>
              <a:defRPr sz="3000">
                <a:solidFill>
                  <a:schemeClr val="dk2"/>
                </a:solidFill>
              </a:defRPr>
            </a:lvl7pPr>
            <a:lvl8pPr lvl="7" rtl="0">
              <a:spcBef>
                <a:spcPts val="0"/>
              </a:spcBef>
              <a:spcAft>
                <a:spcPts val="0"/>
              </a:spcAft>
              <a:buClr>
                <a:schemeClr val="dk2"/>
              </a:buClr>
              <a:buSzPts val="3000"/>
              <a:buNone/>
              <a:defRPr sz="3000">
                <a:solidFill>
                  <a:schemeClr val="dk2"/>
                </a:solidFill>
              </a:defRPr>
            </a:lvl8pPr>
            <a:lvl9pPr lvl="8" rtl="0">
              <a:spcBef>
                <a:spcPts val="0"/>
              </a:spcBef>
              <a:spcAft>
                <a:spcPts val="0"/>
              </a:spcAft>
              <a:buClr>
                <a:schemeClr val="dk2"/>
              </a:buClr>
              <a:buSzPts val="3000"/>
              <a:buNone/>
              <a:defRPr sz="3000">
                <a:solidFill>
                  <a:schemeClr val="dk2"/>
                </a:solidFill>
              </a:defRPr>
            </a:lvl9pPr>
          </a:lstStyle>
          <a:p>
            <a:r>
              <a:t>xx%</a:t>
            </a:r>
          </a:p>
        </p:txBody>
      </p:sp>
      <p:sp>
        <p:nvSpPr>
          <p:cNvPr id="8605" name="Google Shape;8605;p13"/>
          <p:cNvSpPr txBox="1">
            <a:spLocks noGrp="1"/>
          </p:cNvSpPr>
          <p:nvPr>
            <p:ph type="title" idx="18" hasCustomPrompt="1"/>
          </p:nvPr>
        </p:nvSpPr>
        <p:spPr>
          <a:xfrm>
            <a:off x="6869550" y="1279688"/>
            <a:ext cx="704100" cy="456900"/>
          </a:xfrm>
          <a:prstGeom prst="rect">
            <a:avLst/>
          </a:prstGeom>
          <a:solidFill>
            <a:schemeClr val="dk2"/>
          </a:solidFill>
          <a:ln>
            <a:noFill/>
          </a:ln>
        </p:spPr>
        <p:txBody>
          <a:bodyPr spcFirstLastPara="1" wrap="square" lIns="91425" tIns="91425" rIns="91425" bIns="91425" anchor="ctr" anchorCtr="0">
            <a:noAutofit/>
          </a:bodyPr>
          <a:lstStyle>
            <a:lvl1pPr lvl="0" algn="ctr" rtl="0">
              <a:spcBef>
                <a:spcPts val="0"/>
              </a:spcBef>
              <a:spcAft>
                <a:spcPts val="0"/>
              </a:spcAft>
              <a:buClr>
                <a:schemeClr val="dk2"/>
              </a:buClr>
              <a:buSzPts val="3000"/>
              <a:buNone/>
              <a:defRPr sz="2800">
                <a:solidFill>
                  <a:schemeClr val="dk1"/>
                </a:solidFill>
              </a:defRPr>
            </a:lvl1pPr>
            <a:lvl2pPr lvl="1" rtl="0">
              <a:spcBef>
                <a:spcPts val="0"/>
              </a:spcBef>
              <a:spcAft>
                <a:spcPts val="0"/>
              </a:spcAft>
              <a:buClr>
                <a:schemeClr val="dk2"/>
              </a:buClr>
              <a:buSzPts val="3000"/>
              <a:buNone/>
              <a:defRPr sz="3000">
                <a:solidFill>
                  <a:schemeClr val="dk2"/>
                </a:solidFill>
              </a:defRPr>
            </a:lvl2pPr>
            <a:lvl3pPr lvl="2" rtl="0">
              <a:spcBef>
                <a:spcPts val="0"/>
              </a:spcBef>
              <a:spcAft>
                <a:spcPts val="0"/>
              </a:spcAft>
              <a:buClr>
                <a:schemeClr val="dk2"/>
              </a:buClr>
              <a:buSzPts val="3000"/>
              <a:buNone/>
              <a:defRPr sz="3000">
                <a:solidFill>
                  <a:schemeClr val="dk2"/>
                </a:solidFill>
              </a:defRPr>
            </a:lvl3pPr>
            <a:lvl4pPr lvl="3" rtl="0">
              <a:spcBef>
                <a:spcPts val="0"/>
              </a:spcBef>
              <a:spcAft>
                <a:spcPts val="0"/>
              </a:spcAft>
              <a:buClr>
                <a:schemeClr val="dk2"/>
              </a:buClr>
              <a:buSzPts val="3000"/>
              <a:buNone/>
              <a:defRPr sz="3000">
                <a:solidFill>
                  <a:schemeClr val="dk2"/>
                </a:solidFill>
              </a:defRPr>
            </a:lvl4pPr>
            <a:lvl5pPr lvl="4" rtl="0">
              <a:spcBef>
                <a:spcPts val="0"/>
              </a:spcBef>
              <a:spcAft>
                <a:spcPts val="0"/>
              </a:spcAft>
              <a:buClr>
                <a:schemeClr val="dk2"/>
              </a:buClr>
              <a:buSzPts val="3000"/>
              <a:buNone/>
              <a:defRPr sz="3000">
                <a:solidFill>
                  <a:schemeClr val="dk2"/>
                </a:solidFill>
              </a:defRPr>
            </a:lvl5pPr>
            <a:lvl6pPr lvl="5" rtl="0">
              <a:spcBef>
                <a:spcPts val="0"/>
              </a:spcBef>
              <a:spcAft>
                <a:spcPts val="0"/>
              </a:spcAft>
              <a:buClr>
                <a:schemeClr val="dk2"/>
              </a:buClr>
              <a:buSzPts val="3000"/>
              <a:buNone/>
              <a:defRPr sz="3000">
                <a:solidFill>
                  <a:schemeClr val="dk2"/>
                </a:solidFill>
              </a:defRPr>
            </a:lvl6pPr>
            <a:lvl7pPr lvl="6" rtl="0">
              <a:spcBef>
                <a:spcPts val="0"/>
              </a:spcBef>
              <a:spcAft>
                <a:spcPts val="0"/>
              </a:spcAft>
              <a:buClr>
                <a:schemeClr val="dk2"/>
              </a:buClr>
              <a:buSzPts val="3000"/>
              <a:buNone/>
              <a:defRPr sz="3000">
                <a:solidFill>
                  <a:schemeClr val="dk2"/>
                </a:solidFill>
              </a:defRPr>
            </a:lvl7pPr>
            <a:lvl8pPr lvl="7" rtl="0">
              <a:spcBef>
                <a:spcPts val="0"/>
              </a:spcBef>
              <a:spcAft>
                <a:spcPts val="0"/>
              </a:spcAft>
              <a:buClr>
                <a:schemeClr val="dk2"/>
              </a:buClr>
              <a:buSzPts val="3000"/>
              <a:buNone/>
              <a:defRPr sz="3000">
                <a:solidFill>
                  <a:schemeClr val="dk2"/>
                </a:solidFill>
              </a:defRPr>
            </a:lvl8pPr>
            <a:lvl9pPr lvl="8" rtl="0">
              <a:spcBef>
                <a:spcPts val="0"/>
              </a:spcBef>
              <a:spcAft>
                <a:spcPts val="0"/>
              </a:spcAft>
              <a:buClr>
                <a:schemeClr val="dk2"/>
              </a:buClr>
              <a:buSzPts val="3000"/>
              <a:buNone/>
              <a:defRPr sz="3000">
                <a:solidFill>
                  <a:schemeClr val="dk2"/>
                </a:solidFill>
              </a:defRPr>
            </a:lvl9pPr>
          </a:lstStyle>
          <a:p>
            <a:r>
              <a:t>xx%</a:t>
            </a:r>
          </a:p>
        </p:txBody>
      </p:sp>
      <p:sp>
        <p:nvSpPr>
          <p:cNvPr id="8606" name="Google Shape;8606;p13"/>
          <p:cNvSpPr txBox="1">
            <a:spLocks noGrp="1"/>
          </p:cNvSpPr>
          <p:nvPr>
            <p:ph type="subTitle" idx="19"/>
          </p:nvPr>
        </p:nvSpPr>
        <p:spPr>
          <a:xfrm>
            <a:off x="720000" y="1905427"/>
            <a:ext cx="2400900" cy="456900"/>
          </a:xfrm>
          <a:prstGeom prst="rect">
            <a:avLst/>
          </a:prstGeom>
        </p:spPr>
        <p:txBody>
          <a:bodyPr spcFirstLastPara="1" wrap="square" lIns="91425" tIns="91425" rIns="91425" bIns="91425" anchor="b" anchorCtr="0">
            <a:noAutofit/>
          </a:bodyPr>
          <a:lstStyle>
            <a:lvl1pPr lvl="0" algn="ctr" rtl="0">
              <a:lnSpc>
                <a:spcPct val="115000"/>
              </a:lnSpc>
              <a:spcBef>
                <a:spcPts val="0"/>
              </a:spcBef>
              <a:spcAft>
                <a:spcPts val="0"/>
              </a:spcAft>
              <a:buClr>
                <a:schemeClr val="dk2"/>
              </a:buClr>
              <a:buSzPts val="2400"/>
              <a:buFont typeface="Poppins Medium"/>
              <a:buNone/>
              <a:defRPr sz="2400">
                <a:solidFill>
                  <a:schemeClr val="dk2"/>
                </a:solidFill>
                <a:latin typeface="Poppins SemiBold"/>
                <a:ea typeface="Poppins SemiBold"/>
                <a:cs typeface="Poppins SemiBold"/>
                <a:sym typeface="Poppins SemiBold"/>
              </a:defRPr>
            </a:lvl1pPr>
            <a:lvl2pPr lvl="1"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2pPr>
            <a:lvl3pPr lvl="2"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3pPr>
            <a:lvl4pPr lvl="3"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4pPr>
            <a:lvl5pPr lvl="4"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5pPr>
            <a:lvl6pPr lvl="5"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6pPr>
            <a:lvl7pPr lvl="6"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7pPr>
            <a:lvl8pPr lvl="7"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8pPr>
            <a:lvl9pPr lvl="8"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9pPr>
          </a:lstStyle>
          <a:p>
            <a:r>
              <a:rPr lang="en-US"/>
              <a:t>Click to edit Master subtitle style</a:t>
            </a:r>
            <a:endParaRPr/>
          </a:p>
        </p:txBody>
      </p:sp>
      <p:sp>
        <p:nvSpPr>
          <p:cNvPr id="8607" name="Google Shape;8607;p13"/>
          <p:cNvSpPr txBox="1">
            <a:spLocks noGrp="1"/>
          </p:cNvSpPr>
          <p:nvPr>
            <p:ph type="subTitle" idx="20"/>
          </p:nvPr>
        </p:nvSpPr>
        <p:spPr>
          <a:xfrm>
            <a:off x="3367649" y="1905426"/>
            <a:ext cx="2404800" cy="456900"/>
          </a:xfrm>
          <a:prstGeom prst="rect">
            <a:avLst/>
          </a:prstGeom>
        </p:spPr>
        <p:txBody>
          <a:bodyPr spcFirstLastPara="1" wrap="square" lIns="91425" tIns="91425" rIns="91425" bIns="91425" anchor="b" anchorCtr="0">
            <a:noAutofit/>
          </a:bodyPr>
          <a:lstStyle>
            <a:lvl1pPr lvl="0" algn="ctr" rtl="0">
              <a:lnSpc>
                <a:spcPct val="115000"/>
              </a:lnSpc>
              <a:spcBef>
                <a:spcPts val="0"/>
              </a:spcBef>
              <a:spcAft>
                <a:spcPts val="0"/>
              </a:spcAft>
              <a:buClr>
                <a:schemeClr val="dk2"/>
              </a:buClr>
              <a:buSzPts val="2400"/>
              <a:buFont typeface="Poppins Medium"/>
              <a:buNone/>
              <a:defRPr sz="2400">
                <a:solidFill>
                  <a:schemeClr val="dk2"/>
                </a:solidFill>
                <a:latin typeface="Poppins SemiBold"/>
                <a:ea typeface="Poppins SemiBold"/>
                <a:cs typeface="Poppins SemiBold"/>
                <a:sym typeface="Poppins SemiBold"/>
              </a:defRPr>
            </a:lvl1pPr>
            <a:lvl2pPr lvl="1"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2pPr>
            <a:lvl3pPr lvl="2"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3pPr>
            <a:lvl4pPr lvl="3"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4pPr>
            <a:lvl5pPr lvl="4"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5pPr>
            <a:lvl6pPr lvl="5"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6pPr>
            <a:lvl7pPr lvl="6"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7pPr>
            <a:lvl8pPr lvl="7"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8pPr>
            <a:lvl9pPr lvl="8"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9pPr>
          </a:lstStyle>
          <a:p>
            <a:r>
              <a:rPr lang="en-US"/>
              <a:t>Click to edit Master subtitle style</a:t>
            </a:r>
            <a:endParaRPr/>
          </a:p>
        </p:txBody>
      </p:sp>
      <p:sp>
        <p:nvSpPr>
          <p:cNvPr id="8608" name="Google Shape;8608;p13"/>
          <p:cNvSpPr txBox="1">
            <a:spLocks noGrp="1"/>
          </p:cNvSpPr>
          <p:nvPr>
            <p:ph type="subTitle" idx="21"/>
          </p:nvPr>
        </p:nvSpPr>
        <p:spPr>
          <a:xfrm>
            <a:off x="6019197" y="1905426"/>
            <a:ext cx="2404800" cy="456900"/>
          </a:xfrm>
          <a:prstGeom prst="rect">
            <a:avLst/>
          </a:prstGeom>
        </p:spPr>
        <p:txBody>
          <a:bodyPr spcFirstLastPara="1" wrap="square" lIns="91425" tIns="91425" rIns="91425" bIns="91425" anchor="b" anchorCtr="0">
            <a:noAutofit/>
          </a:bodyPr>
          <a:lstStyle>
            <a:lvl1pPr lvl="0" algn="ctr" rtl="0">
              <a:lnSpc>
                <a:spcPct val="115000"/>
              </a:lnSpc>
              <a:spcBef>
                <a:spcPts val="0"/>
              </a:spcBef>
              <a:spcAft>
                <a:spcPts val="0"/>
              </a:spcAft>
              <a:buClr>
                <a:schemeClr val="dk2"/>
              </a:buClr>
              <a:buSzPts val="2400"/>
              <a:buFont typeface="Poppins Medium"/>
              <a:buNone/>
              <a:defRPr sz="2400">
                <a:solidFill>
                  <a:schemeClr val="dk2"/>
                </a:solidFill>
                <a:latin typeface="Poppins SemiBold"/>
                <a:ea typeface="Poppins SemiBold"/>
                <a:cs typeface="Poppins SemiBold"/>
                <a:sym typeface="Poppins SemiBold"/>
              </a:defRPr>
            </a:lvl1pPr>
            <a:lvl2pPr lvl="1"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2pPr>
            <a:lvl3pPr lvl="2"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3pPr>
            <a:lvl4pPr lvl="3"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4pPr>
            <a:lvl5pPr lvl="4"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5pPr>
            <a:lvl6pPr lvl="5"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6pPr>
            <a:lvl7pPr lvl="6"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7pPr>
            <a:lvl8pPr lvl="7"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8pPr>
            <a:lvl9pPr lvl="8"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9pPr>
          </a:lstStyle>
          <a:p>
            <a:r>
              <a:rPr lang="en-US"/>
              <a:t>Click to edit Master subtitle style</a:t>
            </a:r>
            <a:endParaRPr/>
          </a:p>
        </p:txBody>
      </p:sp>
      <p:sp>
        <p:nvSpPr>
          <p:cNvPr id="8609" name="Google Shape;8609;p13"/>
          <p:cNvSpPr/>
          <p:nvPr/>
        </p:nvSpPr>
        <p:spPr>
          <a:xfrm>
            <a:off x="8634600" y="-164025"/>
            <a:ext cx="894600" cy="3204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0" name="Google Shape;8610;p13"/>
          <p:cNvSpPr/>
          <p:nvPr/>
        </p:nvSpPr>
        <p:spPr>
          <a:xfrm>
            <a:off x="-459596" y="-487046"/>
            <a:ext cx="1355828" cy="1425415"/>
          </a:xfrm>
          <a:custGeom>
            <a:avLst/>
            <a:gdLst/>
            <a:ahLst/>
            <a:cxnLst/>
            <a:rect l="l" t="t" r="r" b="b"/>
            <a:pathLst>
              <a:path w="16581" h="17432" extrusionOk="0">
                <a:moveTo>
                  <a:pt x="8431" y="4679"/>
                </a:moveTo>
                <a:cubicBezTo>
                  <a:pt x="9068" y="4707"/>
                  <a:pt x="9697" y="4879"/>
                  <a:pt x="10256" y="5191"/>
                </a:cubicBezTo>
                <a:cubicBezTo>
                  <a:pt x="10264" y="5191"/>
                  <a:pt x="10264" y="5198"/>
                  <a:pt x="10271" y="5198"/>
                </a:cubicBezTo>
                <a:cubicBezTo>
                  <a:pt x="10298" y="5211"/>
                  <a:pt x="10319" y="5226"/>
                  <a:pt x="10339" y="5239"/>
                </a:cubicBezTo>
                <a:cubicBezTo>
                  <a:pt x="10367" y="5253"/>
                  <a:pt x="10389" y="5267"/>
                  <a:pt x="10415" y="5281"/>
                </a:cubicBezTo>
                <a:cubicBezTo>
                  <a:pt x="10415" y="5287"/>
                  <a:pt x="10422" y="5287"/>
                  <a:pt x="10430" y="5294"/>
                </a:cubicBezTo>
                <a:cubicBezTo>
                  <a:pt x="10969" y="5632"/>
                  <a:pt x="11426" y="6097"/>
                  <a:pt x="11757" y="6643"/>
                </a:cubicBezTo>
                <a:cubicBezTo>
                  <a:pt x="11757" y="6649"/>
                  <a:pt x="11764" y="6656"/>
                  <a:pt x="11764" y="6663"/>
                </a:cubicBezTo>
                <a:cubicBezTo>
                  <a:pt x="11777" y="6684"/>
                  <a:pt x="11790" y="6704"/>
                  <a:pt x="11805" y="6732"/>
                </a:cubicBezTo>
                <a:cubicBezTo>
                  <a:pt x="11819" y="6752"/>
                  <a:pt x="11832" y="6780"/>
                  <a:pt x="11847" y="6802"/>
                </a:cubicBezTo>
                <a:cubicBezTo>
                  <a:pt x="11847" y="6808"/>
                  <a:pt x="11854" y="6815"/>
                  <a:pt x="11854" y="6822"/>
                </a:cubicBezTo>
                <a:cubicBezTo>
                  <a:pt x="12150" y="7382"/>
                  <a:pt x="12316" y="8018"/>
                  <a:pt x="12330" y="8653"/>
                </a:cubicBezTo>
                <a:lnTo>
                  <a:pt x="12330" y="8675"/>
                </a:lnTo>
                <a:cubicBezTo>
                  <a:pt x="12330" y="8701"/>
                  <a:pt x="12330" y="8723"/>
                  <a:pt x="12323" y="8751"/>
                </a:cubicBezTo>
                <a:lnTo>
                  <a:pt x="12323" y="8834"/>
                </a:lnTo>
                <a:lnTo>
                  <a:pt x="12323" y="8854"/>
                </a:lnTo>
                <a:cubicBezTo>
                  <a:pt x="12303" y="9497"/>
                  <a:pt x="12131" y="10119"/>
                  <a:pt x="11819" y="10678"/>
                </a:cubicBezTo>
                <a:cubicBezTo>
                  <a:pt x="11812" y="10685"/>
                  <a:pt x="11812" y="10692"/>
                  <a:pt x="11805" y="10700"/>
                </a:cubicBezTo>
                <a:cubicBezTo>
                  <a:pt x="11799" y="10720"/>
                  <a:pt x="11784" y="10741"/>
                  <a:pt x="11771" y="10761"/>
                </a:cubicBezTo>
                <a:cubicBezTo>
                  <a:pt x="11757" y="10790"/>
                  <a:pt x="11742" y="10809"/>
                  <a:pt x="11722" y="10838"/>
                </a:cubicBezTo>
                <a:cubicBezTo>
                  <a:pt x="11722" y="10844"/>
                  <a:pt x="11716" y="10851"/>
                  <a:pt x="11716" y="10851"/>
                </a:cubicBezTo>
                <a:cubicBezTo>
                  <a:pt x="11376" y="11397"/>
                  <a:pt x="10913" y="11853"/>
                  <a:pt x="10361" y="12178"/>
                </a:cubicBezTo>
                <a:cubicBezTo>
                  <a:pt x="10361" y="12185"/>
                  <a:pt x="10354" y="12185"/>
                  <a:pt x="10347" y="12193"/>
                </a:cubicBezTo>
                <a:cubicBezTo>
                  <a:pt x="10319" y="12206"/>
                  <a:pt x="10298" y="12219"/>
                  <a:pt x="10271" y="12234"/>
                </a:cubicBezTo>
                <a:cubicBezTo>
                  <a:pt x="10249" y="12248"/>
                  <a:pt x="10230" y="12261"/>
                  <a:pt x="10201" y="12267"/>
                </a:cubicBezTo>
                <a:cubicBezTo>
                  <a:pt x="10201" y="12276"/>
                  <a:pt x="10195" y="12276"/>
                  <a:pt x="10188" y="12282"/>
                </a:cubicBezTo>
                <a:cubicBezTo>
                  <a:pt x="9621" y="12579"/>
                  <a:pt x="8992" y="12739"/>
                  <a:pt x="8357" y="12752"/>
                </a:cubicBezTo>
                <a:lnTo>
                  <a:pt x="8150" y="12752"/>
                </a:lnTo>
                <a:cubicBezTo>
                  <a:pt x="7513" y="12724"/>
                  <a:pt x="6884" y="12551"/>
                  <a:pt x="6325" y="12241"/>
                </a:cubicBezTo>
                <a:cubicBezTo>
                  <a:pt x="6325" y="12241"/>
                  <a:pt x="6317" y="12234"/>
                  <a:pt x="6310" y="12234"/>
                </a:cubicBezTo>
                <a:cubicBezTo>
                  <a:pt x="6283" y="12219"/>
                  <a:pt x="6262" y="12206"/>
                  <a:pt x="6234" y="12193"/>
                </a:cubicBezTo>
                <a:cubicBezTo>
                  <a:pt x="6214" y="12178"/>
                  <a:pt x="6192" y="12165"/>
                  <a:pt x="6172" y="12151"/>
                </a:cubicBezTo>
                <a:cubicBezTo>
                  <a:pt x="6166" y="12143"/>
                  <a:pt x="6159" y="12143"/>
                  <a:pt x="6151" y="12136"/>
                </a:cubicBezTo>
                <a:cubicBezTo>
                  <a:pt x="5612" y="11798"/>
                  <a:pt x="5155" y="11335"/>
                  <a:pt x="4824" y="10790"/>
                </a:cubicBezTo>
                <a:cubicBezTo>
                  <a:pt x="4824" y="10783"/>
                  <a:pt x="4817" y="10775"/>
                  <a:pt x="4817" y="10768"/>
                </a:cubicBezTo>
                <a:cubicBezTo>
                  <a:pt x="4804" y="10748"/>
                  <a:pt x="4791" y="10720"/>
                  <a:pt x="4776" y="10700"/>
                </a:cubicBezTo>
                <a:cubicBezTo>
                  <a:pt x="4762" y="10672"/>
                  <a:pt x="4749" y="10650"/>
                  <a:pt x="4734" y="10630"/>
                </a:cubicBezTo>
                <a:cubicBezTo>
                  <a:pt x="4734" y="10624"/>
                  <a:pt x="4727" y="10617"/>
                  <a:pt x="4727" y="10609"/>
                </a:cubicBezTo>
                <a:cubicBezTo>
                  <a:pt x="4431" y="10050"/>
                  <a:pt x="4265" y="9421"/>
                  <a:pt x="4258" y="8777"/>
                </a:cubicBezTo>
                <a:lnTo>
                  <a:pt x="4258" y="8758"/>
                </a:lnTo>
                <a:lnTo>
                  <a:pt x="4258" y="8675"/>
                </a:lnTo>
                <a:lnTo>
                  <a:pt x="4258" y="8598"/>
                </a:lnTo>
                <a:lnTo>
                  <a:pt x="4258" y="8577"/>
                </a:lnTo>
                <a:cubicBezTo>
                  <a:pt x="4278" y="7935"/>
                  <a:pt x="4450" y="7313"/>
                  <a:pt x="4762" y="6752"/>
                </a:cubicBezTo>
                <a:cubicBezTo>
                  <a:pt x="4769" y="6745"/>
                  <a:pt x="4769" y="6739"/>
                  <a:pt x="4776" y="6732"/>
                </a:cubicBezTo>
                <a:cubicBezTo>
                  <a:pt x="4791" y="6711"/>
                  <a:pt x="4804" y="6684"/>
                  <a:pt x="4817" y="6663"/>
                </a:cubicBezTo>
                <a:cubicBezTo>
                  <a:pt x="4832" y="6636"/>
                  <a:pt x="4845" y="6614"/>
                  <a:pt x="4859" y="6594"/>
                </a:cubicBezTo>
                <a:cubicBezTo>
                  <a:pt x="4859" y="6586"/>
                  <a:pt x="4865" y="6586"/>
                  <a:pt x="4865" y="6580"/>
                </a:cubicBezTo>
                <a:cubicBezTo>
                  <a:pt x="5205" y="6034"/>
                  <a:pt x="5675" y="5578"/>
                  <a:pt x="6220" y="5253"/>
                </a:cubicBezTo>
                <a:cubicBezTo>
                  <a:pt x="6227" y="5246"/>
                  <a:pt x="6227" y="5246"/>
                  <a:pt x="6234" y="5239"/>
                </a:cubicBezTo>
                <a:cubicBezTo>
                  <a:pt x="6255" y="5226"/>
                  <a:pt x="6283" y="5218"/>
                  <a:pt x="6303" y="5204"/>
                </a:cubicBezTo>
                <a:cubicBezTo>
                  <a:pt x="6332" y="5191"/>
                  <a:pt x="6351" y="5176"/>
                  <a:pt x="6380" y="5163"/>
                </a:cubicBezTo>
                <a:cubicBezTo>
                  <a:pt x="6386" y="5156"/>
                  <a:pt x="6386" y="5156"/>
                  <a:pt x="6393" y="5150"/>
                </a:cubicBezTo>
                <a:cubicBezTo>
                  <a:pt x="6960" y="4853"/>
                  <a:pt x="7589" y="4694"/>
                  <a:pt x="8232" y="4679"/>
                </a:cubicBezTo>
                <a:close/>
                <a:moveTo>
                  <a:pt x="6932" y="1"/>
                </a:moveTo>
                <a:lnTo>
                  <a:pt x="6317" y="2544"/>
                </a:lnTo>
                <a:cubicBezTo>
                  <a:pt x="6096" y="2613"/>
                  <a:pt x="5889" y="2688"/>
                  <a:pt x="5681" y="2779"/>
                </a:cubicBezTo>
                <a:cubicBezTo>
                  <a:pt x="5537" y="2841"/>
                  <a:pt x="5398" y="2910"/>
                  <a:pt x="5253" y="2987"/>
                </a:cubicBezTo>
                <a:cubicBezTo>
                  <a:pt x="5247" y="2993"/>
                  <a:pt x="5238" y="3000"/>
                  <a:pt x="5225" y="3000"/>
                </a:cubicBezTo>
                <a:cubicBezTo>
                  <a:pt x="5218" y="3007"/>
                  <a:pt x="5218" y="3007"/>
                  <a:pt x="5212" y="3013"/>
                </a:cubicBezTo>
                <a:cubicBezTo>
                  <a:pt x="5170" y="3035"/>
                  <a:pt x="5136" y="3048"/>
                  <a:pt x="5101" y="3070"/>
                </a:cubicBezTo>
                <a:cubicBezTo>
                  <a:pt x="5101" y="3076"/>
                  <a:pt x="5094" y="3076"/>
                  <a:pt x="5087" y="3076"/>
                </a:cubicBezTo>
                <a:cubicBezTo>
                  <a:pt x="5059" y="3096"/>
                  <a:pt x="5031" y="3111"/>
                  <a:pt x="4998" y="3131"/>
                </a:cubicBezTo>
                <a:cubicBezTo>
                  <a:pt x="4990" y="3131"/>
                  <a:pt x="4990" y="3138"/>
                  <a:pt x="4983" y="3144"/>
                </a:cubicBezTo>
                <a:cubicBezTo>
                  <a:pt x="4928" y="3172"/>
                  <a:pt x="4873" y="3207"/>
                  <a:pt x="4817" y="3242"/>
                </a:cubicBezTo>
                <a:cubicBezTo>
                  <a:pt x="4776" y="3269"/>
                  <a:pt x="4734" y="3297"/>
                  <a:pt x="4686" y="3325"/>
                </a:cubicBezTo>
                <a:cubicBezTo>
                  <a:pt x="4459" y="3476"/>
                  <a:pt x="4236" y="3650"/>
                  <a:pt x="4023" y="3836"/>
                </a:cubicBezTo>
                <a:lnTo>
                  <a:pt x="1528" y="3048"/>
                </a:lnTo>
                <a:lnTo>
                  <a:pt x="63" y="5536"/>
                </a:lnTo>
                <a:lnTo>
                  <a:pt x="1956" y="7341"/>
                </a:lnTo>
                <a:cubicBezTo>
                  <a:pt x="1921" y="7507"/>
                  <a:pt x="1888" y="7673"/>
                  <a:pt x="1866" y="7830"/>
                </a:cubicBezTo>
                <a:cubicBezTo>
                  <a:pt x="1859" y="7893"/>
                  <a:pt x="1853" y="7948"/>
                  <a:pt x="1846" y="8011"/>
                </a:cubicBezTo>
                <a:cubicBezTo>
                  <a:pt x="1831" y="8107"/>
                  <a:pt x="1825" y="8212"/>
                  <a:pt x="1818" y="8315"/>
                </a:cubicBezTo>
                <a:lnTo>
                  <a:pt x="1818" y="8328"/>
                </a:lnTo>
                <a:cubicBezTo>
                  <a:pt x="1818" y="8391"/>
                  <a:pt x="1811" y="8452"/>
                  <a:pt x="1811" y="8509"/>
                </a:cubicBezTo>
                <a:lnTo>
                  <a:pt x="1811" y="8535"/>
                </a:lnTo>
                <a:lnTo>
                  <a:pt x="1811" y="8633"/>
                </a:lnTo>
                <a:lnTo>
                  <a:pt x="1811" y="8653"/>
                </a:lnTo>
                <a:lnTo>
                  <a:pt x="1811" y="8771"/>
                </a:lnTo>
                <a:lnTo>
                  <a:pt x="1811" y="8799"/>
                </a:lnTo>
                <a:cubicBezTo>
                  <a:pt x="1811" y="9185"/>
                  <a:pt x="1853" y="9580"/>
                  <a:pt x="1929" y="9967"/>
                </a:cubicBezTo>
                <a:lnTo>
                  <a:pt x="0" y="11743"/>
                </a:lnTo>
                <a:lnTo>
                  <a:pt x="1423" y="14251"/>
                </a:lnTo>
                <a:lnTo>
                  <a:pt x="3933" y="13512"/>
                </a:lnTo>
                <a:cubicBezTo>
                  <a:pt x="4140" y="13706"/>
                  <a:pt x="4354" y="13878"/>
                  <a:pt x="4583" y="14037"/>
                </a:cubicBezTo>
                <a:cubicBezTo>
                  <a:pt x="4673" y="14092"/>
                  <a:pt x="4756" y="14155"/>
                  <a:pt x="4845" y="14210"/>
                </a:cubicBezTo>
                <a:cubicBezTo>
                  <a:pt x="4852" y="14217"/>
                  <a:pt x="4865" y="14217"/>
                  <a:pt x="4873" y="14225"/>
                </a:cubicBezTo>
                <a:cubicBezTo>
                  <a:pt x="4880" y="14231"/>
                  <a:pt x="4887" y="14231"/>
                  <a:pt x="4893" y="14238"/>
                </a:cubicBezTo>
                <a:cubicBezTo>
                  <a:pt x="4928" y="14258"/>
                  <a:pt x="4963" y="14280"/>
                  <a:pt x="4998" y="14299"/>
                </a:cubicBezTo>
                <a:cubicBezTo>
                  <a:pt x="5031" y="14321"/>
                  <a:pt x="5066" y="14341"/>
                  <a:pt x="5101" y="14362"/>
                </a:cubicBezTo>
                <a:cubicBezTo>
                  <a:pt x="5107" y="14362"/>
                  <a:pt x="5114" y="14369"/>
                  <a:pt x="5122" y="14369"/>
                </a:cubicBezTo>
                <a:cubicBezTo>
                  <a:pt x="5129" y="14376"/>
                  <a:pt x="5136" y="14382"/>
                  <a:pt x="5149" y="14382"/>
                </a:cubicBezTo>
                <a:cubicBezTo>
                  <a:pt x="5280" y="14459"/>
                  <a:pt x="5426" y="14535"/>
                  <a:pt x="5563" y="14598"/>
                </a:cubicBezTo>
                <a:cubicBezTo>
                  <a:pt x="5771" y="14694"/>
                  <a:pt x="5978" y="14777"/>
                  <a:pt x="6192" y="14853"/>
                </a:cubicBezTo>
                <a:lnTo>
                  <a:pt x="6766" y="17403"/>
                </a:lnTo>
                <a:lnTo>
                  <a:pt x="9649" y="17431"/>
                </a:lnTo>
                <a:lnTo>
                  <a:pt x="10271" y="14888"/>
                </a:lnTo>
                <a:cubicBezTo>
                  <a:pt x="10485" y="14819"/>
                  <a:pt x="10692" y="14742"/>
                  <a:pt x="10900" y="14653"/>
                </a:cubicBezTo>
                <a:cubicBezTo>
                  <a:pt x="11044" y="14590"/>
                  <a:pt x="11190" y="14522"/>
                  <a:pt x="11328" y="14445"/>
                </a:cubicBezTo>
                <a:cubicBezTo>
                  <a:pt x="11334" y="14439"/>
                  <a:pt x="11343" y="14439"/>
                  <a:pt x="11356" y="14432"/>
                </a:cubicBezTo>
                <a:cubicBezTo>
                  <a:pt x="11363" y="14424"/>
                  <a:pt x="11369" y="14424"/>
                  <a:pt x="11369" y="14417"/>
                </a:cubicBezTo>
                <a:cubicBezTo>
                  <a:pt x="11411" y="14404"/>
                  <a:pt x="11445" y="14382"/>
                  <a:pt x="11480" y="14362"/>
                </a:cubicBezTo>
                <a:cubicBezTo>
                  <a:pt x="11480" y="14356"/>
                  <a:pt x="11487" y="14356"/>
                  <a:pt x="11494" y="14356"/>
                </a:cubicBezTo>
                <a:cubicBezTo>
                  <a:pt x="11522" y="14334"/>
                  <a:pt x="11550" y="14321"/>
                  <a:pt x="11583" y="14299"/>
                </a:cubicBezTo>
                <a:cubicBezTo>
                  <a:pt x="11591" y="14299"/>
                  <a:pt x="11598" y="14293"/>
                  <a:pt x="11605" y="14293"/>
                </a:cubicBezTo>
                <a:cubicBezTo>
                  <a:pt x="11936" y="14092"/>
                  <a:pt x="12262" y="13858"/>
                  <a:pt x="12558" y="13603"/>
                </a:cubicBezTo>
                <a:lnTo>
                  <a:pt x="15053" y="14382"/>
                </a:lnTo>
                <a:lnTo>
                  <a:pt x="16518" y="11903"/>
                </a:lnTo>
                <a:lnTo>
                  <a:pt x="14625" y="10091"/>
                </a:lnTo>
                <a:cubicBezTo>
                  <a:pt x="14652" y="9973"/>
                  <a:pt x="14673" y="9856"/>
                  <a:pt x="14693" y="9738"/>
                </a:cubicBezTo>
                <a:cubicBezTo>
                  <a:pt x="14708" y="9628"/>
                  <a:pt x="14722" y="9524"/>
                  <a:pt x="14735" y="9421"/>
                </a:cubicBezTo>
                <a:cubicBezTo>
                  <a:pt x="14743" y="9373"/>
                  <a:pt x="14750" y="9317"/>
                  <a:pt x="14750" y="9268"/>
                </a:cubicBezTo>
                <a:cubicBezTo>
                  <a:pt x="14763" y="9166"/>
                  <a:pt x="14763" y="9054"/>
                  <a:pt x="14770" y="8950"/>
                </a:cubicBezTo>
                <a:lnTo>
                  <a:pt x="14770" y="8923"/>
                </a:lnTo>
                <a:lnTo>
                  <a:pt x="14770" y="8895"/>
                </a:lnTo>
                <a:cubicBezTo>
                  <a:pt x="14770" y="8860"/>
                  <a:pt x="14776" y="8819"/>
                  <a:pt x="14776" y="8777"/>
                </a:cubicBezTo>
                <a:lnTo>
                  <a:pt x="14776" y="8660"/>
                </a:lnTo>
                <a:lnTo>
                  <a:pt x="14776" y="8633"/>
                </a:lnTo>
                <a:cubicBezTo>
                  <a:pt x="14770" y="8245"/>
                  <a:pt x="14728" y="7852"/>
                  <a:pt x="14652" y="7465"/>
                </a:cubicBezTo>
                <a:lnTo>
                  <a:pt x="16581" y="5695"/>
                </a:lnTo>
                <a:lnTo>
                  <a:pt x="15164" y="3179"/>
                </a:lnTo>
                <a:lnTo>
                  <a:pt x="12648" y="3919"/>
                </a:lnTo>
                <a:cubicBezTo>
                  <a:pt x="12558" y="3836"/>
                  <a:pt x="12469" y="3753"/>
                  <a:pt x="12379" y="3677"/>
                </a:cubicBezTo>
                <a:cubicBezTo>
                  <a:pt x="12296" y="3615"/>
                  <a:pt x="12213" y="3552"/>
                  <a:pt x="12122" y="3491"/>
                </a:cubicBezTo>
                <a:cubicBezTo>
                  <a:pt x="12081" y="3456"/>
                  <a:pt x="12039" y="3428"/>
                  <a:pt x="11998" y="3393"/>
                </a:cubicBezTo>
                <a:cubicBezTo>
                  <a:pt x="11908" y="3338"/>
                  <a:pt x="11825" y="3277"/>
                  <a:pt x="11736" y="3221"/>
                </a:cubicBezTo>
                <a:cubicBezTo>
                  <a:pt x="11729" y="3214"/>
                  <a:pt x="11716" y="3214"/>
                  <a:pt x="11708" y="3207"/>
                </a:cubicBezTo>
                <a:cubicBezTo>
                  <a:pt x="11701" y="3201"/>
                  <a:pt x="11694" y="3201"/>
                  <a:pt x="11688" y="3194"/>
                </a:cubicBezTo>
                <a:cubicBezTo>
                  <a:pt x="11653" y="3172"/>
                  <a:pt x="11618" y="3153"/>
                  <a:pt x="11583" y="3131"/>
                </a:cubicBezTo>
                <a:cubicBezTo>
                  <a:pt x="11550" y="3111"/>
                  <a:pt x="11515" y="3090"/>
                  <a:pt x="11480" y="3076"/>
                </a:cubicBezTo>
                <a:cubicBezTo>
                  <a:pt x="11474" y="3070"/>
                  <a:pt x="11467" y="3070"/>
                  <a:pt x="11467" y="3061"/>
                </a:cubicBezTo>
                <a:cubicBezTo>
                  <a:pt x="11452" y="3055"/>
                  <a:pt x="11445" y="3048"/>
                  <a:pt x="11439" y="3048"/>
                </a:cubicBezTo>
                <a:cubicBezTo>
                  <a:pt x="11301" y="2972"/>
                  <a:pt x="11155" y="2895"/>
                  <a:pt x="11018" y="2834"/>
                </a:cubicBezTo>
                <a:cubicBezTo>
                  <a:pt x="10810" y="2738"/>
                  <a:pt x="10603" y="2655"/>
                  <a:pt x="10389" y="2579"/>
                </a:cubicBezTo>
                <a:lnTo>
                  <a:pt x="9815" y="27"/>
                </a:lnTo>
                <a:lnTo>
                  <a:pt x="693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1" name="Google Shape;8611;p13"/>
          <p:cNvSpPr/>
          <p:nvPr/>
        </p:nvSpPr>
        <p:spPr>
          <a:xfrm>
            <a:off x="8634600" y="2643625"/>
            <a:ext cx="2404800" cy="24048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12" name="Google Shape;8612;p13"/>
          <p:cNvGrpSpPr/>
          <p:nvPr/>
        </p:nvGrpSpPr>
        <p:grpSpPr>
          <a:xfrm rot="5400000">
            <a:off x="1746620" y="2952196"/>
            <a:ext cx="347597" cy="4345456"/>
            <a:chOff x="-136402" y="-175976"/>
            <a:chExt cx="347597" cy="4345456"/>
          </a:xfrm>
        </p:grpSpPr>
        <p:sp>
          <p:nvSpPr>
            <p:cNvPr id="8613" name="Google Shape;8613;p13"/>
            <p:cNvSpPr/>
            <p:nvPr/>
          </p:nvSpPr>
          <p:spPr>
            <a:xfrm>
              <a:off x="-136402" y="-175976"/>
              <a:ext cx="273965" cy="273814"/>
            </a:xfrm>
            <a:custGeom>
              <a:avLst/>
              <a:gdLst/>
              <a:ahLst/>
              <a:cxnLst/>
              <a:rect l="l" t="t" r="r" b="b"/>
              <a:pathLst>
                <a:path w="3624" h="3622" extrusionOk="0">
                  <a:moveTo>
                    <a:pt x="1515" y="0"/>
                  </a:moveTo>
                  <a:lnTo>
                    <a:pt x="1" y="1513"/>
                  </a:lnTo>
                  <a:lnTo>
                    <a:pt x="1" y="3621"/>
                  </a:lnTo>
                  <a:lnTo>
                    <a:pt x="36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13"/>
            <p:cNvSpPr/>
            <p:nvPr/>
          </p:nvSpPr>
          <p:spPr>
            <a:xfrm>
              <a:off x="-136402" y="1778994"/>
              <a:ext cx="347597" cy="506503"/>
            </a:xfrm>
            <a:custGeom>
              <a:avLst/>
              <a:gdLst/>
              <a:ahLst/>
              <a:cxnLst/>
              <a:rect l="l" t="t" r="r" b="b"/>
              <a:pathLst>
                <a:path w="4598" h="6700" extrusionOk="0">
                  <a:moveTo>
                    <a:pt x="4597" y="1"/>
                  </a:moveTo>
                  <a:lnTo>
                    <a:pt x="1" y="4597"/>
                  </a:lnTo>
                  <a:lnTo>
                    <a:pt x="1" y="6699"/>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13"/>
            <p:cNvSpPr/>
            <p:nvPr/>
          </p:nvSpPr>
          <p:spPr>
            <a:xfrm>
              <a:off x="-136402" y="2326153"/>
              <a:ext cx="347597" cy="506276"/>
            </a:xfrm>
            <a:custGeom>
              <a:avLst/>
              <a:gdLst/>
              <a:ahLst/>
              <a:cxnLst/>
              <a:rect l="l" t="t" r="r" b="b"/>
              <a:pathLst>
                <a:path w="4598" h="6697" extrusionOk="0">
                  <a:moveTo>
                    <a:pt x="4597" y="0"/>
                  </a:moveTo>
                  <a:lnTo>
                    <a:pt x="1" y="4597"/>
                  </a:lnTo>
                  <a:lnTo>
                    <a:pt x="1" y="6697"/>
                  </a:lnTo>
                  <a:lnTo>
                    <a:pt x="4597" y="2108"/>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6" name="Google Shape;8616;p13"/>
            <p:cNvSpPr/>
            <p:nvPr/>
          </p:nvSpPr>
          <p:spPr>
            <a:xfrm>
              <a:off x="-136402" y="-175976"/>
              <a:ext cx="91624" cy="91473"/>
            </a:xfrm>
            <a:custGeom>
              <a:avLst/>
              <a:gdLst/>
              <a:ahLst/>
              <a:cxnLst/>
              <a:rect l="l" t="t" r="r" b="b"/>
              <a:pathLst>
                <a:path w="1212" h="1210" extrusionOk="0">
                  <a:moveTo>
                    <a:pt x="1" y="0"/>
                  </a:moveTo>
                  <a:lnTo>
                    <a:pt x="1" y="1209"/>
                  </a:lnTo>
                  <a:lnTo>
                    <a:pt x="12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13"/>
            <p:cNvSpPr/>
            <p:nvPr/>
          </p:nvSpPr>
          <p:spPr>
            <a:xfrm>
              <a:off x="-136402" y="3602504"/>
              <a:ext cx="347597" cy="506428"/>
            </a:xfrm>
            <a:custGeom>
              <a:avLst/>
              <a:gdLst/>
              <a:ahLst/>
              <a:cxnLst/>
              <a:rect l="l" t="t" r="r" b="b"/>
              <a:pathLst>
                <a:path w="4598" h="6699" extrusionOk="0">
                  <a:moveTo>
                    <a:pt x="4597" y="1"/>
                  </a:moveTo>
                  <a:lnTo>
                    <a:pt x="1" y="4597"/>
                  </a:lnTo>
                  <a:lnTo>
                    <a:pt x="1" y="6699"/>
                  </a:lnTo>
                  <a:lnTo>
                    <a:pt x="4597" y="2102"/>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13"/>
            <p:cNvSpPr/>
            <p:nvPr/>
          </p:nvSpPr>
          <p:spPr>
            <a:xfrm>
              <a:off x="-136402" y="3420168"/>
              <a:ext cx="347597" cy="506352"/>
            </a:xfrm>
            <a:custGeom>
              <a:avLst/>
              <a:gdLst/>
              <a:ahLst/>
              <a:cxnLst/>
              <a:rect l="l" t="t" r="r" b="b"/>
              <a:pathLst>
                <a:path w="4598" h="6698" extrusionOk="0">
                  <a:moveTo>
                    <a:pt x="4597" y="1"/>
                  </a:moveTo>
                  <a:lnTo>
                    <a:pt x="1" y="4597"/>
                  </a:lnTo>
                  <a:lnTo>
                    <a:pt x="1" y="6697"/>
                  </a:lnTo>
                  <a:lnTo>
                    <a:pt x="4597" y="2103"/>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13"/>
            <p:cNvSpPr/>
            <p:nvPr/>
          </p:nvSpPr>
          <p:spPr>
            <a:xfrm>
              <a:off x="-136402" y="3237908"/>
              <a:ext cx="347597" cy="506276"/>
            </a:xfrm>
            <a:custGeom>
              <a:avLst/>
              <a:gdLst/>
              <a:ahLst/>
              <a:cxnLst/>
              <a:rect l="l" t="t" r="r" b="b"/>
              <a:pathLst>
                <a:path w="4598" h="6697" extrusionOk="0">
                  <a:moveTo>
                    <a:pt x="4597" y="0"/>
                  </a:moveTo>
                  <a:lnTo>
                    <a:pt x="1" y="4596"/>
                  </a:lnTo>
                  <a:lnTo>
                    <a:pt x="1" y="6696"/>
                  </a:lnTo>
                  <a:lnTo>
                    <a:pt x="4597" y="2100"/>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0" name="Google Shape;8620;p13"/>
            <p:cNvSpPr/>
            <p:nvPr/>
          </p:nvSpPr>
          <p:spPr>
            <a:xfrm>
              <a:off x="-136402" y="3055572"/>
              <a:ext cx="347597" cy="506276"/>
            </a:xfrm>
            <a:custGeom>
              <a:avLst/>
              <a:gdLst/>
              <a:ahLst/>
              <a:cxnLst/>
              <a:rect l="l" t="t" r="r" b="b"/>
              <a:pathLst>
                <a:path w="4598" h="6697" extrusionOk="0">
                  <a:moveTo>
                    <a:pt x="4597" y="0"/>
                  </a:moveTo>
                  <a:lnTo>
                    <a:pt x="1" y="4595"/>
                  </a:lnTo>
                  <a:lnTo>
                    <a:pt x="1" y="6697"/>
                  </a:lnTo>
                  <a:lnTo>
                    <a:pt x="4597" y="2107"/>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1" name="Google Shape;8621;p13"/>
            <p:cNvSpPr/>
            <p:nvPr/>
          </p:nvSpPr>
          <p:spPr>
            <a:xfrm>
              <a:off x="-136402" y="-175976"/>
              <a:ext cx="347597" cy="456155"/>
            </a:xfrm>
            <a:custGeom>
              <a:avLst/>
              <a:gdLst/>
              <a:ahLst/>
              <a:cxnLst/>
              <a:rect l="l" t="t" r="r" b="b"/>
              <a:pathLst>
                <a:path w="4598" h="6034" extrusionOk="0">
                  <a:moveTo>
                    <a:pt x="3927" y="0"/>
                  </a:moveTo>
                  <a:lnTo>
                    <a:pt x="1" y="3925"/>
                  </a:lnTo>
                  <a:lnTo>
                    <a:pt x="1" y="6033"/>
                  </a:lnTo>
                  <a:lnTo>
                    <a:pt x="4597" y="1437"/>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2" name="Google Shape;8622;p13"/>
            <p:cNvSpPr/>
            <p:nvPr/>
          </p:nvSpPr>
          <p:spPr>
            <a:xfrm>
              <a:off x="-136402" y="2690749"/>
              <a:ext cx="347597" cy="506428"/>
            </a:xfrm>
            <a:custGeom>
              <a:avLst/>
              <a:gdLst/>
              <a:ahLst/>
              <a:cxnLst/>
              <a:rect l="l" t="t" r="r" b="b"/>
              <a:pathLst>
                <a:path w="4598" h="6699" extrusionOk="0">
                  <a:moveTo>
                    <a:pt x="4597" y="1"/>
                  </a:moveTo>
                  <a:lnTo>
                    <a:pt x="1" y="4597"/>
                  </a:lnTo>
                  <a:lnTo>
                    <a:pt x="1" y="6699"/>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3" name="Google Shape;8623;p13"/>
            <p:cNvSpPr/>
            <p:nvPr/>
          </p:nvSpPr>
          <p:spPr>
            <a:xfrm>
              <a:off x="-136402" y="1232062"/>
              <a:ext cx="347597" cy="506957"/>
            </a:xfrm>
            <a:custGeom>
              <a:avLst/>
              <a:gdLst/>
              <a:ahLst/>
              <a:cxnLst/>
              <a:rect l="l" t="t" r="r" b="b"/>
              <a:pathLst>
                <a:path w="4598" h="6706" extrusionOk="0">
                  <a:moveTo>
                    <a:pt x="4597" y="0"/>
                  </a:moveTo>
                  <a:lnTo>
                    <a:pt x="1" y="4597"/>
                  </a:lnTo>
                  <a:lnTo>
                    <a:pt x="1" y="6705"/>
                  </a:lnTo>
                  <a:lnTo>
                    <a:pt x="4597" y="2109"/>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13"/>
            <p:cNvSpPr/>
            <p:nvPr/>
          </p:nvSpPr>
          <p:spPr>
            <a:xfrm>
              <a:off x="-136402" y="2508489"/>
              <a:ext cx="347597" cy="506428"/>
            </a:xfrm>
            <a:custGeom>
              <a:avLst/>
              <a:gdLst/>
              <a:ahLst/>
              <a:cxnLst/>
              <a:rect l="l" t="t" r="r" b="b"/>
              <a:pathLst>
                <a:path w="4598" h="6699" extrusionOk="0">
                  <a:moveTo>
                    <a:pt x="4597" y="0"/>
                  </a:moveTo>
                  <a:lnTo>
                    <a:pt x="1" y="4596"/>
                  </a:lnTo>
                  <a:lnTo>
                    <a:pt x="1" y="6698"/>
                  </a:lnTo>
                  <a:lnTo>
                    <a:pt x="4597" y="2108"/>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13"/>
            <p:cNvSpPr/>
            <p:nvPr/>
          </p:nvSpPr>
          <p:spPr>
            <a:xfrm>
              <a:off x="-136402" y="1049726"/>
              <a:ext cx="347597" cy="506806"/>
            </a:xfrm>
            <a:custGeom>
              <a:avLst/>
              <a:gdLst/>
              <a:ahLst/>
              <a:cxnLst/>
              <a:rect l="l" t="t" r="r" b="b"/>
              <a:pathLst>
                <a:path w="4598" h="6704" extrusionOk="0">
                  <a:moveTo>
                    <a:pt x="4597" y="1"/>
                  </a:moveTo>
                  <a:lnTo>
                    <a:pt x="1" y="4597"/>
                  </a:lnTo>
                  <a:lnTo>
                    <a:pt x="1" y="6704"/>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13"/>
            <p:cNvSpPr/>
            <p:nvPr/>
          </p:nvSpPr>
          <p:spPr>
            <a:xfrm>
              <a:off x="-136402" y="503172"/>
              <a:ext cx="347597" cy="506428"/>
            </a:xfrm>
            <a:custGeom>
              <a:avLst/>
              <a:gdLst/>
              <a:ahLst/>
              <a:cxnLst/>
              <a:rect l="l" t="t" r="r" b="b"/>
              <a:pathLst>
                <a:path w="4598" h="6699" extrusionOk="0">
                  <a:moveTo>
                    <a:pt x="4597" y="0"/>
                  </a:moveTo>
                  <a:lnTo>
                    <a:pt x="1" y="4590"/>
                  </a:lnTo>
                  <a:lnTo>
                    <a:pt x="1" y="6698"/>
                  </a:lnTo>
                  <a:lnTo>
                    <a:pt x="4597" y="2102"/>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7" name="Google Shape;8627;p13"/>
            <p:cNvSpPr/>
            <p:nvPr/>
          </p:nvSpPr>
          <p:spPr>
            <a:xfrm>
              <a:off x="-136402" y="2143817"/>
              <a:ext cx="347597" cy="506276"/>
            </a:xfrm>
            <a:custGeom>
              <a:avLst/>
              <a:gdLst/>
              <a:ahLst/>
              <a:cxnLst/>
              <a:rect l="l" t="t" r="r" b="b"/>
              <a:pathLst>
                <a:path w="4598" h="6697" extrusionOk="0">
                  <a:moveTo>
                    <a:pt x="4597" y="0"/>
                  </a:moveTo>
                  <a:lnTo>
                    <a:pt x="1" y="4597"/>
                  </a:lnTo>
                  <a:lnTo>
                    <a:pt x="1" y="6697"/>
                  </a:lnTo>
                  <a:lnTo>
                    <a:pt x="4597" y="2109"/>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13"/>
            <p:cNvSpPr/>
            <p:nvPr/>
          </p:nvSpPr>
          <p:spPr>
            <a:xfrm>
              <a:off x="-136402" y="1596734"/>
              <a:ext cx="347597" cy="506428"/>
            </a:xfrm>
            <a:custGeom>
              <a:avLst/>
              <a:gdLst/>
              <a:ahLst/>
              <a:cxnLst/>
              <a:rect l="l" t="t" r="r" b="b"/>
              <a:pathLst>
                <a:path w="4598" h="6699" extrusionOk="0">
                  <a:moveTo>
                    <a:pt x="4597" y="0"/>
                  </a:moveTo>
                  <a:lnTo>
                    <a:pt x="1" y="4597"/>
                  </a:lnTo>
                  <a:lnTo>
                    <a:pt x="1" y="6698"/>
                  </a:lnTo>
                  <a:lnTo>
                    <a:pt x="4597" y="2108"/>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13"/>
            <p:cNvSpPr/>
            <p:nvPr/>
          </p:nvSpPr>
          <p:spPr>
            <a:xfrm>
              <a:off x="-136402" y="320836"/>
              <a:ext cx="347597" cy="506428"/>
            </a:xfrm>
            <a:custGeom>
              <a:avLst/>
              <a:gdLst/>
              <a:ahLst/>
              <a:cxnLst/>
              <a:rect l="l" t="t" r="r" b="b"/>
              <a:pathLst>
                <a:path w="4598" h="6699" extrusionOk="0">
                  <a:moveTo>
                    <a:pt x="4597" y="0"/>
                  </a:moveTo>
                  <a:lnTo>
                    <a:pt x="1" y="4590"/>
                  </a:lnTo>
                  <a:lnTo>
                    <a:pt x="1" y="6698"/>
                  </a:lnTo>
                  <a:lnTo>
                    <a:pt x="4597" y="2102"/>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13"/>
            <p:cNvSpPr/>
            <p:nvPr/>
          </p:nvSpPr>
          <p:spPr>
            <a:xfrm>
              <a:off x="-136402" y="3784840"/>
              <a:ext cx="347597" cy="384640"/>
            </a:xfrm>
            <a:custGeom>
              <a:avLst/>
              <a:gdLst/>
              <a:ahLst/>
              <a:cxnLst/>
              <a:rect l="l" t="t" r="r" b="b"/>
              <a:pathLst>
                <a:path w="4598" h="5088" extrusionOk="0">
                  <a:moveTo>
                    <a:pt x="4597" y="1"/>
                  </a:moveTo>
                  <a:lnTo>
                    <a:pt x="1" y="4597"/>
                  </a:lnTo>
                  <a:lnTo>
                    <a:pt x="1" y="5088"/>
                  </a:lnTo>
                  <a:lnTo>
                    <a:pt x="1611" y="5088"/>
                  </a:lnTo>
                  <a:lnTo>
                    <a:pt x="4597" y="2102"/>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1" name="Google Shape;8631;p13"/>
            <p:cNvSpPr/>
            <p:nvPr/>
          </p:nvSpPr>
          <p:spPr>
            <a:xfrm>
              <a:off x="-136402" y="1414398"/>
              <a:ext cx="347597" cy="506957"/>
            </a:xfrm>
            <a:custGeom>
              <a:avLst/>
              <a:gdLst/>
              <a:ahLst/>
              <a:cxnLst/>
              <a:rect l="l" t="t" r="r" b="b"/>
              <a:pathLst>
                <a:path w="4598" h="6706" extrusionOk="0">
                  <a:moveTo>
                    <a:pt x="4597" y="0"/>
                  </a:moveTo>
                  <a:lnTo>
                    <a:pt x="1" y="4597"/>
                  </a:lnTo>
                  <a:lnTo>
                    <a:pt x="1" y="6705"/>
                  </a:lnTo>
                  <a:lnTo>
                    <a:pt x="4597" y="2109"/>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2" name="Google Shape;8632;p13"/>
            <p:cNvSpPr/>
            <p:nvPr/>
          </p:nvSpPr>
          <p:spPr>
            <a:xfrm>
              <a:off x="-136402" y="685583"/>
              <a:ext cx="347597" cy="506276"/>
            </a:xfrm>
            <a:custGeom>
              <a:avLst/>
              <a:gdLst/>
              <a:ahLst/>
              <a:cxnLst/>
              <a:rect l="l" t="t" r="r" b="b"/>
              <a:pathLst>
                <a:path w="4598" h="6697" extrusionOk="0">
                  <a:moveTo>
                    <a:pt x="4597" y="1"/>
                  </a:moveTo>
                  <a:lnTo>
                    <a:pt x="1" y="4589"/>
                  </a:lnTo>
                  <a:lnTo>
                    <a:pt x="1" y="6697"/>
                  </a:lnTo>
                  <a:lnTo>
                    <a:pt x="4597" y="2101"/>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3" name="Google Shape;8633;p13"/>
            <p:cNvSpPr/>
            <p:nvPr/>
          </p:nvSpPr>
          <p:spPr>
            <a:xfrm>
              <a:off x="-136402" y="2873085"/>
              <a:ext cx="347597" cy="506428"/>
            </a:xfrm>
            <a:custGeom>
              <a:avLst/>
              <a:gdLst/>
              <a:ahLst/>
              <a:cxnLst/>
              <a:rect l="l" t="t" r="r" b="b"/>
              <a:pathLst>
                <a:path w="4598" h="6699" extrusionOk="0">
                  <a:moveTo>
                    <a:pt x="4597" y="1"/>
                  </a:moveTo>
                  <a:lnTo>
                    <a:pt x="1" y="4597"/>
                  </a:lnTo>
                  <a:lnTo>
                    <a:pt x="1" y="6699"/>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13"/>
            <p:cNvSpPr/>
            <p:nvPr/>
          </p:nvSpPr>
          <p:spPr>
            <a:xfrm>
              <a:off x="-136402" y="-43836"/>
              <a:ext cx="347597" cy="506276"/>
            </a:xfrm>
            <a:custGeom>
              <a:avLst/>
              <a:gdLst/>
              <a:ahLst/>
              <a:cxnLst/>
              <a:rect l="l" t="t" r="r" b="b"/>
              <a:pathLst>
                <a:path w="4598" h="6697" extrusionOk="0">
                  <a:moveTo>
                    <a:pt x="4597" y="1"/>
                  </a:moveTo>
                  <a:lnTo>
                    <a:pt x="1" y="4590"/>
                  </a:lnTo>
                  <a:lnTo>
                    <a:pt x="1" y="6697"/>
                  </a:lnTo>
                  <a:lnTo>
                    <a:pt x="4597" y="2102"/>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13"/>
            <p:cNvSpPr/>
            <p:nvPr/>
          </p:nvSpPr>
          <p:spPr>
            <a:xfrm>
              <a:off x="8971" y="3967175"/>
              <a:ext cx="202223" cy="202299"/>
            </a:xfrm>
            <a:custGeom>
              <a:avLst/>
              <a:gdLst/>
              <a:ahLst/>
              <a:cxnLst/>
              <a:rect l="l" t="t" r="r" b="b"/>
              <a:pathLst>
                <a:path w="2675" h="2676" extrusionOk="0">
                  <a:moveTo>
                    <a:pt x="2674" y="0"/>
                  </a:moveTo>
                  <a:lnTo>
                    <a:pt x="0" y="2676"/>
                  </a:lnTo>
                  <a:lnTo>
                    <a:pt x="2100" y="2676"/>
                  </a:lnTo>
                  <a:lnTo>
                    <a:pt x="2674" y="2102"/>
                  </a:lnTo>
                  <a:lnTo>
                    <a:pt x="267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13"/>
            <p:cNvSpPr/>
            <p:nvPr/>
          </p:nvSpPr>
          <p:spPr>
            <a:xfrm>
              <a:off x="-136402" y="1961481"/>
              <a:ext cx="347597" cy="506276"/>
            </a:xfrm>
            <a:custGeom>
              <a:avLst/>
              <a:gdLst/>
              <a:ahLst/>
              <a:cxnLst/>
              <a:rect l="l" t="t" r="r" b="b"/>
              <a:pathLst>
                <a:path w="4598" h="6697" extrusionOk="0">
                  <a:moveTo>
                    <a:pt x="4597" y="0"/>
                  </a:moveTo>
                  <a:lnTo>
                    <a:pt x="1" y="4595"/>
                  </a:lnTo>
                  <a:lnTo>
                    <a:pt x="1" y="6697"/>
                  </a:lnTo>
                  <a:lnTo>
                    <a:pt x="4597" y="2107"/>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13"/>
            <p:cNvSpPr/>
            <p:nvPr/>
          </p:nvSpPr>
          <p:spPr>
            <a:xfrm>
              <a:off x="-136402" y="867919"/>
              <a:ext cx="347597" cy="506276"/>
            </a:xfrm>
            <a:custGeom>
              <a:avLst/>
              <a:gdLst/>
              <a:ahLst/>
              <a:cxnLst/>
              <a:rect l="l" t="t" r="r" b="b"/>
              <a:pathLst>
                <a:path w="4598" h="6697" extrusionOk="0">
                  <a:moveTo>
                    <a:pt x="4597" y="0"/>
                  </a:moveTo>
                  <a:lnTo>
                    <a:pt x="1" y="4589"/>
                  </a:lnTo>
                  <a:lnTo>
                    <a:pt x="1" y="6697"/>
                  </a:lnTo>
                  <a:lnTo>
                    <a:pt x="4597" y="2100"/>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13"/>
            <p:cNvSpPr/>
            <p:nvPr/>
          </p:nvSpPr>
          <p:spPr>
            <a:xfrm>
              <a:off x="-136402" y="138500"/>
              <a:ext cx="347597" cy="506428"/>
            </a:xfrm>
            <a:custGeom>
              <a:avLst/>
              <a:gdLst/>
              <a:ahLst/>
              <a:cxnLst/>
              <a:rect l="l" t="t" r="r" b="b"/>
              <a:pathLst>
                <a:path w="4598" h="6699" extrusionOk="0">
                  <a:moveTo>
                    <a:pt x="4597" y="0"/>
                  </a:moveTo>
                  <a:lnTo>
                    <a:pt x="1" y="4590"/>
                  </a:lnTo>
                  <a:lnTo>
                    <a:pt x="1" y="6698"/>
                  </a:lnTo>
                  <a:lnTo>
                    <a:pt x="4597" y="2102"/>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9" name="Google Shape;8639;p13"/>
            <p:cNvSpPr/>
            <p:nvPr/>
          </p:nvSpPr>
          <p:spPr>
            <a:xfrm>
              <a:off x="191311" y="4149587"/>
              <a:ext cx="19882" cy="19882"/>
            </a:xfrm>
            <a:custGeom>
              <a:avLst/>
              <a:gdLst/>
              <a:ahLst/>
              <a:cxnLst/>
              <a:rect l="l" t="t" r="r" b="b"/>
              <a:pathLst>
                <a:path w="263" h="263" extrusionOk="0">
                  <a:moveTo>
                    <a:pt x="262" y="1"/>
                  </a:moveTo>
                  <a:lnTo>
                    <a:pt x="0" y="263"/>
                  </a:lnTo>
                  <a:lnTo>
                    <a:pt x="262" y="263"/>
                  </a:lnTo>
                  <a:lnTo>
                    <a:pt x="26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40" name="Google Shape;8640;p13"/>
          <p:cNvGrpSpPr/>
          <p:nvPr/>
        </p:nvGrpSpPr>
        <p:grpSpPr>
          <a:xfrm rot="5400000">
            <a:off x="1746622" y="2952198"/>
            <a:ext cx="347597" cy="4345451"/>
            <a:chOff x="-136402" y="-175976"/>
            <a:chExt cx="347597" cy="4345451"/>
          </a:xfrm>
        </p:grpSpPr>
        <p:sp>
          <p:nvSpPr>
            <p:cNvPr id="8641" name="Google Shape;8641;p13"/>
            <p:cNvSpPr/>
            <p:nvPr/>
          </p:nvSpPr>
          <p:spPr>
            <a:xfrm>
              <a:off x="-136402" y="3579069"/>
              <a:ext cx="347597" cy="371033"/>
            </a:xfrm>
            <a:custGeom>
              <a:avLst/>
              <a:gdLst/>
              <a:ahLst/>
              <a:cxnLst/>
              <a:rect l="l" t="t" r="r" b="b"/>
              <a:pathLst>
                <a:path w="4598" h="4908" extrusionOk="0">
                  <a:moveTo>
                    <a:pt x="4597" y="1"/>
                  </a:moveTo>
                  <a:lnTo>
                    <a:pt x="1" y="4595"/>
                  </a:lnTo>
                  <a:lnTo>
                    <a:pt x="1" y="4907"/>
                  </a:lnTo>
                  <a:lnTo>
                    <a:pt x="4597" y="311"/>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13"/>
            <p:cNvSpPr/>
            <p:nvPr/>
          </p:nvSpPr>
          <p:spPr>
            <a:xfrm>
              <a:off x="-136402" y="2850179"/>
              <a:ext cx="347597" cy="370503"/>
            </a:xfrm>
            <a:custGeom>
              <a:avLst/>
              <a:gdLst/>
              <a:ahLst/>
              <a:cxnLst/>
              <a:rect l="l" t="t" r="r" b="b"/>
              <a:pathLst>
                <a:path w="4598" h="4901" extrusionOk="0">
                  <a:moveTo>
                    <a:pt x="4597" y="0"/>
                  </a:moveTo>
                  <a:lnTo>
                    <a:pt x="1" y="4590"/>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13"/>
            <p:cNvSpPr/>
            <p:nvPr/>
          </p:nvSpPr>
          <p:spPr>
            <a:xfrm>
              <a:off x="-14615" y="3943741"/>
              <a:ext cx="225810" cy="225734"/>
            </a:xfrm>
            <a:custGeom>
              <a:avLst/>
              <a:gdLst/>
              <a:ahLst/>
              <a:cxnLst/>
              <a:rect l="l" t="t" r="r" b="b"/>
              <a:pathLst>
                <a:path w="2987" h="2986" extrusionOk="0">
                  <a:moveTo>
                    <a:pt x="2986" y="0"/>
                  </a:moveTo>
                  <a:lnTo>
                    <a:pt x="0" y="2986"/>
                  </a:lnTo>
                  <a:lnTo>
                    <a:pt x="312" y="2986"/>
                  </a:lnTo>
                  <a:lnTo>
                    <a:pt x="2986" y="310"/>
                  </a:lnTo>
                  <a:lnTo>
                    <a:pt x="29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4" name="Google Shape;8644;p13"/>
            <p:cNvSpPr/>
            <p:nvPr/>
          </p:nvSpPr>
          <p:spPr>
            <a:xfrm>
              <a:off x="-136402" y="3214775"/>
              <a:ext cx="347597" cy="370655"/>
            </a:xfrm>
            <a:custGeom>
              <a:avLst/>
              <a:gdLst/>
              <a:ahLst/>
              <a:cxnLst/>
              <a:rect l="l" t="t" r="r" b="b"/>
              <a:pathLst>
                <a:path w="4598" h="4903" extrusionOk="0">
                  <a:moveTo>
                    <a:pt x="4597" y="1"/>
                  </a:moveTo>
                  <a:lnTo>
                    <a:pt x="1" y="4591"/>
                  </a:lnTo>
                  <a:lnTo>
                    <a:pt x="1" y="4902"/>
                  </a:lnTo>
                  <a:lnTo>
                    <a:pt x="4597" y="306"/>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5" name="Google Shape;8645;p13"/>
            <p:cNvSpPr/>
            <p:nvPr/>
          </p:nvSpPr>
          <p:spPr>
            <a:xfrm>
              <a:off x="-136402" y="2485508"/>
              <a:ext cx="347597" cy="370503"/>
            </a:xfrm>
            <a:custGeom>
              <a:avLst/>
              <a:gdLst/>
              <a:ahLst/>
              <a:cxnLst/>
              <a:rect l="l" t="t" r="r" b="b"/>
              <a:pathLst>
                <a:path w="4598" h="4901" extrusionOk="0">
                  <a:moveTo>
                    <a:pt x="4597" y="0"/>
                  </a:moveTo>
                  <a:lnTo>
                    <a:pt x="1" y="4589"/>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13"/>
            <p:cNvSpPr/>
            <p:nvPr/>
          </p:nvSpPr>
          <p:spPr>
            <a:xfrm>
              <a:off x="-136402" y="2120760"/>
              <a:ext cx="347597" cy="370579"/>
            </a:xfrm>
            <a:custGeom>
              <a:avLst/>
              <a:gdLst/>
              <a:ahLst/>
              <a:cxnLst/>
              <a:rect l="l" t="t" r="r" b="b"/>
              <a:pathLst>
                <a:path w="4598" h="4902" extrusionOk="0">
                  <a:moveTo>
                    <a:pt x="4597" y="0"/>
                  </a:moveTo>
                  <a:lnTo>
                    <a:pt x="1" y="4590"/>
                  </a:lnTo>
                  <a:lnTo>
                    <a:pt x="1" y="4902"/>
                  </a:lnTo>
                  <a:lnTo>
                    <a:pt x="4597" y="305"/>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13"/>
            <p:cNvSpPr/>
            <p:nvPr/>
          </p:nvSpPr>
          <p:spPr>
            <a:xfrm>
              <a:off x="-136402" y="1756088"/>
              <a:ext cx="347597" cy="370503"/>
            </a:xfrm>
            <a:custGeom>
              <a:avLst/>
              <a:gdLst/>
              <a:ahLst/>
              <a:cxnLst/>
              <a:rect l="l" t="t" r="r" b="b"/>
              <a:pathLst>
                <a:path w="4598" h="4901" extrusionOk="0">
                  <a:moveTo>
                    <a:pt x="4597" y="0"/>
                  </a:moveTo>
                  <a:lnTo>
                    <a:pt x="1" y="4590"/>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8" name="Google Shape;8648;p13"/>
            <p:cNvSpPr/>
            <p:nvPr/>
          </p:nvSpPr>
          <p:spPr>
            <a:xfrm>
              <a:off x="-136402" y="1391417"/>
              <a:ext cx="347597" cy="370503"/>
            </a:xfrm>
            <a:custGeom>
              <a:avLst/>
              <a:gdLst/>
              <a:ahLst/>
              <a:cxnLst/>
              <a:rect l="l" t="t" r="r" b="b"/>
              <a:pathLst>
                <a:path w="4598" h="4901" extrusionOk="0">
                  <a:moveTo>
                    <a:pt x="4597" y="1"/>
                  </a:moveTo>
                  <a:lnTo>
                    <a:pt x="1" y="4597"/>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13"/>
            <p:cNvSpPr/>
            <p:nvPr/>
          </p:nvSpPr>
          <p:spPr>
            <a:xfrm>
              <a:off x="-136402" y="1026669"/>
              <a:ext cx="347597" cy="370655"/>
            </a:xfrm>
            <a:custGeom>
              <a:avLst/>
              <a:gdLst/>
              <a:ahLst/>
              <a:cxnLst/>
              <a:rect l="l" t="t" r="r" b="b"/>
              <a:pathLst>
                <a:path w="4598" h="4903" extrusionOk="0">
                  <a:moveTo>
                    <a:pt x="4597" y="0"/>
                  </a:moveTo>
                  <a:lnTo>
                    <a:pt x="1" y="4597"/>
                  </a:lnTo>
                  <a:lnTo>
                    <a:pt x="1" y="4902"/>
                  </a:lnTo>
                  <a:lnTo>
                    <a:pt x="4597" y="306"/>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13"/>
            <p:cNvSpPr/>
            <p:nvPr/>
          </p:nvSpPr>
          <p:spPr>
            <a:xfrm>
              <a:off x="-136402" y="661998"/>
              <a:ext cx="347597" cy="370503"/>
            </a:xfrm>
            <a:custGeom>
              <a:avLst/>
              <a:gdLst/>
              <a:ahLst/>
              <a:cxnLst/>
              <a:rect l="l" t="t" r="r" b="b"/>
              <a:pathLst>
                <a:path w="4598" h="4901" extrusionOk="0">
                  <a:moveTo>
                    <a:pt x="4597" y="1"/>
                  </a:moveTo>
                  <a:lnTo>
                    <a:pt x="1" y="4597"/>
                  </a:lnTo>
                  <a:lnTo>
                    <a:pt x="1" y="4901"/>
                  </a:lnTo>
                  <a:lnTo>
                    <a:pt x="4597" y="313"/>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13"/>
            <p:cNvSpPr/>
            <p:nvPr/>
          </p:nvSpPr>
          <p:spPr>
            <a:xfrm>
              <a:off x="-136402" y="297402"/>
              <a:ext cx="347597" cy="370503"/>
            </a:xfrm>
            <a:custGeom>
              <a:avLst/>
              <a:gdLst/>
              <a:ahLst/>
              <a:cxnLst/>
              <a:rect l="l" t="t" r="r" b="b"/>
              <a:pathLst>
                <a:path w="4598" h="4901" extrusionOk="0">
                  <a:moveTo>
                    <a:pt x="4597" y="0"/>
                  </a:moveTo>
                  <a:lnTo>
                    <a:pt x="1" y="4596"/>
                  </a:lnTo>
                  <a:lnTo>
                    <a:pt x="1" y="4900"/>
                  </a:lnTo>
                  <a:lnTo>
                    <a:pt x="4597" y="310"/>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2" name="Google Shape;8652;p13"/>
            <p:cNvSpPr/>
            <p:nvPr/>
          </p:nvSpPr>
          <p:spPr>
            <a:xfrm>
              <a:off x="-136402" y="-67421"/>
              <a:ext cx="347597" cy="370655"/>
            </a:xfrm>
            <a:custGeom>
              <a:avLst/>
              <a:gdLst/>
              <a:ahLst/>
              <a:cxnLst/>
              <a:rect l="l" t="t" r="r" b="b"/>
              <a:pathLst>
                <a:path w="4598" h="4903" extrusionOk="0">
                  <a:moveTo>
                    <a:pt x="4597" y="1"/>
                  </a:moveTo>
                  <a:lnTo>
                    <a:pt x="1" y="4597"/>
                  </a:lnTo>
                  <a:lnTo>
                    <a:pt x="1" y="4902"/>
                  </a:lnTo>
                  <a:lnTo>
                    <a:pt x="4597" y="313"/>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13"/>
            <p:cNvSpPr/>
            <p:nvPr/>
          </p:nvSpPr>
          <p:spPr>
            <a:xfrm>
              <a:off x="-136402" y="-175976"/>
              <a:ext cx="114606" cy="114379"/>
            </a:xfrm>
            <a:custGeom>
              <a:avLst/>
              <a:gdLst/>
              <a:ahLst/>
              <a:cxnLst/>
              <a:rect l="l" t="t" r="r" b="b"/>
              <a:pathLst>
                <a:path w="1516" h="1513" extrusionOk="0">
                  <a:moveTo>
                    <a:pt x="1212" y="0"/>
                  </a:moveTo>
                  <a:lnTo>
                    <a:pt x="1" y="1209"/>
                  </a:lnTo>
                  <a:lnTo>
                    <a:pt x="1" y="1513"/>
                  </a:lnTo>
                  <a:lnTo>
                    <a:pt x="15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13"/>
            <p:cNvSpPr/>
            <p:nvPr/>
          </p:nvSpPr>
          <p:spPr>
            <a:xfrm>
              <a:off x="167725" y="4126077"/>
              <a:ext cx="43469" cy="43393"/>
            </a:xfrm>
            <a:custGeom>
              <a:avLst/>
              <a:gdLst/>
              <a:ahLst/>
              <a:cxnLst/>
              <a:rect l="l" t="t" r="r" b="b"/>
              <a:pathLst>
                <a:path w="575" h="574" extrusionOk="0">
                  <a:moveTo>
                    <a:pt x="574" y="0"/>
                  </a:moveTo>
                  <a:lnTo>
                    <a:pt x="0" y="574"/>
                  </a:lnTo>
                  <a:lnTo>
                    <a:pt x="312" y="574"/>
                  </a:lnTo>
                  <a:lnTo>
                    <a:pt x="574" y="312"/>
                  </a:lnTo>
                  <a:lnTo>
                    <a:pt x="57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13"/>
            <p:cNvSpPr/>
            <p:nvPr/>
          </p:nvSpPr>
          <p:spPr>
            <a:xfrm>
              <a:off x="-136402" y="3396658"/>
              <a:ext cx="347597" cy="371108"/>
            </a:xfrm>
            <a:custGeom>
              <a:avLst/>
              <a:gdLst/>
              <a:ahLst/>
              <a:cxnLst/>
              <a:rect l="l" t="t" r="r" b="b"/>
              <a:pathLst>
                <a:path w="4598" h="4909" extrusionOk="0">
                  <a:moveTo>
                    <a:pt x="4597" y="0"/>
                  </a:moveTo>
                  <a:lnTo>
                    <a:pt x="1" y="4596"/>
                  </a:lnTo>
                  <a:lnTo>
                    <a:pt x="1" y="4908"/>
                  </a:lnTo>
                  <a:lnTo>
                    <a:pt x="4597" y="312"/>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6" name="Google Shape;8656;p13"/>
            <p:cNvSpPr/>
            <p:nvPr/>
          </p:nvSpPr>
          <p:spPr>
            <a:xfrm>
              <a:off x="-136402" y="2667843"/>
              <a:ext cx="347597" cy="370503"/>
            </a:xfrm>
            <a:custGeom>
              <a:avLst/>
              <a:gdLst/>
              <a:ahLst/>
              <a:cxnLst/>
              <a:rect l="l" t="t" r="r" b="b"/>
              <a:pathLst>
                <a:path w="4598" h="4901" extrusionOk="0">
                  <a:moveTo>
                    <a:pt x="4597" y="0"/>
                  </a:moveTo>
                  <a:lnTo>
                    <a:pt x="1" y="4590"/>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7" name="Google Shape;8657;p13"/>
            <p:cNvSpPr/>
            <p:nvPr/>
          </p:nvSpPr>
          <p:spPr>
            <a:xfrm>
              <a:off x="-136402" y="1938424"/>
              <a:ext cx="347597" cy="370503"/>
            </a:xfrm>
            <a:custGeom>
              <a:avLst/>
              <a:gdLst/>
              <a:ahLst/>
              <a:cxnLst/>
              <a:rect l="l" t="t" r="r" b="b"/>
              <a:pathLst>
                <a:path w="4598" h="4901" extrusionOk="0">
                  <a:moveTo>
                    <a:pt x="4597" y="0"/>
                  </a:moveTo>
                  <a:lnTo>
                    <a:pt x="1" y="4590"/>
                  </a:lnTo>
                  <a:lnTo>
                    <a:pt x="1" y="4900"/>
                  </a:lnTo>
                  <a:lnTo>
                    <a:pt x="4597" y="305"/>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8" name="Google Shape;8658;p13"/>
            <p:cNvSpPr/>
            <p:nvPr/>
          </p:nvSpPr>
          <p:spPr>
            <a:xfrm>
              <a:off x="-136402" y="1209081"/>
              <a:ext cx="347597" cy="370503"/>
            </a:xfrm>
            <a:custGeom>
              <a:avLst/>
              <a:gdLst/>
              <a:ahLst/>
              <a:cxnLst/>
              <a:rect l="l" t="t" r="r" b="b"/>
              <a:pathLst>
                <a:path w="4598" h="4901" extrusionOk="0">
                  <a:moveTo>
                    <a:pt x="4597" y="1"/>
                  </a:moveTo>
                  <a:lnTo>
                    <a:pt x="1" y="4596"/>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9" name="Google Shape;8659;p13"/>
            <p:cNvSpPr/>
            <p:nvPr/>
          </p:nvSpPr>
          <p:spPr>
            <a:xfrm>
              <a:off x="-136402" y="479662"/>
              <a:ext cx="347597" cy="370503"/>
            </a:xfrm>
            <a:custGeom>
              <a:avLst/>
              <a:gdLst/>
              <a:ahLst/>
              <a:cxnLst/>
              <a:rect l="l" t="t" r="r" b="b"/>
              <a:pathLst>
                <a:path w="4598" h="4901" extrusionOk="0">
                  <a:moveTo>
                    <a:pt x="4597" y="1"/>
                  </a:moveTo>
                  <a:lnTo>
                    <a:pt x="1" y="4597"/>
                  </a:lnTo>
                  <a:lnTo>
                    <a:pt x="1" y="4901"/>
                  </a:lnTo>
                  <a:lnTo>
                    <a:pt x="4597" y="311"/>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0" name="Google Shape;8660;p13"/>
            <p:cNvSpPr/>
            <p:nvPr/>
          </p:nvSpPr>
          <p:spPr>
            <a:xfrm>
              <a:off x="-136402" y="3761405"/>
              <a:ext cx="347597" cy="370957"/>
            </a:xfrm>
            <a:custGeom>
              <a:avLst/>
              <a:gdLst/>
              <a:ahLst/>
              <a:cxnLst/>
              <a:rect l="l" t="t" r="r" b="b"/>
              <a:pathLst>
                <a:path w="4598" h="4907" extrusionOk="0">
                  <a:moveTo>
                    <a:pt x="4597" y="0"/>
                  </a:moveTo>
                  <a:lnTo>
                    <a:pt x="1" y="4597"/>
                  </a:lnTo>
                  <a:lnTo>
                    <a:pt x="1" y="4907"/>
                  </a:lnTo>
                  <a:lnTo>
                    <a:pt x="4597" y="311"/>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13"/>
            <p:cNvSpPr/>
            <p:nvPr/>
          </p:nvSpPr>
          <p:spPr>
            <a:xfrm>
              <a:off x="-136402" y="3032440"/>
              <a:ext cx="347597" cy="370503"/>
            </a:xfrm>
            <a:custGeom>
              <a:avLst/>
              <a:gdLst/>
              <a:ahLst/>
              <a:cxnLst/>
              <a:rect l="l" t="t" r="r" b="b"/>
              <a:pathLst>
                <a:path w="4598" h="4901" extrusionOk="0">
                  <a:moveTo>
                    <a:pt x="4597" y="1"/>
                  </a:moveTo>
                  <a:lnTo>
                    <a:pt x="1" y="4591"/>
                  </a:lnTo>
                  <a:lnTo>
                    <a:pt x="1" y="4901"/>
                  </a:lnTo>
                  <a:lnTo>
                    <a:pt x="4597" y="306"/>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2" name="Google Shape;8662;p13"/>
            <p:cNvSpPr/>
            <p:nvPr/>
          </p:nvSpPr>
          <p:spPr>
            <a:xfrm>
              <a:off x="-136402" y="2303172"/>
              <a:ext cx="347597" cy="370503"/>
            </a:xfrm>
            <a:custGeom>
              <a:avLst/>
              <a:gdLst/>
              <a:ahLst/>
              <a:cxnLst/>
              <a:rect l="l" t="t" r="r" b="b"/>
              <a:pathLst>
                <a:path w="4598" h="4901" extrusionOk="0">
                  <a:moveTo>
                    <a:pt x="4597" y="1"/>
                  </a:moveTo>
                  <a:lnTo>
                    <a:pt x="1" y="4589"/>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13"/>
            <p:cNvSpPr/>
            <p:nvPr/>
          </p:nvSpPr>
          <p:spPr>
            <a:xfrm>
              <a:off x="-136402" y="1573753"/>
              <a:ext cx="347597" cy="370503"/>
            </a:xfrm>
            <a:custGeom>
              <a:avLst/>
              <a:gdLst/>
              <a:ahLst/>
              <a:cxnLst/>
              <a:rect l="l" t="t" r="r" b="b"/>
              <a:pathLst>
                <a:path w="4598" h="4901" extrusionOk="0">
                  <a:moveTo>
                    <a:pt x="4597" y="1"/>
                  </a:moveTo>
                  <a:lnTo>
                    <a:pt x="1" y="4597"/>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13"/>
            <p:cNvSpPr/>
            <p:nvPr/>
          </p:nvSpPr>
          <p:spPr>
            <a:xfrm>
              <a:off x="-136402" y="844334"/>
              <a:ext cx="347597" cy="370503"/>
            </a:xfrm>
            <a:custGeom>
              <a:avLst/>
              <a:gdLst/>
              <a:ahLst/>
              <a:cxnLst/>
              <a:rect l="l" t="t" r="r" b="b"/>
              <a:pathLst>
                <a:path w="4598" h="4901" extrusionOk="0">
                  <a:moveTo>
                    <a:pt x="4597" y="1"/>
                  </a:moveTo>
                  <a:lnTo>
                    <a:pt x="1" y="4597"/>
                  </a:lnTo>
                  <a:lnTo>
                    <a:pt x="1" y="4901"/>
                  </a:lnTo>
                  <a:lnTo>
                    <a:pt x="4597" y="312"/>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5" name="Google Shape;8665;p13"/>
            <p:cNvSpPr/>
            <p:nvPr/>
          </p:nvSpPr>
          <p:spPr>
            <a:xfrm>
              <a:off x="-136402" y="115066"/>
              <a:ext cx="347597" cy="370503"/>
            </a:xfrm>
            <a:custGeom>
              <a:avLst/>
              <a:gdLst/>
              <a:ahLst/>
              <a:cxnLst/>
              <a:rect l="l" t="t" r="r" b="b"/>
              <a:pathLst>
                <a:path w="4598" h="4901" extrusionOk="0">
                  <a:moveTo>
                    <a:pt x="4597" y="0"/>
                  </a:moveTo>
                  <a:lnTo>
                    <a:pt x="1" y="4595"/>
                  </a:lnTo>
                  <a:lnTo>
                    <a:pt x="1" y="4900"/>
                  </a:lnTo>
                  <a:lnTo>
                    <a:pt x="4597" y="310"/>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6" name="Google Shape;8666;p13"/>
            <p:cNvSpPr/>
            <p:nvPr/>
          </p:nvSpPr>
          <p:spPr>
            <a:xfrm>
              <a:off x="-136402" y="-175976"/>
              <a:ext cx="296947" cy="296720"/>
            </a:xfrm>
            <a:custGeom>
              <a:avLst/>
              <a:gdLst/>
              <a:ahLst/>
              <a:cxnLst/>
              <a:rect l="l" t="t" r="r" b="b"/>
              <a:pathLst>
                <a:path w="3928" h="3925" extrusionOk="0">
                  <a:moveTo>
                    <a:pt x="3624" y="0"/>
                  </a:moveTo>
                  <a:lnTo>
                    <a:pt x="1" y="3621"/>
                  </a:lnTo>
                  <a:lnTo>
                    <a:pt x="1" y="3925"/>
                  </a:lnTo>
                  <a:lnTo>
                    <a:pt x="39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67" name="Google Shape;8667;p13"/>
          <p:cNvSpPr/>
          <p:nvPr/>
        </p:nvSpPr>
        <p:spPr>
          <a:xfrm rot="5400000">
            <a:off x="1746595" y="2952177"/>
            <a:ext cx="347700" cy="43455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317110495"/>
      </p:ext>
    </p:extLst>
  </p:cSld>
  <p:clrMapOvr>
    <a:masterClrMapping/>
  </p:clrMapOvr>
  <p:hf sldNum="0" hdr="0" ftr="0" dt="0"/>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8668"/>
        <p:cNvGrpSpPr/>
        <p:nvPr/>
      </p:nvGrpSpPr>
      <p:grpSpPr>
        <a:xfrm>
          <a:off x="0" y="0"/>
          <a:ext cx="0" cy="0"/>
          <a:chOff x="0" y="0"/>
          <a:chExt cx="0" cy="0"/>
        </a:xfrm>
      </p:grpSpPr>
      <p:sp>
        <p:nvSpPr>
          <p:cNvPr id="8669" name="Google Shape;8669;p14"/>
          <p:cNvSpPr txBox="1">
            <a:spLocks noGrp="1"/>
          </p:cNvSpPr>
          <p:nvPr>
            <p:ph type="title"/>
          </p:nvPr>
        </p:nvSpPr>
        <p:spPr>
          <a:xfrm>
            <a:off x="4047550" y="3509148"/>
            <a:ext cx="4360200" cy="440400"/>
          </a:xfrm>
          <a:prstGeom prst="rect">
            <a:avLst/>
          </a:prstGeom>
          <a:solidFill>
            <a:schemeClr val="dk2"/>
          </a:solidFill>
        </p:spPr>
        <p:txBody>
          <a:bodyPr spcFirstLastPara="1" wrap="square" lIns="91425" tIns="91425" rIns="91425" bIns="91425" anchor="ctr" anchorCtr="0">
            <a:noAutofit/>
          </a:bodyPr>
          <a:lstStyle>
            <a:lvl1pPr lvl="0" algn="r" rtl="0">
              <a:lnSpc>
                <a:spcPct val="115000"/>
              </a:lnSpc>
              <a:spcBef>
                <a:spcPts val="0"/>
              </a:spcBef>
              <a:spcAft>
                <a:spcPts val="0"/>
              </a:spcAft>
              <a:buSzPts val="3000"/>
              <a:buNone/>
              <a:defRPr sz="2400">
                <a:solidFill>
                  <a:schemeClr val="dk1"/>
                </a:solidFill>
              </a:defRPr>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r>
              <a:rPr lang="en-US"/>
              <a:t>Click to edit Master title style</a:t>
            </a:r>
            <a:endParaRPr/>
          </a:p>
        </p:txBody>
      </p:sp>
      <p:sp>
        <p:nvSpPr>
          <p:cNvPr id="8670" name="Google Shape;8670;p14"/>
          <p:cNvSpPr txBox="1">
            <a:spLocks noGrp="1"/>
          </p:cNvSpPr>
          <p:nvPr>
            <p:ph type="subTitle" idx="1"/>
          </p:nvPr>
        </p:nvSpPr>
        <p:spPr>
          <a:xfrm>
            <a:off x="1716550" y="1193955"/>
            <a:ext cx="6691200" cy="2184600"/>
          </a:xfrm>
          <a:prstGeom prst="rect">
            <a:avLst/>
          </a:prstGeom>
        </p:spPr>
        <p:txBody>
          <a:bodyPr spcFirstLastPara="1" wrap="square" lIns="91425" tIns="91425" rIns="91425" bIns="91425" anchor="b" anchorCtr="0">
            <a:noAutofit/>
          </a:bodyPr>
          <a:lstStyle>
            <a:lvl1pPr lvl="0" algn="r" rtl="0">
              <a:lnSpc>
                <a:spcPct val="115000"/>
              </a:lnSpc>
              <a:spcBef>
                <a:spcPts val="0"/>
              </a:spcBef>
              <a:spcAft>
                <a:spcPts val="0"/>
              </a:spcAft>
              <a:buSzPts val="3000"/>
              <a:buNone/>
              <a:defRPr sz="3000"/>
            </a:lvl1pPr>
            <a:lvl2pPr lvl="1" algn="ctr" rtl="0">
              <a:lnSpc>
                <a:spcPct val="100000"/>
              </a:lnSpc>
              <a:spcBef>
                <a:spcPts val="0"/>
              </a:spcBef>
              <a:spcAft>
                <a:spcPts val="0"/>
              </a:spcAft>
              <a:buSzPts val="3000"/>
              <a:buNone/>
              <a:defRPr sz="3000"/>
            </a:lvl2pPr>
            <a:lvl3pPr lvl="2" algn="ctr" rtl="0">
              <a:lnSpc>
                <a:spcPct val="100000"/>
              </a:lnSpc>
              <a:spcBef>
                <a:spcPts val="1600"/>
              </a:spcBef>
              <a:spcAft>
                <a:spcPts val="0"/>
              </a:spcAft>
              <a:buSzPts val="3000"/>
              <a:buNone/>
              <a:defRPr sz="3000"/>
            </a:lvl3pPr>
            <a:lvl4pPr lvl="3" algn="ctr" rtl="0">
              <a:lnSpc>
                <a:spcPct val="100000"/>
              </a:lnSpc>
              <a:spcBef>
                <a:spcPts val="1600"/>
              </a:spcBef>
              <a:spcAft>
                <a:spcPts val="0"/>
              </a:spcAft>
              <a:buSzPts val="3000"/>
              <a:buNone/>
              <a:defRPr sz="3000"/>
            </a:lvl4pPr>
            <a:lvl5pPr lvl="4" algn="ctr" rtl="0">
              <a:lnSpc>
                <a:spcPct val="100000"/>
              </a:lnSpc>
              <a:spcBef>
                <a:spcPts val="1600"/>
              </a:spcBef>
              <a:spcAft>
                <a:spcPts val="0"/>
              </a:spcAft>
              <a:buSzPts val="3000"/>
              <a:buNone/>
              <a:defRPr sz="3000"/>
            </a:lvl5pPr>
            <a:lvl6pPr lvl="5" algn="ctr" rtl="0">
              <a:lnSpc>
                <a:spcPct val="100000"/>
              </a:lnSpc>
              <a:spcBef>
                <a:spcPts val="1600"/>
              </a:spcBef>
              <a:spcAft>
                <a:spcPts val="0"/>
              </a:spcAft>
              <a:buSzPts val="3000"/>
              <a:buNone/>
              <a:defRPr sz="3000"/>
            </a:lvl6pPr>
            <a:lvl7pPr lvl="6" algn="ctr" rtl="0">
              <a:lnSpc>
                <a:spcPct val="100000"/>
              </a:lnSpc>
              <a:spcBef>
                <a:spcPts val="1600"/>
              </a:spcBef>
              <a:spcAft>
                <a:spcPts val="0"/>
              </a:spcAft>
              <a:buSzPts val="3000"/>
              <a:buNone/>
              <a:defRPr sz="3000"/>
            </a:lvl7pPr>
            <a:lvl8pPr lvl="7" algn="ctr" rtl="0">
              <a:lnSpc>
                <a:spcPct val="100000"/>
              </a:lnSpc>
              <a:spcBef>
                <a:spcPts val="1600"/>
              </a:spcBef>
              <a:spcAft>
                <a:spcPts val="0"/>
              </a:spcAft>
              <a:buSzPts val="3000"/>
              <a:buNone/>
              <a:defRPr sz="3000"/>
            </a:lvl8pPr>
            <a:lvl9pPr lvl="8" algn="ctr" rtl="0">
              <a:lnSpc>
                <a:spcPct val="100000"/>
              </a:lnSpc>
              <a:spcBef>
                <a:spcPts val="1600"/>
              </a:spcBef>
              <a:spcAft>
                <a:spcPts val="1600"/>
              </a:spcAft>
              <a:buSzPts val="3000"/>
              <a:buNone/>
              <a:defRPr sz="3000"/>
            </a:lvl9pPr>
          </a:lstStyle>
          <a:p>
            <a:r>
              <a:rPr lang="en-US"/>
              <a:t>Click to edit Master subtitle style</a:t>
            </a:r>
            <a:endParaRPr/>
          </a:p>
        </p:txBody>
      </p:sp>
      <p:grpSp>
        <p:nvGrpSpPr>
          <p:cNvPr id="8671" name="Google Shape;8671;p14"/>
          <p:cNvGrpSpPr/>
          <p:nvPr/>
        </p:nvGrpSpPr>
        <p:grpSpPr>
          <a:xfrm rot="5400000">
            <a:off x="1416205" y="-2099758"/>
            <a:ext cx="6311597" cy="9467556"/>
            <a:chOff x="635875" y="1065050"/>
            <a:chExt cx="2940550" cy="4410900"/>
          </a:xfrm>
        </p:grpSpPr>
        <p:sp>
          <p:nvSpPr>
            <p:cNvPr id="8672" name="Google Shape;8672;p14"/>
            <p:cNvSpPr/>
            <p:nvPr/>
          </p:nvSpPr>
          <p:spPr>
            <a:xfrm>
              <a:off x="676400" y="11059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3" name="Google Shape;8673;p14"/>
            <p:cNvSpPr/>
            <p:nvPr/>
          </p:nvSpPr>
          <p:spPr>
            <a:xfrm>
              <a:off x="768325" y="1105900"/>
              <a:ext cx="12400" cy="12600"/>
            </a:xfrm>
            <a:custGeom>
              <a:avLst/>
              <a:gdLst/>
              <a:ahLst/>
              <a:cxnLst/>
              <a:rect l="l" t="t" r="r" b="b"/>
              <a:pathLst>
                <a:path w="496" h="504"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4" name="Google Shape;8674;p14"/>
            <p:cNvSpPr/>
            <p:nvPr/>
          </p:nvSpPr>
          <p:spPr>
            <a:xfrm>
              <a:off x="860125" y="1105900"/>
              <a:ext cx="12525" cy="12600"/>
            </a:xfrm>
            <a:custGeom>
              <a:avLst/>
              <a:gdLst/>
              <a:ahLst/>
              <a:cxnLst/>
              <a:rect l="l" t="t" r="r" b="b"/>
              <a:pathLst>
                <a:path w="501" h="504"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5" name="Google Shape;8675;p14"/>
            <p:cNvSpPr/>
            <p:nvPr/>
          </p:nvSpPr>
          <p:spPr>
            <a:xfrm>
              <a:off x="951850" y="11059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6" name="Google Shape;8676;p14"/>
            <p:cNvSpPr/>
            <p:nvPr/>
          </p:nvSpPr>
          <p:spPr>
            <a:xfrm>
              <a:off x="1043825" y="110590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7" name="Google Shape;8677;p14"/>
            <p:cNvSpPr/>
            <p:nvPr/>
          </p:nvSpPr>
          <p:spPr>
            <a:xfrm>
              <a:off x="1135575" y="110590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8" name="Google Shape;8678;p14"/>
            <p:cNvSpPr/>
            <p:nvPr/>
          </p:nvSpPr>
          <p:spPr>
            <a:xfrm>
              <a:off x="1227500" y="1105900"/>
              <a:ext cx="12400" cy="12600"/>
            </a:xfrm>
            <a:custGeom>
              <a:avLst/>
              <a:gdLst/>
              <a:ahLst/>
              <a:cxnLst/>
              <a:rect l="l" t="t" r="r" b="b"/>
              <a:pathLst>
                <a:path w="496" h="504"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9" name="Google Shape;8679;p14"/>
            <p:cNvSpPr/>
            <p:nvPr/>
          </p:nvSpPr>
          <p:spPr>
            <a:xfrm>
              <a:off x="1319275" y="110590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0" name="Google Shape;8680;p14"/>
            <p:cNvSpPr/>
            <p:nvPr/>
          </p:nvSpPr>
          <p:spPr>
            <a:xfrm>
              <a:off x="1411200" y="1105900"/>
              <a:ext cx="12425" cy="12600"/>
            </a:xfrm>
            <a:custGeom>
              <a:avLst/>
              <a:gdLst/>
              <a:ahLst/>
              <a:cxnLst/>
              <a:rect l="l" t="t" r="r" b="b"/>
              <a:pathLst>
                <a:path w="497" h="504"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1" name="Google Shape;8681;p14"/>
            <p:cNvSpPr/>
            <p:nvPr/>
          </p:nvSpPr>
          <p:spPr>
            <a:xfrm>
              <a:off x="1503000" y="1105900"/>
              <a:ext cx="12525" cy="12600"/>
            </a:xfrm>
            <a:custGeom>
              <a:avLst/>
              <a:gdLst/>
              <a:ahLst/>
              <a:cxnLst/>
              <a:rect l="l" t="t" r="r" b="b"/>
              <a:pathLst>
                <a:path w="501" h="504"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14"/>
            <p:cNvSpPr/>
            <p:nvPr/>
          </p:nvSpPr>
          <p:spPr>
            <a:xfrm>
              <a:off x="1594750" y="110590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3" name="Google Shape;8683;p14"/>
            <p:cNvSpPr/>
            <p:nvPr/>
          </p:nvSpPr>
          <p:spPr>
            <a:xfrm>
              <a:off x="1686650" y="11059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4" name="Google Shape;8684;p14"/>
            <p:cNvSpPr/>
            <p:nvPr/>
          </p:nvSpPr>
          <p:spPr>
            <a:xfrm>
              <a:off x="1778450" y="110590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5" name="Google Shape;8685;p14"/>
            <p:cNvSpPr/>
            <p:nvPr/>
          </p:nvSpPr>
          <p:spPr>
            <a:xfrm>
              <a:off x="1870375" y="1105900"/>
              <a:ext cx="12400" cy="12600"/>
            </a:xfrm>
            <a:custGeom>
              <a:avLst/>
              <a:gdLst/>
              <a:ahLst/>
              <a:cxnLst/>
              <a:rect l="l" t="t" r="r" b="b"/>
              <a:pathLst>
                <a:path w="496" h="504"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6" name="Google Shape;8686;p14"/>
            <p:cNvSpPr/>
            <p:nvPr/>
          </p:nvSpPr>
          <p:spPr>
            <a:xfrm>
              <a:off x="1962150" y="110590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7" name="Google Shape;8687;p14"/>
            <p:cNvSpPr/>
            <p:nvPr/>
          </p:nvSpPr>
          <p:spPr>
            <a:xfrm>
              <a:off x="2054075" y="1105900"/>
              <a:ext cx="12425" cy="12600"/>
            </a:xfrm>
            <a:custGeom>
              <a:avLst/>
              <a:gdLst/>
              <a:ahLst/>
              <a:cxnLst/>
              <a:rect l="l" t="t" r="r" b="b"/>
              <a:pathLst>
                <a:path w="497" h="504"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14"/>
            <p:cNvSpPr/>
            <p:nvPr/>
          </p:nvSpPr>
          <p:spPr>
            <a:xfrm>
              <a:off x="2145825" y="11059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9" name="Google Shape;8689;p14"/>
            <p:cNvSpPr/>
            <p:nvPr/>
          </p:nvSpPr>
          <p:spPr>
            <a:xfrm>
              <a:off x="2237800" y="1105900"/>
              <a:ext cx="12350" cy="12600"/>
            </a:xfrm>
            <a:custGeom>
              <a:avLst/>
              <a:gdLst/>
              <a:ahLst/>
              <a:cxnLst/>
              <a:rect l="l" t="t" r="r" b="b"/>
              <a:pathLst>
                <a:path w="494" h="504"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0" name="Google Shape;8690;p14"/>
            <p:cNvSpPr/>
            <p:nvPr/>
          </p:nvSpPr>
          <p:spPr>
            <a:xfrm>
              <a:off x="2329550" y="110590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1" name="Google Shape;8691;p14"/>
            <p:cNvSpPr/>
            <p:nvPr/>
          </p:nvSpPr>
          <p:spPr>
            <a:xfrm>
              <a:off x="2421325" y="110590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2" name="Google Shape;8692;p14"/>
            <p:cNvSpPr/>
            <p:nvPr/>
          </p:nvSpPr>
          <p:spPr>
            <a:xfrm>
              <a:off x="2513250" y="1105900"/>
              <a:ext cx="12575" cy="12600"/>
            </a:xfrm>
            <a:custGeom>
              <a:avLst/>
              <a:gdLst/>
              <a:ahLst/>
              <a:cxnLst/>
              <a:rect l="l" t="t" r="r" b="b"/>
              <a:pathLst>
                <a:path w="503" h="504"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3" name="Google Shape;8693;p14"/>
            <p:cNvSpPr/>
            <p:nvPr/>
          </p:nvSpPr>
          <p:spPr>
            <a:xfrm>
              <a:off x="2605000" y="110590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4" name="Google Shape;8694;p14"/>
            <p:cNvSpPr/>
            <p:nvPr/>
          </p:nvSpPr>
          <p:spPr>
            <a:xfrm>
              <a:off x="2696950" y="1105900"/>
              <a:ext cx="12375" cy="12600"/>
            </a:xfrm>
            <a:custGeom>
              <a:avLst/>
              <a:gdLst/>
              <a:ahLst/>
              <a:cxnLst/>
              <a:rect l="l" t="t" r="r" b="b"/>
              <a:pathLst>
                <a:path w="495" h="504"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14"/>
            <p:cNvSpPr/>
            <p:nvPr/>
          </p:nvSpPr>
          <p:spPr>
            <a:xfrm>
              <a:off x="2788700" y="11059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14"/>
            <p:cNvSpPr/>
            <p:nvPr/>
          </p:nvSpPr>
          <p:spPr>
            <a:xfrm>
              <a:off x="2880675" y="1105900"/>
              <a:ext cx="12375" cy="12600"/>
            </a:xfrm>
            <a:custGeom>
              <a:avLst/>
              <a:gdLst/>
              <a:ahLst/>
              <a:cxnLst/>
              <a:rect l="l" t="t" r="r" b="b"/>
              <a:pathLst>
                <a:path w="495" h="504"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14"/>
            <p:cNvSpPr/>
            <p:nvPr/>
          </p:nvSpPr>
          <p:spPr>
            <a:xfrm>
              <a:off x="2972425" y="110590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14"/>
            <p:cNvSpPr/>
            <p:nvPr/>
          </p:nvSpPr>
          <p:spPr>
            <a:xfrm>
              <a:off x="3064375" y="1105900"/>
              <a:ext cx="12375" cy="12600"/>
            </a:xfrm>
            <a:custGeom>
              <a:avLst/>
              <a:gdLst/>
              <a:ahLst/>
              <a:cxnLst/>
              <a:rect l="l" t="t" r="r" b="b"/>
              <a:pathLst>
                <a:path w="495" h="504"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9" name="Google Shape;8699;p14"/>
            <p:cNvSpPr/>
            <p:nvPr/>
          </p:nvSpPr>
          <p:spPr>
            <a:xfrm>
              <a:off x="3156125" y="11059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0" name="Google Shape;8700;p14"/>
            <p:cNvSpPr/>
            <p:nvPr/>
          </p:nvSpPr>
          <p:spPr>
            <a:xfrm>
              <a:off x="3247875" y="1105900"/>
              <a:ext cx="12575" cy="12600"/>
            </a:xfrm>
            <a:custGeom>
              <a:avLst/>
              <a:gdLst/>
              <a:ahLst/>
              <a:cxnLst/>
              <a:rect l="l" t="t" r="r" b="b"/>
              <a:pathLst>
                <a:path w="503"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1" name="Google Shape;8701;p14"/>
            <p:cNvSpPr/>
            <p:nvPr/>
          </p:nvSpPr>
          <p:spPr>
            <a:xfrm>
              <a:off x="3339850" y="1105900"/>
              <a:ext cx="12525" cy="12600"/>
            </a:xfrm>
            <a:custGeom>
              <a:avLst/>
              <a:gdLst/>
              <a:ahLst/>
              <a:cxnLst/>
              <a:rect l="l" t="t" r="r" b="b"/>
              <a:pathLst>
                <a:path w="501" h="504"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2" name="Google Shape;8702;p14"/>
            <p:cNvSpPr/>
            <p:nvPr/>
          </p:nvSpPr>
          <p:spPr>
            <a:xfrm>
              <a:off x="3431575" y="11059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3" name="Google Shape;8703;p14"/>
            <p:cNvSpPr/>
            <p:nvPr/>
          </p:nvSpPr>
          <p:spPr>
            <a:xfrm>
              <a:off x="3523550" y="110590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4" name="Google Shape;8704;p14"/>
            <p:cNvSpPr/>
            <p:nvPr/>
          </p:nvSpPr>
          <p:spPr>
            <a:xfrm>
              <a:off x="676400" y="1197875"/>
              <a:ext cx="12600" cy="12375"/>
            </a:xfrm>
            <a:custGeom>
              <a:avLst/>
              <a:gdLst/>
              <a:ahLst/>
              <a:cxnLst/>
              <a:rect l="l" t="t" r="r" b="b"/>
              <a:pathLst>
                <a:path w="504" h="495" extrusionOk="0">
                  <a:moveTo>
                    <a:pt x="252" y="0"/>
                  </a:moveTo>
                  <a:cubicBezTo>
                    <a:pt x="116" y="0"/>
                    <a:pt x="1" y="107"/>
                    <a:pt x="1" y="243"/>
                  </a:cubicBezTo>
                  <a:cubicBezTo>
                    <a:pt x="1" y="388"/>
                    <a:pt x="116" y="494"/>
                    <a:pt x="252" y="494"/>
                  </a:cubicBezTo>
                  <a:cubicBezTo>
                    <a:pt x="388" y="494"/>
                    <a:pt x="503" y="388"/>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5" name="Google Shape;8705;p14"/>
            <p:cNvSpPr/>
            <p:nvPr/>
          </p:nvSpPr>
          <p:spPr>
            <a:xfrm>
              <a:off x="768325" y="1197875"/>
              <a:ext cx="12400" cy="12375"/>
            </a:xfrm>
            <a:custGeom>
              <a:avLst/>
              <a:gdLst/>
              <a:ahLst/>
              <a:cxnLst/>
              <a:rect l="l" t="t" r="r" b="b"/>
              <a:pathLst>
                <a:path w="496" h="495" extrusionOk="0">
                  <a:moveTo>
                    <a:pt x="245" y="0"/>
                  </a:moveTo>
                  <a:cubicBezTo>
                    <a:pt x="109" y="0"/>
                    <a:pt x="0" y="107"/>
                    <a:pt x="0" y="243"/>
                  </a:cubicBezTo>
                  <a:cubicBezTo>
                    <a:pt x="0" y="388"/>
                    <a:pt x="109" y="494"/>
                    <a:pt x="245" y="494"/>
                  </a:cubicBezTo>
                  <a:cubicBezTo>
                    <a:pt x="388" y="494"/>
                    <a:pt x="496" y="388"/>
                    <a:pt x="496" y="243"/>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6" name="Google Shape;8706;p14"/>
            <p:cNvSpPr/>
            <p:nvPr/>
          </p:nvSpPr>
          <p:spPr>
            <a:xfrm>
              <a:off x="860125" y="1197875"/>
              <a:ext cx="12525" cy="12375"/>
            </a:xfrm>
            <a:custGeom>
              <a:avLst/>
              <a:gdLst/>
              <a:ahLst/>
              <a:cxnLst/>
              <a:rect l="l" t="t" r="r" b="b"/>
              <a:pathLst>
                <a:path w="501" h="495" extrusionOk="0">
                  <a:moveTo>
                    <a:pt x="251" y="0"/>
                  </a:moveTo>
                  <a:cubicBezTo>
                    <a:pt x="114" y="0"/>
                    <a:pt x="0" y="107"/>
                    <a:pt x="0" y="243"/>
                  </a:cubicBezTo>
                  <a:cubicBezTo>
                    <a:pt x="0" y="388"/>
                    <a:pt x="114" y="494"/>
                    <a:pt x="251" y="494"/>
                  </a:cubicBezTo>
                  <a:cubicBezTo>
                    <a:pt x="387" y="494"/>
                    <a:pt x="501" y="388"/>
                    <a:pt x="501" y="243"/>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7" name="Google Shape;8707;p14"/>
            <p:cNvSpPr/>
            <p:nvPr/>
          </p:nvSpPr>
          <p:spPr>
            <a:xfrm>
              <a:off x="951850" y="1197875"/>
              <a:ext cx="12600" cy="12375"/>
            </a:xfrm>
            <a:custGeom>
              <a:avLst/>
              <a:gdLst/>
              <a:ahLst/>
              <a:cxnLst/>
              <a:rect l="l" t="t" r="r" b="b"/>
              <a:pathLst>
                <a:path w="504" h="495" extrusionOk="0">
                  <a:moveTo>
                    <a:pt x="252" y="0"/>
                  </a:moveTo>
                  <a:cubicBezTo>
                    <a:pt x="116" y="0"/>
                    <a:pt x="1" y="107"/>
                    <a:pt x="1" y="243"/>
                  </a:cubicBezTo>
                  <a:cubicBezTo>
                    <a:pt x="1" y="388"/>
                    <a:pt x="116" y="494"/>
                    <a:pt x="252" y="494"/>
                  </a:cubicBezTo>
                  <a:cubicBezTo>
                    <a:pt x="388" y="494"/>
                    <a:pt x="503" y="388"/>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8" name="Google Shape;8708;p14"/>
            <p:cNvSpPr/>
            <p:nvPr/>
          </p:nvSpPr>
          <p:spPr>
            <a:xfrm>
              <a:off x="1043825" y="1197875"/>
              <a:ext cx="12375" cy="12375"/>
            </a:xfrm>
            <a:custGeom>
              <a:avLst/>
              <a:gdLst/>
              <a:ahLst/>
              <a:cxnLst/>
              <a:rect l="l" t="t" r="r" b="b"/>
              <a:pathLst>
                <a:path w="495" h="495" extrusionOk="0">
                  <a:moveTo>
                    <a:pt x="250" y="0"/>
                  </a:moveTo>
                  <a:cubicBezTo>
                    <a:pt x="107" y="0"/>
                    <a:pt x="0" y="107"/>
                    <a:pt x="0" y="243"/>
                  </a:cubicBezTo>
                  <a:cubicBezTo>
                    <a:pt x="0" y="388"/>
                    <a:pt x="107" y="494"/>
                    <a:pt x="250" y="494"/>
                  </a:cubicBezTo>
                  <a:cubicBezTo>
                    <a:pt x="388" y="494"/>
                    <a:pt x="494" y="388"/>
                    <a:pt x="494" y="243"/>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9" name="Google Shape;8709;p14"/>
            <p:cNvSpPr/>
            <p:nvPr/>
          </p:nvSpPr>
          <p:spPr>
            <a:xfrm>
              <a:off x="1135575" y="1197875"/>
              <a:ext cx="12575" cy="12375"/>
            </a:xfrm>
            <a:custGeom>
              <a:avLst/>
              <a:gdLst/>
              <a:ahLst/>
              <a:cxnLst/>
              <a:rect l="l" t="t" r="r" b="b"/>
              <a:pathLst>
                <a:path w="503" h="495" extrusionOk="0">
                  <a:moveTo>
                    <a:pt x="252" y="0"/>
                  </a:moveTo>
                  <a:cubicBezTo>
                    <a:pt x="116" y="0"/>
                    <a:pt x="0" y="107"/>
                    <a:pt x="0" y="243"/>
                  </a:cubicBezTo>
                  <a:cubicBezTo>
                    <a:pt x="0" y="388"/>
                    <a:pt x="116" y="494"/>
                    <a:pt x="252" y="494"/>
                  </a:cubicBezTo>
                  <a:cubicBezTo>
                    <a:pt x="387" y="494"/>
                    <a:pt x="503" y="388"/>
                    <a:pt x="503" y="243"/>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0" name="Google Shape;8710;p14"/>
            <p:cNvSpPr/>
            <p:nvPr/>
          </p:nvSpPr>
          <p:spPr>
            <a:xfrm>
              <a:off x="1227500" y="1197875"/>
              <a:ext cx="12400" cy="12375"/>
            </a:xfrm>
            <a:custGeom>
              <a:avLst/>
              <a:gdLst/>
              <a:ahLst/>
              <a:cxnLst/>
              <a:rect l="l" t="t" r="r" b="b"/>
              <a:pathLst>
                <a:path w="496" h="495" extrusionOk="0">
                  <a:moveTo>
                    <a:pt x="251" y="0"/>
                  </a:moveTo>
                  <a:cubicBezTo>
                    <a:pt x="109" y="0"/>
                    <a:pt x="0" y="107"/>
                    <a:pt x="0" y="243"/>
                  </a:cubicBezTo>
                  <a:cubicBezTo>
                    <a:pt x="0" y="388"/>
                    <a:pt x="109" y="494"/>
                    <a:pt x="251" y="494"/>
                  </a:cubicBezTo>
                  <a:cubicBezTo>
                    <a:pt x="387" y="494"/>
                    <a:pt x="496" y="388"/>
                    <a:pt x="496" y="243"/>
                  </a:cubicBezTo>
                  <a:cubicBezTo>
                    <a:pt x="496"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1" name="Google Shape;8711;p14"/>
            <p:cNvSpPr/>
            <p:nvPr/>
          </p:nvSpPr>
          <p:spPr>
            <a:xfrm>
              <a:off x="1319275" y="1197875"/>
              <a:ext cx="12550" cy="12375"/>
            </a:xfrm>
            <a:custGeom>
              <a:avLst/>
              <a:gdLst/>
              <a:ahLst/>
              <a:cxnLst/>
              <a:rect l="l" t="t" r="r" b="b"/>
              <a:pathLst>
                <a:path w="502" h="495" extrusionOk="0">
                  <a:moveTo>
                    <a:pt x="252" y="0"/>
                  </a:moveTo>
                  <a:cubicBezTo>
                    <a:pt x="114" y="0"/>
                    <a:pt x="1" y="107"/>
                    <a:pt x="1" y="243"/>
                  </a:cubicBezTo>
                  <a:cubicBezTo>
                    <a:pt x="1" y="388"/>
                    <a:pt x="114" y="494"/>
                    <a:pt x="252" y="494"/>
                  </a:cubicBezTo>
                  <a:cubicBezTo>
                    <a:pt x="388" y="494"/>
                    <a:pt x="501" y="388"/>
                    <a:pt x="501" y="243"/>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14"/>
            <p:cNvSpPr/>
            <p:nvPr/>
          </p:nvSpPr>
          <p:spPr>
            <a:xfrm>
              <a:off x="1411200" y="1197875"/>
              <a:ext cx="12425" cy="12375"/>
            </a:xfrm>
            <a:custGeom>
              <a:avLst/>
              <a:gdLst/>
              <a:ahLst/>
              <a:cxnLst/>
              <a:rect l="l" t="t" r="r" b="b"/>
              <a:pathLst>
                <a:path w="497" h="495" extrusionOk="0">
                  <a:moveTo>
                    <a:pt x="245" y="0"/>
                  </a:moveTo>
                  <a:cubicBezTo>
                    <a:pt x="109" y="0"/>
                    <a:pt x="1" y="107"/>
                    <a:pt x="1" y="243"/>
                  </a:cubicBezTo>
                  <a:cubicBezTo>
                    <a:pt x="1" y="388"/>
                    <a:pt x="109" y="494"/>
                    <a:pt x="245" y="494"/>
                  </a:cubicBezTo>
                  <a:cubicBezTo>
                    <a:pt x="388" y="494"/>
                    <a:pt x="496" y="388"/>
                    <a:pt x="496" y="243"/>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3" name="Google Shape;8713;p14"/>
            <p:cNvSpPr/>
            <p:nvPr/>
          </p:nvSpPr>
          <p:spPr>
            <a:xfrm>
              <a:off x="1503000" y="1197875"/>
              <a:ext cx="12525" cy="12375"/>
            </a:xfrm>
            <a:custGeom>
              <a:avLst/>
              <a:gdLst/>
              <a:ahLst/>
              <a:cxnLst/>
              <a:rect l="l" t="t" r="r" b="b"/>
              <a:pathLst>
                <a:path w="501" h="495" extrusionOk="0">
                  <a:moveTo>
                    <a:pt x="250" y="0"/>
                  </a:moveTo>
                  <a:cubicBezTo>
                    <a:pt x="114" y="0"/>
                    <a:pt x="0" y="107"/>
                    <a:pt x="0" y="243"/>
                  </a:cubicBezTo>
                  <a:cubicBezTo>
                    <a:pt x="0" y="388"/>
                    <a:pt x="114" y="494"/>
                    <a:pt x="250" y="494"/>
                  </a:cubicBezTo>
                  <a:cubicBezTo>
                    <a:pt x="387" y="494"/>
                    <a:pt x="501" y="388"/>
                    <a:pt x="501" y="243"/>
                  </a:cubicBezTo>
                  <a:cubicBezTo>
                    <a:pt x="501" y="107"/>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14"/>
            <p:cNvSpPr/>
            <p:nvPr/>
          </p:nvSpPr>
          <p:spPr>
            <a:xfrm>
              <a:off x="1594750" y="1197875"/>
              <a:ext cx="12575" cy="12375"/>
            </a:xfrm>
            <a:custGeom>
              <a:avLst/>
              <a:gdLst/>
              <a:ahLst/>
              <a:cxnLst/>
              <a:rect l="l" t="t" r="r" b="b"/>
              <a:pathLst>
                <a:path w="503" h="495" extrusionOk="0">
                  <a:moveTo>
                    <a:pt x="251" y="0"/>
                  </a:moveTo>
                  <a:cubicBezTo>
                    <a:pt x="115" y="0"/>
                    <a:pt x="0" y="107"/>
                    <a:pt x="0" y="243"/>
                  </a:cubicBezTo>
                  <a:cubicBezTo>
                    <a:pt x="0" y="388"/>
                    <a:pt x="115" y="494"/>
                    <a:pt x="251" y="494"/>
                  </a:cubicBezTo>
                  <a:cubicBezTo>
                    <a:pt x="394" y="494"/>
                    <a:pt x="503" y="388"/>
                    <a:pt x="503" y="243"/>
                  </a:cubicBezTo>
                  <a:cubicBezTo>
                    <a:pt x="503" y="107"/>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5" name="Google Shape;8715;p14"/>
            <p:cNvSpPr/>
            <p:nvPr/>
          </p:nvSpPr>
          <p:spPr>
            <a:xfrm>
              <a:off x="1686650" y="1197875"/>
              <a:ext cx="12600" cy="12375"/>
            </a:xfrm>
            <a:custGeom>
              <a:avLst/>
              <a:gdLst/>
              <a:ahLst/>
              <a:cxnLst/>
              <a:rect l="l" t="t" r="r" b="b"/>
              <a:pathLst>
                <a:path w="504" h="495" extrusionOk="0">
                  <a:moveTo>
                    <a:pt x="252" y="0"/>
                  </a:moveTo>
                  <a:cubicBezTo>
                    <a:pt x="116" y="0"/>
                    <a:pt x="1" y="107"/>
                    <a:pt x="1" y="243"/>
                  </a:cubicBezTo>
                  <a:cubicBezTo>
                    <a:pt x="1" y="388"/>
                    <a:pt x="116" y="494"/>
                    <a:pt x="252" y="494"/>
                  </a:cubicBezTo>
                  <a:cubicBezTo>
                    <a:pt x="388" y="494"/>
                    <a:pt x="503" y="388"/>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6" name="Google Shape;8716;p14"/>
            <p:cNvSpPr/>
            <p:nvPr/>
          </p:nvSpPr>
          <p:spPr>
            <a:xfrm>
              <a:off x="1778450" y="1197875"/>
              <a:ext cx="12550" cy="12375"/>
            </a:xfrm>
            <a:custGeom>
              <a:avLst/>
              <a:gdLst/>
              <a:ahLst/>
              <a:cxnLst/>
              <a:rect l="l" t="t" r="r" b="b"/>
              <a:pathLst>
                <a:path w="502" h="495" extrusionOk="0">
                  <a:moveTo>
                    <a:pt x="252" y="0"/>
                  </a:moveTo>
                  <a:cubicBezTo>
                    <a:pt x="114" y="0"/>
                    <a:pt x="1" y="107"/>
                    <a:pt x="1" y="243"/>
                  </a:cubicBezTo>
                  <a:cubicBezTo>
                    <a:pt x="1" y="388"/>
                    <a:pt x="114" y="494"/>
                    <a:pt x="252" y="494"/>
                  </a:cubicBezTo>
                  <a:cubicBezTo>
                    <a:pt x="388" y="494"/>
                    <a:pt x="501" y="388"/>
                    <a:pt x="501" y="243"/>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7" name="Google Shape;8717;p14"/>
            <p:cNvSpPr/>
            <p:nvPr/>
          </p:nvSpPr>
          <p:spPr>
            <a:xfrm>
              <a:off x="1870375" y="1197875"/>
              <a:ext cx="12400" cy="12375"/>
            </a:xfrm>
            <a:custGeom>
              <a:avLst/>
              <a:gdLst/>
              <a:ahLst/>
              <a:cxnLst/>
              <a:rect l="l" t="t" r="r" b="b"/>
              <a:pathLst>
                <a:path w="496" h="495" extrusionOk="0">
                  <a:moveTo>
                    <a:pt x="252" y="0"/>
                  </a:moveTo>
                  <a:cubicBezTo>
                    <a:pt x="109" y="0"/>
                    <a:pt x="0" y="107"/>
                    <a:pt x="0" y="243"/>
                  </a:cubicBezTo>
                  <a:cubicBezTo>
                    <a:pt x="0" y="388"/>
                    <a:pt x="109" y="494"/>
                    <a:pt x="252" y="494"/>
                  </a:cubicBezTo>
                  <a:cubicBezTo>
                    <a:pt x="387" y="494"/>
                    <a:pt x="496" y="388"/>
                    <a:pt x="496" y="243"/>
                  </a:cubicBezTo>
                  <a:cubicBezTo>
                    <a:pt x="496"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8" name="Google Shape;8718;p14"/>
            <p:cNvSpPr/>
            <p:nvPr/>
          </p:nvSpPr>
          <p:spPr>
            <a:xfrm>
              <a:off x="1962150" y="1197875"/>
              <a:ext cx="12550" cy="12375"/>
            </a:xfrm>
            <a:custGeom>
              <a:avLst/>
              <a:gdLst/>
              <a:ahLst/>
              <a:cxnLst/>
              <a:rect l="l" t="t" r="r" b="b"/>
              <a:pathLst>
                <a:path w="502" h="495" extrusionOk="0">
                  <a:moveTo>
                    <a:pt x="250" y="0"/>
                  </a:moveTo>
                  <a:cubicBezTo>
                    <a:pt x="114" y="0"/>
                    <a:pt x="1" y="107"/>
                    <a:pt x="1" y="243"/>
                  </a:cubicBezTo>
                  <a:cubicBezTo>
                    <a:pt x="1" y="388"/>
                    <a:pt x="114" y="494"/>
                    <a:pt x="250" y="494"/>
                  </a:cubicBezTo>
                  <a:cubicBezTo>
                    <a:pt x="388" y="494"/>
                    <a:pt x="502" y="388"/>
                    <a:pt x="502" y="243"/>
                  </a:cubicBezTo>
                  <a:cubicBezTo>
                    <a:pt x="502"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9" name="Google Shape;8719;p14"/>
            <p:cNvSpPr/>
            <p:nvPr/>
          </p:nvSpPr>
          <p:spPr>
            <a:xfrm>
              <a:off x="2054075" y="1197875"/>
              <a:ext cx="12425" cy="12375"/>
            </a:xfrm>
            <a:custGeom>
              <a:avLst/>
              <a:gdLst/>
              <a:ahLst/>
              <a:cxnLst/>
              <a:rect l="l" t="t" r="r" b="b"/>
              <a:pathLst>
                <a:path w="497" h="495" extrusionOk="0">
                  <a:moveTo>
                    <a:pt x="252" y="0"/>
                  </a:moveTo>
                  <a:cubicBezTo>
                    <a:pt x="109" y="0"/>
                    <a:pt x="1" y="107"/>
                    <a:pt x="1" y="243"/>
                  </a:cubicBezTo>
                  <a:cubicBezTo>
                    <a:pt x="1" y="388"/>
                    <a:pt x="109" y="494"/>
                    <a:pt x="252" y="494"/>
                  </a:cubicBezTo>
                  <a:cubicBezTo>
                    <a:pt x="388" y="494"/>
                    <a:pt x="496" y="388"/>
                    <a:pt x="496" y="243"/>
                  </a:cubicBezTo>
                  <a:cubicBezTo>
                    <a:pt x="496"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0" name="Google Shape;8720;p14"/>
            <p:cNvSpPr/>
            <p:nvPr/>
          </p:nvSpPr>
          <p:spPr>
            <a:xfrm>
              <a:off x="2145825" y="1197875"/>
              <a:ext cx="12600" cy="12375"/>
            </a:xfrm>
            <a:custGeom>
              <a:avLst/>
              <a:gdLst/>
              <a:ahLst/>
              <a:cxnLst/>
              <a:rect l="l" t="t" r="r" b="b"/>
              <a:pathLst>
                <a:path w="504" h="495" extrusionOk="0">
                  <a:moveTo>
                    <a:pt x="252" y="0"/>
                  </a:moveTo>
                  <a:cubicBezTo>
                    <a:pt x="116" y="0"/>
                    <a:pt x="1" y="107"/>
                    <a:pt x="1" y="243"/>
                  </a:cubicBezTo>
                  <a:cubicBezTo>
                    <a:pt x="1" y="388"/>
                    <a:pt x="116" y="494"/>
                    <a:pt x="252" y="494"/>
                  </a:cubicBezTo>
                  <a:cubicBezTo>
                    <a:pt x="388" y="494"/>
                    <a:pt x="503" y="388"/>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14"/>
            <p:cNvSpPr/>
            <p:nvPr/>
          </p:nvSpPr>
          <p:spPr>
            <a:xfrm>
              <a:off x="2237800" y="1197875"/>
              <a:ext cx="12350" cy="12375"/>
            </a:xfrm>
            <a:custGeom>
              <a:avLst/>
              <a:gdLst/>
              <a:ahLst/>
              <a:cxnLst/>
              <a:rect l="l" t="t" r="r" b="b"/>
              <a:pathLst>
                <a:path w="494" h="495" extrusionOk="0">
                  <a:moveTo>
                    <a:pt x="244" y="0"/>
                  </a:moveTo>
                  <a:cubicBezTo>
                    <a:pt x="107" y="0"/>
                    <a:pt x="0" y="107"/>
                    <a:pt x="0" y="243"/>
                  </a:cubicBezTo>
                  <a:cubicBezTo>
                    <a:pt x="0" y="388"/>
                    <a:pt x="107" y="494"/>
                    <a:pt x="244" y="494"/>
                  </a:cubicBezTo>
                  <a:cubicBezTo>
                    <a:pt x="387" y="494"/>
                    <a:pt x="494" y="388"/>
                    <a:pt x="494" y="243"/>
                  </a:cubicBezTo>
                  <a:cubicBezTo>
                    <a:pt x="494" y="107"/>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14"/>
            <p:cNvSpPr/>
            <p:nvPr/>
          </p:nvSpPr>
          <p:spPr>
            <a:xfrm>
              <a:off x="2329550" y="1197875"/>
              <a:ext cx="12575" cy="12375"/>
            </a:xfrm>
            <a:custGeom>
              <a:avLst/>
              <a:gdLst/>
              <a:ahLst/>
              <a:cxnLst/>
              <a:rect l="l" t="t" r="r" b="b"/>
              <a:pathLst>
                <a:path w="503" h="495" extrusionOk="0">
                  <a:moveTo>
                    <a:pt x="251" y="0"/>
                  </a:moveTo>
                  <a:cubicBezTo>
                    <a:pt x="115" y="0"/>
                    <a:pt x="0" y="107"/>
                    <a:pt x="0" y="243"/>
                  </a:cubicBezTo>
                  <a:cubicBezTo>
                    <a:pt x="0" y="388"/>
                    <a:pt x="115" y="494"/>
                    <a:pt x="251" y="494"/>
                  </a:cubicBezTo>
                  <a:cubicBezTo>
                    <a:pt x="387" y="494"/>
                    <a:pt x="502" y="388"/>
                    <a:pt x="502" y="243"/>
                  </a:cubicBezTo>
                  <a:cubicBezTo>
                    <a:pt x="502"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14"/>
            <p:cNvSpPr/>
            <p:nvPr/>
          </p:nvSpPr>
          <p:spPr>
            <a:xfrm>
              <a:off x="2421325" y="1197875"/>
              <a:ext cx="12550" cy="12375"/>
            </a:xfrm>
            <a:custGeom>
              <a:avLst/>
              <a:gdLst/>
              <a:ahLst/>
              <a:cxnLst/>
              <a:rect l="l" t="t" r="r" b="b"/>
              <a:pathLst>
                <a:path w="502" h="495" extrusionOk="0">
                  <a:moveTo>
                    <a:pt x="250" y="0"/>
                  </a:moveTo>
                  <a:cubicBezTo>
                    <a:pt x="114" y="0"/>
                    <a:pt x="1" y="107"/>
                    <a:pt x="1" y="243"/>
                  </a:cubicBezTo>
                  <a:cubicBezTo>
                    <a:pt x="1" y="388"/>
                    <a:pt x="114" y="494"/>
                    <a:pt x="250" y="494"/>
                  </a:cubicBezTo>
                  <a:cubicBezTo>
                    <a:pt x="395" y="494"/>
                    <a:pt x="501" y="388"/>
                    <a:pt x="501" y="243"/>
                  </a:cubicBezTo>
                  <a:cubicBezTo>
                    <a:pt x="501" y="107"/>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14"/>
            <p:cNvSpPr/>
            <p:nvPr/>
          </p:nvSpPr>
          <p:spPr>
            <a:xfrm>
              <a:off x="2513250" y="1197875"/>
              <a:ext cx="12575" cy="12375"/>
            </a:xfrm>
            <a:custGeom>
              <a:avLst/>
              <a:gdLst/>
              <a:ahLst/>
              <a:cxnLst/>
              <a:rect l="l" t="t" r="r" b="b"/>
              <a:pathLst>
                <a:path w="503" h="495" extrusionOk="0">
                  <a:moveTo>
                    <a:pt x="252" y="0"/>
                  </a:moveTo>
                  <a:cubicBezTo>
                    <a:pt x="109" y="0"/>
                    <a:pt x="0" y="107"/>
                    <a:pt x="0" y="243"/>
                  </a:cubicBezTo>
                  <a:cubicBezTo>
                    <a:pt x="0" y="388"/>
                    <a:pt x="109" y="494"/>
                    <a:pt x="252" y="494"/>
                  </a:cubicBezTo>
                  <a:cubicBezTo>
                    <a:pt x="388" y="494"/>
                    <a:pt x="503" y="388"/>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14"/>
            <p:cNvSpPr/>
            <p:nvPr/>
          </p:nvSpPr>
          <p:spPr>
            <a:xfrm>
              <a:off x="2605000" y="1197875"/>
              <a:ext cx="12575" cy="12375"/>
            </a:xfrm>
            <a:custGeom>
              <a:avLst/>
              <a:gdLst/>
              <a:ahLst/>
              <a:cxnLst/>
              <a:rect l="l" t="t" r="r" b="b"/>
              <a:pathLst>
                <a:path w="503" h="495" extrusionOk="0">
                  <a:moveTo>
                    <a:pt x="252" y="0"/>
                  </a:moveTo>
                  <a:cubicBezTo>
                    <a:pt x="116" y="0"/>
                    <a:pt x="0" y="107"/>
                    <a:pt x="0" y="243"/>
                  </a:cubicBezTo>
                  <a:cubicBezTo>
                    <a:pt x="0" y="388"/>
                    <a:pt x="116" y="494"/>
                    <a:pt x="252" y="494"/>
                  </a:cubicBezTo>
                  <a:cubicBezTo>
                    <a:pt x="387" y="494"/>
                    <a:pt x="503" y="388"/>
                    <a:pt x="503" y="243"/>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14"/>
            <p:cNvSpPr/>
            <p:nvPr/>
          </p:nvSpPr>
          <p:spPr>
            <a:xfrm>
              <a:off x="2696950" y="1197875"/>
              <a:ext cx="12375" cy="12375"/>
            </a:xfrm>
            <a:custGeom>
              <a:avLst/>
              <a:gdLst/>
              <a:ahLst/>
              <a:cxnLst/>
              <a:rect l="l" t="t" r="r" b="b"/>
              <a:pathLst>
                <a:path w="495" h="495" extrusionOk="0">
                  <a:moveTo>
                    <a:pt x="252" y="0"/>
                  </a:moveTo>
                  <a:cubicBezTo>
                    <a:pt x="108" y="0"/>
                    <a:pt x="1" y="107"/>
                    <a:pt x="1" y="243"/>
                  </a:cubicBezTo>
                  <a:cubicBezTo>
                    <a:pt x="1" y="388"/>
                    <a:pt x="108" y="494"/>
                    <a:pt x="252" y="494"/>
                  </a:cubicBezTo>
                  <a:cubicBezTo>
                    <a:pt x="388" y="494"/>
                    <a:pt x="495" y="388"/>
                    <a:pt x="495" y="243"/>
                  </a:cubicBezTo>
                  <a:cubicBezTo>
                    <a:pt x="495"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14"/>
            <p:cNvSpPr/>
            <p:nvPr/>
          </p:nvSpPr>
          <p:spPr>
            <a:xfrm>
              <a:off x="2788700" y="1197875"/>
              <a:ext cx="12600" cy="12375"/>
            </a:xfrm>
            <a:custGeom>
              <a:avLst/>
              <a:gdLst/>
              <a:ahLst/>
              <a:cxnLst/>
              <a:rect l="l" t="t" r="r" b="b"/>
              <a:pathLst>
                <a:path w="504" h="495" extrusionOk="0">
                  <a:moveTo>
                    <a:pt x="252" y="0"/>
                  </a:moveTo>
                  <a:cubicBezTo>
                    <a:pt x="116" y="0"/>
                    <a:pt x="1" y="107"/>
                    <a:pt x="1" y="243"/>
                  </a:cubicBezTo>
                  <a:cubicBezTo>
                    <a:pt x="1" y="388"/>
                    <a:pt x="116" y="494"/>
                    <a:pt x="252" y="494"/>
                  </a:cubicBezTo>
                  <a:cubicBezTo>
                    <a:pt x="388" y="494"/>
                    <a:pt x="503" y="388"/>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8" name="Google Shape;8728;p14"/>
            <p:cNvSpPr/>
            <p:nvPr/>
          </p:nvSpPr>
          <p:spPr>
            <a:xfrm>
              <a:off x="2880675" y="1197875"/>
              <a:ext cx="12375" cy="12375"/>
            </a:xfrm>
            <a:custGeom>
              <a:avLst/>
              <a:gdLst/>
              <a:ahLst/>
              <a:cxnLst/>
              <a:rect l="l" t="t" r="r" b="b"/>
              <a:pathLst>
                <a:path w="495" h="495" extrusionOk="0">
                  <a:moveTo>
                    <a:pt x="243" y="0"/>
                  </a:moveTo>
                  <a:cubicBezTo>
                    <a:pt x="107" y="0"/>
                    <a:pt x="0" y="107"/>
                    <a:pt x="0" y="243"/>
                  </a:cubicBezTo>
                  <a:cubicBezTo>
                    <a:pt x="0" y="388"/>
                    <a:pt x="107" y="494"/>
                    <a:pt x="243" y="494"/>
                  </a:cubicBezTo>
                  <a:cubicBezTo>
                    <a:pt x="387" y="494"/>
                    <a:pt x="494" y="388"/>
                    <a:pt x="494" y="243"/>
                  </a:cubicBezTo>
                  <a:cubicBezTo>
                    <a:pt x="494" y="107"/>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9" name="Google Shape;8729;p14"/>
            <p:cNvSpPr/>
            <p:nvPr/>
          </p:nvSpPr>
          <p:spPr>
            <a:xfrm>
              <a:off x="2972425" y="1197875"/>
              <a:ext cx="12575" cy="12375"/>
            </a:xfrm>
            <a:custGeom>
              <a:avLst/>
              <a:gdLst/>
              <a:ahLst/>
              <a:cxnLst/>
              <a:rect l="l" t="t" r="r" b="b"/>
              <a:pathLst>
                <a:path w="503" h="495" extrusionOk="0">
                  <a:moveTo>
                    <a:pt x="251" y="0"/>
                  </a:moveTo>
                  <a:cubicBezTo>
                    <a:pt x="115" y="0"/>
                    <a:pt x="0" y="107"/>
                    <a:pt x="0" y="243"/>
                  </a:cubicBezTo>
                  <a:cubicBezTo>
                    <a:pt x="0" y="388"/>
                    <a:pt x="115" y="494"/>
                    <a:pt x="251" y="494"/>
                  </a:cubicBezTo>
                  <a:cubicBezTo>
                    <a:pt x="387" y="494"/>
                    <a:pt x="503" y="388"/>
                    <a:pt x="503" y="243"/>
                  </a:cubicBezTo>
                  <a:cubicBezTo>
                    <a:pt x="503"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14"/>
            <p:cNvSpPr/>
            <p:nvPr/>
          </p:nvSpPr>
          <p:spPr>
            <a:xfrm>
              <a:off x="3064375" y="1197875"/>
              <a:ext cx="12375" cy="12375"/>
            </a:xfrm>
            <a:custGeom>
              <a:avLst/>
              <a:gdLst/>
              <a:ahLst/>
              <a:cxnLst/>
              <a:rect l="l" t="t" r="r" b="b"/>
              <a:pathLst>
                <a:path w="495" h="495" extrusionOk="0">
                  <a:moveTo>
                    <a:pt x="243" y="0"/>
                  </a:moveTo>
                  <a:cubicBezTo>
                    <a:pt x="107" y="0"/>
                    <a:pt x="1" y="107"/>
                    <a:pt x="1" y="243"/>
                  </a:cubicBezTo>
                  <a:cubicBezTo>
                    <a:pt x="1" y="388"/>
                    <a:pt x="107" y="494"/>
                    <a:pt x="243" y="494"/>
                  </a:cubicBezTo>
                  <a:cubicBezTo>
                    <a:pt x="388" y="494"/>
                    <a:pt x="495" y="388"/>
                    <a:pt x="495" y="243"/>
                  </a:cubicBezTo>
                  <a:cubicBezTo>
                    <a:pt x="495" y="107"/>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14"/>
            <p:cNvSpPr/>
            <p:nvPr/>
          </p:nvSpPr>
          <p:spPr>
            <a:xfrm>
              <a:off x="3156125" y="1197875"/>
              <a:ext cx="12600" cy="12375"/>
            </a:xfrm>
            <a:custGeom>
              <a:avLst/>
              <a:gdLst/>
              <a:ahLst/>
              <a:cxnLst/>
              <a:rect l="l" t="t" r="r" b="b"/>
              <a:pathLst>
                <a:path w="504" h="495" extrusionOk="0">
                  <a:moveTo>
                    <a:pt x="252" y="0"/>
                  </a:moveTo>
                  <a:cubicBezTo>
                    <a:pt x="116" y="0"/>
                    <a:pt x="1" y="107"/>
                    <a:pt x="1" y="243"/>
                  </a:cubicBezTo>
                  <a:cubicBezTo>
                    <a:pt x="1" y="388"/>
                    <a:pt x="116" y="494"/>
                    <a:pt x="252" y="494"/>
                  </a:cubicBezTo>
                  <a:cubicBezTo>
                    <a:pt x="388" y="494"/>
                    <a:pt x="503" y="388"/>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14"/>
            <p:cNvSpPr/>
            <p:nvPr/>
          </p:nvSpPr>
          <p:spPr>
            <a:xfrm>
              <a:off x="3247875" y="1197875"/>
              <a:ext cx="12575" cy="12375"/>
            </a:xfrm>
            <a:custGeom>
              <a:avLst/>
              <a:gdLst/>
              <a:ahLst/>
              <a:cxnLst/>
              <a:rect l="l" t="t" r="r" b="b"/>
              <a:pathLst>
                <a:path w="503" h="495" extrusionOk="0">
                  <a:moveTo>
                    <a:pt x="252" y="0"/>
                  </a:moveTo>
                  <a:cubicBezTo>
                    <a:pt x="116" y="0"/>
                    <a:pt x="1" y="107"/>
                    <a:pt x="1" y="243"/>
                  </a:cubicBezTo>
                  <a:cubicBezTo>
                    <a:pt x="1" y="388"/>
                    <a:pt x="116" y="494"/>
                    <a:pt x="252" y="494"/>
                  </a:cubicBezTo>
                  <a:cubicBezTo>
                    <a:pt x="388" y="494"/>
                    <a:pt x="503" y="388"/>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14"/>
            <p:cNvSpPr/>
            <p:nvPr/>
          </p:nvSpPr>
          <p:spPr>
            <a:xfrm>
              <a:off x="3339850" y="1197875"/>
              <a:ext cx="12525" cy="12375"/>
            </a:xfrm>
            <a:custGeom>
              <a:avLst/>
              <a:gdLst/>
              <a:ahLst/>
              <a:cxnLst/>
              <a:rect l="l" t="t" r="r" b="b"/>
              <a:pathLst>
                <a:path w="501" h="495" extrusionOk="0">
                  <a:moveTo>
                    <a:pt x="251" y="0"/>
                  </a:moveTo>
                  <a:cubicBezTo>
                    <a:pt x="107" y="0"/>
                    <a:pt x="0" y="107"/>
                    <a:pt x="0" y="243"/>
                  </a:cubicBezTo>
                  <a:cubicBezTo>
                    <a:pt x="0" y="388"/>
                    <a:pt x="107" y="494"/>
                    <a:pt x="251" y="494"/>
                  </a:cubicBezTo>
                  <a:cubicBezTo>
                    <a:pt x="387" y="494"/>
                    <a:pt x="501" y="388"/>
                    <a:pt x="501" y="243"/>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14"/>
            <p:cNvSpPr/>
            <p:nvPr/>
          </p:nvSpPr>
          <p:spPr>
            <a:xfrm>
              <a:off x="3431575" y="1197875"/>
              <a:ext cx="12600" cy="12375"/>
            </a:xfrm>
            <a:custGeom>
              <a:avLst/>
              <a:gdLst/>
              <a:ahLst/>
              <a:cxnLst/>
              <a:rect l="l" t="t" r="r" b="b"/>
              <a:pathLst>
                <a:path w="504" h="495" extrusionOk="0">
                  <a:moveTo>
                    <a:pt x="252" y="0"/>
                  </a:moveTo>
                  <a:cubicBezTo>
                    <a:pt x="116" y="0"/>
                    <a:pt x="1" y="107"/>
                    <a:pt x="1" y="243"/>
                  </a:cubicBezTo>
                  <a:cubicBezTo>
                    <a:pt x="1" y="388"/>
                    <a:pt x="116" y="494"/>
                    <a:pt x="252" y="494"/>
                  </a:cubicBezTo>
                  <a:cubicBezTo>
                    <a:pt x="388" y="494"/>
                    <a:pt x="503" y="388"/>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5" name="Google Shape;8735;p14"/>
            <p:cNvSpPr/>
            <p:nvPr/>
          </p:nvSpPr>
          <p:spPr>
            <a:xfrm>
              <a:off x="3523550" y="1197875"/>
              <a:ext cx="12375" cy="12375"/>
            </a:xfrm>
            <a:custGeom>
              <a:avLst/>
              <a:gdLst/>
              <a:ahLst/>
              <a:cxnLst/>
              <a:rect l="l" t="t" r="r" b="b"/>
              <a:pathLst>
                <a:path w="495" h="495" extrusionOk="0">
                  <a:moveTo>
                    <a:pt x="250" y="0"/>
                  </a:moveTo>
                  <a:cubicBezTo>
                    <a:pt x="107" y="0"/>
                    <a:pt x="0" y="107"/>
                    <a:pt x="0" y="243"/>
                  </a:cubicBezTo>
                  <a:cubicBezTo>
                    <a:pt x="0" y="388"/>
                    <a:pt x="107" y="494"/>
                    <a:pt x="250" y="494"/>
                  </a:cubicBezTo>
                  <a:cubicBezTo>
                    <a:pt x="388" y="494"/>
                    <a:pt x="494" y="388"/>
                    <a:pt x="494" y="243"/>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14"/>
            <p:cNvSpPr/>
            <p:nvPr/>
          </p:nvSpPr>
          <p:spPr>
            <a:xfrm>
              <a:off x="676400" y="12896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7" name="Google Shape;8737;p14"/>
            <p:cNvSpPr/>
            <p:nvPr/>
          </p:nvSpPr>
          <p:spPr>
            <a:xfrm>
              <a:off x="768325" y="1289625"/>
              <a:ext cx="12400" cy="12575"/>
            </a:xfrm>
            <a:custGeom>
              <a:avLst/>
              <a:gdLst/>
              <a:ahLst/>
              <a:cxnLst/>
              <a:rect l="l" t="t" r="r" b="b"/>
              <a:pathLst>
                <a:path w="496" h="503" extrusionOk="0">
                  <a:moveTo>
                    <a:pt x="245" y="0"/>
                  </a:moveTo>
                  <a:cubicBezTo>
                    <a:pt x="109" y="0"/>
                    <a:pt x="0" y="116"/>
                    <a:pt x="0" y="252"/>
                  </a:cubicBezTo>
                  <a:cubicBezTo>
                    <a:pt x="0" y="387"/>
                    <a:pt x="109" y="503"/>
                    <a:pt x="245" y="503"/>
                  </a:cubicBezTo>
                  <a:cubicBezTo>
                    <a:pt x="388" y="503"/>
                    <a:pt x="496" y="387"/>
                    <a:pt x="496" y="252"/>
                  </a:cubicBezTo>
                  <a:cubicBezTo>
                    <a:pt x="496" y="116"/>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8" name="Google Shape;8738;p14"/>
            <p:cNvSpPr/>
            <p:nvPr/>
          </p:nvSpPr>
          <p:spPr>
            <a:xfrm>
              <a:off x="860125" y="1289625"/>
              <a:ext cx="12525" cy="12575"/>
            </a:xfrm>
            <a:custGeom>
              <a:avLst/>
              <a:gdLst/>
              <a:ahLst/>
              <a:cxnLst/>
              <a:rect l="l" t="t" r="r" b="b"/>
              <a:pathLst>
                <a:path w="501" h="503" extrusionOk="0">
                  <a:moveTo>
                    <a:pt x="251" y="0"/>
                  </a:moveTo>
                  <a:cubicBezTo>
                    <a:pt x="114" y="0"/>
                    <a:pt x="0" y="116"/>
                    <a:pt x="0" y="252"/>
                  </a:cubicBezTo>
                  <a:cubicBezTo>
                    <a:pt x="0" y="387"/>
                    <a:pt x="114" y="503"/>
                    <a:pt x="251" y="503"/>
                  </a:cubicBezTo>
                  <a:cubicBezTo>
                    <a:pt x="387" y="503"/>
                    <a:pt x="501" y="387"/>
                    <a:pt x="501" y="252"/>
                  </a:cubicBezTo>
                  <a:cubicBezTo>
                    <a:pt x="501"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14"/>
            <p:cNvSpPr/>
            <p:nvPr/>
          </p:nvSpPr>
          <p:spPr>
            <a:xfrm>
              <a:off x="951850" y="12896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14"/>
            <p:cNvSpPr/>
            <p:nvPr/>
          </p:nvSpPr>
          <p:spPr>
            <a:xfrm>
              <a:off x="1043825" y="1289625"/>
              <a:ext cx="12375" cy="12575"/>
            </a:xfrm>
            <a:custGeom>
              <a:avLst/>
              <a:gdLst/>
              <a:ahLst/>
              <a:cxnLst/>
              <a:rect l="l" t="t" r="r" b="b"/>
              <a:pathLst>
                <a:path w="495" h="503" extrusionOk="0">
                  <a:moveTo>
                    <a:pt x="250" y="0"/>
                  </a:moveTo>
                  <a:cubicBezTo>
                    <a:pt x="107" y="0"/>
                    <a:pt x="0" y="116"/>
                    <a:pt x="0" y="252"/>
                  </a:cubicBezTo>
                  <a:cubicBezTo>
                    <a:pt x="0" y="387"/>
                    <a:pt x="107" y="503"/>
                    <a:pt x="250" y="503"/>
                  </a:cubicBezTo>
                  <a:cubicBezTo>
                    <a:pt x="388" y="503"/>
                    <a:pt x="494" y="387"/>
                    <a:pt x="494" y="252"/>
                  </a:cubicBezTo>
                  <a:cubicBezTo>
                    <a:pt x="494"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1" name="Google Shape;8741;p14"/>
            <p:cNvSpPr/>
            <p:nvPr/>
          </p:nvSpPr>
          <p:spPr>
            <a:xfrm>
              <a:off x="1135575" y="1289625"/>
              <a:ext cx="12575" cy="12575"/>
            </a:xfrm>
            <a:custGeom>
              <a:avLst/>
              <a:gdLst/>
              <a:ahLst/>
              <a:cxnLst/>
              <a:rect l="l" t="t" r="r" b="b"/>
              <a:pathLst>
                <a:path w="503" h="503" extrusionOk="0">
                  <a:moveTo>
                    <a:pt x="252" y="0"/>
                  </a:moveTo>
                  <a:cubicBezTo>
                    <a:pt x="116" y="0"/>
                    <a:pt x="0" y="116"/>
                    <a:pt x="0" y="252"/>
                  </a:cubicBezTo>
                  <a:cubicBezTo>
                    <a:pt x="0" y="387"/>
                    <a:pt x="116" y="503"/>
                    <a:pt x="252" y="503"/>
                  </a:cubicBezTo>
                  <a:cubicBezTo>
                    <a:pt x="387" y="503"/>
                    <a:pt x="503" y="387"/>
                    <a:pt x="503" y="252"/>
                  </a:cubicBezTo>
                  <a:cubicBezTo>
                    <a:pt x="503"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2" name="Google Shape;8742;p14"/>
            <p:cNvSpPr/>
            <p:nvPr/>
          </p:nvSpPr>
          <p:spPr>
            <a:xfrm>
              <a:off x="1227500" y="1289625"/>
              <a:ext cx="12400" cy="12575"/>
            </a:xfrm>
            <a:custGeom>
              <a:avLst/>
              <a:gdLst/>
              <a:ahLst/>
              <a:cxnLst/>
              <a:rect l="l" t="t" r="r" b="b"/>
              <a:pathLst>
                <a:path w="496" h="503" extrusionOk="0">
                  <a:moveTo>
                    <a:pt x="251" y="0"/>
                  </a:moveTo>
                  <a:cubicBezTo>
                    <a:pt x="109" y="0"/>
                    <a:pt x="0" y="116"/>
                    <a:pt x="0" y="252"/>
                  </a:cubicBezTo>
                  <a:cubicBezTo>
                    <a:pt x="0" y="387"/>
                    <a:pt x="109" y="503"/>
                    <a:pt x="251" y="503"/>
                  </a:cubicBezTo>
                  <a:cubicBezTo>
                    <a:pt x="387" y="503"/>
                    <a:pt x="496" y="387"/>
                    <a:pt x="496" y="252"/>
                  </a:cubicBezTo>
                  <a:cubicBezTo>
                    <a:pt x="496"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14"/>
            <p:cNvSpPr/>
            <p:nvPr/>
          </p:nvSpPr>
          <p:spPr>
            <a:xfrm>
              <a:off x="1319275" y="1289625"/>
              <a:ext cx="12550" cy="12575"/>
            </a:xfrm>
            <a:custGeom>
              <a:avLst/>
              <a:gdLst/>
              <a:ahLst/>
              <a:cxnLst/>
              <a:rect l="l" t="t" r="r" b="b"/>
              <a:pathLst>
                <a:path w="502" h="503" extrusionOk="0">
                  <a:moveTo>
                    <a:pt x="252" y="0"/>
                  </a:moveTo>
                  <a:cubicBezTo>
                    <a:pt x="114" y="0"/>
                    <a:pt x="1" y="116"/>
                    <a:pt x="1" y="252"/>
                  </a:cubicBezTo>
                  <a:cubicBezTo>
                    <a:pt x="1" y="387"/>
                    <a:pt x="114" y="503"/>
                    <a:pt x="252" y="503"/>
                  </a:cubicBezTo>
                  <a:cubicBezTo>
                    <a:pt x="388" y="503"/>
                    <a:pt x="501" y="387"/>
                    <a:pt x="501" y="252"/>
                  </a:cubicBezTo>
                  <a:cubicBezTo>
                    <a:pt x="501"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14"/>
            <p:cNvSpPr/>
            <p:nvPr/>
          </p:nvSpPr>
          <p:spPr>
            <a:xfrm>
              <a:off x="1411200" y="1289625"/>
              <a:ext cx="12425" cy="12575"/>
            </a:xfrm>
            <a:custGeom>
              <a:avLst/>
              <a:gdLst/>
              <a:ahLst/>
              <a:cxnLst/>
              <a:rect l="l" t="t" r="r" b="b"/>
              <a:pathLst>
                <a:path w="497" h="503" extrusionOk="0">
                  <a:moveTo>
                    <a:pt x="245" y="0"/>
                  </a:moveTo>
                  <a:cubicBezTo>
                    <a:pt x="109" y="0"/>
                    <a:pt x="1" y="116"/>
                    <a:pt x="1" y="252"/>
                  </a:cubicBezTo>
                  <a:cubicBezTo>
                    <a:pt x="1" y="387"/>
                    <a:pt x="109" y="503"/>
                    <a:pt x="245" y="503"/>
                  </a:cubicBezTo>
                  <a:cubicBezTo>
                    <a:pt x="388" y="503"/>
                    <a:pt x="496" y="387"/>
                    <a:pt x="496" y="252"/>
                  </a:cubicBezTo>
                  <a:cubicBezTo>
                    <a:pt x="496" y="116"/>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14"/>
            <p:cNvSpPr/>
            <p:nvPr/>
          </p:nvSpPr>
          <p:spPr>
            <a:xfrm>
              <a:off x="1503000" y="1289625"/>
              <a:ext cx="12525" cy="12575"/>
            </a:xfrm>
            <a:custGeom>
              <a:avLst/>
              <a:gdLst/>
              <a:ahLst/>
              <a:cxnLst/>
              <a:rect l="l" t="t" r="r" b="b"/>
              <a:pathLst>
                <a:path w="501" h="503" extrusionOk="0">
                  <a:moveTo>
                    <a:pt x="250" y="0"/>
                  </a:moveTo>
                  <a:cubicBezTo>
                    <a:pt x="114" y="0"/>
                    <a:pt x="0" y="116"/>
                    <a:pt x="0" y="252"/>
                  </a:cubicBezTo>
                  <a:cubicBezTo>
                    <a:pt x="0" y="387"/>
                    <a:pt x="114" y="503"/>
                    <a:pt x="250" y="503"/>
                  </a:cubicBezTo>
                  <a:cubicBezTo>
                    <a:pt x="387" y="503"/>
                    <a:pt x="501" y="387"/>
                    <a:pt x="501" y="252"/>
                  </a:cubicBezTo>
                  <a:cubicBezTo>
                    <a:pt x="501" y="116"/>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6" name="Google Shape;8746;p14"/>
            <p:cNvSpPr/>
            <p:nvPr/>
          </p:nvSpPr>
          <p:spPr>
            <a:xfrm>
              <a:off x="1594750" y="1289625"/>
              <a:ext cx="12575" cy="12575"/>
            </a:xfrm>
            <a:custGeom>
              <a:avLst/>
              <a:gdLst/>
              <a:ahLst/>
              <a:cxnLst/>
              <a:rect l="l" t="t" r="r" b="b"/>
              <a:pathLst>
                <a:path w="503" h="503" extrusionOk="0">
                  <a:moveTo>
                    <a:pt x="251" y="0"/>
                  </a:moveTo>
                  <a:cubicBezTo>
                    <a:pt x="115" y="0"/>
                    <a:pt x="0" y="116"/>
                    <a:pt x="0" y="252"/>
                  </a:cubicBezTo>
                  <a:cubicBezTo>
                    <a:pt x="0" y="387"/>
                    <a:pt x="115" y="503"/>
                    <a:pt x="251" y="503"/>
                  </a:cubicBezTo>
                  <a:cubicBezTo>
                    <a:pt x="394" y="503"/>
                    <a:pt x="503" y="387"/>
                    <a:pt x="503" y="252"/>
                  </a:cubicBezTo>
                  <a:cubicBezTo>
                    <a:pt x="503" y="116"/>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14"/>
            <p:cNvSpPr/>
            <p:nvPr/>
          </p:nvSpPr>
          <p:spPr>
            <a:xfrm>
              <a:off x="1686650" y="12896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14"/>
            <p:cNvSpPr/>
            <p:nvPr/>
          </p:nvSpPr>
          <p:spPr>
            <a:xfrm>
              <a:off x="1778450" y="1289625"/>
              <a:ext cx="12550" cy="12575"/>
            </a:xfrm>
            <a:custGeom>
              <a:avLst/>
              <a:gdLst/>
              <a:ahLst/>
              <a:cxnLst/>
              <a:rect l="l" t="t" r="r" b="b"/>
              <a:pathLst>
                <a:path w="502" h="503" extrusionOk="0">
                  <a:moveTo>
                    <a:pt x="252" y="0"/>
                  </a:moveTo>
                  <a:cubicBezTo>
                    <a:pt x="114" y="0"/>
                    <a:pt x="1" y="116"/>
                    <a:pt x="1" y="252"/>
                  </a:cubicBezTo>
                  <a:cubicBezTo>
                    <a:pt x="1" y="387"/>
                    <a:pt x="114" y="503"/>
                    <a:pt x="252" y="503"/>
                  </a:cubicBezTo>
                  <a:cubicBezTo>
                    <a:pt x="388" y="503"/>
                    <a:pt x="501" y="387"/>
                    <a:pt x="501" y="252"/>
                  </a:cubicBezTo>
                  <a:cubicBezTo>
                    <a:pt x="501"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14"/>
            <p:cNvSpPr/>
            <p:nvPr/>
          </p:nvSpPr>
          <p:spPr>
            <a:xfrm>
              <a:off x="1870375" y="1289625"/>
              <a:ext cx="12400" cy="12575"/>
            </a:xfrm>
            <a:custGeom>
              <a:avLst/>
              <a:gdLst/>
              <a:ahLst/>
              <a:cxnLst/>
              <a:rect l="l" t="t" r="r" b="b"/>
              <a:pathLst>
                <a:path w="496" h="503" extrusionOk="0">
                  <a:moveTo>
                    <a:pt x="252" y="0"/>
                  </a:moveTo>
                  <a:cubicBezTo>
                    <a:pt x="109" y="0"/>
                    <a:pt x="0" y="116"/>
                    <a:pt x="0" y="252"/>
                  </a:cubicBezTo>
                  <a:cubicBezTo>
                    <a:pt x="0" y="387"/>
                    <a:pt x="109" y="503"/>
                    <a:pt x="252" y="503"/>
                  </a:cubicBezTo>
                  <a:cubicBezTo>
                    <a:pt x="387" y="503"/>
                    <a:pt x="496" y="387"/>
                    <a:pt x="496" y="252"/>
                  </a:cubicBezTo>
                  <a:cubicBezTo>
                    <a:pt x="496"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0" name="Google Shape;8750;p14"/>
            <p:cNvSpPr/>
            <p:nvPr/>
          </p:nvSpPr>
          <p:spPr>
            <a:xfrm>
              <a:off x="1962150" y="1289625"/>
              <a:ext cx="12550" cy="12575"/>
            </a:xfrm>
            <a:custGeom>
              <a:avLst/>
              <a:gdLst/>
              <a:ahLst/>
              <a:cxnLst/>
              <a:rect l="l" t="t" r="r" b="b"/>
              <a:pathLst>
                <a:path w="502" h="503" extrusionOk="0">
                  <a:moveTo>
                    <a:pt x="250" y="0"/>
                  </a:moveTo>
                  <a:cubicBezTo>
                    <a:pt x="114" y="0"/>
                    <a:pt x="1" y="116"/>
                    <a:pt x="1" y="252"/>
                  </a:cubicBezTo>
                  <a:cubicBezTo>
                    <a:pt x="1" y="387"/>
                    <a:pt x="114" y="503"/>
                    <a:pt x="250" y="503"/>
                  </a:cubicBezTo>
                  <a:cubicBezTo>
                    <a:pt x="388" y="503"/>
                    <a:pt x="502" y="387"/>
                    <a:pt x="502" y="252"/>
                  </a:cubicBezTo>
                  <a:cubicBezTo>
                    <a:pt x="502"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1" name="Google Shape;8751;p14"/>
            <p:cNvSpPr/>
            <p:nvPr/>
          </p:nvSpPr>
          <p:spPr>
            <a:xfrm>
              <a:off x="2054075" y="1289625"/>
              <a:ext cx="12425" cy="12575"/>
            </a:xfrm>
            <a:custGeom>
              <a:avLst/>
              <a:gdLst/>
              <a:ahLst/>
              <a:cxnLst/>
              <a:rect l="l" t="t" r="r" b="b"/>
              <a:pathLst>
                <a:path w="497" h="503" extrusionOk="0">
                  <a:moveTo>
                    <a:pt x="252" y="0"/>
                  </a:moveTo>
                  <a:cubicBezTo>
                    <a:pt x="109" y="0"/>
                    <a:pt x="1" y="116"/>
                    <a:pt x="1" y="252"/>
                  </a:cubicBezTo>
                  <a:cubicBezTo>
                    <a:pt x="1" y="387"/>
                    <a:pt x="109" y="503"/>
                    <a:pt x="252" y="503"/>
                  </a:cubicBezTo>
                  <a:cubicBezTo>
                    <a:pt x="388" y="503"/>
                    <a:pt x="496" y="387"/>
                    <a:pt x="496" y="252"/>
                  </a:cubicBezTo>
                  <a:cubicBezTo>
                    <a:pt x="496"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2" name="Google Shape;8752;p14"/>
            <p:cNvSpPr/>
            <p:nvPr/>
          </p:nvSpPr>
          <p:spPr>
            <a:xfrm>
              <a:off x="2145825" y="12896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3" name="Google Shape;8753;p14"/>
            <p:cNvSpPr/>
            <p:nvPr/>
          </p:nvSpPr>
          <p:spPr>
            <a:xfrm>
              <a:off x="2237800" y="1289625"/>
              <a:ext cx="12350" cy="12575"/>
            </a:xfrm>
            <a:custGeom>
              <a:avLst/>
              <a:gdLst/>
              <a:ahLst/>
              <a:cxnLst/>
              <a:rect l="l" t="t" r="r" b="b"/>
              <a:pathLst>
                <a:path w="494" h="503" extrusionOk="0">
                  <a:moveTo>
                    <a:pt x="244" y="0"/>
                  </a:moveTo>
                  <a:cubicBezTo>
                    <a:pt x="107" y="0"/>
                    <a:pt x="0" y="116"/>
                    <a:pt x="0" y="252"/>
                  </a:cubicBezTo>
                  <a:cubicBezTo>
                    <a:pt x="0" y="387"/>
                    <a:pt x="107" y="503"/>
                    <a:pt x="244" y="503"/>
                  </a:cubicBezTo>
                  <a:cubicBezTo>
                    <a:pt x="387" y="503"/>
                    <a:pt x="494" y="387"/>
                    <a:pt x="494" y="252"/>
                  </a:cubicBezTo>
                  <a:cubicBezTo>
                    <a:pt x="494" y="116"/>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14"/>
            <p:cNvSpPr/>
            <p:nvPr/>
          </p:nvSpPr>
          <p:spPr>
            <a:xfrm>
              <a:off x="2329550" y="1289625"/>
              <a:ext cx="12575" cy="12575"/>
            </a:xfrm>
            <a:custGeom>
              <a:avLst/>
              <a:gdLst/>
              <a:ahLst/>
              <a:cxnLst/>
              <a:rect l="l" t="t" r="r" b="b"/>
              <a:pathLst>
                <a:path w="503" h="503" extrusionOk="0">
                  <a:moveTo>
                    <a:pt x="251" y="0"/>
                  </a:moveTo>
                  <a:cubicBezTo>
                    <a:pt x="115" y="0"/>
                    <a:pt x="0" y="116"/>
                    <a:pt x="0" y="252"/>
                  </a:cubicBezTo>
                  <a:cubicBezTo>
                    <a:pt x="0" y="387"/>
                    <a:pt x="115" y="503"/>
                    <a:pt x="251" y="503"/>
                  </a:cubicBezTo>
                  <a:cubicBezTo>
                    <a:pt x="387" y="503"/>
                    <a:pt x="502" y="387"/>
                    <a:pt x="502" y="252"/>
                  </a:cubicBezTo>
                  <a:cubicBezTo>
                    <a:pt x="502"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14"/>
            <p:cNvSpPr/>
            <p:nvPr/>
          </p:nvSpPr>
          <p:spPr>
            <a:xfrm>
              <a:off x="2421325" y="1289625"/>
              <a:ext cx="12550" cy="12575"/>
            </a:xfrm>
            <a:custGeom>
              <a:avLst/>
              <a:gdLst/>
              <a:ahLst/>
              <a:cxnLst/>
              <a:rect l="l" t="t" r="r" b="b"/>
              <a:pathLst>
                <a:path w="502" h="503" extrusionOk="0">
                  <a:moveTo>
                    <a:pt x="250" y="0"/>
                  </a:moveTo>
                  <a:cubicBezTo>
                    <a:pt x="114" y="0"/>
                    <a:pt x="1" y="116"/>
                    <a:pt x="1" y="252"/>
                  </a:cubicBezTo>
                  <a:cubicBezTo>
                    <a:pt x="1" y="387"/>
                    <a:pt x="114" y="503"/>
                    <a:pt x="250" y="503"/>
                  </a:cubicBezTo>
                  <a:cubicBezTo>
                    <a:pt x="395" y="503"/>
                    <a:pt x="501" y="387"/>
                    <a:pt x="501" y="252"/>
                  </a:cubicBezTo>
                  <a:cubicBezTo>
                    <a:pt x="501" y="116"/>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14"/>
            <p:cNvSpPr/>
            <p:nvPr/>
          </p:nvSpPr>
          <p:spPr>
            <a:xfrm>
              <a:off x="2513250" y="1289625"/>
              <a:ext cx="12575" cy="12575"/>
            </a:xfrm>
            <a:custGeom>
              <a:avLst/>
              <a:gdLst/>
              <a:ahLst/>
              <a:cxnLst/>
              <a:rect l="l" t="t" r="r" b="b"/>
              <a:pathLst>
                <a:path w="503" h="503" extrusionOk="0">
                  <a:moveTo>
                    <a:pt x="252" y="0"/>
                  </a:moveTo>
                  <a:cubicBezTo>
                    <a:pt x="109" y="0"/>
                    <a:pt x="0" y="116"/>
                    <a:pt x="0" y="252"/>
                  </a:cubicBezTo>
                  <a:cubicBezTo>
                    <a:pt x="0" y="387"/>
                    <a:pt x="109"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7" name="Google Shape;8757;p14"/>
            <p:cNvSpPr/>
            <p:nvPr/>
          </p:nvSpPr>
          <p:spPr>
            <a:xfrm>
              <a:off x="2605000" y="1289625"/>
              <a:ext cx="12575" cy="12575"/>
            </a:xfrm>
            <a:custGeom>
              <a:avLst/>
              <a:gdLst/>
              <a:ahLst/>
              <a:cxnLst/>
              <a:rect l="l" t="t" r="r" b="b"/>
              <a:pathLst>
                <a:path w="503" h="503" extrusionOk="0">
                  <a:moveTo>
                    <a:pt x="252" y="0"/>
                  </a:moveTo>
                  <a:cubicBezTo>
                    <a:pt x="116" y="0"/>
                    <a:pt x="0" y="116"/>
                    <a:pt x="0" y="252"/>
                  </a:cubicBezTo>
                  <a:cubicBezTo>
                    <a:pt x="0" y="387"/>
                    <a:pt x="116" y="503"/>
                    <a:pt x="252" y="503"/>
                  </a:cubicBezTo>
                  <a:cubicBezTo>
                    <a:pt x="387" y="503"/>
                    <a:pt x="503" y="387"/>
                    <a:pt x="503" y="252"/>
                  </a:cubicBezTo>
                  <a:cubicBezTo>
                    <a:pt x="503"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14"/>
            <p:cNvSpPr/>
            <p:nvPr/>
          </p:nvSpPr>
          <p:spPr>
            <a:xfrm>
              <a:off x="2696950" y="1289625"/>
              <a:ext cx="12375" cy="12575"/>
            </a:xfrm>
            <a:custGeom>
              <a:avLst/>
              <a:gdLst/>
              <a:ahLst/>
              <a:cxnLst/>
              <a:rect l="l" t="t" r="r" b="b"/>
              <a:pathLst>
                <a:path w="495" h="503" extrusionOk="0">
                  <a:moveTo>
                    <a:pt x="252" y="0"/>
                  </a:moveTo>
                  <a:cubicBezTo>
                    <a:pt x="108" y="0"/>
                    <a:pt x="1" y="116"/>
                    <a:pt x="1" y="252"/>
                  </a:cubicBezTo>
                  <a:cubicBezTo>
                    <a:pt x="1" y="387"/>
                    <a:pt x="108" y="503"/>
                    <a:pt x="252" y="503"/>
                  </a:cubicBezTo>
                  <a:cubicBezTo>
                    <a:pt x="388" y="503"/>
                    <a:pt x="495" y="387"/>
                    <a:pt x="495" y="252"/>
                  </a:cubicBezTo>
                  <a:cubicBezTo>
                    <a:pt x="495"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14"/>
            <p:cNvSpPr/>
            <p:nvPr/>
          </p:nvSpPr>
          <p:spPr>
            <a:xfrm>
              <a:off x="2788700" y="12896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14"/>
            <p:cNvSpPr/>
            <p:nvPr/>
          </p:nvSpPr>
          <p:spPr>
            <a:xfrm>
              <a:off x="2880675" y="1289625"/>
              <a:ext cx="12375" cy="12575"/>
            </a:xfrm>
            <a:custGeom>
              <a:avLst/>
              <a:gdLst/>
              <a:ahLst/>
              <a:cxnLst/>
              <a:rect l="l" t="t" r="r" b="b"/>
              <a:pathLst>
                <a:path w="495" h="503" extrusionOk="0">
                  <a:moveTo>
                    <a:pt x="243" y="0"/>
                  </a:moveTo>
                  <a:cubicBezTo>
                    <a:pt x="107" y="0"/>
                    <a:pt x="0" y="116"/>
                    <a:pt x="0" y="252"/>
                  </a:cubicBezTo>
                  <a:cubicBezTo>
                    <a:pt x="0" y="387"/>
                    <a:pt x="107" y="503"/>
                    <a:pt x="243" y="503"/>
                  </a:cubicBezTo>
                  <a:cubicBezTo>
                    <a:pt x="387" y="503"/>
                    <a:pt x="494" y="387"/>
                    <a:pt x="494" y="252"/>
                  </a:cubicBezTo>
                  <a:cubicBezTo>
                    <a:pt x="494" y="116"/>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1" name="Google Shape;8761;p14"/>
            <p:cNvSpPr/>
            <p:nvPr/>
          </p:nvSpPr>
          <p:spPr>
            <a:xfrm>
              <a:off x="2972425" y="1289625"/>
              <a:ext cx="12575" cy="12575"/>
            </a:xfrm>
            <a:custGeom>
              <a:avLst/>
              <a:gdLst/>
              <a:ahLst/>
              <a:cxnLst/>
              <a:rect l="l" t="t" r="r" b="b"/>
              <a:pathLst>
                <a:path w="503" h="503" extrusionOk="0">
                  <a:moveTo>
                    <a:pt x="251" y="0"/>
                  </a:moveTo>
                  <a:cubicBezTo>
                    <a:pt x="115" y="0"/>
                    <a:pt x="0" y="116"/>
                    <a:pt x="0" y="252"/>
                  </a:cubicBezTo>
                  <a:cubicBezTo>
                    <a:pt x="0" y="387"/>
                    <a:pt x="115" y="503"/>
                    <a:pt x="251" y="503"/>
                  </a:cubicBezTo>
                  <a:cubicBezTo>
                    <a:pt x="387" y="503"/>
                    <a:pt x="503" y="387"/>
                    <a:pt x="503" y="252"/>
                  </a:cubicBezTo>
                  <a:cubicBezTo>
                    <a:pt x="503"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2" name="Google Shape;8762;p14"/>
            <p:cNvSpPr/>
            <p:nvPr/>
          </p:nvSpPr>
          <p:spPr>
            <a:xfrm>
              <a:off x="3064375" y="1289625"/>
              <a:ext cx="12375" cy="12575"/>
            </a:xfrm>
            <a:custGeom>
              <a:avLst/>
              <a:gdLst/>
              <a:ahLst/>
              <a:cxnLst/>
              <a:rect l="l" t="t" r="r" b="b"/>
              <a:pathLst>
                <a:path w="495" h="503" extrusionOk="0">
                  <a:moveTo>
                    <a:pt x="243" y="0"/>
                  </a:moveTo>
                  <a:cubicBezTo>
                    <a:pt x="107" y="0"/>
                    <a:pt x="1" y="116"/>
                    <a:pt x="1" y="252"/>
                  </a:cubicBezTo>
                  <a:cubicBezTo>
                    <a:pt x="1" y="387"/>
                    <a:pt x="107" y="503"/>
                    <a:pt x="243" y="503"/>
                  </a:cubicBezTo>
                  <a:cubicBezTo>
                    <a:pt x="388" y="503"/>
                    <a:pt x="495" y="387"/>
                    <a:pt x="495" y="252"/>
                  </a:cubicBezTo>
                  <a:cubicBezTo>
                    <a:pt x="495" y="116"/>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3" name="Google Shape;8763;p14"/>
            <p:cNvSpPr/>
            <p:nvPr/>
          </p:nvSpPr>
          <p:spPr>
            <a:xfrm>
              <a:off x="3156125" y="12896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4" name="Google Shape;8764;p14"/>
            <p:cNvSpPr/>
            <p:nvPr/>
          </p:nvSpPr>
          <p:spPr>
            <a:xfrm>
              <a:off x="3247875" y="1289625"/>
              <a:ext cx="12575" cy="12575"/>
            </a:xfrm>
            <a:custGeom>
              <a:avLst/>
              <a:gdLst/>
              <a:ahLst/>
              <a:cxnLst/>
              <a:rect l="l" t="t" r="r" b="b"/>
              <a:pathLst>
                <a:path w="503"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14"/>
            <p:cNvSpPr/>
            <p:nvPr/>
          </p:nvSpPr>
          <p:spPr>
            <a:xfrm>
              <a:off x="3339850" y="1289625"/>
              <a:ext cx="12525" cy="12575"/>
            </a:xfrm>
            <a:custGeom>
              <a:avLst/>
              <a:gdLst/>
              <a:ahLst/>
              <a:cxnLst/>
              <a:rect l="l" t="t" r="r" b="b"/>
              <a:pathLst>
                <a:path w="501" h="503" extrusionOk="0">
                  <a:moveTo>
                    <a:pt x="251" y="0"/>
                  </a:moveTo>
                  <a:cubicBezTo>
                    <a:pt x="107" y="0"/>
                    <a:pt x="0" y="116"/>
                    <a:pt x="0" y="252"/>
                  </a:cubicBezTo>
                  <a:cubicBezTo>
                    <a:pt x="0" y="387"/>
                    <a:pt x="107" y="503"/>
                    <a:pt x="251" y="503"/>
                  </a:cubicBezTo>
                  <a:cubicBezTo>
                    <a:pt x="387" y="503"/>
                    <a:pt x="501" y="387"/>
                    <a:pt x="501" y="252"/>
                  </a:cubicBezTo>
                  <a:cubicBezTo>
                    <a:pt x="501"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6" name="Google Shape;8766;p14"/>
            <p:cNvSpPr/>
            <p:nvPr/>
          </p:nvSpPr>
          <p:spPr>
            <a:xfrm>
              <a:off x="3431575" y="12896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7" name="Google Shape;8767;p14"/>
            <p:cNvSpPr/>
            <p:nvPr/>
          </p:nvSpPr>
          <p:spPr>
            <a:xfrm>
              <a:off x="3523550" y="1289625"/>
              <a:ext cx="12375" cy="12575"/>
            </a:xfrm>
            <a:custGeom>
              <a:avLst/>
              <a:gdLst/>
              <a:ahLst/>
              <a:cxnLst/>
              <a:rect l="l" t="t" r="r" b="b"/>
              <a:pathLst>
                <a:path w="495" h="503" extrusionOk="0">
                  <a:moveTo>
                    <a:pt x="250" y="0"/>
                  </a:moveTo>
                  <a:cubicBezTo>
                    <a:pt x="107" y="0"/>
                    <a:pt x="0" y="116"/>
                    <a:pt x="0" y="252"/>
                  </a:cubicBezTo>
                  <a:cubicBezTo>
                    <a:pt x="0" y="387"/>
                    <a:pt x="107" y="503"/>
                    <a:pt x="250" y="503"/>
                  </a:cubicBezTo>
                  <a:cubicBezTo>
                    <a:pt x="388" y="503"/>
                    <a:pt x="494" y="387"/>
                    <a:pt x="494" y="252"/>
                  </a:cubicBezTo>
                  <a:cubicBezTo>
                    <a:pt x="494"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14"/>
            <p:cNvSpPr/>
            <p:nvPr/>
          </p:nvSpPr>
          <p:spPr>
            <a:xfrm>
              <a:off x="676400" y="1381375"/>
              <a:ext cx="12600" cy="12575"/>
            </a:xfrm>
            <a:custGeom>
              <a:avLst/>
              <a:gdLst/>
              <a:ahLst/>
              <a:cxnLst/>
              <a:rect l="l" t="t" r="r" b="b"/>
              <a:pathLst>
                <a:path w="504" h="503" extrusionOk="0">
                  <a:moveTo>
                    <a:pt x="252" y="0"/>
                  </a:moveTo>
                  <a:cubicBezTo>
                    <a:pt x="116" y="0"/>
                    <a:pt x="1" y="116"/>
                    <a:pt x="1" y="251"/>
                  </a:cubicBezTo>
                  <a:cubicBezTo>
                    <a:pt x="1" y="394"/>
                    <a:pt x="116" y="503"/>
                    <a:pt x="252" y="503"/>
                  </a:cubicBezTo>
                  <a:cubicBezTo>
                    <a:pt x="388" y="503"/>
                    <a:pt x="503" y="394"/>
                    <a:pt x="503" y="251"/>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9" name="Google Shape;8769;p14"/>
            <p:cNvSpPr/>
            <p:nvPr/>
          </p:nvSpPr>
          <p:spPr>
            <a:xfrm>
              <a:off x="768325" y="1381375"/>
              <a:ext cx="12400" cy="12575"/>
            </a:xfrm>
            <a:custGeom>
              <a:avLst/>
              <a:gdLst/>
              <a:ahLst/>
              <a:cxnLst/>
              <a:rect l="l" t="t" r="r" b="b"/>
              <a:pathLst>
                <a:path w="496" h="503" extrusionOk="0">
                  <a:moveTo>
                    <a:pt x="245" y="0"/>
                  </a:moveTo>
                  <a:cubicBezTo>
                    <a:pt x="109" y="0"/>
                    <a:pt x="0" y="116"/>
                    <a:pt x="0" y="251"/>
                  </a:cubicBezTo>
                  <a:cubicBezTo>
                    <a:pt x="0" y="394"/>
                    <a:pt x="109" y="503"/>
                    <a:pt x="245" y="503"/>
                  </a:cubicBezTo>
                  <a:cubicBezTo>
                    <a:pt x="388" y="503"/>
                    <a:pt x="496" y="394"/>
                    <a:pt x="496" y="251"/>
                  </a:cubicBezTo>
                  <a:cubicBezTo>
                    <a:pt x="496" y="116"/>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0" name="Google Shape;8770;p14"/>
            <p:cNvSpPr/>
            <p:nvPr/>
          </p:nvSpPr>
          <p:spPr>
            <a:xfrm>
              <a:off x="860125" y="1381375"/>
              <a:ext cx="12525" cy="12575"/>
            </a:xfrm>
            <a:custGeom>
              <a:avLst/>
              <a:gdLst/>
              <a:ahLst/>
              <a:cxnLst/>
              <a:rect l="l" t="t" r="r" b="b"/>
              <a:pathLst>
                <a:path w="501" h="503" extrusionOk="0">
                  <a:moveTo>
                    <a:pt x="251" y="0"/>
                  </a:moveTo>
                  <a:cubicBezTo>
                    <a:pt x="114" y="0"/>
                    <a:pt x="0" y="116"/>
                    <a:pt x="0" y="251"/>
                  </a:cubicBezTo>
                  <a:cubicBezTo>
                    <a:pt x="0" y="394"/>
                    <a:pt x="114" y="503"/>
                    <a:pt x="251" y="503"/>
                  </a:cubicBezTo>
                  <a:cubicBezTo>
                    <a:pt x="387" y="503"/>
                    <a:pt x="501" y="394"/>
                    <a:pt x="501" y="251"/>
                  </a:cubicBezTo>
                  <a:cubicBezTo>
                    <a:pt x="501"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14"/>
            <p:cNvSpPr/>
            <p:nvPr/>
          </p:nvSpPr>
          <p:spPr>
            <a:xfrm>
              <a:off x="951850" y="1381375"/>
              <a:ext cx="12600" cy="12575"/>
            </a:xfrm>
            <a:custGeom>
              <a:avLst/>
              <a:gdLst/>
              <a:ahLst/>
              <a:cxnLst/>
              <a:rect l="l" t="t" r="r" b="b"/>
              <a:pathLst>
                <a:path w="504" h="503" extrusionOk="0">
                  <a:moveTo>
                    <a:pt x="252" y="0"/>
                  </a:moveTo>
                  <a:cubicBezTo>
                    <a:pt x="116" y="0"/>
                    <a:pt x="1" y="116"/>
                    <a:pt x="1" y="251"/>
                  </a:cubicBezTo>
                  <a:cubicBezTo>
                    <a:pt x="1" y="394"/>
                    <a:pt x="116" y="503"/>
                    <a:pt x="252" y="503"/>
                  </a:cubicBezTo>
                  <a:cubicBezTo>
                    <a:pt x="388" y="503"/>
                    <a:pt x="503" y="394"/>
                    <a:pt x="503" y="251"/>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14"/>
            <p:cNvSpPr/>
            <p:nvPr/>
          </p:nvSpPr>
          <p:spPr>
            <a:xfrm>
              <a:off x="1043825" y="1381375"/>
              <a:ext cx="12375" cy="12575"/>
            </a:xfrm>
            <a:custGeom>
              <a:avLst/>
              <a:gdLst/>
              <a:ahLst/>
              <a:cxnLst/>
              <a:rect l="l" t="t" r="r" b="b"/>
              <a:pathLst>
                <a:path w="495" h="503" extrusionOk="0">
                  <a:moveTo>
                    <a:pt x="250" y="0"/>
                  </a:moveTo>
                  <a:cubicBezTo>
                    <a:pt x="107" y="0"/>
                    <a:pt x="0" y="116"/>
                    <a:pt x="0" y="251"/>
                  </a:cubicBezTo>
                  <a:cubicBezTo>
                    <a:pt x="0" y="394"/>
                    <a:pt x="107" y="503"/>
                    <a:pt x="250" y="503"/>
                  </a:cubicBezTo>
                  <a:cubicBezTo>
                    <a:pt x="388" y="503"/>
                    <a:pt x="494" y="394"/>
                    <a:pt x="494" y="251"/>
                  </a:cubicBezTo>
                  <a:cubicBezTo>
                    <a:pt x="494"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3" name="Google Shape;8773;p14"/>
            <p:cNvSpPr/>
            <p:nvPr/>
          </p:nvSpPr>
          <p:spPr>
            <a:xfrm>
              <a:off x="1135575" y="1381375"/>
              <a:ext cx="12575" cy="12575"/>
            </a:xfrm>
            <a:custGeom>
              <a:avLst/>
              <a:gdLst/>
              <a:ahLst/>
              <a:cxnLst/>
              <a:rect l="l" t="t" r="r" b="b"/>
              <a:pathLst>
                <a:path w="503" h="503" extrusionOk="0">
                  <a:moveTo>
                    <a:pt x="252" y="0"/>
                  </a:moveTo>
                  <a:cubicBezTo>
                    <a:pt x="116" y="0"/>
                    <a:pt x="0" y="116"/>
                    <a:pt x="0" y="251"/>
                  </a:cubicBezTo>
                  <a:cubicBezTo>
                    <a:pt x="0" y="394"/>
                    <a:pt x="116" y="503"/>
                    <a:pt x="252" y="503"/>
                  </a:cubicBezTo>
                  <a:cubicBezTo>
                    <a:pt x="387" y="503"/>
                    <a:pt x="503" y="394"/>
                    <a:pt x="503" y="251"/>
                  </a:cubicBezTo>
                  <a:cubicBezTo>
                    <a:pt x="503"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14"/>
            <p:cNvSpPr/>
            <p:nvPr/>
          </p:nvSpPr>
          <p:spPr>
            <a:xfrm>
              <a:off x="1227500" y="1381375"/>
              <a:ext cx="12400" cy="12575"/>
            </a:xfrm>
            <a:custGeom>
              <a:avLst/>
              <a:gdLst/>
              <a:ahLst/>
              <a:cxnLst/>
              <a:rect l="l" t="t" r="r" b="b"/>
              <a:pathLst>
                <a:path w="496" h="503" extrusionOk="0">
                  <a:moveTo>
                    <a:pt x="251" y="0"/>
                  </a:moveTo>
                  <a:cubicBezTo>
                    <a:pt x="109" y="0"/>
                    <a:pt x="0" y="116"/>
                    <a:pt x="0" y="251"/>
                  </a:cubicBezTo>
                  <a:cubicBezTo>
                    <a:pt x="0" y="394"/>
                    <a:pt x="109" y="503"/>
                    <a:pt x="251" y="503"/>
                  </a:cubicBezTo>
                  <a:cubicBezTo>
                    <a:pt x="387" y="503"/>
                    <a:pt x="496" y="394"/>
                    <a:pt x="496" y="251"/>
                  </a:cubicBezTo>
                  <a:cubicBezTo>
                    <a:pt x="496"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5" name="Google Shape;8775;p14"/>
            <p:cNvSpPr/>
            <p:nvPr/>
          </p:nvSpPr>
          <p:spPr>
            <a:xfrm>
              <a:off x="1319275" y="1381375"/>
              <a:ext cx="12550" cy="12575"/>
            </a:xfrm>
            <a:custGeom>
              <a:avLst/>
              <a:gdLst/>
              <a:ahLst/>
              <a:cxnLst/>
              <a:rect l="l" t="t" r="r" b="b"/>
              <a:pathLst>
                <a:path w="502" h="503" extrusionOk="0">
                  <a:moveTo>
                    <a:pt x="252" y="0"/>
                  </a:moveTo>
                  <a:cubicBezTo>
                    <a:pt x="114" y="0"/>
                    <a:pt x="1" y="116"/>
                    <a:pt x="1" y="251"/>
                  </a:cubicBezTo>
                  <a:cubicBezTo>
                    <a:pt x="1" y="394"/>
                    <a:pt x="114" y="503"/>
                    <a:pt x="252" y="503"/>
                  </a:cubicBezTo>
                  <a:cubicBezTo>
                    <a:pt x="388" y="503"/>
                    <a:pt x="501" y="394"/>
                    <a:pt x="501" y="251"/>
                  </a:cubicBezTo>
                  <a:cubicBezTo>
                    <a:pt x="501"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6" name="Google Shape;8776;p14"/>
            <p:cNvSpPr/>
            <p:nvPr/>
          </p:nvSpPr>
          <p:spPr>
            <a:xfrm>
              <a:off x="1411200" y="1381375"/>
              <a:ext cx="12425" cy="12575"/>
            </a:xfrm>
            <a:custGeom>
              <a:avLst/>
              <a:gdLst/>
              <a:ahLst/>
              <a:cxnLst/>
              <a:rect l="l" t="t" r="r" b="b"/>
              <a:pathLst>
                <a:path w="497" h="503" extrusionOk="0">
                  <a:moveTo>
                    <a:pt x="245" y="0"/>
                  </a:moveTo>
                  <a:cubicBezTo>
                    <a:pt x="109" y="0"/>
                    <a:pt x="1" y="116"/>
                    <a:pt x="1" y="251"/>
                  </a:cubicBezTo>
                  <a:cubicBezTo>
                    <a:pt x="1" y="394"/>
                    <a:pt x="109" y="503"/>
                    <a:pt x="245" y="503"/>
                  </a:cubicBezTo>
                  <a:cubicBezTo>
                    <a:pt x="388" y="503"/>
                    <a:pt x="496" y="394"/>
                    <a:pt x="496" y="251"/>
                  </a:cubicBezTo>
                  <a:cubicBezTo>
                    <a:pt x="496" y="116"/>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14"/>
            <p:cNvSpPr/>
            <p:nvPr/>
          </p:nvSpPr>
          <p:spPr>
            <a:xfrm>
              <a:off x="1503000" y="1381375"/>
              <a:ext cx="12525" cy="12575"/>
            </a:xfrm>
            <a:custGeom>
              <a:avLst/>
              <a:gdLst/>
              <a:ahLst/>
              <a:cxnLst/>
              <a:rect l="l" t="t" r="r" b="b"/>
              <a:pathLst>
                <a:path w="501" h="503" extrusionOk="0">
                  <a:moveTo>
                    <a:pt x="250" y="0"/>
                  </a:moveTo>
                  <a:cubicBezTo>
                    <a:pt x="114" y="0"/>
                    <a:pt x="0" y="116"/>
                    <a:pt x="0" y="251"/>
                  </a:cubicBezTo>
                  <a:cubicBezTo>
                    <a:pt x="0" y="394"/>
                    <a:pt x="114" y="503"/>
                    <a:pt x="250" y="503"/>
                  </a:cubicBezTo>
                  <a:cubicBezTo>
                    <a:pt x="387" y="503"/>
                    <a:pt x="501" y="394"/>
                    <a:pt x="501" y="251"/>
                  </a:cubicBezTo>
                  <a:cubicBezTo>
                    <a:pt x="501" y="116"/>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14"/>
            <p:cNvSpPr/>
            <p:nvPr/>
          </p:nvSpPr>
          <p:spPr>
            <a:xfrm>
              <a:off x="1594750" y="1381375"/>
              <a:ext cx="12575" cy="12575"/>
            </a:xfrm>
            <a:custGeom>
              <a:avLst/>
              <a:gdLst/>
              <a:ahLst/>
              <a:cxnLst/>
              <a:rect l="l" t="t" r="r" b="b"/>
              <a:pathLst>
                <a:path w="503" h="503" extrusionOk="0">
                  <a:moveTo>
                    <a:pt x="251" y="0"/>
                  </a:moveTo>
                  <a:cubicBezTo>
                    <a:pt x="115" y="0"/>
                    <a:pt x="0" y="116"/>
                    <a:pt x="0" y="251"/>
                  </a:cubicBezTo>
                  <a:cubicBezTo>
                    <a:pt x="0" y="394"/>
                    <a:pt x="115" y="503"/>
                    <a:pt x="251" y="503"/>
                  </a:cubicBezTo>
                  <a:cubicBezTo>
                    <a:pt x="394" y="503"/>
                    <a:pt x="503" y="394"/>
                    <a:pt x="503" y="251"/>
                  </a:cubicBezTo>
                  <a:cubicBezTo>
                    <a:pt x="503" y="116"/>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14"/>
            <p:cNvSpPr/>
            <p:nvPr/>
          </p:nvSpPr>
          <p:spPr>
            <a:xfrm>
              <a:off x="1686650" y="1381375"/>
              <a:ext cx="12600" cy="12575"/>
            </a:xfrm>
            <a:custGeom>
              <a:avLst/>
              <a:gdLst/>
              <a:ahLst/>
              <a:cxnLst/>
              <a:rect l="l" t="t" r="r" b="b"/>
              <a:pathLst>
                <a:path w="504" h="503" extrusionOk="0">
                  <a:moveTo>
                    <a:pt x="252" y="0"/>
                  </a:moveTo>
                  <a:cubicBezTo>
                    <a:pt x="116" y="0"/>
                    <a:pt x="1" y="116"/>
                    <a:pt x="1" y="251"/>
                  </a:cubicBezTo>
                  <a:cubicBezTo>
                    <a:pt x="1" y="394"/>
                    <a:pt x="116" y="503"/>
                    <a:pt x="252" y="503"/>
                  </a:cubicBezTo>
                  <a:cubicBezTo>
                    <a:pt x="388" y="503"/>
                    <a:pt x="503" y="394"/>
                    <a:pt x="503" y="251"/>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14"/>
            <p:cNvSpPr/>
            <p:nvPr/>
          </p:nvSpPr>
          <p:spPr>
            <a:xfrm>
              <a:off x="1778450" y="1381375"/>
              <a:ext cx="12550" cy="12575"/>
            </a:xfrm>
            <a:custGeom>
              <a:avLst/>
              <a:gdLst/>
              <a:ahLst/>
              <a:cxnLst/>
              <a:rect l="l" t="t" r="r" b="b"/>
              <a:pathLst>
                <a:path w="502" h="503" extrusionOk="0">
                  <a:moveTo>
                    <a:pt x="252" y="0"/>
                  </a:moveTo>
                  <a:cubicBezTo>
                    <a:pt x="114" y="0"/>
                    <a:pt x="1" y="116"/>
                    <a:pt x="1" y="251"/>
                  </a:cubicBezTo>
                  <a:cubicBezTo>
                    <a:pt x="1" y="394"/>
                    <a:pt x="114" y="503"/>
                    <a:pt x="252" y="503"/>
                  </a:cubicBezTo>
                  <a:cubicBezTo>
                    <a:pt x="388" y="503"/>
                    <a:pt x="501" y="394"/>
                    <a:pt x="501" y="251"/>
                  </a:cubicBezTo>
                  <a:cubicBezTo>
                    <a:pt x="501"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14"/>
            <p:cNvSpPr/>
            <p:nvPr/>
          </p:nvSpPr>
          <p:spPr>
            <a:xfrm>
              <a:off x="1870375" y="1381375"/>
              <a:ext cx="12400" cy="12575"/>
            </a:xfrm>
            <a:custGeom>
              <a:avLst/>
              <a:gdLst/>
              <a:ahLst/>
              <a:cxnLst/>
              <a:rect l="l" t="t" r="r" b="b"/>
              <a:pathLst>
                <a:path w="496" h="503" extrusionOk="0">
                  <a:moveTo>
                    <a:pt x="252" y="0"/>
                  </a:moveTo>
                  <a:cubicBezTo>
                    <a:pt x="109" y="0"/>
                    <a:pt x="0" y="116"/>
                    <a:pt x="0" y="251"/>
                  </a:cubicBezTo>
                  <a:cubicBezTo>
                    <a:pt x="0" y="394"/>
                    <a:pt x="109" y="503"/>
                    <a:pt x="252" y="503"/>
                  </a:cubicBezTo>
                  <a:cubicBezTo>
                    <a:pt x="387" y="503"/>
                    <a:pt x="496" y="394"/>
                    <a:pt x="496" y="251"/>
                  </a:cubicBezTo>
                  <a:cubicBezTo>
                    <a:pt x="496"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14"/>
            <p:cNvSpPr/>
            <p:nvPr/>
          </p:nvSpPr>
          <p:spPr>
            <a:xfrm>
              <a:off x="1962150" y="1381375"/>
              <a:ext cx="12550" cy="12575"/>
            </a:xfrm>
            <a:custGeom>
              <a:avLst/>
              <a:gdLst/>
              <a:ahLst/>
              <a:cxnLst/>
              <a:rect l="l" t="t" r="r" b="b"/>
              <a:pathLst>
                <a:path w="502" h="503" extrusionOk="0">
                  <a:moveTo>
                    <a:pt x="250" y="0"/>
                  </a:moveTo>
                  <a:cubicBezTo>
                    <a:pt x="114" y="0"/>
                    <a:pt x="1" y="116"/>
                    <a:pt x="1" y="251"/>
                  </a:cubicBezTo>
                  <a:cubicBezTo>
                    <a:pt x="1" y="394"/>
                    <a:pt x="114" y="503"/>
                    <a:pt x="250" y="503"/>
                  </a:cubicBezTo>
                  <a:cubicBezTo>
                    <a:pt x="388" y="503"/>
                    <a:pt x="502" y="394"/>
                    <a:pt x="502" y="251"/>
                  </a:cubicBezTo>
                  <a:cubicBezTo>
                    <a:pt x="502"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3" name="Google Shape;8783;p14"/>
            <p:cNvSpPr/>
            <p:nvPr/>
          </p:nvSpPr>
          <p:spPr>
            <a:xfrm>
              <a:off x="2054075" y="1381375"/>
              <a:ext cx="12425" cy="12575"/>
            </a:xfrm>
            <a:custGeom>
              <a:avLst/>
              <a:gdLst/>
              <a:ahLst/>
              <a:cxnLst/>
              <a:rect l="l" t="t" r="r" b="b"/>
              <a:pathLst>
                <a:path w="497" h="503" extrusionOk="0">
                  <a:moveTo>
                    <a:pt x="252" y="0"/>
                  </a:moveTo>
                  <a:cubicBezTo>
                    <a:pt x="109" y="0"/>
                    <a:pt x="1" y="116"/>
                    <a:pt x="1" y="251"/>
                  </a:cubicBezTo>
                  <a:cubicBezTo>
                    <a:pt x="1" y="394"/>
                    <a:pt x="109" y="503"/>
                    <a:pt x="252" y="503"/>
                  </a:cubicBezTo>
                  <a:cubicBezTo>
                    <a:pt x="388" y="503"/>
                    <a:pt x="496" y="394"/>
                    <a:pt x="496" y="251"/>
                  </a:cubicBezTo>
                  <a:cubicBezTo>
                    <a:pt x="496"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14"/>
            <p:cNvSpPr/>
            <p:nvPr/>
          </p:nvSpPr>
          <p:spPr>
            <a:xfrm>
              <a:off x="2145825" y="1381375"/>
              <a:ext cx="12600" cy="12575"/>
            </a:xfrm>
            <a:custGeom>
              <a:avLst/>
              <a:gdLst/>
              <a:ahLst/>
              <a:cxnLst/>
              <a:rect l="l" t="t" r="r" b="b"/>
              <a:pathLst>
                <a:path w="504" h="503" extrusionOk="0">
                  <a:moveTo>
                    <a:pt x="252" y="0"/>
                  </a:moveTo>
                  <a:cubicBezTo>
                    <a:pt x="116" y="0"/>
                    <a:pt x="1" y="116"/>
                    <a:pt x="1" y="251"/>
                  </a:cubicBezTo>
                  <a:cubicBezTo>
                    <a:pt x="1" y="394"/>
                    <a:pt x="116" y="503"/>
                    <a:pt x="252" y="503"/>
                  </a:cubicBezTo>
                  <a:cubicBezTo>
                    <a:pt x="388" y="503"/>
                    <a:pt x="503" y="394"/>
                    <a:pt x="503" y="251"/>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14"/>
            <p:cNvSpPr/>
            <p:nvPr/>
          </p:nvSpPr>
          <p:spPr>
            <a:xfrm>
              <a:off x="2237800" y="1381375"/>
              <a:ext cx="12350" cy="12575"/>
            </a:xfrm>
            <a:custGeom>
              <a:avLst/>
              <a:gdLst/>
              <a:ahLst/>
              <a:cxnLst/>
              <a:rect l="l" t="t" r="r" b="b"/>
              <a:pathLst>
                <a:path w="494" h="503" extrusionOk="0">
                  <a:moveTo>
                    <a:pt x="244" y="0"/>
                  </a:moveTo>
                  <a:cubicBezTo>
                    <a:pt x="107" y="0"/>
                    <a:pt x="0" y="116"/>
                    <a:pt x="0" y="251"/>
                  </a:cubicBezTo>
                  <a:cubicBezTo>
                    <a:pt x="0" y="394"/>
                    <a:pt x="107" y="503"/>
                    <a:pt x="244" y="503"/>
                  </a:cubicBezTo>
                  <a:cubicBezTo>
                    <a:pt x="387" y="503"/>
                    <a:pt x="494" y="394"/>
                    <a:pt x="494" y="251"/>
                  </a:cubicBezTo>
                  <a:cubicBezTo>
                    <a:pt x="494" y="116"/>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14"/>
            <p:cNvSpPr/>
            <p:nvPr/>
          </p:nvSpPr>
          <p:spPr>
            <a:xfrm>
              <a:off x="2329550" y="1381375"/>
              <a:ext cx="12575" cy="12575"/>
            </a:xfrm>
            <a:custGeom>
              <a:avLst/>
              <a:gdLst/>
              <a:ahLst/>
              <a:cxnLst/>
              <a:rect l="l" t="t" r="r" b="b"/>
              <a:pathLst>
                <a:path w="503" h="503" extrusionOk="0">
                  <a:moveTo>
                    <a:pt x="251" y="0"/>
                  </a:moveTo>
                  <a:cubicBezTo>
                    <a:pt x="115" y="0"/>
                    <a:pt x="0" y="116"/>
                    <a:pt x="0" y="251"/>
                  </a:cubicBezTo>
                  <a:cubicBezTo>
                    <a:pt x="0" y="394"/>
                    <a:pt x="115" y="503"/>
                    <a:pt x="251" y="503"/>
                  </a:cubicBezTo>
                  <a:cubicBezTo>
                    <a:pt x="387" y="503"/>
                    <a:pt x="502" y="394"/>
                    <a:pt x="502" y="251"/>
                  </a:cubicBezTo>
                  <a:cubicBezTo>
                    <a:pt x="502"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14"/>
            <p:cNvSpPr/>
            <p:nvPr/>
          </p:nvSpPr>
          <p:spPr>
            <a:xfrm>
              <a:off x="2421325" y="1381375"/>
              <a:ext cx="12550" cy="12575"/>
            </a:xfrm>
            <a:custGeom>
              <a:avLst/>
              <a:gdLst/>
              <a:ahLst/>
              <a:cxnLst/>
              <a:rect l="l" t="t" r="r" b="b"/>
              <a:pathLst>
                <a:path w="502" h="503" extrusionOk="0">
                  <a:moveTo>
                    <a:pt x="250" y="0"/>
                  </a:moveTo>
                  <a:cubicBezTo>
                    <a:pt x="114" y="0"/>
                    <a:pt x="1" y="116"/>
                    <a:pt x="1" y="251"/>
                  </a:cubicBezTo>
                  <a:cubicBezTo>
                    <a:pt x="1" y="394"/>
                    <a:pt x="114" y="503"/>
                    <a:pt x="250" y="503"/>
                  </a:cubicBezTo>
                  <a:cubicBezTo>
                    <a:pt x="395" y="503"/>
                    <a:pt x="501" y="394"/>
                    <a:pt x="501" y="251"/>
                  </a:cubicBezTo>
                  <a:cubicBezTo>
                    <a:pt x="501" y="116"/>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14"/>
            <p:cNvSpPr/>
            <p:nvPr/>
          </p:nvSpPr>
          <p:spPr>
            <a:xfrm>
              <a:off x="2513250" y="1381375"/>
              <a:ext cx="12575" cy="12575"/>
            </a:xfrm>
            <a:custGeom>
              <a:avLst/>
              <a:gdLst/>
              <a:ahLst/>
              <a:cxnLst/>
              <a:rect l="l" t="t" r="r" b="b"/>
              <a:pathLst>
                <a:path w="503" h="503" extrusionOk="0">
                  <a:moveTo>
                    <a:pt x="252" y="0"/>
                  </a:moveTo>
                  <a:cubicBezTo>
                    <a:pt x="109" y="0"/>
                    <a:pt x="0" y="116"/>
                    <a:pt x="0" y="251"/>
                  </a:cubicBezTo>
                  <a:cubicBezTo>
                    <a:pt x="0" y="394"/>
                    <a:pt x="109" y="503"/>
                    <a:pt x="252" y="503"/>
                  </a:cubicBezTo>
                  <a:cubicBezTo>
                    <a:pt x="388" y="503"/>
                    <a:pt x="503" y="394"/>
                    <a:pt x="503" y="251"/>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9" name="Google Shape;8789;p14"/>
            <p:cNvSpPr/>
            <p:nvPr/>
          </p:nvSpPr>
          <p:spPr>
            <a:xfrm>
              <a:off x="2605000" y="1381375"/>
              <a:ext cx="12575" cy="12575"/>
            </a:xfrm>
            <a:custGeom>
              <a:avLst/>
              <a:gdLst/>
              <a:ahLst/>
              <a:cxnLst/>
              <a:rect l="l" t="t" r="r" b="b"/>
              <a:pathLst>
                <a:path w="503" h="503" extrusionOk="0">
                  <a:moveTo>
                    <a:pt x="252" y="0"/>
                  </a:moveTo>
                  <a:cubicBezTo>
                    <a:pt x="116" y="0"/>
                    <a:pt x="0" y="116"/>
                    <a:pt x="0" y="251"/>
                  </a:cubicBezTo>
                  <a:cubicBezTo>
                    <a:pt x="0" y="394"/>
                    <a:pt x="116" y="503"/>
                    <a:pt x="252" y="503"/>
                  </a:cubicBezTo>
                  <a:cubicBezTo>
                    <a:pt x="387" y="503"/>
                    <a:pt x="503" y="394"/>
                    <a:pt x="503" y="251"/>
                  </a:cubicBezTo>
                  <a:cubicBezTo>
                    <a:pt x="503"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14"/>
            <p:cNvSpPr/>
            <p:nvPr/>
          </p:nvSpPr>
          <p:spPr>
            <a:xfrm>
              <a:off x="2696950" y="1381375"/>
              <a:ext cx="12375" cy="12575"/>
            </a:xfrm>
            <a:custGeom>
              <a:avLst/>
              <a:gdLst/>
              <a:ahLst/>
              <a:cxnLst/>
              <a:rect l="l" t="t" r="r" b="b"/>
              <a:pathLst>
                <a:path w="495" h="503" extrusionOk="0">
                  <a:moveTo>
                    <a:pt x="252" y="0"/>
                  </a:moveTo>
                  <a:cubicBezTo>
                    <a:pt x="108" y="0"/>
                    <a:pt x="1" y="116"/>
                    <a:pt x="1" y="251"/>
                  </a:cubicBezTo>
                  <a:cubicBezTo>
                    <a:pt x="1" y="394"/>
                    <a:pt x="108" y="503"/>
                    <a:pt x="252" y="503"/>
                  </a:cubicBezTo>
                  <a:cubicBezTo>
                    <a:pt x="388" y="503"/>
                    <a:pt x="495" y="394"/>
                    <a:pt x="495" y="251"/>
                  </a:cubicBezTo>
                  <a:cubicBezTo>
                    <a:pt x="495"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14"/>
            <p:cNvSpPr/>
            <p:nvPr/>
          </p:nvSpPr>
          <p:spPr>
            <a:xfrm>
              <a:off x="2788700" y="1381375"/>
              <a:ext cx="12600" cy="12575"/>
            </a:xfrm>
            <a:custGeom>
              <a:avLst/>
              <a:gdLst/>
              <a:ahLst/>
              <a:cxnLst/>
              <a:rect l="l" t="t" r="r" b="b"/>
              <a:pathLst>
                <a:path w="504" h="503" extrusionOk="0">
                  <a:moveTo>
                    <a:pt x="252" y="0"/>
                  </a:moveTo>
                  <a:cubicBezTo>
                    <a:pt x="116" y="0"/>
                    <a:pt x="1" y="116"/>
                    <a:pt x="1" y="251"/>
                  </a:cubicBezTo>
                  <a:cubicBezTo>
                    <a:pt x="1" y="394"/>
                    <a:pt x="116" y="503"/>
                    <a:pt x="252" y="503"/>
                  </a:cubicBezTo>
                  <a:cubicBezTo>
                    <a:pt x="388" y="503"/>
                    <a:pt x="503" y="394"/>
                    <a:pt x="503" y="251"/>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14"/>
            <p:cNvSpPr/>
            <p:nvPr/>
          </p:nvSpPr>
          <p:spPr>
            <a:xfrm>
              <a:off x="2880675" y="1381375"/>
              <a:ext cx="12375" cy="12575"/>
            </a:xfrm>
            <a:custGeom>
              <a:avLst/>
              <a:gdLst/>
              <a:ahLst/>
              <a:cxnLst/>
              <a:rect l="l" t="t" r="r" b="b"/>
              <a:pathLst>
                <a:path w="495" h="503" extrusionOk="0">
                  <a:moveTo>
                    <a:pt x="243" y="0"/>
                  </a:moveTo>
                  <a:cubicBezTo>
                    <a:pt x="107" y="0"/>
                    <a:pt x="0" y="116"/>
                    <a:pt x="0" y="251"/>
                  </a:cubicBezTo>
                  <a:cubicBezTo>
                    <a:pt x="0" y="394"/>
                    <a:pt x="107" y="503"/>
                    <a:pt x="243" y="503"/>
                  </a:cubicBezTo>
                  <a:cubicBezTo>
                    <a:pt x="387" y="503"/>
                    <a:pt x="494" y="394"/>
                    <a:pt x="494" y="251"/>
                  </a:cubicBezTo>
                  <a:cubicBezTo>
                    <a:pt x="494" y="116"/>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14"/>
            <p:cNvSpPr/>
            <p:nvPr/>
          </p:nvSpPr>
          <p:spPr>
            <a:xfrm>
              <a:off x="2972425" y="1381375"/>
              <a:ext cx="12575" cy="12575"/>
            </a:xfrm>
            <a:custGeom>
              <a:avLst/>
              <a:gdLst/>
              <a:ahLst/>
              <a:cxnLst/>
              <a:rect l="l" t="t" r="r" b="b"/>
              <a:pathLst>
                <a:path w="503" h="503" extrusionOk="0">
                  <a:moveTo>
                    <a:pt x="251" y="0"/>
                  </a:moveTo>
                  <a:cubicBezTo>
                    <a:pt x="115" y="0"/>
                    <a:pt x="0" y="116"/>
                    <a:pt x="0" y="251"/>
                  </a:cubicBezTo>
                  <a:cubicBezTo>
                    <a:pt x="0" y="394"/>
                    <a:pt x="115" y="503"/>
                    <a:pt x="251" y="503"/>
                  </a:cubicBezTo>
                  <a:cubicBezTo>
                    <a:pt x="387" y="503"/>
                    <a:pt x="503" y="394"/>
                    <a:pt x="503" y="251"/>
                  </a:cubicBezTo>
                  <a:cubicBezTo>
                    <a:pt x="503"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14"/>
            <p:cNvSpPr/>
            <p:nvPr/>
          </p:nvSpPr>
          <p:spPr>
            <a:xfrm>
              <a:off x="3064375" y="1381375"/>
              <a:ext cx="12375" cy="12575"/>
            </a:xfrm>
            <a:custGeom>
              <a:avLst/>
              <a:gdLst/>
              <a:ahLst/>
              <a:cxnLst/>
              <a:rect l="l" t="t" r="r" b="b"/>
              <a:pathLst>
                <a:path w="495" h="503" extrusionOk="0">
                  <a:moveTo>
                    <a:pt x="243" y="0"/>
                  </a:moveTo>
                  <a:cubicBezTo>
                    <a:pt x="107" y="0"/>
                    <a:pt x="1" y="116"/>
                    <a:pt x="1" y="251"/>
                  </a:cubicBezTo>
                  <a:cubicBezTo>
                    <a:pt x="1" y="394"/>
                    <a:pt x="107" y="503"/>
                    <a:pt x="243" y="503"/>
                  </a:cubicBezTo>
                  <a:cubicBezTo>
                    <a:pt x="388" y="503"/>
                    <a:pt x="495" y="394"/>
                    <a:pt x="495" y="251"/>
                  </a:cubicBezTo>
                  <a:cubicBezTo>
                    <a:pt x="495" y="116"/>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14"/>
            <p:cNvSpPr/>
            <p:nvPr/>
          </p:nvSpPr>
          <p:spPr>
            <a:xfrm>
              <a:off x="3156125" y="1381375"/>
              <a:ext cx="12600" cy="12575"/>
            </a:xfrm>
            <a:custGeom>
              <a:avLst/>
              <a:gdLst/>
              <a:ahLst/>
              <a:cxnLst/>
              <a:rect l="l" t="t" r="r" b="b"/>
              <a:pathLst>
                <a:path w="504" h="503" extrusionOk="0">
                  <a:moveTo>
                    <a:pt x="252" y="0"/>
                  </a:moveTo>
                  <a:cubicBezTo>
                    <a:pt x="116" y="0"/>
                    <a:pt x="1" y="116"/>
                    <a:pt x="1" y="251"/>
                  </a:cubicBezTo>
                  <a:cubicBezTo>
                    <a:pt x="1" y="394"/>
                    <a:pt x="116" y="503"/>
                    <a:pt x="252" y="503"/>
                  </a:cubicBezTo>
                  <a:cubicBezTo>
                    <a:pt x="388" y="503"/>
                    <a:pt x="503" y="394"/>
                    <a:pt x="503" y="251"/>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6" name="Google Shape;8796;p14"/>
            <p:cNvSpPr/>
            <p:nvPr/>
          </p:nvSpPr>
          <p:spPr>
            <a:xfrm>
              <a:off x="3247875" y="1381375"/>
              <a:ext cx="12575" cy="12575"/>
            </a:xfrm>
            <a:custGeom>
              <a:avLst/>
              <a:gdLst/>
              <a:ahLst/>
              <a:cxnLst/>
              <a:rect l="l" t="t" r="r" b="b"/>
              <a:pathLst>
                <a:path w="503" h="503" extrusionOk="0">
                  <a:moveTo>
                    <a:pt x="252" y="0"/>
                  </a:moveTo>
                  <a:cubicBezTo>
                    <a:pt x="116" y="0"/>
                    <a:pt x="1" y="116"/>
                    <a:pt x="1" y="251"/>
                  </a:cubicBezTo>
                  <a:cubicBezTo>
                    <a:pt x="1" y="394"/>
                    <a:pt x="116" y="503"/>
                    <a:pt x="252" y="503"/>
                  </a:cubicBezTo>
                  <a:cubicBezTo>
                    <a:pt x="388" y="503"/>
                    <a:pt x="503" y="394"/>
                    <a:pt x="503" y="251"/>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14"/>
            <p:cNvSpPr/>
            <p:nvPr/>
          </p:nvSpPr>
          <p:spPr>
            <a:xfrm>
              <a:off x="3339850" y="1381375"/>
              <a:ext cx="12525" cy="12575"/>
            </a:xfrm>
            <a:custGeom>
              <a:avLst/>
              <a:gdLst/>
              <a:ahLst/>
              <a:cxnLst/>
              <a:rect l="l" t="t" r="r" b="b"/>
              <a:pathLst>
                <a:path w="501" h="503" extrusionOk="0">
                  <a:moveTo>
                    <a:pt x="251" y="0"/>
                  </a:moveTo>
                  <a:cubicBezTo>
                    <a:pt x="107" y="0"/>
                    <a:pt x="0" y="116"/>
                    <a:pt x="0" y="251"/>
                  </a:cubicBezTo>
                  <a:cubicBezTo>
                    <a:pt x="0" y="394"/>
                    <a:pt x="107" y="503"/>
                    <a:pt x="251" y="503"/>
                  </a:cubicBezTo>
                  <a:cubicBezTo>
                    <a:pt x="387" y="503"/>
                    <a:pt x="501" y="394"/>
                    <a:pt x="501" y="251"/>
                  </a:cubicBezTo>
                  <a:cubicBezTo>
                    <a:pt x="501"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14"/>
            <p:cNvSpPr/>
            <p:nvPr/>
          </p:nvSpPr>
          <p:spPr>
            <a:xfrm>
              <a:off x="3431575" y="1381375"/>
              <a:ext cx="12600" cy="12575"/>
            </a:xfrm>
            <a:custGeom>
              <a:avLst/>
              <a:gdLst/>
              <a:ahLst/>
              <a:cxnLst/>
              <a:rect l="l" t="t" r="r" b="b"/>
              <a:pathLst>
                <a:path w="504" h="503" extrusionOk="0">
                  <a:moveTo>
                    <a:pt x="252" y="0"/>
                  </a:moveTo>
                  <a:cubicBezTo>
                    <a:pt x="116" y="0"/>
                    <a:pt x="1" y="116"/>
                    <a:pt x="1" y="251"/>
                  </a:cubicBezTo>
                  <a:cubicBezTo>
                    <a:pt x="1" y="394"/>
                    <a:pt x="116" y="503"/>
                    <a:pt x="252" y="503"/>
                  </a:cubicBezTo>
                  <a:cubicBezTo>
                    <a:pt x="388" y="503"/>
                    <a:pt x="503" y="394"/>
                    <a:pt x="503" y="251"/>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14"/>
            <p:cNvSpPr/>
            <p:nvPr/>
          </p:nvSpPr>
          <p:spPr>
            <a:xfrm>
              <a:off x="3523550" y="1381375"/>
              <a:ext cx="12375" cy="12575"/>
            </a:xfrm>
            <a:custGeom>
              <a:avLst/>
              <a:gdLst/>
              <a:ahLst/>
              <a:cxnLst/>
              <a:rect l="l" t="t" r="r" b="b"/>
              <a:pathLst>
                <a:path w="495" h="503" extrusionOk="0">
                  <a:moveTo>
                    <a:pt x="250" y="0"/>
                  </a:moveTo>
                  <a:cubicBezTo>
                    <a:pt x="107" y="0"/>
                    <a:pt x="0" y="116"/>
                    <a:pt x="0" y="251"/>
                  </a:cubicBezTo>
                  <a:cubicBezTo>
                    <a:pt x="0" y="394"/>
                    <a:pt x="107" y="503"/>
                    <a:pt x="250" y="503"/>
                  </a:cubicBezTo>
                  <a:cubicBezTo>
                    <a:pt x="388" y="503"/>
                    <a:pt x="494" y="394"/>
                    <a:pt x="494" y="251"/>
                  </a:cubicBezTo>
                  <a:cubicBezTo>
                    <a:pt x="494"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14"/>
            <p:cNvSpPr/>
            <p:nvPr/>
          </p:nvSpPr>
          <p:spPr>
            <a:xfrm>
              <a:off x="676400" y="1473325"/>
              <a:ext cx="12600" cy="12550"/>
            </a:xfrm>
            <a:custGeom>
              <a:avLst/>
              <a:gdLst/>
              <a:ahLst/>
              <a:cxnLst/>
              <a:rect l="l" t="t" r="r" b="b"/>
              <a:pathLst>
                <a:path w="504" h="502" extrusionOk="0">
                  <a:moveTo>
                    <a:pt x="252" y="1"/>
                  </a:moveTo>
                  <a:cubicBezTo>
                    <a:pt x="116" y="1"/>
                    <a:pt x="1" y="107"/>
                    <a:pt x="1" y="252"/>
                  </a:cubicBezTo>
                  <a:cubicBezTo>
                    <a:pt x="1" y="388"/>
                    <a:pt x="116" y="501"/>
                    <a:pt x="252" y="501"/>
                  </a:cubicBezTo>
                  <a:cubicBezTo>
                    <a:pt x="388" y="501"/>
                    <a:pt x="503" y="388"/>
                    <a:pt x="503" y="252"/>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14"/>
            <p:cNvSpPr/>
            <p:nvPr/>
          </p:nvSpPr>
          <p:spPr>
            <a:xfrm>
              <a:off x="768325" y="1473325"/>
              <a:ext cx="12400" cy="12550"/>
            </a:xfrm>
            <a:custGeom>
              <a:avLst/>
              <a:gdLst/>
              <a:ahLst/>
              <a:cxnLst/>
              <a:rect l="l" t="t" r="r" b="b"/>
              <a:pathLst>
                <a:path w="496" h="502" extrusionOk="0">
                  <a:moveTo>
                    <a:pt x="245" y="1"/>
                  </a:moveTo>
                  <a:cubicBezTo>
                    <a:pt x="109" y="1"/>
                    <a:pt x="0" y="107"/>
                    <a:pt x="0" y="252"/>
                  </a:cubicBezTo>
                  <a:cubicBezTo>
                    <a:pt x="0" y="388"/>
                    <a:pt x="109" y="501"/>
                    <a:pt x="245" y="501"/>
                  </a:cubicBezTo>
                  <a:cubicBezTo>
                    <a:pt x="388" y="501"/>
                    <a:pt x="496" y="388"/>
                    <a:pt x="496" y="252"/>
                  </a:cubicBezTo>
                  <a:cubicBezTo>
                    <a:pt x="496" y="107"/>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14"/>
            <p:cNvSpPr/>
            <p:nvPr/>
          </p:nvSpPr>
          <p:spPr>
            <a:xfrm>
              <a:off x="860125" y="1473325"/>
              <a:ext cx="12525" cy="12550"/>
            </a:xfrm>
            <a:custGeom>
              <a:avLst/>
              <a:gdLst/>
              <a:ahLst/>
              <a:cxnLst/>
              <a:rect l="l" t="t" r="r" b="b"/>
              <a:pathLst>
                <a:path w="501" h="502" extrusionOk="0">
                  <a:moveTo>
                    <a:pt x="251" y="1"/>
                  </a:moveTo>
                  <a:cubicBezTo>
                    <a:pt x="114" y="1"/>
                    <a:pt x="0" y="107"/>
                    <a:pt x="0" y="252"/>
                  </a:cubicBezTo>
                  <a:cubicBezTo>
                    <a:pt x="0" y="388"/>
                    <a:pt x="114" y="501"/>
                    <a:pt x="251" y="501"/>
                  </a:cubicBezTo>
                  <a:cubicBezTo>
                    <a:pt x="387" y="501"/>
                    <a:pt x="501" y="388"/>
                    <a:pt x="501" y="252"/>
                  </a:cubicBezTo>
                  <a:cubicBezTo>
                    <a:pt x="501"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14"/>
            <p:cNvSpPr/>
            <p:nvPr/>
          </p:nvSpPr>
          <p:spPr>
            <a:xfrm>
              <a:off x="951850" y="1473325"/>
              <a:ext cx="12600" cy="12550"/>
            </a:xfrm>
            <a:custGeom>
              <a:avLst/>
              <a:gdLst/>
              <a:ahLst/>
              <a:cxnLst/>
              <a:rect l="l" t="t" r="r" b="b"/>
              <a:pathLst>
                <a:path w="504" h="502" extrusionOk="0">
                  <a:moveTo>
                    <a:pt x="252" y="1"/>
                  </a:moveTo>
                  <a:cubicBezTo>
                    <a:pt x="116" y="1"/>
                    <a:pt x="1" y="107"/>
                    <a:pt x="1" y="252"/>
                  </a:cubicBezTo>
                  <a:cubicBezTo>
                    <a:pt x="1" y="388"/>
                    <a:pt x="116" y="501"/>
                    <a:pt x="252" y="501"/>
                  </a:cubicBezTo>
                  <a:cubicBezTo>
                    <a:pt x="388" y="501"/>
                    <a:pt x="503" y="388"/>
                    <a:pt x="503" y="252"/>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14"/>
            <p:cNvSpPr/>
            <p:nvPr/>
          </p:nvSpPr>
          <p:spPr>
            <a:xfrm>
              <a:off x="1043825" y="1473325"/>
              <a:ext cx="12375" cy="12550"/>
            </a:xfrm>
            <a:custGeom>
              <a:avLst/>
              <a:gdLst/>
              <a:ahLst/>
              <a:cxnLst/>
              <a:rect l="l" t="t" r="r" b="b"/>
              <a:pathLst>
                <a:path w="495" h="502" extrusionOk="0">
                  <a:moveTo>
                    <a:pt x="250" y="1"/>
                  </a:moveTo>
                  <a:cubicBezTo>
                    <a:pt x="107" y="1"/>
                    <a:pt x="0" y="107"/>
                    <a:pt x="0" y="252"/>
                  </a:cubicBezTo>
                  <a:cubicBezTo>
                    <a:pt x="0" y="388"/>
                    <a:pt x="107" y="501"/>
                    <a:pt x="250" y="501"/>
                  </a:cubicBezTo>
                  <a:cubicBezTo>
                    <a:pt x="388" y="501"/>
                    <a:pt x="494" y="388"/>
                    <a:pt x="494" y="252"/>
                  </a:cubicBezTo>
                  <a:cubicBezTo>
                    <a:pt x="494" y="107"/>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14"/>
            <p:cNvSpPr/>
            <p:nvPr/>
          </p:nvSpPr>
          <p:spPr>
            <a:xfrm>
              <a:off x="1135575" y="1473325"/>
              <a:ext cx="12575" cy="12550"/>
            </a:xfrm>
            <a:custGeom>
              <a:avLst/>
              <a:gdLst/>
              <a:ahLst/>
              <a:cxnLst/>
              <a:rect l="l" t="t" r="r" b="b"/>
              <a:pathLst>
                <a:path w="503" h="502" extrusionOk="0">
                  <a:moveTo>
                    <a:pt x="252" y="1"/>
                  </a:moveTo>
                  <a:cubicBezTo>
                    <a:pt x="116" y="1"/>
                    <a:pt x="0" y="107"/>
                    <a:pt x="0" y="252"/>
                  </a:cubicBezTo>
                  <a:cubicBezTo>
                    <a:pt x="0" y="388"/>
                    <a:pt x="116" y="501"/>
                    <a:pt x="252" y="501"/>
                  </a:cubicBezTo>
                  <a:cubicBezTo>
                    <a:pt x="387" y="501"/>
                    <a:pt x="503" y="388"/>
                    <a:pt x="503" y="252"/>
                  </a:cubicBezTo>
                  <a:cubicBezTo>
                    <a:pt x="503" y="107"/>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6" name="Google Shape;8806;p14"/>
            <p:cNvSpPr/>
            <p:nvPr/>
          </p:nvSpPr>
          <p:spPr>
            <a:xfrm>
              <a:off x="1227500" y="1473325"/>
              <a:ext cx="12400" cy="12550"/>
            </a:xfrm>
            <a:custGeom>
              <a:avLst/>
              <a:gdLst/>
              <a:ahLst/>
              <a:cxnLst/>
              <a:rect l="l" t="t" r="r" b="b"/>
              <a:pathLst>
                <a:path w="496" h="502" extrusionOk="0">
                  <a:moveTo>
                    <a:pt x="251" y="1"/>
                  </a:moveTo>
                  <a:cubicBezTo>
                    <a:pt x="109" y="1"/>
                    <a:pt x="0" y="107"/>
                    <a:pt x="0" y="252"/>
                  </a:cubicBezTo>
                  <a:cubicBezTo>
                    <a:pt x="0" y="388"/>
                    <a:pt x="109" y="501"/>
                    <a:pt x="251" y="501"/>
                  </a:cubicBezTo>
                  <a:cubicBezTo>
                    <a:pt x="387" y="501"/>
                    <a:pt x="496" y="388"/>
                    <a:pt x="496" y="252"/>
                  </a:cubicBezTo>
                  <a:cubicBezTo>
                    <a:pt x="496"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14"/>
            <p:cNvSpPr/>
            <p:nvPr/>
          </p:nvSpPr>
          <p:spPr>
            <a:xfrm>
              <a:off x="1319275" y="1473325"/>
              <a:ext cx="12550" cy="12550"/>
            </a:xfrm>
            <a:custGeom>
              <a:avLst/>
              <a:gdLst/>
              <a:ahLst/>
              <a:cxnLst/>
              <a:rect l="l" t="t" r="r" b="b"/>
              <a:pathLst>
                <a:path w="502" h="502" extrusionOk="0">
                  <a:moveTo>
                    <a:pt x="252" y="1"/>
                  </a:moveTo>
                  <a:cubicBezTo>
                    <a:pt x="114" y="1"/>
                    <a:pt x="1" y="107"/>
                    <a:pt x="1" y="252"/>
                  </a:cubicBezTo>
                  <a:cubicBezTo>
                    <a:pt x="1" y="388"/>
                    <a:pt x="114" y="501"/>
                    <a:pt x="252" y="501"/>
                  </a:cubicBezTo>
                  <a:cubicBezTo>
                    <a:pt x="388" y="501"/>
                    <a:pt x="501" y="388"/>
                    <a:pt x="501" y="252"/>
                  </a:cubicBezTo>
                  <a:cubicBezTo>
                    <a:pt x="501"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14"/>
            <p:cNvSpPr/>
            <p:nvPr/>
          </p:nvSpPr>
          <p:spPr>
            <a:xfrm>
              <a:off x="1411200" y="1473325"/>
              <a:ext cx="12425" cy="12550"/>
            </a:xfrm>
            <a:custGeom>
              <a:avLst/>
              <a:gdLst/>
              <a:ahLst/>
              <a:cxnLst/>
              <a:rect l="l" t="t" r="r" b="b"/>
              <a:pathLst>
                <a:path w="497" h="502" extrusionOk="0">
                  <a:moveTo>
                    <a:pt x="245" y="1"/>
                  </a:moveTo>
                  <a:cubicBezTo>
                    <a:pt x="109" y="1"/>
                    <a:pt x="1" y="107"/>
                    <a:pt x="1" y="252"/>
                  </a:cubicBezTo>
                  <a:cubicBezTo>
                    <a:pt x="1" y="388"/>
                    <a:pt x="109" y="501"/>
                    <a:pt x="245" y="501"/>
                  </a:cubicBezTo>
                  <a:cubicBezTo>
                    <a:pt x="388" y="501"/>
                    <a:pt x="496" y="388"/>
                    <a:pt x="496" y="252"/>
                  </a:cubicBezTo>
                  <a:cubicBezTo>
                    <a:pt x="496" y="107"/>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14"/>
            <p:cNvSpPr/>
            <p:nvPr/>
          </p:nvSpPr>
          <p:spPr>
            <a:xfrm>
              <a:off x="1503000" y="1473325"/>
              <a:ext cx="12525" cy="12550"/>
            </a:xfrm>
            <a:custGeom>
              <a:avLst/>
              <a:gdLst/>
              <a:ahLst/>
              <a:cxnLst/>
              <a:rect l="l" t="t" r="r" b="b"/>
              <a:pathLst>
                <a:path w="501" h="502" extrusionOk="0">
                  <a:moveTo>
                    <a:pt x="250" y="1"/>
                  </a:moveTo>
                  <a:cubicBezTo>
                    <a:pt x="114" y="1"/>
                    <a:pt x="0" y="107"/>
                    <a:pt x="0" y="252"/>
                  </a:cubicBezTo>
                  <a:cubicBezTo>
                    <a:pt x="0" y="388"/>
                    <a:pt x="114" y="501"/>
                    <a:pt x="250" y="501"/>
                  </a:cubicBezTo>
                  <a:cubicBezTo>
                    <a:pt x="387" y="501"/>
                    <a:pt x="501" y="388"/>
                    <a:pt x="501" y="252"/>
                  </a:cubicBezTo>
                  <a:cubicBezTo>
                    <a:pt x="501" y="107"/>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14"/>
            <p:cNvSpPr/>
            <p:nvPr/>
          </p:nvSpPr>
          <p:spPr>
            <a:xfrm>
              <a:off x="1594750" y="1473325"/>
              <a:ext cx="12575" cy="12550"/>
            </a:xfrm>
            <a:custGeom>
              <a:avLst/>
              <a:gdLst/>
              <a:ahLst/>
              <a:cxnLst/>
              <a:rect l="l" t="t" r="r" b="b"/>
              <a:pathLst>
                <a:path w="503" h="502" extrusionOk="0">
                  <a:moveTo>
                    <a:pt x="251" y="1"/>
                  </a:moveTo>
                  <a:cubicBezTo>
                    <a:pt x="115" y="1"/>
                    <a:pt x="0" y="107"/>
                    <a:pt x="0" y="252"/>
                  </a:cubicBezTo>
                  <a:cubicBezTo>
                    <a:pt x="0" y="388"/>
                    <a:pt x="115" y="501"/>
                    <a:pt x="251" y="501"/>
                  </a:cubicBezTo>
                  <a:cubicBezTo>
                    <a:pt x="394" y="501"/>
                    <a:pt x="503" y="388"/>
                    <a:pt x="503" y="252"/>
                  </a:cubicBezTo>
                  <a:cubicBezTo>
                    <a:pt x="503" y="107"/>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14"/>
            <p:cNvSpPr/>
            <p:nvPr/>
          </p:nvSpPr>
          <p:spPr>
            <a:xfrm>
              <a:off x="1686650" y="1473325"/>
              <a:ext cx="12600" cy="12550"/>
            </a:xfrm>
            <a:custGeom>
              <a:avLst/>
              <a:gdLst/>
              <a:ahLst/>
              <a:cxnLst/>
              <a:rect l="l" t="t" r="r" b="b"/>
              <a:pathLst>
                <a:path w="504" h="502" extrusionOk="0">
                  <a:moveTo>
                    <a:pt x="252" y="1"/>
                  </a:moveTo>
                  <a:cubicBezTo>
                    <a:pt x="116" y="1"/>
                    <a:pt x="1" y="107"/>
                    <a:pt x="1" y="252"/>
                  </a:cubicBezTo>
                  <a:cubicBezTo>
                    <a:pt x="1" y="388"/>
                    <a:pt x="116" y="501"/>
                    <a:pt x="252" y="501"/>
                  </a:cubicBezTo>
                  <a:cubicBezTo>
                    <a:pt x="388" y="501"/>
                    <a:pt x="503" y="388"/>
                    <a:pt x="503" y="252"/>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14"/>
            <p:cNvSpPr/>
            <p:nvPr/>
          </p:nvSpPr>
          <p:spPr>
            <a:xfrm>
              <a:off x="1778450" y="1473325"/>
              <a:ext cx="12550" cy="12550"/>
            </a:xfrm>
            <a:custGeom>
              <a:avLst/>
              <a:gdLst/>
              <a:ahLst/>
              <a:cxnLst/>
              <a:rect l="l" t="t" r="r" b="b"/>
              <a:pathLst>
                <a:path w="502" h="502" extrusionOk="0">
                  <a:moveTo>
                    <a:pt x="252" y="1"/>
                  </a:moveTo>
                  <a:cubicBezTo>
                    <a:pt x="114" y="1"/>
                    <a:pt x="1" y="107"/>
                    <a:pt x="1" y="252"/>
                  </a:cubicBezTo>
                  <a:cubicBezTo>
                    <a:pt x="1" y="388"/>
                    <a:pt x="114" y="501"/>
                    <a:pt x="252" y="501"/>
                  </a:cubicBezTo>
                  <a:cubicBezTo>
                    <a:pt x="388" y="501"/>
                    <a:pt x="501" y="388"/>
                    <a:pt x="501" y="252"/>
                  </a:cubicBezTo>
                  <a:cubicBezTo>
                    <a:pt x="501"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14"/>
            <p:cNvSpPr/>
            <p:nvPr/>
          </p:nvSpPr>
          <p:spPr>
            <a:xfrm>
              <a:off x="1870375" y="1473325"/>
              <a:ext cx="12400" cy="12550"/>
            </a:xfrm>
            <a:custGeom>
              <a:avLst/>
              <a:gdLst/>
              <a:ahLst/>
              <a:cxnLst/>
              <a:rect l="l" t="t" r="r" b="b"/>
              <a:pathLst>
                <a:path w="496" h="502" extrusionOk="0">
                  <a:moveTo>
                    <a:pt x="252" y="1"/>
                  </a:moveTo>
                  <a:cubicBezTo>
                    <a:pt x="109" y="1"/>
                    <a:pt x="0" y="107"/>
                    <a:pt x="0" y="252"/>
                  </a:cubicBezTo>
                  <a:cubicBezTo>
                    <a:pt x="0" y="388"/>
                    <a:pt x="109" y="501"/>
                    <a:pt x="252" y="501"/>
                  </a:cubicBezTo>
                  <a:cubicBezTo>
                    <a:pt x="387" y="501"/>
                    <a:pt x="496" y="388"/>
                    <a:pt x="496" y="252"/>
                  </a:cubicBezTo>
                  <a:cubicBezTo>
                    <a:pt x="496" y="107"/>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14"/>
            <p:cNvSpPr/>
            <p:nvPr/>
          </p:nvSpPr>
          <p:spPr>
            <a:xfrm>
              <a:off x="1962150" y="1473325"/>
              <a:ext cx="12550" cy="12550"/>
            </a:xfrm>
            <a:custGeom>
              <a:avLst/>
              <a:gdLst/>
              <a:ahLst/>
              <a:cxnLst/>
              <a:rect l="l" t="t" r="r" b="b"/>
              <a:pathLst>
                <a:path w="502" h="502" extrusionOk="0">
                  <a:moveTo>
                    <a:pt x="250" y="1"/>
                  </a:moveTo>
                  <a:cubicBezTo>
                    <a:pt x="114" y="1"/>
                    <a:pt x="1" y="107"/>
                    <a:pt x="1" y="252"/>
                  </a:cubicBezTo>
                  <a:cubicBezTo>
                    <a:pt x="1" y="388"/>
                    <a:pt x="114" y="501"/>
                    <a:pt x="250" y="501"/>
                  </a:cubicBezTo>
                  <a:cubicBezTo>
                    <a:pt x="388" y="501"/>
                    <a:pt x="502" y="388"/>
                    <a:pt x="502" y="252"/>
                  </a:cubicBezTo>
                  <a:cubicBezTo>
                    <a:pt x="502" y="107"/>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5" name="Google Shape;8815;p14"/>
            <p:cNvSpPr/>
            <p:nvPr/>
          </p:nvSpPr>
          <p:spPr>
            <a:xfrm>
              <a:off x="2054075" y="1473325"/>
              <a:ext cx="12425" cy="12550"/>
            </a:xfrm>
            <a:custGeom>
              <a:avLst/>
              <a:gdLst/>
              <a:ahLst/>
              <a:cxnLst/>
              <a:rect l="l" t="t" r="r" b="b"/>
              <a:pathLst>
                <a:path w="497" h="502" extrusionOk="0">
                  <a:moveTo>
                    <a:pt x="252" y="1"/>
                  </a:moveTo>
                  <a:cubicBezTo>
                    <a:pt x="109" y="1"/>
                    <a:pt x="1" y="107"/>
                    <a:pt x="1" y="252"/>
                  </a:cubicBezTo>
                  <a:cubicBezTo>
                    <a:pt x="1" y="388"/>
                    <a:pt x="109" y="501"/>
                    <a:pt x="252" y="501"/>
                  </a:cubicBezTo>
                  <a:cubicBezTo>
                    <a:pt x="388" y="501"/>
                    <a:pt x="496" y="388"/>
                    <a:pt x="496" y="252"/>
                  </a:cubicBezTo>
                  <a:cubicBezTo>
                    <a:pt x="496"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14"/>
            <p:cNvSpPr/>
            <p:nvPr/>
          </p:nvSpPr>
          <p:spPr>
            <a:xfrm>
              <a:off x="2145825" y="1473325"/>
              <a:ext cx="12600" cy="12550"/>
            </a:xfrm>
            <a:custGeom>
              <a:avLst/>
              <a:gdLst/>
              <a:ahLst/>
              <a:cxnLst/>
              <a:rect l="l" t="t" r="r" b="b"/>
              <a:pathLst>
                <a:path w="504" h="502" extrusionOk="0">
                  <a:moveTo>
                    <a:pt x="252" y="1"/>
                  </a:moveTo>
                  <a:cubicBezTo>
                    <a:pt x="116" y="1"/>
                    <a:pt x="1" y="107"/>
                    <a:pt x="1" y="252"/>
                  </a:cubicBezTo>
                  <a:cubicBezTo>
                    <a:pt x="1" y="388"/>
                    <a:pt x="116" y="501"/>
                    <a:pt x="252" y="501"/>
                  </a:cubicBezTo>
                  <a:cubicBezTo>
                    <a:pt x="388" y="501"/>
                    <a:pt x="503" y="388"/>
                    <a:pt x="503" y="252"/>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7" name="Google Shape;8817;p14"/>
            <p:cNvSpPr/>
            <p:nvPr/>
          </p:nvSpPr>
          <p:spPr>
            <a:xfrm>
              <a:off x="2237800" y="1473325"/>
              <a:ext cx="12350" cy="12550"/>
            </a:xfrm>
            <a:custGeom>
              <a:avLst/>
              <a:gdLst/>
              <a:ahLst/>
              <a:cxnLst/>
              <a:rect l="l" t="t" r="r" b="b"/>
              <a:pathLst>
                <a:path w="494" h="502" extrusionOk="0">
                  <a:moveTo>
                    <a:pt x="244" y="1"/>
                  </a:moveTo>
                  <a:cubicBezTo>
                    <a:pt x="107" y="1"/>
                    <a:pt x="0" y="107"/>
                    <a:pt x="0" y="252"/>
                  </a:cubicBezTo>
                  <a:cubicBezTo>
                    <a:pt x="0" y="388"/>
                    <a:pt x="107" y="501"/>
                    <a:pt x="244" y="501"/>
                  </a:cubicBezTo>
                  <a:cubicBezTo>
                    <a:pt x="387" y="501"/>
                    <a:pt x="494" y="388"/>
                    <a:pt x="494" y="252"/>
                  </a:cubicBezTo>
                  <a:cubicBezTo>
                    <a:pt x="494" y="107"/>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8" name="Google Shape;8818;p14"/>
            <p:cNvSpPr/>
            <p:nvPr/>
          </p:nvSpPr>
          <p:spPr>
            <a:xfrm>
              <a:off x="2329550" y="1473325"/>
              <a:ext cx="12575" cy="12550"/>
            </a:xfrm>
            <a:custGeom>
              <a:avLst/>
              <a:gdLst/>
              <a:ahLst/>
              <a:cxnLst/>
              <a:rect l="l" t="t" r="r" b="b"/>
              <a:pathLst>
                <a:path w="503" h="502" extrusionOk="0">
                  <a:moveTo>
                    <a:pt x="251" y="1"/>
                  </a:moveTo>
                  <a:cubicBezTo>
                    <a:pt x="115" y="1"/>
                    <a:pt x="0" y="107"/>
                    <a:pt x="0" y="252"/>
                  </a:cubicBezTo>
                  <a:cubicBezTo>
                    <a:pt x="0" y="388"/>
                    <a:pt x="115" y="501"/>
                    <a:pt x="251" y="501"/>
                  </a:cubicBezTo>
                  <a:cubicBezTo>
                    <a:pt x="387" y="501"/>
                    <a:pt x="502" y="388"/>
                    <a:pt x="502" y="252"/>
                  </a:cubicBezTo>
                  <a:cubicBezTo>
                    <a:pt x="502"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14"/>
            <p:cNvSpPr/>
            <p:nvPr/>
          </p:nvSpPr>
          <p:spPr>
            <a:xfrm>
              <a:off x="2421325" y="1473325"/>
              <a:ext cx="12550" cy="12550"/>
            </a:xfrm>
            <a:custGeom>
              <a:avLst/>
              <a:gdLst/>
              <a:ahLst/>
              <a:cxnLst/>
              <a:rect l="l" t="t" r="r" b="b"/>
              <a:pathLst>
                <a:path w="502" h="502" extrusionOk="0">
                  <a:moveTo>
                    <a:pt x="250" y="1"/>
                  </a:moveTo>
                  <a:cubicBezTo>
                    <a:pt x="114" y="1"/>
                    <a:pt x="1" y="107"/>
                    <a:pt x="1" y="252"/>
                  </a:cubicBezTo>
                  <a:cubicBezTo>
                    <a:pt x="1" y="388"/>
                    <a:pt x="114" y="501"/>
                    <a:pt x="250" y="501"/>
                  </a:cubicBezTo>
                  <a:cubicBezTo>
                    <a:pt x="395" y="501"/>
                    <a:pt x="501" y="388"/>
                    <a:pt x="501" y="252"/>
                  </a:cubicBezTo>
                  <a:cubicBezTo>
                    <a:pt x="501" y="107"/>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14"/>
            <p:cNvSpPr/>
            <p:nvPr/>
          </p:nvSpPr>
          <p:spPr>
            <a:xfrm>
              <a:off x="2513250" y="1473325"/>
              <a:ext cx="12575" cy="12550"/>
            </a:xfrm>
            <a:custGeom>
              <a:avLst/>
              <a:gdLst/>
              <a:ahLst/>
              <a:cxnLst/>
              <a:rect l="l" t="t" r="r" b="b"/>
              <a:pathLst>
                <a:path w="503" h="502" extrusionOk="0">
                  <a:moveTo>
                    <a:pt x="252" y="1"/>
                  </a:moveTo>
                  <a:cubicBezTo>
                    <a:pt x="109" y="1"/>
                    <a:pt x="0" y="107"/>
                    <a:pt x="0" y="252"/>
                  </a:cubicBezTo>
                  <a:cubicBezTo>
                    <a:pt x="0" y="388"/>
                    <a:pt x="109" y="501"/>
                    <a:pt x="252" y="501"/>
                  </a:cubicBezTo>
                  <a:cubicBezTo>
                    <a:pt x="388" y="501"/>
                    <a:pt x="503" y="388"/>
                    <a:pt x="503" y="252"/>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14"/>
            <p:cNvSpPr/>
            <p:nvPr/>
          </p:nvSpPr>
          <p:spPr>
            <a:xfrm>
              <a:off x="2605000" y="1473325"/>
              <a:ext cx="12575" cy="12550"/>
            </a:xfrm>
            <a:custGeom>
              <a:avLst/>
              <a:gdLst/>
              <a:ahLst/>
              <a:cxnLst/>
              <a:rect l="l" t="t" r="r" b="b"/>
              <a:pathLst>
                <a:path w="503" h="502" extrusionOk="0">
                  <a:moveTo>
                    <a:pt x="252" y="1"/>
                  </a:moveTo>
                  <a:cubicBezTo>
                    <a:pt x="116" y="1"/>
                    <a:pt x="0" y="107"/>
                    <a:pt x="0" y="252"/>
                  </a:cubicBezTo>
                  <a:cubicBezTo>
                    <a:pt x="0" y="388"/>
                    <a:pt x="116" y="501"/>
                    <a:pt x="252" y="501"/>
                  </a:cubicBezTo>
                  <a:cubicBezTo>
                    <a:pt x="387" y="501"/>
                    <a:pt x="503" y="388"/>
                    <a:pt x="503" y="252"/>
                  </a:cubicBezTo>
                  <a:cubicBezTo>
                    <a:pt x="503" y="107"/>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14"/>
            <p:cNvSpPr/>
            <p:nvPr/>
          </p:nvSpPr>
          <p:spPr>
            <a:xfrm>
              <a:off x="2696950" y="1473325"/>
              <a:ext cx="12375" cy="12550"/>
            </a:xfrm>
            <a:custGeom>
              <a:avLst/>
              <a:gdLst/>
              <a:ahLst/>
              <a:cxnLst/>
              <a:rect l="l" t="t" r="r" b="b"/>
              <a:pathLst>
                <a:path w="495" h="502" extrusionOk="0">
                  <a:moveTo>
                    <a:pt x="252" y="1"/>
                  </a:moveTo>
                  <a:cubicBezTo>
                    <a:pt x="108" y="1"/>
                    <a:pt x="1" y="107"/>
                    <a:pt x="1" y="252"/>
                  </a:cubicBezTo>
                  <a:cubicBezTo>
                    <a:pt x="1" y="388"/>
                    <a:pt x="108" y="501"/>
                    <a:pt x="252" y="501"/>
                  </a:cubicBezTo>
                  <a:cubicBezTo>
                    <a:pt x="388" y="501"/>
                    <a:pt x="495" y="388"/>
                    <a:pt x="495" y="252"/>
                  </a:cubicBezTo>
                  <a:cubicBezTo>
                    <a:pt x="495"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3" name="Google Shape;8823;p14"/>
            <p:cNvSpPr/>
            <p:nvPr/>
          </p:nvSpPr>
          <p:spPr>
            <a:xfrm>
              <a:off x="2788700" y="1473325"/>
              <a:ext cx="12600" cy="12550"/>
            </a:xfrm>
            <a:custGeom>
              <a:avLst/>
              <a:gdLst/>
              <a:ahLst/>
              <a:cxnLst/>
              <a:rect l="l" t="t" r="r" b="b"/>
              <a:pathLst>
                <a:path w="504" h="502" extrusionOk="0">
                  <a:moveTo>
                    <a:pt x="252" y="1"/>
                  </a:moveTo>
                  <a:cubicBezTo>
                    <a:pt x="116" y="1"/>
                    <a:pt x="1" y="107"/>
                    <a:pt x="1" y="252"/>
                  </a:cubicBezTo>
                  <a:cubicBezTo>
                    <a:pt x="1" y="388"/>
                    <a:pt x="116" y="501"/>
                    <a:pt x="252" y="501"/>
                  </a:cubicBezTo>
                  <a:cubicBezTo>
                    <a:pt x="388" y="501"/>
                    <a:pt x="503" y="388"/>
                    <a:pt x="503" y="252"/>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4" name="Google Shape;8824;p14"/>
            <p:cNvSpPr/>
            <p:nvPr/>
          </p:nvSpPr>
          <p:spPr>
            <a:xfrm>
              <a:off x="2880675" y="1473325"/>
              <a:ext cx="12375" cy="12550"/>
            </a:xfrm>
            <a:custGeom>
              <a:avLst/>
              <a:gdLst/>
              <a:ahLst/>
              <a:cxnLst/>
              <a:rect l="l" t="t" r="r" b="b"/>
              <a:pathLst>
                <a:path w="495" h="502" extrusionOk="0">
                  <a:moveTo>
                    <a:pt x="243" y="1"/>
                  </a:moveTo>
                  <a:cubicBezTo>
                    <a:pt x="107" y="1"/>
                    <a:pt x="0" y="107"/>
                    <a:pt x="0" y="252"/>
                  </a:cubicBezTo>
                  <a:cubicBezTo>
                    <a:pt x="0" y="388"/>
                    <a:pt x="107" y="501"/>
                    <a:pt x="243" y="501"/>
                  </a:cubicBezTo>
                  <a:cubicBezTo>
                    <a:pt x="387" y="501"/>
                    <a:pt x="494" y="388"/>
                    <a:pt x="494" y="252"/>
                  </a:cubicBezTo>
                  <a:cubicBezTo>
                    <a:pt x="494" y="107"/>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5" name="Google Shape;8825;p14"/>
            <p:cNvSpPr/>
            <p:nvPr/>
          </p:nvSpPr>
          <p:spPr>
            <a:xfrm>
              <a:off x="2972425" y="1473325"/>
              <a:ext cx="12575" cy="12550"/>
            </a:xfrm>
            <a:custGeom>
              <a:avLst/>
              <a:gdLst/>
              <a:ahLst/>
              <a:cxnLst/>
              <a:rect l="l" t="t" r="r" b="b"/>
              <a:pathLst>
                <a:path w="503" h="502" extrusionOk="0">
                  <a:moveTo>
                    <a:pt x="251" y="1"/>
                  </a:moveTo>
                  <a:cubicBezTo>
                    <a:pt x="115" y="1"/>
                    <a:pt x="0" y="107"/>
                    <a:pt x="0" y="252"/>
                  </a:cubicBezTo>
                  <a:cubicBezTo>
                    <a:pt x="0" y="388"/>
                    <a:pt x="115" y="501"/>
                    <a:pt x="251" y="501"/>
                  </a:cubicBezTo>
                  <a:cubicBezTo>
                    <a:pt x="387" y="501"/>
                    <a:pt x="503" y="388"/>
                    <a:pt x="503" y="252"/>
                  </a:cubicBezTo>
                  <a:cubicBezTo>
                    <a:pt x="503"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6" name="Google Shape;8826;p14"/>
            <p:cNvSpPr/>
            <p:nvPr/>
          </p:nvSpPr>
          <p:spPr>
            <a:xfrm>
              <a:off x="3064375" y="1473325"/>
              <a:ext cx="12375" cy="12550"/>
            </a:xfrm>
            <a:custGeom>
              <a:avLst/>
              <a:gdLst/>
              <a:ahLst/>
              <a:cxnLst/>
              <a:rect l="l" t="t" r="r" b="b"/>
              <a:pathLst>
                <a:path w="495" h="502" extrusionOk="0">
                  <a:moveTo>
                    <a:pt x="243" y="1"/>
                  </a:moveTo>
                  <a:cubicBezTo>
                    <a:pt x="107" y="1"/>
                    <a:pt x="1" y="107"/>
                    <a:pt x="1" y="252"/>
                  </a:cubicBezTo>
                  <a:cubicBezTo>
                    <a:pt x="1" y="388"/>
                    <a:pt x="107" y="501"/>
                    <a:pt x="243" y="501"/>
                  </a:cubicBezTo>
                  <a:cubicBezTo>
                    <a:pt x="388" y="501"/>
                    <a:pt x="495" y="388"/>
                    <a:pt x="495" y="252"/>
                  </a:cubicBezTo>
                  <a:cubicBezTo>
                    <a:pt x="495" y="107"/>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7" name="Google Shape;8827;p14"/>
            <p:cNvSpPr/>
            <p:nvPr/>
          </p:nvSpPr>
          <p:spPr>
            <a:xfrm>
              <a:off x="3156125" y="1473325"/>
              <a:ext cx="12600" cy="12550"/>
            </a:xfrm>
            <a:custGeom>
              <a:avLst/>
              <a:gdLst/>
              <a:ahLst/>
              <a:cxnLst/>
              <a:rect l="l" t="t" r="r" b="b"/>
              <a:pathLst>
                <a:path w="504" h="502" extrusionOk="0">
                  <a:moveTo>
                    <a:pt x="252" y="1"/>
                  </a:moveTo>
                  <a:cubicBezTo>
                    <a:pt x="116" y="1"/>
                    <a:pt x="1" y="107"/>
                    <a:pt x="1" y="252"/>
                  </a:cubicBezTo>
                  <a:cubicBezTo>
                    <a:pt x="1" y="388"/>
                    <a:pt x="116" y="501"/>
                    <a:pt x="252" y="501"/>
                  </a:cubicBezTo>
                  <a:cubicBezTo>
                    <a:pt x="388" y="501"/>
                    <a:pt x="503" y="388"/>
                    <a:pt x="503" y="252"/>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8" name="Google Shape;8828;p14"/>
            <p:cNvSpPr/>
            <p:nvPr/>
          </p:nvSpPr>
          <p:spPr>
            <a:xfrm>
              <a:off x="3247875" y="1473325"/>
              <a:ext cx="12575" cy="12550"/>
            </a:xfrm>
            <a:custGeom>
              <a:avLst/>
              <a:gdLst/>
              <a:ahLst/>
              <a:cxnLst/>
              <a:rect l="l" t="t" r="r" b="b"/>
              <a:pathLst>
                <a:path w="503" h="502" extrusionOk="0">
                  <a:moveTo>
                    <a:pt x="252" y="1"/>
                  </a:moveTo>
                  <a:cubicBezTo>
                    <a:pt x="116" y="1"/>
                    <a:pt x="1" y="107"/>
                    <a:pt x="1" y="252"/>
                  </a:cubicBezTo>
                  <a:cubicBezTo>
                    <a:pt x="1" y="388"/>
                    <a:pt x="116" y="501"/>
                    <a:pt x="252" y="501"/>
                  </a:cubicBezTo>
                  <a:cubicBezTo>
                    <a:pt x="388" y="501"/>
                    <a:pt x="503" y="388"/>
                    <a:pt x="503" y="252"/>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9" name="Google Shape;8829;p14"/>
            <p:cNvSpPr/>
            <p:nvPr/>
          </p:nvSpPr>
          <p:spPr>
            <a:xfrm>
              <a:off x="3339850" y="1473325"/>
              <a:ext cx="12525" cy="12550"/>
            </a:xfrm>
            <a:custGeom>
              <a:avLst/>
              <a:gdLst/>
              <a:ahLst/>
              <a:cxnLst/>
              <a:rect l="l" t="t" r="r" b="b"/>
              <a:pathLst>
                <a:path w="501" h="502" extrusionOk="0">
                  <a:moveTo>
                    <a:pt x="251" y="1"/>
                  </a:moveTo>
                  <a:cubicBezTo>
                    <a:pt x="107" y="1"/>
                    <a:pt x="0" y="107"/>
                    <a:pt x="0" y="252"/>
                  </a:cubicBezTo>
                  <a:cubicBezTo>
                    <a:pt x="0" y="388"/>
                    <a:pt x="107" y="501"/>
                    <a:pt x="251" y="501"/>
                  </a:cubicBezTo>
                  <a:cubicBezTo>
                    <a:pt x="387" y="501"/>
                    <a:pt x="501" y="388"/>
                    <a:pt x="501" y="252"/>
                  </a:cubicBezTo>
                  <a:cubicBezTo>
                    <a:pt x="501"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0" name="Google Shape;8830;p14"/>
            <p:cNvSpPr/>
            <p:nvPr/>
          </p:nvSpPr>
          <p:spPr>
            <a:xfrm>
              <a:off x="3431575" y="1473325"/>
              <a:ext cx="12600" cy="12550"/>
            </a:xfrm>
            <a:custGeom>
              <a:avLst/>
              <a:gdLst/>
              <a:ahLst/>
              <a:cxnLst/>
              <a:rect l="l" t="t" r="r" b="b"/>
              <a:pathLst>
                <a:path w="504" h="502" extrusionOk="0">
                  <a:moveTo>
                    <a:pt x="252" y="1"/>
                  </a:moveTo>
                  <a:cubicBezTo>
                    <a:pt x="116" y="1"/>
                    <a:pt x="1" y="107"/>
                    <a:pt x="1" y="252"/>
                  </a:cubicBezTo>
                  <a:cubicBezTo>
                    <a:pt x="1" y="388"/>
                    <a:pt x="116" y="501"/>
                    <a:pt x="252" y="501"/>
                  </a:cubicBezTo>
                  <a:cubicBezTo>
                    <a:pt x="388" y="501"/>
                    <a:pt x="503" y="388"/>
                    <a:pt x="503" y="252"/>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1" name="Google Shape;8831;p14"/>
            <p:cNvSpPr/>
            <p:nvPr/>
          </p:nvSpPr>
          <p:spPr>
            <a:xfrm>
              <a:off x="3523550" y="1473325"/>
              <a:ext cx="12375" cy="12550"/>
            </a:xfrm>
            <a:custGeom>
              <a:avLst/>
              <a:gdLst/>
              <a:ahLst/>
              <a:cxnLst/>
              <a:rect l="l" t="t" r="r" b="b"/>
              <a:pathLst>
                <a:path w="495" h="502" extrusionOk="0">
                  <a:moveTo>
                    <a:pt x="250" y="1"/>
                  </a:moveTo>
                  <a:cubicBezTo>
                    <a:pt x="107" y="1"/>
                    <a:pt x="0" y="107"/>
                    <a:pt x="0" y="252"/>
                  </a:cubicBezTo>
                  <a:cubicBezTo>
                    <a:pt x="0" y="388"/>
                    <a:pt x="107" y="501"/>
                    <a:pt x="250" y="501"/>
                  </a:cubicBezTo>
                  <a:cubicBezTo>
                    <a:pt x="388" y="501"/>
                    <a:pt x="494" y="388"/>
                    <a:pt x="494" y="252"/>
                  </a:cubicBezTo>
                  <a:cubicBezTo>
                    <a:pt x="494" y="107"/>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2" name="Google Shape;8832;p14"/>
            <p:cNvSpPr/>
            <p:nvPr/>
          </p:nvSpPr>
          <p:spPr>
            <a:xfrm>
              <a:off x="676400" y="15650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3" name="Google Shape;8833;p14"/>
            <p:cNvSpPr/>
            <p:nvPr/>
          </p:nvSpPr>
          <p:spPr>
            <a:xfrm>
              <a:off x="768325" y="1565075"/>
              <a:ext cx="12400" cy="12600"/>
            </a:xfrm>
            <a:custGeom>
              <a:avLst/>
              <a:gdLst/>
              <a:ahLst/>
              <a:cxnLst/>
              <a:rect l="l" t="t" r="r" b="b"/>
              <a:pathLst>
                <a:path w="496" h="504"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4" name="Google Shape;8834;p14"/>
            <p:cNvSpPr/>
            <p:nvPr/>
          </p:nvSpPr>
          <p:spPr>
            <a:xfrm>
              <a:off x="860125" y="1565075"/>
              <a:ext cx="12525" cy="12600"/>
            </a:xfrm>
            <a:custGeom>
              <a:avLst/>
              <a:gdLst/>
              <a:ahLst/>
              <a:cxnLst/>
              <a:rect l="l" t="t" r="r" b="b"/>
              <a:pathLst>
                <a:path w="501" h="504"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5" name="Google Shape;8835;p14"/>
            <p:cNvSpPr/>
            <p:nvPr/>
          </p:nvSpPr>
          <p:spPr>
            <a:xfrm>
              <a:off x="951850" y="15650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6" name="Google Shape;8836;p14"/>
            <p:cNvSpPr/>
            <p:nvPr/>
          </p:nvSpPr>
          <p:spPr>
            <a:xfrm>
              <a:off x="1043825" y="1565075"/>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7" name="Google Shape;8837;p14"/>
            <p:cNvSpPr/>
            <p:nvPr/>
          </p:nvSpPr>
          <p:spPr>
            <a:xfrm>
              <a:off x="1135575" y="1565075"/>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8" name="Google Shape;8838;p14"/>
            <p:cNvSpPr/>
            <p:nvPr/>
          </p:nvSpPr>
          <p:spPr>
            <a:xfrm>
              <a:off x="1227500" y="1565075"/>
              <a:ext cx="12400" cy="12600"/>
            </a:xfrm>
            <a:custGeom>
              <a:avLst/>
              <a:gdLst/>
              <a:ahLst/>
              <a:cxnLst/>
              <a:rect l="l" t="t" r="r" b="b"/>
              <a:pathLst>
                <a:path w="496" h="504"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9" name="Google Shape;8839;p14"/>
            <p:cNvSpPr/>
            <p:nvPr/>
          </p:nvSpPr>
          <p:spPr>
            <a:xfrm>
              <a:off x="1319275" y="1565075"/>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14"/>
            <p:cNvSpPr/>
            <p:nvPr/>
          </p:nvSpPr>
          <p:spPr>
            <a:xfrm>
              <a:off x="1411200" y="1565075"/>
              <a:ext cx="12425" cy="12600"/>
            </a:xfrm>
            <a:custGeom>
              <a:avLst/>
              <a:gdLst/>
              <a:ahLst/>
              <a:cxnLst/>
              <a:rect l="l" t="t" r="r" b="b"/>
              <a:pathLst>
                <a:path w="497" h="504"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1" name="Google Shape;8841;p14"/>
            <p:cNvSpPr/>
            <p:nvPr/>
          </p:nvSpPr>
          <p:spPr>
            <a:xfrm>
              <a:off x="1503000" y="1565075"/>
              <a:ext cx="12525" cy="12600"/>
            </a:xfrm>
            <a:custGeom>
              <a:avLst/>
              <a:gdLst/>
              <a:ahLst/>
              <a:cxnLst/>
              <a:rect l="l" t="t" r="r" b="b"/>
              <a:pathLst>
                <a:path w="501" h="504"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2" name="Google Shape;8842;p14"/>
            <p:cNvSpPr/>
            <p:nvPr/>
          </p:nvSpPr>
          <p:spPr>
            <a:xfrm>
              <a:off x="1594750" y="1565075"/>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3" name="Google Shape;8843;p14"/>
            <p:cNvSpPr/>
            <p:nvPr/>
          </p:nvSpPr>
          <p:spPr>
            <a:xfrm>
              <a:off x="1686650" y="15650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4" name="Google Shape;8844;p14"/>
            <p:cNvSpPr/>
            <p:nvPr/>
          </p:nvSpPr>
          <p:spPr>
            <a:xfrm>
              <a:off x="1778450" y="1565075"/>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5" name="Google Shape;8845;p14"/>
            <p:cNvSpPr/>
            <p:nvPr/>
          </p:nvSpPr>
          <p:spPr>
            <a:xfrm>
              <a:off x="1870375" y="1565075"/>
              <a:ext cx="12400" cy="12600"/>
            </a:xfrm>
            <a:custGeom>
              <a:avLst/>
              <a:gdLst/>
              <a:ahLst/>
              <a:cxnLst/>
              <a:rect l="l" t="t" r="r" b="b"/>
              <a:pathLst>
                <a:path w="496" h="504"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6" name="Google Shape;8846;p14"/>
            <p:cNvSpPr/>
            <p:nvPr/>
          </p:nvSpPr>
          <p:spPr>
            <a:xfrm>
              <a:off x="1962150" y="1565075"/>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7" name="Google Shape;8847;p14"/>
            <p:cNvSpPr/>
            <p:nvPr/>
          </p:nvSpPr>
          <p:spPr>
            <a:xfrm>
              <a:off x="2054075" y="1565075"/>
              <a:ext cx="12425" cy="12600"/>
            </a:xfrm>
            <a:custGeom>
              <a:avLst/>
              <a:gdLst/>
              <a:ahLst/>
              <a:cxnLst/>
              <a:rect l="l" t="t" r="r" b="b"/>
              <a:pathLst>
                <a:path w="497" h="504"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8" name="Google Shape;8848;p14"/>
            <p:cNvSpPr/>
            <p:nvPr/>
          </p:nvSpPr>
          <p:spPr>
            <a:xfrm>
              <a:off x="2145825" y="15650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9" name="Google Shape;8849;p14"/>
            <p:cNvSpPr/>
            <p:nvPr/>
          </p:nvSpPr>
          <p:spPr>
            <a:xfrm>
              <a:off x="2237800" y="1565075"/>
              <a:ext cx="12350" cy="12600"/>
            </a:xfrm>
            <a:custGeom>
              <a:avLst/>
              <a:gdLst/>
              <a:ahLst/>
              <a:cxnLst/>
              <a:rect l="l" t="t" r="r" b="b"/>
              <a:pathLst>
                <a:path w="494" h="504"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14"/>
            <p:cNvSpPr/>
            <p:nvPr/>
          </p:nvSpPr>
          <p:spPr>
            <a:xfrm>
              <a:off x="2329550" y="1565075"/>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1" name="Google Shape;8851;p14"/>
            <p:cNvSpPr/>
            <p:nvPr/>
          </p:nvSpPr>
          <p:spPr>
            <a:xfrm>
              <a:off x="2421325" y="1565075"/>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14"/>
            <p:cNvSpPr/>
            <p:nvPr/>
          </p:nvSpPr>
          <p:spPr>
            <a:xfrm>
              <a:off x="2513250" y="1565075"/>
              <a:ext cx="12575" cy="12600"/>
            </a:xfrm>
            <a:custGeom>
              <a:avLst/>
              <a:gdLst/>
              <a:ahLst/>
              <a:cxnLst/>
              <a:rect l="l" t="t" r="r" b="b"/>
              <a:pathLst>
                <a:path w="503" h="504"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3" name="Google Shape;8853;p14"/>
            <p:cNvSpPr/>
            <p:nvPr/>
          </p:nvSpPr>
          <p:spPr>
            <a:xfrm>
              <a:off x="2605000" y="1565075"/>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4" name="Google Shape;8854;p14"/>
            <p:cNvSpPr/>
            <p:nvPr/>
          </p:nvSpPr>
          <p:spPr>
            <a:xfrm>
              <a:off x="2696950" y="1565075"/>
              <a:ext cx="12375" cy="12600"/>
            </a:xfrm>
            <a:custGeom>
              <a:avLst/>
              <a:gdLst/>
              <a:ahLst/>
              <a:cxnLst/>
              <a:rect l="l" t="t" r="r" b="b"/>
              <a:pathLst>
                <a:path w="495" h="504"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14"/>
            <p:cNvSpPr/>
            <p:nvPr/>
          </p:nvSpPr>
          <p:spPr>
            <a:xfrm>
              <a:off x="2788700" y="15650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6" name="Google Shape;8856;p14"/>
            <p:cNvSpPr/>
            <p:nvPr/>
          </p:nvSpPr>
          <p:spPr>
            <a:xfrm>
              <a:off x="2880675" y="1565075"/>
              <a:ext cx="12375" cy="12600"/>
            </a:xfrm>
            <a:custGeom>
              <a:avLst/>
              <a:gdLst/>
              <a:ahLst/>
              <a:cxnLst/>
              <a:rect l="l" t="t" r="r" b="b"/>
              <a:pathLst>
                <a:path w="495" h="504"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14"/>
            <p:cNvSpPr/>
            <p:nvPr/>
          </p:nvSpPr>
          <p:spPr>
            <a:xfrm>
              <a:off x="2972425" y="1565075"/>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14"/>
            <p:cNvSpPr/>
            <p:nvPr/>
          </p:nvSpPr>
          <p:spPr>
            <a:xfrm>
              <a:off x="3064375" y="1565075"/>
              <a:ext cx="12375" cy="12600"/>
            </a:xfrm>
            <a:custGeom>
              <a:avLst/>
              <a:gdLst/>
              <a:ahLst/>
              <a:cxnLst/>
              <a:rect l="l" t="t" r="r" b="b"/>
              <a:pathLst>
                <a:path w="495" h="504"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9" name="Google Shape;8859;p14"/>
            <p:cNvSpPr/>
            <p:nvPr/>
          </p:nvSpPr>
          <p:spPr>
            <a:xfrm>
              <a:off x="3156125" y="15650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0" name="Google Shape;8860;p14"/>
            <p:cNvSpPr/>
            <p:nvPr/>
          </p:nvSpPr>
          <p:spPr>
            <a:xfrm>
              <a:off x="3247875" y="1565075"/>
              <a:ext cx="12575" cy="12600"/>
            </a:xfrm>
            <a:custGeom>
              <a:avLst/>
              <a:gdLst/>
              <a:ahLst/>
              <a:cxnLst/>
              <a:rect l="l" t="t" r="r" b="b"/>
              <a:pathLst>
                <a:path w="503"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14"/>
            <p:cNvSpPr/>
            <p:nvPr/>
          </p:nvSpPr>
          <p:spPr>
            <a:xfrm>
              <a:off x="3339850" y="1565075"/>
              <a:ext cx="12525" cy="12600"/>
            </a:xfrm>
            <a:custGeom>
              <a:avLst/>
              <a:gdLst/>
              <a:ahLst/>
              <a:cxnLst/>
              <a:rect l="l" t="t" r="r" b="b"/>
              <a:pathLst>
                <a:path w="501" h="504"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14"/>
            <p:cNvSpPr/>
            <p:nvPr/>
          </p:nvSpPr>
          <p:spPr>
            <a:xfrm>
              <a:off x="3431575" y="15650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3" name="Google Shape;8863;p14"/>
            <p:cNvSpPr/>
            <p:nvPr/>
          </p:nvSpPr>
          <p:spPr>
            <a:xfrm>
              <a:off x="3523550" y="1565075"/>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4" name="Google Shape;8864;p14"/>
            <p:cNvSpPr/>
            <p:nvPr/>
          </p:nvSpPr>
          <p:spPr>
            <a:xfrm>
              <a:off x="676400" y="1657050"/>
              <a:ext cx="12600" cy="12375"/>
            </a:xfrm>
            <a:custGeom>
              <a:avLst/>
              <a:gdLst/>
              <a:ahLst/>
              <a:cxnLst/>
              <a:rect l="l" t="t" r="r" b="b"/>
              <a:pathLst>
                <a:path w="504" h="495" extrusionOk="0">
                  <a:moveTo>
                    <a:pt x="252" y="0"/>
                  </a:moveTo>
                  <a:cubicBezTo>
                    <a:pt x="116" y="0"/>
                    <a:pt x="1" y="107"/>
                    <a:pt x="1" y="250"/>
                  </a:cubicBezTo>
                  <a:cubicBezTo>
                    <a:pt x="1" y="387"/>
                    <a:pt x="116" y="494"/>
                    <a:pt x="252" y="494"/>
                  </a:cubicBezTo>
                  <a:cubicBezTo>
                    <a:pt x="388" y="494"/>
                    <a:pt x="503" y="387"/>
                    <a:pt x="503" y="250"/>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14"/>
            <p:cNvSpPr/>
            <p:nvPr/>
          </p:nvSpPr>
          <p:spPr>
            <a:xfrm>
              <a:off x="768325" y="1657050"/>
              <a:ext cx="12400" cy="12375"/>
            </a:xfrm>
            <a:custGeom>
              <a:avLst/>
              <a:gdLst/>
              <a:ahLst/>
              <a:cxnLst/>
              <a:rect l="l" t="t" r="r" b="b"/>
              <a:pathLst>
                <a:path w="496" h="495" extrusionOk="0">
                  <a:moveTo>
                    <a:pt x="245" y="0"/>
                  </a:moveTo>
                  <a:cubicBezTo>
                    <a:pt x="109" y="0"/>
                    <a:pt x="0" y="107"/>
                    <a:pt x="0" y="250"/>
                  </a:cubicBezTo>
                  <a:cubicBezTo>
                    <a:pt x="0" y="387"/>
                    <a:pt x="109" y="494"/>
                    <a:pt x="245" y="494"/>
                  </a:cubicBezTo>
                  <a:cubicBezTo>
                    <a:pt x="388" y="494"/>
                    <a:pt x="496" y="387"/>
                    <a:pt x="496" y="250"/>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14"/>
            <p:cNvSpPr/>
            <p:nvPr/>
          </p:nvSpPr>
          <p:spPr>
            <a:xfrm>
              <a:off x="860125" y="1657050"/>
              <a:ext cx="12525" cy="12375"/>
            </a:xfrm>
            <a:custGeom>
              <a:avLst/>
              <a:gdLst/>
              <a:ahLst/>
              <a:cxnLst/>
              <a:rect l="l" t="t" r="r" b="b"/>
              <a:pathLst>
                <a:path w="501" h="495" extrusionOk="0">
                  <a:moveTo>
                    <a:pt x="251" y="0"/>
                  </a:moveTo>
                  <a:cubicBezTo>
                    <a:pt x="114" y="0"/>
                    <a:pt x="0" y="107"/>
                    <a:pt x="0" y="250"/>
                  </a:cubicBezTo>
                  <a:cubicBezTo>
                    <a:pt x="0" y="387"/>
                    <a:pt x="114" y="494"/>
                    <a:pt x="251" y="494"/>
                  </a:cubicBezTo>
                  <a:cubicBezTo>
                    <a:pt x="387" y="494"/>
                    <a:pt x="501" y="387"/>
                    <a:pt x="501" y="250"/>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14"/>
            <p:cNvSpPr/>
            <p:nvPr/>
          </p:nvSpPr>
          <p:spPr>
            <a:xfrm>
              <a:off x="951850" y="1657050"/>
              <a:ext cx="12600" cy="12375"/>
            </a:xfrm>
            <a:custGeom>
              <a:avLst/>
              <a:gdLst/>
              <a:ahLst/>
              <a:cxnLst/>
              <a:rect l="l" t="t" r="r" b="b"/>
              <a:pathLst>
                <a:path w="504" h="495" extrusionOk="0">
                  <a:moveTo>
                    <a:pt x="252" y="0"/>
                  </a:moveTo>
                  <a:cubicBezTo>
                    <a:pt x="116" y="0"/>
                    <a:pt x="1" y="107"/>
                    <a:pt x="1" y="250"/>
                  </a:cubicBezTo>
                  <a:cubicBezTo>
                    <a:pt x="1" y="387"/>
                    <a:pt x="116" y="494"/>
                    <a:pt x="252" y="494"/>
                  </a:cubicBezTo>
                  <a:cubicBezTo>
                    <a:pt x="388" y="494"/>
                    <a:pt x="503" y="387"/>
                    <a:pt x="503" y="250"/>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14"/>
            <p:cNvSpPr/>
            <p:nvPr/>
          </p:nvSpPr>
          <p:spPr>
            <a:xfrm>
              <a:off x="1043825" y="1657050"/>
              <a:ext cx="12375" cy="12375"/>
            </a:xfrm>
            <a:custGeom>
              <a:avLst/>
              <a:gdLst/>
              <a:ahLst/>
              <a:cxnLst/>
              <a:rect l="l" t="t" r="r" b="b"/>
              <a:pathLst>
                <a:path w="495" h="495" extrusionOk="0">
                  <a:moveTo>
                    <a:pt x="250" y="0"/>
                  </a:moveTo>
                  <a:cubicBezTo>
                    <a:pt x="107" y="0"/>
                    <a:pt x="0" y="107"/>
                    <a:pt x="0" y="250"/>
                  </a:cubicBezTo>
                  <a:cubicBezTo>
                    <a:pt x="0" y="387"/>
                    <a:pt x="107" y="494"/>
                    <a:pt x="250" y="494"/>
                  </a:cubicBezTo>
                  <a:cubicBezTo>
                    <a:pt x="388" y="494"/>
                    <a:pt x="494" y="387"/>
                    <a:pt x="494" y="250"/>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14"/>
            <p:cNvSpPr/>
            <p:nvPr/>
          </p:nvSpPr>
          <p:spPr>
            <a:xfrm>
              <a:off x="1135575" y="1657050"/>
              <a:ext cx="12575" cy="12375"/>
            </a:xfrm>
            <a:custGeom>
              <a:avLst/>
              <a:gdLst/>
              <a:ahLst/>
              <a:cxnLst/>
              <a:rect l="l" t="t" r="r" b="b"/>
              <a:pathLst>
                <a:path w="503" h="495" extrusionOk="0">
                  <a:moveTo>
                    <a:pt x="252" y="0"/>
                  </a:moveTo>
                  <a:cubicBezTo>
                    <a:pt x="116" y="0"/>
                    <a:pt x="0" y="107"/>
                    <a:pt x="0" y="250"/>
                  </a:cubicBezTo>
                  <a:cubicBezTo>
                    <a:pt x="0" y="387"/>
                    <a:pt x="116" y="494"/>
                    <a:pt x="252" y="494"/>
                  </a:cubicBezTo>
                  <a:cubicBezTo>
                    <a:pt x="387" y="494"/>
                    <a:pt x="503" y="387"/>
                    <a:pt x="503" y="250"/>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0" name="Google Shape;8870;p14"/>
            <p:cNvSpPr/>
            <p:nvPr/>
          </p:nvSpPr>
          <p:spPr>
            <a:xfrm>
              <a:off x="1227500" y="1657050"/>
              <a:ext cx="12400" cy="12375"/>
            </a:xfrm>
            <a:custGeom>
              <a:avLst/>
              <a:gdLst/>
              <a:ahLst/>
              <a:cxnLst/>
              <a:rect l="l" t="t" r="r" b="b"/>
              <a:pathLst>
                <a:path w="496" h="495" extrusionOk="0">
                  <a:moveTo>
                    <a:pt x="251" y="0"/>
                  </a:moveTo>
                  <a:cubicBezTo>
                    <a:pt x="109" y="0"/>
                    <a:pt x="0" y="107"/>
                    <a:pt x="0" y="250"/>
                  </a:cubicBezTo>
                  <a:cubicBezTo>
                    <a:pt x="0" y="387"/>
                    <a:pt x="109" y="494"/>
                    <a:pt x="251" y="494"/>
                  </a:cubicBezTo>
                  <a:cubicBezTo>
                    <a:pt x="387" y="494"/>
                    <a:pt x="496" y="387"/>
                    <a:pt x="496" y="250"/>
                  </a:cubicBezTo>
                  <a:cubicBezTo>
                    <a:pt x="496"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14"/>
            <p:cNvSpPr/>
            <p:nvPr/>
          </p:nvSpPr>
          <p:spPr>
            <a:xfrm>
              <a:off x="1319275" y="1657050"/>
              <a:ext cx="12550" cy="12375"/>
            </a:xfrm>
            <a:custGeom>
              <a:avLst/>
              <a:gdLst/>
              <a:ahLst/>
              <a:cxnLst/>
              <a:rect l="l" t="t" r="r" b="b"/>
              <a:pathLst>
                <a:path w="502" h="495" extrusionOk="0">
                  <a:moveTo>
                    <a:pt x="252" y="0"/>
                  </a:moveTo>
                  <a:cubicBezTo>
                    <a:pt x="114" y="0"/>
                    <a:pt x="1" y="107"/>
                    <a:pt x="1" y="250"/>
                  </a:cubicBezTo>
                  <a:cubicBezTo>
                    <a:pt x="1" y="387"/>
                    <a:pt x="114" y="494"/>
                    <a:pt x="252" y="494"/>
                  </a:cubicBezTo>
                  <a:cubicBezTo>
                    <a:pt x="388" y="494"/>
                    <a:pt x="501" y="387"/>
                    <a:pt x="501" y="250"/>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2" name="Google Shape;8872;p14"/>
            <p:cNvSpPr/>
            <p:nvPr/>
          </p:nvSpPr>
          <p:spPr>
            <a:xfrm>
              <a:off x="1411200" y="1657050"/>
              <a:ext cx="12425" cy="12375"/>
            </a:xfrm>
            <a:custGeom>
              <a:avLst/>
              <a:gdLst/>
              <a:ahLst/>
              <a:cxnLst/>
              <a:rect l="l" t="t" r="r" b="b"/>
              <a:pathLst>
                <a:path w="497" h="495" extrusionOk="0">
                  <a:moveTo>
                    <a:pt x="245" y="0"/>
                  </a:moveTo>
                  <a:cubicBezTo>
                    <a:pt x="109" y="0"/>
                    <a:pt x="1" y="107"/>
                    <a:pt x="1" y="250"/>
                  </a:cubicBezTo>
                  <a:cubicBezTo>
                    <a:pt x="1" y="387"/>
                    <a:pt x="109" y="494"/>
                    <a:pt x="245" y="494"/>
                  </a:cubicBezTo>
                  <a:cubicBezTo>
                    <a:pt x="388" y="494"/>
                    <a:pt x="496" y="387"/>
                    <a:pt x="496" y="250"/>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3" name="Google Shape;8873;p14"/>
            <p:cNvSpPr/>
            <p:nvPr/>
          </p:nvSpPr>
          <p:spPr>
            <a:xfrm>
              <a:off x="1503000" y="1657050"/>
              <a:ext cx="12525" cy="12375"/>
            </a:xfrm>
            <a:custGeom>
              <a:avLst/>
              <a:gdLst/>
              <a:ahLst/>
              <a:cxnLst/>
              <a:rect l="l" t="t" r="r" b="b"/>
              <a:pathLst>
                <a:path w="501" h="495" extrusionOk="0">
                  <a:moveTo>
                    <a:pt x="250" y="0"/>
                  </a:moveTo>
                  <a:cubicBezTo>
                    <a:pt x="114" y="0"/>
                    <a:pt x="0" y="107"/>
                    <a:pt x="0" y="250"/>
                  </a:cubicBezTo>
                  <a:cubicBezTo>
                    <a:pt x="0" y="387"/>
                    <a:pt x="114" y="494"/>
                    <a:pt x="250" y="494"/>
                  </a:cubicBezTo>
                  <a:cubicBezTo>
                    <a:pt x="387" y="494"/>
                    <a:pt x="501" y="387"/>
                    <a:pt x="501" y="250"/>
                  </a:cubicBezTo>
                  <a:cubicBezTo>
                    <a:pt x="501" y="107"/>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4" name="Google Shape;8874;p14"/>
            <p:cNvSpPr/>
            <p:nvPr/>
          </p:nvSpPr>
          <p:spPr>
            <a:xfrm>
              <a:off x="1594750" y="1657050"/>
              <a:ext cx="12575" cy="12375"/>
            </a:xfrm>
            <a:custGeom>
              <a:avLst/>
              <a:gdLst/>
              <a:ahLst/>
              <a:cxnLst/>
              <a:rect l="l" t="t" r="r" b="b"/>
              <a:pathLst>
                <a:path w="503" h="495" extrusionOk="0">
                  <a:moveTo>
                    <a:pt x="251" y="0"/>
                  </a:moveTo>
                  <a:cubicBezTo>
                    <a:pt x="115" y="0"/>
                    <a:pt x="0" y="107"/>
                    <a:pt x="0" y="250"/>
                  </a:cubicBezTo>
                  <a:cubicBezTo>
                    <a:pt x="0" y="387"/>
                    <a:pt x="115" y="494"/>
                    <a:pt x="251" y="494"/>
                  </a:cubicBezTo>
                  <a:cubicBezTo>
                    <a:pt x="394" y="494"/>
                    <a:pt x="503" y="387"/>
                    <a:pt x="503" y="250"/>
                  </a:cubicBezTo>
                  <a:cubicBezTo>
                    <a:pt x="503" y="107"/>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5" name="Google Shape;8875;p14"/>
            <p:cNvSpPr/>
            <p:nvPr/>
          </p:nvSpPr>
          <p:spPr>
            <a:xfrm>
              <a:off x="1686650" y="1657050"/>
              <a:ext cx="12600" cy="12375"/>
            </a:xfrm>
            <a:custGeom>
              <a:avLst/>
              <a:gdLst/>
              <a:ahLst/>
              <a:cxnLst/>
              <a:rect l="l" t="t" r="r" b="b"/>
              <a:pathLst>
                <a:path w="504" h="495" extrusionOk="0">
                  <a:moveTo>
                    <a:pt x="252" y="0"/>
                  </a:moveTo>
                  <a:cubicBezTo>
                    <a:pt x="116" y="0"/>
                    <a:pt x="1" y="107"/>
                    <a:pt x="1" y="250"/>
                  </a:cubicBezTo>
                  <a:cubicBezTo>
                    <a:pt x="1" y="387"/>
                    <a:pt x="116" y="494"/>
                    <a:pt x="252" y="494"/>
                  </a:cubicBezTo>
                  <a:cubicBezTo>
                    <a:pt x="388" y="494"/>
                    <a:pt x="503" y="387"/>
                    <a:pt x="503" y="250"/>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6" name="Google Shape;8876;p14"/>
            <p:cNvSpPr/>
            <p:nvPr/>
          </p:nvSpPr>
          <p:spPr>
            <a:xfrm>
              <a:off x="1778450" y="1657050"/>
              <a:ext cx="12550" cy="12375"/>
            </a:xfrm>
            <a:custGeom>
              <a:avLst/>
              <a:gdLst/>
              <a:ahLst/>
              <a:cxnLst/>
              <a:rect l="l" t="t" r="r" b="b"/>
              <a:pathLst>
                <a:path w="502" h="495" extrusionOk="0">
                  <a:moveTo>
                    <a:pt x="252" y="0"/>
                  </a:moveTo>
                  <a:cubicBezTo>
                    <a:pt x="114" y="0"/>
                    <a:pt x="1" y="107"/>
                    <a:pt x="1" y="250"/>
                  </a:cubicBezTo>
                  <a:cubicBezTo>
                    <a:pt x="1" y="387"/>
                    <a:pt x="114" y="494"/>
                    <a:pt x="252" y="494"/>
                  </a:cubicBezTo>
                  <a:cubicBezTo>
                    <a:pt x="388" y="494"/>
                    <a:pt x="501" y="387"/>
                    <a:pt x="501" y="250"/>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14"/>
            <p:cNvSpPr/>
            <p:nvPr/>
          </p:nvSpPr>
          <p:spPr>
            <a:xfrm>
              <a:off x="1870375" y="1657050"/>
              <a:ext cx="12400" cy="12375"/>
            </a:xfrm>
            <a:custGeom>
              <a:avLst/>
              <a:gdLst/>
              <a:ahLst/>
              <a:cxnLst/>
              <a:rect l="l" t="t" r="r" b="b"/>
              <a:pathLst>
                <a:path w="496" h="495" extrusionOk="0">
                  <a:moveTo>
                    <a:pt x="252" y="0"/>
                  </a:moveTo>
                  <a:cubicBezTo>
                    <a:pt x="109" y="0"/>
                    <a:pt x="0" y="107"/>
                    <a:pt x="0" y="250"/>
                  </a:cubicBezTo>
                  <a:cubicBezTo>
                    <a:pt x="0" y="387"/>
                    <a:pt x="109" y="494"/>
                    <a:pt x="252" y="494"/>
                  </a:cubicBezTo>
                  <a:cubicBezTo>
                    <a:pt x="387" y="494"/>
                    <a:pt x="496" y="387"/>
                    <a:pt x="496" y="250"/>
                  </a:cubicBezTo>
                  <a:cubicBezTo>
                    <a:pt x="496"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14"/>
            <p:cNvSpPr/>
            <p:nvPr/>
          </p:nvSpPr>
          <p:spPr>
            <a:xfrm>
              <a:off x="1962150" y="1657050"/>
              <a:ext cx="12550" cy="12375"/>
            </a:xfrm>
            <a:custGeom>
              <a:avLst/>
              <a:gdLst/>
              <a:ahLst/>
              <a:cxnLst/>
              <a:rect l="l" t="t" r="r" b="b"/>
              <a:pathLst>
                <a:path w="502" h="495" extrusionOk="0">
                  <a:moveTo>
                    <a:pt x="250" y="0"/>
                  </a:moveTo>
                  <a:cubicBezTo>
                    <a:pt x="114" y="0"/>
                    <a:pt x="1" y="107"/>
                    <a:pt x="1" y="250"/>
                  </a:cubicBezTo>
                  <a:cubicBezTo>
                    <a:pt x="1" y="387"/>
                    <a:pt x="114" y="494"/>
                    <a:pt x="250" y="494"/>
                  </a:cubicBezTo>
                  <a:cubicBezTo>
                    <a:pt x="388" y="494"/>
                    <a:pt x="502" y="387"/>
                    <a:pt x="502" y="250"/>
                  </a:cubicBezTo>
                  <a:cubicBezTo>
                    <a:pt x="502"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14"/>
            <p:cNvSpPr/>
            <p:nvPr/>
          </p:nvSpPr>
          <p:spPr>
            <a:xfrm>
              <a:off x="2054075" y="1657050"/>
              <a:ext cx="12425" cy="12375"/>
            </a:xfrm>
            <a:custGeom>
              <a:avLst/>
              <a:gdLst/>
              <a:ahLst/>
              <a:cxnLst/>
              <a:rect l="l" t="t" r="r" b="b"/>
              <a:pathLst>
                <a:path w="497" h="495" extrusionOk="0">
                  <a:moveTo>
                    <a:pt x="252" y="0"/>
                  </a:moveTo>
                  <a:cubicBezTo>
                    <a:pt x="109" y="0"/>
                    <a:pt x="1" y="107"/>
                    <a:pt x="1" y="250"/>
                  </a:cubicBezTo>
                  <a:cubicBezTo>
                    <a:pt x="1" y="387"/>
                    <a:pt x="109" y="494"/>
                    <a:pt x="252" y="494"/>
                  </a:cubicBezTo>
                  <a:cubicBezTo>
                    <a:pt x="388" y="494"/>
                    <a:pt x="496" y="387"/>
                    <a:pt x="496" y="250"/>
                  </a:cubicBezTo>
                  <a:cubicBezTo>
                    <a:pt x="496"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14"/>
            <p:cNvSpPr/>
            <p:nvPr/>
          </p:nvSpPr>
          <p:spPr>
            <a:xfrm>
              <a:off x="2145825" y="1657050"/>
              <a:ext cx="12600" cy="12375"/>
            </a:xfrm>
            <a:custGeom>
              <a:avLst/>
              <a:gdLst/>
              <a:ahLst/>
              <a:cxnLst/>
              <a:rect l="l" t="t" r="r" b="b"/>
              <a:pathLst>
                <a:path w="504" h="495" extrusionOk="0">
                  <a:moveTo>
                    <a:pt x="252" y="0"/>
                  </a:moveTo>
                  <a:cubicBezTo>
                    <a:pt x="116" y="0"/>
                    <a:pt x="1" y="107"/>
                    <a:pt x="1" y="250"/>
                  </a:cubicBezTo>
                  <a:cubicBezTo>
                    <a:pt x="1" y="387"/>
                    <a:pt x="116" y="494"/>
                    <a:pt x="252" y="494"/>
                  </a:cubicBezTo>
                  <a:cubicBezTo>
                    <a:pt x="388" y="494"/>
                    <a:pt x="503" y="387"/>
                    <a:pt x="503" y="250"/>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14"/>
            <p:cNvSpPr/>
            <p:nvPr/>
          </p:nvSpPr>
          <p:spPr>
            <a:xfrm>
              <a:off x="2237800" y="1657050"/>
              <a:ext cx="12350" cy="12375"/>
            </a:xfrm>
            <a:custGeom>
              <a:avLst/>
              <a:gdLst/>
              <a:ahLst/>
              <a:cxnLst/>
              <a:rect l="l" t="t" r="r" b="b"/>
              <a:pathLst>
                <a:path w="494" h="495" extrusionOk="0">
                  <a:moveTo>
                    <a:pt x="244" y="0"/>
                  </a:moveTo>
                  <a:cubicBezTo>
                    <a:pt x="107" y="0"/>
                    <a:pt x="0" y="107"/>
                    <a:pt x="0" y="250"/>
                  </a:cubicBezTo>
                  <a:cubicBezTo>
                    <a:pt x="0" y="387"/>
                    <a:pt x="107" y="494"/>
                    <a:pt x="244" y="494"/>
                  </a:cubicBezTo>
                  <a:cubicBezTo>
                    <a:pt x="387" y="494"/>
                    <a:pt x="494" y="387"/>
                    <a:pt x="494" y="250"/>
                  </a:cubicBezTo>
                  <a:cubicBezTo>
                    <a:pt x="494" y="107"/>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2" name="Google Shape;8882;p14"/>
            <p:cNvSpPr/>
            <p:nvPr/>
          </p:nvSpPr>
          <p:spPr>
            <a:xfrm>
              <a:off x="2329550" y="1657050"/>
              <a:ext cx="12575" cy="12375"/>
            </a:xfrm>
            <a:custGeom>
              <a:avLst/>
              <a:gdLst/>
              <a:ahLst/>
              <a:cxnLst/>
              <a:rect l="l" t="t" r="r" b="b"/>
              <a:pathLst>
                <a:path w="503" h="495" extrusionOk="0">
                  <a:moveTo>
                    <a:pt x="251" y="0"/>
                  </a:moveTo>
                  <a:cubicBezTo>
                    <a:pt x="115" y="0"/>
                    <a:pt x="0" y="107"/>
                    <a:pt x="0" y="250"/>
                  </a:cubicBezTo>
                  <a:cubicBezTo>
                    <a:pt x="0" y="387"/>
                    <a:pt x="115" y="494"/>
                    <a:pt x="251" y="494"/>
                  </a:cubicBezTo>
                  <a:cubicBezTo>
                    <a:pt x="387" y="494"/>
                    <a:pt x="502" y="387"/>
                    <a:pt x="502" y="250"/>
                  </a:cubicBezTo>
                  <a:cubicBezTo>
                    <a:pt x="502"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14"/>
            <p:cNvSpPr/>
            <p:nvPr/>
          </p:nvSpPr>
          <p:spPr>
            <a:xfrm>
              <a:off x="2421325" y="1657050"/>
              <a:ext cx="12550" cy="12375"/>
            </a:xfrm>
            <a:custGeom>
              <a:avLst/>
              <a:gdLst/>
              <a:ahLst/>
              <a:cxnLst/>
              <a:rect l="l" t="t" r="r" b="b"/>
              <a:pathLst>
                <a:path w="502" h="495" extrusionOk="0">
                  <a:moveTo>
                    <a:pt x="250" y="0"/>
                  </a:moveTo>
                  <a:cubicBezTo>
                    <a:pt x="114" y="0"/>
                    <a:pt x="1" y="107"/>
                    <a:pt x="1" y="250"/>
                  </a:cubicBezTo>
                  <a:cubicBezTo>
                    <a:pt x="1" y="387"/>
                    <a:pt x="114" y="494"/>
                    <a:pt x="250" y="494"/>
                  </a:cubicBezTo>
                  <a:cubicBezTo>
                    <a:pt x="395" y="494"/>
                    <a:pt x="501" y="387"/>
                    <a:pt x="501" y="250"/>
                  </a:cubicBezTo>
                  <a:cubicBezTo>
                    <a:pt x="501" y="107"/>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14"/>
            <p:cNvSpPr/>
            <p:nvPr/>
          </p:nvSpPr>
          <p:spPr>
            <a:xfrm>
              <a:off x="2513250" y="1657050"/>
              <a:ext cx="12575" cy="12375"/>
            </a:xfrm>
            <a:custGeom>
              <a:avLst/>
              <a:gdLst/>
              <a:ahLst/>
              <a:cxnLst/>
              <a:rect l="l" t="t" r="r" b="b"/>
              <a:pathLst>
                <a:path w="503" h="495" extrusionOk="0">
                  <a:moveTo>
                    <a:pt x="252" y="0"/>
                  </a:moveTo>
                  <a:cubicBezTo>
                    <a:pt x="109" y="0"/>
                    <a:pt x="0" y="107"/>
                    <a:pt x="0" y="250"/>
                  </a:cubicBezTo>
                  <a:cubicBezTo>
                    <a:pt x="0" y="387"/>
                    <a:pt x="109" y="494"/>
                    <a:pt x="252" y="494"/>
                  </a:cubicBezTo>
                  <a:cubicBezTo>
                    <a:pt x="388" y="494"/>
                    <a:pt x="503" y="387"/>
                    <a:pt x="503" y="250"/>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14"/>
            <p:cNvSpPr/>
            <p:nvPr/>
          </p:nvSpPr>
          <p:spPr>
            <a:xfrm>
              <a:off x="2605000" y="1657050"/>
              <a:ext cx="12575" cy="12375"/>
            </a:xfrm>
            <a:custGeom>
              <a:avLst/>
              <a:gdLst/>
              <a:ahLst/>
              <a:cxnLst/>
              <a:rect l="l" t="t" r="r" b="b"/>
              <a:pathLst>
                <a:path w="503" h="495" extrusionOk="0">
                  <a:moveTo>
                    <a:pt x="252" y="0"/>
                  </a:moveTo>
                  <a:cubicBezTo>
                    <a:pt x="116" y="0"/>
                    <a:pt x="0" y="107"/>
                    <a:pt x="0" y="250"/>
                  </a:cubicBezTo>
                  <a:cubicBezTo>
                    <a:pt x="0" y="387"/>
                    <a:pt x="116" y="494"/>
                    <a:pt x="252" y="494"/>
                  </a:cubicBezTo>
                  <a:cubicBezTo>
                    <a:pt x="387" y="494"/>
                    <a:pt x="503" y="387"/>
                    <a:pt x="503" y="250"/>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6" name="Google Shape;8886;p14"/>
            <p:cNvSpPr/>
            <p:nvPr/>
          </p:nvSpPr>
          <p:spPr>
            <a:xfrm>
              <a:off x="2696950" y="1657050"/>
              <a:ext cx="12375" cy="12375"/>
            </a:xfrm>
            <a:custGeom>
              <a:avLst/>
              <a:gdLst/>
              <a:ahLst/>
              <a:cxnLst/>
              <a:rect l="l" t="t" r="r" b="b"/>
              <a:pathLst>
                <a:path w="495" h="495" extrusionOk="0">
                  <a:moveTo>
                    <a:pt x="252" y="0"/>
                  </a:moveTo>
                  <a:cubicBezTo>
                    <a:pt x="108" y="0"/>
                    <a:pt x="1" y="107"/>
                    <a:pt x="1" y="250"/>
                  </a:cubicBezTo>
                  <a:cubicBezTo>
                    <a:pt x="1" y="387"/>
                    <a:pt x="108" y="494"/>
                    <a:pt x="252" y="494"/>
                  </a:cubicBezTo>
                  <a:cubicBezTo>
                    <a:pt x="388" y="494"/>
                    <a:pt x="495" y="387"/>
                    <a:pt x="495" y="250"/>
                  </a:cubicBezTo>
                  <a:cubicBezTo>
                    <a:pt x="495"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7" name="Google Shape;8887;p14"/>
            <p:cNvSpPr/>
            <p:nvPr/>
          </p:nvSpPr>
          <p:spPr>
            <a:xfrm>
              <a:off x="2788700" y="1657050"/>
              <a:ext cx="12600" cy="12375"/>
            </a:xfrm>
            <a:custGeom>
              <a:avLst/>
              <a:gdLst/>
              <a:ahLst/>
              <a:cxnLst/>
              <a:rect l="l" t="t" r="r" b="b"/>
              <a:pathLst>
                <a:path w="504" h="495" extrusionOk="0">
                  <a:moveTo>
                    <a:pt x="252" y="0"/>
                  </a:moveTo>
                  <a:cubicBezTo>
                    <a:pt x="116" y="0"/>
                    <a:pt x="1" y="107"/>
                    <a:pt x="1" y="250"/>
                  </a:cubicBezTo>
                  <a:cubicBezTo>
                    <a:pt x="1" y="387"/>
                    <a:pt x="116" y="494"/>
                    <a:pt x="252" y="494"/>
                  </a:cubicBezTo>
                  <a:cubicBezTo>
                    <a:pt x="388" y="494"/>
                    <a:pt x="503" y="387"/>
                    <a:pt x="503" y="250"/>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14"/>
            <p:cNvSpPr/>
            <p:nvPr/>
          </p:nvSpPr>
          <p:spPr>
            <a:xfrm>
              <a:off x="2880675" y="1657050"/>
              <a:ext cx="12375" cy="12375"/>
            </a:xfrm>
            <a:custGeom>
              <a:avLst/>
              <a:gdLst/>
              <a:ahLst/>
              <a:cxnLst/>
              <a:rect l="l" t="t" r="r" b="b"/>
              <a:pathLst>
                <a:path w="495" h="495" extrusionOk="0">
                  <a:moveTo>
                    <a:pt x="243" y="0"/>
                  </a:moveTo>
                  <a:cubicBezTo>
                    <a:pt x="107" y="0"/>
                    <a:pt x="0" y="107"/>
                    <a:pt x="0" y="250"/>
                  </a:cubicBezTo>
                  <a:cubicBezTo>
                    <a:pt x="0" y="387"/>
                    <a:pt x="107" y="494"/>
                    <a:pt x="243" y="494"/>
                  </a:cubicBezTo>
                  <a:cubicBezTo>
                    <a:pt x="387" y="494"/>
                    <a:pt x="494" y="387"/>
                    <a:pt x="494" y="250"/>
                  </a:cubicBezTo>
                  <a:cubicBezTo>
                    <a:pt x="494" y="107"/>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14"/>
            <p:cNvSpPr/>
            <p:nvPr/>
          </p:nvSpPr>
          <p:spPr>
            <a:xfrm>
              <a:off x="2972425" y="1657050"/>
              <a:ext cx="12575" cy="12375"/>
            </a:xfrm>
            <a:custGeom>
              <a:avLst/>
              <a:gdLst/>
              <a:ahLst/>
              <a:cxnLst/>
              <a:rect l="l" t="t" r="r" b="b"/>
              <a:pathLst>
                <a:path w="503" h="495" extrusionOk="0">
                  <a:moveTo>
                    <a:pt x="251" y="0"/>
                  </a:moveTo>
                  <a:cubicBezTo>
                    <a:pt x="115" y="0"/>
                    <a:pt x="0" y="107"/>
                    <a:pt x="0" y="250"/>
                  </a:cubicBezTo>
                  <a:cubicBezTo>
                    <a:pt x="0" y="387"/>
                    <a:pt x="115" y="494"/>
                    <a:pt x="251" y="494"/>
                  </a:cubicBezTo>
                  <a:cubicBezTo>
                    <a:pt x="387" y="494"/>
                    <a:pt x="503" y="387"/>
                    <a:pt x="503" y="250"/>
                  </a:cubicBezTo>
                  <a:cubicBezTo>
                    <a:pt x="503"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14"/>
            <p:cNvSpPr/>
            <p:nvPr/>
          </p:nvSpPr>
          <p:spPr>
            <a:xfrm>
              <a:off x="3064375" y="1657050"/>
              <a:ext cx="12375" cy="12375"/>
            </a:xfrm>
            <a:custGeom>
              <a:avLst/>
              <a:gdLst/>
              <a:ahLst/>
              <a:cxnLst/>
              <a:rect l="l" t="t" r="r" b="b"/>
              <a:pathLst>
                <a:path w="495" h="495" extrusionOk="0">
                  <a:moveTo>
                    <a:pt x="243" y="0"/>
                  </a:moveTo>
                  <a:cubicBezTo>
                    <a:pt x="107" y="0"/>
                    <a:pt x="1" y="107"/>
                    <a:pt x="1" y="250"/>
                  </a:cubicBezTo>
                  <a:cubicBezTo>
                    <a:pt x="1" y="387"/>
                    <a:pt x="107" y="494"/>
                    <a:pt x="243" y="494"/>
                  </a:cubicBezTo>
                  <a:cubicBezTo>
                    <a:pt x="388" y="494"/>
                    <a:pt x="495" y="387"/>
                    <a:pt x="495" y="250"/>
                  </a:cubicBezTo>
                  <a:cubicBezTo>
                    <a:pt x="495" y="107"/>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14"/>
            <p:cNvSpPr/>
            <p:nvPr/>
          </p:nvSpPr>
          <p:spPr>
            <a:xfrm>
              <a:off x="3156125" y="1657050"/>
              <a:ext cx="12600" cy="12375"/>
            </a:xfrm>
            <a:custGeom>
              <a:avLst/>
              <a:gdLst/>
              <a:ahLst/>
              <a:cxnLst/>
              <a:rect l="l" t="t" r="r" b="b"/>
              <a:pathLst>
                <a:path w="504" h="495" extrusionOk="0">
                  <a:moveTo>
                    <a:pt x="252" y="0"/>
                  </a:moveTo>
                  <a:cubicBezTo>
                    <a:pt x="116" y="0"/>
                    <a:pt x="1" y="107"/>
                    <a:pt x="1" y="250"/>
                  </a:cubicBezTo>
                  <a:cubicBezTo>
                    <a:pt x="1" y="387"/>
                    <a:pt x="116" y="494"/>
                    <a:pt x="252" y="494"/>
                  </a:cubicBezTo>
                  <a:cubicBezTo>
                    <a:pt x="388" y="494"/>
                    <a:pt x="503" y="387"/>
                    <a:pt x="503" y="250"/>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14"/>
            <p:cNvSpPr/>
            <p:nvPr/>
          </p:nvSpPr>
          <p:spPr>
            <a:xfrm>
              <a:off x="3247875" y="1657050"/>
              <a:ext cx="12575" cy="12375"/>
            </a:xfrm>
            <a:custGeom>
              <a:avLst/>
              <a:gdLst/>
              <a:ahLst/>
              <a:cxnLst/>
              <a:rect l="l" t="t" r="r" b="b"/>
              <a:pathLst>
                <a:path w="503" h="495" extrusionOk="0">
                  <a:moveTo>
                    <a:pt x="252" y="0"/>
                  </a:moveTo>
                  <a:cubicBezTo>
                    <a:pt x="116" y="0"/>
                    <a:pt x="1" y="107"/>
                    <a:pt x="1" y="250"/>
                  </a:cubicBezTo>
                  <a:cubicBezTo>
                    <a:pt x="1" y="387"/>
                    <a:pt x="116" y="494"/>
                    <a:pt x="252" y="494"/>
                  </a:cubicBezTo>
                  <a:cubicBezTo>
                    <a:pt x="388" y="494"/>
                    <a:pt x="503" y="387"/>
                    <a:pt x="503" y="250"/>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14"/>
            <p:cNvSpPr/>
            <p:nvPr/>
          </p:nvSpPr>
          <p:spPr>
            <a:xfrm>
              <a:off x="3339850" y="1657050"/>
              <a:ext cx="12525" cy="12375"/>
            </a:xfrm>
            <a:custGeom>
              <a:avLst/>
              <a:gdLst/>
              <a:ahLst/>
              <a:cxnLst/>
              <a:rect l="l" t="t" r="r" b="b"/>
              <a:pathLst>
                <a:path w="501" h="495" extrusionOk="0">
                  <a:moveTo>
                    <a:pt x="251" y="0"/>
                  </a:moveTo>
                  <a:cubicBezTo>
                    <a:pt x="107" y="0"/>
                    <a:pt x="0" y="107"/>
                    <a:pt x="0" y="250"/>
                  </a:cubicBezTo>
                  <a:cubicBezTo>
                    <a:pt x="0" y="387"/>
                    <a:pt x="107" y="494"/>
                    <a:pt x="251" y="494"/>
                  </a:cubicBezTo>
                  <a:cubicBezTo>
                    <a:pt x="387" y="494"/>
                    <a:pt x="501" y="387"/>
                    <a:pt x="501" y="250"/>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14"/>
            <p:cNvSpPr/>
            <p:nvPr/>
          </p:nvSpPr>
          <p:spPr>
            <a:xfrm>
              <a:off x="3431575" y="1657050"/>
              <a:ext cx="12600" cy="12375"/>
            </a:xfrm>
            <a:custGeom>
              <a:avLst/>
              <a:gdLst/>
              <a:ahLst/>
              <a:cxnLst/>
              <a:rect l="l" t="t" r="r" b="b"/>
              <a:pathLst>
                <a:path w="504" h="495" extrusionOk="0">
                  <a:moveTo>
                    <a:pt x="252" y="0"/>
                  </a:moveTo>
                  <a:cubicBezTo>
                    <a:pt x="116" y="0"/>
                    <a:pt x="1" y="107"/>
                    <a:pt x="1" y="250"/>
                  </a:cubicBezTo>
                  <a:cubicBezTo>
                    <a:pt x="1" y="387"/>
                    <a:pt x="116" y="494"/>
                    <a:pt x="252" y="494"/>
                  </a:cubicBezTo>
                  <a:cubicBezTo>
                    <a:pt x="388" y="494"/>
                    <a:pt x="503" y="387"/>
                    <a:pt x="503" y="250"/>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14"/>
            <p:cNvSpPr/>
            <p:nvPr/>
          </p:nvSpPr>
          <p:spPr>
            <a:xfrm>
              <a:off x="3523550" y="1657050"/>
              <a:ext cx="12375" cy="12375"/>
            </a:xfrm>
            <a:custGeom>
              <a:avLst/>
              <a:gdLst/>
              <a:ahLst/>
              <a:cxnLst/>
              <a:rect l="l" t="t" r="r" b="b"/>
              <a:pathLst>
                <a:path w="495" h="495" extrusionOk="0">
                  <a:moveTo>
                    <a:pt x="250" y="0"/>
                  </a:moveTo>
                  <a:cubicBezTo>
                    <a:pt x="107" y="0"/>
                    <a:pt x="0" y="107"/>
                    <a:pt x="0" y="250"/>
                  </a:cubicBezTo>
                  <a:cubicBezTo>
                    <a:pt x="0" y="387"/>
                    <a:pt x="107" y="494"/>
                    <a:pt x="250" y="494"/>
                  </a:cubicBezTo>
                  <a:cubicBezTo>
                    <a:pt x="388" y="494"/>
                    <a:pt x="494" y="387"/>
                    <a:pt x="494" y="250"/>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6" name="Google Shape;8896;p14"/>
            <p:cNvSpPr/>
            <p:nvPr/>
          </p:nvSpPr>
          <p:spPr>
            <a:xfrm>
              <a:off x="676400" y="17488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7" name="Google Shape;8897;p14"/>
            <p:cNvSpPr/>
            <p:nvPr/>
          </p:nvSpPr>
          <p:spPr>
            <a:xfrm>
              <a:off x="768325" y="1748800"/>
              <a:ext cx="12400" cy="12575"/>
            </a:xfrm>
            <a:custGeom>
              <a:avLst/>
              <a:gdLst/>
              <a:ahLst/>
              <a:cxnLst/>
              <a:rect l="l" t="t" r="r" b="b"/>
              <a:pathLst>
                <a:path w="496" h="503" extrusionOk="0">
                  <a:moveTo>
                    <a:pt x="245" y="0"/>
                  </a:moveTo>
                  <a:cubicBezTo>
                    <a:pt x="109" y="0"/>
                    <a:pt x="0" y="115"/>
                    <a:pt x="0" y="251"/>
                  </a:cubicBezTo>
                  <a:cubicBezTo>
                    <a:pt x="0" y="387"/>
                    <a:pt x="109" y="503"/>
                    <a:pt x="245" y="503"/>
                  </a:cubicBezTo>
                  <a:cubicBezTo>
                    <a:pt x="388" y="503"/>
                    <a:pt x="496" y="387"/>
                    <a:pt x="496" y="251"/>
                  </a:cubicBezTo>
                  <a:cubicBezTo>
                    <a:pt x="496" y="115"/>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14"/>
            <p:cNvSpPr/>
            <p:nvPr/>
          </p:nvSpPr>
          <p:spPr>
            <a:xfrm>
              <a:off x="860125" y="1748800"/>
              <a:ext cx="12525" cy="12575"/>
            </a:xfrm>
            <a:custGeom>
              <a:avLst/>
              <a:gdLst/>
              <a:ahLst/>
              <a:cxnLst/>
              <a:rect l="l" t="t" r="r" b="b"/>
              <a:pathLst>
                <a:path w="501" h="503" extrusionOk="0">
                  <a:moveTo>
                    <a:pt x="251" y="0"/>
                  </a:moveTo>
                  <a:cubicBezTo>
                    <a:pt x="114" y="0"/>
                    <a:pt x="0" y="115"/>
                    <a:pt x="0" y="251"/>
                  </a:cubicBezTo>
                  <a:cubicBezTo>
                    <a:pt x="0" y="387"/>
                    <a:pt x="114" y="503"/>
                    <a:pt x="251" y="503"/>
                  </a:cubicBezTo>
                  <a:cubicBezTo>
                    <a:pt x="387" y="503"/>
                    <a:pt x="501" y="387"/>
                    <a:pt x="501" y="251"/>
                  </a:cubicBezTo>
                  <a:cubicBezTo>
                    <a:pt x="501"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14"/>
            <p:cNvSpPr/>
            <p:nvPr/>
          </p:nvSpPr>
          <p:spPr>
            <a:xfrm>
              <a:off x="951850" y="17488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0" name="Google Shape;8900;p14"/>
            <p:cNvSpPr/>
            <p:nvPr/>
          </p:nvSpPr>
          <p:spPr>
            <a:xfrm>
              <a:off x="1043825" y="1748800"/>
              <a:ext cx="12375" cy="12575"/>
            </a:xfrm>
            <a:custGeom>
              <a:avLst/>
              <a:gdLst/>
              <a:ahLst/>
              <a:cxnLst/>
              <a:rect l="l" t="t" r="r" b="b"/>
              <a:pathLst>
                <a:path w="495" h="503" extrusionOk="0">
                  <a:moveTo>
                    <a:pt x="250" y="0"/>
                  </a:moveTo>
                  <a:cubicBezTo>
                    <a:pt x="107" y="0"/>
                    <a:pt x="0" y="115"/>
                    <a:pt x="0" y="251"/>
                  </a:cubicBezTo>
                  <a:cubicBezTo>
                    <a:pt x="0" y="387"/>
                    <a:pt x="107" y="503"/>
                    <a:pt x="250" y="503"/>
                  </a:cubicBezTo>
                  <a:cubicBezTo>
                    <a:pt x="388" y="503"/>
                    <a:pt x="494" y="387"/>
                    <a:pt x="494" y="251"/>
                  </a:cubicBezTo>
                  <a:cubicBezTo>
                    <a:pt x="494" y="115"/>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1" name="Google Shape;8901;p14"/>
            <p:cNvSpPr/>
            <p:nvPr/>
          </p:nvSpPr>
          <p:spPr>
            <a:xfrm>
              <a:off x="1135575" y="1748800"/>
              <a:ext cx="12575" cy="12575"/>
            </a:xfrm>
            <a:custGeom>
              <a:avLst/>
              <a:gdLst/>
              <a:ahLst/>
              <a:cxnLst/>
              <a:rect l="l" t="t" r="r" b="b"/>
              <a:pathLst>
                <a:path w="503" h="503" extrusionOk="0">
                  <a:moveTo>
                    <a:pt x="252" y="0"/>
                  </a:moveTo>
                  <a:cubicBezTo>
                    <a:pt x="116" y="0"/>
                    <a:pt x="0" y="115"/>
                    <a:pt x="0" y="251"/>
                  </a:cubicBezTo>
                  <a:cubicBezTo>
                    <a:pt x="0" y="387"/>
                    <a:pt x="116" y="503"/>
                    <a:pt x="252" y="503"/>
                  </a:cubicBezTo>
                  <a:cubicBezTo>
                    <a:pt x="387" y="503"/>
                    <a:pt x="503" y="387"/>
                    <a:pt x="503" y="251"/>
                  </a:cubicBezTo>
                  <a:cubicBezTo>
                    <a:pt x="503" y="115"/>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14"/>
            <p:cNvSpPr/>
            <p:nvPr/>
          </p:nvSpPr>
          <p:spPr>
            <a:xfrm>
              <a:off x="1227500" y="1748800"/>
              <a:ext cx="12400" cy="12575"/>
            </a:xfrm>
            <a:custGeom>
              <a:avLst/>
              <a:gdLst/>
              <a:ahLst/>
              <a:cxnLst/>
              <a:rect l="l" t="t" r="r" b="b"/>
              <a:pathLst>
                <a:path w="496" h="503" extrusionOk="0">
                  <a:moveTo>
                    <a:pt x="251" y="0"/>
                  </a:moveTo>
                  <a:cubicBezTo>
                    <a:pt x="109" y="0"/>
                    <a:pt x="0" y="115"/>
                    <a:pt x="0" y="251"/>
                  </a:cubicBezTo>
                  <a:cubicBezTo>
                    <a:pt x="0" y="387"/>
                    <a:pt x="109" y="503"/>
                    <a:pt x="251" y="503"/>
                  </a:cubicBezTo>
                  <a:cubicBezTo>
                    <a:pt x="387" y="503"/>
                    <a:pt x="496" y="387"/>
                    <a:pt x="496" y="251"/>
                  </a:cubicBezTo>
                  <a:cubicBezTo>
                    <a:pt x="496"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14"/>
            <p:cNvSpPr/>
            <p:nvPr/>
          </p:nvSpPr>
          <p:spPr>
            <a:xfrm>
              <a:off x="1319275" y="1748800"/>
              <a:ext cx="12550" cy="12575"/>
            </a:xfrm>
            <a:custGeom>
              <a:avLst/>
              <a:gdLst/>
              <a:ahLst/>
              <a:cxnLst/>
              <a:rect l="l" t="t" r="r" b="b"/>
              <a:pathLst>
                <a:path w="502" h="503" extrusionOk="0">
                  <a:moveTo>
                    <a:pt x="252" y="0"/>
                  </a:moveTo>
                  <a:cubicBezTo>
                    <a:pt x="114" y="0"/>
                    <a:pt x="1" y="115"/>
                    <a:pt x="1" y="251"/>
                  </a:cubicBezTo>
                  <a:cubicBezTo>
                    <a:pt x="1" y="387"/>
                    <a:pt x="114" y="503"/>
                    <a:pt x="252" y="503"/>
                  </a:cubicBezTo>
                  <a:cubicBezTo>
                    <a:pt x="388" y="503"/>
                    <a:pt x="501" y="387"/>
                    <a:pt x="501" y="251"/>
                  </a:cubicBezTo>
                  <a:cubicBezTo>
                    <a:pt x="501"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14"/>
            <p:cNvSpPr/>
            <p:nvPr/>
          </p:nvSpPr>
          <p:spPr>
            <a:xfrm>
              <a:off x="1411200" y="1748800"/>
              <a:ext cx="12425" cy="12575"/>
            </a:xfrm>
            <a:custGeom>
              <a:avLst/>
              <a:gdLst/>
              <a:ahLst/>
              <a:cxnLst/>
              <a:rect l="l" t="t" r="r" b="b"/>
              <a:pathLst>
                <a:path w="497" h="503" extrusionOk="0">
                  <a:moveTo>
                    <a:pt x="245" y="0"/>
                  </a:moveTo>
                  <a:cubicBezTo>
                    <a:pt x="109" y="0"/>
                    <a:pt x="1" y="115"/>
                    <a:pt x="1" y="251"/>
                  </a:cubicBezTo>
                  <a:cubicBezTo>
                    <a:pt x="1" y="387"/>
                    <a:pt x="109" y="503"/>
                    <a:pt x="245" y="503"/>
                  </a:cubicBezTo>
                  <a:cubicBezTo>
                    <a:pt x="388" y="503"/>
                    <a:pt x="496" y="387"/>
                    <a:pt x="496" y="251"/>
                  </a:cubicBezTo>
                  <a:cubicBezTo>
                    <a:pt x="496" y="115"/>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14"/>
            <p:cNvSpPr/>
            <p:nvPr/>
          </p:nvSpPr>
          <p:spPr>
            <a:xfrm>
              <a:off x="1503000" y="1748800"/>
              <a:ext cx="12525" cy="12575"/>
            </a:xfrm>
            <a:custGeom>
              <a:avLst/>
              <a:gdLst/>
              <a:ahLst/>
              <a:cxnLst/>
              <a:rect l="l" t="t" r="r" b="b"/>
              <a:pathLst>
                <a:path w="501" h="503" extrusionOk="0">
                  <a:moveTo>
                    <a:pt x="250" y="0"/>
                  </a:moveTo>
                  <a:cubicBezTo>
                    <a:pt x="114" y="0"/>
                    <a:pt x="0" y="115"/>
                    <a:pt x="0" y="251"/>
                  </a:cubicBezTo>
                  <a:cubicBezTo>
                    <a:pt x="0" y="387"/>
                    <a:pt x="114" y="503"/>
                    <a:pt x="250" y="503"/>
                  </a:cubicBezTo>
                  <a:cubicBezTo>
                    <a:pt x="387" y="503"/>
                    <a:pt x="501" y="387"/>
                    <a:pt x="501" y="251"/>
                  </a:cubicBezTo>
                  <a:cubicBezTo>
                    <a:pt x="501" y="115"/>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14"/>
            <p:cNvSpPr/>
            <p:nvPr/>
          </p:nvSpPr>
          <p:spPr>
            <a:xfrm>
              <a:off x="1594750" y="1748800"/>
              <a:ext cx="12575" cy="12575"/>
            </a:xfrm>
            <a:custGeom>
              <a:avLst/>
              <a:gdLst/>
              <a:ahLst/>
              <a:cxnLst/>
              <a:rect l="l" t="t" r="r" b="b"/>
              <a:pathLst>
                <a:path w="503" h="503" extrusionOk="0">
                  <a:moveTo>
                    <a:pt x="251" y="0"/>
                  </a:moveTo>
                  <a:cubicBezTo>
                    <a:pt x="115" y="0"/>
                    <a:pt x="0" y="115"/>
                    <a:pt x="0" y="251"/>
                  </a:cubicBezTo>
                  <a:cubicBezTo>
                    <a:pt x="0" y="387"/>
                    <a:pt x="115" y="503"/>
                    <a:pt x="251" y="503"/>
                  </a:cubicBezTo>
                  <a:cubicBezTo>
                    <a:pt x="394" y="503"/>
                    <a:pt x="503" y="387"/>
                    <a:pt x="503" y="251"/>
                  </a:cubicBezTo>
                  <a:cubicBezTo>
                    <a:pt x="503" y="115"/>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14"/>
            <p:cNvSpPr/>
            <p:nvPr/>
          </p:nvSpPr>
          <p:spPr>
            <a:xfrm>
              <a:off x="1686650" y="17488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8" name="Google Shape;8908;p14"/>
            <p:cNvSpPr/>
            <p:nvPr/>
          </p:nvSpPr>
          <p:spPr>
            <a:xfrm>
              <a:off x="1778450" y="1748800"/>
              <a:ext cx="12550" cy="12575"/>
            </a:xfrm>
            <a:custGeom>
              <a:avLst/>
              <a:gdLst/>
              <a:ahLst/>
              <a:cxnLst/>
              <a:rect l="l" t="t" r="r" b="b"/>
              <a:pathLst>
                <a:path w="502" h="503" extrusionOk="0">
                  <a:moveTo>
                    <a:pt x="252" y="0"/>
                  </a:moveTo>
                  <a:cubicBezTo>
                    <a:pt x="114" y="0"/>
                    <a:pt x="1" y="115"/>
                    <a:pt x="1" y="251"/>
                  </a:cubicBezTo>
                  <a:cubicBezTo>
                    <a:pt x="1" y="387"/>
                    <a:pt x="114" y="503"/>
                    <a:pt x="252" y="503"/>
                  </a:cubicBezTo>
                  <a:cubicBezTo>
                    <a:pt x="388" y="503"/>
                    <a:pt x="501" y="387"/>
                    <a:pt x="501" y="251"/>
                  </a:cubicBezTo>
                  <a:cubicBezTo>
                    <a:pt x="501"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9" name="Google Shape;8909;p14"/>
            <p:cNvSpPr/>
            <p:nvPr/>
          </p:nvSpPr>
          <p:spPr>
            <a:xfrm>
              <a:off x="1870375" y="1748800"/>
              <a:ext cx="12400" cy="12575"/>
            </a:xfrm>
            <a:custGeom>
              <a:avLst/>
              <a:gdLst/>
              <a:ahLst/>
              <a:cxnLst/>
              <a:rect l="l" t="t" r="r" b="b"/>
              <a:pathLst>
                <a:path w="496" h="503" extrusionOk="0">
                  <a:moveTo>
                    <a:pt x="252" y="0"/>
                  </a:moveTo>
                  <a:cubicBezTo>
                    <a:pt x="109" y="0"/>
                    <a:pt x="0" y="115"/>
                    <a:pt x="0" y="251"/>
                  </a:cubicBezTo>
                  <a:cubicBezTo>
                    <a:pt x="0" y="387"/>
                    <a:pt x="109" y="503"/>
                    <a:pt x="252" y="503"/>
                  </a:cubicBezTo>
                  <a:cubicBezTo>
                    <a:pt x="387" y="503"/>
                    <a:pt x="496" y="387"/>
                    <a:pt x="496" y="251"/>
                  </a:cubicBezTo>
                  <a:cubicBezTo>
                    <a:pt x="496" y="115"/>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0" name="Google Shape;8910;p14"/>
            <p:cNvSpPr/>
            <p:nvPr/>
          </p:nvSpPr>
          <p:spPr>
            <a:xfrm>
              <a:off x="1962150" y="1748800"/>
              <a:ext cx="12550" cy="12575"/>
            </a:xfrm>
            <a:custGeom>
              <a:avLst/>
              <a:gdLst/>
              <a:ahLst/>
              <a:cxnLst/>
              <a:rect l="l" t="t" r="r" b="b"/>
              <a:pathLst>
                <a:path w="502" h="503" extrusionOk="0">
                  <a:moveTo>
                    <a:pt x="250" y="0"/>
                  </a:moveTo>
                  <a:cubicBezTo>
                    <a:pt x="114" y="0"/>
                    <a:pt x="1" y="115"/>
                    <a:pt x="1" y="251"/>
                  </a:cubicBezTo>
                  <a:cubicBezTo>
                    <a:pt x="1" y="387"/>
                    <a:pt x="114" y="503"/>
                    <a:pt x="250" y="503"/>
                  </a:cubicBezTo>
                  <a:cubicBezTo>
                    <a:pt x="388" y="503"/>
                    <a:pt x="502" y="387"/>
                    <a:pt x="502" y="251"/>
                  </a:cubicBezTo>
                  <a:cubicBezTo>
                    <a:pt x="502" y="115"/>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1" name="Google Shape;8911;p14"/>
            <p:cNvSpPr/>
            <p:nvPr/>
          </p:nvSpPr>
          <p:spPr>
            <a:xfrm>
              <a:off x="2054075" y="1748800"/>
              <a:ext cx="12425" cy="12575"/>
            </a:xfrm>
            <a:custGeom>
              <a:avLst/>
              <a:gdLst/>
              <a:ahLst/>
              <a:cxnLst/>
              <a:rect l="l" t="t" r="r" b="b"/>
              <a:pathLst>
                <a:path w="497" h="503" extrusionOk="0">
                  <a:moveTo>
                    <a:pt x="252" y="0"/>
                  </a:moveTo>
                  <a:cubicBezTo>
                    <a:pt x="109" y="0"/>
                    <a:pt x="1" y="115"/>
                    <a:pt x="1" y="251"/>
                  </a:cubicBezTo>
                  <a:cubicBezTo>
                    <a:pt x="1" y="387"/>
                    <a:pt x="109" y="503"/>
                    <a:pt x="252" y="503"/>
                  </a:cubicBezTo>
                  <a:cubicBezTo>
                    <a:pt x="388" y="503"/>
                    <a:pt x="496" y="387"/>
                    <a:pt x="496" y="251"/>
                  </a:cubicBezTo>
                  <a:cubicBezTo>
                    <a:pt x="496"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14"/>
            <p:cNvSpPr/>
            <p:nvPr/>
          </p:nvSpPr>
          <p:spPr>
            <a:xfrm>
              <a:off x="2145825" y="17488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14"/>
            <p:cNvSpPr/>
            <p:nvPr/>
          </p:nvSpPr>
          <p:spPr>
            <a:xfrm>
              <a:off x="2237800" y="1748800"/>
              <a:ext cx="12350" cy="12575"/>
            </a:xfrm>
            <a:custGeom>
              <a:avLst/>
              <a:gdLst/>
              <a:ahLst/>
              <a:cxnLst/>
              <a:rect l="l" t="t" r="r" b="b"/>
              <a:pathLst>
                <a:path w="494" h="503" extrusionOk="0">
                  <a:moveTo>
                    <a:pt x="244" y="0"/>
                  </a:moveTo>
                  <a:cubicBezTo>
                    <a:pt x="107" y="0"/>
                    <a:pt x="0" y="115"/>
                    <a:pt x="0" y="251"/>
                  </a:cubicBezTo>
                  <a:cubicBezTo>
                    <a:pt x="0" y="387"/>
                    <a:pt x="107" y="503"/>
                    <a:pt x="244" y="503"/>
                  </a:cubicBezTo>
                  <a:cubicBezTo>
                    <a:pt x="387" y="503"/>
                    <a:pt x="494" y="387"/>
                    <a:pt x="494" y="251"/>
                  </a:cubicBezTo>
                  <a:cubicBezTo>
                    <a:pt x="494" y="115"/>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14"/>
            <p:cNvSpPr/>
            <p:nvPr/>
          </p:nvSpPr>
          <p:spPr>
            <a:xfrm>
              <a:off x="2329550" y="1748800"/>
              <a:ext cx="12575" cy="12575"/>
            </a:xfrm>
            <a:custGeom>
              <a:avLst/>
              <a:gdLst/>
              <a:ahLst/>
              <a:cxnLst/>
              <a:rect l="l" t="t" r="r" b="b"/>
              <a:pathLst>
                <a:path w="503" h="503" extrusionOk="0">
                  <a:moveTo>
                    <a:pt x="251" y="0"/>
                  </a:moveTo>
                  <a:cubicBezTo>
                    <a:pt x="115" y="0"/>
                    <a:pt x="0" y="115"/>
                    <a:pt x="0" y="251"/>
                  </a:cubicBezTo>
                  <a:cubicBezTo>
                    <a:pt x="0" y="387"/>
                    <a:pt x="115" y="503"/>
                    <a:pt x="251" y="503"/>
                  </a:cubicBezTo>
                  <a:cubicBezTo>
                    <a:pt x="387" y="503"/>
                    <a:pt x="502" y="387"/>
                    <a:pt x="502" y="251"/>
                  </a:cubicBezTo>
                  <a:cubicBezTo>
                    <a:pt x="502"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14"/>
            <p:cNvSpPr/>
            <p:nvPr/>
          </p:nvSpPr>
          <p:spPr>
            <a:xfrm>
              <a:off x="2421325" y="1748800"/>
              <a:ext cx="12550" cy="12575"/>
            </a:xfrm>
            <a:custGeom>
              <a:avLst/>
              <a:gdLst/>
              <a:ahLst/>
              <a:cxnLst/>
              <a:rect l="l" t="t" r="r" b="b"/>
              <a:pathLst>
                <a:path w="502" h="503" extrusionOk="0">
                  <a:moveTo>
                    <a:pt x="250" y="0"/>
                  </a:moveTo>
                  <a:cubicBezTo>
                    <a:pt x="114" y="0"/>
                    <a:pt x="1" y="115"/>
                    <a:pt x="1" y="251"/>
                  </a:cubicBezTo>
                  <a:cubicBezTo>
                    <a:pt x="1" y="387"/>
                    <a:pt x="114" y="503"/>
                    <a:pt x="250" y="503"/>
                  </a:cubicBezTo>
                  <a:cubicBezTo>
                    <a:pt x="395" y="503"/>
                    <a:pt x="501" y="387"/>
                    <a:pt x="501" y="251"/>
                  </a:cubicBezTo>
                  <a:cubicBezTo>
                    <a:pt x="501" y="115"/>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14"/>
            <p:cNvSpPr/>
            <p:nvPr/>
          </p:nvSpPr>
          <p:spPr>
            <a:xfrm>
              <a:off x="2513250" y="1748800"/>
              <a:ext cx="12575" cy="12575"/>
            </a:xfrm>
            <a:custGeom>
              <a:avLst/>
              <a:gdLst/>
              <a:ahLst/>
              <a:cxnLst/>
              <a:rect l="l" t="t" r="r" b="b"/>
              <a:pathLst>
                <a:path w="503" h="503" extrusionOk="0">
                  <a:moveTo>
                    <a:pt x="252" y="0"/>
                  </a:moveTo>
                  <a:cubicBezTo>
                    <a:pt x="109" y="0"/>
                    <a:pt x="0" y="115"/>
                    <a:pt x="0" y="251"/>
                  </a:cubicBezTo>
                  <a:cubicBezTo>
                    <a:pt x="0" y="387"/>
                    <a:pt x="109"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14"/>
            <p:cNvSpPr/>
            <p:nvPr/>
          </p:nvSpPr>
          <p:spPr>
            <a:xfrm>
              <a:off x="2605000" y="1748800"/>
              <a:ext cx="12575" cy="12575"/>
            </a:xfrm>
            <a:custGeom>
              <a:avLst/>
              <a:gdLst/>
              <a:ahLst/>
              <a:cxnLst/>
              <a:rect l="l" t="t" r="r" b="b"/>
              <a:pathLst>
                <a:path w="503" h="503" extrusionOk="0">
                  <a:moveTo>
                    <a:pt x="252" y="0"/>
                  </a:moveTo>
                  <a:cubicBezTo>
                    <a:pt x="116" y="0"/>
                    <a:pt x="0" y="115"/>
                    <a:pt x="0" y="251"/>
                  </a:cubicBezTo>
                  <a:cubicBezTo>
                    <a:pt x="0" y="387"/>
                    <a:pt x="116" y="503"/>
                    <a:pt x="252" y="503"/>
                  </a:cubicBezTo>
                  <a:cubicBezTo>
                    <a:pt x="387" y="503"/>
                    <a:pt x="503" y="387"/>
                    <a:pt x="503" y="251"/>
                  </a:cubicBezTo>
                  <a:cubicBezTo>
                    <a:pt x="503" y="115"/>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14"/>
            <p:cNvSpPr/>
            <p:nvPr/>
          </p:nvSpPr>
          <p:spPr>
            <a:xfrm>
              <a:off x="2696950" y="1748800"/>
              <a:ext cx="12375" cy="12575"/>
            </a:xfrm>
            <a:custGeom>
              <a:avLst/>
              <a:gdLst/>
              <a:ahLst/>
              <a:cxnLst/>
              <a:rect l="l" t="t" r="r" b="b"/>
              <a:pathLst>
                <a:path w="495" h="503" extrusionOk="0">
                  <a:moveTo>
                    <a:pt x="252" y="0"/>
                  </a:moveTo>
                  <a:cubicBezTo>
                    <a:pt x="108" y="0"/>
                    <a:pt x="1" y="115"/>
                    <a:pt x="1" y="251"/>
                  </a:cubicBezTo>
                  <a:cubicBezTo>
                    <a:pt x="1" y="387"/>
                    <a:pt x="108" y="503"/>
                    <a:pt x="252" y="503"/>
                  </a:cubicBezTo>
                  <a:cubicBezTo>
                    <a:pt x="388" y="503"/>
                    <a:pt x="495" y="387"/>
                    <a:pt x="495" y="251"/>
                  </a:cubicBezTo>
                  <a:cubicBezTo>
                    <a:pt x="495"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9" name="Google Shape;8919;p14"/>
            <p:cNvSpPr/>
            <p:nvPr/>
          </p:nvSpPr>
          <p:spPr>
            <a:xfrm>
              <a:off x="2788700" y="17488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0" name="Google Shape;8920;p14"/>
            <p:cNvSpPr/>
            <p:nvPr/>
          </p:nvSpPr>
          <p:spPr>
            <a:xfrm>
              <a:off x="2880675" y="1748800"/>
              <a:ext cx="12375" cy="12575"/>
            </a:xfrm>
            <a:custGeom>
              <a:avLst/>
              <a:gdLst/>
              <a:ahLst/>
              <a:cxnLst/>
              <a:rect l="l" t="t" r="r" b="b"/>
              <a:pathLst>
                <a:path w="495" h="503" extrusionOk="0">
                  <a:moveTo>
                    <a:pt x="243" y="0"/>
                  </a:moveTo>
                  <a:cubicBezTo>
                    <a:pt x="107" y="0"/>
                    <a:pt x="0" y="115"/>
                    <a:pt x="0" y="251"/>
                  </a:cubicBezTo>
                  <a:cubicBezTo>
                    <a:pt x="0" y="387"/>
                    <a:pt x="107" y="503"/>
                    <a:pt x="243" y="503"/>
                  </a:cubicBezTo>
                  <a:cubicBezTo>
                    <a:pt x="387" y="503"/>
                    <a:pt x="494" y="387"/>
                    <a:pt x="494" y="251"/>
                  </a:cubicBezTo>
                  <a:cubicBezTo>
                    <a:pt x="494" y="115"/>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14"/>
            <p:cNvSpPr/>
            <p:nvPr/>
          </p:nvSpPr>
          <p:spPr>
            <a:xfrm>
              <a:off x="2972425" y="1748800"/>
              <a:ext cx="12575" cy="12575"/>
            </a:xfrm>
            <a:custGeom>
              <a:avLst/>
              <a:gdLst/>
              <a:ahLst/>
              <a:cxnLst/>
              <a:rect l="l" t="t" r="r" b="b"/>
              <a:pathLst>
                <a:path w="503" h="503" extrusionOk="0">
                  <a:moveTo>
                    <a:pt x="251" y="0"/>
                  </a:moveTo>
                  <a:cubicBezTo>
                    <a:pt x="115" y="0"/>
                    <a:pt x="0" y="115"/>
                    <a:pt x="0" y="251"/>
                  </a:cubicBezTo>
                  <a:cubicBezTo>
                    <a:pt x="0" y="387"/>
                    <a:pt x="115" y="503"/>
                    <a:pt x="251" y="503"/>
                  </a:cubicBezTo>
                  <a:cubicBezTo>
                    <a:pt x="387" y="503"/>
                    <a:pt x="503" y="387"/>
                    <a:pt x="503" y="251"/>
                  </a:cubicBezTo>
                  <a:cubicBezTo>
                    <a:pt x="503"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14"/>
            <p:cNvSpPr/>
            <p:nvPr/>
          </p:nvSpPr>
          <p:spPr>
            <a:xfrm>
              <a:off x="3064375" y="1748800"/>
              <a:ext cx="12375" cy="12575"/>
            </a:xfrm>
            <a:custGeom>
              <a:avLst/>
              <a:gdLst/>
              <a:ahLst/>
              <a:cxnLst/>
              <a:rect l="l" t="t" r="r" b="b"/>
              <a:pathLst>
                <a:path w="495" h="503" extrusionOk="0">
                  <a:moveTo>
                    <a:pt x="243" y="0"/>
                  </a:moveTo>
                  <a:cubicBezTo>
                    <a:pt x="107" y="0"/>
                    <a:pt x="1" y="115"/>
                    <a:pt x="1" y="251"/>
                  </a:cubicBezTo>
                  <a:cubicBezTo>
                    <a:pt x="1" y="387"/>
                    <a:pt x="107" y="503"/>
                    <a:pt x="243" y="503"/>
                  </a:cubicBezTo>
                  <a:cubicBezTo>
                    <a:pt x="388" y="503"/>
                    <a:pt x="495" y="387"/>
                    <a:pt x="495" y="251"/>
                  </a:cubicBezTo>
                  <a:cubicBezTo>
                    <a:pt x="495" y="115"/>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3" name="Google Shape;8923;p14"/>
            <p:cNvSpPr/>
            <p:nvPr/>
          </p:nvSpPr>
          <p:spPr>
            <a:xfrm>
              <a:off x="3156125" y="17488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14"/>
            <p:cNvSpPr/>
            <p:nvPr/>
          </p:nvSpPr>
          <p:spPr>
            <a:xfrm>
              <a:off x="3247875" y="1748800"/>
              <a:ext cx="12575" cy="12575"/>
            </a:xfrm>
            <a:custGeom>
              <a:avLst/>
              <a:gdLst/>
              <a:ahLst/>
              <a:cxnLst/>
              <a:rect l="l" t="t" r="r" b="b"/>
              <a:pathLst>
                <a:path w="503"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14"/>
            <p:cNvSpPr/>
            <p:nvPr/>
          </p:nvSpPr>
          <p:spPr>
            <a:xfrm>
              <a:off x="3339850" y="1748800"/>
              <a:ext cx="12525" cy="12575"/>
            </a:xfrm>
            <a:custGeom>
              <a:avLst/>
              <a:gdLst/>
              <a:ahLst/>
              <a:cxnLst/>
              <a:rect l="l" t="t" r="r" b="b"/>
              <a:pathLst>
                <a:path w="501" h="503" extrusionOk="0">
                  <a:moveTo>
                    <a:pt x="251" y="0"/>
                  </a:moveTo>
                  <a:cubicBezTo>
                    <a:pt x="107" y="0"/>
                    <a:pt x="0" y="115"/>
                    <a:pt x="0" y="251"/>
                  </a:cubicBezTo>
                  <a:cubicBezTo>
                    <a:pt x="0" y="387"/>
                    <a:pt x="107" y="503"/>
                    <a:pt x="251" y="503"/>
                  </a:cubicBezTo>
                  <a:cubicBezTo>
                    <a:pt x="387" y="503"/>
                    <a:pt x="501" y="387"/>
                    <a:pt x="501" y="251"/>
                  </a:cubicBezTo>
                  <a:cubicBezTo>
                    <a:pt x="501"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14"/>
            <p:cNvSpPr/>
            <p:nvPr/>
          </p:nvSpPr>
          <p:spPr>
            <a:xfrm>
              <a:off x="3431575" y="17488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14"/>
            <p:cNvSpPr/>
            <p:nvPr/>
          </p:nvSpPr>
          <p:spPr>
            <a:xfrm>
              <a:off x="3523550" y="1748800"/>
              <a:ext cx="12375" cy="12575"/>
            </a:xfrm>
            <a:custGeom>
              <a:avLst/>
              <a:gdLst/>
              <a:ahLst/>
              <a:cxnLst/>
              <a:rect l="l" t="t" r="r" b="b"/>
              <a:pathLst>
                <a:path w="495" h="503" extrusionOk="0">
                  <a:moveTo>
                    <a:pt x="250" y="0"/>
                  </a:moveTo>
                  <a:cubicBezTo>
                    <a:pt x="107" y="0"/>
                    <a:pt x="0" y="115"/>
                    <a:pt x="0" y="251"/>
                  </a:cubicBezTo>
                  <a:cubicBezTo>
                    <a:pt x="0" y="387"/>
                    <a:pt x="107" y="503"/>
                    <a:pt x="250" y="503"/>
                  </a:cubicBezTo>
                  <a:cubicBezTo>
                    <a:pt x="388" y="503"/>
                    <a:pt x="494" y="387"/>
                    <a:pt x="494" y="251"/>
                  </a:cubicBezTo>
                  <a:cubicBezTo>
                    <a:pt x="494" y="115"/>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14"/>
            <p:cNvSpPr/>
            <p:nvPr/>
          </p:nvSpPr>
          <p:spPr>
            <a:xfrm>
              <a:off x="676400" y="18407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9" name="Google Shape;8929;p14"/>
            <p:cNvSpPr/>
            <p:nvPr/>
          </p:nvSpPr>
          <p:spPr>
            <a:xfrm>
              <a:off x="768325" y="1840700"/>
              <a:ext cx="12400" cy="12425"/>
            </a:xfrm>
            <a:custGeom>
              <a:avLst/>
              <a:gdLst/>
              <a:ahLst/>
              <a:cxnLst/>
              <a:rect l="l" t="t" r="r" b="b"/>
              <a:pathLst>
                <a:path w="496" h="497" extrusionOk="0">
                  <a:moveTo>
                    <a:pt x="245" y="1"/>
                  </a:moveTo>
                  <a:cubicBezTo>
                    <a:pt x="109" y="1"/>
                    <a:pt x="0" y="109"/>
                    <a:pt x="0" y="245"/>
                  </a:cubicBezTo>
                  <a:cubicBezTo>
                    <a:pt x="0" y="388"/>
                    <a:pt x="109" y="496"/>
                    <a:pt x="245" y="496"/>
                  </a:cubicBezTo>
                  <a:cubicBezTo>
                    <a:pt x="388" y="496"/>
                    <a:pt x="496" y="388"/>
                    <a:pt x="496" y="245"/>
                  </a:cubicBezTo>
                  <a:cubicBezTo>
                    <a:pt x="496" y="109"/>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0" name="Google Shape;8930;p14"/>
            <p:cNvSpPr/>
            <p:nvPr/>
          </p:nvSpPr>
          <p:spPr>
            <a:xfrm>
              <a:off x="860125" y="1840700"/>
              <a:ext cx="12525" cy="12425"/>
            </a:xfrm>
            <a:custGeom>
              <a:avLst/>
              <a:gdLst/>
              <a:ahLst/>
              <a:cxnLst/>
              <a:rect l="l" t="t" r="r" b="b"/>
              <a:pathLst>
                <a:path w="501" h="497" extrusionOk="0">
                  <a:moveTo>
                    <a:pt x="251" y="1"/>
                  </a:moveTo>
                  <a:cubicBezTo>
                    <a:pt x="114" y="1"/>
                    <a:pt x="0" y="109"/>
                    <a:pt x="0" y="245"/>
                  </a:cubicBezTo>
                  <a:cubicBezTo>
                    <a:pt x="0" y="388"/>
                    <a:pt x="114" y="496"/>
                    <a:pt x="251" y="496"/>
                  </a:cubicBezTo>
                  <a:cubicBezTo>
                    <a:pt x="387" y="496"/>
                    <a:pt x="501" y="388"/>
                    <a:pt x="501" y="245"/>
                  </a:cubicBezTo>
                  <a:cubicBezTo>
                    <a:pt x="501"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1" name="Google Shape;8931;p14"/>
            <p:cNvSpPr/>
            <p:nvPr/>
          </p:nvSpPr>
          <p:spPr>
            <a:xfrm>
              <a:off x="951850" y="18407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14"/>
            <p:cNvSpPr/>
            <p:nvPr/>
          </p:nvSpPr>
          <p:spPr>
            <a:xfrm>
              <a:off x="1043825" y="1840700"/>
              <a:ext cx="12375" cy="12425"/>
            </a:xfrm>
            <a:custGeom>
              <a:avLst/>
              <a:gdLst/>
              <a:ahLst/>
              <a:cxnLst/>
              <a:rect l="l" t="t" r="r" b="b"/>
              <a:pathLst>
                <a:path w="495" h="497" extrusionOk="0">
                  <a:moveTo>
                    <a:pt x="250" y="1"/>
                  </a:moveTo>
                  <a:cubicBezTo>
                    <a:pt x="107" y="1"/>
                    <a:pt x="0" y="109"/>
                    <a:pt x="0" y="245"/>
                  </a:cubicBezTo>
                  <a:cubicBezTo>
                    <a:pt x="0" y="388"/>
                    <a:pt x="107" y="496"/>
                    <a:pt x="250" y="496"/>
                  </a:cubicBezTo>
                  <a:cubicBezTo>
                    <a:pt x="388" y="496"/>
                    <a:pt x="494" y="388"/>
                    <a:pt x="494" y="245"/>
                  </a:cubicBezTo>
                  <a:cubicBezTo>
                    <a:pt x="494"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3" name="Google Shape;8933;p14"/>
            <p:cNvSpPr/>
            <p:nvPr/>
          </p:nvSpPr>
          <p:spPr>
            <a:xfrm>
              <a:off x="1135575" y="1840700"/>
              <a:ext cx="12575" cy="12425"/>
            </a:xfrm>
            <a:custGeom>
              <a:avLst/>
              <a:gdLst/>
              <a:ahLst/>
              <a:cxnLst/>
              <a:rect l="l" t="t" r="r" b="b"/>
              <a:pathLst>
                <a:path w="503" h="497" extrusionOk="0">
                  <a:moveTo>
                    <a:pt x="252" y="1"/>
                  </a:moveTo>
                  <a:cubicBezTo>
                    <a:pt x="116" y="1"/>
                    <a:pt x="0" y="109"/>
                    <a:pt x="0" y="245"/>
                  </a:cubicBezTo>
                  <a:cubicBezTo>
                    <a:pt x="0" y="388"/>
                    <a:pt x="116" y="496"/>
                    <a:pt x="252" y="496"/>
                  </a:cubicBezTo>
                  <a:cubicBezTo>
                    <a:pt x="387" y="496"/>
                    <a:pt x="503" y="388"/>
                    <a:pt x="503" y="245"/>
                  </a:cubicBezTo>
                  <a:cubicBezTo>
                    <a:pt x="503"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14"/>
            <p:cNvSpPr/>
            <p:nvPr/>
          </p:nvSpPr>
          <p:spPr>
            <a:xfrm>
              <a:off x="1227500" y="1840700"/>
              <a:ext cx="12400" cy="12425"/>
            </a:xfrm>
            <a:custGeom>
              <a:avLst/>
              <a:gdLst/>
              <a:ahLst/>
              <a:cxnLst/>
              <a:rect l="l" t="t" r="r" b="b"/>
              <a:pathLst>
                <a:path w="496" h="497" extrusionOk="0">
                  <a:moveTo>
                    <a:pt x="251" y="1"/>
                  </a:moveTo>
                  <a:cubicBezTo>
                    <a:pt x="109" y="1"/>
                    <a:pt x="0" y="109"/>
                    <a:pt x="0" y="245"/>
                  </a:cubicBezTo>
                  <a:cubicBezTo>
                    <a:pt x="0" y="388"/>
                    <a:pt x="109" y="496"/>
                    <a:pt x="251" y="496"/>
                  </a:cubicBezTo>
                  <a:cubicBezTo>
                    <a:pt x="387" y="496"/>
                    <a:pt x="496" y="388"/>
                    <a:pt x="496" y="245"/>
                  </a:cubicBezTo>
                  <a:cubicBezTo>
                    <a:pt x="496"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14"/>
            <p:cNvSpPr/>
            <p:nvPr/>
          </p:nvSpPr>
          <p:spPr>
            <a:xfrm>
              <a:off x="1319275" y="1840700"/>
              <a:ext cx="12550" cy="12425"/>
            </a:xfrm>
            <a:custGeom>
              <a:avLst/>
              <a:gdLst/>
              <a:ahLst/>
              <a:cxnLst/>
              <a:rect l="l" t="t" r="r" b="b"/>
              <a:pathLst>
                <a:path w="502" h="497" extrusionOk="0">
                  <a:moveTo>
                    <a:pt x="252" y="1"/>
                  </a:moveTo>
                  <a:cubicBezTo>
                    <a:pt x="114" y="1"/>
                    <a:pt x="1" y="109"/>
                    <a:pt x="1" y="245"/>
                  </a:cubicBezTo>
                  <a:cubicBezTo>
                    <a:pt x="1" y="388"/>
                    <a:pt x="114" y="496"/>
                    <a:pt x="252" y="496"/>
                  </a:cubicBezTo>
                  <a:cubicBezTo>
                    <a:pt x="388" y="496"/>
                    <a:pt x="501" y="388"/>
                    <a:pt x="501" y="245"/>
                  </a:cubicBezTo>
                  <a:cubicBezTo>
                    <a:pt x="501"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14"/>
            <p:cNvSpPr/>
            <p:nvPr/>
          </p:nvSpPr>
          <p:spPr>
            <a:xfrm>
              <a:off x="1411200" y="1840700"/>
              <a:ext cx="12425" cy="12425"/>
            </a:xfrm>
            <a:custGeom>
              <a:avLst/>
              <a:gdLst/>
              <a:ahLst/>
              <a:cxnLst/>
              <a:rect l="l" t="t" r="r" b="b"/>
              <a:pathLst>
                <a:path w="497" h="497" extrusionOk="0">
                  <a:moveTo>
                    <a:pt x="245" y="1"/>
                  </a:moveTo>
                  <a:cubicBezTo>
                    <a:pt x="109" y="1"/>
                    <a:pt x="1" y="109"/>
                    <a:pt x="1" y="245"/>
                  </a:cubicBezTo>
                  <a:cubicBezTo>
                    <a:pt x="1" y="388"/>
                    <a:pt x="109" y="496"/>
                    <a:pt x="245" y="496"/>
                  </a:cubicBezTo>
                  <a:cubicBezTo>
                    <a:pt x="388" y="496"/>
                    <a:pt x="496" y="388"/>
                    <a:pt x="496" y="245"/>
                  </a:cubicBezTo>
                  <a:cubicBezTo>
                    <a:pt x="496" y="109"/>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14"/>
            <p:cNvSpPr/>
            <p:nvPr/>
          </p:nvSpPr>
          <p:spPr>
            <a:xfrm>
              <a:off x="1503000" y="1840700"/>
              <a:ext cx="12525" cy="12425"/>
            </a:xfrm>
            <a:custGeom>
              <a:avLst/>
              <a:gdLst/>
              <a:ahLst/>
              <a:cxnLst/>
              <a:rect l="l" t="t" r="r" b="b"/>
              <a:pathLst>
                <a:path w="501" h="497" extrusionOk="0">
                  <a:moveTo>
                    <a:pt x="250" y="1"/>
                  </a:moveTo>
                  <a:cubicBezTo>
                    <a:pt x="114" y="1"/>
                    <a:pt x="0" y="109"/>
                    <a:pt x="0" y="245"/>
                  </a:cubicBezTo>
                  <a:cubicBezTo>
                    <a:pt x="0" y="388"/>
                    <a:pt x="114" y="496"/>
                    <a:pt x="250" y="496"/>
                  </a:cubicBezTo>
                  <a:cubicBezTo>
                    <a:pt x="387" y="496"/>
                    <a:pt x="501" y="388"/>
                    <a:pt x="501" y="245"/>
                  </a:cubicBezTo>
                  <a:cubicBezTo>
                    <a:pt x="501" y="109"/>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8" name="Google Shape;8938;p14"/>
            <p:cNvSpPr/>
            <p:nvPr/>
          </p:nvSpPr>
          <p:spPr>
            <a:xfrm>
              <a:off x="1594750" y="1840700"/>
              <a:ext cx="12575" cy="12425"/>
            </a:xfrm>
            <a:custGeom>
              <a:avLst/>
              <a:gdLst/>
              <a:ahLst/>
              <a:cxnLst/>
              <a:rect l="l" t="t" r="r" b="b"/>
              <a:pathLst>
                <a:path w="503" h="497" extrusionOk="0">
                  <a:moveTo>
                    <a:pt x="251" y="1"/>
                  </a:moveTo>
                  <a:cubicBezTo>
                    <a:pt x="115" y="1"/>
                    <a:pt x="0" y="109"/>
                    <a:pt x="0" y="245"/>
                  </a:cubicBezTo>
                  <a:cubicBezTo>
                    <a:pt x="0" y="388"/>
                    <a:pt x="115" y="496"/>
                    <a:pt x="251" y="496"/>
                  </a:cubicBezTo>
                  <a:cubicBezTo>
                    <a:pt x="394" y="496"/>
                    <a:pt x="503" y="388"/>
                    <a:pt x="503" y="245"/>
                  </a:cubicBezTo>
                  <a:cubicBezTo>
                    <a:pt x="503" y="109"/>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9" name="Google Shape;8939;p14"/>
            <p:cNvSpPr/>
            <p:nvPr/>
          </p:nvSpPr>
          <p:spPr>
            <a:xfrm>
              <a:off x="1686650" y="18407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0" name="Google Shape;8940;p14"/>
            <p:cNvSpPr/>
            <p:nvPr/>
          </p:nvSpPr>
          <p:spPr>
            <a:xfrm>
              <a:off x="1778450" y="1840700"/>
              <a:ext cx="12550" cy="12425"/>
            </a:xfrm>
            <a:custGeom>
              <a:avLst/>
              <a:gdLst/>
              <a:ahLst/>
              <a:cxnLst/>
              <a:rect l="l" t="t" r="r" b="b"/>
              <a:pathLst>
                <a:path w="502" h="497" extrusionOk="0">
                  <a:moveTo>
                    <a:pt x="252" y="1"/>
                  </a:moveTo>
                  <a:cubicBezTo>
                    <a:pt x="114" y="1"/>
                    <a:pt x="1" y="109"/>
                    <a:pt x="1" y="245"/>
                  </a:cubicBezTo>
                  <a:cubicBezTo>
                    <a:pt x="1" y="388"/>
                    <a:pt x="114" y="496"/>
                    <a:pt x="252" y="496"/>
                  </a:cubicBezTo>
                  <a:cubicBezTo>
                    <a:pt x="388" y="496"/>
                    <a:pt x="501" y="388"/>
                    <a:pt x="501" y="245"/>
                  </a:cubicBezTo>
                  <a:cubicBezTo>
                    <a:pt x="501"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1" name="Google Shape;8941;p14"/>
            <p:cNvSpPr/>
            <p:nvPr/>
          </p:nvSpPr>
          <p:spPr>
            <a:xfrm>
              <a:off x="1870375" y="1840700"/>
              <a:ext cx="12400" cy="12425"/>
            </a:xfrm>
            <a:custGeom>
              <a:avLst/>
              <a:gdLst/>
              <a:ahLst/>
              <a:cxnLst/>
              <a:rect l="l" t="t" r="r" b="b"/>
              <a:pathLst>
                <a:path w="496" h="497" extrusionOk="0">
                  <a:moveTo>
                    <a:pt x="252" y="1"/>
                  </a:moveTo>
                  <a:cubicBezTo>
                    <a:pt x="109" y="1"/>
                    <a:pt x="0" y="109"/>
                    <a:pt x="0" y="245"/>
                  </a:cubicBezTo>
                  <a:cubicBezTo>
                    <a:pt x="0" y="388"/>
                    <a:pt x="109" y="496"/>
                    <a:pt x="252" y="496"/>
                  </a:cubicBezTo>
                  <a:cubicBezTo>
                    <a:pt x="387" y="496"/>
                    <a:pt x="496" y="388"/>
                    <a:pt x="496" y="245"/>
                  </a:cubicBezTo>
                  <a:cubicBezTo>
                    <a:pt x="496"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2" name="Google Shape;8942;p14"/>
            <p:cNvSpPr/>
            <p:nvPr/>
          </p:nvSpPr>
          <p:spPr>
            <a:xfrm>
              <a:off x="1962150" y="1840700"/>
              <a:ext cx="12550" cy="12425"/>
            </a:xfrm>
            <a:custGeom>
              <a:avLst/>
              <a:gdLst/>
              <a:ahLst/>
              <a:cxnLst/>
              <a:rect l="l" t="t" r="r" b="b"/>
              <a:pathLst>
                <a:path w="502" h="497" extrusionOk="0">
                  <a:moveTo>
                    <a:pt x="250" y="1"/>
                  </a:moveTo>
                  <a:cubicBezTo>
                    <a:pt x="114" y="1"/>
                    <a:pt x="1" y="109"/>
                    <a:pt x="1" y="245"/>
                  </a:cubicBezTo>
                  <a:cubicBezTo>
                    <a:pt x="1" y="388"/>
                    <a:pt x="114" y="496"/>
                    <a:pt x="250" y="496"/>
                  </a:cubicBezTo>
                  <a:cubicBezTo>
                    <a:pt x="388" y="496"/>
                    <a:pt x="502" y="388"/>
                    <a:pt x="502" y="245"/>
                  </a:cubicBezTo>
                  <a:cubicBezTo>
                    <a:pt x="502"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3" name="Google Shape;8943;p14"/>
            <p:cNvSpPr/>
            <p:nvPr/>
          </p:nvSpPr>
          <p:spPr>
            <a:xfrm>
              <a:off x="2054075" y="1840700"/>
              <a:ext cx="12425" cy="12425"/>
            </a:xfrm>
            <a:custGeom>
              <a:avLst/>
              <a:gdLst/>
              <a:ahLst/>
              <a:cxnLst/>
              <a:rect l="l" t="t" r="r" b="b"/>
              <a:pathLst>
                <a:path w="497" h="497" extrusionOk="0">
                  <a:moveTo>
                    <a:pt x="252" y="1"/>
                  </a:moveTo>
                  <a:cubicBezTo>
                    <a:pt x="109" y="1"/>
                    <a:pt x="1" y="109"/>
                    <a:pt x="1" y="245"/>
                  </a:cubicBezTo>
                  <a:cubicBezTo>
                    <a:pt x="1" y="388"/>
                    <a:pt x="109" y="496"/>
                    <a:pt x="252" y="496"/>
                  </a:cubicBezTo>
                  <a:cubicBezTo>
                    <a:pt x="388" y="496"/>
                    <a:pt x="496" y="388"/>
                    <a:pt x="496" y="245"/>
                  </a:cubicBezTo>
                  <a:cubicBezTo>
                    <a:pt x="496"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14"/>
            <p:cNvSpPr/>
            <p:nvPr/>
          </p:nvSpPr>
          <p:spPr>
            <a:xfrm>
              <a:off x="2145825" y="18407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14"/>
            <p:cNvSpPr/>
            <p:nvPr/>
          </p:nvSpPr>
          <p:spPr>
            <a:xfrm>
              <a:off x="2237800" y="1840700"/>
              <a:ext cx="12350" cy="12425"/>
            </a:xfrm>
            <a:custGeom>
              <a:avLst/>
              <a:gdLst/>
              <a:ahLst/>
              <a:cxnLst/>
              <a:rect l="l" t="t" r="r" b="b"/>
              <a:pathLst>
                <a:path w="494" h="497" extrusionOk="0">
                  <a:moveTo>
                    <a:pt x="244" y="1"/>
                  </a:moveTo>
                  <a:cubicBezTo>
                    <a:pt x="107" y="1"/>
                    <a:pt x="0" y="109"/>
                    <a:pt x="0" y="245"/>
                  </a:cubicBezTo>
                  <a:cubicBezTo>
                    <a:pt x="0" y="388"/>
                    <a:pt x="107" y="496"/>
                    <a:pt x="244" y="496"/>
                  </a:cubicBezTo>
                  <a:cubicBezTo>
                    <a:pt x="387" y="496"/>
                    <a:pt x="494" y="388"/>
                    <a:pt x="494" y="245"/>
                  </a:cubicBezTo>
                  <a:cubicBezTo>
                    <a:pt x="494" y="109"/>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14"/>
            <p:cNvSpPr/>
            <p:nvPr/>
          </p:nvSpPr>
          <p:spPr>
            <a:xfrm>
              <a:off x="2329550" y="1840700"/>
              <a:ext cx="12575" cy="12425"/>
            </a:xfrm>
            <a:custGeom>
              <a:avLst/>
              <a:gdLst/>
              <a:ahLst/>
              <a:cxnLst/>
              <a:rect l="l" t="t" r="r" b="b"/>
              <a:pathLst>
                <a:path w="503" h="497" extrusionOk="0">
                  <a:moveTo>
                    <a:pt x="251" y="1"/>
                  </a:moveTo>
                  <a:cubicBezTo>
                    <a:pt x="115" y="1"/>
                    <a:pt x="0" y="109"/>
                    <a:pt x="0" y="245"/>
                  </a:cubicBezTo>
                  <a:cubicBezTo>
                    <a:pt x="0" y="388"/>
                    <a:pt x="115" y="496"/>
                    <a:pt x="251" y="496"/>
                  </a:cubicBezTo>
                  <a:cubicBezTo>
                    <a:pt x="387" y="496"/>
                    <a:pt x="502" y="388"/>
                    <a:pt x="502" y="245"/>
                  </a:cubicBezTo>
                  <a:cubicBezTo>
                    <a:pt x="502"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14"/>
            <p:cNvSpPr/>
            <p:nvPr/>
          </p:nvSpPr>
          <p:spPr>
            <a:xfrm>
              <a:off x="2421325" y="1840700"/>
              <a:ext cx="12550" cy="12425"/>
            </a:xfrm>
            <a:custGeom>
              <a:avLst/>
              <a:gdLst/>
              <a:ahLst/>
              <a:cxnLst/>
              <a:rect l="l" t="t" r="r" b="b"/>
              <a:pathLst>
                <a:path w="502" h="497" extrusionOk="0">
                  <a:moveTo>
                    <a:pt x="250" y="1"/>
                  </a:moveTo>
                  <a:cubicBezTo>
                    <a:pt x="114" y="1"/>
                    <a:pt x="1" y="109"/>
                    <a:pt x="1" y="245"/>
                  </a:cubicBezTo>
                  <a:cubicBezTo>
                    <a:pt x="1" y="388"/>
                    <a:pt x="114" y="496"/>
                    <a:pt x="250" y="496"/>
                  </a:cubicBezTo>
                  <a:cubicBezTo>
                    <a:pt x="395" y="496"/>
                    <a:pt x="501" y="388"/>
                    <a:pt x="501" y="245"/>
                  </a:cubicBezTo>
                  <a:cubicBezTo>
                    <a:pt x="501" y="109"/>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14"/>
            <p:cNvSpPr/>
            <p:nvPr/>
          </p:nvSpPr>
          <p:spPr>
            <a:xfrm>
              <a:off x="2513250" y="1840700"/>
              <a:ext cx="12575" cy="12425"/>
            </a:xfrm>
            <a:custGeom>
              <a:avLst/>
              <a:gdLst/>
              <a:ahLst/>
              <a:cxnLst/>
              <a:rect l="l" t="t" r="r" b="b"/>
              <a:pathLst>
                <a:path w="503" h="497" extrusionOk="0">
                  <a:moveTo>
                    <a:pt x="252" y="1"/>
                  </a:moveTo>
                  <a:cubicBezTo>
                    <a:pt x="109" y="1"/>
                    <a:pt x="0" y="109"/>
                    <a:pt x="0" y="245"/>
                  </a:cubicBezTo>
                  <a:cubicBezTo>
                    <a:pt x="0" y="388"/>
                    <a:pt x="109"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14"/>
            <p:cNvSpPr/>
            <p:nvPr/>
          </p:nvSpPr>
          <p:spPr>
            <a:xfrm>
              <a:off x="2605000" y="1840700"/>
              <a:ext cx="12575" cy="12425"/>
            </a:xfrm>
            <a:custGeom>
              <a:avLst/>
              <a:gdLst/>
              <a:ahLst/>
              <a:cxnLst/>
              <a:rect l="l" t="t" r="r" b="b"/>
              <a:pathLst>
                <a:path w="503" h="497" extrusionOk="0">
                  <a:moveTo>
                    <a:pt x="252" y="1"/>
                  </a:moveTo>
                  <a:cubicBezTo>
                    <a:pt x="116" y="1"/>
                    <a:pt x="0" y="109"/>
                    <a:pt x="0" y="245"/>
                  </a:cubicBezTo>
                  <a:cubicBezTo>
                    <a:pt x="0" y="388"/>
                    <a:pt x="116" y="496"/>
                    <a:pt x="252" y="496"/>
                  </a:cubicBezTo>
                  <a:cubicBezTo>
                    <a:pt x="387" y="496"/>
                    <a:pt x="503" y="388"/>
                    <a:pt x="503" y="245"/>
                  </a:cubicBezTo>
                  <a:cubicBezTo>
                    <a:pt x="503"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14"/>
            <p:cNvSpPr/>
            <p:nvPr/>
          </p:nvSpPr>
          <p:spPr>
            <a:xfrm>
              <a:off x="2696950" y="1840700"/>
              <a:ext cx="12375" cy="12425"/>
            </a:xfrm>
            <a:custGeom>
              <a:avLst/>
              <a:gdLst/>
              <a:ahLst/>
              <a:cxnLst/>
              <a:rect l="l" t="t" r="r" b="b"/>
              <a:pathLst>
                <a:path w="495" h="497" extrusionOk="0">
                  <a:moveTo>
                    <a:pt x="252" y="1"/>
                  </a:moveTo>
                  <a:cubicBezTo>
                    <a:pt x="108" y="1"/>
                    <a:pt x="1" y="109"/>
                    <a:pt x="1" y="245"/>
                  </a:cubicBezTo>
                  <a:cubicBezTo>
                    <a:pt x="1" y="388"/>
                    <a:pt x="108" y="496"/>
                    <a:pt x="252" y="496"/>
                  </a:cubicBezTo>
                  <a:cubicBezTo>
                    <a:pt x="388" y="496"/>
                    <a:pt x="495" y="388"/>
                    <a:pt x="495" y="245"/>
                  </a:cubicBezTo>
                  <a:cubicBezTo>
                    <a:pt x="495"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14"/>
            <p:cNvSpPr/>
            <p:nvPr/>
          </p:nvSpPr>
          <p:spPr>
            <a:xfrm>
              <a:off x="2788700" y="18407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2" name="Google Shape;8952;p14"/>
            <p:cNvSpPr/>
            <p:nvPr/>
          </p:nvSpPr>
          <p:spPr>
            <a:xfrm>
              <a:off x="2880675" y="1840700"/>
              <a:ext cx="12375" cy="12425"/>
            </a:xfrm>
            <a:custGeom>
              <a:avLst/>
              <a:gdLst/>
              <a:ahLst/>
              <a:cxnLst/>
              <a:rect l="l" t="t" r="r" b="b"/>
              <a:pathLst>
                <a:path w="495" h="497" extrusionOk="0">
                  <a:moveTo>
                    <a:pt x="243" y="1"/>
                  </a:moveTo>
                  <a:cubicBezTo>
                    <a:pt x="107" y="1"/>
                    <a:pt x="0" y="109"/>
                    <a:pt x="0" y="245"/>
                  </a:cubicBezTo>
                  <a:cubicBezTo>
                    <a:pt x="0" y="388"/>
                    <a:pt x="107" y="496"/>
                    <a:pt x="243" y="496"/>
                  </a:cubicBezTo>
                  <a:cubicBezTo>
                    <a:pt x="387" y="496"/>
                    <a:pt x="494" y="388"/>
                    <a:pt x="494" y="245"/>
                  </a:cubicBezTo>
                  <a:cubicBezTo>
                    <a:pt x="494" y="109"/>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3" name="Google Shape;8953;p14"/>
            <p:cNvSpPr/>
            <p:nvPr/>
          </p:nvSpPr>
          <p:spPr>
            <a:xfrm>
              <a:off x="2972425" y="1840700"/>
              <a:ext cx="12575" cy="12425"/>
            </a:xfrm>
            <a:custGeom>
              <a:avLst/>
              <a:gdLst/>
              <a:ahLst/>
              <a:cxnLst/>
              <a:rect l="l" t="t" r="r" b="b"/>
              <a:pathLst>
                <a:path w="503" h="497" extrusionOk="0">
                  <a:moveTo>
                    <a:pt x="251" y="1"/>
                  </a:moveTo>
                  <a:cubicBezTo>
                    <a:pt x="115" y="1"/>
                    <a:pt x="0" y="109"/>
                    <a:pt x="0" y="245"/>
                  </a:cubicBezTo>
                  <a:cubicBezTo>
                    <a:pt x="0" y="388"/>
                    <a:pt x="115" y="496"/>
                    <a:pt x="251" y="496"/>
                  </a:cubicBezTo>
                  <a:cubicBezTo>
                    <a:pt x="387" y="496"/>
                    <a:pt x="503" y="388"/>
                    <a:pt x="503" y="245"/>
                  </a:cubicBezTo>
                  <a:cubicBezTo>
                    <a:pt x="503"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14"/>
            <p:cNvSpPr/>
            <p:nvPr/>
          </p:nvSpPr>
          <p:spPr>
            <a:xfrm>
              <a:off x="3064375" y="1840700"/>
              <a:ext cx="12375" cy="12425"/>
            </a:xfrm>
            <a:custGeom>
              <a:avLst/>
              <a:gdLst/>
              <a:ahLst/>
              <a:cxnLst/>
              <a:rect l="l" t="t" r="r" b="b"/>
              <a:pathLst>
                <a:path w="495" h="497" extrusionOk="0">
                  <a:moveTo>
                    <a:pt x="243" y="1"/>
                  </a:moveTo>
                  <a:cubicBezTo>
                    <a:pt x="107" y="1"/>
                    <a:pt x="1" y="109"/>
                    <a:pt x="1" y="245"/>
                  </a:cubicBezTo>
                  <a:cubicBezTo>
                    <a:pt x="1" y="388"/>
                    <a:pt x="107" y="496"/>
                    <a:pt x="243" y="496"/>
                  </a:cubicBezTo>
                  <a:cubicBezTo>
                    <a:pt x="388" y="496"/>
                    <a:pt x="495" y="388"/>
                    <a:pt x="495" y="245"/>
                  </a:cubicBezTo>
                  <a:cubicBezTo>
                    <a:pt x="495" y="109"/>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14"/>
            <p:cNvSpPr/>
            <p:nvPr/>
          </p:nvSpPr>
          <p:spPr>
            <a:xfrm>
              <a:off x="3156125" y="18407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14"/>
            <p:cNvSpPr/>
            <p:nvPr/>
          </p:nvSpPr>
          <p:spPr>
            <a:xfrm>
              <a:off x="3247875" y="1840700"/>
              <a:ext cx="12575" cy="12425"/>
            </a:xfrm>
            <a:custGeom>
              <a:avLst/>
              <a:gdLst/>
              <a:ahLst/>
              <a:cxnLst/>
              <a:rect l="l" t="t" r="r" b="b"/>
              <a:pathLst>
                <a:path w="503"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7" name="Google Shape;8957;p14"/>
            <p:cNvSpPr/>
            <p:nvPr/>
          </p:nvSpPr>
          <p:spPr>
            <a:xfrm>
              <a:off x="3339850" y="1840700"/>
              <a:ext cx="12525" cy="12425"/>
            </a:xfrm>
            <a:custGeom>
              <a:avLst/>
              <a:gdLst/>
              <a:ahLst/>
              <a:cxnLst/>
              <a:rect l="l" t="t" r="r" b="b"/>
              <a:pathLst>
                <a:path w="501" h="497" extrusionOk="0">
                  <a:moveTo>
                    <a:pt x="251" y="1"/>
                  </a:moveTo>
                  <a:cubicBezTo>
                    <a:pt x="107" y="1"/>
                    <a:pt x="0" y="109"/>
                    <a:pt x="0" y="245"/>
                  </a:cubicBezTo>
                  <a:cubicBezTo>
                    <a:pt x="0" y="388"/>
                    <a:pt x="107" y="496"/>
                    <a:pt x="251" y="496"/>
                  </a:cubicBezTo>
                  <a:cubicBezTo>
                    <a:pt x="387" y="496"/>
                    <a:pt x="501" y="388"/>
                    <a:pt x="501" y="245"/>
                  </a:cubicBezTo>
                  <a:cubicBezTo>
                    <a:pt x="501"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14"/>
            <p:cNvSpPr/>
            <p:nvPr/>
          </p:nvSpPr>
          <p:spPr>
            <a:xfrm>
              <a:off x="3431575" y="18407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14"/>
            <p:cNvSpPr/>
            <p:nvPr/>
          </p:nvSpPr>
          <p:spPr>
            <a:xfrm>
              <a:off x="3523550" y="1840700"/>
              <a:ext cx="12375" cy="12425"/>
            </a:xfrm>
            <a:custGeom>
              <a:avLst/>
              <a:gdLst/>
              <a:ahLst/>
              <a:cxnLst/>
              <a:rect l="l" t="t" r="r" b="b"/>
              <a:pathLst>
                <a:path w="495" h="497" extrusionOk="0">
                  <a:moveTo>
                    <a:pt x="250" y="1"/>
                  </a:moveTo>
                  <a:cubicBezTo>
                    <a:pt x="107" y="1"/>
                    <a:pt x="0" y="109"/>
                    <a:pt x="0" y="245"/>
                  </a:cubicBezTo>
                  <a:cubicBezTo>
                    <a:pt x="0" y="388"/>
                    <a:pt x="107" y="496"/>
                    <a:pt x="250" y="496"/>
                  </a:cubicBezTo>
                  <a:cubicBezTo>
                    <a:pt x="388" y="496"/>
                    <a:pt x="494" y="388"/>
                    <a:pt x="494" y="245"/>
                  </a:cubicBezTo>
                  <a:cubicBezTo>
                    <a:pt x="494"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0" name="Google Shape;8960;p14"/>
            <p:cNvSpPr/>
            <p:nvPr/>
          </p:nvSpPr>
          <p:spPr>
            <a:xfrm>
              <a:off x="676400" y="19325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1" name="Google Shape;8961;p14"/>
            <p:cNvSpPr/>
            <p:nvPr/>
          </p:nvSpPr>
          <p:spPr>
            <a:xfrm>
              <a:off x="768325" y="1932500"/>
              <a:ext cx="12400" cy="12550"/>
            </a:xfrm>
            <a:custGeom>
              <a:avLst/>
              <a:gdLst/>
              <a:ahLst/>
              <a:cxnLst/>
              <a:rect l="l" t="t" r="r" b="b"/>
              <a:pathLst>
                <a:path w="496" h="502" extrusionOk="0">
                  <a:moveTo>
                    <a:pt x="245" y="1"/>
                  </a:moveTo>
                  <a:cubicBezTo>
                    <a:pt x="109" y="1"/>
                    <a:pt x="0" y="114"/>
                    <a:pt x="0" y="252"/>
                  </a:cubicBezTo>
                  <a:cubicBezTo>
                    <a:pt x="0" y="388"/>
                    <a:pt x="109" y="501"/>
                    <a:pt x="245" y="501"/>
                  </a:cubicBezTo>
                  <a:cubicBezTo>
                    <a:pt x="388" y="501"/>
                    <a:pt x="496" y="388"/>
                    <a:pt x="496" y="252"/>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14"/>
            <p:cNvSpPr/>
            <p:nvPr/>
          </p:nvSpPr>
          <p:spPr>
            <a:xfrm>
              <a:off x="860125" y="1932500"/>
              <a:ext cx="12525" cy="12550"/>
            </a:xfrm>
            <a:custGeom>
              <a:avLst/>
              <a:gdLst/>
              <a:ahLst/>
              <a:cxnLst/>
              <a:rect l="l" t="t" r="r" b="b"/>
              <a:pathLst>
                <a:path w="501" h="502" extrusionOk="0">
                  <a:moveTo>
                    <a:pt x="251" y="1"/>
                  </a:moveTo>
                  <a:cubicBezTo>
                    <a:pt x="114" y="1"/>
                    <a:pt x="0" y="114"/>
                    <a:pt x="0" y="252"/>
                  </a:cubicBezTo>
                  <a:cubicBezTo>
                    <a:pt x="0" y="388"/>
                    <a:pt x="114" y="501"/>
                    <a:pt x="251" y="501"/>
                  </a:cubicBezTo>
                  <a:cubicBezTo>
                    <a:pt x="387" y="501"/>
                    <a:pt x="501" y="388"/>
                    <a:pt x="501" y="252"/>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3" name="Google Shape;8963;p14"/>
            <p:cNvSpPr/>
            <p:nvPr/>
          </p:nvSpPr>
          <p:spPr>
            <a:xfrm>
              <a:off x="951850" y="19325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4" name="Google Shape;8964;p14"/>
            <p:cNvSpPr/>
            <p:nvPr/>
          </p:nvSpPr>
          <p:spPr>
            <a:xfrm>
              <a:off x="1043825" y="1932500"/>
              <a:ext cx="12375" cy="12550"/>
            </a:xfrm>
            <a:custGeom>
              <a:avLst/>
              <a:gdLst/>
              <a:ahLst/>
              <a:cxnLst/>
              <a:rect l="l" t="t" r="r" b="b"/>
              <a:pathLst>
                <a:path w="495" h="502" extrusionOk="0">
                  <a:moveTo>
                    <a:pt x="250" y="1"/>
                  </a:moveTo>
                  <a:cubicBezTo>
                    <a:pt x="107" y="1"/>
                    <a:pt x="0" y="114"/>
                    <a:pt x="0" y="252"/>
                  </a:cubicBezTo>
                  <a:cubicBezTo>
                    <a:pt x="0" y="388"/>
                    <a:pt x="107" y="501"/>
                    <a:pt x="250" y="501"/>
                  </a:cubicBezTo>
                  <a:cubicBezTo>
                    <a:pt x="388" y="501"/>
                    <a:pt x="494" y="388"/>
                    <a:pt x="494" y="252"/>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5" name="Google Shape;8965;p14"/>
            <p:cNvSpPr/>
            <p:nvPr/>
          </p:nvSpPr>
          <p:spPr>
            <a:xfrm>
              <a:off x="1135575" y="1932500"/>
              <a:ext cx="12575" cy="12550"/>
            </a:xfrm>
            <a:custGeom>
              <a:avLst/>
              <a:gdLst/>
              <a:ahLst/>
              <a:cxnLst/>
              <a:rect l="l" t="t" r="r" b="b"/>
              <a:pathLst>
                <a:path w="503" h="502" extrusionOk="0">
                  <a:moveTo>
                    <a:pt x="252" y="1"/>
                  </a:moveTo>
                  <a:cubicBezTo>
                    <a:pt x="116" y="1"/>
                    <a:pt x="0" y="114"/>
                    <a:pt x="0" y="252"/>
                  </a:cubicBezTo>
                  <a:cubicBezTo>
                    <a:pt x="0" y="388"/>
                    <a:pt x="116" y="501"/>
                    <a:pt x="252" y="501"/>
                  </a:cubicBezTo>
                  <a:cubicBezTo>
                    <a:pt x="387" y="501"/>
                    <a:pt x="503" y="388"/>
                    <a:pt x="503" y="252"/>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6" name="Google Shape;8966;p14"/>
            <p:cNvSpPr/>
            <p:nvPr/>
          </p:nvSpPr>
          <p:spPr>
            <a:xfrm>
              <a:off x="1227500" y="1932500"/>
              <a:ext cx="12400" cy="12550"/>
            </a:xfrm>
            <a:custGeom>
              <a:avLst/>
              <a:gdLst/>
              <a:ahLst/>
              <a:cxnLst/>
              <a:rect l="l" t="t" r="r" b="b"/>
              <a:pathLst>
                <a:path w="496" h="502" extrusionOk="0">
                  <a:moveTo>
                    <a:pt x="251" y="1"/>
                  </a:moveTo>
                  <a:cubicBezTo>
                    <a:pt x="109" y="1"/>
                    <a:pt x="0" y="114"/>
                    <a:pt x="0" y="252"/>
                  </a:cubicBezTo>
                  <a:cubicBezTo>
                    <a:pt x="0" y="388"/>
                    <a:pt x="109" y="501"/>
                    <a:pt x="251" y="501"/>
                  </a:cubicBezTo>
                  <a:cubicBezTo>
                    <a:pt x="387" y="501"/>
                    <a:pt x="496" y="388"/>
                    <a:pt x="496" y="252"/>
                  </a:cubicBezTo>
                  <a:cubicBezTo>
                    <a:pt x="496"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7" name="Google Shape;8967;p14"/>
            <p:cNvSpPr/>
            <p:nvPr/>
          </p:nvSpPr>
          <p:spPr>
            <a:xfrm>
              <a:off x="1319275" y="1932500"/>
              <a:ext cx="12550" cy="12550"/>
            </a:xfrm>
            <a:custGeom>
              <a:avLst/>
              <a:gdLst/>
              <a:ahLst/>
              <a:cxnLst/>
              <a:rect l="l" t="t" r="r" b="b"/>
              <a:pathLst>
                <a:path w="502" h="502" extrusionOk="0">
                  <a:moveTo>
                    <a:pt x="252" y="1"/>
                  </a:moveTo>
                  <a:cubicBezTo>
                    <a:pt x="114" y="1"/>
                    <a:pt x="1" y="114"/>
                    <a:pt x="1" y="252"/>
                  </a:cubicBezTo>
                  <a:cubicBezTo>
                    <a:pt x="1" y="388"/>
                    <a:pt x="114" y="501"/>
                    <a:pt x="252" y="501"/>
                  </a:cubicBezTo>
                  <a:cubicBezTo>
                    <a:pt x="388" y="501"/>
                    <a:pt x="501" y="388"/>
                    <a:pt x="501" y="252"/>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14"/>
            <p:cNvSpPr/>
            <p:nvPr/>
          </p:nvSpPr>
          <p:spPr>
            <a:xfrm>
              <a:off x="1411200" y="1932500"/>
              <a:ext cx="12425" cy="12550"/>
            </a:xfrm>
            <a:custGeom>
              <a:avLst/>
              <a:gdLst/>
              <a:ahLst/>
              <a:cxnLst/>
              <a:rect l="l" t="t" r="r" b="b"/>
              <a:pathLst>
                <a:path w="497" h="502" extrusionOk="0">
                  <a:moveTo>
                    <a:pt x="245" y="1"/>
                  </a:moveTo>
                  <a:cubicBezTo>
                    <a:pt x="109" y="1"/>
                    <a:pt x="1" y="114"/>
                    <a:pt x="1" y="252"/>
                  </a:cubicBezTo>
                  <a:cubicBezTo>
                    <a:pt x="1" y="388"/>
                    <a:pt x="109" y="501"/>
                    <a:pt x="245" y="501"/>
                  </a:cubicBezTo>
                  <a:cubicBezTo>
                    <a:pt x="388" y="501"/>
                    <a:pt x="496" y="388"/>
                    <a:pt x="496" y="252"/>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9" name="Google Shape;8969;p14"/>
            <p:cNvSpPr/>
            <p:nvPr/>
          </p:nvSpPr>
          <p:spPr>
            <a:xfrm>
              <a:off x="1503000" y="1932500"/>
              <a:ext cx="12525" cy="12550"/>
            </a:xfrm>
            <a:custGeom>
              <a:avLst/>
              <a:gdLst/>
              <a:ahLst/>
              <a:cxnLst/>
              <a:rect l="l" t="t" r="r" b="b"/>
              <a:pathLst>
                <a:path w="501" h="502" extrusionOk="0">
                  <a:moveTo>
                    <a:pt x="250" y="1"/>
                  </a:moveTo>
                  <a:cubicBezTo>
                    <a:pt x="114" y="1"/>
                    <a:pt x="0" y="114"/>
                    <a:pt x="0" y="252"/>
                  </a:cubicBezTo>
                  <a:cubicBezTo>
                    <a:pt x="0" y="388"/>
                    <a:pt x="114" y="501"/>
                    <a:pt x="250" y="501"/>
                  </a:cubicBezTo>
                  <a:cubicBezTo>
                    <a:pt x="387" y="501"/>
                    <a:pt x="501" y="388"/>
                    <a:pt x="501" y="252"/>
                  </a:cubicBezTo>
                  <a:cubicBezTo>
                    <a:pt x="501" y="114"/>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14"/>
            <p:cNvSpPr/>
            <p:nvPr/>
          </p:nvSpPr>
          <p:spPr>
            <a:xfrm>
              <a:off x="1594750" y="1932500"/>
              <a:ext cx="12575" cy="12550"/>
            </a:xfrm>
            <a:custGeom>
              <a:avLst/>
              <a:gdLst/>
              <a:ahLst/>
              <a:cxnLst/>
              <a:rect l="l" t="t" r="r" b="b"/>
              <a:pathLst>
                <a:path w="503" h="502" extrusionOk="0">
                  <a:moveTo>
                    <a:pt x="251" y="1"/>
                  </a:moveTo>
                  <a:cubicBezTo>
                    <a:pt x="115" y="1"/>
                    <a:pt x="0" y="114"/>
                    <a:pt x="0" y="252"/>
                  </a:cubicBezTo>
                  <a:cubicBezTo>
                    <a:pt x="0" y="388"/>
                    <a:pt x="115" y="501"/>
                    <a:pt x="251" y="501"/>
                  </a:cubicBezTo>
                  <a:cubicBezTo>
                    <a:pt x="394" y="501"/>
                    <a:pt x="503" y="388"/>
                    <a:pt x="503" y="252"/>
                  </a:cubicBezTo>
                  <a:cubicBezTo>
                    <a:pt x="503" y="114"/>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14"/>
            <p:cNvSpPr/>
            <p:nvPr/>
          </p:nvSpPr>
          <p:spPr>
            <a:xfrm>
              <a:off x="1686650" y="19325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2" name="Google Shape;8972;p14"/>
            <p:cNvSpPr/>
            <p:nvPr/>
          </p:nvSpPr>
          <p:spPr>
            <a:xfrm>
              <a:off x="1778450" y="1932500"/>
              <a:ext cx="12550" cy="12550"/>
            </a:xfrm>
            <a:custGeom>
              <a:avLst/>
              <a:gdLst/>
              <a:ahLst/>
              <a:cxnLst/>
              <a:rect l="l" t="t" r="r" b="b"/>
              <a:pathLst>
                <a:path w="502" h="502" extrusionOk="0">
                  <a:moveTo>
                    <a:pt x="252" y="1"/>
                  </a:moveTo>
                  <a:cubicBezTo>
                    <a:pt x="114" y="1"/>
                    <a:pt x="1" y="114"/>
                    <a:pt x="1" y="252"/>
                  </a:cubicBezTo>
                  <a:cubicBezTo>
                    <a:pt x="1" y="388"/>
                    <a:pt x="114" y="501"/>
                    <a:pt x="252" y="501"/>
                  </a:cubicBezTo>
                  <a:cubicBezTo>
                    <a:pt x="388" y="501"/>
                    <a:pt x="501" y="388"/>
                    <a:pt x="501" y="252"/>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3" name="Google Shape;8973;p14"/>
            <p:cNvSpPr/>
            <p:nvPr/>
          </p:nvSpPr>
          <p:spPr>
            <a:xfrm>
              <a:off x="1870375" y="1932500"/>
              <a:ext cx="12400" cy="12550"/>
            </a:xfrm>
            <a:custGeom>
              <a:avLst/>
              <a:gdLst/>
              <a:ahLst/>
              <a:cxnLst/>
              <a:rect l="l" t="t" r="r" b="b"/>
              <a:pathLst>
                <a:path w="496" h="502" extrusionOk="0">
                  <a:moveTo>
                    <a:pt x="252" y="1"/>
                  </a:moveTo>
                  <a:cubicBezTo>
                    <a:pt x="109" y="1"/>
                    <a:pt x="0" y="114"/>
                    <a:pt x="0" y="252"/>
                  </a:cubicBezTo>
                  <a:cubicBezTo>
                    <a:pt x="0" y="388"/>
                    <a:pt x="109" y="501"/>
                    <a:pt x="252" y="501"/>
                  </a:cubicBezTo>
                  <a:cubicBezTo>
                    <a:pt x="387" y="501"/>
                    <a:pt x="496" y="388"/>
                    <a:pt x="496" y="252"/>
                  </a:cubicBezTo>
                  <a:cubicBezTo>
                    <a:pt x="496"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14"/>
            <p:cNvSpPr/>
            <p:nvPr/>
          </p:nvSpPr>
          <p:spPr>
            <a:xfrm>
              <a:off x="1962150" y="1932500"/>
              <a:ext cx="12550" cy="12550"/>
            </a:xfrm>
            <a:custGeom>
              <a:avLst/>
              <a:gdLst/>
              <a:ahLst/>
              <a:cxnLst/>
              <a:rect l="l" t="t" r="r" b="b"/>
              <a:pathLst>
                <a:path w="502" h="502" extrusionOk="0">
                  <a:moveTo>
                    <a:pt x="250" y="1"/>
                  </a:moveTo>
                  <a:cubicBezTo>
                    <a:pt x="114" y="1"/>
                    <a:pt x="1" y="114"/>
                    <a:pt x="1" y="252"/>
                  </a:cubicBezTo>
                  <a:cubicBezTo>
                    <a:pt x="1" y="388"/>
                    <a:pt x="114" y="501"/>
                    <a:pt x="250" y="501"/>
                  </a:cubicBezTo>
                  <a:cubicBezTo>
                    <a:pt x="388" y="501"/>
                    <a:pt x="502" y="388"/>
                    <a:pt x="502" y="252"/>
                  </a:cubicBezTo>
                  <a:cubicBezTo>
                    <a:pt x="502"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14"/>
            <p:cNvSpPr/>
            <p:nvPr/>
          </p:nvSpPr>
          <p:spPr>
            <a:xfrm>
              <a:off x="2054075" y="1932500"/>
              <a:ext cx="12425" cy="12550"/>
            </a:xfrm>
            <a:custGeom>
              <a:avLst/>
              <a:gdLst/>
              <a:ahLst/>
              <a:cxnLst/>
              <a:rect l="l" t="t" r="r" b="b"/>
              <a:pathLst>
                <a:path w="497" h="502" extrusionOk="0">
                  <a:moveTo>
                    <a:pt x="252" y="1"/>
                  </a:moveTo>
                  <a:cubicBezTo>
                    <a:pt x="109" y="1"/>
                    <a:pt x="1" y="114"/>
                    <a:pt x="1" y="252"/>
                  </a:cubicBezTo>
                  <a:cubicBezTo>
                    <a:pt x="1" y="388"/>
                    <a:pt x="109" y="501"/>
                    <a:pt x="252" y="501"/>
                  </a:cubicBezTo>
                  <a:cubicBezTo>
                    <a:pt x="388" y="501"/>
                    <a:pt x="496" y="388"/>
                    <a:pt x="496" y="252"/>
                  </a:cubicBezTo>
                  <a:cubicBezTo>
                    <a:pt x="496"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14"/>
            <p:cNvSpPr/>
            <p:nvPr/>
          </p:nvSpPr>
          <p:spPr>
            <a:xfrm>
              <a:off x="2145825" y="19325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14"/>
            <p:cNvSpPr/>
            <p:nvPr/>
          </p:nvSpPr>
          <p:spPr>
            <a:xfrm>
              <a:off x="2237800" y="1932500"/>
              <a:ext cx="12350" cy="12550"/>
            </a:xfrm>
            <a:custGeom>
              <a:avLst/>
              <a:gdLst/>
              <a:ahLst/>
              <a:cxnLst/>
              <a:rect l="l" t="t" r="r" b="b"/>
              <a:pathLst>
                <a:path w="494" h="502" extrusionOk="0">
                  <a:moveTo>
                    <a:pt x="244" y="1"/>
                  </a:moveTo>
                  <a:cubicBezTo>
                    <a:pt x="107" y="1"/>
                    <a:pt x="0" y="114"/>
                    <a:pt x="0" y="252"/>
                  </a:cubicBezTo>
                  <a:cubicBezTo>
                    <a:pt x="0" y="388"/>
                    <a:pt x="107" y="501"/>
                    <a:pt x="244" y="501"/>
                  </a:cubicBezTo>
                  <a:cubicBezTo>
                    <a:pt x="387" y="501"/>
                    <a:pt x="494" y="388"/>
                    <a:pt x="494" y="252"/>
                  </a:cubicBezTo>
                  <a:cubicBezTo>
                    <a:pt x="494" y="114"/>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14"/>
            <p:cNvSpPr/>
            <p:nvPr/>
          </p:nvSpPr>
          <p:spPr>
            <a:xfrm>
              <a:off x="2329550" y="1932500"/>
              <a:ext cx="12575" cy="12550"/>
            </a:xfrm>
            <a:custGeom>
              <a:avLst/>
              <a:gdLst/>
              <a:ahLst/>
              <a:cxnLst/>
              <a:rect l="l" t="t" r="r" b="b"/>
              <a:pathLst>
                <a:path w="503" h="502" extrusionOk="0">
                  <a:moveTo>
                    <a:pt x="251" y="1"/>
                  </a:moveTo>
                  <a:cubicBezTo>
                    <a:pt x="115" y="1"/>
                    <a:pt x="0" y="114"/>
                    <a:pt x="0" y="252"/>
                  </a:cubicBezTo>
                  <a:cubicBezTo>
                    <a:pt x="0" y="388"/>
                    <a:pt x="115" y="501"/>
                    <a:pt x="251" y="501"/>
                  </a:cubicBezTo>
                  <a:cubicBezTo>
                    <a:pt x="387" y="501"/>
                    <a:pt x="502" y="388"/>
                    <a:pt x="502" y="252"/>
                  </a:cubicBezTo>
                  <a:cubicBezTo>
                    <a:pt x="502"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14"/>
            <p:cNvSpPr/>
            <p:nvPr/>
          </p:nvSpPr>
          <p:spPr>
            <a:xfrm>
              <a:off x="2421325" y="1932500"/>
              <a:ext cx="12550" cy="12550"/>
            </a:xfrm>
            <a:custGeom>
              <a:avLst/>
              <a:gdLst/>
              <a:ahLst/>
              <a:cxnLst/>
              <a:rect l="l" t="t" r="r" b="b"/>
              <a:pathLst>
                <a:path w="502" h="502" extrusionOk="0">
                  <a:moveTo>
                    <a:pt x="250" y="1"/>
                  </a:moveTo>
                  <a:cubicBezTo>
                    <a:pt x="114" y="1"/>
                    <a:pt x="1" y="114"/>
                    <a:pt x="1" y="252"/>
                  </a:cubicBezTo>
                  <a:cubicBezTo>
                    <a:pt x="1" y="388"/>
                    <a:pt x="114" y="501"/>
                    <a:pt x="250" y="501"/>
                  </a:cubicBezTo>
                  <a:cubicBezTo>
                    <a:pt x="395" y="501"/>
                    <a:pt x="501" y="388"/>
                    <a:pt x="501" y="252"/>
                  </a:cubicBezTo>
                  <a:cubicBezTo>
                    <a:pt x="501" y="114"/>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0" name="Google Shape;8980;p14"/>
            <p:cNvSpPr/>
            <p:nvPr/>
          </p:nvSpPr>
          <p:spPr>
            <a:xfrm>
              <a:off x="2513250" y="1932500"/>
              <a:ext cx="12575" cy="12550"/>
            </a:xfrm>
            <a:custGeom>
              <a:avLst/>
              <a:gdLst/>
              <a:ahLst/>
              <a:cxnLst/>
              <a:rect l="l" t="t" r="r" b="b"/>
              <a:pathLst>
                <a:path w="503" h="502" extrusionOk="0">
                  <a:moveTo>
                    <a:pt x="252" y="1"/>
                  </a:moveTo>
                  <a:cubicBezTo>
                    <a:pt x="109" y="1"/>
                    <a:pt x="0" y="114"/>
                    <a:pt x="0" y="252"/>
                  </a:cubicBezTo>
                  <a:cubicBezTo>
                    <a:pt x="0" y="388"/>
                    <a:pt x="109"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14"/>
            <p:cNvSpPr/>
            <p:nvPr/>
          </p:nvSpPr>
          <p:spPr>
            <a:xfrm>
              <a:off x="2605000" y="1932500"/>
              <a:ext cx="12575" cy="12550"/>
            </a:xfrm>
            <a:custGeom>
              <a:avLst/>
              <a:gdLst/>
              <a:ahLst/>
              <a:cxnLst/>
              <a:rect l="l" t="t" r="r" b="b"/>
              <a:pathLst>
                <a:path w="503" h="502" extrusionOk="0">
                  <a:moveTo>
                    <a:pt x="252" y="1"/>
                  </a:moveTo>
                  <a:cubicBezTo>
                    <a:pt x="116" y="1"/>
                    <a:pt x="0" y="114"/>
                    <a:pt x="0" y="252"/>
                  </a:cubicBezTo>
                  <a:cubicBezTo>
                    <a:pt x="0" y="388"/>
                    <a:pt x="116" y="501"/>
                    <a:pt x="252" y="501"/>
                  </a:cubicBezTo>
                  <a:cubicBezTo>
                    <a:pt x="387" y="501"/>
                    <a:pt x="503" y="388"/>
                    <a:pt x="503" y="252"/>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14"/>
            <p:cNvSpPr/>
            <p:nvPr/>
          </p:nvSpPr>
          <p:spPr>
            <a:xfrm>
              <a:off x="2696950" y="1932500"/>
              <a:ext cx="12375" cy="12550"/>
            </a:xfrm>
            <a:custGeom>
              <a:avLst/>
              <a:gdLst/>
              <a:ahLst/>
              <a:cxnLst/>
              <a:rect l="l" t="t" r="r" b="b"/>
              <a:pathLst>
                <a:path w="495" h="502" extrusionOk="0">
                  <a:moveTo>
                    <a:pt x="252" y="1"/>
                  </a:moveTo>
                  <a:cubicBezTo>
                    <a:pt x="108" y="1"/>
                    <a:pt x="1" y="114"/>
                    <a:pt x="1" y="252"/>
                  </a:cubicBezTo>
                  <a:cubicBezTo>
                    <a:pt x="1" y="388"/>
                    <a:pt x="108" y="501"/>
                    <a:pt x="252" y="501"/>
                  </a:cubicBezTo>
                  <a:cubicBezTo>
                    <a:pt x="388" y="501"/>
                    <a:pt x="495" y="388"/>
                    <a:pt x="495" y="252"/>
                  </a:cubicBezTo>
                  <a:cubicBezTo>
                    <a:pt x="495"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14"/>
            <p:cNvSpPr/>
            <p:nvPr/>
          </p:nvSpPr>
          <p:spPr>
            <a:xfrm>
              <a:off x="2788700" y="19325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14"/>
            <p:cNvSpPr/>
            <p:nvPr/>
          </p:nvSpPr>
          <p:spPr>
            <a:xfrm>
              <a:off x="2880675" y="1932500"/>
              <a:ext cx="12375" cy="12550"/>
            </a:xfrm>
            <a:custGeom>
              <a:avLst/>
              <a:gdLst/>
              <a:ahLst/>
              <a:cxnLst/>
              <a:rect l="l" t="t" r="r" b="b"/>
              <a:pathLst>
                <a:path w="495" h="502" extrusionOk="0">
                  <a:moveTo>
                    <a:pt x="243" y="1"/>
                  </a:moveTo>
                  <a:cubicBezTo>
                    <a:pt x="107" y="1"/>
                    <a:pt x="0" y="114"/>
                    <a:pt x="0" y="252"/>
                  </a:cubicBezTo>
                  <a:cubicBezTo>
                    <a:pt x="0" y="388"/>
                    <a:pt x="107" y="501"/>
                    <a:pt x="243" y="501"/>
                  </a:cubicBezTo>
                  <a:cubicBezTo>
                    <a:pt x="387" y="501"/>
                    <a:pt x="494" y="388"/>
                    <a:pt x="494" y="252"/>
                  </a:cubicBezTo>
                  <a:cubicBezTo>
                    <a:pt x="494" y="114"/>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5" name="Google Shape;8985;p14"/>
            <p:cNvSpPr/>
            <p:nvPr/>
          </p:nvSpPr>
          <p:spPr>
            <a:xfrm>
              <a:off x="2972425" y="1932500"/>
              <a:ext cx="12575" cy="12550"/>
            </a:xfrm>
            <a:custGeom>
              <a:avLst/>
              <a:gdLst/>
              <a:ahLst/>
              <a:cxnLst/>
              <a:rect l="l" t="t" r="r" b="b"/>
              <a:pathLst>
                <a:path w="503" h="502" extrusionOk="0">
                  <a:moveTo>
                    <a:pt x="251" y="1"/>
                  </a:moveTo>
                  <a:cubicBezTo>
                    <a:pt x="115" y="1"/>
                    <a:pt x="0" y="114"/>
                    <a:pt x="0" y="252"/>
                  </a:cubicBezTo>
                  <a:cubicBezTo>
                    <a:pt x="0" y="388"/>
                    <a:pt x="115" y="501"/>
                    <a:pt x="251" y="501"/>
                  </a:cubicBezTo>
                  <a:cubicBezTo>
                    <a:pt x="387" y="501"/>
                    <a:pt x="503" y="388"/>
                    <a:pt x="503" y="252"/>
                  </a:cubicBezTo>
                  <a:cubicBezTo>
                    <a:pt x="503"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6" name="Google Shape;8986;p14"/>
            <p:cNvSpPr/>
            <p:nvPr/>
          </p:nvSpPr>
          <p:spPr>
            <a:xfrm>
              <a:off x="3064375" y="1932500"/>
              <a:ext cx="12375" cy="12550"/>
            </a:xfrm>
            <a:custGeom>
              <a:avLst/>
              <a:gdLst/>
              <a:ahLst/>
              <a:cxnLst/>
              <a:rect l="l" t="t" r="r" b="b"/>
              <a:pathLst>
                <a:path w="495" h="502" extrusionOk="0">
                  <a:moveTo>
                    <a:pt x="243" y="1"/>
                  </a:moveTo>
                  <a:cubicBezTo>
                    <a:pt x="107" y="1"/>
                    <a:pt x="1" y="114"/>
                    <a:pt x="1" y="252"/>
                  </a:cubicBezTo>
                  <a:cubicBezTo>
                    <a:pt x="1" y="388"/>
                    <a:pt x="107" y="501"/>
                    <a:pt x="243" y="501"/>
                  </a:cubicBezTo>
                  <a:cubicBezTo>
                    <a:pt x="388" y="501"/>
                    <a:pt x="495" y="388"/>
                    <a:pt x="495" y="252"/>
                  </a:cubicBezTo>
                  <a:cubicBezTo>
                    <a:pt x="495" y="114"/>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7" name="Google Shape;8987;p14"/>
            <p:cNvSpPr/>
            <p:nvPr/>
          </p:nvSpPr>
          <p:spPr>
            <a:xfrm>
              <a:off x="3156125" y="19325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8" name="Google Shape;8988;p14"/>
            <p:cNvSpPr/>
            <p:nvPr/>
          </p:nvSpPr>
          <p:spPr>
            <a:xfrm>
              <a:off x="3247875" y="1932500"/>
              <a:ext cx="12575" cy="12550"/>
            </a:xfrm>
            <a:custGeom>
              <a:avLst/>
              <a:gdLst/>
              <a:ahLst/>
              <a:cxnLst/>
              <a:rect l="l" t="t" r="r" b="b"/>
              <a:pathLst>
                <a:path w="503"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14"/>
            <p:cNvSpPr/>
            <p:nvPr/>
          </p:nvSpPr>
          <p:spPr>
            <a:xfrm>
              <a:off x="3339850" y="1932500"/>
              <a:ext cx="12525" cy="12550"/>
            </a:xfrm>
            <a:custGeom>
              <a:avLst/>
              <a:gdLst/>
              <a:ahLst/>
              <a:cxnLst/>
              <a:rect l="l" t="t" r="r" b="b"/>
              <a:pathLst>
                <a:path w="501" h="502" extrusionOk="0">
                  <a:moveTo>
                    <a:pt x="251" y="1"/>
                  </a:moveTo>
                  <a:cubicBezTo>
                    <a:pt x="107" y="1"/>
                    <a:pt x="0" y="114"/>
                    <a:pt x="0" y="252"/>
                  </a:cubicBezTo>
                  <a:cubicBezTo>
                    <a:pt x="0" y="388"/>
                    <a:pt x="107" y="501"/>
                    <a:pt x="251" y="501"/>
                  </a:cubicBezTo>
                  <a:cubicBezTo>
                    <a:pt x="387" y="501"/>
                    <a:pt x="501" y="388"/>
                    <a:pt x="501" y="252"/>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14"/>
            <p:cNvSpPr/>
            <p:nvPr/>
          </p:nvSpPr>
          <p:spPr>
            <a:xfrm>
              <a:off x="3431575" y="19325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14"/>
            <p:cNvSpPr/>
            <p:nvPr/>
          </p:nvSpPr>
          <p:spPr>
            <a:xfrm>
              <a:off x="3523550" y="1932500"/>
              <a:ext cx="12375" cy="12550"/>
            </a:xfrm>
            <a:custGeom>
              <a:avLst/>
              <a:gdLst/>
              <a:ahLst/>
              <a:cxnLst/>
              <a:rect l="l" t="t" r="r" b="b"/>
              <a:pathLst>
                <a:path w="495" h="502" extrusionOk="0">
                  <a:moveTo>
                    <a:pt x="250" y="1"/>
                  </a:moveTo>
                  <a:cubicBezTo>
                    <a:pt x="107" y="1"/>
                    <a:pt x="0" y="114"/>
                    <a:pt x="0" y="252"/>
                  </a:cubicBezTo>
                  <a:cubicBezTo>
                    <a:pt x="0" y="388"/>
                    <a:pt x="107" y="501"/>
                    <a:pt x="250" y="501"/>
                  </a:cubicBezTo>
                  <a:cubicBezTo>
                    <a:pt x="388" y="501"/>
                    <a:pt x="494" y="388"/>
                    <a:pt x="494" y="252"/>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2" name="Google Shape;8992;p14"/>
            <p:cNvSpPr/>
            <p:nvPr/>
          </p:nvSpPr>
          <p:spPr>
            <a:xfrm>
              <a:off x="676400" y="20244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3" name="Google Shape;8993;p14"/>
            <p:cNvSpPr/>
            <p:nvPr/>
          </p:nvSpPr>
          <p:spPr>
            <a:xfrm>
              <a:off x="768325" y="2024425"/>
              <a:ext cx="12400" cy="12400"/>
            </a:xfrm>
            <a:custGeom>
              <a:avLst/>
              <a:gdLst/>
              <a:ahLst/>
              <a:cxnLst/>
              <a:rect l="l" t="t" r="r" b="b"/>
              <a:pathLst>
                <a:path w="496" h="496" extrusionOk="0">
                  <a:moveTo>
                    <a:pt x="245" y="0"/>
                  </a:moveTo>
                  <a:cubicBezTo>
                    <a:pt x="109" y="0"/>
                    <a:pt x="0" y="109"/>
                    <a:pt x="0" y="245"/>
                  </a:cubicBezTo>
                  <a:cubicBezTo>
                    <a:pt x="0" y="388"/>
                    <a:pt x="109" y="496"/>
                    <a:pt x="245" y="496"/>
                  </a:cubicBezTo>
                  <a:cubicBezTo>
                    <a:pt x="388" y="496"/>
                    <a:pt x="496" y="388"/>
                    <a:pt x="496" y="245"/>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14"/>
            <p:cNvSpPr/>
            <p:nvPr/>
          </p:nvSpPr>
          <p:spPr>
            <a:xfrm>
              <a:off x="860125" y="2024425"/>
              <a:ext cx="12525" cy="12400"/>
            </a:xfrm>
            <a:custGeom>
              <a:avLst/>
              <a:gdLst/>
              <a:ahLst/>
              <a:cxnLst/>
              <a:rect l="l" t="t" r="r" b="b"/>
              <a:pathLst>
                <a:path w="501" h="496" extrusionOk="0">
                  <a:moveTo>
                    <a:pt x="251" y="0"/>
                  </a:moveTo>
                  <a:cubicBezTo>
                    <a:pt x="114" y="0"/>
                    <a:pt x="0" y="109"/>
                    <a:pt x="0" y="245"/>
                  </a:cubicBezTo>
                  <a:cubicBezTo>
                    <a:pt x="0" y="388"/>
                    <a:pt x="114" y="496"/>
                    <a:pt x="251" y="496"/>
                  </a:cubicBezTo>
                  <a:cubicBezTo>
                    <a:pt x="387" y="496"/>
                    <a:pt x="501" y="388"/>
                    <a:pt x="501" y="245"/>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14"/>
            <p:cNvSpPr/>
            <p:nvPr/>
          </p:nvSpPr>
          <p:spPr>
            <a:xfrm>
              <a:off x="951850" y="20244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14"/>
            <p:cNvSpPr/>
            <p:nvPr/>
          </p:nvSpPr>
          <p:spPr>
            <a:xfrm>
              <a:off x="1043825" y="2024425"/>
              <a:ext cx="12375" cy="12400"/>
            </a:xfrm>
            <a:custGeom>
              <a:avLst/>
              <a:gdLst/>
              <a:ahLst/>
              <a:cxnLst/>
              <a:rect l="l" t="t" r="r" b="b"/>
              <a:pathLst>
                <a:path w="495" h="496" extrusionOk="0">
                  <a:moveTo>
                    <a:pt x="250" y="0"/>
                  </a:moveTo>
                  <a:cubicBezTo>
                    <a:pt x="107" y="0"/>
                    <a:pt x="0" y="109"/>
                    <a:pt x="0" y="245"/>
                  </a:cubicBezTo>
                  <a:cubicBezTo>
                    <a:pt x="0" y="388"/>
                    <a:pt x="107" y="496"/>
                    <a:pt x="250" y="496"/>
                  </a:cubicBezTo>
                  <a:cubicBezTo>
                    <a:pt x="388" y="496"/>
                    <a:pt x="494" y="388"/>
                    <a:pt x="494" y="245"/>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14"/>
            <p:cNvSpPr/>
            <p:nvPr/>
          </p:nvSpPr>
          <p:spPr>
            <a:xfrm>
              <a:off x="1135575" y="2024425"/>
              <a:ext cx="12575" cy="12400"/>
            </a:xfrm>
            <a:custGeom>
              <a:avLst/>
              <a:gdLst/>
              <a:ahLst/>
              <a:cxnLst/>
              <a:rect l="l" t="t" r="r" b="b"/>
              <a:pathLst>
                <a:path w="503" h="496" extrusionOk="0">
                  <a:moveTo>
                    <a:pt x="252" y="0"/>
                  </a:moveTo>
                  <a:cubicBezTo>
                    <a:pt x="116" y="0"/>
                    <a:pt x="0" y="109"/>
                    <a:pt x="0" y="245"/>
                  </a:cubicBezTo>
                  <a:cubicBezTo>
                    <a:pt x="0" y="388"/>
                    <a:pt x="116" y="496"/>
                    <a:pt x="252" y="496"/>
                  </a:cubicBezTo>
                  <a:cubicBezTo>
                    <a:pt x="387" y="496"/>
                    <a:pt x="503" y="388"/>
                    <a:pt x="503" y="245"/>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8" name="Google Shape;8998;p14"/>
            <p:cNvSpPr/>
            <p:nvPr/>
          </p:nvSpPr>
          <p:spPr>
            <a:xfrm>
              <a:off x="1227500" y="2024425"/>
              <a:ext cx="12400" cy="12400"/>
            </a:xfrm>
            <a:custGeom>
              <a:avLst/>
              <a:gdLst/>
              <a:ahLst/>
              <a:cxnLst/>
              <a:rect l="l" t="t" r="r" b="b"/>
              <a:pathLst>
                <a:path w="496" h="496" extrusionOk="0">
                  <a:moveTo>
                    <a:pt x="251" y="0"/>
                  </a:moveTo>
                  <a:cubicBezTo>
                    <a:pt x="109" y="0"/>
                    <a:pt x="0" y="109"/>
                    <a:pt x="0" y="245"/>
                  </a:cubicBezTo>
                  <a:cubicBezTo>
                    <a:pt x="0" y="388"/>
                    <a:pt x="109" y="496"/>
                    <a:pt x="251" y="496"/>
                  </a:cubicBezTo>
                  <a:cubicBezTo>
                    <a:pt x="387" y="496"/>
                    <a:pt x="496" y="388"/>
                    <a:pt x="496" y="245"/>
                  </a:cubicBezTo>
                  <a:cubicBezTo>
                    <a:pt x="496"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14"/>
            <p:cNvSpPr/>
            <p:nvPr/>
          </p:nvSpPr>
          <p:spPr>
            <a:xfrm>
              <a:off x="1319275" y="2024425"/>
              <a:ext cx="12550" cy="12400"/>
            </a:xfrm>
            <a:custGeom>
              <a:avLst/>
              <a:gdLst/>
              <a:ahLst/>
              <a:cxnLst/>
              <a:rect l="l" t="t" r="r" b="b"/>
              <a:pathLst>
                <a:path w="502" h="496" extrusionOk="0">
                  <a:moveTo>
                    <a:pt x="252" y="0"/>
                  </a:moveTo>
                  <a:cubicBezTo>
                    <a:pt x="114" y="0"/>
                    <a:pt x="1" y="109"/>
                    <a:pt x="1" y="245"/>
                  </a:cubicBezTo>
                  <a:cubicBezTo>
                    <a:pt x="1" y="388"/>
                    <a:pt x="114" y="496"/>
                    <a:pt x="252" y="496"/>
                  </a:cubicBezTo>
                  <a:cubicBezTo>
                    <a:pt x="388" y="496"/>
                    <a:pt x="501" y="388"/>
                    <a:pt x="501" y="245"/>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14"/>
            <p:cNvSpPr/>
            <p:nvPr/>
          </p:nvSpPr>
          <p:spPr>
            <a:xfrm>
              <a:off x="1411200" y="2024425"/>
              <a:ext cx="12425" cy="12400"/>
            </a:xfrm>
            <a:custGeom>
              <a:avLst/>
              <a:gdLst/>
              <a:ahLst/>
              <a:cxnLst/>
              <a:rect l="l" t="t" r="r" b="b"/>
              <a:pathLst>
                <a:path w="497" h="496" extrusionOk="0">
                  <a:moveTo>
                    <a:pt x="245" y="0"/>
                  </a:moveTo>
                  <a:cubicBezTo>
                    <a:pt x="109" y="0"/>
                    <a:pt x="1" y="109"/>
                    <a:pt x="1" y="245"/>
                  </a:cubicBezTo>
                  <a:cubicBezTo>
                    <a:pt x="1" y="388"/>
                    <a:pt x="109" y="496"/>
                    <a:pt x="245" y="496"/>
                  </a:cubicBezTo>
                  <a:cubicBezTo>
                    <a:pt x="388" y="496"/>
                    <a:pt x="496" y="388"/>
                    <a:pt x="496" y="245"/>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14"/>
            <p:cNvSpPr/>
            <p:nvPr/>
          </p:nvSpPr>
          <p:spPr>
            <a:xfrm>
              <a:off x="1503000" y="2024425"/>
              <a:ext cx="12525" cy="12400"/>
            </a:xfrm>
            <a:custGeom>
              <a:avLst/>
              <a:gdLst/>
              <a:ahLst/>
              <a:cxnLst/>
              <a:rect l="l" t="t" r="r" b="b"/>
              <a:pathLst>
                <a:path w="501" h="496" extrusionOk="0">
                  <a:moveTo>
                    <a:pt x="250" y="0"/>
                  </a:moveTo>
                  <a:cubicBezTo>
                    <a:pt x="114" y="0"/>
                    <a:pt x="0" y="109"/>
                    <a:pt x="0" y="245"/>
                  </a:cubicBezTo>
                  <a:cubicBezTo>
                    <a:pt x="0" y="388"/>
                    <a:pt x="114" y="496"/>
                    <a:pt x="250" y="496"/>
                  </a:cubicBezTo>
                  <a:cubicBezTo>
                    <a:pt x="387" y="496"/>
                    <a:pt x="501" y="388"/>
                    <a:pt x="501" y="245"/>
                  </a:cubicBezTo>
                  <a:cubicBezTo>
                    <a:pt x="501" y="109"/>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14"/>
            <p:cNvSpPr/>
            <p:nvPr/>
          </p:nvSpPr>
          <p:spPr>
            <a:xfrm>
              <a:off x="1594750" y="2024425"/>
              <a:ext cx="12575" cy="12400"/>
            </a:xfrm>
            <a:custGeom>
              <a:avLst/>
              <a:gdLst/>
              <a:ahLst/>
              <a:cxnLst/>
              <a:rect l="l" t="t" r="r" b="b"/>
              <a:pathLst>
                <a:path w="503" h="496" extrusionOk="0">
                  <a:moveTo>
                    <a:pt x="251" y="0"/>
                  </a:moveTo>
                  <a:cubicBezTo>
                    <a:pt x="115" y="0"/>
                    <a:pt x="0" y="109"/>
                    <a:pt x="0" y="245"/>
                  </a:cubicBezTo>
                  <a:cubicBezTo>
                    <a:pt x="0" y="388"/>
                    <a:pt x="115" y="496"/>
                    <a:pt x="251" y="496"/>
                  </a:cubicBezTo>
                  <a:cubicBezTo>
                    <a:pt x="394" y="496"/>
                    <a:pt x="503" y="388"/>
                    <a:pt x="503" y="245"/>
                  </a:cubicBezTo>
                  <a:cubicBezTo>
                    <a:pt x="503" y="109"/>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14"/>
            <p:cNvSpPr/>
            <p:nvPr/>
          </p:nvSpPr>
          <p:spPr>
            <a:xfrm>
              <a:off x="1686650" y="20244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4" name="Google Shape;9004;p14"/>
            <p:cNvSpPr/>
            <p:nvPr/>
          </p:nvSpPr>
          <p:spPr>
            <a:xfrm>
              <a:off x="1778450" y="2024425"/>
              <a:ext cx="12550" cy="12400"/>
            </a:xfrm>
            <a:custGeom>
              <a:avLst/>
              <a:gdLst/>
              <a:ahLst/>
              <a:cxnLst/>
              <a:rect l="l" t="t" r="r" b="b"/>
              <a:pathLst>
                <a:path w="502" h="496" extrusionOk="0">
                  <a:moveTo>
                    <a:pt x="252" y="0"/>
                  </a:moveTo>
                  <a:cubicBezTo>
                    <a:pt x="114" y="0"/>
                    <a:pt x="1" y="109"/>
                    <a:pt x="1" y="245"/>
                  </a:cubicBezTo>
                  <a:cubicBezTo>
                    <a:pt x="1" y="388"/>
                    <a:pt x="114" y="496"/>
                    <a:pt x="252" y="496"/>
                  </a:cubicBezTo>
                  <a:cubicBezTo>
                    <a:pt x="388" y="496"/>
                    <a:pt x="501" y="388"/>
                    <a:pt x="501" y="245"/>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14"/>
            <p:cNvSpPr/>
            <p:nvPr/>
          </p:nvSpPr>
          <p:spPr>
            <a:xfrm>
              <a:off x="1870375" y="2024425"/>
              <a:ext cx="12400" cy="12400"/>
            </a:xfrm>
            <a:custGeom>
              <a:avLst/>
              <a:gdLst/>
              <a:ahLst/>
              <a:cxnLst/>
              <a:rect l="l" t="t" r="r" b="b"/>
              <a:pathLst>
                <a:path w="496" h="496" extrusionOk="0">
                  <a:moveTo>
                    <a:pt x="252" y="0"/>
                  </a:moveTo>
                  <a:cubicBezTo>
                    <a:pt x="109" y="0"/>
                    <a:pt x="0" y="109"/>
                    <a:pt x="0" y="245"/>
                  </a:cubicBezTo>
                  <a:cubicBezTo>
                    <a:pt x="0" y="388"/>
                    <a:pt x="109" y="496"/>
                    <a:pt x="252" y="496"/>
                  </a:cubicBezTo>
                  <a:cubicBezTo>
                    <a:pt x="387" y="496"/>
                    <a:pt x="496" y="388"/>
                    <a:pt x="496" y="245"/>
                  </a:cubicBezTo>
                  <a:cubicBezTo>
                    <a:pt x="496"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14"/>
            <p:cNvSpPr/>
            <p:nvPr/>
          </p:nvSpPr>
          <p:spPr>
            <a:xfrm>
              <a:off x="1962150" y="2024425"/>
              <a:ext cx="12550" cy="12400"/>
            </a:xfrm>
            <a:custGeom>
              <a:avLst/>
              <a:gdLst/>
              <a:ahLst/>
              <a:cxnLst/>
              <a:rect l="l" t="t" r="r" b="b"/>
              <a:pathLst>
                <a:path w="502" h="496" extrusionOk="0">
                  <a:moveTo>
                    <a:pt x="250" y="0"/>
                  </a:moveTo>
                  <a:cubicBezTo>
                    <a:pt x="114" y="0"/>
                    <a:pt x="1" y="109"/>
                    <a:pt x="1" y="245"/>
                  </a:cubicBezTo>
                  <a:cubicBezTo>
                    <a:pt x="1" y="388"/>
                    <a:pt x="114" y="496"/>
                    <a:pt x="250" y="496"/>
                  </a:cubicBezTo>
                  <a:cubicBezTo>
                    <a:pt x="388" y="496"/>
                    <a:pt x="502" y="388"/>
                    <a:pt x="502" y="245"/>
                  </a:cubicBezTo>
                  <a:cubicBezTo>
                    <a:pt x="502"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14"/>
            <p:cNvSpPr/>
            <p:nvPr/>
          </p:nvSpPr>
          <p:spPr>
            <a:xfrm>
              <a:off x="2054075" y="2024425"/>
              <a:ext cx="12425" cy="12400"/>
            </a:xfrm>
            <a:custGeom>
              <a:avLst/>
              <a:gdLst/>
              <a:ahLst/>
              <a:cxnLst/>
              <a:rect l="l" t="t" r="r" b="b"/>
              <a:pathLst>
                <a:path w="497" h="496" extrusionOk="0">
                  <a:moveTo>
                    <a:pt x="252" y="0"/>
                  </a:moveTo>
                  <a:cubicBezTo>
                    <a:pt x="109" y="0"/>
                    <a:pt x="1" y="109"/>
                    <a:pt x="1" y="245"/>
                  </a:cubicBezTo>
                  <a:cubicBezTo>
                    <a:pt x="1" y="388"/>
                    <a:pt x="109" y="496"/>
                    <a:pt x="252" y="496"/>
                  </a:cubicBezTo>
                  <a:cubicBezTo>
                    <a:pt x="388" y="496"/>
                    <a:pt x="496" y="388"/>
                    <a:pt x="496" y="245"/>
                  </a:cubicBezTo>
                  <a:cubicBezTo>
                    <a:pt x="496"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14"/>
            <p:cNvSpPr/>
            <p:nvPr/>
          </p:nvSpPr>
          <p:spPr>
            <a:xfrm>
              <a:off x="2145825" y="20244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14"/>
            <p:cNvSpPr/>
            <p:nvPr/>
          </p:nvSpPr>
          <p:spPr>
            <a:xfrm>
              <a:off x="2237800" y="2024425"/>
              <a:ext cx="12350" cy="12400"/>
            </a:xfrm>
            <a:custGeom>
              <a:avLst/>
              <a:gdLst/>
              <a:ahLst/>
              <a:cxnLst/>
              <a:rect l="l" t="t" r="r" b="b"/>
              <a:pathLst>
                <a:path w="494" h="496" extrusionOk="0">
                  <a:moveTo>
                    <a:pt x="244" y="0"/>
                  </a:moveTo>
                  <a:cubicBezTo>
                    <a:pt x="107" y="0"/>
                    <a:pt x="0" y="109"/>
                    <a:pt x="0" y="245"/>
                  </a:cubicBezTo>
                  <a:cubicBezTo>
                    <a:pt x="0" y="388"/>
                    <a:pt x="107" y="496"/>
                    <a:pt x="244" y="496"/>
                  </a:cubicBezTo>
                  <a:cubicBezTo>
                    <a:pt x="387" y="496"/>
                    <a:pt x="494" y="388"/>
                    <a:pt x="494" y="245"/>
                  </a:cubicBezTo>
                  <a:cubicBezTo>
                    <a:pt x="494" y="109"/>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0" name="Google Shape;9010;p14"/>
            <p:cNvSpPr/>
            <p:nvPr/>
          </p:nvSpPr>
          <p:spPr>
            <a:xfrm>
              <a:off x="2329550" y="2024425"/>
              <a:ext cx="12575" cy="12400"/>
            </a:xfrm>
            <a:custGeom>
              <a:avLst/>
              <a:gdLst/>
              <a:ahLst/>
              <a:cxnLst/>
              <a:rect l="l" t="t" r="r" b="b"/>
              <a:pathLst>
                <a:path w="503" h="496" extrusionOk="0">
                  <a:moveTo>
                    <a:pt x="251" y="0"/>
                  </a:moveTo>
                  <a:cubicBezTo>
                    <a:pt x="115" y="0"/>
                    <a:pt x="0" y="109"/>
                    <a:pt x="0" y="245"/>
                  </a:cubicBezTo>
                  <a:cubicBezTo>
                    <a:pt x="0" y="388"/>
                    <a:pt x="115" y="496"/>
                    <a:pt x="251" y="496"/>
                  </a:cubicBezTo>
                  <a:cubicBezTo>
                    <a:pt x="387" y="496"/>
                    <a:pt x="502" y="388"/>
                    <a:pt x="502" y="245"/>
                  </a:cubicBezTo>
                  <a:cubicBezTo>
                    <a:pt x="502"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1" name="Google Shape;9011;p14"/>
            <p:cNvSpPr/>
            <p:nvPr/>
          </p:nvSpPr>
          <p:spPr>
            <a:xfrm>
              <a:off x="2421325" y="2024425"/>
              <a:ext cx="12550" cy="12400"/>
            </a:xfrm>
            <a:custGeom>
              <a:avLst/>
              <a:gdLst/>
              <a:ahLst/>
              <a:cxnLst/>
              <a:rect l="l" t="t" r="r" b="b"/>
              <a:pathLst>
                <a:path w="502" h="496" extrusionOk="0">
                  <a:moveTo>
                    <a:pt x="250" y="0"/>
                  </a:moveTo>
                  <a:cubicBezTo>
                    <a:pt x="114" y="0"/>
                    <a:pt x="1" y="109"/>
                    <a:pt x="1" y="245"/>
                  </a:cubicBezTo>
                  <a:cubicBezTo>
                    <a:pt x="1" y="388"/>
                    <a:pt x="114" y="496"/>
                    <a:pt x="250" y="496"/>
                  </a:cubicBezTo>
                  <a:cubicBezTo>
                    <a:pt x="395" y="496"/>
                    <a:pt x="501" y="388"/>
                    <a:pt x="501" y="245"/>
                  </a:cubicBezTo>
                  <a:cubicBezTo>
                    <a:pt x="501" y="109"/>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14"/>
            <p:cNvSpPr/>
            <p:nvPr/>
          </p:nvSpPr>
          <p:spPr>
            <a:xfrm>
              <a:off x="2513250" y="2024425"/>
              <a:ext cx="12575" cy="12400"/>
            </a:xfrm>
            <a:custGeom>
              <a:avLst/>
              <a:gdLst/>
              <a:ahLst/>
              <a:cxnLst/>
              <a:rect l="l" t="t" r="r" b="b"/>
              <a:pathLst>
                <a:path w="503" h="496" extrusionOk="0">
                  <a:moveTo>
                    <a:pt x="252" y="0"/>
                  </a:moveTo>
                  <a:cubicBezTo>
                    <a:pt x="109" y="0"/>
                    <a:pt x="0" y="109"/>
                    <a:pt x="0" y="245"/>
                  </a:cubicBezTo>
                  <a:cubicBezTo>
                    <a:pt x="0" y="388"/>
                    <a:pt x="109"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14"/>
            <p:cNvSpPr/>
            <p:nvPr/>
          </p:nvSpPr>
          <p:spPr>
            <a:xfrm>
              <a:off x="2605000" y="2024425"/>
              <a:ext cx="12575" cy="12400"/>
            </a:xfrm>
            <a:custGeom>
              <a:avLst/>
              <a:gdLst/>
              <a:ahLst/>
              <a:cxnLst/>
              <a:rect l="l" t="t" r="r" b="b"/>
              <a:pathLst>
                <a:path w="503" h="496" extrusionOk="0">
                  <a:moveTo>
                    <a:pt x="252" y="0"/>
                  </a:moveTo>
                  <a:cubicBezTo>
                    <a:pt x="116" y="0"/>
                    <a:pt x="0" y="109"/>
                    <a:pt x="0" y="245"/>
                  </a:cubicBezTo>
                  <a:cubicBezTo>
                    <a:pt x="0" y="388"/>
                    <a:pt x="116" y="496"/>
                    <a:pt x="252" y="496"/>
                  </a:cubicBezTo>
                  <a:cubicBezTo>
                    <a:pt x="387" y="496"/>
                    <a:pt x="503" y="388"/>
                    <a:pt x="503" y="245"/>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14"/>
            <p:cNvSpPr/>
            <p:nvPr/>
          </p:nvSpPr>
          <p:spPr>
            <a:xfrm>
              <a:off x="2696950" y="2024425"/>
              <a:ext cx="12375" cy="12400"/>
            </a:xfrm>
            <a:custGeom>
              <a:avLst/>
              <a:gdLst/>
              <a:ahLst/>
              <a:cxnLst/>
              <a:rect l="l" t="t" r="r" b="b"/>
              <a:pathLst>
                <a:path w="495" h="496" extrusionOk="0">
                  <a:moveTo>
                    <a:pt x="252" y="0"/>
                  </a:moveTo>
                  <a:cubicBezTo>
                    <a:pt x="108" y="0"/>
                    <a:pt x="1" y="109"/>
                    <a:pt x="1" y="245"/>
                  </a:cubicBezTo>
                  <a:cubicBezTo>
                    <a:pt x="1" y="388"/>
                    <a:pt x="108" y="496"/>
                    <a:pt x="252" y="496"/>
                  </a:cubicBezTo>
                  <a:cubicBezTo>
                    <a:pt x="388" y="496"/>
                    <a:pt x="495" y="388"/>
                    <a:pt x="495" y="245"/>
                  </a:cubicBezTo>
                  <a:cubicBezTo>
                    <a:pt x="495"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14"/>
            <p:cNvSpPr/>
            <p:nvPr/>
          </p:nvSpPr>
          <p:spPr>
            <a:xfrm>
              <a:off x="2788700" y="20244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6" name="Google Shape;9016;p14"/>
            <p:cNvSpPr/>
            <p:nvPr/>
          </p:nvSpPr>
          <p:spPr>
            <a:xfrm>
              <a:off x="2880675" y="2024425"/>
              <a:ext cx="12375" cy="12400"/>
            </a:xfrm>
            <a:custGeom>
              <a:avLst/>
              <a:gdLst/>
              <a:ahLst/>
              <a:cxnLst/>
              <a:rect l="l" t="t" r="r" b="b"/>
              <a:pathLst>
                <a:path w="495" h="496" extrusionOk="0">
                  <a:moveTo>
                    <a:pt x="243" y="0"/>
                  </a:moveTo>
                  <a:cubicBezTo>
                    <a:pt x="107" y="0"/>
                    <a:pt x="0" y="109"/>
                    <a:pt x="0" y="245"/>
                  </a:cubicBezTo>
                  <a:cubicBezTo>
                    <a:pt x="0" y="388"/>
                    <a:pt x="107" y="496"/>
                    <a:pt x="243" y="496"/>
                  </a:cubicBezTo>
                  <a:cubicBezTo>
                    <a:pt x="387" y="496"/>
                    <a:pt x="494" y="388"/>
                    <a:pt x="494" y="245"/>
                  </a:cubicBezTo>
                  <a:cubicBezTo>
                    <a:pt x="494" y="109"/>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7" name="Google Shape;9017;p14"/>
            <p:cNvSpPr/>
            <p:nvPr/>
          </p:nvSpPr>
          <p:spPr>
            <a:xfrm>
              <a:off x="2972425" y="2024425"/>
              <a:ext cx="12575" cy="12400"/>
            </a:xfrm>
            <a:custGeom>
              <a:avLst/>
              <a:gdLst/>
              <a:ahLst/>
              <a:cxnLst/>
              <a:rect l="l" t="t" r="r" b="b"/>
              <a:pathLst>
                <a:path w="503" h="496" extrusionOk="0">
                  <a:moveTo>
                    <a:pt x="251" y="0"/>
                  </a:moveTo>
                  <a:cubicBezTo>
                    <a:pt x="115" y="0"/>
                    <a:pt x="0" y="109"/>
                    <a:pt x="0" y="245"/>
                  </a:cubicBezTo>
                  <a:cubicBezTo>
                    <a:pt x="0" y="388"/>
                    <a:pt x="115" y="496"/>
                    <a:pt x="251" y="496"/>
                  </a:cubicBezTo>
                  <a:cubicBezTo>
                    <a:pt x="387" y="496"/>
                    <a:pt x="503" y="388"/>
                    <a:pt x="503" y="245"/>
                  </a:cubicBezTo>
                  <a:cubicBezTo>
                    <a:pt x="503"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8" name="Google Shape;9018;p14"/>
            <p:cNvSpPr/>
            <p:nvPr/>
          </p:nvSpPr>
          <p:spPr>
            <a:xfrm>
              <a:off x="3064375" y="2024425"/>
              <a:ext cx="12375" cy="12400"/>
            </a:xfrm>
            <a:custGeom>
              <a:avLst/>
              <a:gdLst/>
              <a:ahLst/>
              <a:cxnLst/>
              <a:rect l="l" t="t" r="r" b="b"/>
              <a:pathLst>
                <a:path w="495" h="496" extrusionOk="0">
                  <a:moveTo>
                    <a:pt x="243" y="0"/>
                  </a:moveTo>
                  <a:cubicBezTo>
                    <a:pt x="107" y="0"/>
                    <a:pt x="1" y="109"/>
                    <a:pt x="1" y="245"/>
                  </a:cubicBezTo>
                  <a:cubicBezTo>
                    <a:pt x="1" y="388"/>
                    <a:pt x="107" y="496"/>
                    <a:pt x="243" y="496"/>
                  </a:cubicBezTo>
                  <a:cubicBezTo>
                    <a:pt x="388" y="496"/>
                    <a:pt x="495" y="388"/>
                    <a:pt x="495" y="245"/>
                  </a:cubicBezTo>
                  <a:cubicBezTo>
                    <a:pt x="495" y="109"/>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14"/>
            <p:cNvSpPr/>
            <p:nvPr/>
          </p:nvSpPr>
          <p:spPr>
            <a:xfrm>
              <a:off x="3156125" y="20244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14"/>
            <p:cNvSpPr/>
            <p:nvPr/>
          </p:nvSpPr>
          <p:spPr>
            <a:xfrm>
              <a:off x="3247875" y="2024425"/>
              <a:ext cx="12575" cy="12400"/>
            </a:xfrm>
            <a:custGeom>
              <a:avLst/>
              <a:gdLst/>
              <a:ahLst/>
              <a:cxnLst/>
              <a:rect l="l" t="t" r="r" b="b"/>
              <a:pathLst>
                <a:path w="503"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1" name="Google Shape;9021;p14"/>
            <p:cNvSpPr/>
            <p:nvPr/>
          </p:nvSpPr>
          <p:spPr>
            <a:xfrm>
              <a:off x="3339850" y="2024425"/>
              <a:ext cx="12525" cy="12400"/>
            </a:xfrm>
            <a:custGeom>
              <a:avLst/>
              <a:gdLst/>
              <a:ahLst/>
              <a:cxnLst/>
              <a:rect l="l" t="t" r="r" b="b"/>
              <a:pathLst>
                <a:path w="501" h="496" extrusionOk="0">
                  <a:moveTo>
                    <a:pt x="251" y="0"/>
                  </a:moveTo>
                  <a:cubicBezTo>
                    <a:pt x="107" y="0"/>
                    <a:pt x="0" y="109"/>
                    <a:pt x="0" y="245"/>
                  </a:cubicBezTo>
                  <a:cubicBezTo>
                    <a:pt x="0" y="388"/>
                    <a:pt x="107" y="496"/>
                    <a:pt x="251" y="496"/>
                  </a:cubicBezTo>
                  <a:cubicBezTo>
                    <a:pt x="387" y="496"/>
                    <a:pt x="501" y="388"/>
                    <a:pt x="501" y="245"/>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2" name="Google Shape;9022;p14"/>
            <p:cNvSpPr/>
            <p:nvPr/>
          </p:nvSpPr>
          <p:spPr>
            <a:xfrm>
              <a:off x="3431575" y="20244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3" name="Google Shape;9023;p14"/>
            <p:cNvSpPr/>
            <p:nvPr/>
          </p:nvSpPr>
          <p:spPr>
            <a:xfrm>
              <a:off x="3523550" y="2024425"/>
              <a:ext cx="12375" cy="12400"/>
            </a:xfrm>
            <a:custGeom>
              <a:avLst/>
              <a:gdLst/>
              <a:ahLst/>
              <a:cxnLst/>
              <a:rect l="l" t="t" r="r" b="b"/>
              <a:pathLst>
                <a:path w="495" h="496" extrusionOk="0">
                  <a:moveTo>
                    <a:pt x="250" y="0"/>
                  </a:moveTo>
                  <a:cubicBezTo>
                    <a:pt x="107" y="0"/>
                    <a:pt x="0" y="109"/>
                    <a:pt x="0" y="245"/>
                  </a:cubicBezTo>
                  <a:cubicBezTo>
                    <a:pt x="0" y="388"/>
                    <a:pt x="107" y="496"/>
                    <a:pt x="250" y="496"/>
                  </a:cubicBezTo>
                  <a:cubicBezTo>
                    <a:pt x="388" y="496"/>
                    <a:pt x="494" y="388"/>
                    <a:pt x="494" y="245"/>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14"/>
            <p:cNvSpPr/>
            <p:nvPr/>
          </p:nvSpPr>
          <p:spPr>
            <a:xfrm>
              <a:off x="676400" y="21162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14"/>
            <p:cNvSpPr/>
            <p:nvPr/>
          </p:nvSpPr>
          <p:spPr>
            <a:xfrm>
              <a:off x="768325" y="2116225"/>
              <a:ext cx="12400" cy="12525"/>
            </a:xfrm>
            <a:custGeom>
              <a:avLst/>
              <a:gdLst/>
              <a:ahLst/>
              <a:cxnLst/>
              <a:rect l="l" t="t" r="r" b="b"/>
              <a:pathLst>
                <a:path w="496" h="501" extrusionOk="0">
                  <a:moveTo>
                    <a:pt x="245" y="0"/>
                  </a:moveTo>
                  <a:cubicBezTo>
                    <a:pt x="109" y="0"/>
                    <a:pt x="0" y="114"/>
                    <a:pt x="0" y="250"/>
                  </a:cubicBezTo>
                  <a:cubicBezTo>
                    <a:pt x="0" y="387"/>
                    <a:pt x="109" y="501"/>
                    <a:pt x="245" y="501"/>
                  </a:cubicBezTo>
                  <a:cubicBezTo>
                    <a:pt x="388" y="501"/>
                    <a:pt x="496" y="387"/>
                    <a:pt x="496" y="250"/>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14"/>
            <p:cNvSpPr/>
            <p:nvPr/>
          </p:nvSpPr>
          <p:spPr>
            <a:xfrm>
              <a:off x="860125" y="2116225"/>
              <a:ext cx="12525" cy="12525"/>
            </a:xfrm>
            <a:custGeom>
              <a:avLst/>
              <a:gdLst/>
              <a:ahLst/>
              <a:cxnLst/>
              <a:rect l="l" t="t" r="r" b="b"/>
              <a:pathLst>
                <a:path w="501" h="501" extrusionOk="0">
                  <a:moveTo>
                    <a:pt x="251" y="0"/>
                  </a:moveTo>
                  <a:cubicBezTo>
                    <a:pt x="114" y="0"/>
                    <a:pt x="0" y="114"/>
                    <a:pt x="0" y="250"/>
                  </a:cubicBezTo>
                  <a:cubicBezTo>
                    <a:pt x="0" y="387"/>
                    <a:pt x="114" y="501"/>
                    <a:pt x="251" y="501"/>
                  </a:cubicBezTo>
                  <a:cubicBezTo>
                    <a:pt x="387" y="501"/>
                    <a:pt x="501" y="387"/>
                    <a:pt x="501" y="250"/>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14"/>
            <p:cNvSpPr/>
            <p:nvPr/>
          </p:nvSpPr>
          <p:spPr>
            <a:xfrm>
              <a:off x="951850" y="21162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14"/>
            <p:cNvSpPr/>
            <p:nvPr/>
          </p:nvSpPr>
          <p:spPr>
            <a:xfrm>
              <a:off x="1043825" y="2116225"/>
              <a:ext cx="12375" cy="12525"/>
            </a:xfrm>
            <a:custGeom>
              <a:avLst/>
              <a:gdLst/>
              <a:ahLst/>
              <a:cxnLst/>
              <a:rect l="l" t="t" r="r" b="b"/>
              <a:pathLst>
                <a:path w="495" h="501" extrusionOk="0">
                  <a:moveTo>
                    <a:pt x="250" y="0"/>
                  </a:moveTo>
                  <a:cubicBezTo>
                    <a:pt x="107" y="0"/>
                    <a:pt x="0" y="114"/>
                    <a:pt x="0" y="250"/>
                  </a:cubicBezTo>
                  <a:cubicBezTo>
                    <a:pt x="0" y="387"/>
                    <a:pt x="107" y="501"/>
                    <a:pt x="250" y="501"/>
                  </a:cubicBezTo>
                  <a:cubicBezTo>
                    <a:pt x="388" y="501"/>
                    <a:pt x="494" y="387"/>
                    <a:pt x="494" y="250"/>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9" name="Google Shape;9029;p14"/>
            <p:cNvSpPr/>
            <p:nvPr/>
          </p:nvSpPr>
          <p:spPr>
            <a:xfrm>
              <a:off x="1135575" y="2116225"/>
              <a:ext cx="12575" cy="12525"/>
            </a:xfrm>
            <a:custGeom>
              <a:avLst/>
              <a:gdLst/>
              <a:ahLst/>
              <a:cxnLst/>
              <a:rect l="l" t="t" r="r" b="b"/>
              <a:pathLst>
                <a:path w="503" h="501" extrusionOk="0">
                  <a:moveTo>
                    <a:pt x="252" y="0"/>
                  </a:moveTo>
                  <a:cubicBezTo>
                    <a:pt x="116" y="0"/>
                    <a:pt x="0" y="114"/>
                    <a:pt x="0" y="250"/>
                  </a:cubicBezTo>
                  <a:cubicBezTo>
                    <a:pt x="0" y="387"/>
                    <a:pt x="116" y="501"/>
                    <a:pt x="252" y="501"/>
                  </a:cubicBezTo>
                  <a:cubicBezTo>
                    <a:pt x="387" y="501"/>
                    <a:pt x="503" y="387"/>
                    <a:pt x="503" y="250"/>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0" name="Google Shape;9030;p14"/>
            <p:cNvSpPr/>
            <p:nvPr/>
          </p:nvSpPr>
          <p:spPr>
            <a:xfrm>
              <a:off x="1227500" y="2116225"/>
              <a:ext cx="12400" cy="12525"/>
            </a:xfrm>
            <a:custGeom>
              <a:avLst/>
              <a:gdLst/>
              <a:ahLst/>
              <a:cxnLst/>
              <a:rect l="l" t="t" r="r" b="b"/>
              <a:pathLst>
                <a:path w="496" h="501" extrusionOk="0">
                  <a:moveTo>
                    <a:pt x="251" y="0"/>
                  </a:moveTo>
                  <a:cubicBezTo>
                    <a:pt x="109" y="0"/>
                    <a:pt x="0" y="114"/>
                    <a:pt x="0" y="250"/>
                  </a:cubicBezTo>
                  <a:cubicBezTo>
                    <a:pt x="0" y="387"/>
                    <a:pt x="109" y="501"/>
                    <a:pt x="251" y="501"/>
                  </a:cubicBezTo>
                  <a:cubicBezTo>
                    <a:pt x="387" y="501"/>
                    <a:pt x="496" y="387"/>
                    <a:pt x="496" y="250"/>
                  </a:cubicBezTo>
                  <a:cubicBezTo>
                    <a:pt x="496"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1" name="Google Shape;9031;p14"/>
            <p:cNvSpPr/>
            <p:nvPr/>
          </p:nvSpPr>
          <p:spPr>
            <a:xfrm>
              <a:off x="1319275" y="2116225"/>
              <a:ext cx="12550" cy="12525"/>
            </a:xfrm>
            <a:custGeom>
              <a:avLst/>
              <a:gdLst/>
              <a:ahLst/>
              <a:cxnLst/>
              <a:rect l="l" t="t" r="r" b="b"/>
              <a:pathLst>
                <a:path w="502" h="501" extrusionOk="0">
                  <a:moveTo>
                    <a:pt x="252" y="0"/>
                  </a:moveTo>
                  <a:cubicBezTo>
                    <a:pt x="114" y="0"/>
                    <a:pt x="1" y="114"/>
                    <a:pt x="1" y="250"/>
                  </a:cubicBezTo>
                  <a:cubicBezTo>
                    <a:pt x="1" y="387"/>
                    <a:pt x="114" y="501"/>
                    <a:pt x="252" y="501"/>
                  </a:cubicBezTo>
                  <a:cubicBezTo>
                    <a:pt x="388" y="501"/>
                    <a:pt x="501" y="387"/>
                    <a:pt x="501" y="250"/>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2" name="Google Shape;9032;p14"/>
            <p:cNvSpPr/>
            <p:nvPr/>
          </p:nvSpPr>
          <p:spPr>
            <a:xfrm>
              <a:off x="1411200" y="2116225"/>
              <a:ext cx="12425" cy="12525"/>
            </a:xfrm>
            <a:custGeom>
              <a:avLst/>
              <a:gdLst/>
              <a:ahLst/>
              <a:cxnLst/>
              <a:rect l="l" t="t" r="r" b="b"/>
              <a:pathLst>
                <a:path w="497" h="501" extrusionOk="0">
                  <a:moveTo>
                    <a:pt x="245" y="0"/>
                  </a:moveTo>
                  <a:cubicBezTo>
                    <a:pt x="109" y="0"/>
                    <a:pt x="1" y="114"/>
                    <a:pt x="1" y="250"/>
                  </a:cubicBezTo>
                  <a:cubicBezTo>
                    <a:pt x="1" y="387"/>
                    <a:pt x="109" y="501"/>
                    <a:pt x="245" y="501"/>
                  </a:cubicBezTo>
                  <a:cubicBezTo>
                    <a:pt x="388" y="501"/>
                    <a:pt x="496" y="387"/>
                    <a:pt x="496" y="250"/>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3" name="Google Shape;9033;p14"/>
            <p:cNvSpPr/>
            <p:nvPr/>
          </p:nvSpPr>
          <p:spPr>
            <a:xfrm>
              <a:off x="1503000" y="2116225"/>
              <a:ext cx="12525" cy="12525"/>
            </a:xfrm>
            <a:custGeom>
              <a:avLst/>
              <a:gdLst/>
              <a:ahLst/>
              <a:cxnLst/>
              <a:rect l="l" t="t" r="r" b="b"/>
              <a:pathLst>
                <a:path w="501" h="501" extrusionOk="0">
                  <a:moveTo>
                    <a:pt x="250" y="0"/>
                  </a:moveTo>
                  <a:cubicBezTo>
                    <a:pt x="114" y="0"/>
                    <a:pt x="0" y="114"/>
                    <a:pt x="0" y="250"/>
                  </a:cubicBezTo>
                  <a:cubicBezTo>
                    <a:pt x="0" y="387"/>
                    <a:pt x="114" y="501"/>
                    <a:pt x="250" y="501"/>
                  </a:cubicBezTo>
                  <a:cubicBezTo>
                    <a:pt x="387" y="501"/>
                    <a:pt x="501" y="387"/>
                    <a:pt x="501" y="250"/>
                  </a:cubicBezTo>
                  <a:cubicBezTo>
                    <a:pt x="501" y="114"/>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14"/>
            <p:cNvSpPr/>
            <p:nvPr/>
          </p:nvSpPr>
          <p:spPr>
            <a:xfrm>
              <a:off x="1594750" y="2116225"/>
              <a:ext cx="12575" cy="12525"/>
            </a:xfrm>
            <a:custGeom>
              <a:avLst/>
              <a:gdLst/>
              <a:ahLst/>
              <a:cxnLst/>
              <a:rect l="l" t="t" r="r" b="b"/>
              <a:pathLst>
                <a:path w="503" h="501" extrusionOk="0">
                  <a:moveTo>
                    <a:pt x="251" y="0"/>
                  </a:moveTo>
                  <a:cubicBezTo>
                    <a:pt x="115" y="0"/>
                    <a:pt x="0" y="114"/>
                    <a:pt x="0" y="250"/>
                  </a:cubicBezTo>
                  <a:cubicBezTo>
                    <a:pt x="0" y="387"/>
                    <a:pt x="115" y="501"/>
                    <a:pt x="251" y="501"/>
                  </a:cubicBezTo>
                  <a:cubicBezTo>
                    <a:pt x="394" y="501"/>
                    <a:pt x="503" y="387"/>
                    <a:pt x="503" y="250"/>
                  </a:cubicBezTo>
                  <a:cubicBezTo>
                    <a:pt x="503" y="114"/>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14"/>
            <p:cNvSpPr/>
            <p:nvPr/>
          </p:nvSpPr>
          <p:spPr>
            <a:xfrm>
              <a:off x="1686650" y="21162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6" name="Google Shape;9036;p14"/>
            <p:cNvSpPr/>
            <p:nvPr/>
          </p:nvSpPr>
          <p:spPr>
            <a:xfrm>
              <a:off x="1778450" y="2116225"/>
              <a:ext cx="12550" cy="12525"/>
            </a:xfrm>
            <a:custGeom>
              <a:avLst/>
              <a:gdLst/>
              <a:ahLst/>
              <a:cxnLst/>
              <a:rect l="l" t="t" r="r" b="b"/>
              <a:pathLst>
                <a:path w="502" h="501" extrusionOk="0">
                  <a:moveTo>
                    <a:pt x="252" y="0"/>
                  </a:moveTo>
                  <a:cubicBezTo>
                    <a:pt x="114" y="0"/>
                    <a:pt x="1" y="114"/>
                    <a:pt x="1" y="250"/>
                  </a:cubicBezTo>
                  <a:cubicBezTo>
                    <a:pt x="1" y="387"/>
                    <a:pt x="114" y="501"/>
                    <a:pt x="252" y="501"/>
                  </a:cubicBezTo>
                  <a:cubicBezTo>
                    <a:pt x="388" y="501"/>
                    <a:pt x="501" y="387"/>
                    <a:pt x="501" y="250"/>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14"/>
            <p:cNvSpPr/>
            <p:nvPr/>
          </p:nvSpPr>
          <p:spPr>
            <a:xfrm>
              <a:off x="1870375" y="2116225"/>
              <a:ext cx="12400" cy="12525"/>
            </a:xfrm>
            <a:custGeom>
              <a:avLst/>
              <a:gdLst/>
              <a:ahLst/>
              <a:cxnLst/>
              <a:rect l="l" t="t" r="r" b="b"/>
              <a:pathLst>
                <a:path w="496" h="501" extrusionOk="0">
                  <a:moveTo>
                    <a:pt x="252" y="0"/>
                  </a:moveTo>
                  <a:cubicBezTo>
                    <a:pt x="109" y="0"/>
                    <a:pt x="0" y="114"/>
                    <a:pt x="0" y="250"/>
                  </a:cubicBezTo>
                  <a:cubicBezTo>
                    <a:pt x="0" y="387"/>
                    <a:pt x="109" y="501"/>
                    <a:pt x="252" y="501"/>
                  </a:cubicBezTo>
                  <a:cubicBezTo>
                    <a:pt x="387" y="501"/>
                    <a:pt x="496" y="387"/>
                    <a:pt x="496" y="250"/>
                  </a:cubicBezTo>
                  <a:cubicBezTo>
                    <a:pt x="496"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14"/>
            <p:cNvSpPr/>
            <p:nvPr/>
          </p:nvSpPr>
          <p:spPr>
            <a:xfrm>
              <a:off x="1962150" y="2116225"/>
              <a:ext cx="12550" cy="12525"/>
            </a:xfrm>
            <a:custGeom>
              <a:avLst/>
              <a:gdLst/>
              <a:ahLst/>
              <a:cxnLst/>
              <a:rect l="l" t="t" r="r" b="b"/>
              <a:pathLst>
                <a:path w="502" h="501" extrusionOk="0">
                  <a:moveTo>
                    <a:pt x="250" y="0"/>
                  </a:moveTo>
                  <a:cubicBezTo>
                    <a:pt x="114" y="0"/>
                    <a:pt x="1" y="114"/>
                    <a:pt x="1" y="250"/>
                  </a:cubicBezTo>
                  <a:cubicBezTo>
                    <a:pt x="1" y="387"/>
                    <a:pt x="114" y="501"/>
                    <a:pt x="250" y="501"/>
                  </a:cubicBezTo>
                  <a:cubicBezTo>
                    <a:pt x="388" y="501"/>
                    <a:pt x="502" y="387"/>
                    <a:pt x="502" y="250"/>
                  </a:cubicBezTo>
                  <a:cubicBezTo>
                    <a:pt x="502"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14"/>
            <p:cNvSpPr/>
            <p:nvPr/>
          </p:nvSpPr>
          <p:spPr>
            <a:xfrm>
              <a:off x="2054075" y="2116225"/>
              <a:ext cx="12425" cy="12525"/>
            </a:xfrm>
            <a:custGeom>
              <a:avLst/>
              <a:gdLst/>
              <a:ahLst/>
              <a:cxnLst/>
              <a:rect l="l" t="t" r="r" b="b"/>
              <a:pathLst>
                <a:path w="497" h="501" extrusionOk="0">
                  <a:moveTo>
                    <a:pt x="252" y="0"/>
                  </a:moveTo>
                  <a:cubicBezTo>
                    <a:pt x="109" y="0"/>
                    <a:pt x="1" y="114"/>
                    <a:pt x="1" y="250"/>
                  </a:cubicBezTo>
                  <a:cubicBezTo>
                    <a:pt x="1" y="387"/>
                    <a:pt x="109" y="501"/>
                    <a:pt x="252" y="501"/>
                  </a:cubicBezTo>
                  <a:cubicBezTo>
                    <a:pt x="388" y="501"/>
                    <a:pt x="496" y="387"/>
                    <a:pt x="496" y="250"/>
                  </a:cubicBezTo>
                  <a:cubicBezTo>
                    <a:pt x="496"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14"/>
            <p:cNvSpPr/>
            <p:nvPr/>
          </p:nvSpPr>
          <p:spPr>
            <a:xfrm>
              <a:off x="2145825" y="21162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14"/>
            <p:cNvSpPr/>
            <p:nvPr/>
          </p:nvSpPr>
          <p:spPr>
            <a:xfrm>
              <a:off x="2237800" y="2116225"/>
              <a:ext cx="12350" cy="12525"/>
            </a:xfrm>
            <a:custGeom>
              <a:avLst/>
              <a:gdLst/>
              <a:ahLst/>
              <a:cxnLst/>
              <a:rect l="l" t="t" r="r" b="b"/>
              <a:pathLst>
                <a:path w="494" h="501" extrusionOk="0">
                  <a:moveTo>
                    <a:pt x="244" y="0"/>
                  </a:moveTo>
                  <a:cubicBezTo>
                    <a:pt x="107" y="0"/>
                    <a:pt x="0" y="114"/>
                    <a:pt x="0" y="250"/>
                  </a:cubicBezTo>
                  <a:cubicBezTo>
                    <a:pt x="0" y="387"/>
                    <a:pt x="107" y="501"/>
                    <a:pt x="244" y="501"/>
                  </a:cubicBezTo>
                  <a:cubicBezTo>
                    <a:pt x="387" y="501"/>
                    <a:pt x="494" y="387"/>
                    <a:pt x="494" y="250"/>
                  </a:cubicBezTo>
                  <a:cubicBezTo>
                    <a:pt x="494" y="114"/>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14"/>
            <p:cNvSpPr/>
            <p:nvPr/>
          </p:nvSpPr>
          <p:spPr>
            <a:xfrm>
              <a:off x="2329550" y="2116225"/>
              <a:ext cx="12575" cy="12525"/>
            </a:xfrm>
            <a:custGeom>
              <a:avLst/>
              <a:gdLst/>
              <a:ahLst/>
              <a:cxnLst/>
              <a:rect l="l" t="t" r="r" b="b"/>
              <a:pathLst>
                <a:path w="503" h="501" extrusionOk="0">
                  <a:moveTo>
                    <a:pt x="251" y="0"/>
                  </a:moveTo>
                  <a:cubicBezTo>
                    <a:pt x="115" y="0"/>
                    <a:pt x="0" y="114"/>
                    <a:pt x="0" y="250"/>
                  </a:cubicBezTo>
                  <a:cubicBezTo>
                    <a:pt x="0" y="387"/>
                    <a:pt x="115" y="501"/>
                    <a:pt x="251" y="501"/>
                  </a:cubicBezTo>
                  <a:cubicBezTo>
                    <a:pt x="387" y="501"/>
                    <a:pt x="502" y="387"/>
                    <a:pt x="502" y="250"/>
                  </a:cubicBezTo>
                  <a:cubicBezTo>
                    <a:pt x="502"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14"/>
            <p:cNvSpPr/>
            <p:nvPr/>
          </p:nvSpPr>
          <p:spPr>
            <a:xfrm>
              <a:off x="2421325" y="2116225"/>
              <a:ext cx="12550" cy="12525"/>
            </a:xfrm>
            <a:custGeom>
              <a:avLst/>
              <a:gdLst/>
              <a:ahLst/>
              <a:cxnLst/>
              <a:rect l="l" t="t" r="r" b="b"/>
              <a:pathLst>
                <a:path w="502" h="501" extrusionOk="0">
                  <a:moveTo>
                    <a:pt x="250" y="0"/>
                  </a:moveTo>
                  <a:cubicBezTo>
                    <a:pt x="114" y="0"/>
                    <a:pt x="1" y="114"/>
                    <a:pt x="1" y="250"/>
                  </a:cubicBezTo>
                  <a:cubicBezTo>
                    <a:pt x="1" y="387"/>
                    <a:pt x="114" y="501"/>
                    <a:pt x="250" y="501"/>
                  </a:cubicBezTo>
                  <a:cubicBezTo>
                    <a:pt x="395" y="501"/>
                    <a:pt x="501" y="387"/>
                    <a:pt x="501" y="250"/>
                  </a:cubicBezTo>
                  <a:cubicBezTo>
                    <a:pt x="501" y="114"/>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4" name="Google Shape;9044;p14"/>
            <p:cNvSpPr/>
            <p:nvPr/>
          </p:nvSpPr>
          <p:spPr>
            <a:xfrm>
              <a:off x="2513250" y="2116225"/>
              <a:ext cx="12575" cy="12525"/>
            </a:xfrm>
            <a:custGeom>
              <a:avLst/>
              <a:gdLst/>
              <a:ahLst/>
              <a:cxnLst/>
              <a:rect l="l" t="t" r="r" b="b"/>
              <a:pathLst>
                <a:path w="503" h="501" extrusionOk="0">
                  <a:moveTo>
                    <a:pt x="252" y="0"/>
                  </a:moveTo>
                  <a:cubicBezTo>
                    <a:pt x="109" y="0"/>
                    <a:pt x="0" y="114"/>
                    <a:pt x="0" y="250"/>
                  </a:cubicBezTo>
                  <a:cubicBezTo>
                    <a:pt x="0" y="387"/>
                    <a:pt x="109"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5" name="Google Shape;9045;p14"/>
            <p:cNvSpPr/>
            <p:nvPr/>
          </p:nvSpPr>
          <p:spPr>
            <a:xfrm>
              <a:off x="2605000" y="2116225"/>
              <a:ext cx="12575" cy="12525"/>
            </a:xfrm>
            <a:custGeom>
              <a:avLst/>
              <a:gdLst/>
              <a:ahLst/>
              <a:cxnLst/>
              <a:rect l="l" t="t" r="r" b="b"/>
              <a:pathLst>
                <a:path w="503" h="501" extrusionOk="0">
                  <a:moveTo>
                    <a:pt x="252" y="0"/>
                  </a:moveTo>
                  <a:cubicBezTo>
                    <a:pt x="116" y="0"/>
                    <a:pt x="0" y="114"/>
                    <a:pt x="0" y="250"/>
                  </a:cubicBezTo>
                  <a:cubicBezTo>
                    <a:pt x="0" y="387"/>
                    <a:pt x="116" y="501"/>
                    <a:pt x="252" y="501"/>
                  </a:cubicBezTo>
                  <a:cubicBezTo>
                    <a:pt x="387" y="501"/>
                    <a:pt x="503" y="387"/>
                    <a:pt x="503" y="250"/>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14"/>
            <p:cNvSpPr/>
            <p:nvPr/>
          </p:nvSpPr>
          <p:spPr>
            <a:xfrm>
              <a:off x="2696950" y="2116225"/>
              <a:ext cx="12375" cy="12525"/>
            </a:xfrm>
            <a:custGeom>
              <a:avLst/>
              <a:gdLst/>
              <a:ahLst/>
              <a:cxnLst/>
              <a:rect l="l" t="t" r="r" b="b"/>
              <a:pathLst>
                <a:path w="495" h="501" extrusionOk="0">
                  <a:moveTo>
                    <a:pt x="252" y="0"/>
                  </a:moveTo>
                  <a:cubicBezTo>
                    <a:pt x="108" y="0"/>
                    <a:pt x="1" y="114"/>
                    <a:pt x="1" y="250"/>
                  </a:cubicBezTo>
                  <a:cubicBezTo>
                    <a:pt x="1" y="387"/>
                    <a:pt x="108" y="501"/>
                    <a:pt x="252" y="501"/>
                  </a:cubicBezTo>
                  <a:cubicBezTo>
                    <a:pt x="388" y="501"/>
                    <a:pt x="495" y="387"/>
                    <a:pt x="495" y="250"/>
                  </a:cubicBezTo>
                  <a:cubicBezTo>
                    <a:pt x="495"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7" name="Google Shape;9047;p14"/>
            <p:cNvSpPr/>
            <p:nvPr/>
          </p:nvSpPr>
          <p:spPr>
            <a:xfrm>
              <a:off x="2788700" y="21162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8" name="Google Shape;9048;p14"/>
            <p:cNvSpPr/>
            <p:nvPr/>
          </p:nvSpPr>
          <p:spPr>
            <a:xfrm>
              <a:off x="2880675" y="2116225"/>
              <a:ext cx="12375" cy="12525"/>
            </a:xfrm>
            <a:custGeom>
              <a:avLst/>
              <a:gdLst/>
              <a:ahLst/>
              <a:cxnLst/>
              <a:rect l="l" t="t" r="r" b="b"/>
              <a:pathLst>
                <a:path w="495" h="501" extrusionOk="0">
                  <a:moveTo>
                    <a:pt x="243" y="0"/>
                  </a:moveTo>
                  <a:cubicBezTo>
                    <a:pt x="107" y="0"/>
                    <a:pt x="0" y="114"/>
                    <a:pt x="0" y="250"/>
                  </a:cubicBezTo>
                  <a:cubicBezTo>
                    <a:pt x="0" y="387"/>
                    <a:pt x="107" y="501"/>
                    <a:pt x="243" y="501"/>
                  </a:cubicBezTo>
                  <a:cubicBezTo>
                    <a:pt x="387" y="501"/>
                    <a:pt x="494" y="387"/>
                    <a:pt x="494" y="250"/>
                  </a:cubicBezTo>
                  <a:cubicBezTo>
                    <a:pt x="494" y="114"/>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14"/>
            <p:cNvSpPr/>
            <p:nvPr/>
          </p:nvSpPr>
          <p:spPr>
            <a:xfrm>
              <a:off x="2972425" y="2116225"/>
              <a:ext cx="12575" cy="12525"/>
            </a:xfrm>
            <a:custGeom>
              <a:avLst/>
              <a:gdLst/>
              <a:ahLst/>
              <a:cxnLst/>
              <a:rect l="l" t="t" r="r" b="b"/>
              <a:pathLst>
                <a:path w="503" h="501" extrusionOk="0">
                  <a:moveTo>
                    <a:pt x="251" y="0"/>
                  </a:moveTo>
                  <a:cubicBezTo>
                    <a:pt x="115" y="0"/>
                    <a:pt x="0" y="114"/>
                    <a:pt x="0" y="250"/>
                  </a:cubicBezTo>
                  <a:cubicBezTo>
                    <a:pt x="0" y="387"/>
                    <a:pt x="115" y="501"/>
                    <a:pt x="251" y="501"/>
                  </a:cubicBezTo>
                  <a:cubicBezTo>
                    <a:pt x="387" y="501"/>
                    <a:pt x="503" y="387"/>
                    <a:pt x="503" y="250"/>
                  </a:cubicBezTo>
                  <a:cubicBezTo>
                    <a:pt x="503"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0" name="Google Shape;9050;p14"/>
            <p:cNvSpPr/>
            <p:nvPr/>
          </p:nvSpPr>
          <p:spPr>
            <a:xfrm>
              <a:off x="3064375" y="2116225"/>
              <a:ext cx="12375" cy="12525"/>
            </a:xfrm>
            <a:custGeom>
              <a:avLst/>
              <a:gdLst/>
              <a:ahLst/>
              <a:cxnLst/>
              <a:rect l="l" t="t" r="r" b="b"/>
              <a:pathLst>
                <a:path w="495" h="501" extrusionOk="0">
                  <a:moveTo>
                    <a:pt x="243" y="0"/>
                  </a:moveTo>
                  <a:cubicBezTo>
                    <a:pt x="107" y="0"/>
                    <a:pt x="1" y="114"/>
                    <a:pt x="1" y="250"/>
                  </a:cubicBezTo>
                  <a:cubicBezTo>
                    <a:pt x="1" y="387"/>
                    <a:pt x="107" y="501"/>
                    <a:pt x="243" y="501"/>
                  </a:cubicBezTo>
                  <a:cubicBezTo>
                    <a:pt x="388" y="501"/>
                    <a:pt x="495" y="387"/>
                    <a:pt x="495" y="250"/>
                  </a:cubicBezTo>
                  <a:cubicBezTo>
                    <a:pt x="495" y="114"/>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14"/>
            <p:cNvSpPr/>
            <p:nvPr/>
          </p:nvSpPr>
          <p:spPr>
            <a:xfrm>
              <a:off x="3156125" y="21162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14"/>
            <p:cNvSpPr/>
            <p:nvPr/>
          </p:nvSpPr>
          <p:spPr>
            <a:xfrm>
              <a:off x="3247875" y="2116225"/>
              <a:ext cx="12575" cy="12525"/>
            </a:xfrm>
            <a:custGeom>
              <a:avLst/>
              <a:gdLst/>
              <a:ahLst/>
              <a:cxnLst/>
              <a:rect l="l" t="t" r="r" b="b"/>
              <a:pathLst>
                <a:path w="503"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14"/>
            <p:cNvSpPr/>
            <p:nvPr/>
          </p:nvSpPr>
          <p:spPr>
            <a:xfrm>
              <a:off x="3339850" y="2116225"/>
              <a:ext cx="12525" cy="12525"/>
            </a:xfrm>
            <a:custGeom>
              <a:avLst/>
              <a:gdLst/>
              <a:ahLst/>
              <a:cxnLst/>
              <a:rect l="l" t="t" r="r" b="b"/>
              <a:pathLst>
                <a:path w="501" h="501" extrusionOk="0">
                  <a:moveTo>
                    <a:pt x="251" y="0"/>
                  </a:moveTo>
                  <a:cubicBezTo>
                    <a:pt x="107" y="0"/>
                    <a:pt x="0" y="114"/>
                    <a:pt x="0" y="250"/>
                  </a:cubicBezTo>
                  <a:cubicBezTo>
                    <a:pt x="0" y="387"/>
                    <a:pt x="107" y="501"/>
                    <a:pt x="251" y="501"/>
                  </a:cubicBezTo>
                  <a:cubicBezTo>
                    <a:pt x="387" y="501"/>
                    <a:pt x="501" y="387"/>
                    <a:pt x="501" y="250"/>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14"/>
            <p:cNvSpPr/>
            <p:nvPr/>
          </p:nvSpPr>
          <p:spPr>
            <a:xfrm>
              <a:off x="3431575" y="21162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14"/>
            <p:cNvSpPr/>
            <p:nvPr/>
          </p:nvSpPr>
          <p:spPr>
            <a:xfrm>
              <a:off x="3523550" y="2116225"/>
              <a:ext cx="12375" cy="12525"/>
            </a:xfrm>
            <a:custGeom>
              <a:avLst/>
              <a:gdLst/>
              <a:ahLst/>
              <a:cxnLst/>
              <a:rect l="l" t="t" r="r" b="b"/>
              <a:pathLst>
                <a:path w="495" h="501" extrusionOk="0">
                  <a:moveTo>
                    <a:pt x="250" y="0"/>
                  </a:moveTo>
                  <a:cubicBezTo>
                    <a:pt x="107" y="0"/>
                    <a:pt x="0" y="114"/>
                    <a:pt x="0" y="250"/>
                  </a:cubicBezTo>
                  <a:cubicBezTo>
                    <a:pt x="0" y="387"/>
                    <a:pt x="107" y="501"/>
                    <a:pt x="250" y="501"/>
                  </a:cubicBezTo>
                  <a:cubicBezTo>
                    <a:pt x="388" y="501"/>
                    <a:pt x="494" y="387"/>
                    <a:pt x="494" y="250"/>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6" name="Google Shape;9056;p14"/>
            <p:cNvSpPr/>
            <p:nvPr/>
          </p:nvSpPr>
          <p:spPr>
            <a:xfrm>
              <a:off x="676400" y="22079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7" name="Google Shape;9057;p14"/>
            <p:cNvSpPr/>
            <p:nvPr/>
          </p:nvSpPr>
          <p:spPr>
            <a:xfrm>
              <a:off x="768325" y="2207950"/>
              <a:ext cx="12400" cy="12600"/>
            </a:xfrm>
            <a:custGeom>
              <a:avLst/>
              <a:gdLst/>
              <a:ahLst/>
              <a:cxnLst/>
              <a:rect l="l" t="t" r="r" b="b"/>
              <a:pathLst>
                <a:path w="496" h="504"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14"/>
            <p:cNvSpPr/>
            <p:nvPr/>
          </p:nvSpPr>
          <p:spPr>
            <a:xfrm>
              <a:off x="860125" y="2207950"/>
              <a:ext cx="12525" cy="12600"/>
            </a:xfrm>
            <a:custGeom>
              <a:avLst/>
              <a:gdLst/>
              <a:ahLst/>
              <a:cxnLst/>
              <a:rect l="l" t="t" r="r" b="b"/>
              <a:pathLst>
                <a:path w="501" h="504"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14"/>
            <p:cNvSpPr/>
            <p:nvPr/>
          </p:nvSpPr>
          <p:spPr>
            <a:xfrm>
              <a:off x="951850" y="22079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0" name="Google Shape;9060;p14"/>
            <p:cNvSpPr/>
            <p:nvPr/>
          </p:nvSpPr>
          <p:spPr>
            <a:xfrm>
              <a:off x="1043825" y="220795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1" name="Google Shape;9061;p14"/>
            <p:cNvSpPr/>
            <p:nvPr/>
          </p:nvSpPr>
          <p:spPr>
            <a:xfrm>
              <a:off x="1135575" y="220795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14"/>
            <p:cNvSpPr/>
            <p:nvPr/>
          </p:nvSpPr>
          <p:spPr>
            <a:xfrm>
              <a:off x="1227500" y="2207950"/>
              <a:ext cx="12400" cy="12600"/>
            </a:xfrm>
            <a:custGeom>
              <a:avLst/>
              <a:gdLst/>
              <a:ahLst/>
              <a:cxnLst/>
              <a:rect l="l" t="t" r="r" b="b"/>
              <a:pathLst>
                <a:path w="496" h="504"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3" name="Google Shape;9063;p14"/>
            <p:cNvSpPr/>
            <p:nvPr/>
          </p:nvSpPr>
          <p:spPr>
            <a:xfrm>
              <a:off x="1319275" y="220795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4" name="Google Shape;9064;p14"/>
            <p:cNvSpPr/>
            <p:nvPr/>
          </p:nvSpPr>
          <p:spPr>
            <a:xfrm>
              <a:off x="1411200" y="2207950"/>
              <a:ext cx="12425" cy="12600"/>
            </a:xfrm>
            <a:custGeom>
              <a:avLst/>
              <a:gdLst/>
              <a:ahLst/>
              <a:cxnLst/>
              <a:rect l="l" t="t" r="r" b="b"/>
              <a:pathLst>
                <a:path w="497" h="504"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14"/>
            <p:cNvSpPr/>
            <p:nvPr/>
          </p:nvSpPr>
          <p:spPr>
            <a:xfrm>
              <a:off x="1503000" y="2207950"/>
              <a:ext cx="12525" cy="12600"/>
            </a:xfrm>
            <a:custGeom>
              <a:avLst/>
              <a:gdLst/>
              <a:ahLst/>
              <a:cxnLst/>
              <a:rect l="l" t="t" r="r" b="b"/>
              <a:pathLst>
                <a:path w="501" h="504"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14"/>
            <p:cNvSpPr/>
            <p:nvPr/>
          </p:nvSpPr>
          <p:spPr>
            <a:xfrm>
              <a:off x="1594750" y="220795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14"/>
            <p:cNvSpPr/>
            <p:nvPr/>
          </p:nvSpPr>
          <p:spPr>
            <a:xfrm>
              <a:off x="1686650" y="22079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14"/>
            <p:cNvSpPr/>
            <p:nvPr/>
          </p:nvSpPr>
          <p:spPr>
            <a:xfrm>
              <a:off x="1778450" y="220795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9" name="Google Shape;9069;p14"/>
            <p:cNvSpPr/>
            <p:nvPr/>
          </p:nvSpPr>
          <p:spPr>
            <a:xfrm>
              <a:off x="1870375" y="2207950"/>
              <a:ext cx="12400" cy="12600"/>
            </a:xfrm>
            <a:custGeom>
              <a:avLst/>
              <a:gdLst/>
              <a:ahLst/>
              <a:cxnLst/>
              <a:rect l="l" t="t" r="r" b="b"/>
              <a:pathLst>
                <a:path w="496" h="504"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0" name="Google Shape;9070;p14"/>
            <p:cNvSpPr/>
            <p:nvPr/>
          </p:nvSpPr>
          <p:spPr>
            <a:xfrm>
              <a:off x="1962150" y="220795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14"/>
            <p:cNvSpPr/>
            <p:nvPr/>
          </p:nvSpPr>
          <p:spPr>
            <a:xfrm>
              <a:off x="2054075" y="2207950"/>
              <a:ext cx="12425" cy="12600"/>
            </a:xfrm>
            <a:custGeom>
              <a:avLst/>
              <a:gdLst/>
              <a:ahLst/>
              <a:cxnLst/>
              <a:rect l="l" t="t" r="r" b="b"/>
              <a:pathLst>
                <a:path w="497" h="504"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2" name="Google Shape;9072;p14"/>
            <p:cNvSpPr/>
            <p:nvPr/>
          </p:nvSpPr>
          <p:spPr>
            <a:xfrm>
              <a:off x="2145825" y="22079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3" name="Google Shape;9073;p14"/>
            <p:cNvSpPr/>
            <p:nvPr/>
          </p:nvSpPr>
          <p:spPr>
            <a:xfrm>
              <a:off x="2237800" y="2207950"/>
              <a:ext cx="12350" cy="12600"/>
            </a:xfrm>
            <a:custGeom>
              <a:avLst/>
              <a:gdLst/>
              <a:ahLst/>
              <a:cxnLst/>
              <a:rect l="l" t="t" r="r" b="b"/>
              <a:pathLst>
                <a:path w="494" h="504"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4" name="Google Shape;9074;p14"/>
            <p:cNvSpPr/>
            <p:nvPr/>
          </p:nvSpPr>
          <p:spPr>
            <a:xfrm>
              <a:off x="2329550" y="220795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5" name="Google Shape;9075;p14"/>
            <p:cNvSpPr/>
            <p:nvPr/>
          </p:nvSpPr>
          <p:spPr>
            <a:xfrm>
              <a:off x="2421325" y="220795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6" name="Google Shape;9076;p14"/>
            <p:cNvSpPr/>
            <p:nvPr/>
          </p:nvSpPr>
          <p:spPr>
            <a:xfrm>
              <a:off x="2513250" y="2207950"/>
              <a:ext cx="12575" cy="12600"/>
            </a:xfrm>
            <a:custGeom>
              <a:avLst/>
              <a:gdLst/>
              <a:ahLst/>
              <a:cxnLst/>
              <a:rect l="l" t="t" r="r" b="b"/>
              <a:pathLst>
                <a:path w="503" h="504"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7" name="Google Shape;9077;p14"/>
            <p:cNvSpPr/>
            <p:nvPr/>
          </p:nvSpPr>
          <p:spPr>
            <a:xfrm>
              <a:off x="2605000" y="220795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14"/>
            <p:cNvSpPr/>
            <p:nvPr/>
          </p:nvSpPr>
          <p:spPr>
            <a:xfrm>
              <a:off x="2696950" y="2207950"/>
              <a:ext cx="12375" cy="12600"/>
            </a:xfrm>
            <a:custGeom>
              <a:avLst/>
              <a:gdLst/>
              <a:ahLst/>
              <a:cxnLst/>
              <a:rect l="l" t="t" r="r" b="b"/>
              <a:pathLst>
                <a:path w="495" h="504"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14"/>
            <p:cNvSpPr/>
            <p:nvPr/>
          </p:nvSpPr>
          <p:spPr>
            <a:xfrm>
              <a:off x="2788700" y="22079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0" name="Google Shape;9080;p14"/>
            <p:cNvSpPr/>
            <p:nvPr/>
          </p:nvSpPr>
          <p:spPr>
            <a:xfrm>
              <a:off x="2880675" y="2207950"/>
              <a:ext cx="12375" cy="12600"/>
            </a:xfrm>
            <a:custGeom>
              <a:avLst/>
              <a:gdLst/>
              <a:ahLst/>
              <a:cxnLst/>
              <a:rect l="l" t="t" r="r" b="b"/>
              <a:pathLst>
                <a:path w="495" h="504"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1" name="Google Shape;9081;p14"/>
            <p:cNvSpPr/>
            <p:nvPr/>
          </p:nvSpPr>
          <p:spPr>
            <a:xfrm>
              <a:off x="2972425" y="220795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2" name="Google Shape;9082;p14"/>
            <p:cNvSpPr/>
            <p:nvPr/>
          </p:nvSpPr>
          <p:spPr>
            <a:xfrm>
              <a:off x="3064375" y="2207950"/>
              <a:ext cx="12375" cy="12600"/>
            </a:xfrm>
            <a:custGeom>
              <a:avLst/>
              <a:gdLst/>
              <a:ahLst/>
              <a:cxnLst/>
              <a:rect l="l" t="t" r="r" b="b"/>
              <a:pathLst>
                <a:path w="495" h="504"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3" name="Google Shape;9083;p14"/>
            <p:cNvSpPr/>
            <p:nvPr/>
          </p:nvSpPr>
          <p:spPr>
            <a:xfrm>
              <a:off x="3156125" y="22079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4" name="Google Shape;9084;p14"/>
            <p:cNvSpPr/>
            <p:nvPr/>
          </p:nvSpPr>
          <p:spPr>
            <a:xfrm>
              <a:off x="3247875" y="2207950"/>
              <a:ext cx="12575" cy="12600"/>
            </a:xfrm>
            <a:custGeom>
              <a:avLst/>
              <a:gdLst/>
              <a:ahLst/>
              <a:cxnLst/>
              <a:rect l="l" t="t" r="r" b="b"/>
              <a:pathLst>
                <a:path w="503"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5" name="Google Shape;9085;p14"/>
            <p:cNvSpPr/>
            <p:nvPr/>
          </p:nvSpPr>
          <p:spPr>
            <a:xfrm>
              <a:off x="3339850" y="2207950"/>
              <a:ext cx="12525" cy="12600"/>
            </a:xfrm>
            <a:custGeom>
              <a:avLst/>
              <a:gdLst/>
              <a:ahLst/>
              <a:cxnLst/>
              <a:rect l="l" t="t" r="r" b="b"/>
              <a:pathLst>
                <a:path w="501" h="504"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14"/>
            <p:cNvSpPr/>
            <p:nvPr/>
          </p:nvSpPr>
          <p:spPr>
            <a:xfrm>
              <a:off x="3431575" y="22079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14"/>
            <p:cNvSpPr/>
            <p:nvPr/>
          </p:nvSpPr>
          <p:spPr>
            <a:xfrm>
              <a:off x="3523550" y="220795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14"/>
            <p:cNvSpPr/>
            <p:nvPr/>
          </p:nvSpPr>
          <p:spPr>
            <a:xfrm>
              <a:off x="676400" y="2299875"/>
              <a:ext cx="12600" cy="12600"/>
            </a:xfrm>
            <a:custGeom>
              <a:avLst/>
              <a:gdLst/>
              <a:ahLst/>
              <a:cxnLst/>
              <a:rect l="l" t="t" r="r" b="b"/>
              <a:pathLst>
                <a:path w="504" h="504" extrusionOk="0">
                  <a:moveTo>
                    <a:pt x="252" y="1"/>
                  </a:moveTo>
                  <a:cubicBezTo>
                    <a:pt x="116" y="1"/>
                    <a:pt x="1" y="109"/>
                    <a:pt x="1" y="252"/>
                  </a:cubicBezTo>
                  <a:cubicBezTo>
                    <a:pt x="1" y="388"/>
                    <a:pt x="116" y="503"/>
                    <a:pt x="252" y="503"/>
                  </a:cubicBezTo>
                  <a:cubicBezTo>
                    <a:pt x="388" y="503"/>
                    <a:pt x="503" y="388"/>
                    <a:pt x="503" y="252"/>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14"/>
            <p:cNvSpPr/>
            <p:nvPr/>
          </p:nvSpPr>
          <p:spPr>
            <a:xfrm>
              <a:off x="768325" y="2299875"/>
              <a:ext cx="12400" cy="12600"/>
            </a:xfrm>
            <a:custGeom>
              <a:avLst/>
              <a:gdLst/>
              <a:ahLst/>
              <a:cxnLst/>
              <a:rect l="l" t="t" r="r" b="b"/>
              <a:pathLst>
                <a:path w="496" h="504" extrusionOk="0">
                  <a:moveTo>
                    <a:pt x="245" y="1"/>
                  </a:moveTo>
                  <a:cubicBezTo>
                    <a:pt x="109" y="1"/>
                    <a:pt x="0" y="109"/>
                    <a:pt x="0" y="252"/>
                  </a:cubicBezTo>
                  <a:cubicBezTo>
                    <a:pt x="0" y="388"/>
                    <a:pt x="109" y="503"/>
                    <a:pt x="245" y="503"/>
                  </a:cubicBezTo>
                  <a:cubicBezTo>
                    <a:pt x="388" y="503"/>
                    <a:pt x="496" y="388"/>
                    <a:pt x="496" y="252"/>
                  </a:cubicBezTo>
                  <a:cubicBezTo>
                    <a:pt x="496" y="109"/>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14"/>
            <p:cNvSpPr/>
            <p:nvPr/>
          </p:nvSpPr>
          <p:spPr>
            <a:xfrm>
              <a:off x="860125" y="2299875"/>
              <a:ext cx="12525" cy="12600"/>
            </a:xfrm>
            <a:custGeom>
              <a:avLst/>
              <a:gdLst/>
              <a:ahLst/>
              <a:cxnLst/>
              <a:rect l="l" t="t" r="r" b="b"/>
              <a:pathLst>
                <a:path w="501" h="504" extrusionOk="0">
                  <a:moveTo>
                    <a:pt x="251" y="1"/>
                  </a:moveTo>
                  <a:cubicBezTo>
                    <a:pt x="114" y="1"/>
                    <a:pt x="0" y="109"/>
                    <a:pt x="0" y="252"/>
                  </a:cubicBezTo>
                  <a:cubicBezTo>
                    <a:pt x="0" y="388"/>
                    <a:pt x="114" y="503"/>
                    <a:pt x="251" y="503"/>
                  </a:cubicBezTo>
                  <a:cubicBezTo>
                    <a:pt x="387" y="503"/>
                    <a:pt x="501" y="388"/>
                    <a:pt x="501" y="252"/>
                  </a:cubicBezTo>
                  <a:cubicBezTo>
                    <a:pt x="501"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1" name="Google Shape;9091;p14"/>
            <p:cNvSpPr/>
            <p:nvPr/>
          </p:nvSpPr>
          <p:spPr>
            <a:xfrm>
              <a:off x="951850" y="2299875"/>
              <a:ext cx="12600" cy="12600"/>
            </a:xfrm>
            <a:custGeom>
              <a:avLst/>
              <a:gdLst/>
              <a:ahLst/>
              <a:cxnLst/>
              <a:rect l="l" t="t" r="r" b="b"/>
              <a:pathLst>
                <a:path w="504" h="504" extrusionOk="0">
                  <a:moveTo>
                    <a:pt x="252" y="1"/>
                  </a:moveTo>
                  <a:cubicBezTo>
                    <a:pt x="116" y="1"/>
                    <a:pt x="1" y="109"/>
                    <a:pt x="1" y="252"/>
                  </a:cubicBezTo>
                  <a:cubicBezTo>
                    <a:pt x="1" y="388"/>
                    <a:pt x="116" y="503"/>
                    <a:pt x="252" y="503"/>
                  </a:cubicBezTo>
                  <a:cubicBezTo>
                    <a:pt x="388" y="503"/>
                    <a:pt x="503" y="388"/>
                    <a:pt x="503" y="252"/>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2" name="Google Shape;9092;p14"/>
            <p:cNvSpPr/>
            <p:nvPr/>
          </p:nvSpPr>
          <p:spPr>
            <a:xfrm>
              <a:off x="1043825" y="2299875"/>
              <a:ext cx="12375" cy="12600"/>
            </a:xfrm>
            <a:custGeom>
              <a:avLst/>
              <a:gdLst/>
              <a:ahLst/>
              <a:cxnLst/>
              <a:rect l="l" t="t" r="r" b="b"/>
              <a:pathLst>
                <a:path w="495" h="504" extrusionOk="0">
                  <a:moveTo>
                    <a:pt x="250" y="1"/>
                  </a:moveTo>
                  <a:cubicBezTo>
                    <a:pt x="107" y="1"/>
                    <a:pt x="0" y="109"/>
                    <a:pt x="0" y="252"/>
                  </a:cubicBezTo>
                  <a:cubicBezTo>
                    <a:pt x="0" y="388"/>
                    <a:pt x="107" y="503"/>
                    <a:pt x="250" y="503"/>
                  </a:cubicBezTo>
                  <a:cubicBezTo>
                    <a:pt x="388" y="503"/>
                    <a:pt x="494" y="388"/>
                    <a:pt x="494" y="252"/>
                  </a:cubicBezTo>
                  <a:cubicBezTo>
                    <a:pt x="494"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14"/>
            <p:cNvSpPr/>
            <p:nvPr/>
          </p:nvSpPr>
          <p:spPr>
            <a:xfrm>
              <a:off x="1135575" y="2299875"/>
              <a:ext cx="12575" cy="12600"/>
            </a:xfrm>
            <a:custGeom>
              <a:avLst/>
              <a:gdLst/>
              <a:ahLst/>
              <a:cxnLst/>
              <a:rect l="l" t="t" r="r" b="b"/>
              <a:pathLst>
                <a:path w="503" h="504" extrusionOk="0">
                  <a:moveTo>
                    <a:pt x="252" y="1"/>
                  </a:moveTo>
                  <a:cubicBezTo>
                    <a:pt x="116" y="1"/>
                    <a:pt x="0" y="109"/>
                    <a:pt x="0" y="252"/>
                  </a:cubicBezTo>
                  <a:cubicBezTo>
                    <a:pt x="0" y="388"/>
                    <a:pt x="116" y="503"/>
                    <a:pt x="252" y="503"/>
                  </a:cubicBezTo>
                  <a:cubicBezTo>
                    <a:pt x="387" y="503"/>
                    <a:pt x="503" y="388"/>
                    <a:pt x="503" y="252"/>
                  </a:cubicBezTo>
                  <a:cubicBezTo>
                    <a:pt x="503"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14"/>
            <p:cNvSpPr/>
            <p:nvPr/>
          </p:nvSpPr>
          <p:spPr>
            <a:xfrm>
              <a:off x="1227500" y="2299875"/>
              <a:ext cx="12400" cy="12600"/>
            </a:xfrm>
            <a:custGeom>
              <a:avLst/>
              <a:gdLst/>
              <a:ahLst/>
              <a:cxnLst/>
              <a:rect l="l" t="t" r="r" b="b"/>
              <a:pathLst>
                <a:path w="496" h="504" extrusionOk="0">
                  <a:moveTo>
                    <a:pt x="251" y="1"/>
                  </a:moveTo>
                  <a:cubicBezTo>
                    <a:pt x="109" y="1"/>
                    <a:pt x="0" y="109"/>
                    <a:pt x="0" y="252"/>
                  </a:cubicBezTo>
                  <a:cubicBezTo>
                    <a:pt x="0" y="388"/>
                    <a:pt x="109" y="503"/>
                    <a:pt x="251" y="503"/>
                  </a:cubicBezTo>
                  <a:cubicBezTo>
                    <a:pt x="387" y="503"/>
                    <a:pt x="496" y="388"/>
                    <a:pt x="496" y="252"/>
                  </a:cubicBezTo>
                  <a:cubicBezTo>
                    <a:pt x="496"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14"/>
            <p:cNvSpPr/>
            <p:nvPr/>
          </p:nvSpPr>
          <p:spPr>
            <a:xfrm>
              <a:off x="1319275" y="2299875"/>
              <a:ext cx="12550" cy="12600"/>
            </a:xfrm>
            <a:custGeom>
              <a:avLst/>
              <a:gdLst/>
              <a:ahLst/>
              <a:cxnLst/>
              <a:rect l="l" t="t" r="r" b="b"/>
              <a:pathLst>
                <a:path w="502" h="504" extrusionOk="0">
                  <a:moveTo>
                    <a:pt x="252" y="1"/>
                  </a:moveTo>
                  <a:cubicBezTo>
                    <a:pt x="114" y="1"/>
                    <a:pt x="1" y="109"/>
                    <a:pt x="1" y="252"/>
                  </a:cubicBezTo>
                  <a:cubicBezTo>
                    <a:pt x="1" y="388"/>
                    <a:pt x="114" y="503"/>
                    <a:pt x="252" y="503"/>
                  </a:cubicBezTo>
                  <a:cubicBezTo>
                    <a:pt x="388" y="503"/>
                    <a:pt x="501" y="388"/>
                    <a:pt x="501" y="252"/>
                  </a:cubicBezTo>
                  <a:cubicBezTo>
                    <a:pt x="501"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14"/>
            <p:cNvSpPr/>
            <p:nvPr/>
          </p:nvSpPr>
          <p:spPr>
            <a:xfrm>
              <a:off x="1411200" y="2299875"/>
              <a:ext cx="12425" cy="12600"/>
            </a:xfrm>
            <a:custGeom>
              <a:avLst/>
              <a:gdLst/>
              <a:ahLst/>
              <a:cxnLst/>
              <a:rect l="l" t="t" r="r" b="b"/>
              <a:pathLst>
                <a:path w="497" h="504" extrusionOk="0">
                  <a:moveTo>
                    <a:pt x="245" y="1"/>
                  </a:moveTo>
                  <a:cubicBezTo>
                    <a:pt x="109" y="1"/>
                    <a:pt x="1" y="109"/>
                    <a:pt x="1" y="252"/>
                  </a:cubicBezTo>
                  <a:cubicBezTo>
                    <a:pt x="1" y="388"/>
                    <a:pt x="109" y="503"/>
                    <a:pt x="245" y="503"/>
                  </a:cubicBezTo>
                  <a:cubicBezTo>
                    <a:pt x="388" y="503"/>
                    <a:pt x="496" y="388"/>
                    <a:pt x="496" y="252"/>
                  </a:cubicBezTo>
                  <a:cubicBezTo>
                    <a:pt x="496" y="109"/>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7" name="Google Shape;9097;p14"/>
            <p:cNvSpPr/>
            <p:nvPr/>
          </p:nvSpPr>
          <p:spPr>
            <a:xfrm>
              <a:off x="1503000" y="2299875"/>
              <a:ext cx="12525" cy="12600"/>
            </a:xfrm>
            <a:custGeom>
              <a:avLst/>
              <a:gdLst/>
              <a:ahLst/>
              <a:cxnLst/>
              <a:rect l="l" t="t" r="r" b="b"/>
              <a:pathLst>
                <a:path w="501" h="504" extrusionOk="0">
                  <a:moveTo>
                    <a:pt x="250" y="1"/>
                  </a:moveTo>
                  <a:cubicBezTo>
                    <a:pt x="114" y="1"/>
                    <a:pt x="0" y="109"/>
                    <a:pt x="0" y="252"/>
                  </a:cubicBezTo>
                  <a:cubicBezTo>
                    <a:pt x="0" y="388"/>
                    <a:pt x="114" y="503"/>
                    <a:pt x="250" y="503"/>
                  </a:cubicBezTo>
                  <a:cubicBezTo>
                    <a:pt x="387" y="503"/>
                    <a:pt x="501" y="388"/>
                    <a:pt x="501" y="252"/>
                  </a:cubicBezTo>
                  <a:cubicBezTo>
                    <a:pt x="501" y="109"/>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8" name="Google Shape;9098;p14"/>
            <p:cNvSpPr/>
            <p:nvPr/>
          </p:nvSpPr>
          <p:spPr>
            <a:xfrm>
              <a:off x="1594750" y="2299875"/>
              <a:ext cx="12575" cy="12600"/>
            </a:xfrm>
            <a:custGeom>
              <a:avLst/>
              <a:gdLst/>
              <a:ahLst/>
              <a:cxnLst/>
              <a:rect l="l" t="t" r="r" b="b"/>
              <a:pathLst>
                <a:path w="503" h="504" extrusionOk="0">
                  <a:moveTo>
                    <a:pt x="251" y="1"/>
                  </a:moveTo>
                  <a:cubicBezTo>
                    <a:pt x="115" y="1"/>
                    <a:pt x="0" y="109"/>
                    <a:pt x="0" y="252"/>
                  </a:cubicBezTo>
                  <a:cubicBezTo>
                    <a:pt x="0" y="388"/>
                    <a:pt x="115" y="503"/>
                    <a:pt x="251" y="503"/>
                  </a:cubicBezTo>
                  <a:cubicBezTo>
                    <a:pt x="394" y="503"/>
                    <a:pt x="503" y="388"/>
                    <a:pt x="503" y="252"/>
                  </a:cubicBezTo>
                  <a:cubicBezTo>
                    <a:pt x="503" y="109"/>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9" name="Google Shape;9099;p14"/>
            <p:cNvSpPr/>
            <p:nvPr/>
          </p:nvSpPr>
          <p:spPr>
            <a:xfrm>
              <a:off x="1686650" y="2299875"/>
              <a:ext cx="12600" cy="12600"/>
            </a:xfrm>
            <a:custGeom>
              <a:avLst/>
              <a:gdLst/>
              <a:ahLst/>
              <a:cxnLst/>
              <a:rect l="l" t="t" r="r" b="b"/>
              <a:pathLst>
                <a:path w="504" h="504" extrusionOk="0">
                  <a:moveTo>
                    <a:pt x="252" y="1"/>
                  </a:moveTo>
                  <a:cubicBezTo>
                    <a:pt x="116" y="1"/>
                    <a:pt x="1" y="109"/>
                    <a:pt x="1" y="252"/>
                  </a:cubicBezTo>
                  <a:cubicBezTo>
                    <a:pt x="1" y="388"/>
                    <a:pt x="116" y="503"/>
                    <a:pt x="252" y="503"/>
                  </a:cubicBezTo>
                  <a:cubicBezTo>
                    <a:pt x="388" y="503"/>
                    <a:pt x="503" y="388"/>
                    <a:pt x="503" y="252"/>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14"/>
            <p:cNvSpPr/>
            <p:nvPr/>
          </p:nvSpPr>
          <p:spPr>
            <a:xfrm>
              <a:off x="1778450" y="2299875"/>
              <a:ext cx="12550" cy="12600"/>
            </a:xfrm>
            <a:custGeom>
              <a:avLst/>
              <a:gdLst/>
              <a:ahLst/>
              <a:cxnLst/>
              <a:rect l="l" t="t" r="r" b="b"/>
              <a:pathLst>
                <a:path w="502" h="504" extrusionOk="0">
                  <a:moveTo>
                    <a:pt x="252" y="1"/>
                  </a:moveTo>
                  <a:cubicBezTo>
                    <a:pt x="114" y="1"/>
                    <a:pt x="1" y="109"/>
                    <a:pt x="1" y="252"/>
                  </a:cubicBezTo>
                  <a:cubicBezTo>
                    <a:pt x="1" y="388"/>
                    <a:pt x="114" y="503"/>
                    <a:pt x="252" y="503"/>
                  </a:cubicBezTo>
                  <a:cubicBezTo>
                    <a:pt x="388" y="503"/>
                    <a:pt x="501" y="388"/>
                    <a:pt x="501" y="252"/>
                  </a:cubicBezTo>
                  <a:cubicBezTo>
                    <a:pt x="501"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14"/>
            <p:cNvSpPr/>
            <p:nvPr/>
          </p:nvSpPr>
          <p:spPr>
            <a:xfrm>
              <a:off x="1870375" y="2299875"/>
              <a:ext cx="12400" cy="12600"/>
            </a:xfrm>
            <a:custGeom>
              <a:avLst/>
              <a:gdLst/>
              <a:ahLst/>
              <a:cxnLst/>
              <a:rect l="l" t="t" r="r" b="b"/>
              <a:pathLst>
                <a:path w="496" h="504" extrusionOk="0">
                  <a:moveTo>
                    <a:pt x="252" y="1"/>
                  </a:moveTo>
                  <a:cubicBezTo>
                    <a:pt x="109" y="1"/>
                    <a:pt x="0" y="109"/>
                    <a:pt x="0" y="252"/>
                  </a:cubicBezTo>
                  <a:cubicBezTo>
                    <a:pt x="0" y="388"/>
                    <a:pt x="109" y="503"/>
                    <a:pt x="252" y="503"/>
                  </a:cubicBezTo>
                  <a:cubicBezTo>
                    <a:pt x="387" y="503"/>
                    <a:pt x="496" y="388"/>
                    <a:pt x="496" y="252"/>
                  </a:cubicBezTo>
                  <a:cubicBezTo>
                    <a:pt x="496"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14"/>
            <p:cNvSpPr/>
            <p:nvPr/>
          </p:nvSpPr>
          <p:spPr>
            <a:xfrm>
              <a:off x="1962150" y="2299875"/>
              <a:ext cx="12550" cy="12600"/>
            </a:xfrm>
            <a:custGeom>
              <a:avLst/>
              <a:gdLst/>
              <a:ahLst/>
              <a:cxnLst/>
              <a:rect l="l" t="t" r="r" b="b"/>
              <a:pathLst>
                <a:path w="502" h="504" extrusionOk="0">
                  <a:moveTo>
                    <a:pt x="250" y="1"/>
                  </a:moveTo>
                  <a:cubicBezTo>
                    <a:pt x="114" y="1"/>
                    <a:pt x="1" y="109"/>
                    <a:pt x="1" y="252"/>
                  </a:cubicBezTo>
                  <a:cubicBezTo>
                    <a:pt x="1" y="388"/>
                    <a:pt x="114" y="503"/>
                    <a:pt x="250" y="503"/>
                  </a:cubicBezTo>
                  <a:cubicBezTo>
                    <a:pt x="388" y="503"/>
                    <a:pt x="502" y="388"/>
                    <a:pt x="502" y="252"/>
                  </a:cubicBezTo>
                  <a:cubicBezTo>
                    <a:pt x="502"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3" name="Google Shape;9103;p14"/>
            <p:cNvSpPr/>
            <p:nvPr/>
          </p:nvSpPr>
          <p:spPr>
            <a:xfrm>
              <a:off x="2054075" y="2299875"/>
              <a:ext cx="12425" cy="12600"/>
            </a:xfrm>
            <a:custGeom>
              <a:avLst/>
              <a:gdLst/>
              <a:ahLst/>
              <a:cxnLst/>
              <a:rect l="l" t="t" r="r" b="b"/>
              <a:pathLst>
                <a:path w="497" h="504" extrusionOk="0">
                  <a:moveTo>
                    <a:pt x="252" y="1"/>
                  </a:moveTo>
                  <a:cubicBezTo>
                    <a:pt x="109" y="1"/>
                    <a:pt x="1" y="109"/>
                    <a:pt x="1" y="252"/>
                  </a:cubicBezTo>
                  <a:cubicBezTo>
                    <a:pt x="1" y="388"/>
                    <a:pt x="109" y="503"/>
                    <a:pt x="252" y="503"/>
                  </a:cubicBezTo>
                  <a:cubicBezTo>
                    <a:pt x="388" y="503"/>
                    <a:pt x="496" y="388"/>
                    <a:pt x="496" y="252"/>
                  </a:cubicBezTo>
                  <a:cubicBezTo>
                    <a:pt x="496"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4" name="Google Shape;9104;p14"/>
            <p:cNvSpPr/>
            <p:nvPr/>
          </p:nvSpPr>
          <p:spPr>
            <a:xfrm>
              <a:off x="2145825" y="2299875"/>
              <a:ext cx="12600" cy="12600"/>
            </a:xfrm>
            <a:custGeom>
              <a:avLst/>
              <a:gdLst/>
              <a:ahLst/>
              <a:cxnLst/>
              <a:rect l="l" t="t" r="r" b="b"/>
              <a:pathLst>
                <a:path w="504" h="504" extrusionOk="0">
                  <a:moveTo>
                    <a:pt x="252" y="1"/>
                  </a:moveTo>
                  <a:cubicBezTo>
                    <a:pt x="116" y="1"/>
                    <a:pt x="1" y="109"/>
                    <a:pt x="1" y="252"/>
                  </a:cubicBezTo>
                  <a:cubicBezTo>
                    <a:pt x="1" y="388"/>
                    <a:pt x="116" y="503"/>
                    <a:pt x="252" y="503"/>
                  </a:cubicBezTo>
                  <a:cubicBezTo>
                    <a:pt x="388" y="503"/>
                    <a:pt x="503" y="388"/>
                    <a:pt x="503" y="252"/>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5" name="Google Shape;9105;p14"/>
            <p:cNvSpPr/>
            <p:nvPr/>
          </p:nvSpPr>
          <p:spPr>
            <a:xfrm>
              <a:off x="2237800" y="2299875"/>
              <a:ext cx="12350" cy="12600"/>
            </a:xfrm>
            <a:custGeom>
              <a:avLst/>
              <a:gdLst/>
              <a:ahLst/>
              <a:cxnLst/>
              <a:rect l="l" t="t" r="r" b="b"/>
              <a:pathLst>
                <a:path w="494" h="504" extrusionOk="0">
                  <a:moveTo>
                    <a:pt x="244" y="1"/>
                  </a:moveTo>
                  <a:cubicBezTo>
                    <a:pt x="107" y="1"/>
                    <a:pt x="0" y="109"/>
                    <a:pt x="0" y="252"/>
                  </a:cubicBezTo>
                  <a:cubicBezTo>
                    <a:pt x="0" y="388"/>
                    <a:pt x="107" y="503"/>
                    <a:pt x="244" y="503"/>
                  </a:cubicBezTo>
                  <a:cubicBezTo>
                    <a:pt x="387" y="503"/>
                    <a:pt x="494" y="388"/>
                    <a:pt x="494" y="252"/>
                  </a:cubicBezTo>
                  <a:cubicBezTo>
                    <a:pt x="494" y="109"/>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6" name="Google Shape;9106;p14"/>
            <p:cNvSpPr/>
            <p:nvPr/>
          </p:nvSpPr>
          <p:spPr>
            <a:xfrm>
              <a:off x="2329550" y="2299875"/>
              <a:ext cx="12575" cy="12600"/>
            </a:xfrm>
            <a:custGeom>
              <a:avLst/>
              <a:gdLst/>
              <a:ahLst/>
              <a:cxnLst/>
              <a:rect l="l" t="t" r="r" b="b"/>
              <a:pathLst>
                <a:path w="503" h="504" extrusionOk="0">
                  <a:moveTo>
                    <a:pt x="251" y="1"/>
                  </a:moveTo>
                  <a:cubicBezTo>
                    <a:pt x="115" y="1"/>
                    <a:pt x="0" y="109"/>
                    <a:pt x="0" y="252"/>
                  </a:cubicBezTo>
                  <a:cubicBezTo>
                    <a:pt x="0" y="388"/>
                    <a:pt x="115" y="503"/>
                    <a:pt x="251" y="503"/>
                  </a:cubicBezTo>
                  <a:cubicBezTo>
                    <a:pt x="387" y="503"/>
                    <a:pt x="502" y="388"/>
                    <a:pt x="502" y="252"/>
                  </a:cubicBezTo>
                  <a:cubicBezTo>
                    <a:pt x="502"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7" name="Google Shape;9107;p14"/>
            <p:cNvSpPr/>
            <p:nvPr/>
          </p:nvSpPr>
          <p:spPr>
            <a:xfrm>
              <a:off x="2421325" y="2299875"/>
              <a:ext cx="12550" cy="12600"/>
            </a:xfrm>
            <a:custGeom>
              <a:avLst/>
              <a:gdLst/>
              <a:ahLst/>
              <a:cxnLst/>
              <a:rect l="l" t="t" r="r" b="b"/>
              <a:pathLst>
                <a:path w="502" h="504" extrusionOk="0">
                  <a:moveTo>
                    <a:pt x="250" y="1"/>
                  </a:moveTo>
                  <a:cubicBezTo>
                    <a:pt x="114" y="1"/>
                    <a:pt x="1" y="109"/>
                    <a:pt x="1" y="252"/>
                  </a:cubicBezTo>
                  <a:cubicBezTo>
                    <a:pt x="1" y="388"/>
                    <a:pt x="114" y="503"/>
                    <a:pt x="250" y="503"/>
                  </a:cubicBezTo>
                  <a:cubicBezTo>
                    <a:pt x="395" y="503"/>
                    <a:pt x="501" y="388"/>
                    <a:pt x="501" y="252"/>
                  </a:cubicBezTo>
                  <a:cubicBezTo>
                    <a:pt x="501" y="109"/>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8" name="Google Shape;9108;p14"/>
            <p:cNvSpPr/>
            <p:nvPr/>
          </p:nvSpPr>
          <p:spPr>
            <a:xfrm>
              <a:off x="2513250" y="2299875"/>
              <a:ext cx="12575" cy="12600"/>
            </a:xfrm>
            <a:custGeom>
              <a:avLst/>
              <a:gdLst/>
              <a:ahLst/>
              <a:cxnLst/>
              <a:rect l="l" t="t" r="r" b="b"/>
              <a:pathLst>
                <a:path w="503" h="504" extrusionOk="0">
                  <a:moveTo>
                    <a:pt x="252" y="1"/>
                  </a:moveTo>
                  <a:cubicBezTo>
                    <a:pt x="109" y="1"/>
                    <a:pt x="0" y="109"/>
                    <a:pt x="0" y="252"/>
                  </a:cubicBezTo>
                  <a:cubicBezTo>
                    <a:pt x="0" y="388"/>
                    <a:pt x="109" y="503"/>
                    <a:pt x="252" y="503"/>
                  </a:cubicBezTo>
                  <a:cubicBezTo>
                    <a:pt x="388" y="503"/>
                    <a:pt x="503" y="388"/>
                    <a:pt x="503" y="252"/>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14"/>
            <p:cNvSpPr/>
            <p:nvPr/>
          </p:nvSpPr>
          <p:spPr>
            <a:xfrm>
              <a:off x="2605000" y="2299875"/>
              <a:ext cx="12575" cy="12600"/>
            </a:xfrm>
            <a:custGeom>
              <a:avLst/>
              <a:gdLst/>
              <a:ahLst/>
              <a:cxnLst/>
              <a:rect l="l" t="t" r="r" b="b"/>
              <a:pathLst>
                <a:path w="503" h="504" extrusionOk="0">
                  <a:moveTo>
                    <a:pt x="252" y="1"/>
                  </a:moveTo>
                  <a:cubicBezTo>
                    <a:pt x="116" y="1"/>
                    <a:pt x="0" y="109"/>
                    <a:pt x="0" y="252"/>
                  </a:cubicBezTo>
                  <a:cubicBezTo>
                    <a:pt x="0" y="388"/>
                    <a:pt x="116" y="503"/>
                    <a:pt x="252" y="503"/>
                  </a:cubicBezTo>
                  <a:cubicBezTo>
                    <a:pt x="387" y="503"/>
                    <a:pt x="503" y="388"/>
                    <a:pt x="503" y="252"/>
                  </a:cubicBezTo>
                  <a:cubicBezTo>
                    <a:pt x="503"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0" name="Google Shape;9110;p14"/>
            <p:cNvSpPr/>
            <p:nvPr/>
          </p:nvSpPr>
          <p:spPr>
            <a:xfrm>
              <a:off x="2696950" y="2299875"/>
              <a:ext cx="12375" cy="12600"/>
            </a:xfrm>
            <a:custGeom>
              <a:avLst/>
              <a:gdLst/>
              <a:ahLst/>
              <a:cxnLst/>
              <a:rect l="l" t="t" r="r" b="b"/>
              <a:pathLst>
                <a:path w="495" h="504" extrusionOk="0">
                  <a:moveTo>
                    <a:pt x="252" y="1"/>
                  </a:moveTo>
                  <a:cubicBezTo>
                    <a:pt x="108" y="1"/>
                    <a:pt x="1" y="109"/>
                    <a:pt x="1" y="252"/>
                  </a:cubicBezTo>
                  <a:cubicBezTo>
                    <a:pt x="1" y="388"/>
                    <a:pt x="108" y="503"/>
                    <a:pt x="252" y="503"/>
                  </a:cubicBezTo>
                  <a:cubicBezTo>
                    <a:pt x="388" y="503"/>
                    <a:pt x="495" y="388"/>
                    <a:pt x="495" y="252"/>
                  </a:cubicBezTo>
                  <a:cubicBezTo>
                    <a:pt x="495"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14"/>
            <p:cNvSpPr/>
            <p:nvPr/>
          </p:nvSpPr>
          <p:spPr>
            <a:xfrm>
              <a:off x="2788700" y="2299875"/>
              <a:ext cx="12600" cy="12600"/>
            </a:xfrm>
            <a:custGeom>
              <a:avLst/>
              <a:gdLst/>
              <a:ahLst/>
              <a:cxnLst/>
              <a:rect l="l" t="t" r="r" b="b"/>
              <a:pathLst>
                <a:path w="504" h="504" extrusionOk="0">
                  <a:moveTo>
                    <a:pt x="252" y="1"/>
                  </a:moveTo>
                  <a:cubicBezTo>
                    <a:pt x="116" y="1"/>
                    <a:pt x="1" y="109"/>
                    <a:pt x="1" y="252"/>
                  </a:cubicBezTo>
                  <a:cubicBezTo>
                    <a:pt x="1" y="388"/>
                    <a:pt x="116" y="503"/>
                    <a:pt x="252" y="503"/>
                  </a:cubicBezTo>
                  <a:cubicBezTo>
                    <a:pt x="388" y="503"/>
                    <a:pt x="503" y="388"/>
                    <a:pt x="503" y="252"/>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2" name="Google Shape;9112;p14"/>
            <p:cNvSpPr/>
            <p:nvPr/>
          </p:nvSpPr>
          <p:spPr>
            <a:xfrm>
              <a:off x="2880675" y="2299875"/>
              <a:ext cx="12375" cy="12600"/>
            </a:xfrm>
            <a:custGeom>
              <a:avLst/>
              <a:gdLst/>
              <a:ahLst/>
              <a:cxnLst/>
              <a:rect l="l" t="t" r="r" b="b"/>
              <a:pathLst>
                <a:path w="495" h="504" extrusionOk="0">
                  <a:moveTo>
                    <a:pt x="243" y="1"/>
                  </a:moveTo>
                  <a:cubicBezTo>
                    <a:pt x="107" y="1"/>
                    <a:pt x="0" y="109"/>
                    <a:pt x="0" y="252"/>
                  </a:cubicBezTo>
                  <a:cubicBezTo>
                    <a:pt x="0" y="388"/>
                    <a:pt x="107" y="503"/>
                    <a:pt x="243" y="503"/>
                  </a:cubicBezTo>
                  <a:cubicBezTo>
                    <a:pt x="387" y="503"/>
                    <a:pt x="494" y="388"/>
                    <a:pt x="494" y="252"/>
                  </a:cubicBezTo>
                  <a:cubicBezTo>
                    <a:pt x="494" y="109"/>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3" name="Google Shape;9113;p14"/>
            <p:cNvSpPr/>
            <p:nvPr/>
          </p:nvSpPr>
          <p:spPr>
            <a:xfrm>
              <a:off x="2972425" y="2299875"/>
              <a:ext cx="12575" cy="12600"/>
            </a:xfrm>
            <a:custGeom>
              <a:avLst/>
              <a:gdLst/>
              <a:ahLst/>
              <a:cxnLst/>
              <a:rect l="l" t="t" r="r" b="b"/>
              <a:pathLst>
                <a:path w="503" h="504" extrusionOk="0">
                  <a:moveTo>
                    <a:pt x="251" y="1"/>
                  </a:moveTo>
                  <a:cubicBezTo>
                    <a:pt x="115" y="1"/>
                    <a:pt x="0" y="109"/>
                    <a:pt x="0" y="252"/>
                  </a:cubicBezTo>
                  <a:cubicBezTo>
                    <a:pt x="0" y="388"/>
                    <a:pt x="115" y="503"/>
                    <a:pt x="251" y="503"/>
                  </a:cubicBezTo>
                  <a:cubicBezTo>
                    <a:pt x="387" y="503"/>
                    <a:pt x="503" y="388"/>
                    <a:pt x="503" y="252"/>
                  </a:cubicBezTo>
                  <a:cubicBezTo>
                    <a:pt x="503"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4" name="Google Shape;9114;p14"/>
            <p:cNvSpPr/>
            <p:nvPr/>
          </p:nvSpPr>
          <p:spPr>
            <a:xfrm>
              <a:off x="3064375" y="2299875"/>
              <a:ext cx="12375" cy="12600"/>
            </a:xfrm>
            <a:custGeom>
              <a:avLst/>
              <a:gdLst/>
              <a:ahLst/>
              <a:cxnLst/>
              <a:rect l="l" t="t" r="r" b="b"/>
              <a:pathLst>
                <a:path w="495" h="504" extrusionOk="0">
                  <a:moveTo>
                    <a:pt x="243" y="1"/>
                  </a:moveTo>
                  <a:cubicBezTo>
                    <a:pt x="107" y="1"/>
                    <a:pt x="1" y="109"/>
                    <a:pt x="1" y="252"/>
                  </a:cubicBezTo>
                  <a:cubicBezTo>
                    <a:pt x="1" y="388"/>
                    <a:pt x="107" y="503"/>
                    <a:pt x="243" y="503"/>
                  </a:cubicBezTo>
                  <a:cubicBezTo>
                    <a:pt x="388" y="503"/>
                    <a:pt x="495" y="388"/>
                    <a:pt x="495" y="252"/>
                  </a:cubicBezTo>
                  <a:cubicBezTo>
                    <a:pt x="495" y="109"/>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5" name="Google Shape;9115;p14"/>
            <p:cNvSpPr/>
            <p:nvPr/>
          </p:nvSpPr>
          <p:spPr>
            <a:xfrm>
              <a:off x="3156125" y="2299875"/>
              <a:ext cx="12600" cy="12600"/>
            </a:xfrm>
            <a:custGeom>
              <a:avLst/>
              <a:gdLst/>
              <a:ahLst/>
              <a:cxnLst/>
              <a:rect l="l" t="t" r="r" b="b"/>
              <a:pathLst>
                <a:path w="504" h="504" extrusionOk="0">
                  <a:moveTo>
                    <a:pt x="252" y="1"/>
                  </a:moveTo>
                  <a:cubicBezTo>
                    <a:pt x="116" y="1"/>
                    <a:pt x="1" y="109"/>
                    <a:pt x="1" y="252"/>
                  </a:cubicBezTo>
                  <a:cubicBezTo>
                    <a:pt x="1" y="388"/>
                    <a:pt x="116" y="503"/>
                    <a:pt x="252" y="503"/>
                  </a:cubicBezTo>
                  <a:cubicBezTo>
                    <a:pt x="388" y="503"/>
                    <a:pt x="503" y="388"/>
                    <a:pt x="503" y="252"/>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14"/>
            <p:cNvSpPr/>
            <p:nvPr/>
          </p:nvSpPr>
          <p:spPr>
            <a:xfrm>
              <a:off x="3247875" y="2299875"/>
              <a:ext cx="12575" cy="12600"/>
            </a:xfrm>
            <a:custGeom>
              <a:avLst/>
              <a:gdLst/>
              <a:ahLst/>
              <a:cxnLst/>
              <a:rect l="l" t="t" r="r" b="b"/>
              <a:pathLst>
                <a:path w="503" h="504" extrusionOk="0">
                  <a:moveTo>
                    <a:pt x="252" y="1"/>
                  </a:moveTo>
                  <a:cubicBezTo>
                    <a:pt x="116" y="1"/>
                    <a:pt x="1" y="109"/>
                    <a:pt x="1" y="252"/>
                  </a:cubicBezTo>
                  <a:cubicBezTo>
                    <a:pt x="1" y="388"/>
                    <a:pt x="116" y="503"/>
                    <a:pt x="252" y="503"/>
                  </a:cubicBezTo>
                  <a:cubicBezTo>
                    <a:pt x="388" y="503"/>
                    <a:pt x="503" y="388"/>
                    <a:pt x="503" y="252"/>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7" name="Google Shape;9117;p14"/>
            <p:cNvSpPr/>
            <p:nvPr/>
          </p:nvSpPr>
          <p:spPr>
            <a:xfrm>
              <a:off x="3339850" y="2299875"/>
              <a:ext cx="12525" cy="12600"/>
            </a:xfrm>
            <a:custGeom>
              <a:avLst/>
              <a:gdLst/>
              <a:ahLst/>
              <a:cxnLst/>
              <a:rect l="l" t="t" r="r" b="b"/>
              <a:pathLst>
                <a:path w="501" h="504" extrusionOk="0">
                  <a:moveTo>
                    <a:pt x="251" y="1"/>
                  </a:moveTo>
                  <a:cubicBezTo>
                    <a:pt x="107" y="1"/>
                    <a:pt x="0" y="109"/>
                    <a:pt x="0" y="252"/>
                  </a:cubicBezTo>
                  <a:cubicBezTo>
                    <a:pt x="0" y="388"/>
                    <a:pt x="107" y="503"/>
                    <a:pt x="251" y="503"/>
                  </a:cubicBezTo>
                  <a:cubicBezTo>
                    <a:pt x="387" y="503"/>
                    <a:pt x="501" y="388"/>
                    <a:pt x="501" y="252"/>
                  </a:cubicBezTo>
                  <a:cubicBezTo>
                    <a:pt x="501"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8" name="Google Shape;9118;p14"/>
            <p:cNvSpPr/>
            <p:nvPr/>
          </p:nvSpPr>
          <p:spPr>
            <a:xfrm>
              <a:off x="3431575" y="2299875"/>
              <a:ext cx="12600" cy="12600"/>
            </a:xfrm>
            <a:custGeom>
              <a:avLst/>
              <a:gdLst/>
              <a:ahLst/>
              <a:cxnLst/>
              <a:rect l="l" t="t" r="r" b="b"/>
              <a:pathLst>
                <a:path w="504" h="504" extrusionOk="0">
                  <a:moveTo>
                    <a:pt x="252" y="1"/>
                  </a:moveTo>
                  <a:cubicBezTo>
                    <a:pt x="116" y="1"/>
                    <a:pt x="1" y="109"/>
                    <a:pt x="1" y="252"/>
                  </a:cubicBezTo>
                  <a:cubicBezTo>
                    <a:pt x="1" y="388"/>
                    <a:pt x="116" y="503"/>
                    <a:pt x="252" y="503"/>
                  </a:cubicBezTo>
                  <a:cubicBezTo>
                    <a:pt x="388" y="503"/>
                    <a:pt x="503" y="388"/>
                    <a:pt x="503" y="252"/>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9" name="Google Shape;9119;p14"/>
            <p:cNvSpPr/>
            <p:nvPr/>
          </p:nvSpPr>
          <p:spPr>
            <a:xfrm>
              <a:off x="3523550" y="2299875"/>
              <a:ext cx="12375" cy="12600"/>
            </a:xfrm>
            <a:custGeom>
              <a:avLst/>
              <a:gdLst/>
              <a:ahLst/>
              <a:cxnLst/>
              <a:rect l="l" t="t" r="r" b="b"/>
              <a:pathLst>
                <a:path w="495" h="504" extrusionOk="0">
                  <a:moveTo>
                    <a:pt x="250" y="1"/>
                  </a:moveTo>
                  <a:cubicBezTo>
                    <a:pt x="107" y="1"/>
                    <a:pt x="0" y="109"/>
                    <a:pt x="0" y="252"/>
                  </a:cubicBezTo>
                  <a:cubicBezTo>
                    <a:pt x="0" y="388"/>
                    <a:pt x="107" y="503"/>
                    <a:pt x="250" y="503"/>
                  </a:cubicBezTo>
                  <a:cubicBezTo>
                    <a:pt x="388" y="503"/>
                    <a:pt x="494" y="388"/>
                    <a:pt x="494" y="252"/>
                  </a:cubicBezTo>
                  <a:cubicBezTo>
                    <a:pt x="494"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14"/>
            <p:cNvSpPr/>
            <p:nvPr/>
          </p:nvSpPr>
          <p:spPr>
            <a:xfrm>
              <a:off x="676400" y="23916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1" name="Google Shape;9121;p14"/>
            <p:cNvSpPr/>
            <p:nvPr/>
          </p:nvSpPr>
          <p:spPr>
            <a:xfrm>
              <a:off x="768325" y="2391675"/>
              <a:ext cx="12400" cy="12550"/>
            </a:xfrm>
            <a:custGeom>
              <a:avLst/>
              <a:gdLst/>
              <a:ahLst/>
              <a:cxnLst/>
              <a:rect l="l" t="t" r="r" b="b"/>
              <a:pathLst>
                <a:path w="496" h="502" extrusionOk="0">
                  <a:moveTo>
                    <a:pt x="245" y="0"/>
                  </a:moveTo>
                  <a:cubicBezTo>
                    <a:pt x="109" y="0"/>
                    <a:pt x="0" y="114"/>
                    <a:pt x="0" y="252"/>
                  </a:cubicBezTo>
                  <a:cubicBezTo>
                    <a:pt x="0" y="388"/>
                    <a:pt x="109" y="501"/>
                    <a:pt x="245" y="501"/>
                  </a:cubicBezTo>
                  <a:cubicBezTo>
                    <a:pt x="388" y="501"/>
                    <a:pt x="496" y="388"/>
                    <a:pt x="496" y="252"/>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2" name="Google Shape;9122;p14"/>
            <p:cNvSpPr/>
            <p:nvPr/>
          </p:nvSpPr>
          <p:spPr>
            <a:xfrm>
              <a:off x="860125" y="2391675"/>
              <a:ext cx="12525" cy="12550"/>
            </a:xfrm>
            <a:custGeom>
              <a:avLst/>
              <a:gdLst/>
              <a:ahLst/>
              <a:cxnLst/>
              <a:rect l="l" t="t" r="r" b="b"/>
              <a:pathLst>
                <a:path w="501" h="502" extrusionOk="0">
                  <a:moveTo>
                    <a:pt x="251" y="0"/>
                  </a:moveTo>
                  <a:cubicBezTo>
                    <a:pt x="114" y="0"/>
                    <a:pt x="0" y="114"/>
                    <a:pt x="0" y="252"/>
                  </a:cubicBezTo>
                  <a:cubicBezTo>
                    <a:pt x="0" y="388"/>
                    <a:pt x="114" y="501"/>
                    <a:pt x="251" y="501"/>
                  </a:cubicBezTo>
                  <a:cubicBezTo>
                    <a:pt x="387" y="501"/>
                    <a:pt x="501" y="388"/>
                    <a:pt x="501" y="252"/>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14"/>
            <p:cNvSpPr/>
            <p:nvPr/>
          </p:nvSpPr>
          <p:spPr>
            <a:xfrm>
              <a:off x="951850" y="23916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14"/>
            <p:cNvSpPr/>
            <p:nvPr/>
          </p:nvSpPr>
          <p:spPr>
            <a:xfrm>
              <a:off x="1043825" y="2391675"/>
              <a:ext cx="12375" cy="12550"/>
            </a:xfrm>
            <a:custGeom>
              <a:avLst/>
              <a:gdLst/>
              <a:ahLst/>
              <a:cxnLst/>
              <a:rect l="l" t="t" r="r" b="b"/>
              <a:pathLst>
                <a:path w="495" h="502" extrusionOk="0">
                  <a:moveTo>
                    <a:pt x="250" y="0"/>
                  </a:moveTo>
                  <a:cubicBezTo>
                    <a:pt x="107" y="0"/>
                    <a:pt x="0" y="114"/>
                    <a:pt x="0" y="252"/>
                  </a:cubicBezTo>
                  <a:cubicBezTo>
                    <a:pt x="0" y="388"/>
                    <a:pt x="107" y="501"/>
                    <a:pt x="250" y="501"/>
                  </a:cubicBezTo>
                  <a:cubicBezTo>
                    <a:pt x="388" y="501"/>
                    <a:pt x="494" y="388"/>
                    <a:pt x="494" y="252"/>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14"/>
            <p:cNvSpPr/>
            <p:nvPr/>
          </p:nvSpPr>
          <p:spPr>
            <a:xfrm>
              <a:off x="1135575" y="2391675"/>
              <a:ext cx="12575" cy="12550"/>
            </a:xfrm>
            <a:custGeom>
              <a:avLst/>
              <a:gdLst/>
              <a:ahLst/>
              <a:cxnLst/>
              <a:rect l="l" t="t" r="r" b="b"/>
              <a:pathLst>
                <a:path w="503" h="502" extrusionOk="0">
                  <a:moveTo>
                    <a:pt x="252" y="0"/>
                  </a:moveTo>
                  <a:cubicBezTo>
                    <a:pt x="116" y="0"/>
                    <a:pt x="0" y="114"/>
                    <a:pt x="0" y="252"/>
                  </a:cubicBezTo>
                  <a:cubicBezTo>
                    <a:pt x="0" y="388"/>
                    <a:pt x="116" y="501"/>
                    <a:pt x="252" y="501"/>
                  </a:cubicBezTo>
                  <a:cubicBezTo>
                    <a:pt x="387" y="501"/>
                    <a:pt x="503" y="388"/>
                    <a:pt x="503" y="252"/>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14"/>
            <p:cNvSpPr/>
            <p:nvPr/>
          </p:nvSpPr>
          <p:spPr>
            <a:xfrm>
              <a:off x="1227500" y="2391675"/>
              <a:ext cx="12400" cy="12550"/>
            </a:xfrm>
            <a:custGeom>
              <a:avLst/>
              <a:gdLst/>
              <a:ahLst/>
              <a:cxnLst/>
              <a:rect l="l" t="t" r="r" b="b"/>
              <a:pathLst>
                <a:path w="496" h="502" extrusionOk="0">
                  <a:moveTo>
                    <a:pt x="251" y="0"/>
                  </a:moveTo>
                  <a:cubicBezTo>
                    <a:pt x="109" y="0"/>
                    <a:pt x="0" y="114"/>
                    <a:pt x="0" y="252"/>
                  </a:cubicBezTo>
                  <a:cubicBezTo>
                    <a:pt x="0" y="388"/>
                    <a:pt x="109" y="501"/>
                    <a:pt x="251" y="501"/>
                  </a:cubicBezTo>
                  <a:cubicBezTo>
                    <a:pt x="387" y="501"/>
                    <a:pt x="496" y="388"/>
                    <a:pt x="496" y="252"/>
                  </a:cubicBezTo>
                  <a:cubicBezTo>
                    <a:pt x="496"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14"/>
            <p:cNvSpPr/>
            <p:nvPr/>
          </p:nvSpPr>
          <p:spPr>
            <a:xfrm>
              <a:off x="1319275" y="2391675"/>
              <a:ext cx="12550" cy="12550"/>
            </a:xfrm>
            <a:custGeom>
              <a:avLst/>
              <a:gdLst/>
              <a:ahLst/>
              <a:cxnLst/>
              <a:rect l="l" t="t" r="r" b="b"/>
              <a:pathLst>
                <a:path w="502" h="502" extrusionOk="0">
                  <a:moveTo>
                    <a:pt x="252" y="0"/>
                  </a:moveTo>
                  <a:cubicBezTo>
                    <a:pt x="114" y="0"/>
                    <a:pt x="1" y="114"/>
                    <a:pt x="1" y="252"/>
                  </a:cubicBezTo>
                  <a:cubicBezTo>
                    <a:pt x="1" y="388"/>
                    <a:pt x="114" y="501"/>
                    <a:pt x="252" y="501"/>
                  </a:cubicBezTo>
                  <a:cubicBezTo>
                    <a:pt x="388" y="501"/>
                    <a:pt x="501" y="388"/>
                    <a:pt x="501" y="252"/>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14"/>
            <p:cNvSpPr/>
            <p:nvPr/>
          </p:nvSpPr>
          <p:spPr>
            <a:xfrm>
              <a:off x="1411200" y="2391675"/>
              <a:ext cx="12425" cy="12550"/>
            </a:xfrm>
            <a:custGeom>
              <a:avLst/>
              <a:gdLst/>
              <a:ahLst/>
              <a:cxnLst/>
              <a:rect l="l" t="t" r="r" b="b"/>
              <a:pathLst>
                <a:path w="497" h="502" extrusionOk="0">
                  <a:moveTo>
                    <a:pt x="245" y="0"/>
                  </a:moveTo>
                  <a:cubicBezTo>
                    <a:pt x="109" y="0"/>
                    <a:pt x="1" y="114"/>
                    <a:pt x="1" y="252"/>
                  </a:cubicBezTo>
                  <a:cubicBezTo>
                    <a:pt x="1" y="388"/>
                    <a:pt x="109" y="501"/>
                    <a:pt x="245" y="501"/>
                  </a:cubicBezTo>
                  <a:cubicBezTo>
                    <a:pt x="388" y="501"/>
                    <a:pt x="496" y="388"/>
                    <a:pt x="496" y="252"/>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9" name="Google Shape;9129;p14"/>
            <p:cNvSpPr/>
            <p:nvPr/>
          </p:nvSpPr>
          <p:spPr>
            <a:xfrm>
              <a:off x="1503000" y="2391675"/>
              <a:ext cx="12525" cy="12550"/>
            </a:xfrm>
            <a:custGeom>
              <a:avLst/>
              <a:gdLst/>
              <a:ahLst/>
              <a:cxnLst/>
              <a:rect l="l" t="t" r="r" b="b"/>
              <a:pathLst>
                <a:path w="501" h="502" extrusionOk="0">
                  <a:moveTo>
                    <a:pt x="250" y="0"/>
                  </a:moveTo>
                  <a:cubicBezTo>
                    <a:pt x="114" y="0"/>
                    <a:pt x="0" y="114"/>
                    <a:pt x="0" y="252"/>
                  </a:cubicBezTo>
                  <a:cubicBezTo>
                    <a:pt x="0" y="388"/>
                    <a:pt x="114" y="501"/>
                    <a:pt x="250" y="501"/>
                  </a:cubicBezTo>
                  <a:cubicBezTo>
                    <a:pt x="387" y="501"/>
                    <a:pt x="501" y="388"/>
                    <a:pt x="501" y="252"/>
                  </a:cubicBezTo>
                  <a:cubicBezTo>
                    <a:pt x="501" y="114"/>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0" name="Google Shape;9130;p14"/>
            <p:cNvSpPr/>
            <p:nvPr/>
          </p:nvSpPr>
          <p:spPr>
            <a:xfrm>
              <a:off x="1594750" y="2391675"/>
              <a:ext cx="12575" cy="12550"/>
            </a:xfrm>
            <a:custGeom>
              <a:avLst/>
              <a:gdLst/>
              <a:ahLst/>
              <a:cxnLst/>
              <a:rect l="l" t="t" r="r" b="b"/>
              <a:pathLst>
                <a:path w="503" h="502" extrusionOk="0">
                  <a:moveTo>
                    <a:pt x="251" y="0"/>
                  </a:moveTo>
                  <a:cubicBezTo>
                    <a:pt x="115" y="0"/>
                    <a:pt x="0" y="114"/>
                    <a:pt x="0" y="252"/>
                  </a:cubicBezTo>
                  <a:cubicBezTo>
                    <a:pt x="0" y="388"/>
                    <a:pt x="115" y="501"/>
                    <a:pt x="251" y="501"/>
                  </a:cubicBezTo>
                  <a:cubicBezTo>
                    <a:pt x="394" y="501"/>
                    <a:pt x="503" y="388"/>
                    <a:pt x="503" y="252"/>
                  </a:cubicBezTo>
                  <a:cubicBezTo>
                    <a:pt x="503" y="114"/>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1" name="Google Shape;9131;p14"/>
            <p:cNvSpPr/>
            <p:nvPr/>
          </p:nvSpPr>
          <p:spPr>
            <a:xfrm>
              <a:off x="1686650" y="23916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14"/>
            <p:cNvSpPr/>
            <p:nvPr/>
          </p:nvSpPr>
          <p:spPr>
            <a:xfrm>
              <a:off x="1778450" y="2391675"/>
              <a:ext cx="12550" cy="12550"/>
            </a:xfrm>
            <a:custGeom>
              <a:avLst/>
              <a:gdLst/>
              <a:ahLst/>
              <a:cxnLst/>
              <a:rect l="l" t="t" r="r" b="b"/>
              <a:pathLst>
                <a:path w="502" h="502" extrusionOk="0">
                  <a:moveTo>
                    <a:pt x="252" y="0"/>
                  </a:moveTo>
                  <a:cubicBezTo>
                    <a:pt x="114" y="0"/>
                    <a:pt x="1" y="114"/>
                    <a:pt x="1" y="252"/>
                  </a:cubicBezTo>
                  <a:cubicBezTo>
                    <a:pt x="1" y="388"/>
                    <a:pt x="114" y="501"/>
                    <a:pt x="252" y="501"/>
                  </a:cubicBezTo>
                  <a:cubicBezTo>
                    <a:pt x="388" y="501"/>
                    <a:pt x="501" y="388"/>
                    <a:pt x="501" y="252"/>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14"/>
            <p:cNvSpPr/>
            <p:nvPr/>
          </p:nvSpPr>
          <p:spPr>
            <a:xfrm>
              <a:off x="1870375" y="2391675"/>
              <a:ext cx="12400" cy="12550"/>
            </a:xfrm>
            <a:custGeom>
              <a:avLst/>
              <a:gdLst/>
              <a:ahLst/>
              <a:cxnLst/>
              <a:rect l="l" t="t" r="r" b="b"/>
              <a:pathLst>
                <a:path w="496" h="502" extrusionOk="0">
                  <a:moveTo>
                    <a:pt x="252" y="0"/>
                  </a:moveTo>
                  <a:cubicBezTo>
                    <a:pt x="109" y="0"/>
                    <a:pt x="0" y="114"/>
                    <a:pt x="0" y="252"/>
                  </a:cubicBezTo>
                  <a:cubicBezTo>
                    <a:pt x="0" y="388"/>
                    <a:pt x="109" y="501"/>
                    <a:pt x="252" y="501"/>
                  </a:cubicBezTo>
                  <a:cubicBezTo>
                    <a:pt x="387" y="501"/>
                    <a:pt x="496" y="388"/>
                    <a:pt x="496" y="252"/>
                  </a:cubicBezTo>
                  <a:cubicBezTo>
                    <a:pt x="496"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4" name="Google Shape;9134;p14"/>
            <p:cNvSpPr/>
            <p:nvPr/>
          </p:nvSpPr>
          <p:spPr>
            <a:xfrm>
              <a:off x="1962150" y="2391675"/>
              <a:ext cx="12550" cy="12550"/>
            </a:xfrm>
            <a:custGeom>
              <a:avLst/>
              <a:gdLst/>
              <a:ahLst/>
              <a:cxnLst/>
              <a:rect l="l" t="t" r="r" b="b"/>
              <a:pathLst>
                <a:path w="502" h="502" extrusionOk="0">
                  <a:moveTo>
                    <a:pt x="250" y="0"/>
                  </a:moveTo>
                  <a:cubicBezTo>
                    <a:pt x="114" y="0"/>
                    <a:pt x="1" y="114"/>
                    <a:pt x="1" y="252"/>
                  </a:cubicBezTo>
                  <a:cubicBezTo>
                    <a:pt x="1" y="388"/>
                    <a:pt x="114" y="501"/>
                    <a:pt x="250" y="501"/>
                  </a:cubicBezTo>
                  <a:cubicBezTo>
                    <a:pt x="388" y="501"/>
                    <a:pt x="502" y="388"/>
                    <a:pt x="502" y="252"/>
                  </a:cubicBezTo>
                  <a:cubicBezTo>
                    <a:pt x="502"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5" name="Google Shape;9135;p14"/>
            <p:cNvSpPr/>
            <p:nvPr/>
          </p:nvSpPr>
          <p:spPr>
            <a:xfrm>
              <a:off x="2054075" y="2391675"/>
              <a:ext cx="12425" cy="12550"/>
            </a:xfrm>
            <a:custGeom>
              <a:avLst/>
              <a:gdLst/>
              <a:ahLst/>
              <a:cxnLst/>
              <a:rect l="l" t="t" r="r" b="b"/>
              <a:pathLst>
                <a:path w="497" h="502" extrusionOk="0">
                  <a:moveTo>
                    <a:pt x="252" y="0"/>
                  </a:moveTo>
                  <a:cubicBezTo>
                    <a:pt x="109" y="0"/>
                    <a:pt x="1" y="114"/>
                    <a:pt x="1" y="252"/>
                  </a:cubicBezTo>
                  <a:cubicBezTo>
                    <a:pt x="1" y="388"/>
                    <a:pt x="109" y="501"/>
                    <a:pt x="252" y="501"/>
                  </a:cubicBezTo>
                  <a:cubicBezTo>
                    <a:pt x="388" y="501"/>
                    <a:pt x="496" y="388"/>
                    <a:pt x="496" y="252"/>
                  </a:cubicBezTo>
                  <a:cubicBezTo>
                    <a:pt x="496"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14"/>
            <p:cNvSpPr/>
            <p:nvPr/>
          </p:nvSpPr>
          <p:spPr>
            <a:xfrm>
              <a:off x="2145825" y="23916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7" name="Google Shape;9137;p14"/>
            <p:cNvSpPr/>
            <p:nvPr/>
          </p:nvSpPr>
          <p:spPr>
            <a:xfrm>
              <a:off x="2237800" y="2391675"/>
              <a:ext cx="12350" cy="12550"/>
            </a:xfrm>
            <a:custGeom>
              <a:avLst/>
              <a:gdLst/>
              <a:ahLst/>
              <a:cxnLst/>
              <a:rect l="l" t="t" r="r" b="b"/>
              <a:pathLst>
                <a:path w="494" h="502" extrusionOk="0">
                  <a:moveTo>
                    <a:pt x="244" y="0"/>
                  </a:moveTo>
                  <a:cubicBezTo>
                    <a:pt x="107" y="0"/>
                    <a:pt x="0" y="114"/>
                    <a:pt x="0" y="252"/>
                  </a:cubicBezTo>
                  <a:cubicBezTo>
                    <a:pt x="0" y="388"/>
                    <a:pt x="107" y="501"/>
                    <a:pt x="244" y="501"/>
                  </a:cubicBezTo>
                  <a:cubicBezTo>
                    <a:pt x="387" y="501"/>
                    <a:pt x="494" y="388"/>
                    <a:pt x="494" y="252"/>
                  </a:cubicBezTo>
                  <a:cubicBezTo>
                    <a:pt x="494" y="114"/>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14"/>
            <p:cNvSpPr/>
            <p:nvPr/>
          </p:nvSpPr>
          <p:spPr>
            <a:xfrm>
              <a:off x="2329550" y="2391675"/>
              <a:ext cx="12575" cy="12550"/>
            </a:xfrm>
            <a:custGeom>
              <a:avLst/>
              <a:gdLst/>
              <a:ahLst/>
              <a:cxnLst/>
              <a:rect l="l" t="t" r="r" b="b"/>
              <a:pathLst>
                <a:path w="503" h="502" extrusionOk="0">
                  <a:moveTo>
                    <a:pt x="251" y="0"/>
                  </a:moveTo>
                  <a:cubicBezTo>
                    <a:pt x="115" y="0"/>
                    <a:pt x="0" y="114"/>
                    <a:pt x="0" y="252"/>
                  </a:cubicBezTo>
                  <a:cubicBezTo>
                    <a:pt x="0" y="388"/>
                    <a:pt x="115" y="501"/>
                    <a:pt x="251" y="501"/>
                  </a:cubicBezTo>
                  <a:cubicBezTo>
                    <a:pt x="387" y="501"/>
                    <a:pt x="502" y="388"/>
                    <a:pt x="502" y="252"/>
                  </a:cubicBezTo>
                  <a:cubicBezTo>
                    <a:pt x="502"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14"/>
            <p:cNvSpPr/>
            <p:nvPr/>
          </p:nvSpPr>
          <p:spPr>
            <a:xfrm>
              <a:off x="2421325" y="2391675"/>
              <a:ext cx="12550" cy="12550"/>
            </a:xfrm>
            <a:custGeom>
              <a:avLst/>
              <a:gdLst/>
              <a:ahLst/>
              <a:cxnLst/>
              <a:rect l="l" t="t" r="r" b="b"/>
              <a:pathLst>
                <a:path w="502" h="502" extrusionOk="0">
                  <a:moveTo>
                    <a:pt x="250" y="0"/>
                  </a:moveTo>
                  <a:cubicBezTo>
                    <a:pt x="114" y="0"/>
                    <a:pt x="1" y="114"/>
                    <a:pt x="1" y="252"/>
                  </a:cubicBezTo>
                  <a:cubicBezTo>
                    <a:pt x="1" y="388"/>
                    <a:pt x="114" y="501"/>
                    <a:pt x="250" y="501"/>
                  </a:cubicBezTo>
                  <a:cubicBezTo>
                    <a:pt x="395" y="501"/>
                    <a:pt x="501" y="388"/>
                    <a:pt x="501" y="252"/>
                  </a:cubicBezTo>
                  <a:cubicBezTo>
                    <a:pt x="501" y="114"/>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14"/>
            <p:cNvSpPr/>
            <p:nvPr/>
          </p:nvSpPr>
          <p:spPr>
            <a:xfrm>
              <a:off x="2513250" y="2391675"/>
              <a:ext cx="12575" cy="12550"/>
            </a:xfrm>
            <a:custGeom>
              <a:avLst/>
              <a:gdLst/>
              <a:ahLst/>
              <a:cxnLst/>
              <a:rect l="l" t="t" r="r" b="b"/>
              <a:pathLst>
                <a:path w="503" h="502" extrusionOk="0">
                  <a:moveTo>
                    <a:pt x="252" y="0"/>
                  </a:moveTo>
                  <a:cubicBezTo>
                    <a:pt x="109" y="0"/>
                    <a:pt x="0" y="114"/>
                    <a:pt x="0" y="252"/>
                  </a:cubicBezTo>
                  <a:cubicBezTo>
                    <a:pt x="0" y="388"/>
                    <a:pt x="109"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1" name="Google Shape;9141;p14"/>
            <p:cNvSpPr/>
            <p:nvPr/>
          </p:nvSpPr>
          <p:spPr>
            <a:xfrm>
              <a:off x="2605000" y="2391675"/>
              <a:ext cx="12575" cy="12550"/>
            </a:xfrm>
            <a:custGeom>
              <a:avLst/>
              <a:gdLst/>
              <a:ahLst/>
              <a:cxnLst/>
              <a:rect l="l" t="t" r="r" b="b"/>
              <a:pathLst>
                <a:path w="503" h="502" extrusionOk="0">
                  <a:moveTo>
                    <a:pt x="252" y="0"/>
                  </a:moveTo>
                  <a:cubicBezTo>
                    <a:pt x="116" y="0"/>
                    <a:pt x="0" y="114"/>
                    <a:pt x="0" y="252"/>
                  </a:cubicBezTo>
                  <a:cubicBezTo>
                    <a:pt x="0" y="388"/>
                    <a:pt x="116" y="501"/>
                    <a:pt x="252" y="501"/>
                  </a:cubicBezTo>
                  <a:cubicBezTo>
                    <a:pt x="387" y="501"/>
                    <a:pt x="503" y="388"/>
                    <a:pt x="503" y="252"/>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2" name="Google Shape;9142;p14"/>
            <p:cNvSpPr/>
            <p:nvPr/>
          </p:nvSpPr>
          <p:spPr>
            <a:xfrm>
              <a:off x="2696950" y="2391675"/>
              <a:ext cx="12375" cy="12550"/>
            </a:xfrm>
            <a:custGeom>
              <a:avLst/>
              <a:gdLst/>
              <a:ahLst/>
              <a:cxnLst/>
              <a:rect l="l" t="t" r="r" b="b"/>
              <a:pathLst>
                <a:path w="495" h="502" extrusionOk="0">
                  <a:moveTo>
                    <a:pt x="252" y="0"/>
                  </a:moveTo>
                  <a:cubicBezTo>
                    <a:pt x="108" y="0"/>
                    <a:pt x="1" y="114"/>
                    <a:pt x="1" y="252"/>
                  </a:cubicBezTo>
                  <a:cubicBezTo>
                    <a:pt x="1" y="388"/>
                    <a:pt x="108" y="501"/>
                    <a:pt x="252" y="501"/>
                  </a:cubicBezTo>
                  <a:cubicBezTo>
                    <a:pt x="388" y="501"/>
                    <a:pt x="495" y="388"/>
                    <a:pt x="495" y="252"/>
                  </a:cubicBezTo>
                  <a:cubicBezTo>
                    <a:pt x="495"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3" name="Google Shape;9143;p14"/>
            <p:cNvSpPr/>
            <p:nvPr/>
          </p:nvSpPr>
          <p:spPr>
            <a:xfrm>
              <a:off x="2788700" y="23916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4" name="Google Shape;9144;p14"/>
            <p:cNvSpPr/>
            <p:nvPr/>
          </p:nvSpPr>
          <p:spPr>
            <a:xfrm>
              <a:off x="2880675" y="2391675"/>
              <a:ext cx="12375" cy="12550"/>
            </a:xfrm>
            <a:custGeom>
              <a:avLst/>
              <a:gdLst/>
              <a:ahLst/>
              <a:cxnLst/>
              <a:rect l="l" t="t" r="r" b="b"/>
              <a:pathLst>
                <a:path w="495" h="502" extrusionOk="0">
                  <a:moveTo>
                    <a:pt x="243" y="0"/>
                  </a:moveTo>
                  <a:cubicBezTo>
                    <a:pt x="107" y="0"/>
                    <a:pt x="0" y="114"/>
                    <a:pt x="0" y="252"/>
                  </a:cubicBezTo>
                  <a:cubicBezTo>
                    <a:pt x="0" y="388"/>
                    <a:pt x="107" y="501"/>
                    <a:pt x="243" y="501"/>
                  </a:cubicBezTo>
                  <a:cubicBezTo>
                    <a:pt x="387" y="501"/>
                    <a:pt x="494" y="388"/>
                    <a:pt x="494" y="252"/>
                  </a:cubicBezTo>
                  <a:cubicBezTo>
                    <a:pt x="494" y="114"/>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14"/>
            <p:cNvSpPr/>
            <p:nvPr/>
          </p:nvSpPr>
          <p:spPr>
            <a:xfrm>
              <a:off x="2972425" y="2391675"/>
              <a:ext cx="12575" cy="12550"/>
            </a:xfrm>
            <a:custGeom>
              <a:avLst/>
              <a:gdLst/>
              <a:ahLst/>
              <a:cxnLst/>
              <a:rect l="l" t="t" r="r" b="b"/>
              <a:pathLst>
                <a:path w="503" h="502" extrusionOk="0">
                  <a:moveTo>
                    <a:pt x="251" y="0"/>
                  </a:moveTo>
                  <a:cubicBezTo>
                    <a:pt x="115" y="0"/>
                    <a:pt x="0" y="114"/>
                    <a:pt x="0" y="252"/>
                  </a:cubicBezTo>
                  <a:cubicBezTo>
                    <a:pt x="0" y="388"/>
                    <a:pt x="115" y="501"/>
                    <a:pt x="251" y="501"/>
                  </a:cubicBezTo>
                  <a:cubicBezTo>
                    <a:pt x="387" y="501"/>
                    <a:pt x="503" y="388"/>
                    <a:pt x="503" y="252"/>
                  </a:cubicBezTo>
                  <a:cubicBezTo>
                    <a:pt x="503"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6" name="Google Shape;9146;p14"/>
            <p:cNvSpPr/>
            <p:nvPr/>
          </p:nvSpPr>
          <p:spPr>
            <a:xfrm>
              <a:off x="3064375" y="2391675"/>
              <a:ext cx="12375" cy="12550"/>
            </a:xfrm>
            <a:custGeom>
              <a:avLst/>
              <a:gdLst/>
              <a:ahLst/>
              <a:cxnLst/>
              <a:rect l="l" t="t" r="r" b="b"/>
              <a:pathLst>
                <a:path w="495" h="502" extrusionOk="0">
                  <a:moveTo>
                    <a:pt x="243" y="0"/>
                  </a:moveTo>
                  <a:cubicBezTo>
                    <a:pt x="107" y="0"/>
                    <a:pt x="1" y="114"/>
                    <a:pt x="1" y="252"/>
                  </a:cubicBezTo>
                  <a:cubicBezTo>
                    <a:pt x="1" y="388"/>
                    <a:pt x="107" y="501"/>
                    <a:pt x="243" y="501"/>
                  </a:cubicBezTo>
                  <a:cubicBezTo>
                    <a:pt x="388" y="501"/>
                    <a:pt x="495" y="388"/>
                    <a:pt x="495" y="252"/>
                  </a:cubicBezTo>
                  <a:cubicBezTo>
                    <a:pt x="495" y="114"/>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7" name="Google Shape;9147;p14"/>
            <p:cNvSpPr/>
            <p:nvPr/>
          </p:nvSpPr>
          <p:spPr>
            <a:xfrm>
              <a:off x="3156125" y="23916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8" name="Google Shape;9148;p14"/>
            <p:cNvSpPr/>
            <p:nvPr/>
          </p:nvSpPr>
          <p:spPr>
            <a:xfrm>
              <a:off x="3247875" y="2391675"/>
              <a:ext cx="12575" cy="12550"/>
            </a:xfrm>
            <a:custGeom>
              <a:avLst/>
              <a:gdLst/>
              <a:ahLst/>
              <a:cxnLst/>
              <a:rect l="l" t="t" r="r" b="b"/>
              <a:pathLst>
                <a:path w="503"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14"/>
            <p:cNvSpPr/>
            <p:nvPr/>
          </p:nvSpPr>
          <p:spPr>
            <a:xfrm>
              <a:off x="3339850" y="2391675"/>
              <a:ext cx="12525" cy="12550"/>
            </a:xfrm>
            <a:custGeom>
              <a:avLst/>
              <a:gdLst/>
              <a:ahLst/>
              <a:cxnLst/>
              <a:rect l="l" t="t" r="r" b="b"/>
              <a:pathLst>
                <a:path w="501" h="502" extrusionOk="0">
                  <a:moveTo>
                    <a:pt x="251" y="0"/>
                  </a:moveTo>
                  <a:cubicBezTo>
                    <a:pt x="107" y="0"/>
                    <a:pt x="0" y="114"/>
                    <a:pt x="0" y="252"/>
                  </a:cubicBezTo>
                  <a:cubicBezTo>
                    <a:pt x="0" y="388"/>
                    <a:pt x="107" y="501"/>
                    <a:pt x="251" y="501"/>
                  </a:cubicBezTo>
                  <a:cubicBezTo>
                    <a:pt x="387" y="501"/>
                    <a:pt x="501" y="388"/>
                    <a:pt x="501" y="252"/>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14"/>
            <p:cNvSpPr/>
            <p:nvPr/>
          </p:nvSpPr>
          <p:spPr>
            <a:xfrm>
              <a:off x="3431575" y="23916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14"/>
            <p:cNvSpPr/>
            <p:nvPr/>
          </p:nvSpPr>
          <p:spPr>
            <a:xfrm>
              <a:off x="3523550" y="2391675"/>
              <a:ext cx="12375" cy="12550"/>
            </a:xfrm>
            <a:custGeom>
              <a:avLst/>
              <a:gdLst/>
              <a:ahLst/>
              <a:cxnLst/>
              <a:rect l="l" t="t" r="r" b="b"/>
              <a:pathLst>
                <a:path w="495" h="502" extrusionOk="0">
                  <a:moveTo>
                    <a:pt x="250" y="0"/>
                  </a:moveTo>
                  <a:cubicBezTo>
                    <a:pt x="107" y="0"/>
                    <a:pt x="0" y="114"/>
                    <a:pt x="0" y="252"/>
                  </a:cubicBezTo>
                  <a:cubicBezTo>
                    <a:pt x="0" y="388"/>
                    <a:pt x="107" y="501"/>
                    <a:pt x="250" y="501"/>
                  </a:cubicBezTo>
                  <a:cubicBezTo>
                    <a:pt x="388" y="501"/>
                    <a:pt x="494" y="388"/>
                    <a:pt x="494" y="252"/>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14"/>
            <p:cNvSpPr/>
            <p:nvPr/>
          </p:nvSpPr>
          <p:spPr>
            <a:xfrm>
              <a:off x="676400" y="2483600"/>
              <a:ext cx="12600" cy="12400"/>
            </a:xfrm>
            <a:custGeom>
              <a:avLst/>
              <a:gdLst/>
              <a:ahLst/>
              <a:cxnLst/>
              <a:rect l="l" t="t" r="r" b="b"/>
              <a:pathLst>
                <a:path w="504" h="496" extrusionOk="0">
                  <a:moveTo>
                    <a:pt x="252" y="0"/>
                  </a:moveTo>
                  <a:cubicBezTo>
                    <a:pt x="116" y="0"/>
                    <a:pt x="1" y="109"/>
                    <a:pt x="1" y="251"/>
                  </a:cubicBezTo>
                  <a:cubicBezTo>
                    <a:pt x="1" y="387"/>
                    <a:pt x="116" y="496"/>
                    <a:pt x="252" y="496"/>
                  </a:cubicBezTo>
                  <a:cubicBezTo>
                    <a:pt x="388" y="496"/>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3" name="Google Shape;9153;p14"/>
            <p:cNvSpPr/>
            <p:nvPr/>
          </p:nvSpPr>
          <p:spPr>
            <a:xfrm>
              <a:off x="768325" y="2483600"/>
              <a:ext cx="12400" cy="12400"/>
            </a:xfrm>
            <a:custGeom>
              <a:avLst/>
              <a:gdLst/>
              <a:ahLst/>
              <a:cxnLst/>
              <a:rect l="l" t="t" r="r" b="b"/>
              <a:pathLst>
                <a:path w="496" h="496" extrusionOk="0">
                  <a:moveTo>
                    <a:pt x="245" y="0"/>
                  </a:moveTo>
                  <a:cubicBezTo>
                    <a:pt x="109" y="0"/>
                    <a:pt x="0" y="109"/>
                    <a:pt x="0" y="251"/>
                  </a:cubicBezTo>
                  <a:cubicBezTo>
                    <a:pt x="0" y="387"/>
                    <a:pt x="109" y="496"/>
                    <a:pt x="245" y="496"/>
                  </a:cubicBezTo>
                  <a:cubicBezTo>
                    <a:pt x="388" y="496"/>
                    <a:pt x="496" y="387"/>
                    <a:pt x="496" y="251"/>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4" name="Google Shape;9154;p14"/>
            <p:cNvSpPr/>
            <p:nvPr/>
          </p:nvSpPr>
          <p:spPr>
            <a:xfrm>
              <a:off x="860125" y="2483600"/>
              <a:ext cx="12525" cy="12400"/>
            </a:xfrm>
            <a:custGeom>
              <a:avLst/>
              <a:gdLst/>
              <a:ahLst/>
              <a:cxnLst/>
              <a:rect l="l" t="t" r="r" b="b"/>
              <a:pathLst>
                <a:path w="501" h="496" extrusionOk="0">
                  <a:moveTo>
                    <a:pt x="251" y="0"/>
                  </a:moveTo>
                  <a:cubicBezTo>
                    <a:pt x="114" y="0"/>
                    <a:pt x="0" y="109"/>
                    <a:pt x="0" y="251"/>
                  </a:cubicBezTo>
                  <a:cubicBezTo>
                    <a:pt x="0" y="387"/>
                    <a:pt x="114" y="496"/>
                    <a:pt x="251" y="496"/>
                  </a:cubicBezTo>
                  <a:cubicBezTo>
                    <a:pt x="387" y="496"/>
                    <a:pt x="501" y="387"/>
                    <a:pt x="501" y="251"/>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5" name="Google Shape;9155;p14"/>
            <p:cNvSpPr/>
            <p:nvPr/>
          </p:nvSpPr>
          <p:spPr>
            <a:xfrm>
              <a:off x="951850" y="2483600"/>
              <a:ext cx="12600" cy="12400"/>
            </a:xfrm>
            <a:custGeom>
              <a:avLst/>
              <a:gdLst/>
              <a:ahLst/>
              <a:cxnLst/>
              <a:rect l="l" t="t" r="r" b="b"/>
              <a:pathLst>
                <a:path w="504" h="496" extrusionOk="0">
                  <a:moveTo>
                    <a:pt x="252" y="0"/>
                  </a:moveTo>
                  <a:cubicBezTo>
                    <a:pt x="116" y="0"/>
                    <a:pt x="1" y="109"/>
                    <a:pt x="1" y="251"/>
                  </a:cubicBezTo>
                  <a:cubicBezTo>
                    <a:pt x="1" y="387"/>
                    <a:pt x="116" y="496"/>
                    <a:pt x="252" y="496"/>
                  </a:cubicBezTo>
                  <a:cubicBezTo>
                    <a:pt x="388" y="496"/>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6" name="Google Shape;9156;p14"/>
            <p:cNvSpPr/>
            <p:nvPr/>
          </p:nvSpPr>
          <p:spPr>
            <a:xfrm>
              <a:off x="1043825" y="2483600"/>
              <a:ext cx="12375" cy="12400"/>
            </a:xfrm>
            <a:custGeom>
              <a:avLst/>
              <a:gdLst/>
              <a:ahLst/>
              <a:cxnLst/>
              <a:rect l="l" t="t" r="r" b="b"/>
              <a:pathLst>
                <a:path w="495" h="496" extrusionOk="0">
                  <a:moveTo>
                    <a:pt x="250" y="0"/>
                  </a:moveTo>
                  <a:cubicBezTo>
                    <a:pt x="107" y="0"/>
                    <a:pt x="0" y="109"/>
                    <a:pt x="0" y="251"/>
                  </a:cubicBezTo>
                  <a:cubicBezTo>
                    <a:pt x="0" y="387"/>
                    <a:pt x="107" y="496"/>
                    <a:pt x="250" y="496"/>
                  </a:cubicBezTo>
                  <a:cubicBezTo>
                    <a:pt x="388" y="496"/>
                    <a:pt x="494" y="387"/>
                    <a:pt x="494" y="251"/>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7" name="Google Shape;9157;p14"/>
            <p:cNvSpPr/>
            <p:nvPr/>
          </p:nvSpPr>
          <p:spPr>
            <a:xfrm>
              <a:off x="1135575" y="2483600"/>
              <a:ext cx="12575" cy="12400"/>
            </a:xfrm>
            <a:custGeom>
              <a:avLst/>
              <a:gdLst/>
              <a:ahLst/>
              <a:cxnLst/>
              <a:rect l="l" t="t" r="r" b="b"/>
              <a:pathLst>
                <a:path w="503" h="496" extrusionOk="0">
                  <a:moveTo>
                    <a:pt x="252" y="0"/>
                  </a:moveTo>
                  <a:cubicBezTo>
                    <a:pt x="116" y="0"/>
                    <a:pt x="0" y="109"/>
                    <a:pt x="0" y="251"/>
                  </a:cubicBezTo>
                  <a:cubicBezTo>
                    <a:pt x="0" y="387"/>
                    <a:pt x="116" y="496"/>
                    <a:pt x="252" y="496"/>
                  </a:cubicBezTo>
                  <a:cubicBezTo>
                    <a:pt x="387" y="496"/>
                    <a:pt x="503" y="387"/>
                    <a:pt x="503" y="251"/>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14"/>
            <p:cNvSpPr/>
            <p:nvPr/>
          </p:nvSpPr>
          <p:spPr>
            <a:xfrm>
              <a:off x="1227500" y="2483600"/>
              <a:ext cx="12400" cy="12400"/>
            </a:xfrm>
            <a:custGeom>
              <a:avLst/>
              <a:gdLst/>
              <a:ahLst/>
              <a:cxnLst/>
              <a:rect l="l" t="t" r="r" b="b"/>
              <a:pathLst>
                <a:path w="496" h="496" extrusionOk="0">
                  <a:moveTo>
                    <a:pt x="251" y="0"/>
                  </a:moveTo>
                  <a:cubicBezTo>
                    <a:pt x="109" y="0"/>
                    <a:pt x="0" y="109"/>
                    <a:pt x="0" y="251"/>
                  </a:cubicBezTo>
                  <a:cubicBezTo>
                    <a:pt x="0" y="387"/>
                    <a:pt x="109" y="496"/>
                    <a:pt x="251" y="496"/>
                  </a:cubicBezTo>
                  <a:cubicBezTo>
                    <a:pt x="387" y="496"/>
                    <a:pt x="496" y="387"/>
                    <a:pt x="496" y="251"/>
                  </a:cubicBezTo>
                  <a:cubicBezTo>
                    <a:pt x="496"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14"/>
            <p:cNvSpPr/>
            <p:nvPr/>
          </p:nvSpPr>
          <p:spPr>
            <a:xfrm>
              <a:off x="1319275" y="2483600"/>
              <a:ext cx="12550" cy="12400"/>
            </a:xfrm>
            <a:custGeom>
              <a:avLst/>
              <a:gdLst/>
              <a:ahLst/>
              <a:cxnLst/>
              <a:rect l="l" t="t" r="r" b="b"/>
              <a:pathLst>
                <a:path w="502" h="496" extrusionOk="0">
                  <a:moveTo>
                    <a:pt x="252" y="0"/>
                  </a:moveTo>
                  <a:cubicBezTo>
                    <a:pt x="114" y="0"/>
                    <a:pt x="1" y="109"/>
                    <a:pt x="1" y="251"/>
                  </a:cubicBezTo>
                  <a:cubicBezTo>
                    <a:pt x="1" y="387"/>
                    <a:pt x="114" y="496"/>
                    <a:pt x="252" y="496"/>
                  </a:cubicBezTo>
                  <a:cubicBezTo>
                    <a:pt x="388" y="496"/>
                    <a:pt x="501" y="387"/>
                    <a:pt x="501" y="251"/>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14"/>
            <p:cNvSpPr/>
            <p:nvPr/>
          </p:nvSpPr>
          <p:spPr>
            <a:xfrm>
              <a:off x="1411200" y="2483600"/>
              <a:ext cx="12425" cy="12400"/>
            </a:xfrm>
            <a:custGeom>
              <a:avLst/>
              <a:gdLst/>
              <a:ahLst/>
              <a:cxnLst/>
              <a:rect l="l" t="t" r="r" b="b"/>
              <a:pathLst>
                <a:path w="497" h="496" extrusionOk="0">
                  <a:moveTo>
                    <a:pt x="245" y="0"/>
                  </a:moveTo>
                  <a:cubicBezTo>
                    <a:pt x="109" y="0"/>
                    <a:pt x="1" y="109"/>
                    <a:pt x="1" y="251"/>
                  </a:cubicBezTo>
                  <a:cubicBezTo>
                    <a:pt x="1" y="387"/>
                    <a:pt x="109" y="496"/>
                    <a:pt x="245" y="496"/>
                  </a:cubicBezTo>
                  <a:cubicBezTo>
                    <a:pt x="388" y="496"/>
                    <a:pt x="496" y="387"/>
                    <a:pt x="496" y="251"/>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14"/>
            <p:cNvSpPr/>
            <p:nvPr/>
          </p:nvSpPr>
          <p:spPr>
            <a:xfrm>
              <a:off x="1503000" y="2483600"/>
              <a:ext cx="12525" cy="12400"/>
            </a:xfrm>
            <a:custGeom>
              <a:avLst/>
              <a:gdLst/>
              <a:ahLst/>
              <a:cxnLst/>
              <a:rect l="l" t="t" r="r" b="b"/>
              <a:pathLst>
                <a:path w="501" h="496" extrusionOk="0">
                  <a:moveTo>
                    <a:pt x="250" y="0"/>
                  </a:moveTo>
                  <a:cubicBezTo>
                    <a:pt x="114" y="0"/>
                    <a:pt x="0" y="109"/>
                    <a:pt x="0" y="251"/>
                  </a:cubicBezTo>
                  <a:cubicBezTo>
                    <a:pt x="0" y="387"/>
                    <a:pt x="114" y="496"/>
                    <a:pt x="250" y="496"/>
                  </a:cubicBezTo>
                  <a:cubicBezTo>
                    <a:pt x="387" y="496"/>
                    <a:pt x="501" y="387"/>
                    <a:pt x="501" y="251"/>
                  </a:cubicBezTo>
                  <a:cubicBezTo>
                    <a:pt x="501" y="109"/>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14"/>
            <p:cNvSpPr/>
            <p:nvPr/>
          </p:nvSpPr>
          <p:spPr>
            <a:xfrm>
              <a:off x="1594750" y="2483600"/>
              <a:ext cx="12575" cy="12400"/>
            </a:xfrm>
            <a:custGeom>
              <a:avLst/>
              <a:gdLst/>
              <a:ahLst/>
              <a:cxnLst/>
              <a:rect l="l" t="t" r="r" b="b"/>
              <a:pathLst>
                <a:path w="503" h="496" extrusionOk="0">
                  <a:moveTo>
                    <a:pt x="251" y="0"/>
                  </a:moveTo>
                  <a:cubicBezTo>
                    <a:pt x="115" y="0"/>
                    <a:pt x="0" y="109"/>
                    <a:pt x="0" y="251"/>
                  </a:cubicBezTo>
                  <a:cubicBezTo>
                    <a:pt x="0" y="387"/>
                    <a:pt x="115" y="496"/>
                    <a:pt x="251" y="496"/>
                  </a:cubicBezTo>
                  <a:cubicBezTo>
                    <a:pt x="394" y="496"/>
                    <a:pt x="503" y="387"/>
                    <a:pt x="503" y="251"/>
                  </a:cubicBezTo>
                  <a:cubicBezTo>
                    <a:pt x="503" y="109"/>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14"/>
            <p:cNvSpPr/>
            <p:nvPr/>
          </p:nvSpPr>
          <p:spPr>
            <a:xfrm>
              <a:off x="1686650" y="2483600"/>
              <a:ext cx="12600" cy="12400"/>
            </a:xfrm>
            <a:custGeom>
              <a:avLst/>
              <a:gdLst/>
              <a:ahLst/>
              <a:cxnLst/>
              <a:rect l="l" t="t" r="r" b="b"/>
              <a:pathLst>
                <a:path w="504" h="496" extrusionOk="0">
                  <a:moveTo>
                    <a:pt x="252" y="0"/>
                  </a:moveTo>
                  <a:cubicBezTo>
                    <a:pt x="116" y="0"/>
                    <a:pt x="1" y="109"/>
                    <a:pt x="1" y="251"/>
                  </a:cubicBezTo>
                  <a:cubicBezTo>
                    <a:pt x="1" y="387"/>
                    <a:pt x="116" y="496"/>
                    <a:pt x="252" y="496"/>
                  </a:cubicBezTo>
                  <a:cubicBezTo>
                    <a:pt x="388" y="496"/>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4" name="Google Shape;9164;p14"/>
            <p:cNvSpPr/>
            <p:nvPr/>
          </p:nvSpPr>
          <p:spPr>
            <a:xfrm>
              <a:off x="1778450" y="2483600"/>
              <a:ext cx="12550" cy="12400"/>
            </a:xfrm>
            <a:custGeom>
              <a:avLst/>
              <a:gdLst/>
              <a:ahLst/>
              <a:cxnLst/>
              <a:rect l="l" t="t" r="r" b="b"/>
              <a:pathLst>
                <a:path w="502" h="496" extrusionOk="0">
                  <a:moveTo>
                    <a:pt x="252" y="0"/>
                  </a:moveTo>
                  <a:cubicBezTo>
                    <a:pt x="114" y="0"/>
                    <a:pt x="1" y="109"/>
                    <a:pt x="1" y="251"/>
                  </a:cubicBezTo>
                  <a:cubicBezTo>
                    <a:pt x="1" y="387"/>
                    <a:pt x="114" y="496"/>
                    <a:pt x="252" y="496"/>
                  </a:cubicBezTo>
                  <a:cubicBezTo>
                    <a:pt x="388" y="496"/>
                    <a:pt x="501" y="387"/>
                    <a:pt x="501" y="251"/>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5" name="Google Shape;9165;p14"/>
            <p:cNvSpPr/>
            <p:nvPr/>
          </p:nvSpPr>
          <p:spPr>
            <a:xfrm>
              <a:off x="1870375" y="2483600"/>
              <a:ext cx="12400" cy="12400"/>
            </a:xfrm>
            <a:custGeom>
              <a:avLst/>
              <a:gdLst/>
              <a:ahLst/>
              <a:cxnLst/>
              <a:rect l="l" t="t" r="r" b="b"/>
              <a:pathLst>
                <a:path w="496" h="496" extrusionOk="0">
                  <a:moveTo>
                    <a:pt x="252" y="0"/>
                  </a:moveTo>
                  <a:cubicBezTo>
                    <a:pt x="109" y="0"/>
                    <a:pt x="0" y="109"/>
                    <a:pt x="0" y="251"/>
                  </a:cubicBezTo>
                  <a:cubicBezTo>
                    <a:pt x="0" y="387"/>
                    <a:pt x="109" y="496"/>
                    <a:pt x="252" y="496"/>
                  </a:cubicBezTo>
                  <a:cubicBezTo>
                    <a:pt x="387" y="496"/>
                    <a:pt x="496" y="387"/>
                    <a:pt x="496" y="251"/>
                  </a:cubicBezTo>
                  <a:cubicBezTo>
                    <a:pt x="496"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14"/>
            <p:cNvSpPr/>
            <p:nvPr/>
          </p:nvSpPr>
          <p:spPr>
            <a:xfrm>
              <a:off x="1962150" y="2483600"/>
              <a:ext cx="12550" cy="12400"/>
            </a:xfrm>
            <a:custGeom>
              <a:avLst/>
              <a:gdLst/>
              <a:ahLst/>
              <a:cxnLst/>
              <a:rect l="l" t="t" r="r" b="b"/>
              <a:pathLst>
                <a:path w="502" h="496" extrusionOk="0">
                  <a:moveTo>
                    <a:pt x="250" y="0"/>
                  </a:moveTo>
                  <a:cubicBezTo>
                    <a:pt x="114" y="0"/>
                    <a:pt x="1" y="109"/>
                    <a:pt x="1" y="251"/>
                  </a:cubicBezTo>
                  <a:cubicBezTo>
                    <a:pt x="1" y="387"/>
                    <a:pt x="114" y="496"/>
                    <a:pt x="250" y="496"/>
                  </a:cubicBezTo>
                  <a:cubicBezTo>
                    <a:pt x="388" y="496"/>
                    <a:pt x="502" y="387"/>
                    <a:pt x="502" y="251"/>
                  </a:cubicBezTo>
                  <a:cubicBezTo>
                    <a:pt x="502"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14"/>
            <p:cNvSpPr/>
            <p:nvPr/>
          </p:nvSpPr>
          <p:spPr>
            <a:xfrm>
              <a:off x="2054075" y="2483600"/>
              <a:ext cx="12425" cy="12400"/>
            </a:xfrm>
            <a:custGeom>
              <a:avLst/>
              <a:gdLst/>
              <a:ahLst/>
              <a:cxnLst/>
              <a:rect l="l" t="t" r="r" b="b"/>
              <a:pathLst>
                <a:path w="497" h="496" extrusionOk="0">
                  <a:moveTo>
                    <a:pt x="252" y="0"/>
                  </a:moveTo>
                  <a:cubicBezTo>
                    <a:pt x="109" y="0"/>
                    <a:pt x="1" y="109"/>
                    <a:pt x="1" y="251"/>
                  </a:cubicBezTo>
                  <a:cubicBezTo>
                    <a:pt x="1" y="387"/>
                    <a:pt x="109" y="496"/>
                    <a:pt x="252" y="496"/>
                  </a:cubicBezTo>
                  <a:cubicBezTo>
                    <a:pt x="388" y="496"/>
                    <a:pt x="496" y="387"/>
                    <a:pt x="496" y="251"/>
                  </a:cubicBezTo>
                  <a:cubicBezTo>
                    <a:pt x="496"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14"/>
            <p:cNvSpPr/>
            <p:nvPr/>
          </p:nvSpPr>
          <p:spPr>
            <a:xfrm>
              <a:off x="2145825" y="2483600"/>
              <a:ext cx="12600" cy="12400"/>
            </a:xfrm>
            <a:custGeom>
              <a:avLst/>
              <a:gdLst/>
              <a:ahLst/>
              <a:cxnLst/>
              <a:rect l="l" t="t" r="r" b="b"/>
              <a:pathLst>
                <a:path w="504" h="496" extrusionOk="0">
                  <a:moveTo>
                    <a:pt x="252" y="0"/>
                  </a:moveTo>
                  <a:cubicBezTo>
                    <a:pt x="116" y="0"/>
                    <a:pt x="1" y="109"/>
                    <a:pt x="1" y="251"/>
                  </a:cubicBezTo>
                  <a:cubicBezTo>
                    <a:pt x="1" y="387"/>
                    <a:pt x="116" y="496"/>
                    <a:pt x="252" y="496"/>
                  </a:cubicBezTo>
                  <a:cubicBezTo>
                    <a:pt x="388" y="496"/>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14"/>
            <p:cNvSpPr/>
            <p:nvPr/>
          </p:nvSpPr>
          <p:spPr>
            <a:xfrm>
              <a:off x="2237800" y="2483600"/>
              <a:ext cx="12350" cy="12400"/>
            </a:xfrm>
            <a:custGeom>
              <a:avLst/>
              <a:gdLst/>
              <a:ahLst/>
              <a:cxnLst/>
              <a:rect l="l" t="t" r="r" b="b"/>
              <a:pathLst>
                <a:path w="494" h="496" extrusionOk="0">
                  <a:moveTo>
                    <a:pt x="244" y="0"/>
                  </a:moveTo>
                  <a:cubicBezTo>
                    <a:pt x="107" y="0"/>
                    <a:pt x="0" y="109"/>
                    <a:pt x="0" y="251"/>
                  </a:cubicBezTo>
                  <a:cubicBezTo>
                    <a:pt x="0" y="387"/>
                    <a:pt x="107" y="496"/>
                    <a:pt x="244" y="496"/>
                  </a:cubicBezTo>
                  <a:cubicBezTo>
                    <a:pt x="387" y="496"/>
                    <a:pt x="494" y="387"/>
                    <a:pt x="494" y="251"/>
                  </a:cubicBezTo>
                  <a:cubicBezTo>
                    <a:pt x="494" y="109"/>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14"/>
            <p:cNvSpPr/>
            <p:nvPr/>
          </p:nvSpPr>
          <p:spPr>
            <a:xfrm>
              <a:off x="2329550" y="2483600"/>
              <a:ext cx="12575" cy="12400"/>
            </a:xfrm>
            <a:custGeom>
              <a:avLst/>
              <a:gdLst/>
              <a:ahLst/>
              <a:cxnLst/>
              <a:rect l="l" t="t" r="r" b="b"/>
              <a:pathLst>
                <a:path w="503" h="496" extrusionOk="0">
                  <a:moveTo>
                    <a:pt x="251" y="0"/>
                  </a:moveTo>
                  <a:cubicBezTo>
                    <a:pt x="115" y="0"/>
                    <a:pt x="0" y="109"/>
                    <a:pt x="0" y="251"/>
                  </a:cubicBezTo>
                  <a:cubicBezTo>
                    <a:pt x="0" y="387"/>
                    <a:pt x="115" y="496"/>
                    <a:pt x="251" y="496"/>
                  </a:cubicBezTo>
                  <a:cubicBezTo>
                    <a:pt x="387" y="496"/>
                    <a:pt x="502" y="387"/>
                    <a:pt x="502" y="251"/>
                  </a:cubicBezTo>
                  <a:cubicBezTo>
                    <a:pt x="502"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14"/>
            <p:cNvSpPr/>
            <p:nvPr/>
          </p:nvSpPr>
          <p:spPr>
            <a:xfrm>
              <a:off x="2421325" y="2483600"/>
              <a:ext cx="12550" cy="12400"/>
            </a:xfrm>
            <a:custGeom>
              <a:avLst/>
              <a:gdLst/>
              <a:ahLst/>
              <a:cxnLst/>
              <a:rect l="l" t="t" r="r" b="b"/>
              <a:pathLst>
                <a:path w="502" h="496" extrusionOk="0">
                  <a:moveTo>
                    <a:pt x="250" y="0"/>
                  </a:moveTo>
                  <a:cubicBezTo>
                    <a:pt x="114" y="0"/>
                    <a:pt x="1" y="109"/>
                    <a:pt x="1" y="251"/>
                  </a:cubicBezTo>
                  <a:cubicBezTo>
                    <a:pt x="1" y="387"/>
                    <a:pt x="114" y="496"/>
                    <a:pt x="250" y="496"/>
                  </a:cubicBezTo>
                  <a:cubicBezTo>
                    <a:pt x="395" y="496"/>
                    <a:pt x="501" y="387"/>
                    <a:pt x="501" y="251"/>
                  </a:cubicBezTo>
                  <a:cubicBezTo>
                    <a:pt x="501" y="109"/>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2" name="Google Shape;9172;p14"/>
            <p:cNvSpPr/>
            <p:nvPr/>
          </p:nvSpPr>
          <p:spPr>
            <a:xfrm>
              <a:off x="2513250" y="2483600"/>
              <a:ext cx="12575" cy="12400"/>
            </a:xfrm>
            <a:custGeom>
              <a:avLst/>
              <a:gdLst/>
              <a:ahLst/>
              <a:cxnLst/>
              <a:rect l="l" t="t" r="r" b="b"/>
              <a:pathLst>
                <a:path w="503" h="496" extrusionOk="0">
                  <a:moveTo>
                    <a:pt x="252" y="0"/>
                  </a:moveTo>
                  <a:cubicBezTo>
                    <a:pt x="109" y="0"/>
                    <a:pt x="0" y="109"/>
                    <a:pt x="0" y="251"/>
                  </a:cubicBezTo>
                  <a:cubicBezTo>
                    <a:pt x="0" y="387"/>
                    <a:pt x="109" y="496"/>
                    <a:pt x="252" y="496"/>
                  </a:cubicBezTo>
                  <a:cubicBezTo>
                    <a:pt x="388" y="496"/>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3" name="Google Shape;9173;p14"/>
            <p:cNvSpPr/>
            <p:nvPr/>
          </p:nvSpPr>
          <p:spPr>
            <a:xfrm>
              <a:off x="2605000" y="2483600"/>
              <a:ext cx="12575" cy="12400"/>
            </a:xfrm>
            <a:custGeom>
              <a:avLst/>
              <a:gdLst/>
              <a:ahLst/>
              <a:cxnLst/>
              <a:rect l="l" t="t" r="r" b="b"/>
              <a:pathLst>
                <a:path w="503" h="496" extrusionOk="0">
                  <a:moveTo>
                    <a:pt x="252" y="0"/>
                  </a:moveTo>
                  <a:cubicBezTo>
                    <a:pt x="116" y="0"/>
                    <a:pt x="0" y="109"/>
                    <a:pt x="0" y="251"/>
                  </a:cubicBezTo>
                  <a:cubicBezTo>
                    <a:pt x="0" y="387"/>
                    <a:pt x="116" y="496"/>
                    <a:pt x="252" y="496"/>
                  </a:cubicBezTo>
                  <a:cubicBezTo>
                    <a:pt x="387" y="496"/>
                    <a:pt x="503" y="387"/>
                    <a:pt x="503" y="251"/>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14"/>
            <p:cNvSpPr/>
            <p:nvPr/>
          </p:nvSpPr>
          <p:spPr>
            <a:xfrm>
              <a:off x="2696950" y="2483600"/>
              <a:ext cx="12375" cy="12400"/>
            </a:xfrm>
            <a:custGeom>
              <a:avLst/>
              <a:gdLst/>
              <a:ahLst/>
              <a:cxnLst/>
              <a:rect l="l" t="t" r="r" b="b"/>
              <a:pathLst>
                <a:path w="495" h="496" extrusionOk="0">
                  <a:moveTo>
                    <a:pt x="252" y="0"/>
                  </a:moveTo>
                  <a:cubicBezTo>
                    <a:pt x="108" y="0"/>
                    <a:pt x="1" y="109"/>
                    <a:pt x="1" y="251"/>
                  </a:cubicBezTo>
                  <a:cubicBezTo>
                    <a:pt x="1" y="387"/>
                    <a:pt x="108" y="496"/>
                    <a:pt x="252" y="496"/>
                  </a:cubicBezTo>
                  <a:cubicBezTo>
                    <a:pt x="388" y="496"/>
                    <a:pt x="495" y="387"/>
                    <a:pt x="495" y="251"/>
                  </a:cubicBezTo>
                  <a:cubicBezTo>
                    <a:pt x="495"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14"/>
            <p:cNvSpPr/>
            <p:nvPr/>
          </p:nvSpPr>
          <p:spPr>
            <a:xfrm>
              <a:off x="2788700" y="2483600"/>
              <a:ext cx="12600" cy="12400"/>
            </a:xfrm>
            <a:custGeom>
              <a:avLst/>
              <a:gdLst/>
              <a:ahLst/>
              <a:cxnLst/>
              <a:rect l="l" t="t" r="r" b="b"/>
              <a:pathLst>
                <a:path w="504" h="496" extrusionOk="0">
                  <a:moveTo>
                    <a:pt x="252" y="0"/>
                  </a:moveTo>
                  <a:cubicBezTo>
                    <a:pt x="116" y="0"/>
                    <a:pt x="1" y="109"/>
                    <a:pt x="1" y="251"/>
                  </a:cubicBezTo>
                  <a:cubicBezTo>
                    <a:pt x="1" y="387"/>
                    <a:pt x="116" y="496"/>
                    <a:pt x="252" y="496"/>
                  </a:cubicBezTo>
                  <a:cubicBezTo>
                    <a:pt x="388" y="496"/>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14"/>
            <p:cNvSpPr/>
            <p:nvPr/>
          </p:nvSpPr>
          <p:spPr>
            <a:xfrm>
              <a:off x="2880675" y="2483600"/>
              <a:ext cx="12375" cy="12400"/>
            </a:xfrm>
            <a:custGeom>
              <a:avLst/>
              <a:gdLst/>
              <a:ahLst/>
              <a:cxnLst/>
              <a:rect l="l" t="t" r="r" b="b"/>
              <a:pathLst>
                <a:path w="495" h="496" extrusionOk="0">
                  <a:moveTo>
                    <a:pt x="243" y="0"/>
                  </a:moveTo>
                  <a:cubicBezTo>
                    <a:pt x="107" y="0"/>
                    <a:pt x="0" y="109"/>
                    <a:pt x="0" y="251"/>
                  </a:cubicBezTo>
                  <a:cubicBezTo>
                    <a:pt x="0" y="387"/>
                    <a:pt x="107" y="496"/>
                    <a:pt x="243" y="496"/>
                  </a:cubicBezTo>
                  <a:cubicBezTo>
                    <a:pt x="387" y="496"/>
                    <a:pt x="494" y="387"/>
                    <a:pt x="494" y="251"/>
                  </a:cubicBezTo>
                  <a:cubicBezTo>
                    <a:pt x="494" y="109"/>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7" name="Google Shape;9177;p14"/>
            <p:cNvSpPr/>
            <p:nvPr/>
          </p:nvSpPr>
          <p:spPr>
            <a:xfrm>
              <a:off x="2972425" y="2483600"/>
              <a:ext cx="12575" cy="12400"/>
            </a:xfrm>
            <a:custGeom>
              <a:avLst/>
              <a:gdLst/>
              <a:ahLst/>
              <a:cxnLst/>
              <a:rect l="l" t="t" r="r" b="b"/>
              <a:pathLst>
                <a:path w="503" h="496" extrusionOk="0">
                  <a:moveTo>
                    <a:pt x="251" y="0"/>
                  </a:moveTo>
                  <a:cubicBezTo>
                    <a:pt x="115" y="0"/>
                    <a:pt x="0" y="109"/>
                    <a:pt x="0" y="251"/>
                  </a:cubicBezTo>
                  <a:cubicBezTo>
                    <a:pt x="0" y="387"/>
                    <a:pt x="115" y="496"/>
                    <a:pt x="251" y="496"/>
                  </a:cubicBezTo>
                  <a:cubicBezTo>
                    <a:pt x="387" y="496"/>
                    <a:pt x="503" y="387"/>
                    <a:pt x="503" y="251"/>
                  </a:cubicBezTo>
                  <a:cubicBezTo>
                    <a:pt x="503"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8" name="Google Shape;9178;p14"/>
            <p:cNvSpPr/>
            <p:nvPr/>
          </p:nvSpPr>
          <p:spPr>
            <a:xfrm>
              <a:off x="3064375" y="2483600"/>
              <a:ext cx="12375" cy="12400"/>
            </a:xfrm>
            <a:custGeom>
              <a:avLst/>
              <a:gdLst/>
              <a:ahLst/>
              <a:cxnLst/>
              <a:rect l="l" t="t" r="r" b="b"/>
              <a:pathLst>
                <a:path w="495" h="496" extrusionOk="0">
                  <a:moveTo>
                    <a:pt x="243" y="0"/>
                  </a:moveTo>
                  <a:cubicBezTo>
                    <a:pt x="107" y="0"/>
                    <a:pt x="1" y="109"/>
                    <a:pt x="1" y="251"/>
                  </a:cubicBezTo>
                  <a:cubicBezTo>
                    <a:pt x="1" y="387"/>
                    <a:pt x="107" y="496"/>
                    <a:pt x="243" y="496"/>
                  </a:cubicBezTo>
                  <a:cubicBezTo>
                    <a:pt x="388" y="496"/>
                    <a:pt x="495" y="387"/>
                    <a:pt x="495" y="251"/>
                  </a:cubicBezTo>
                  <a:cubicBezTo>
                    <a:pt x="495" y="109"/>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9" name="Google Shape;9179;p14"/>
            <p:cNvSpPr/>
            <p:nvPr/>
          </p:nvSpPr>
          <p:spPr>
            <a:xfrm>
              <a:off x="3156125" y="2483600"/>
              <a:ext cx="12600" cy="12400"/>
            </a:xfrm>
            <a:custGeom>
              <a:avLst/>
              <a:gdLst/>
              <a:ahLst/>
              <a:cxnLst/>
              <a:rect l="l" t="t" r="r" b="b"/>
              <a:pathLst>
                <a:path w="504" h="496" extrusionOk="0">
                  <a:moveTo>
                    <a:pt x="252" y="0"/>
                  </a:moveTo>
                  <a:cubicBezTo>
                    <a:pt x="116" y="0"/>
                    <a:pt x="1" y="109"/>
                    <a:pt x="1" y="251"/>
                  </a:cubicBezTo>
                  <a:cubicBezTo>
                    <a:pt x="1" y="387"/>
                    <a:pt x="116" y="496"/>
                    <a:pt x="252" y="496"/>
                  </a:cubicBezTo>
                  <a:cubicBezTo>
                    <a:pt x="388" y="496"/>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0" name="Google Shape;9180;p14"/>
            <p:cNvSpPr/>
            <p:nvPr/>
          </p:nvSpPr>
          <p:spPr>
            <a:xfrm>
              <a:off x="3247875" y="2483600"/>
              <a:ext cx="12575" cy="12400"/>
            </a:xfrm>
            <a:custGeom>
              <a:avLst/>
              <a:gdLst/>
              <a:ahLst/>
              <a:cxnLst/>
              <a:rect l="l" t="t" r="r" b="b"/>
              <a:pathLst>
                <a:path w="503" h="496" extrusionOk="0">
                  <a:moveTo>
                    <a:pt x="252" y="0"/>
                  </a:moveTo>
                  <a:cubicBezTo>
                    <a:pt x="116" y="0"/>
                    <a:pt x="1" y="109"/>
                    <a:pt x="1" y="251"/>
                  </a:cubicBezTo>
                  <a:cubicBezTo>
                    <a:pt x="1" y="387"/>
                    <a:pt x="116" y="496"/>
                    <a:pt x="252" y="496"/>
                  </a:cubicBezTo>
                  <a:cubicBezTo>
                    <a:pt x="388" y="496"/>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1" name="Google Shape;9181;p14"/>
            <p:cNvSpPr/>
            <p:nvPr/>
          </p:nvSpPr>
          <p:spPr>
            <a:xfrm>
              <a:off x="3339850" y="2483600"/>
              <a:ext cx="12525" cy="12400"/>
            </a:xfrm>
            <a:custGeom>
              <a:avLst/>
              <a:gdLst/>
              <a:ahLst/>
              <a:cxnLst/>
              <a:rect l="l" t="t" r="r" b="b"/>
              <a:pathLst>
                <a:path w="501" h="496" extrusionOk="0">
                  <a:moveTo>
                    <a:pt x="251" y="0"/>
                  </a:moveTo>
                  <a:cubicBezTo>
                    <a:pt x="107" y="0"/>
                    <a:pt x="0" y="109"/>
                    <a:pt x="0" y="251"/>
                  </a:cubicBezTo>
                  <a:cubicBezTo>
                    <a:pt x="0" y="387"/>
                    <a:pt x="107" y="496"/>
                    <a:pt x="251" y="496"/>
                  </a:cubicBezTo>
                  <a:cubicBezTo>
                    <a:pt x="387" y="496"/>
                    <a:pt x="501" y="387"/>
                    <a:pt x="501" y="251"/>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14"/>
            <p:cNvSpPr/>
            <p:nvPr/>
          </p:nvSpPr>
          <p:spPr>
            <a:xfrm>
              <a:off x="3431575" y="2483600"/>
              <a:ext cx="12600" cy="12400"/>
            </a:xfrm>
            <a:custGeom>
              <a:avLst/>
              <a:gdLst/>
              <a:ahLst/>
              <a:cxnLst/>
              <a:rect l="l" t="t" r="r" b="b"/>
              <a:pathLst>
                <a:path w="504" h="496" extrusionOk="0">
                  <a:moveTo>
                    <a:pt x="252" y="0"/>
                  </a:moveTo>
                  <a:cubicBezTo>
                    <a:pt x="116" y="0"/>
                    <a:pt x="1" y="109"/>
                    <a:pt x="1" y="251"/>
                  </a:cubicBezTo>
                  <a:cubicBezTo>
                    <a:pt x="1" y="387"/>
                    <a:pt x="116" y="496"/>
                    <a:pt x="252" y="496"/>
                  </a:cubicBezTo>
                  <a:cubicBezTo>
                    <a:pt x="388" y="496"/>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14"/>
            <p:cNvSpPr/>
            <p:nvPr/>
          </p:nvSpPr>
          <p:spPr>
            <a:xfrm>
              <a:off x="3523550" y="2483600"/>
              <a:ext cx="12375" cy="12400"/>
            </a:xfrm>
            <a:custGeom>
              <a:avLst/>
              <a:gdLst/>
              <a:ahLst/>
              <a:cxnLst/>
              <a:rect l="l" t="t" r="r" b="b"/>
              <a:pathLst>
                <a:path w="495" h="496" extrusionOk="0">
                  <a:moveTo>
                    <a:pt x="250" y="0"/>
                  </a:moveTo>
                  <a:cubicBezTo>
                    <a:pt x="107" y="0"/>
                    <a:pt x="0" y="109"/>
                    <a:pt x="0" y="251"/>
                  </a:cubicBezTo>
                  <a:cubicBezTo>
                    <a:pt x="0" y="387"/>
                    <a:pt x="107" y="496"/>
                    <a:pt x="250" y="496"/>
                  </a:cubicBezTo>
                  <a:cubicBezTo>
                    <a:pt x="388" y="496"/>
                    <a:pt x="494" y="387"/>
                    <a:pt x="494" y="251"/>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14"/>
            <p:cNvSpPr/>
            <p:nvPr/>
          </p:nvSpPr>
          <p:spPr>
            <a:xfrm>
              <a:off x="676400" y="2575375"/>
              <a:ext cx="12600" cy="12550"/>
            </a:xfrm>
            <a:custGeom>
              <a:avLst/>
              <a:gdLst/>
              <a:ahLst/>
              <a:cxnLst/>
              <a:rect l="l" t="t" r="r" b="b"/>
              <a:pathLst>
                <a:path w="504" h="502" extrusionOk="0">
                  <a:moveTo>
                    <a:pt x="252" y="1"/>
                  </a:moveTo>
                  <a:cubicBezTo>
                    <a:pt x="116" y="1"/>
                    <a:pt x="1" y="114"/>
                    <a:pt x="1" y="250"/>
                  </a:cubicBezTo>
                  <a:cubicBezTo>
                    <a:pt x="1" y="388"/>
                    <a:pt x="116" y="502"/>
                    <a:pt x="252" y="502"/>
                  </a:cubicBezTo>
                  <a:cubicBezTo>
                    <a:pt x="388" y="502"/>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14"/>
            <p:cNvSpPr/>
            <p:nvPr/>
          </p:nvSpPr>
          <p:spPr>
            <a:xfrm>
              <a:off x="768325" y="2575375"/>
              <a:ext cx="12400" cy="12550"/>
            </a:xfrm>
            <a:custGeom>
              <a:avLst/>
              <a:gdLst/>
              <a:ahLst/>
              <a:cxnLst/>
              <a:rect l="l" t="t" r="r" b="b"/>
              <a:pathLst>
                <a:path w="496" h="502" extrusionOk="0">
                  <a:moveTo>
                    <a:pt x="245" y="1"/>
                  </a:moveTo>
                  <a:cubicBezTo>
                    <a:pt x="109" y="1"/>
                    <a:pt x="0" y="114"/>
                    <a:pt x="0" y="250"/>
                  </a:cubicBezTo>
                  <a:cubicBezTo>
                    <a:pt x="0" y="388"/>
                    <a:pt x="109" y="502"/>
                    <a:pt x="245" y="502"/>
                  </a:cubicBezTo>
                  <a:cubicBezTo>
                    <a:pt x="388" y="502"/>
                    <a:pt x="496" y="388"/>
                    <a:pt x="496" y="250"/>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14"/>
            <p:cNvSpPr/>
            <p:nvPr/>
          </p:nvSpPr>
          <p:spPr>
            <a:xfrm>
              <a:off x="860125" y="2575375"/>
              <a:ext cx="12525" cy="12550"/>
            </a:xfrm>
            <a:custGeom>
              <a:avLst/>
              <a:gdLst/>
              <a:ahLst/>
              <a:cxnLst/>
              <a:rect l="l" t="t" r="r" b="b"/>
              <a:pathLst>
                <a:path w="501" h="502" extrusionOk="0">
                  <a:moveTo>
                    <a:pt x="251" y="1"/>
                  </a:moveTo>
                  <a:cubicBezTo>
                    <a:pt x="114" y="1"/>
                    <a:pt x="0" y="114"/>
                    <a:pt x="0" y="250"/>
                  </a:cubicBezTo>
                  <a:cubicBezTo>
                    <a:pt x="0" y="388"/>
                    <a:pt x="114" y="502"/>
                    <a:pt x="251" y="502"/>
                  </a:cubicBezTo>
                  <a:cubicBezTo>
                    <a:pt x="387" y="502"/>
                    <a:pt x="501" y="388"/>
                    <a:pt x="501" y="250"/>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14"/>
            <p:cNvSpPr/>
            <p:nvPr/>
          </p:nvSpPr>
          <p:spPr>
            <a:xfrm>
              <a:off x="951850" y="2575375"/>
              <a:ext cx="12600" cy="12550"/>
            </a:xfrm>
            <a:custGeom>
              <a:avLst/>
              <a:gdLst/>
              <a:ahLst/>
              <a:cxnLst/>
              <a:rect l="l" t="t" r="r" b="b"/>
              <a:pathLst>
                <a:path w="504" h="502" extrusionOk="0">
                  <a:moveTo>
                    <a:pt x="252" y="1"/>
                  </a:moveTo>
                  <a:cubicBezTo>
                    <a:pt x="116" y="1"/>
                    <a:pt x="1" y="114"/>
                    <a:pt x="1" y="250"/>
                  </a:cubicBezTo>
                  <a:cubicBezTo>
                    <a:pt x="1" y="388"/>
                    <a:pt x="116" y="502"/>
                    <a:pt x="252" y="502"/>
                  </a:cubicBezTo>
                  <a:cubicBezTo>
                    <a:pt x="388" y="502"/>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14"/>
            <p:cNvSpPr/>
            <p:nvPr/>
          </p:nvSpPr>
          <p:spPr>
            <a:xfrm>
              <a:off x="1043825" y="2575375"/>
              <a:ext cx="12375" cy="12550"/>
            </a:xfrm>
            <a:custGeom>
              <a:avLst/>
              <a:gdLst/>
              <a:ahLst/>
              <a:cxnLst/>
              <a:rect l="l" t="t" r="r" b="b"/>
              <a:pathLst>
                <a:path w="495" h="502" extrusionOk="0">
                  <a:moveTo>
                    <a:pt x="250" y="1"/>
                  </a:moveTo>
                  <a:cubicBezTo>
                    <a:pt x="107" y="1"/>
                    <a:pt x="0" y="114"/>
                    <a:pt x="0" y="250"/>
                  </a:cubicBezTo>
                  <a:cubicBezTo>
                    <a:pt x="0" y="388"/>
                    <a:pt x="107" y="502"/>
                    <a:pt x="250" y="502"/>
                  </a:cubicBezTo>
                  <a:cubicBezTo>
                    <a:pt x="388" y="502"/>
                    <a:pt x="494" y="388"/>
                    <a:pt x="494" y="250"/>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14"/>
            <p:cNvSpPr/>
            <p:nvPr/>
          </p:nvSpPr>
          <p:spPr>
            <a:xfrm>
              <a:off x="1135575" y="2575375"/>
              <a:ext cx="12575" cy="12550"/>
            </a:xfrm>
            <a:custGeom>
              <a:avLst/>
              <a:gdLst/>
              <a:ahLst/>
              <a:cxnLst/>
              <a:rect l="l" t="t" r="r" b="b"/>
              <a:pathLst>
                <a:path w="503" h="502" extrusionOk="0">
                  <a:moveTo>
                    <a:pt x="252" y="1"/>
                  </a:moveTo>
                  <a:cubicBezTo>
                    <a:pt x="116" y="1"/>
                    <a:pt x="0" y="114"/>
                    <a:pt x="0" y="250"/>
                  </a:cubicBezTo>
                  <a:cubicBezTo>
                    <a:pt x="0" y="388"/>
                    <a:pt x="116" y="502"/>
                    <a:pt x="252" y="502"/>
                  </a:cubicBezTo>
                  <a:cubicBezTo>
                    <a:pt x="387" y="502"/>
                    <a:pt x="503" y="388"/>
                    <a:pt x="503" y="250"/>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14"/>
            <p:cNvSpPr/>
            <p:nvPr/>
          </p:nvSpPr>
          <p:spPr>
            <a:xfrm>
              <a:off x="1227500" y="2575375"/>
              <a:ext cx="12400" cy="12550"/>
            </a:xfrm>
            <a:custGeom>
              <a:avLst/>
              <a:gdLst/>
              <a:ahLst/>
              <a:cxnLst/>
              <a:rect l="l" t="t" r="r" b="b"/>
              <a:pathLst>
                <a:path w="496" h="502" extrusionOk="0">
                  <a:moveTo>
                    <a:pt x="251" y="1"/>
                  </a:moveTo>
                  <a:cubicBezTo>
                    <a:pt x="109" y="1"/>
                    <a:pt x="0" y="114"/>
                    <a:pt x="0" y="250"/>
                  </a:cubicBezTo>
                  <a:cubicBezTo>
                    <a:pt x="0" y="388"/>
                    <a:pt x="109" y="502"/>
                    <a:pt x="251" y="502"/>
                  </a:cubicBezTo>
                  <a:cubicBezTo>
                    <a:pt x="387" y="502"/>
                    <a:pt x="496" y="388"/>
                    <a:pt x="496" y="250"/>
                  </a:cubicBezTo>
                  <a:cubicBezTo>
                    <a:pt x="496"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1" name="Google Shape;9191;p14"/>
            <p:cNvSpPr/>
            <p:nvPr/>
          </p:nvSpPr>
          <p:spPr>
            <a:xfrm>
              <a:off x="1319275" y="2575375"/>
              <a:ext cx="12550" cy="12550"/>
            </a:xfrm>
            <a:custGeom>
              <a:avLst/>
              <a:gdLst/>
              <a:ahLst/>
              <a:cxnLst/>
              <a:rect l="l" t="t" r="r" b="b"/>
              <a:pathLst>
                <a:path w="502" h="502" extrusionOk="0">
                  <a:moveTo>
                    <a:pt x="252" y="1"/>
                  </a:moveTo>
                  <a:cubicBezTo>
                    <a:pt x="114" y="1"/>
                    <a:pt x="1" y="114"/>
                    <a:pt x="1" y="250"/>
                  </a:cubicBezTo>
                  <a:cubicBezTo>
                    <a:pt x="1" y="388"/>
                    <a:pt x="114" y="502"/>
                    <a:pt x="252" y="502"/>
                  </a:cubicBezTo>
                  <a:cubicBezTo>
                    <a:pt x="388" y="502"/>
                    <a:pt x="501" y="388"/>
                    <a:pt x="501" y="250"/>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14"/>
            <p:cNvSpPr/>
            <p:nvPr/>
          </p:nvSpPr>
          <p:spPr>
            <a:xfrm>
              <a:off x="1411200" y="2575375"/>
              <a:ext cx="12425" cy="12550"/>
            </a:xfrm>
            <a:custGeom>
              <a:avLst/>
              <a:gdLst/>
              <a:ahLst/>
              <a:cxnLst/>
              <a:rect l="l" t="t" r="r" b="b"/>
              <a:pathLst>
                <a:path w="497" h="502" extrusionOk="0">
                  <a:moveTo>
                    <a:pt x="245" y="1"/>
                  </a:moveTo>
                  <a:cubicBezTo>
                    <a:pt x="109" y="1"/>
                    <a:pt x="1" y="114"/>
                    <a:pt x="1" y="250"/>
                  </a:cubicBezTo>
                  <a:cubicBezTo>
                    <a:pt x="1" y="388"/>
                    <a:pt x="109" y="502"/>
                    <a:pt x="245" y="502"/>
                  </a:cubicBezTo>
                  <a:cubicBezTo>
                    <a:pt x="388" y="502"/>
                    <a:pt x="496" y="388"/>
                    <a:pt x="496" y="250"/>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3" name="Google Shape;9193;p14"/>
            <p:cNvSpPr/>
            <p:nvPr/>
          </p:nvSpPr>
          <p:spPr>
            <a:xfrm>
              <a:off x="1503000" y="2575375"/>
              <a:ext cx="12525" cy="12550"/>
            </a:xfrm>
            <a:custGeom>
              <a:avLst/>
              <a:gdLst/>
              <a:ahLst/>
              <a:cxnLst/>
              <a:rect l="l" t="t" r="r" b="b"/>
              <a:pathLst>
                <a:path w="501" h="502" extrusionOk="0">
                  <a:moveTo>
                    <a:pt x="250" y="1"/>
                  </a:moveTo>
                  <a:cubicBezTo>
                    <a:pt x="114" y="1"/>
                    <a:pt x="0" y="114"/>
                    <a:pt x="0" y="250"/>
                  </a:cubicBezTo>
                  <a:cubicBezTo>
                    <a:pt x="0" y="388"/>
                    <a:pt x="114" y="502"/>
                    <a:pt x="250" y="502"/>
                  </a:cubicBezTo>
                  <a:cubicBezTo>
                    <a:pt x="387" y="502"/>
                    <a:pt x="501" y="388"/>
                    <a:pt x="501" y="250"/>
                  </a:cubicBezTo>
                  <a:cubicBezTo>
                    <a:pt x="501" y="114"/>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4" name="Google Shape;9194;p14"/>
            <p:cNvSpPr/>
            <p:nvPr/>
          </p:nvSpPr>
          <p:spPr>
            <a:xfrm>
              <a:off x="1594750" y="2575375"/>
              <a:ext cx="12575" cy="12550"/>
            </a:xfrm>
            <a:custGeom>
              <a:avLst/>
              <a:gdLst/>
              <a:ahLst/>
              <a:cxnLst/>
              <a:rect l="l" t="t" r="r" b="b"/>
              <a:pathLst>
                <a:path w="503" h="502" extrusionOk="0">
                  <a:moveTo>
                    <a:pt x="251" y="1"/>
                  </a:moveTo>
                  <a:cubicBezTo>
                    <a:pt x="115" y="1"/>
                    <a:pt x="0" y="114"/>
                    <a:pt x="0" y="250"/>
                  </a:cubicBezTo>
                  <a:cubicBezTo>
                    <a:pt x="0" y="388"/>
                    <a:pt x="115" y="502"/>
                    <a:pt x="251" y="502"/>
                  </a:cubicBezTo>
                  <a:cubicBezTo>
                    <a:pt x="394" y="502"/>
                    <a:pt x="503" y="388"/>
                    <a:pt x="503" y="250"/>
                  </a:cubicBezTo>
                  <a:cubicBezTo>
                    <a:pt x="503" y="114"/>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14"/>
            <p:cNvSpPr/>
            <p:nvPr/>
          </p:nvSpPr>
          <p:spPr>
            <a:xfrm>
              <a:off x="1686650" y="2575375"/>
              <a:ext cx="12600" cy="12550"/>
            </a:xfrm>
            <a:custGeom>
              <a:avLst/>
              <a:gdLst/>
              <a:ahLst/>
              <a:cxnLst/>
              <a:rect l="l" t="t" r="r" b="b"/>
              <a:pathLst>
                <a:path w="504" h="502" extrusionOk="0">
                  <a:moveTo>
                    <a:pt x="252" y="1"/>
                  </a:moveTo>
                  <a:cubicBezTo>
                    <a:pt x="116" y="1"/>
                    <a:pt x="1" y="114"/>
                    <a:pt x="1" y="250"/>
                  </a:cubicBezTo>
                  <a:cubicBezTo>
                    <a:pt x="1" y="388"/>
                    <a:pt x="116" y="502"/>
                    <a:pt x="252" y="502"/>
                  </a:cubicBezTo>
                  <a:cubicBezTo>
                    <a:pt x="388" y="502"/>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6" name="Google Shape;9196;p14"/>
            <p:cNvSpPr/>
            <p:nvPr/>
          </p:nvSpPr>
          <p:spPr>
            <a:xfrm>
              <a:off x="1778450" y="2575375"/>
              <a:ext cx="12550" cy="12550"/>
            </a:xfrm>
            <a:custGeom>
              <a:avLst/>
              <a:gdLst/>
              <a:ahLst/>
              <a:cxnLst/>
              <a:rect l="l" t="t" r="r" b="b"/>
              <a:pathLst>
                <a:path w="502" h="502" extrusionOk="0">
                  <a:moveTo>
                    <a:pt x="252" y="1"/>
                  </a:moveTo>
                  <a:cubicBezTo>
                    <a:pt x="114" y="1"/>
                    <a:pt x="1" y="114"/>
                    <a:pt x="1" y="250"/>
                  </a:cubicBezTo>
                  <a:cubicBezTo>
                    <a:pt x="1" y="388"/>
                    <a:pt x="114" y="502"/>
                    <a:pt x="252" y="502"/>
                  </a:cubicBezTo>
                  <a:cubicBezTo>
                    <a:pt x="388" y="502"/>
                    <a:pt x="501" y="388"/>
                    <a:pt x="501" y="250"/>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7" name="Google Shape;9197;p14"/>
            <p:cNvSpPr/>
            <p:nvPr/>
          </p:nvSpPr>
          <p:spPr>
            <a:xfrm>
              <a:off x="1870375" y="2575375"/>
              <a:ext cx="12400" cy="12550"/>
            </a:xfrm>
            <a:custGeom>
              <a:avLst/>
              <a:gdLst/>
              <a:ahLst/>
              <a:cxnLst/>
              <a:rect l="l" t="t" r="r" b="b"/>
              <a:pathLst>
                <a:path w="496" h="502" extrusionOk="0">
                  <a:moveTo>
                    <a:pt x="252" y="1"/>
                  </a:moveTo>
                  <a:cubicBezTo>
                    <a:pt x="109" y="1"/>
                    <a:pt x="0" y="114"/>
                    <a:pt x="0" y="250"/>
                  </a:cubicBezTo>
                  <a:cubicBezTo>
                    <a:pt x="0" y="388"/>
                    <a:pt x="109" y="502"/>
                    <a:pt x="252" y="502"/>
                  </a:cubicBezTo>
                  <a:cubicBezTo>
                    <a:pt x="387" y="502"/>
                    <a:pt x="496" y="388"/>
                    <a:pt x="496" y="250"/>
                  </a:cubicBezTo>
                  <a:cubicBezTo>
                    <a:pt x="496"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8" name="Google Shape;9198;p14"/>
            <p:cNvSpPr/>
            <p:nvPr/>
          </p:nvSpPr>
          <p:spPr>
            <a:xfrm>
              <a:off x="1962150" y="2575375"/>
              <a:ext cx="12550" cy="12550"/>
            </a:xfrm>
            <a:custGeom>
              <a:avLst/>
              <a:gdLst/>
              <a:ahLst/>
              <a:cxnLst/>
              <a:rect l="l" t="t" r="r" b="b"/>
              <a:pathLst>
                <a:path w="502" h="502" extrusionOk="0">
                  <a:moveTo>
                    <a:pt x="250" y="1"/>
                  </a:moveTo>
                  <a:cubicBezTo>
                    <a:pt x="114" y="1"/>
                    <a:pt x="1" y="114"/>
                    <a:pt x="1" y="250"/>
                  </a:cubicBezTo>
                  <a:cubicBezTo>
                    <a:pt x="1" y="388"/>
                    <a:pt x="114" y="502"/>
                    <a:pt x="250" y="502"/>
                  </a:cubicBezTo>
                  <a:cubicBezTo>
                    <a:pt x="388" y="502"/>
                    <a:pt x="502" y="388"/>
                    <a:pt x="502" y="250"/>
                  </a:cubicBezTo>
                  <a:cubicBezTo>
                    <a:pt x="502"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9" name="Google Shape;9199;p14"/>
            <p:cNvSpPr/>
            <p:nvPr/>
          </p:nvSpPr>
          <p:spPr>
            <a:xfrm>
              <a:off x="2054075" y="2575375"/>
              <a:ext cx="12425" cy="12550"/>
            </a:xfrm>
            <a:custGeom>
              <a:avLst/>
              <a:gdLst/>
              <a:ahLst/>
              <a:cxnLst/>
              <a:rect l="l" t="t" r="r" b="b"/>
              <a:pathLst>
                <a:path w="497" h="502" extrusionOk="0">
                  <a:moveTo>
                    <a:pt x="252" y="1"/>
                  </a:moveTo>
                  <a:cubicBezTo>
                    <a:pt x="109" y="1"/>
                    <a:pt x="1" y="114"/>
                    <a:pt x="1" y="250"/>
                  </a:cubicBezTo>
                  <a:cubicBezTo>
                    <a:pt x="1" y="388"/>
                    <a:pt x="109" y="502"/>
                    <a:pt x="252" y="502"/>
                  </a:cubicBezTo>
                  <a:cubicBezTo>
                    <a:pt x="388" y="502"/>
                    <a:pt x="496" y="388"/>
                    <a:pt x="496" y="250"/>
                  </a:cubicBezTo>
                  <a:cubicBezTo>
                    <a:pt x="496"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0" name="Google Shape;9200;p14"/>
            <p:cNvSpPr/>
            <p:nvPr/>
          </p:nvSpPr>
          <p:spPr>
            <a:xfrm>
              <a:off x="2145825" y="2575375"/>
              <a:ext cx="12600" cy="12550"/>
            </a:xfrm>
            <a:custGeom>
              <a:avLst/>
              <a:gdLst/>
              <a:ahLst/>
              <a:cxnLst/>
              <a:rect l="l" t="t" r="r" b="b"/>
              <a:pathLst>
                <a:path w="504" h="502" extrusionOk="0">
                  <a:moveTo>
                    <a:pt x="252" y="1"/>
                  </a:moveTo>
                  <a:cubicBezTo>
                    <a:pt x="116" y="1"/>
                    <a:pt x="1" y="114"/>
                    <a:pt x="1" y="250"/>
                  </a:cubicBezTo>
                  <a:cubicBezTo>
                    <a:pt x="1" y="388"/>
                    <a:pt x="116" y="502"/>
                    <a:pt x="252" y="502"/>
                  </a:cubicBezTo>
                  <a:cubicBezTo>
                    <a:pt x="388" y="502"/>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1" name="Google Shape;9201;p14"/>
            <p:cNvSpPr/>
            <p:nvPr/>
          </p:nvSpPr>
          <p:spPr>
            <a:xfrm>
              <a:off x="2237800" y="2575375"/>
              <a:ext cx="12350" cy="12550"/>
            </a:xfrm>
            <a:custGeom>
              <a:avLst/>
              <a:gdLst/>
              <a:ahLst/>
              <a:cxnLst/>
              <a:rect l="l" t="t" r="r" b="b"/>
              <a:pathLst>
                <a:path w="494" h="502" extrusionOk="0">
                  <a:moveTo>
                    <a:pt x="244" y="1"/>
                  </a:moveTo>
                  <a:cubicBezTo>
                    <a:pt x="107" y="1"/>
                    <a:pt x="0" y="114"/>
                    <a:pt x="0" y="250"/>
                  </a:cubicBezTo>
                  <a:cubicBezTo>
                    <a:pt x="0" y="388"/>
                    <a:pt x="107" y="502"/>
                    <a:pt x="244" y="502"/>
                  </a:cubicBezTo>
                  <a:cubicBezTo>
                    <a:pt x="387" y="502"/>
                    <a:pt x="494" y="388"/>
                    <a:pt x="494" y="250"/>
                  </a:cubicBezTo>
                  <a:cubicBezTo>
                    <a:pt x="494" y="114"/>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2" name="Google Shape;9202;p14"/>
            <p:cNvSpPr/>
            <p:nvPr/>
          </p:nvSpPr>
          <p:spPr>
            <a:xfrm>
              <a:off x="2329550" y="2575375"/>
              <a:ext cx="12575" cy="12550"/>
            </a:xfrm>
            <a:custGeom>
              <a:avLst/>
              <a:gdLst/>
              <a:ahLst/>
              <a:cxnLst/>
              <a:rect l="l" t="t" r="r" b="b"/>
              <a:pathLst>
                <a:path w="503" h="502" extrusionOk="0">
                  <a:moveTo>
                    <a:pt x="251" y="1"/>
                  </a:moveTo>
                  <a:cubicBezTo>
                    <a:pt x="115" y="1"/>
                    <a:pt x="0" y="114"/>
                    <a:pt x="0" y="250"/>
                  </a:cubicBezTo>
                  <a:cubicBezTo>
                    <a:pt x="0" y="388"/>
                    <a:pt x="115" y="502"/>
                    <a:pt x="251" y="502"/>
                  </a:cubicBezTo>
                  <a:cubicBezTo>
                    <a:pt x="387" y="502"/>
                    <a:pt x="502" y="388"/>
                    <a:pt x="502" y="250"/>
                  </a:cubicBezTo>
                  <a:cubicBezTo>
                    <a:pt x="502"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3" name="Google Shape;9203;p14"/>
            <p:cNvSpPr/>
            <p:nvPr/>
          </p:nvSpPr>
          <p:spPr>
            <a:xfrm>
              <a:off x="2421325" y="2575375"/>
              <a:ext cx="12550" cy="12550"/>
            </a:xfrm>
            <a:custGeom>
              <a:avLst/>
              <a:gdLst/>
              <a:ahLst/>
              <a:cxnLst/>
              <a:rect l="l" t="t" r="r" b="b"/>
              <a:pathLst>
                <a:path w="502" h="502" extrusionOk="0">
                  <a:moveTo>
                    <a:pt x="250" y="1"/>
                  </a:moveTo>
                  <a:cubicBezTo>
                    <a:pt x="114" y="1"/>
                    <a:pt x="1" y="114"/>
                    <a:pt x="1" y="250"/>
                  </a:cubicBezTo>
                  <a:cubicBezTo>
                    <a:pt x="1" y="388"/>
                    <a:pt x="114" y="502"/>
                    <a:pt x="250" y="502"/>
                  </a:cubicBezTo>
                  <a:cubicBezTo>
                    <a:pt x="395" y="502"/>
                    <a:pt x="501" y="388"/>
                    <a:pt x="501" y="250"/>
                  </a:cubicBezTo>
                  <a:cubicBezTo>
                    <a:pt x="501" y="114"/>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4" name="Google Shape;9204;p14"/>
            <p:cNvSpPr/>
            <p:nvPr/>
          </p:nvSpPr>
          <p:spPr>
            <a:xfrm>
              <a:off x="2513250" y="2575375"/>
              <a:ext cx="12575" cy="12550"/>
            </a:xfrm>
            <a:custGeom>
              <a:avLst/>
              <a:gdLst/>
              <a:ahLst/>
              <a:cxnLst/>
              <a:rect l="l" t="t" r="r" b="b"/>
              <a:pathLst>
                <a:path w="503" h="502" extrusionOk="0">
                  <a:moveTo>
                    <a:pt x="252" y="1"/>
                  </a:moveTo>
                  <a:cubicBezTo>
                    <a:pt x="109" y="1"/>
                    <a:pt x="0" y="114"/>
                    <a:pt x="0" y="250"/>
                  </a:cubicBezTo>
                  <a:cubicBezTo>
                    <a:pt x="0" y="388"/>
                    <a:pt x="109" y="502"/>
                    <a:pt x="252" y="502"/>
                  </a:cubicBezTo>
                  <a:cubicBezTo>
                    <a:pt x="388" y="502"/>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5" name="Google Shape;9205;p14"/>
            <p:cNvSpPr/>
            <p:nvPr/>
          </p:nvSpPr>
          <p:spPr>
            <a:xfrm>
              <a:off x="2605000" y="2575375"/>
              <a:ext cx="12575" cy="12550"/>
            </a:xfrm>
            <a:custGeom>
              <a:avLst/>
              <a:gdLst/>
              <a:ahLst/>
              <a:cxnLst/>
              <a:rect l="l" t="t" r="r" b="b"/>
              <a:pathLst>
                <a:path w="503" h="502" extrusionOk="0">
                  <a:moveTo>
                    <a:pt x="252" y="1"/>
                  </a:moveTo>
                  <a:cubicBezTo>
                    <a:pt x="116" y="1"/>
                    <a:pt x="0" y="114"/>
                    <a:pt x="0" y="250"/>
                  </a:cubicBezTo>
                  <a:cubicBezTo>
                    <a:pt x="0" y="388"/>
                    <a:pt x="116" y="502"/>
                    <a:pt x="252" y="502"/>
                  </a:cubicBezTo>
                  <a:cubicBezTo>
                    <a:pt x="387" y="502"/>
                    <a:pt x="503" y="388"/>
                    <a:pt x="503" y="250"/>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6" name="Google Shape;9206;p14"/>
            <p:cNvSpPr/>
            <p:nvPr/>
          </p:nvSpPr>
          <p:spPr>
            <a:xfrm>
              <a:off x="2696950" y="2575375"/>
              <a:ext cx="12375" cy="12550"/>
            </a:xfrm>
            <a:custGeom>
              <a:avLst/>
              <a:gdLst/>
              <a:ahLst/>
              <a:cxnLst/>
              <a:rect l="l" t="t" r="r" b="b"/>
              <a:pathLst>
                <a:path w="495" h="502" extrusionOk="0">
                  <a:moveTo>
                    <a:pt x="252" y="1"/>
                  </a:moveTo>
                  <a:cubicBezTo>
                    <a:pt x="108" y="1"/>
                    <a:pt x="1" y="114"/>
                    <a:pt x="1" y="250"/>
                  </a:cubicBezTo>
                  <a:cubicBezTo>
                    <a:pt x="1" y="388"/>
                    <a:pt x="108" y="502"/>
                    <a:pt x="252" y="502"/>
                  </a:cubicBezTo>
                  <a:cubicBezTo>
                    <a:pt x="388" y="502"/>
                    <a:pt x="495" y="388"/>
                    <a:pt x="495" y="250"/>
                  </a:cubicBezTo>
                  <a:cubicBezTo>
                    <a:pt x="495"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14"/>
            <p:cNvSpPr/>
            <p:nvPr/>
          </p:nvSpPr>
          <p:spPr>
            <a:xfrm>
              <a:off x="2788700" y="2575375"/>
              <a:ext cx="12600" cy="12550"/>
            </a:xfrm>
            <a:custGeom>
              <a:avLst/>
              <a:gdLst/>
              <a:ahLst/>
              <a:cxnLst/>
              <a:rect l="l" t="t" r="r" b="b"/>
              <a:pathLst>
                <a:path w="504" h="502" extrusionOk="0">
                  <a:moveTo>
                    <a:pt x="252" y="1"/>
                  </a:moveTo>
                  <a:cubicBezTo>
                    <a:pt x="116" y="1"/>
                    <a:pt x="1" y="114"/>
                    <a:pt x="1" y="250"/>
                  </a:cubicBezTo>
                  <a:cubicBezTo>
                    <a:pt x="1" y="388"/>
                    <a:pt x="116" y="502"/>
                    <a:pt x="252" y="502"/>
                  </a:cubicBezTo>
                  <a:cubicBezTo>
                    <a:pt x="388" y="502"/>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8" name="Google Shape;9208;p14"/>
            <p:cNvSpPr/>
            <p:nvPr/>
          </p:nvSpPr>
          <p:spPr>
            <a:xfrm>
              <a:off x="2880675" y="2575375"/>
              <a:ext cx="12375" cy="12550"/>
            </a:xfrm>
            <a:custGeom>
              <a:avLst/>
              <a:gdLst/>
              <a:ahLst/>
              <a:cxnLst/>
              <a:rect l="l" t="t" r="r" b="b"/>
              <a:pathLst>
                <a:path w="495" h="502" extrusionOk="0">
                  <a:moveTo>
                    <a:pt x="243" y="1"/>
                  </a:moveTo>
                  <a:cubicBezTo>
                    <a:pt x="107" y="1"/>
                    <a:pt x="0" y="114"/>
                    <a:pt x="0" y="250"/>
                  </a:cubicBezTo>
                  <a:cubicBezTo>
                    <a:pt x="0" y="388"/>
                    <a:pt x="107" y="502"/>
                    <a:pt x="243" y="502"/>
                  </a:cubicBezTo>
                  <a:cubicBezTo>
                    <a:pt x="387" y="502"/>
                    <a:pt x="494" y="388"/>
                    <a:pt x="494" y="250"/>
                  </a:cubicBezTo>
                  <a:cubicBezTo>
                    <a:pt x="494" y="114"/>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14"/>
            <p:cNvSpPr/>
            <p:nvPr/>
          </p:nvSpPr>
          <p:spPr>
            <a:xfrm>
              <a:off x="2972425" y="2575375"/>
              <a:ext cx="12575" cy="12550"/>
            </a:xfrm>
            <a:custGeom>
              <a:avLst/>
              <a:gdLst/>
              <a:ahLst/>
              <a:cxnLst/>
              <a:rect l="l" t="t" r="r" b="b"/>
              <a:pathLst>
                <a:path w="503" h="502" extrusionOk="0">
                  <a:moveTo>
                    <a:pt x="251" y="1"/>
                  </a:moveTo>
                  <a:cubicBezTo>
                    <a:pt x="115" y="1"/>
                    <a:pt x="0" y="114"/>
                    <a:pt x="0" y="250"/>
                  </a:cubicBezTo>
                  <a:cubicBezTo>
                    <a:pt x="0" y="388"/>
                    <a:pt x="115" y="502"/>
                    <a:pt x="251" y="502"/>
                  </a:cubicBezTo>
                  <a:cubicBezTo>
                    <a:pt x="387" y="502"/>
                    <a:pt x="503" y="388"/>
                    <a:pt x="503" y="250"/>
                  </a:cubicBezTo>
                  <a:cubicBezTo>
                    <a:pt x="503"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0" name="Google Shape;9210;p14"/>
            <p:cNvSpPr/>
            <p:nvPr/>
          </p:nvSpPr>
          <p:spPr>
            <a:xfrm>
              <a:off x="3064375" y="2575375"/>
              <a:ext cx="12375" cy="12550"/>
            </a:xfrm>
            <a:custGeom>
              <a:avLst/>
              <a:gdLst/>
              <a:ahLst/>
              <a:cxnLst/>
              <a:rect l="l" t="t" r="r" b="b"/>
              <a:pathLst>
                <a:path w="495" h="502" extrusionOk="0">
                  <a:moveTo>
                    <a:pt x="243" y="1"/>
                  </a:moveTo>
                  <a:cubicBezTo>
                    <a:pt x="107" y="1"/>
                    <a:pt x="1" y="114"/>
                    <a:pt x="1" y="250"/>
                  </a:cubicBezTo>
                  <a:cubicBezTo>
                    <a:pt x="1" y="388"/>
                    <a:pt x="107" y="502"/>
                    <a:pt x="243" y="502"/>
                  </a:cubicBezTo>
                  <a:cubicBezTo>
                    <a:pt x="388" y="502"/>
                    <a:pt x="495" y="388"/>
                    <a:pt x="495" y="250"/>
                  </a:cubicBezTo>
                  <a:cubicBezTo>
                    <a:pt x="495" y="114"/>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14"/>
            <p:cNvSpPr/>
            <p:nvPr/>
          </p:nvSpPr>
          <p:spPr>
            <a:xfrm>
              <a:off x="3156125" y="2575375"/>
              <a:ext cx="12600" cy="12550"/>
            </a:xfrm>
            <a:custGeom>
              <a:avLst/>
              <a:gdLst/>
              <a:ahLst/>
              <a:cxnLst/>
              <a:rect l="l" t="t" r="r" b="b"/>
              <a:pathLst>
                <a:path w="504" h="502" extrusionOk="0">
                  <a:moveTo>
                    <a:pt x="252" y="1"/>
                  </a:moveTo>
                  <a:cubicBezTo>
                    <a:pt x="116" y="1"/>
                    <a:pt x="1" y="114"/>
                    <a:pt x="1" y="250"/>
                  </a:cubicBezTo>
                  <a:cubicBezTo>
                    <a:pt x="1" y="388"/>
                    <a:pt x="116" y="502"/>
                    <a:pt x="252" y="502"/>
                  </a:cubicBezTo>
                  <a:cubicBezTo>
                    <a:pt x="388" y="502"/>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14"/>
            <p:cNvSpPr/>
            <p:nvPr/>
          </p:nvSpPr>
          <p:spPr>
            <a:xfrm>
              <a:off x="3247875" y="2575375"/>
              <a:ext cx="12575" cy="12550"/>
            </a:xfrm>
            <a:custGeom>
              <a:avLst/>
              <a:gdLst/>
              <a:ahLst/>
              <a:cxnLst/>
              <a:rect l="l" t="t" r="r" b="b"/>
              <a:pathLst>
                <a:path w="503" h="502" extrusionOk="0">
                  <a:moveTo>
                    <a:pt x="252" y="1"/>
                  </a:moveTo>
                  <a:cubicBezTo>
                    <a:pt x="116" y="1"/>
                    <a:pt x="1" y="114"/>
                    <a:pt x="1" y="250"/>
                  </a:cubicBezTo>
                  <a:cubicBezTo>
                    <a:pt x="1" y="388"/>
                    <a:pt x="116" y="502"/>
                    <a:pt x="252" y="502"/>
                  </a:cubicBezTo>
                  <a:cubicBezTo>
                    <a:pt x="388" y="502"/>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3" name="Google Shape;9213;p14"/>
            <p:cNvSpPr/>
            <p:nvPr/>
          </p:nvSpPr>
          <p:spPr>
            <a:xfrm>
              <a:off x="3339850" y="2575375"/>
              <a:ext cx="12525" cy="12550"/>
            </a:xfrm>
            <a:custGeom>
              <a:avLst/>
              <a:gdLst/>
              <a:ahLst/>
              <a:cxnLst/>
              <a:rect l="l" t="t" r="r" b="b"/>
              <a:pathLst>
                <a:path w="501" h="502" extrusionOk="0">
                  <a:moveTo>
                    <a:pt x="251" y="1"/>
                  </a:moveTo>
                  <a:cubicBezTo>
                    <a:pt x="107" y="1"/>
                    <a:pt x="0" y="114"/>
                    <a:pt x="0" y="250"/>
                  </a:cubicBezTo>
                  <a:cubicBezTo>
                    <a:pt x="0" y="388"/>
                    <a:pt x="107" y="502"/>
                    <a:pt x="251" y="502"/>
                  </a:cubicBezTo>
                  <a:cubicBezTo>
                    <a:pt x="387" y="502"/>
                    <a:pt x="501" y="388"/>
                    <a:pt x="501" y="250"/>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4" name="Google Shape;9214;p14"/>
            <p:cNvSpPr/>
            <p:nvPr/>
          </p:nvSpPr>
          <p:spPr>
            <a:xfrm>
              <a:off x="3431575" y="2575375"/>
              <a:ext cx="12600" cy="12550"/>
            </a:xfrm>
            <a:custGeom>
              <a:avLst/>
              <a:gdLst/>
              <a:ahLst/>
              <a:cxnLst/>
              <a:rect l="l" t="t" r="r" b="b"/>
              <a:pathLst>
                <a:path w="504" h="502" extrusionOk="0">
                  <a:moveTo>
                    <a:pt x="252" y="1"/>
                  </a:moveTo>
                  <a:cubicBezTo>
                    <a:pt x="116" y="1"/>
                    <a:pt x="1" y="114"/>
                    <a:pt x="1" y="250"/>
                  </a:cubicBezTo>
                  <a:cubicBezTo>
                    <a:pt x="1" y="388"/>
                    <a:pt x="116" y="502"/>
                    <a:pt x="252" y="502"/>
                  </a:cubicBezTo>
                  <a:cubicBezTo>
                    <a:pt x="388" y="502"/>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5" name="Google Shape;9215;p14"/>
            <p:cNvSpPr/>
            <p:nvPr/>
          </p:nvSpPr>
          <p:spPr>
            <a:xfrm>
              <a:off x="3523550" y="2575375"/>
              <a:ext cx="12375" cy="12550"/>
            </a:xfrm>
            <a:custGeom>
              <a:avLst/>
              <a:gdLst/>
              <a:ahLst/>
              <a:cxnLst/>
              <a:rect l="l" t="t" r="r" b="b"/>
              <a:pathLst>
                <a:path w="495" h="502" extrusionOk="0">
                  <a:moveTo>
                    <a:pt x="250" y="1"/>
                  </a:moveTo>
                  <a:cubicBezTo>
                    <a:pt x="107" y="1"/>
                    <a:pt x="0" y="114"/>
                    <a:pt x="0" y="250"/>
                  </a:cubicBezTo>
                  <a:cubicBezTo>
                    <a:pt x="0" y="388"/>
                    <a:pt x="107" y="502"/>
                    <a:pt x="250" y="502"/>
                  </a:cubicBezTo>
                  <a:cubicBezTo>
                    <a:pt x="388" y="502"/>
                    <a:pt x="494" y="388"/>
                    <a:pt x="494" y="250"/>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14"/>
            <p:cNvSpPr/>
            <p:nvPr/>
          </p:nvSpPr>
          <p:spPr>
            <a:xfrm>
              <a:off x="676400" y="26673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14"/>
            <p:cNvSpPr/>
            <p:nvPr/>
          </p:nvSpPr>
          <p:spPr>
            <a:xfrm>
              <a:off x="768325" y="2667300"/>
              <a:ext cx="12400" cy="12425"/>
            </a:xfrm>
            <a:custGeom>
              <a:avLst/>
              <a:gdLst/>
              <a:ahLst/>
              <a:cxnLst/>
              <a:rect l="l" t="t" r="r" b="b"/>
              <a:pathLst>
                <a:path w="496" h="497" extrusionOk="0">
                  <a:moveTo>
                    <a:pt x="245" y="1"/>
                  </a:moveTo>
                  <a:cubicBezTo>
                    <a:pt x="109" y="1"/>
                    <a:pt x="0" y="109"/>
                    <a:pt x="0" y="245"/>
                  </a:cubicBezTo>
                  <a:cubicBezTo>
                    <a:pt x="0" y="388"/>
                    <a:pt x="109" y="496"/>
                    <a:pt x="245" y="496"/>
                  </a:cubicBezTo>
                  <a:cubicBezTo>
                    <a:pt x="388" y="496"/>
                    <a:pt x="496" y="388"/>
                    <a:pt x="496" y="245"/>
                  </a:cubicBezTo>
                  <a:cubicBezTo>
                    <a:pt x="496" y="109"/>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14"/>
            <p:cNvSpPr/>
            <p:nvPr/>
          </p:nvSpPr>
          <p:spPr>
            <a:xfrm>
              <a:off x="860125" y="2667300"/>
              <a:ext cx="12525" cy="12425"/>
            </a:xfrm>
            <a:custGeom>
              <a:avLst/>
              <a:gdLst/>
              <a:ahLst/>
              <a:cxnLst/>
              <a:rect l="l" t="t" r="r" b="b"/>
              <a:pathLst>
                <a:path w="501" h="497" extrusionOk="0">
                  <a:moveTo>
                    <a:pt x="251" y="1"/>
                  </a:moveTo>
                  <a:cubicBezTo>
                    <a:pt x="114" y="1"/>
                    <a:pt x="0" y="109"/>
                    <a:pt x="0" y="245"/>
                  </a:cubicBezTo>
                  <a:cubicBezTo>
                    <a:pt x="0" y="388"/>
                    <a:pt x="114" y="496"/>
                    <a:pt x="251" y="496"/>
                  </a:cubicBezTo>
                  <a:cubicBezTo>
                    <a:pt x="387" y="496"/>
                    <a:pt x="501" y="388"/>
                    <a:pt x="501" y="245"/>
                  </a:cubicBezTo>
                  <a:cubicBezTo>
                    <a:pt x="501"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9" name="Google Shape;9219;p14"/>
            <p:cNvSpPr/>
            <p:nvPr/>
          </p:nvSpPr>
          <p:spPr>
            <a:xfrm>
              <a:off x="951850" y="26673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0" name="Google Shape;9220;p14"/>
            <p:cNvSpPr/>
            <p:nvPr/>
          </p:nvSpPr>
          <p:spPr>
            <a:xfrm>
              <a:off x="1043825" y="2667300"/>
              <a:ext cx="12375" cy="12425"/>
            </a:xfrm>
            <a:custGeom>
              <a:avLst/>
              <a:gdLst/>
              <a:ahLst/>
              <a:cxnLst/>
              <a:rect l="l" t="t" r="r" b="b"/>
              <a:pathLst>
                <a:path w="495" h="497" extrusionOk="0">
                  <a:moveTo>
                    <a:pt x="250" y="1"/>
                  </a:moveTo>
                  <a:cubicBezTo>
                    <a:pt x="107" y="1"/>
                    <a:pt x="0" y="109"/>
                    <a:pt x="0" y="245"/>
                  </a:cubicBezTo>
                  <a:cubicBezTo>
                    <a:pt x="0" y="388"/>
                    <a:pt x="107" y="496"/>
                    <a:pt x="250" y="496"/>
                  </a:cubicBezTo>
                  <a:cubicBezTo>
                    <a:pt x="388" y="496"/>
                    <a:pt x="494" y="388"/>
                    <a:pt x="494" y="245"/>
                  </a:cubicBezTo>
                  <a:cubicBezTo>
                    <a:pt x="494"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14"/>
            <p:cNvSpPr/>
            <p:nvPr/>
          </p:nvSpPr>
          <p:spPr>
            <a:xfrm>
              <a:off x="1135575" y="2667300"/>
              <a:ext cx="12575" cy="12425"/>
            </a:xfrm>
            <a:custGeom>
              <a:avLst/>
              <a:gdLst/>
              <a:ahLst/>
              <a:cxnLst/>
              <a:rect l="l" t="t" r="r" b="b"/>
              <a:pathLst>
                <a:path w="503" h="497" extrusionOk="0">
                  <a:moveTo>
                    <a:pt x="252" y="1"/>
                  </a:moveTo>
                  <a:cubicBezTo>
                    <a:pt x="116" y="1"/>
                    <a:pt x="0" y="109"/>
                    <a:pt x="0" y="245"/>
                  </a:cubicBezTo>
                  <a:cubicBezTo>
                    <a:pt x="0" y="388"/>
                    <a:pt x="116" y="496"/>
                    <a:pt x="252" y="496"/>
                  </a:cubicBezTo>
                  <a:cubicBezTo>
                    <a:pt x="387" y="496"/>
                    <a:pt x="503" y="388"/>
                    <a:pt x="503" y="245"/>
                  </a:cubicBezTo>
                  <a:cubicBezTo>
                    <a:pt x="503"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2" name="Google Shape;9222;p14"/>
            <p:cNvSpPr/>
            <p:nvPr/>
          </p:nvSpPr>
          <p:spPr>
            <a:xfrm>
              <a:off x="1227500" y="2667300"/>
              <a:ext cx="12400" cy="12425"/>
            </a:xfrm>
            <a:custGeom>
              <a:avLst/>
              <a:gdLst/>
              <a:ahLst/>
              <a:cxnLst/>
              <a:rect l="l" t="t" r="r" b="b"/>
              <a:pathLst>
                <a:path w="496" h="497" extrusionOk="0">
                  <a:moveTo>
                    <a:pt x="251" y="1"/>
                  </a:moveTo>
                  <a:cubicBezTo>
                    <a:pt x="109" y="1"/>
                    <a:pt x="0" y="109"/>
                    <a:pt x="0" y="245"/>
                  </a:cubicBezTo>
                  <a:cubicBezTo>
                    <a:pt x="0" y="388"/>
                    <a:pt x="109" y="496"/>
                    <a:pt x="251" y="496"/>
                  </a:cubicBezTo>
                  <a:cubicBezTo>
                    <a:pt x="387" y="496"/>
                    <a:pt x="496" y="388"/>
                    <a:pt x="496" y="245"/>
                  </a:cubicBezTo>
                  <a:cubicBezTo>
                    <a:pt x="496"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3" name="Google Shape;9223;p14"/>
            <p:cNvSpPr/>
            <p:nvPr/>
          </p:nvSpPr>
          <p:spPr>
            <a:xfrm>
              <a:off x="1319275" y="2667300"/>
              <a:ext cx="12550" cy="12425"/>
            </a:xfrm>
            <a:custGeom>
              <a:avLst/>
              <a:gdLst/>
              <a:ahLst/>
              <a:cxnLst/>
              <a:rect l="l" t="t" r="r" b="b"/>
              <a:pathLst>
                <a:path w="502" h="497" extrusionOk="0">
                  <a:moveTo>
                    <a:pt x="252" y="1"/>
                  </a:moveTo>
                  <a:cubicBezTo>
                    <a:pt x="114" y="1"/>
                    <a:pt x="1" y="109"/>
                    <a:pt x="1" y="245"/>
                  </a:cubicBezTo>
                  <a:cubicBezTo>
                    <a:pt x="1" y="388"/>
                    <a:pt x="114" y="496"/>
                    <a:pt x="252" y="496"/>
                  </a:cubicBezTo>
                  <a:cubicBezTo>
                    <a:pt x="388" y="496"/>
                    <a:pt x="501" y="388"/>
                    <a:pt x="501" y="245"/>
                  </a:cubicBezTo>
                  <a:cubicBezTo>
                    <a:pt x="501"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4" name="Google Shape;9224;p14"/>
            <p:cNvSpPr/>
            <p:nvPr/>
          </p:nvSpPr>
          <p:spPr>
            <a:xfrm>
              <a:off x="1411200" y="2667300"/>
              <a:ext cx="12425" cy="12425"/>
            </a:xfrm>
            <a:custGeom>
              <a:avLst/>
              <a:gdLst/>
              <a:ahLst/>
              <a:cxnLst/>
              <a:rect l="l" t="t" r="r" b="b"/>
              <a:pathLst>
                <a:path w="497" h="497" extrusionOk="0">
                  <a:moveTo>
                    <a:pt x="245" y="1"/>
                  </a:moveTo>
                  <a:cubicBezTo>
                    <a:pt x="109" y="1"/>
                    <a:pt x="1" y="109"/>
                    <a:pt x="1" y="245"/>
                  </a:cubicBezTo>
                  <a:cubicBezTo>
                    <a:pt x="1" y="388"/>
                    <a:pt x="109" y="496"/>
                    <a:pt x="245" y="496"/>
                  </a:cubicBezTo>
                  <a:cubicBezTo>
                    <a:pt x="388" y="496"/>
                    <a:pt x="496" y="388"/>
                    <a:pt x="496" y="245"/>
                  </a:cubicBezTo>
                  <a:cubicBezTo>
                    <a:pt x="496" y="109"/>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5" name="Google Shape;9225;p14"/>
            <p:cNvSpPr/>
            <p:nvPr/>
          </p:nvSpPr>
          <p:spPr>
            <a:xfrm>
              <a:off x="1503000" y="2667300"/>
              <a:ext cx="12525" cy="12425"/>
            </a:xfrm>
            <a:custGeom>
              <a:avLst/>
              <a:gdLst/>
              <a:ahLst/>
              <a:cxnLst/>
              <a:rect l="l" t="t" r="r" b="b"/>
              <a:pathLst>
                <a:path w="501" h="497" extrusionOk="0">
                  <a:moveTo>
                    <a:pt x="250" y="1"/>
                  </a:moveTo>
                  <a:cubicBezTo>
                    <a:pt x="114" y="1"/>
                    <a:pt x="0" y="109"/>
                    <a:pt x="0" y="245"/>
                  </a:cubicBezTo>
                  <a:cubicBezTo>
                    <a:pt x="0" y="388"/>
                    <a:pt x="114" y="496"/>
                    <a:pt x="250" y="496"/>
                  </a:cubicBezTo>
                  <a:cubicBezTo>
                    <a:pt x="387" y="496"/>
                    <a:pt x="501" y="388"/>
                    <a:pt x="501" y="245"/>
                  </a:cubicBezTo>
                  <a:cubicBezTo>
                    <a:pt x="501" y="109"/>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6" name="Google Shape;9226;p14"/>
            <p:cNvSpPr/>
            <p:nvPr/>
          </p:nvSpPr>
          <p:spPr>
            <a:xfrm>
              <a:off x="1594750" y="2667300"/>
              <a:ext cx="12575" cy="12425"/>
            </a:xfrm>
            <a:custGeom>
              <a:avLst/>
              <a:gdLst/>
              <a:ahLst/>
              <a:cxnLst/>
              <a:rect l="l" t="t" r="r" b="b"/>
              <a:pathLst>
                <a:path w="503" h="497" extrusionOk="0">
                  <a:moveTo>
                    <a:pt x="251" y="1"/>
                  </a:moveTo>
                  <a:cubicBezTo>
                    <a:pt x="115" y="1"/>
                    <a:pt x="0" y="109"/>
                    <a:pt x="0" y="245"/>
                  </a:cubicBezTo>
                  <a:cubicBezTo>
                    <a:pt x="0" y="388"/>
                    <a:pt x="115" y="496"/>
                    <a:pt x="251" y="496"/>
                  </a:cubicBezTo>
                  <a:cubicBezTo>
                    <a:pt x="394" y="496"/>
                    <a:pt x="503" y="388"/>
                    <a:pt x="503" y="245"/>
                  </a:cubicBezTo>
                  <a:cubicBezTo>
                    <a:pt x="503" y="109"/>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7" name="Google Shape;9227;p14"/>
            <p:cNvSpPr/>
            <p:nvPr/>
          </p:nvSpPr>
          <p:spPr>
            <a:xfrm>
              <a:off x="1686650" y="26673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8" name="Google Shape;9228;p14"/>
            <p:cNvSpPr/>
            <p:nvPr/>
          </p:nvSpPr>
          <p:spPr>
            <a:xfrm>
              <a:off x="1778450" y="2667300"/>
              <a:ext cx="12550" cy="12425"/>
            </a:xfrm>
            <a:custGeom>
              <a:avLst/>
              <a:gdLst/>
              <a:ahLst/>
              <a:cxnLst/>
              <a:rect l="l" t="t" r="r" b="b"/>
              <a:pathLst>
                <a:path w="502" h="497" extrusionOk="0">
                  <a:moveTo>
                    <a:pt x="252" y="1"/>
                  </a:moveTo>
                  <a:cubicBezTo>
                    <a:pt x="114" y="1"/>
                    <a:pt x="1" y="109"/>
                    <a:pt x="1" y="245"/>
                  </a:cubicBezTo>
                  <a:cubicBezTo>
                    <a:pt x="1" y="388"/>
                    <a:pt x="114" y="496"/>
                    <a:pt x="252" y="496"/>
                  </a:cubicBezTo>
                  <a:cubicBezTo>
                    <a:pt x="388" y="496"/>
                    <a:pt x="501" y="388"/>
                    <a:pt x="501" y="245"/>
                  </a:cubicBezTo>
                  <a:cubicBezTo>
                    <a:pt x="501"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9" name="Google Shape;9229;p14"/>
            <p:cNvSpPr/>
            <p:nvPr/>
          </p:nvSpPr>
          <p:spPr>
            <a:xfrm>
              <a:off x="1870375" y="2667300"/>
              <a:ext cx="12400" cy="12425"/>
            </a:xfrm>
            <a:custGeom>
              <a:avLst/>
              <a:gdLst/>
              <a:ahLst/>
              <a:cxnLst/>
              <a:rect l="l" t="t" r="r" b="b"/>
              <a:pathLst>
                <a:path w="496" h="497" extrusionOk="0">
                  <a:moveTo>
                    <a:pt x="252" y="1"/>
                  </a:moveTo>
                  <a:cubicBezTo>
                    <a:pt x="109" y="1"/>
                    <a:pt x="0" y="109"/>
                    <a:pt x="0" y="245"/>
                  </a:cubicBezTo>
                  <a:cubicBezTo>
                    <a:pt x="0" y="388"/>
                    <a:pt x="109" y="496"/>
                    <a:pt x="252" y="496"/>
                  </a:cubicBezTo>
                  <a:cubicBezTo>
                    <a:pt x="387" y="496"/>
                    <a:pt x="496" y="388"/>
                    <a:pt x="496" y="245"/>
                  </a:cubicBezTo>
                  <a:cubicBezTo>
                    <a:pt x="496"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0" name="Google Shape;9230;p14"/>
            <p:cNvSpPr/>
            <p:nvPr/>
          </p:nvSpPr>
          <p:spPr>
            <a:xfrm>
              <a:off x="1962150" y="2667300"/>
              <a:ext cx="12550" cy="12425"/>
            </a:xfrm>
            <a:custGeom>
              <a:avLst/>
              <a:gdLst/>
              <a:ahLst/>
              <a:cxnLst/>
              <a:rect l="l" t="t" r="r" b="b"/>
              <a:pathLst>
                <a:path w="502" h="497" extrusionOk="0">
                  <a:moveTo>
                    <a:pt x="250" y="1"/>
                  </a:moveTo>
                  <a:cubicBezTo>
                    <a:pt x="114" y="1"/>
                    <a:pt x="1" y="109"/>
                    <a:pt x="1" y="245"/>
                  </a:cubicBezTo>
                  <a:cubicBezTo>
                    <a:pt x="1" y="388"/>
                    <a:pt x="114" y="496"/>
                    <a:pt x="250" y="496"/>
                  </a:cubicBezTo>
                  <a:cubicBezTo>
                    <a:pt x="388" y="496"/>
                    <a:pt x="502" y="388"/>
                    <a:pt x="502" y="245"/>
                  </a:cubicBezTo>
                  <a:cubicBezTo>
                    <a:pt x="502"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1" name="Google Shape;9231;p14"/>
            <p:cNvSpPr/>
            <p:nvPr/>
          </p:nvSpPr>
          <p:spPr>
            <a:xfrm>
              <a:off x="2054075" y="2667300"/>
              <a:ext cx="12425" cy="12425"/>
            </a:xfrm>
            <a:custGeom>
              <a:avLst/>
              <a:gdLst/>
              <a:ahLst/>
              <a:cxnLst/>
              <a:rect l="l" t="t" r="r" b="b"/>
              <a:pathLst>
                <a:path w="497" h="497" extrusionOk="0">
                  <a:moveTo>
                    <a:pt x="252" y="1"/>
                  </a:moveTo>
                  <a:cubicBezTo>
                    <a:pt x="109" y="1"/>
                    <a:pt x="1" y="109"/>
                    <a:pt x="1" y="245"/>
                  </a:cubicBezTo>
                  <a:cubicBezTo>
                    <a:pt x="1" y="388"/>
                    <a:pt x="109" y="496"/>
                    <a:pt x="252" y="496"/>
                  </a:cubicBezTo>
                  <a:cubicBezTo>
                    <a:pt x="388" y="496"/>
                    <a:pt x="496" y="388"/>
                    <a:pt x="496" y="245"/>
                  </a:cubicBezTo>
                  <a:cubicBezTo>
                    <a:pt x="496"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14"/>
            <p:cNvSpPr/>
            <p:nvPr/>
          </p:nvSpPr>
          <p:spPr>
            <a:xfrm>
              <a:off x="2145825" y="26673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3" name="Google Shape;9233;p14"/>
            <p:cNvSpPr/>
            <p:nvPr/>
          </p:nvSpPr>
          <p:spPr>
            <a:xfrm>
              <a:off x="2237800" y="2667300"/>
              <a:ext cx="12350" cy="12425"/>
            </a:xfrm>
            <a:custGeom>
              <a:avLst/>
              <a:gdLst/>
              <a:ahLst/>
              <a:cxnLst/>
              <a:rect l="l" t="t" r="r" b="b"/>
              <a:pathLst>
                <a:path w="494" h="497" extrusionOk="0">
                  <a:moveTo>
                    <a:pt x="244" y="1"/>
                  </a:moveTo>
                  <a:cubicBezTo>
                    <a:pt x="107" y="1"/>
                    <a:pt x="0" y="109"/>
                    <a:pt x="0" y="245"/>
                  </a:cubicBezTo>
                  <a:cubicBezTo>
                    <a:pt x="0" y="388"/>
                    <a:pt x="107" y="496"/>
                    <a:pt x="244" y="496"/>
                  </a:cubicBezTo>
                  <a:cubicBezTo>
                    <a:pt x="387" y="496"/>
                    <a:pt x="494" y="388"/>
                    <a:pt x="494" y="245"/>
                  </a:cubicBezTo>
                  <a:cubicBezTo>
                    <a:pt x="494" y="109"/>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4" name="Google Shape;9234;p14"/>
            <p:cNvSpPr/>
            <p:nvPr/>
          </p:nvSpPr>
          <p:spPr>
            <a:xfrm>
              <a:off x="2329550" y="2667300"/>
              <a:ext cx="12575" cy="12425"/>
            </a:xfrm>
            <a:custGeom>
              <a:avLst/>
              <a:gdLst/>
              <a:ahLst/>
              <a:cxnLst/>
              <a:rect l="l" t="t" r="r" b="b"/>
              <a:pathLst>
                <a:path w="503" h="497" extrusionOk="0">
                  <a:moveTo>
                    <a:pt x="251" y="1"/>
                  </a:moveTo>
                  <a:cubicBezTo>
                    <a:pt x="115" y="1"/>
                    <a:pt x="0" y="109"/>
                    <a:pt x="0" y="245"/>
                  </a:cubicBezTo>
                  <a:cubicBezTo>
                    <a:pt x="0" y="388"/>
                    <a:pt x="115" y="496"/>
                    <a:pt x="251" y="496"/>
                  </a:cubicBezTo>
                  <a:cubicBezTo>
                    <a:pt x="387" y="496"/>
                    <a:pt x="502" y="388"/>
                    <a:pt x="502" y="245"/>
                  </a:cubicBezTo>
                  <a:cubicBezTo>
                    <a:pt x="502"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14"/>
            <p:cNvSpPr/>
            <p:nvPr/>
          </p:nvSpPr>
          <p:spPr>
            <a:xfrm>
              <a:off x="2421325" y="2667300"/>
              <a:ext cx="12550" cy="12425"/>
            </a:xfrm>
            <a:custGeom>
              <a:avLst/>
              <a:gdLst/>
              <a:ahLst/>
              <a:cxnLst/>
              <a:rect l="l" t="t" r="r" b="b"/>
              <a:pathLst>
                <a:path w="502" h="497" extrusionOk="0">
                  <a:moveTo>
                    <a:pt x="250" y="1"/>
                  </a:moveTo>
                  <a:cubicBezTo>
                    <a:pt x="114" y="1"/>
                    <a:pt x="1" y="109"/>
                    <a:pt x="1" y="245"/>
                  </a:cubicBezTo>
                  <a:cubicBezTo>
                    <a:pt x="1" y="388"/>
                    <a:pt x="114" y="496"/>
                    <a:pt x="250" y="496"/>
                  </a:cubicBezTo>
                  <a:cubicBezTo>
                    <a:pt x="395" y="496"/>
                    <a:pt x="501" y="388"/>
                    <a:pt x="501" y="245"/>
                  </a:cubicBezTo>
                  <a:cubicBezTo>
                    <a:pt x="501" y="109"/>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14"/>
            <p:cNvSpPr/>
            <p:nvPr/>
          </p:nvSpPr>
          <p:spPr>
            <a:xfrm>
              <a:off x="2513250" y="2667300"/>
              <a:ext cx="12575" cy="12425"/>
            </a:xfrm>
            <a:custGeom>
              <a:avLst/>
              <a:gdLst/>
              <a:ahLst/>
              <a:cxnLst/>
              <a:rect l="l" t="t" r="r" b="b"/>
              <a:pathLst>
                <a:path w="503" h="497" extrusionOk="0">
                  <a:moveTo>
                    <a:pt x="252" y="1"/>
                  </a:moveTo>
                  <a:cubicBezTo>
                    <a:pt x="109" y="1"/>
                    <a:pt x="0" y="109"/>
                    <a:pt x="0" y="245"/>
                  </a:cubicBezTo>
                  <a:cubicBezTo>
                    <a:pt x="0" y="388"/>
                    <a:pt x="109"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7" name="Google Shape;9237;p14"/>
            <p:cNvSpPr/>
            <p:nvPr/>
          </p:nvSpPr>
          <p:spPr>
            <a:xfrm>
              <a:off x="2605000" y="2667300"/>
              <a:ext cx="12575" cy="12425"/>
            </a:xfrm>
            <a:custGeom>
              <a:avLst/>
              <a:gdLst/>
              <a:ahLst/>
              <a:cxnLst/>
              <a:rect l="l" t="t" r="r" b="b"/>
              <a:pathLst>
                <a:path w="503" h="497" extrusionOk="0">
                  <a:moveTo>
                    <a:pt x="252" y="1"/>
                  </a:moveTo>
                  <a:cubicBezTo>
                    <a:pt x="116" y="1"/>
                    <a:pt x="0" y="109"/>
                    <a:pt x="0" y="245"/>
                  </a:cubicBezTo>
                  <a:cubicBezTo>
                    <a:pt x="0" y="388"/>
                    <a:pt x="116" y="496"/>
                    <a:pt x="252" y="496"/>
                  </a:cubicBezTo>
                  <a:cubicBezTo>
                    <a:pt x="387" y="496"/>
                    <a:pt x="503" y="388"/>
                    <a:pt x="503" y="245"/>
                  </a:cubicBezTo>
                  <a:cubicBezTo>
                    <a:pt x="503"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8" name="Google Shape;9238;p14"/>
            <p:cNvSpPr/>
            <p:nvPr/>
          </p:nvSpPr>
          <p:spPr>
            <a:xfrm>
              <a:off x="2696950" y="2667300"/>
              <a:ext cx="12375" cy="12425"/>
            </a:xfrm>
            <a:custGeom>
              <a:avLst/>
              <a:gdLst/>
              <a:ahLst/>
              <a:cxnLst/>
              <a:rect l="l" t="t" r="r" b="b"/>
              <a:pathLst>
                <a:path w="495" h="497" extrusionOk="0">
                  <a:moveTo>
                    <a:pt x="252" y="1"/>
                  </a:moveTo>
                  <a:cubicBezTo>
                    <a:pt x="108" y="1"/>
                    <a:pt x="1" y="109"/>
                    <a:pt x="1" y="245"/>
                  </a:cubicBezTo>
                  <a:cubicBezTo>
                    <a:pt x="1" y="388"/>
                    <a:pt x="108" y="496"/>
                    <a:pt x="252" y="496"/>
                  </a:cubicBezTo>
                  <a:cubicBezTo>
                    <a:pt x="388" y="496"/>
                    <a:pt x="495" y="388"/>
                    <a:pt x="495" y="245"/>
                  </a:cubicBezTo>
                  <a:cubicBezTo>
                    <a:pt x="495"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9" name="Google Shape;9239;p14"/>
            <p:cNvSpPr/>
            <p:nvPr/>
          </p:nvSpPr>
          <p:spPr>
            <a:xfrm>
              <a:off x="2788700" y="26673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14"/>
            <p:cNvSpPr/>
            <p:nvPr/>
          </p:nvSpPr>
          <p:spPr>
            <a:xfrm>
              <a:off x="2880675" y="2667300"/>
              <a:ext cx="12375" cy="12425"/>
            </a:xfrm>
            <a:custGeom>
              <a:avLst/>
              <a:gdLst/>
              <a:ahLst/>
              <a:cxnLst/>
              <a:rect l="l" t="t" r="r" b="b"/>
              <a:pathLst>
                <a:path w="495" h="497" extrusionOk="0">
                  <a:moveTo>
                    <a:pt x="243" y="1"/>
                  </a:moveTo>
                  <a:cubicBezTo>
                    <a:pt x="107" y="1"/>
                    <a:pt x="0" y="109"/>
                    <a:pt x="0" y="245"/>
                  </a:cubicBezTo>
                  <a:cubicBezTo>
                    <a:pt x="0" y="388"/>
                    <a:pt x="107" y="496"/>
                    <a:pt x="243" y="496"/>
                  </a:cubicBezTo>
                  <a:cubicBezTo>
                    <a:pt x="387" y="496"/>
                    <a:pt x="494" y="388"/>
                    <a:pt x="494" y="245"/>
                  </a:cubicBezTo>
                  <a:cubicBezTo>
                    <a:pt x="494" y="109"/>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1" name="Google Shape;9241;p14"/>
            <p:cNvSpPr/>
            <p:nvPr/>
          </p:nvSpPr>
          <p:spPr>
            <a:xfrm>
              <a:off x="2972425" y="2667300"/>
              <a:ext cx="12575" cy="12425"/>
            </a:xfrm>
            <a:custGeom>
              <a:avLst/>
              <a:gdLst/>
              <a:ahLst/>
              <a:cxnLst/>
              <a:rect l="l" t="t" r="r" b="b"/>
              <a:pathLst>
                <a:path w="503" h="497" extrusionOk="0">
                  <a:moveTo>
                    <a:pt x="251" y="1"/>
                  </a:moveTo>
                  <a:cubicBezTo>
                    <a:pt x="115" y="1"/>
                    <a:pt x="0" y="109"/>
                    <a:pt x="0" y="245"/>
                  </a:cubicBezTo>
                  <a:cubicBezTo>
                    <a:pt x="0" y="388"/>
                    <a:pt x="115" y="496"/>
                    <a:pt x="251" y="496"/>
                  </a:cubicBezTo>
                  <a:cubicBezTo>
                    <a:pt x="387" y="496"/>
                    <a:pt x="503" y="388"/>
                    <a:pt x="503" y="245"/>
                  </a:cubicBezTo>
                  <a:cubicBezTo>
                    <a:pt x="503"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2" name="Google Shape;9242;p14"/>
            <p:cNvSpPr/>
            <p:nvPr/>
          </p:nvSpPr>
          <p:spPr>
            <a:xfrm>
              <a:off x="3064375" y="2667300"/>
              <a:ext cx="12375" cy="12425"/>
            </a:xfrm>
            <a:custGeom>
              <a:avLst/>
              <a:gdLst/>
              <a:ahLst/>
              <a:cxnLst/>
              <a:rect l="l" t="t" r="r" b="b"/>
              <a:pathLst>
                <a:path w="495" h="497" extrusionOk="0">
                  <a:moveTo>
                    <a:pt x="243" y="1"/>
                  </a:moveTo>
                  <a:cubicBezTo>
                    <a:pt x="107" y="1"/>
                    <a:pt x="1" y="109"/>
                    <a:pt x="1" y="245"/>
                  </a:cubicBezTo>
                  <a:cubicBezTo>
                    <a:pt x="1" y="388"/>
                    <a:pt x="107" y="496"/>
                    <a:pt x="243" y="496"/>
                  </a:cubicBezTo>
                  <a:cubicBezTo>
                    <a:pt x="388" y="496"/>
                    <a:pt x="495" y="388"/>
                    <a:pt x="495" y="245"/>
                  </a:cubicBezTo>
                  <a:cubicBezTo>
                    <a:pt x="495" y="109"/>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3" name="Google Shape;9243;p14"/>
            <p:cNvSpPr/>
            <p:nvPr/>
          </p:nvSpPr>
          <p:spPr>
            <a:xfrm>
              <a:off x="3156125" y="26673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4" name="Google Shape;9244;p14"/>
            <p:cNvSpPr/>
            <p:nvPr/>
          </p:nvSpPr>
          <p:spPr>
            <a:xfrm>
              <a:off x="3247875" y="2667300"/>
              <a:ext cx="12575" cy="12425"/>
            </a:xfrm>
            <a:custGeom>
              <a:avLst/>
              <a:gdLst/>
              <a:ahLst/>
              <a:cxnLst/>
              <a:rect l="l" t="t" r="r" b="b"/>
              <a:pathLst>
                <a:path w="503"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5" name="Google Shape;9245;p14"/>
            <p:cNvSpPr/>
            <p:nvPr/>
          </p:nvSpPr>
          <p:spPr>
            <a:xfrm>
              <a:off x="3339850" y="2667300"/>
              <a:ext cx="12525" cy="12425"/>
            </a:xfrm>
            <a:custGeom>
              <a:avLst/>
              <a:gdLst/>
              <a:ahLst/>
              <a:cxnLst/>
              <a:rect l="l" t="t" r="r" b="b"/>
              <a:pathLst>
                <a:path w="501" h="497" extrusionOk="0">
                  <a:moveTo>
                    <a:pt x="251" y="1"/>
                  </a:moveTo>
                  <a:cubicBezTo>
                    <a:pt x="107" y="1"/>
                    <a:pt x="0" y="109"/>
                    <a:pt x="0" y="245"/>
                  </a:cubicBezTo>
                  <a:cubicBezTo>
                    <a:pt x="0" y="388"/>
                    <a:pt x="107" y="496"/>
                    <a:pt x="251" y="496"/>
                  </a:cubicBezTo>
                  <a:cubicBezTo>
                    <a:pt x="387" y="496"/>
                    <a:pt x="501" y="388"/>
                    <a:pt x="501" y="245"/>
                  </a:cubicBezTo>
                  <a:cubicBezTo>
                    <a:pt x="501"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6" name="Google Shape;9246;p14"/>
            <p:cNvSpPr/>
            <p:nvPr/>
          </p:nvSpPr>
          <p:spPr>
            <a:xfrm>
              <a:off x="3431575" y="26673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7" name="Google Shape;9247;p14"/>
            <p:cNvSpPr/>
            <p:nvPr/>
          </p:nvSpPr>
          <p:spPr>
            <a:xfrm>
              <a:off x="3523550" y="2667300"/>
              <a:ext cx="12375" cy="12425"/>
            </a:xfrm>
            <a:custGeom>
              <a:avLst/>
              <a:gdLst/>
              <a:ahLst/>
              <a:cxnLst/>
              <a:rect l="l" t="t" r="r" b="b"/>
              <a:pathLst>
                <a:path w="495" h="497" extrusionOk="0">
                  <a:moveTo>
                    <a:pt x="250" y="1"/>
                  </a:moveTo>
                  <a:cubicBezTo>
                    <a:pt x="107" y="1"/>
                    <a:pt x="0" y="109"/>
                    <a:pt x="0" y="245"/>
                  </a:cubicBezTo>
                  <a:cubicBezTo>
                    <a:pt x="0" y="388"/>
                    <a:pt x="107" y="496"/>
                    <a:pt x="250" y="496"/>
                  </a:cubicBezTo>
                  <a:cubicBezTo>
                    <a:pt x="388" y="496"/>
                    <a:pt x="494" y="388"/>
                    <a:pt x="494" y="245"/>
                  </a:cubicBezTo>
                  <a:cubicBezTo>
                    <a:pt x="494"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8" name="Google Shape;9248;p14"/>
            <p:cNvSpPr/>
            <p:nvPr/>
          </p:nvSpPr>
          <p:spPr>
            <a:xfrm>
              <a:off x="676400" y="275905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9" name="Google Shape;9249;p14"/>
            <p:cNvSpPr/>
            <p:nvPr/>
          </p:nvSpPr>
          <p:spPr>
            <a:xfrm>
              <a:off x="768325" y="2759050"/>
              <a:ext cx="12400" cy="12575"/>
            </a:xfrm>
            <a:custGeom>
              <a:avLst/>
              <a:gdLst/>
              <a:ahLst/>
              <a:cxnLst/>
              <a:rect l="l" t="t" r="r" b="b"/>
              <a:pathLst>
                <a:path w="496" h="503"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0" name="Google Shape;9250;p14"/>
            <p:cNvSpPr/>
            <p:nvPr/>
          </p:nvSpPr>
          <p:spPr>
            <a:xfrm>
              <a:off x="860125" y="2759050"/>
              <a:ext cx="12525" cy="12575"/>
            </a:xfrm>
            <a:custGeom>
              <a:avLst/>
              <a:gdLst/>
              <a:ahLst/>
              <a:cxnLst/>
              <a:rect l="l" t="t" r="r" b="b"/>
              <a:pathLst>
                <a:path w="501" h="503"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1" name="Google Shape;9251;p14"/>
            <p:cNvSpPr/>
            <p:nvPr/>
          </p:nvSpPr>
          <p:spPr>
            <a:xfrm>
              <a:off x="951850" y="275905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2" name="Google Shape;9252;p14"/>
            <p:cNvSpPr/>
            <p:nvPr/>
          </p:nvSpPr>
          <p:spPr>
            <a:xfrm>
              <a:off x="1043825" y="2759050"/>
              <a:ext cx="12375" cy="12575"/>
            </a:xfrm>
            <a:custGeom>
              <a:avLst/>
              <a:gdLst/>
              <a:ahLst/>
              <a:cxnLst/>
              <a:rect l="l" t="t" r="r" b="b"/>
              <a:pathLst>
                <a:path w="495" h="503"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3" name="Google Shape;9253;p14"/>
            <p:cNvSpPr/>
            <p:nvPr/>
          </p:nvSpPr>
          <p:spPr>
            <a:xfrm>
              <a:off x="1135575" y="2759050"/>
              <a:ext cx="12575" cy="12575"/>
            </a:xfrm>
            <a:custGeom>
              <a:avLst/>
              <a:gdLst/>
              <a:ahLst/>
              <a:cxnLst/>
              <a:rect l="l" t="t" r="r" b="b"/>
              <a:pathLst>
                <a:path w="503" h="503"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4" name="Google Shape;9254;p14"/>
            <p:cNvSpPr/>
            <p:nvPr/>
          </p:nvSpPr>
          <p:spPr>
            <a:xfrm>
              <a:off x="1227500" y="2759050"/>
              <a:ext cx="12400" cy="12575"/>
            </a:xfrm>
            <a:custGeom>
              <a:avLst/>
              <a:gdLst/>
              <a:ahLst/>
              <a:cxnLst/>
              <a:rect l="l" t="t" r="r" b="b"/>
              <a:pathLst>
                <a:path w="496" h="503"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5" name="Google Shape;9255;p14"/>
            <p:cNvSpPr/>
            <p:nvPr/>
          </p:nvSpPr>
          <p:spPr>
            <a:xfrm>
              <a:off x="1319275" y="2759050"/>
              <a:ext cx="12550" cy="12575"/>
            </a:xfrm>
            <a:custGeom>
              <a:avLst/>
              <a:gdLst/>
              <a:ahLst/>
              <a:cxnLst/>
              <a:rect l="l" t="t" r="r" b="b"/>
              <a:pathLst>
                <a:path w="502" h="503"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6" name="Google Shape;9256;p14"/>
            <p:cNvSpPr/>
            <p:nvPr/>
          </p:nvSpPr>
          <p:spPr>
            <a:xfrm>
              <a:off x="1411200" y="2759050"/>
              <a:ext cx="12425" cy="12575"/>
            </a:xfrm>
            <a:custGeom>
              <a:avLst/>
              <a:gdLst/>
              <a:ahLst/>
              <a:cxnLst/>
              <a:rect l="l" t="t" r="r" b="b"/>
              <a:pathLst>
                <a:path w="497" h="503"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7" name="Google Shape;9257;p14"/>
            <p:cNvSpPr/>
            <p:nvPr/>
          </p:nvSpPr>
          <p:spPr>
            <a:xfrm>
              <a:off x="1503000" y="2759050"/>
              <a:ext cx="12525" cy="12575"/>
            </a:xfrm>
            <a:custGeom>
              <a:avLst/>
              <a:gdLst/>
              <a:ahLst/>
              <a:cxnLst/>
              <a:rect l="l" t="t" r="r" b="b"/>
              <a:pathLst>
                <a:path w="501" h="503"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8" name="Google Shape;9258;p14"/>
            <p:cNvSpPr/>
            <p:nvPr/>
          </p:nvSpPr>
          <p:spPr>
            <a:xfrm>
              <a:off x="1594750" y="2759050"/>
              <a:ext cx="12575" cy="12575"/>
            </a:xfrm>
            <a:custGeom>
              <a:avLst/>
              <a:gdLst/>
              <a:ahLst/>
              <a:cxnLst/>
              <a:rect l="l" t="t" r="r" b="b"/>
              <a:pathLst>
                <a:path w="503" h="503"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9" name="Google Shape;9259;p14"/>
            <p:cNvSpPr/>
            <p:nvPr/>
          </p:nvSpPr>
          <p:spPr>
            <a:xfrm>
              <a:off x="1686650" y="275905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0" name="Google Shape;9260;p14"/>
            <p:cNvSpPr/>
            <p:nvPr/>
          </p:nvSpPr>
          <p:spPr>
            <a:xfrm>
              <a:off x="1778450" y="2759050"/>
              <a:ext cx="12550" cy="12575"/>
            </a:xfrm>
            <a:custGeom>
              <a:avLst/>
              <a:gdLst/>
              <a:ahLst/>
              <a:cxnLst/>
              <a:rect l="l" t="t" r="r" b="b"/>
              <a:pathLst>
                <a:path w="502" h="503"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1" name="Google Shape;9261;p14"/>
            <p:cNvSpPr/>
            <p:nvPr/>
          </p:nvSpPr>
          <p:spPr>
            <a:xfrm>
              <a:off x="1870375" y="2759050"/>
              <a:ext cx="12400" cy="12575"/>
            </a:xfrm>
            <a:custGeom>
              <a:avLst/>
              <a:gdLst/>
              <a:ahLst/>
              <a:cxnLst/>
              <a:rect l="l" t="t" r="r" b="b"/>
              <a:pathLst>
                <a:path w="496" h="503"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2" name="Google Shape;9262;p14"/>
            <p:cNvSpPr/>
            <p:nvPr/>
          </p:nvSpPr>
          <p:spPr>
            <a:xfrm>
              <a:off x="1962150" y="2759050"/>
              <a:ext cx="12550" cy="12575"/>
            </a:xfrm>
            <a:custGeom>
              <a:avLst/>
              <a:gdLst/>
              <a:ahLst/>
              <a:cxnLst/>
              <a:rect l="l" t="t" r="r" b="b"/>
              <a:pathLst>
                <a:path w="502" h="503"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3" name="Google Shape;9263;p14"/>
            <p:cNvSpPr/>
            <p:nvPr/>
          </p:nvSpPr>
          <p:spPr>
            <a:xfrm>
              <a:off x="2054075" y="2759050"/>
              <a:ext cx="12425" cy="12575"/>
            </a:xfrm>
            <a:custGeom>
              <a:avLst/>
              <a:gdLst/>
              <a:ahLst/>
              <a:cxnLst/>
              <a:rect l="l" t="t" r="r" b="b"/>
              <a:pathLst>
                <a:path w="497" h="503"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4" name="Google Shape;9264;p14"/>
            <p:cNvSpPr/>
            <p:nvPr/>
          </p:nvSpPr>
          <p:spPr>
            <a:xfrm>
              <a:off x="2145825" y="275905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5" name="Google Shape;9265;p14"/>
            <p:cNvSpPr/>
            <p:nvPr/>
          </p:nvSpPr>
          <p:spPr>
            <a:xfrm>
              <a:off x="2237800" y="2759050"/>
              <a:ext cx="12350" cy="12575"/>
            </a:xfrm>
            <a:custGeom>
              <a:avLst/>
              <a:gdLst/>
              <a:ahLst/>
              <a:cxnLst/>
              <a:rect l="l" t="t" r="r" b="b"/>
              <a:pathLst>
                <a:path w="494" h="503"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6" name="Google Shape;9266;p14"/>
            <p:cNvSpPr/>
            <p:nvPr/>
          </p:nvSpPr>
          <p:spPr>
            <a:xfrm>
              <a:off x="2329550" y="2759050"/>
              <a:ext cx="12575" cy="12575"/>
            </a:xfrm>
            <a:custGeom>
              <a:avLst/>
              <a:gdLst/>
              <a:ahLst/>
              <a:cxnLst/>
              <a:rect l="l" t="t" r="r" b="b"/>
              <a:pathLst>
                <a:path w="503" h="503"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7" name="Google Shape;9267;p14"/>
            <p:cNvSpPr/>
            <p:nvPr/>
          </p:nvSpPr>
          <p:spPr>
            <a:xfrm>
              <a:off x="2421325" y="2759050"/>
              <a:ext cx="12550" cy="12575"/>
            </a:xfrm>
            <a:custGeom>
              <a:avLst/>
              <a:gdLst/>
              <a:ahLst/>
              <a:cxnLst/>
              <a:rect l="l" t="t" r="r" b="b"/>
              <a:pathLst>
                <a:path w="502" h="503"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8" name="Google Shape;9268;p14"/>
            <p:cNvSpPr/>
            <p:nvPr/>
          </p:nvSpPr>
          <p:spPr>
            <a:xfrm>
              <a:off x="2513250" y="2759050"/>
              <a:ext cx="12575" cy="12575"/>
            </a:xfrm>
            <a:custGeom>
              <a:avLst/>
              <a:gdLst/>
              <a:ahLst/>
              <a:cxnLst/>
              <a:rect l="l" t="t" r="r" b="b"/>
              <a:pathLst>
                <a:path w="503" h="503"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9" name="Google Shape;9269;p14"/>
            <p:cNvSpPr/>
            <p:nvPr/>
          </p:nvSpPr>
          <p:spPr>
            <a:xfrm>
              <a:off x="2605000" y="2759050"/>
              <a:ext cx="12575" cy="12575"/>
            </a:xfrm>
            <a:custGeom>
              <a:avLst/>
              <a:gdLst/>
              <a:ahLst/>
              <a:cxnLst/>
              <a:rect l="l" t="t" r="r" b="b"/>
              <a:pathLst>
                <a:path w="503" h="503"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0" name="Google Shape;9270;p14"/>
            <p:cNvSpPr/>
            <p:nvPr/>
          </p:nvSpPr>
          <p:spPr>
            <a:xfrm>
              <a:off x="2696950" y="2759050"/>
              <a:ext cx="12375" cy="12575"/>
            </a:xfrm>
            <a:custGeom>
              <a:avLst/>
              <a:gdLst/>
              <a:ahLst/>
              <a:cxnLst/>
              <a:rect l="l" t="t" r="r" b="b"/>
              <a:pathLst>
                <a:path w="495" h="503"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1" name="Google Shape;9271;p14"/>
            <p:cNvSpPr/>
            <p:nvPr/>
          </p:nvSpPr>
          <p:spPr>
            <a:xfrm>
              <a:off x="2788700" y="275905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2" name="Google Shape;9272;p14"/>
            <p:cNvSpPr/>
            <p:nvPr/>
          </p:nvSpPr>
          <p:spPr>
            <a:xfrm>
              <a:off x="2880675" y="2759050"/>
              <a:ext cx="12375" cy="12575"/>
            </a:xfrm>
            <a:custGeom>
              <a:avLst/>
              <a:gdLst/>
              <a:ahLst/>
              <a:cxnLst/>
              <a:rect l="l" t="t" r="r" b="b"/>
              <a:pathLst>
                <a:path w="495" h="503"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3" name="Google Shape;9273;p14"/>
            <p:cNvSpPr/>
            <p:nvPr/>
          </p:nvSpPr>
          <p:spPr>
            <a:xfrm>
              <a:off x="2972425" y="2759050"/>
              <a:ext cx="12575" cy="12575"/>
            </a:xfrm>
            <a:custGeom>
              <a:avLst/>
              <a:gdLst/>
              <a:ahLst/>
              <a:cxnLst/>
              <a:rect l="l" t="t" r="r" b="b"/>
              <a:pathLst>
                <a:path w="503" h="503"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4" name="Google Shape;9274;p14"/>
            <p:cNvSpPr/>
            <p:nvPr/>
          </p:nvSpPr>
          <p:spPr>
            <a:xfrm>
              <a:off x="3064375" y="2759050"/>
              <a:ext cx="12375" cy="12575"/>
            </a:xfrm>
            <a:custGeom>
              <a:avLst/>
              <a:gdLst/>
              <a:ahLst/>
              <a:cxnLst/>
              <a:rect l="l" t="t" r="r" b="b"/>
              <a:pathLst>
                <a:path w="495" h="503"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5" name="Google Shape;9275;p14"/>
            <p:cNvSpPr/>
            <p:nvPr/>
          </p:nvSpPr>
          <p:spPr>
            <a:xfrm>
              <a:off x="3156125" y="275905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6" name="Google Shape;9276;p14"/>
            <p:cNvSpPr/>
            <p:nvPr/>
          </p:nvSpPr>
          <p:spPr>
            <a:xfrm>
              <a:off x="3247875" y="2759050"/>
              <a:ext cx="12575" cy="12575"/>
            </a:xfrm>
            <a:custGeom>
              <a:avLst/>
              <a:gdLst/>
              <a:ahLst/>
              <a:cxnLst/>
              <a:rect l="l" t="t" r="r" b="b"/>
              <a:pathLst>
                <a:path w="503"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7" name="Google Shape;9277;p14"/>
            <p:cNvSpPr/>
            <p:nvPr/>
          </p:nvSpPr>
          <p:spPr>
            <a:xfrm>
              <a:off x="3339850" y="2759050"/>
              <a:ext cx="12525" cy="12575"/>
            </a:xfrm>
            <a:custGeom>
              <a:avLst/>
              <a:gdLst/>
              <a:ahLst/>
              <a:cxnLst/>
              <a:rect l="l" t="t" r="r" b="b"/>
              <a:pathLst>
                <a:path w="501" h="503"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8" name="Google Shape;9278;p14"/>
            <p:cNvSpPr/>
            <p:nvPr/>
          </p:nvSpPr>
          <p:spPr>
            <a:xfrm>
              <a:off x="3431575" y="275905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9" name="Google Shape;9279;p14"/>
            <p:cNvSpPr/>
            <p:nvPr/>
          </p:nvSpPr>
          <p:spPr>
            <a:xfrm>
              <a:off x="3523550" y="2759050"/>
              <a:ext cx="12375" cy="12575"/>
            </a:xfrm>
            <a:custGeom>
              <a:avLst/>
              <a:gdLst/>
              <a:ahLst/>
              <a:cxnLst/>
              <a:rect l="l" t="t" r="r" b="b"/>
              <a:pathLst>
                <a:path w="495" h="503"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14"/>
            <p:cNvSpPr/>
            <p:nvPr/>
          </p:nvSpPr>
          <p:spPr>
            <a:xfrm>
              <a:off x="676400" y="2851025"/>
              <a:ext cx="12600" cy="12350"/>
            </a:xfrm>
            <a:custGeom>
              <a:avLst/>
              <a:gdLst/>
              <a:ahLst/>
              <a:cxnLst/>
              <a:rect l="l" t="t" r="r" b="b"/>
              <a:pathLst>
                <a:path w="504" h="494" extrusionOk="0">
                  <a:moveTo>
                    <a:pt x="252" y="0"/>
                  </a:moveTo>
                  <a:cubicBezTo>
                    <a:pt x="116" y="0"/>
                    <a:pt x="1" y="107"/>
                    <a:pt x="1" y="244"/>
                  </a:cubicBezTo>
                  <a:cubicBezTo>
                    <a:pt x="1" y="387"/>
                    <a:pt x="116" y="494"/>
                    <a:pt x="252" y="494"/>
                  </a:cubicBezTo>
                  <a:cubicBezTo>
                    <a:pt x="388" y="494"/>
                    <a:pt x="503" y="387"/>
                    <a:pt x="503" y="244"/>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1" name="Google Shape;9281;p14"/>
            <p:cNvSpPr/>
            <p:nvPr/>
          </p:nvSpPr>
          <p:spPr>
            <a:xfrm>
              <a:off x="768325" y="2851025"/>
              <a:ext cx="12400" cy="12350"/>
            </a:xfrm>
            <a:custGeom>
              <a:avLst/>
              <a:gdLst/>
              <a:ahLst/>
              <a:cxnLst/>
              <a:rect l="l" t="t" r="r" b="b"/>
              <a:pathLst>
                <a:path w="496" h="494" extrusionOk="0">
                  <a:moveTo>
                    <a:pt x="245" y="0"/>
                  </a:moveTo>
                  <a:cubicBezTo>
                    <a:pt x="109" y="0"/>
                    <a:pt x="0" y="107"/>
                    <a:pt x="0" y="244"/>
                  </a:cubicBezTo>
                  <a:cubicBezTo>
                    <a:pt x="0" y="387"/>
                    <a:pt x="109" y="494"/>
                    <a:pt x="245" y="494"/>
                  </a:cubicBezTo>
                  <a:cubicBezTo>
                    <a:pt x="388" y="494"/>
                    <a:pt x="496" y="387"/>
                    <a:pt x="496" y="244"/>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2" name="Google Shape;9282;p14"/>
            <p:cNvSpPr/>
            <p:nvPr/>
          </p:nvSpPr>
          <p:spPr>
            <a:xfrm>
              <a:off x="860125" y="2851025"/>
              <a:ext cx="12525" cy="12350"/>
            </a:xfrm>
            <a:custGeom>
              <a:avLst/>
              <a:gdLst/>
              <a:ahLst/>
              <a:cxnLst/>
              <a:rect l="l" t="t" r="r" b="b"/>
              <a:pathLst>
                <a:path w="501" h="494" extrusionOk="0">
                  <a:moveTo>
                    <a:pt x="251" y="0"/>
                  </a:moveTo>
                  <a:cubicBezTo>
                    <a:pt x="114" y="0"/>
                    <a:pt x="0" y="107"/>
                    <a:pt x="0" y="244"/>
                  </a:cubicBezTo>
                  <a:cubicBezTo>
                    <a:pt x="0" y="387"/>
                    <a:pt x="114" y="494"/>
                    <a:pt x="251" y="494"/>
                  </a:cubicBezTo>
                  <a:cubicBezTo>
                    <a:pt x="387" y="494"/>
                    <a:pt x="501" y="387"/>
                    <a:pt x="501" y="244"/>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3" name="Google Shape;9283;p14"/>
            <p:cNvSpPr/>
            <p:nvPr/>
          </p:nvSpPr>
          <p:spPr>
            <a:xfrm>
              <a:off x="951850" y="2851025"/>
              <a:ext cx="12600" cy="12350"/>
            </a:xfrm>
            <a:custGeom>
              <a:avLst/>
              <a:gdLst/>
              <a:ahLst/>
              <a:cxnLst/>
              <a:rect l="l" t="t" r="r" b="b"/>
              <a:pathLst>
                <a:path w="504" h="494" extrusionOk="0">
                  <a:moveTo>
                    <a:pt x="252" y="0"/>
                  </a:moveTo>
                  <a:cubicBezTo>
                    <a:pt x="116" y="0"/>
                    <a:pt x="1" y="107"/>
                    <a:pt x="1" y="244"/>
                  </a:cubicBezTo>
                  <a:cubicBezTo>
                    <a:pt x="1" y="387"/>
                    <a:pt x="116" y="494"/>
                    <a:pt x="252" y="494"/>
                  </a:cubicBezTo>
                  <a:cubicBezTo>
                    <a:pt x="388" y="494"/>
                    <a:pt x="503" y="387"/>
                    <a:pt x="503" y="244"/>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4" name="Google Shape;9284;p14"/>
            <p:cNvSpPr/>
            <p:nvPr/>
          </p:nvSpPr>
          <p:spPr>
            <a:xfrm>
              <a:off x="1043825" y="2851025"/>
              <a:ext cx="12375" cy="12350"/>
            </a:xfrm>
            <a:custGeom>
              <a:avLst/>
              <a:gdLst/>
              <a:ahLst/>
              <a:cxnLst/>
              <a:rect l="l" t="t" r="r" b="b"/>
              <a:pathLst>
                <a:path w="495" h="494" extrusionOk="0">
                  <a:moveTo>
                    <a:pt x="250" y="0"/>
                  </a:moveTo>
                  <a:cubicBezTo>
                    <a:pt x="107" y="0"/>
                    <a:pt x="0" y="107"/>
                    <a:pt x="0" y="244"/>
                  </a:cubicBezTo>
                  <a:cubicBezTo>
                    <a:pt x="0" y="387"/>
                    <a:pt x="107" y="494"/>
                    <a:pt x="250" y="494"/>
                  </a:cubicBezTo>
                  <a:cubicBezTo>
                    <a:pt x="388" y="494"/>
                    <a:pt x="494" y="387"/>
                    <a:pt x="494" y="244"/>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5" name="Google Shape;9285;p14"/>
            <p:cNvSpPr/>
            <p:nvPr/>
          </p:nvSpPr>
          <p:spPr>
            <a:xfrm>
              <a:off x="1135575" y="2851025"/>
              <a:ext cx="12575" cy="12350"/>
            </a:xfrm>
            <a:custGeom>
              <a:avLst/>
              <a:gdLst/>
              <a:ahLst/>
              <a:cxnLst/>
              <a:rect l="l" t="t" r="r" b="b"/>
              <a:pathLst>
                <a:path w="503" h="494" extrusionOk="0">
                  <a:moveTo>
                    <a:pt x="252" y="0"/>
                  </a:moveTo>
                  <a:cubicBezTo>
                    <a:pt x="116" y="0"/>
                    <a:pt x="0" y="107"/>
                    <a:pt x="0" y="244"/>
                  </a:cubicBezTo>
                  <a:cubicBezTo>
                    <a:pt x="0" y="387"/>
                    <a:pt x="116" y="494"/>
                    <a:pt x="252" y="494"/>
                  </a:cubicBezTo>
                  <a:cubicBezTo>
                    <a:pt x="387" y="494"/>
                    <a:pt x="503" y="387"/>
                    <a:pt x="503" y="244"/>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6" name="Google Shape;9286;p14"/>
            <p:cNvSpPr/>
            <p:nvPr/>
          </p:nvSpPr>
          <p:spPr>
            <a:xfrm>
              <a:off x="1227500" y="2851025"/>
              <a:ext cx="12400" cy="12350"/>
            </a:xfrm>
            <a:custGeom>
              <a:avLst/>
              <a:gdLst/>
              <a:ahLst/>
              <a:cxnLst/>
              <a:rect l="l" t="t" r="r" b="b"/>
              <a:pathLst>
                <a:path w="496" h="494" extrusionOk="0">
                  <a:moveTo>
                    <a:pt x="251" y="0"/>
                  </a:moveTo>
                  <a:cubicBezTo>
                    <a:pt x="109" y="0"/>
                    <a:pt x="0" y="107"/>
                    <a:pt x="0" y="244"/>
                  </a:cubicBezTo>
                  <a:cubicBezTo>
                    <a:pt x="0" y="387"/>
                    <a:pt x="109" y="494"/>
                    <a:pt x="251" y="494"/>
                  </a:cubicBezTo>
                  <a:cubicBezTo>
                    <a:pt x="387" y="494"/>
                    <a:pt x="496" y="387"/>
                    <a:pt x="496" y="244"/>
                  </a:cubicBezTo>
                  <a:cubicBezTo>
                    <a:pt x="496"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7" name="Google Shape;9287;p14"/>
            <p:cNvSpPr/>
            <p:nvPr/>
          </p:nvSpPr>
          <p:spPr>
            <a:xfrm>
              <a:off x="1319275" y="2851025"/>
              <a:ext cx="12550" cy="12350"/>
            </a:xfrm>
            <a:custGeom>
              <a:avLst/>
              <a:gdLst/>
              <a:ahLst/>
              <a:cxnLst/>
              <a:rect l="l" t="t" r="r" b="b"/>
              <a:pathLst>
                <a:path w="502" h="494" extrusionOk="0">
                  <a:moveTo>
                    <a:pt x="252" y="0"/>
                  </a:moveTo>
                  <a:cubicBezTo>
                    <a:pt x="114" y="0"/>
                    <a:pt x="1" y="107"/>
                    <a:pt x="1" y="244"/>
                  </a:cubicBezTo>
                  <a:cubicBezTo>
                    <a:pt x="1" y="387"/>
                    <a:pt x="114" y="494"/>
                    <a:pt x="252" y="494"/>
                  </a:cubicBezTo>
                  <a:cubicBezTo>
                    <a:pt x="388" y="494"/>
                    <a:pt x="501" y="387"/>
                    <a:pt x="501" y="244"/>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8" name="Google Shape;9288;p14"/>
            <p:cNvSpPr/>
            <p:nvPr/>
          </p:nvSpPr>
          <p:spPr>
            <a:xfrm>
              <a:off x="1411200" y="2851025"/>
              <a:ext cx="12425" cy="12350"/>
            </a:xfrm>
            <a:custGeom>
              <a:avLst/>
              <a:gdLst/>
              <a:ahLst/>
              <a:cxnLst/>
              <a:rect l="l" t="t" r="r" b="b"/>
              <a:pathLst>
                <a:path w="497" h="494" extrusionOk="0">
                  <a:moveTo>
                    <a:pt x="245" y="0"/>
                  </a:moveTo>
                  <a:cubicBezTo>
                    <a:pt x="109" y="0"/>
                    <a:pt x="1" y="107"/>
                    <a:pt x="1" y="244"/>
                  </a:cubicBezTo>
                  <a:cubicBezTo>
                    <a:pt x="1" y="387"/>
                    <a:pt x="109" y="494"/>
                    <a:pt x="245" y="494"/>
                  </a:cubicBezTo>
                  <a:cubicBezTo>
                    <a:pt x="388" y="494"/>
                    <a:pt x="496" y="387"/>
                    <a:pt x="496" y="244"/>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9" name="Google Shape;9289;p14"/>
            <p:cNvSpPr/>
            <p:nvPr/>
          </p:nvSpPr>
          <p:spPr>
            <a:xfrm>
              <a:off x="1503000" y="2851025"/>
              <a:ext cx="12525" cy="12350"/>
            </a:xfrm>
            <a:custGeom>
              <a:avLst/>
              <a:gdLst/>
              <a:ahLst/>
              <a:cxnLst/>
              <a:rect l="l" t="t" r="r" b="b"/>
              <a:pathLst>
                <a:path w="501" h="494" extrusionOk="0">
                  <a:moveTo>
                    <a:pt x="250" y="0"/>
                  </a:moveTo>
                  <a:cubicBezTo>
                    <a:pt x="114" y="0"/>
                    <a:pt x="0" y="107"/>
                    <a:pt x="0" y="244"/>
                  </a:cubicBezTo>
                  <a:cubicBezTo>
                    <a:pt x="0" y="387"/>
                    <a:pt x="114" y="494"/>
                    <a:pt x="250" y="494"/>
                  </a:cubicBezTo>
                  <a:cubicBezTo>
                    <a:pt x="387" y="494"/>
                    <a:pt x="501" y="387"/>
                    <a:pt x="501" y="244"/>
                  </a:cubicBezTo>
                  <a:cubicBezTo>
                    <a:pt x="501" y="107"/>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0" name="Google Shape;9290;p14"/>
            <p:cNvSpPr/>
            <p:nvPr/>
          </p:nvSpPr>
          <p:spPr>
            <a:xfrm>
              <a:off x="1594750" y="2851025"/>
              <a:ext cx="12575" cy="12350"/>
            </a:xfrm>
            <a:custGeom>
              <a:avLst/>
              <a:gdLst/>
              <a:ahLst/>
              <a:cxnLst/>
              <a:rect l="l" t="t" r="r" b="b"/>
              <a:pathLst>
                <a:path w="503" h="494" extrusionOk="0">
                  <a:moveTo>
                    <a:pt x="251" y="0"/>
                  </a:moveTo>
                  <a:cubicBezTo>
                    <a:pt x="115" y="0"/>
                    <a:pt x="0" y="107"/>
                    <a:pt x="0" y="244"/>
                  </a:cubicBezTo>
                  <a:cubicBezTo>
                    <a:pt x="0" y="387"/>
                    <a:pt x="115" y="494"/>
                    <a:pt x="251" y="494"/>
                  </a:cubicBezTo>
                  <a:cubicBezTo>
                    <a:pt x="394" y="494"/>
                    <a:pt x="503" y="387"/>
                    <a:pt x="503" y="244"/>
                  </a:cubicBezTo>
                  <a:cubicBezTo>
                    <a:pt x="503" y="107"/>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1" name="Google Shape;9291;p14"/>
            <p:cNvSpPr/>
            <p:nvPr/>
          </p:nvSpPr>
          <p:spPr>
            <a:xfrm>
              <a:off x="1686650" y="2851025"/>
              <a:ext cx="12600" cy="12350"/>
            </a:xfrm>
            <a:custGeom>
              <a:avLst/>
              <a:gdLst/>
              <a:ahLst/>
              <a:cxnLst/>
              <a:rect l="l" t="t" r="r" b="b"/>
              <a:pathLst>
                <a:path w="504" h="494" extrusionOk="0">
                  <a:moveTo>
                    <a:pt x="252" y="0"/>
                  </a:moveTo>
                  <a:cubicBezTo>
                    <a:pt x="116" y="0"/>
                    <a:pt x="1" y="107"/>
                    <a:pt x="1" y="244"/>
                  </a:cubicBezTo>
                  <a:cubicBezTo>
                    <a:pt x="1" y="387"/>
                    <a:pt x="116" y="494"/>
                    <a:pt x="252" y="494"/>
                  </a:cubicBezTo>
                  <a:cubicBezTo>
                    <a:pt x="388" y="494"/>
                    <a:pt x="503" y="387"/>
                    <a:pt x="503" y="244"/>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2" name="Google Shape;9292;p14"/>
            <p:cNvSpPr/>
            <p:nvPr/>
          </p:nvSpPr>
          <p:spPr>
            <a:xfrm>
              <a:off x="1778450" y="2851025"/>
              <a:ext cx="12550" cy="12350"/>
            </a:xfrm>
            <a:custGeom>
              <a:avLst/>
              <a:gdLst/>
              <a:ahLst/>
              <a:cxnLst/>
              <a:rect l="l" t="t" r="r" b="b"/>
              <a:pathLst>
                <a:path w="502" h="494" extrusionOk="0">
                  <a:moveTo>
                    <a:pt x="252" y="0"/>
                  </a:moveTo>
                  <a:cubicBezTo>
                    <a:pt x="114" y="0"/>
                    <a:pt x="1" y="107"/>
                    <a:pt x="1" y="244"/>
                  </a:cubicBezTo>
                  <a:cubicBezTo>
                    <a:pt x="1" y="387"/>
                    <a:pt x="114" y="494"/>
                    <a:pt x="252" y="494"/>
                  </a:cubicBezTo>
                  <a:cubicBezTo>
                    <a:pt x="388" y="494"/>
                    <a:pt x="501" y="387"/>
                    <a:pt x="501" y="244"/>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3" name="Google Shape;9293;p14"/>
            <p:cNvSpPr/>
            <p:nvPr/>
          </p:nvSpPr>
          <p:spPr>
            <a:xfrm>
              <a:off x="1870375" y="2851025"/>
              <a:ext cx="12400" cy="12350"/>
            </a:xfrm>
            <a:custGeom>
              <a:avLst/>
              <a:gdLst/>
              <a:ahLst/>
              <a:cxnLst/>
              <a:rect l="l" t="t" r="r" b="b"/>
              <a:pathLst>
                <a:path w="496" h="494" extrusionOk="0">
                  <a:moveTo>
                    <a:pt x="252" y="0"/>
                  </a:moveTo>
                  <a:cubicBezTo>
                    <a:pt x="109" y="0"/>
                    <a:pt x="0" y="107"/>
                    <a:pt x="0" y="244"/>
                  </a:cubicBezTo>
                  <a:cubicBezTo>
                    <a:pt x="0" y="387"/>
                    <a:pt x="109" y="494"/>
                    <a:pt x="252" y="494"/>
                  </a:cubicBezTo>
                  <a:cubicBezTo>
                    <a:pt x="387" y="494"/>
                    <a:pt x="496" y="387"/>
                    <a:pt x="496" y="244"/>
                  </a:cubicBezTo>
                  <a:cubicBezTo>
                    <a:pt x="496"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4" name="Google Shape;9294;p14"/>
            <p:cNvSpPr/>
            <p:nvPr/>
          </p:nvSpPr>
          <p:spPr>
            <a:xfrm>
              <a:off x="1962150" y="2851025"/>
              <a:ext cx="12550" cy="12350"/>
            </a:xfrm>
            <a:custGeom>
              <a:avLst/>
              <a:gdLst/>
              <a:ahLst/>
              <a:cxnLst/>
              <a:rect l="l" t="t" r="r" b="b"/>
              <a:pathLst>
                <a:path w="502" h="494" extrusionOk="0">
                  <a:moveTo>
                    <a:pt x="250" y="0"/>
                  </a:moveTo>
                  <a:cubicBezTo>
                    <a:pt x="114" y="0"/>
                    <a:pt x="1" y="107"/>
                    <a:pt x="1" y="244"/>
                  </a:cubicBezTo>
                  <a:cubicBezTo>
                    <a:pt x="1" y="387"/>
                    <a:pt x="114" y="494"/>
                    <a:pt x="250" y="494"/>
                  </a:cubicBezTo>
                  <a:cubicBezTo>
                    <a:pt x="388" y="494"/>
                    <a:pt x="502" y="387"/>
                    <a:pt x="502" y="244"/>
                  </a:cubicBezTo>
                  <a:cubicBezTo>
                    <a:pt x="502"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14"/>
            <p:cNvSpPr/>
            <p:nvPr/>
          </p:nvSpPr>
          <p:spPr>
            <a:xfrm>
              <a:off x="2054075" y="2851025"/>
              <a:ext cx="12425" cy="12350"/>
            </a:xfrm>
            <a:custGeom>
              <a:avLst/>
              <a:gdLst/>
              <a:ahLst/>
              <a:cxnLst/>
              <a:rect l="l" t="t" r="r" b="b"/>
              <a:pathLst>
                <a:path w="497" h="494" extrusionOk="0">
                  <a:moveTo>
                    <a:pt x="252" y="0"/>
                  </a:moveTo>
                  <a:cubicBezTo>
                    <a:pt x="109" y="0"/>
                    <a:pt x="1" y="107"/>
                    <a:pt x="1" y="244"/>
                  </a:cubicBezTo>
                  <a:cubicBezTo>
                    <a:pt x="1" y="387"/>
                    <a:pt x="109" y="494"/>
                    <a:pt x="252" y="494"/>
                  </a:cubicBezTo>
                  <a:cubicBezTo>
                    <a:pt x="388" y="494"/>
                    <a:pt x="496" y="387"/>
                    <a:pt x="496" y="244"/>
                  </a:cubicBezTo>
                  <a:cubicBezTo>
                    <a:pt x="496"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6" name="Google Shape;9296;p14"/>
            <p:cNvSpPr/>
            <p:nvPr/>
          </p:nvSpPr>
          <p:spPr>
            <a:xfrm>
              <a:off x="2145825" y="2851025"/>
              <a:ext cx="12600" cy="12350"/>
            </a:xfrm>
            <a:custGeom>
              <a:avLst/>
              <a:gdLst/>
              <a:ahLst/>
              <a:cxnLst/>
              <a:rect l="l" t="t" r="r" b="b"/>
              <a:pathLst>
                <a:path w="504" h="494" extrusionOk="0">
                  <a:moveTo>
                    <a:pt x="252" y="0"/>
                  </a:moveTo>
                  <a:cubicBezTo>
                    <a:pt x="116" y="0"/>
                    <a:pt x="1" y="107"/>
                    <a:pt x="1" y="244"/>
                  </a:cubicBezTo>
                  <a:cubicBezTo>
                    <a:pt x="1" y="387"/>
                    <a:pt x="116" y="494"/>
                    <a:pt x="252" y="494"/>
                  </a:cubicBezTo>
                  <a:cubicBezTo>
                    <a:pt x="388" y="494"/>
                    <a:pt x="503" y="387"/>
                    <a:pt x="503" y="244"/>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7" name="Google Shape;9297;p14"/>
            <p:cNvSpPr/>
            <p:nvPr/>
          </p:nvSpPr>
          <p:spPr>
            <a:xfrm>
              <a:off x="2237800" y="2851025"/>
              <a:ext cx="12350" cy="12350"/>
            </a:xfrm>
            <a:custGeom>
              <a:avLst/>
              <a:gdLst/>
              <a:ahLst/>
              <a:cxnLst/>
              <a:rect l="l" t="t" r="r" b="b"/>
              <a:pathLst>
                <a:path w="494" h="494" extrusionOk="0">
                  <a:moveTo>
                    <a:pt x="244" y="0"/>
                  </a:moveTo>
                  <a:cubicBezTo>
                    <a:pt x="107" y="0"/>
                    <a:pt x="0" y="107"/>
                    <a:pt x="0" y="244"/>
                  </a:cubicBezTo>
                  <a:cubicBezTo>
                    <a:pt x="0" y="387"/>
                    <a:pt x="107" y="494"/>
                    <a:pt x="244" y="494"/>
                  </a:cubicBezTo>
                  <a:cubicBezTo>
                    <a:pt x="387" y="494"/>
                    <a:pt x="494" y="387"/>
                    <a:pt x="494" y="244"/>
                  </a:cubicBezTo>
                  <a:cubicBezTo>
                    <a:pt x="494" y="107"/>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8" name="Google Shape;9298;p14"/>
            <p:cNvSpPr/>
            <p:nvPr/>
          </p:nvSpPr>
          <p:spPr>
            <a:xfrm>
              <a:off x="2329550" y="2851025"/>
              <a:ext cx="12575" cy="12350"/>
            </a:xfrm>
            <a:custGeom>
              <a:avLst/>
              <a:gdLst/>
              <a:ahLst/>
              <a:cxnLst/>
              <a:rect l="l" t="t" r="r" b="b"/>
              <a:pathLst>
                <a:path w="503" h="494" extrusionOk="0">
                  <a:moveTo>
                    <a:pt x="251" y="0"/>
                  </a:moveTo>
                  <a:cubicBezTo>
                    <a:pt x="115" y="0"/>
                    <a:pt x="0" y="107"/>
                    <a:pt x="0" y="244"/>
                  </a:cubicBezTo>
                  <a:cubicBezTo>
                    <a:pt x="0" y="387"/>
                    <a:pt x="115" y="494"/>
                    <a:pt x="251" y="494"/>
                  </a:cubicBezTo>
                  <a:cubicBezTo>
                    <a:pt x="387" y="494"/>
                    <a:pt x="502" y="387"/>
                    <a:pt x="502" y="244"/>
                  </a:cubicBezTo>
                  <a:cubicBezTo>
                    <a:pt x="502"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9" name="Google Shape;9299;p14"/>
            <p:cNvSpPr/>
            <p:nvPr/>
          </p:nvSpPr>
          <p:spPr>
            <a:xfrm>
              <a:off x="2421325" y="2851025"/>
              <a:ext cx="12550" cy="12350"/>
            </a:xfrm>
            <a:custGeom>
              <a:avLst/>
              <a:gdLst/>
              <a:ahLst/>
              <a:cxnLst/>
              <a:rect l="l" t="t" r="r" b="b"/>
              <a:pathLst>
                <a:path w="502" h="494" extrusionOk="0">
                  <a:moveTo>
                    <a:pt x="250" y="0"/>
                  </a:moveTo>
                  <a:cubicBezTo>
                    <a:pt x="114" y="0"/>
                    <a:pt x="1" y="107"/>
                    <a:pt x="1" y="244"/>
                  </a:cubicBezTo>
                  <a:cubicBezTo>
                    <a:pt x="1" y="387"/>
                    <a:pt x="114" y="494"/>
                    <a:pt x="250" y="494"/>
                  </a:cubicBezTo>
                  <a:cubicBezTo>
                    <a:pt x="395" y="494"/>
                    <a:pt x="501" y="387"/>
                    <a:pt x="501" y="244"/>
                  </a:cubicBezTo>
                  <a:cubicBezTo>
                    <a:pt x="501" y="107"/>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0" name="Google Shape;9300;p14"/>
            <p:cNvSpPr/>
            <p:nvPr/>
          </p:nvSpPr>
          <p:spPr>
            <a:xfrm>
              <a:off x="2513250" y="2851025"/>
              <a:ext cx="12575" cy="12350"/>
            </a:xfrm>
            <a:custGeom>
              <a:avLst/>
              <a:gdLst/>
              <a:ahLst/>
              <a:cxnLst/>
              <a:rect l="l" t="t" r="r" b="b"/>
              <a:pathLst>
                <a:path w="503" h="494" extrusionOk="0">
                  <a:moveTo>
                    <a:pt x="252" y="0"/>
                  </a:moveTo>
                  <a:cubicBezTo>
                    <a:pt x="109" y="0"/>
                    <a:pt x="0" y="107"/>
                    <a:pt x="0" y="244"/>
                  </a:cubicBezTo>
                  <a:cubicBezTo>
                    <a:pt x="0" y="387"/>
                    <a:pt x="109" y="494"/>
                    <a:pt x="252" y="494"/>
                  </a:cubicBezTo>
                  <a:cubicBezTo>
                    <a:pt x="388" y="494"/>
                    <a:pt x="503" y="387"/>
                    <a:pt x="503" y="244"/>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1" name="Google Shape;9301;p14"/>
            <p:cNvSpPr/>
            <p:nvPr/>
          </p:nvSpPr>
          <p:spPr>
            <a:xfrm>
              <a:off x="2605000" y="2851025"/>
              <a:ext cx="12575" cy="12350"/>
            </a:xfrm>
            <a:custGeom>
              <a:avLst/>
              <a:gdLst/>
              <a:ahLst/>
              <a:cxnLst/>
              <a:rect l="l" t="t" r="r" b="b"/>
              <a:pathLst>
                <a:path w="503" h="494" extrusionOk="0">
                  <a:moveTo>
                    <a:pt x="252" y="0"/>
                  </a:moveTo>
                  <a:cubicBezTo>
                    <a:pt x="116" y="0"/>
                    <a:pt x="0" y="107"/>
                    <a:pt x="0" y="244"/>
                  </a:cubicBezTo>
                  <a:cubicBezTo>
                    <a:pt x="0" y="387"/>
                    <a:pt x="116" y="494"/>
                    <a:pt x="252" y="494"/>
                  </a:cubicBezTo>
                  <a:cubicBezTo>
                    <a:pt x="387" y="494"/>
                    <a:pt x="503" y="387"/>
                    <a:pt x="503" y="244"/>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2" name="Google Shape;9302;p14"/>
            <p:cNvSpPr/>
            <p:nvPr/>
          </p:nvSpPr>
          <p:spPr>
            <a:xfrm>
              <a:off x="2696950" y="2851025"/>
              <a:ext cx="12375" cy="12350"/>
            </a:xfrm>
            <a:custGeom>
              <a:avLst/>
              <a:gdLst/>
              <a:ahLst/>
              <a:cxnLst/>
              <a:rect l="l" t="t" r="r" b="b"/>
              <a:pathLst>
                <a:path w="495" h="494" extrusionOk="0">
                  <a:moveTo>
                    <a:pt x="252" y="0"/>
                  </a:moveTo>
                  <a:cubicBezTo>
                    <a:pt x="108" y="0"/>
                    <a:pt x="1" y="107"/>
                    <a:pt x="1" y="244"/>
                  </a:cubicBezTo>
                  <a:cubicBezTo>
                    <a:pt x="1" y="387"/>
                    <a:pt x="108" y="494"/>
                    <a:pt x="252" y="494"/>
                  </a:cubicBezTo>
                  <a:cubicBezTo>
                    <a:pt x="388" y="494"/>
                    <a:pt x="495" y="387"/>
                    <a:pt x="495" y="244"/>
                  </a:cubicBezTo>
                  <a:cubicBezTo>
                    <a:pt x="495"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14"/>
            <p:cNvSpPr/>
            <p:nvPr/>
          </p:nvSpPr>
          <p:spPr>
            <a:xfrm>
              <a:off x="2788700" y="2851025"/>
              <a:ext cx="12600" cy="12350"/>
            </a:xfrm>
            <a:custGeom>
              <a:avLst/>
              <a:gdLst/>
              <a:ahLst/>
              <a:cxnLst/>
              <a:rect l="l" t="t" r="r" b="b"/>
              <a:pathLst>
                <a:path w="504" h="494" extrusionOk="0">
                  <a:moveTo>
                    <a:pt x="252" y="0"/>
                  </a:moveTo>
                  <a:cubicBezTo>
                    <a:pt x="116" y="0"/>
                    <a:pt x="1" y="107"/>
                    <a:pt x="1" y="244"/>
                  </a:cubicBezTo>
                  <a:cubicBezTo>
                    <a:pt x="1" y="387"/>
                    <a:pt x="116" y="494"/>
                    <a:pt x="252" y="494"/>
                  </a:cubicBezTo>
                  <a:cubicBezTo>
                    <a:pt x="388" y="494"/>
                    <a:pt x="503" y="387"/>
                    <a:pt x="503" y="244"/>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14"/>
            <p:cNvSpPr/>
            <p:nvPr/>
          </p:nvSpPr>
          <p:spPr>
            <a:xfrm>
              <a:off x="2880675" y="2851025"/>
              <a:ext cx="12375" cy="12350"/>
            </a:xfrm>
            <a:custGeom>
              <a:avLst/>
              <a:gdLst/>
              <a:ahLst/>
              <a:cxnLst/>
              <a:rect l="l" t="t" r="r" b="b"/>
              <a:pathLst>
                <a:path w="495" h="494" extrusionOk="0">
                  <a:moveTo>
                    <a:pt x="243" y="0"/>
                  </a:moveTo>
                  <a:cubicBezTo>
                    <a:pt x="107" y="0"/>
                    <a:pt x="0" y="107"/>
                    <a:pt x="0" y="244"/>
                  </a:cubicBezTo>
                  <a:cubicBezTo>
                    <a:pt x="0" y="387"/>
                    <a:pt x="107" y="494"/>
                    <a:pt x="243" y="494"/>
                  </a:cubicBezTo>
                  <a:cubicBezTo>
                    <a:pt x="387" y="494"/>
                    <a:pt x="494" y="387"/>
                    <a:pt x="494" y="244"/>
                  </a:cubicBezTo>
                  <a:cubicBezTo>
                    <a:pt x="494" y="107"/>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5" name="Google Shape;9305;p14"/>
            <p:cNvSpPr/>
            <p:nvPr/>
          </p:nvSpPr>
          <p:spPr>
            <a:xfrm>
              <a:off x="2972425" y="2851025"/>
              <a:ext cx="12575" cy="12350"/>
            </a:xfrm>
            <a:custGeom>
              <a:avLst/>
              <a:gdLst/>
              <a:ahLst/>
              <a:cxnLst/>
              <a:rect l="l" t="t" r="r" b="b"/>
              <a:pathLst>
                <a:path w="503" h="494" extrusionOk="0">
                  <a:moveTo>
                    <a:pt x="251" y="0"/>
                  </a:moveTo>
                  <a:cubicBezTo>
                    <a:pt x="115" y="0"/>
                    <a:pt x="0" y="107"/>
                    <a:pt x="0" y="244"/>
                  </a:cubicBezTo>
                  <a:cubicBezTo>
                    <a:pt x="0" y="387"/>
                    <a:pt x="115" y="494"/>
                    <a:pt x="251" y="494"/>
                  </a:cubicBezTo>
                  <a:cubicBezTo>
                    <a:pt x="387" y="494"/>
                    <a:pt x="503" y="387"/>
                    <a:pt x="503" y="244"/>
                  </a:cubicBezTo>
                  <a:cubicBezTo>
                    <a:pt x="503"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6" name="Google Shape;9306;p14"/>
            <p:cNvSpPr/>
            <p:nvPr/>
          </p:nvSpPr>
          <p:spPr>
            <a:xfrm>
              <a:off x="3064375" y="2851025"/>
              <a:ext cx="12375" cy="12350"/>
            </a:xfrm>
            <a:custGeom>
              <a:avLst/>
              <a:gdLst/>
              <a:ahLst/>
              <a:cxnLst/>
              <a:rect l="l" t="t" r="r" b="b"/>
              <a:pathLst>
                <a:path w="495" h="494" extrusionOk="0">
                  <a:moveTo>
                    <a:pt x="243" y="0"/>
                  </a:moveTo>
                  <a:cubicBezTo>
                    <a:pt x="107" y="0"/>
                    <a:pt x="1" y="107"/>
                    <a:pt x="1" y="244"/>
                  </a:cubicBezTo>
                  <a:cubicBezTo>
                    <a:pt x="1" y="387"/>
                    <a:pt x="107" y="494"/>
                    <a:pt x="243" y="494"/>
                  </a:cubicBezTo>
                  <a:cubicBezTo>
                    <a:pt x="388" y="494"/>
                    <a:pt x="495" y="387"/>
                    <a:pt x="495" y="244"/>
                  </a:cubicBezTo>
                  <a:cubicBezTo>
                    <a:pt x="495" y="107"/>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7" name="Google Shape;9307;p14"/>
            <p:cNvSpPr/>
            <p:nvPr/>
          </p:nvSpPr>
          <p:spPr>
            <a:xfrm>
              <a:off x="3156125" y="2851025"/>
              <a:ext cx="12600" cy="12350"/>
            </a:xfrm>
            <a:custGeom>
              <a:avLst/>
              <a:gdLst/>
              <a:ahLst/>
              <a:cxnLst/>
              <a:rect l="l" t="t" r="r" b="b"/>
              <a:pathLst>
                <a:path w="504" h="494" extrusionOk="0">
                  <a:moveTo>
                    <a:pt x="252" y="0"/>
                  </a:moveTo>
                  <a:cubicBezTo>
                    <a:pt x="116" y="0"/>
                    <a:pt x="1" y="107"/>
                    <a:pt x="1" y="244"/>
                  </a:cubicBezTo>
                  <a:cubicBezTo>
                    <a:pt x="1" y="387"/>
                    <a:pt x="116" y="494"/>
                    <a:pt x="252" y="494"/>
                  </a:cubicBezTo>
                  <a:cubicBezTo>
                    <a:pt x="388" y="494"/>
                    <a:pt x="503" y="387"/>
                    <a:pt x="503" y="244"/>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8" name="Google Shape;9308;p14"/>
            <p:cNvSpPr/>
            <p:nvPr/>
          </p:nvSpPr>
          <p:spPr>
            <a:xfrm>
              <a:off x="3247875" y="2851025"/>
              <a:ext cx="12575" cy="12350"/>
            </a:xfrm>
            <a:custGeom>
              <a:avLst/>
              <a:gdLst/>
              <a:ahLst/>
              <a:cxnLst/>
              <a:rect l="l" t="t" r="r" b="b"/>
              <a:pathLst>
                <a:path w="503" h="494" extrusionOk="0">
                  <a:moveTo>
                    <a:pt x="252" y="0"/>
                  </a:moveTo>
                  <a:cubicBezTo>
                    <a:pt x="116" y="0"/>
                    <a:pt x="1" y="107"/>
                    <a:pt x="1" y="244"/>
                  </a:cubicBezTo>
                  <a:cubicBezTo>
                    <a:pt x="1" y="387"/>
                    <a:pt x="116" y="494"/>
                    <a:pt x="252" y="494"/>
                  </a:cubicBezTo>
                  <a:cubicBezTo>
                    <a:pt x="388" y="494"/>
                    <a:pt x="503" y="387"/>
                    <a:pt x="503" y="244"/>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9" name="Google Shape;9309;p14"/>
            <p:cNvSpPr/>
            <p:nvPr/>
          </p:nvSpPr>
          <p:spPr>
            <a:xfrm>
              <a:off x="3339850" y="2851025"/>
              <a:ext cx="12525" cy="12350"/>
            </a:xfrm>
            <a:custGeom>
              <a:avLst/>
              <a:gdLst/>
              <a:ahLst/>
              <a:cxnLst/>
              <a:rect l="l" t="t" r="r" b="b"/>
              <a:pathLst>
                <a:path w="501" h="494" extrusionOk="0">
                  <a:moveTo>
                    <a:pt x="251" y="0"/>
                  </a:moveTo>
                  <a:cubicBezTo>
                    <a:pt x="107" y="0"/>
                    <a:pt x="0" y="107"/>
                    <a:pt x="0" y="244"/>
                  </a:cubicBezTo>
                  <a:cubicBezTo>
                    <a:pt x="0" y="387"/>
                    <a:pt x="107" y="494"/>
                    <a:pt x="251" y="494"/>
                  </a:cubicBezTo>
                  <a:cubicBezTo>
                    <a:pt x="387" y="494"/>
                    <a:pt x="501" y="387"/>
                    <a:pt x="501" y="244"/>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0" name="Google Shape;9310;p14"/>
            <p:cNvSpPr/>
            <p:nvPr/>
          </p:nvSpPr>
          <p:spPr>
            <a:xfrm>
              <a:off x="3431575" y="2851025"/>
              <a:ext cx="12600" cy="12350"/>
            </a:xfrm>
            <a:custGeom>
              <a:avLst/>
              <a:gdLst/>
              <a:ahLst/>
              <a:cxnLst/>
              <a:rect l="l" t="t" r="r" b="b"/>
              <a:pathLst>
                <a:path w="504" h="494" extrusionOk="0">
                  <a:moveTo>
                    <a:pt x="252" y="0"/>
                  </a:moveTo>
                  <a:cubicBezTo>
                    <a:pt x="116" y="0"/>
                    <a:pt x="1" y="107"/>
                    <a:pt x="1" y="244"/>
                  </a:cubicBezTo>
                  <a:cubicBezTo>
                    <a:pt x="1" y="387"/>
                    <a:pt x="116" y="494"/>
                    <a:pt x="252" y="494"/>
                  </a:cubicBezTo>
                  <a:cubicBezTo>
                    <a:pt x="388" y="494"/>
                    <a:pt x="503" y="387"/>
                    <a:pt x="503" y="244"/>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1" name="Google Shape;9311;p14"/>
            <p:cNvSpPr/>
            <p:nvPr/>
          </p:nvSpPr>
          <p:spPr>
            <a:xfrm>
              <a:off x="3523550" y="2851025"/>
              <a:ext cx="12375" cy="12350"/>
            </a:xfrm>
            <a:custGeom>
              <a:avLst/>
              <a:gdLst/>
              <a:ahLst/>
              <a:cxnLst/>
              <a:rect l="l" t="t" r="r" b="b"/>
              <a:pathLst>
                <a:path w="495" h="494" extrusionOk="0">
                  <a:moveTo>
                    <a:pt x="250" y="0"/>
                  </a:moveTo>
                  <a:cubicBezTo>
                    <a:pt x="107" y="0"/>
                    <a:pt x="0" y="107"/>
                    <a:pt x="0" y="244"/>
                  </a:cubicBezTo>
                  <a:cubicBezTo>
                    <a:pt x="0" y="387"/>
                    <a:pt x="107" y="494"/>
                    <a:pt x="250" y="494"/>
                  </a:cubicBezTo>
                  <a:cubicBezTo>
                    <a:pt x="388" y="494"/>
                    <a:pt x="494" y="387"/>
                    <a:pt x="494" y="244"/>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14"/>
            <p:cNvSpPr/>
            <p:nvPr/>
          </p:nvSpPr>
          <p:spPr>
            <a:xfrm>
              <a:off x="676400" y="29427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14"/>
            <p:cNvSpPr/>
            <p:nvPr/>
          </p:nvSpPr>
          <p:spPr>
            <a:xfrm>
              <a:off x="768325" y="2942750"/>
              <a:ext cx="12400" cy="12600"/>
            </a:xfrm>
            <a:custGeom>
              <a:avLst/>
              <a:gdLst/>
              <a:ahLst/>
              <a:cxnLst/>
              <a:rect l="l" t="t" r="r" b="b"/>
              <a:pathLst>
                <a:path w="496" h="504"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4" name="Google Shape;9314;p14"/>
            <p:cNvSpPr/>
            <p:nvPr/>
          </p:nvSpPr>
          <p:spPr>
            <a:xfrm>
              <a:off x="860125" y="2942750"/>
              <a:ext cx="12525" cy="12600"/>
            </a:xfrm>
            <a:custGeom>
              <a:avLst/>
              <a:gdLst/>
              <a:ahLst/>
              <a:cxnLst/>
              <a:rect l="l" t="t" r="r" b="b"/>
              <a:pathLst>
                <a:path w="501" h="504"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5" name="Google Shape;9315;p14"/>
            <p:cNvSpPr/>
            <p:nvPr/>
          </p:nvSpPr>
          <p:spPr>
            <a:xfrm>
              <a:off x="951850" y="29427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6" name="Google Shape;9316;p14"/>
            <p:cNvSpPr/>
            <p:nvPr/>
          </p:nvSpPr>
          <p:spPr>
            <a:xfrm>
              <a:off x="1043825" y="294275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7" name="Google Shape;9317;p14"/>
            <p:cNvSpPr/>
            <p:nvPr/>
          </p:nvSpPr>
          <p:spPr>
            <a:xfrm>
              <a:off x="1135575" y="294275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8" name="Google Shape;9318;p14"/>
            <p:cNvSpPr/>
            <p:nvPr/>
          </p:nvSpPr>
          <p:spPr>
            <a:xfrm>
              <a:off x="1227500" y="2942750"/>
              <a:ext cx="12400" cy="12600"/>
            </a:xfrm>
            <a:custGeom>
              <a:avLst/>
              <a:gdLst/>
              <a:ahLst/>
              <a:cxnLst/>
              <a:rect l="l" t="t" r="r" b="b"/>
              <a:pathLst>
                <a:path w="496" h="504"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9" name="Google Shape;9319;p14"/>
            <p:cNvSpPr/>
            <p:nvPr/>
          </p:nvSpPr>
          <p:spPr>
            <a:xfrm>
              <a:off x="1319275" y="294275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0" name="Google Shape;9320;p14"/>
            <p:cNvSpPr/>
            <p:nvPr/>
          </p:nvSpPr>
          <p:spPr>
            <a:xfrm>
              <a:off x="1411200" y="2942750"/>
              <a:ext cx="12425" cy="12600"/>
            </a:xfrm>
            <a:custGeom>
              <a:avLst/>
              <a:gdLst/>
              <a:ahLst/>
              <a:cxnLst/>
              <a:rect l="l" t="t" r="r" b="b"/>
              <a:pathLst>
                <a:path w="497" h="504"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1" name="Google Shape;9321;p14"/>
            <p:cNvSpPr/>
            <p:nvPr/>
          </p:nvSpPr>
          <p:spPr>
            <a:xfrm>
              <a:off x="1503000" y="2942750"/>
              <a:ext cx="12525" cy="12600"/>
            </a:xfrm>
            <a:custGeom>
              <a:avLst/>
              <a:gdLst/>
              <a:ahLst/>
              <a:cxnLst/>
              <a:rect l="l" t="t" r="r" b="b"/>
              <a:pathLst>
                <a:path w="501" h="504"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2" name="Google Shape;9322;p14"/>
            <p:cNvSpPr/>
            <p:nvPr/>
          </p:nvSpPr>
          <p:spPr>
            <a:xfrm>
              <a:off x="1594750" y="294275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3" name="Google Shape;9323;p14"/>
            <p:cNvSpPr/>
            <p:nvPr/>
          </p:nvSpPr>
          <p:spPr>
            <a:xfrm>
              <a:off x="1686650" y="29427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4" name="Google Shape;9324;p14"/>
            <p:cNvSpPr/>
            <p:nvPr/>
          </p:nvSpPr>
          <p:spPr>
            <a:xfrm>
              <a:off x="1778450" y="294275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5" name="Google Shape;9325;p14"/>
            <p:cNvSpPr/>
            <p:nvPr/>
          </p:nvSpPr>
          <p:spPr>
            <a:xfrm>
              <a:off x="1870375" y="2942750"/>
              <a:ext cx="12400" cy="12600"/>
            </a:xfrm>
            <a:custGeom>
              <a:avLst/>
              <a:gdLst/>
              <a:ahLst/>
              <a:cxnLst/>
              <a:rect l="l" t="t" r="r" b="b"/>
              <a:pathLst>
                <a:path w="496" h="504"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6" name="Google Shape;9326;p14"/>
            <p:cNvSpPr/>
            <p:nvPr/>
          </p:nvSpPr>
          <p:spPr>
            <a:xfrm>
              <a:off x="1962150" y="294275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7" name="Google Shape;9327;p14"/>
            <p:cNvSpPr/>
            <p:nvPr/>
          </p:nvSpPr>
          <p:spPr>
            <a:xfrm>
              <a:off x="2054075" y="2942750"/>
              <a:ext cx="12425" cy="12600"/>
            </a:xfrm>
            <a:custGeom>
              <a:avLst/>
              <a:gdLst/>
              <a:ahLst/>
              <a:cxnLst/>
              <a:rect l="l" t="t" r="r" b="b"/>
              <a:pathLst>
                <a:path w="497" h="504"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8" name="Google Shape;9328;p14"/>
            <p:cNvSpPr/>
            <p:nvPr/>
          </p:nvSpPr>
          <p:spPr>
            <a:xfrm>
              <a:off x="2145825" y="29427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9" name="Google Shape;9329;p14"/>
            <p:cNvSpPr/>
            <p:nvPr/>
          </p:nvSpPr>
          <p:spPr>
            <a:xfrm>
              <a:off x="2237800" y="2942750"/>
              <a:ext cx="12350" cy="12600"/>
            </a:xfrm>
            <a:custGeom>
              <a:avLst/>
              <a:gdLst/>
              <a:ahLst/>
              <a:cxnLst/>
              <a:rect l="l" t="t" r="r" b="b"/>
              <a:pathLst>
                <a:path w="494" h="504"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0" name="Google Shape;9330;p14"/>
            <p:cNvSpPr/>
            <p:nvPr/>
          </p:nvSpPr>
          <p:spPr>
            <a:xfrm>
              <a:off x="2329550" y="294275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1" name="Google Shape;9331;p14"/>
            <p:cNvSpPr/>
            <p:nvPr/>
          </p:nvSpPr>
          <p:spPr>
            <a:xfrm>
              <a:off x="2421325" y="294275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2" name="Google Shape;9332;p14"/>
            <p:cNvSpPr/>
            <p:nvPr/>
          </p:nvSpPr>
          <p:spPr>
            <a:xfrm>
              <a:off x="2513250" y="2942750"/>
              <a:ext cx="12575" cy="12600"/>
            </a:xfrm>
            <a:custGeom>
              <a:avLst/>
              <a:gdLst/>
              <a:ahLst/>
              <a:cxnLst/>
              <a:rect l="l" t="t" r="r" b="b"/>
              <a:pathLst>
                <a:path w="503" h="504"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3" name="Google Shape;9333;p14"/>
            <p:cNvSpPr/>
            <p:nvPr/>
          </p:nvSpPr>
          <p:spPr>
            <a:xfrm>
              <a:off x="2605000" y="294275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4" name="Google Shape;9334;p14"/>
            <p:cNvSpPr/>
            <p:nvPr/>
          </p:nvSpPr>
          <p:spPr>
            <a:xfrm>
              <a:off x="2696950" y="2942750"/>
              <a:ext cx="12375" cy="12600"/>
            </a:xfrm>
            <a:custGeom>
              <a:avLst/>
              <a:gdLst/>
              <a:ahLst/>
              <a:cxnLst/>
              <a:rect l="l" t="t" r="r" b="b"/>
              <a:pathLst>
                <a:path w="495" h="504"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5" name="Google Shape;9335;p14"/>
            <p:cNvSpPr/>
            <p:nvPr/>
          </p:nvSpPr>
          <p:spPr>
            <a:xfrm>
              <a:off x="2788700" y="29427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6" name="Google Shape;9336;p14"/>
            <p:cNvSpPr/>
            <p:nvPr/>
          </p:nvSpPr>
          <p:spPr>
            <a:xfrm>
              <a:off x="2880675" y="2942750"/>
              <a:ext cx="12375" cy="12600"/>
            </a:xfrm>
            <a:custGeom>
              <a:avLst/>
              <a:gdLst/>
              <a:ahLst/>
              <a:cxnLst/>
              <a:rect l="l" t="t" r="r" b="b"/>
              <a:pathLst>
                <a:path w="495" h="504"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7" name="Google Shape;9337;p14"/>
            <p:cNvSpPr/>
            <p:nvPr/>
          </p:nvSpPr>
          <p:spPr>
            <a:xfrm>
              <a:off x="2972425" y="294275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8" name="Google Shape;9338;p14"/>
            <p:cNvSpPr/>
            <p:nvPr/>
          </p:nvSpPr>
          <p:spPr>
            <a:xfrm>
              <a:off x="3064375" y="2942750"/>
              <a:ext cx="12375" cy="12600"/>
            </a:xfrm>
            <a:custGeom>
              <a:avLst/>
              <a:gdLst/>
              <a:ahLst/>
              <a:cxnLst/>
              <a:rect l="l" t="t" r="r" b="b"/>
              <a:pathLst>
                <a:path w="495" h="504"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9" name="Google Shape;9339;p14"/>
            <p:cNvSpPr/>
            <p:nvPr/>
          </p:nvSpPr>
          <p:spPr>
            <a:xfrm>
              <a:off x="3156125" y="29427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0" name="Google Shape;9340;p14"/>
            <p:cNvSpPr/>
            <p:nvPr/>
          </p:nvSpPr>
          <p:spPr>
            <a:xfrm>
              <a:off x="3247875" y="2942750"/>
              <a:ext cx="12575" cy="12600"/>
            </a:xfrm>
            <a:custGeom>
              <a:avLst/>
              <a:gdLst/>
              <a:ahLst/>
              <a:cxnLst/>
              <a:rect l="l" t="t" r="r" b="b"/>
              <a:pathLst>
                <a:path w="503"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1" name="Google Shape;9341;p14"/>
            <p:cNvSpPr/>
            <p:nvPr/>
          </p:nvSpPr>
          <p:spPr>
            <a:xfrm>
              <a:off x="3339850" y="2942750"/>
              <a:ext cx="12525" cy="12600"/>
            </a:xfrm>
            <a:custGeom>
              <a:avLst/>
              <a:gdLst/>
              <a:ahLst/>
              <a:cxnLst/>
              <a:rect l="l" t="t" r="r" b="b"/>
              <a:pathLst>
                <a:path w="501" h="504"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2" name="Google Shape;9342;p14"/>
            <p:cNvSpPr/>
            <p:nvPr/>
          </p:nvSpPr>
          <p:spPr>
            <a:xfrm>
              <a:off x="3431575" y="29427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3" name="Google Shape;9343;p14"/>
            <p:cNvSpPr/>
            <p:nvPr/>
          </p:nvSpPr>
          <p:spPr>
            <a:xfrm>
              <a:off x="3523550" y="294275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4" name="Google Shape;9344;p14"/>
            <p:cNvSpPr/>
            <p:nvPr/>
          </p:nvSpPr>
          <p:spPr>
            <a:xfrm>
              <a:off x="676400" y="3034550"/>
              <a:ext cx="12600" cy="12550"/>
            </a:xfrm>
            <a:custGeom>
              <a:avLst/>
              <a:gdLst/>
              <a:ahLst/>
              <a:cxnLst/>
              <a:rect l="l" t="t" r="r" b="b"/>
              <a:pathLst>
                <a:path w="504" h="502" extrusionOk="0">
                  <a:moveTo>
                    <a:pt x="252" y="1"/>
                  </a:moveTo>
                  <a:cubicBezTo>
                    <a:pt x="116" y="1"/>
                    <a:pt x="1" y="114"/>
                    <a:pt x="1" y="250"/>
                  </a:cubicBezTo>
                  <a:cubicBezTo>
                    <a:pt x="1" y="388"/>
                    <a:pt x="116" y="501"/>
                    <a:pt x="252" y="501"/>
                  </a:cubicBezTo>
                  <a:cubicBezTo>
                    <a:pt x="388" y="501"/>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5" name="Google Shape;9345;p14"/>
            <p:cNvSpPr/>
            <p:nvPr/>
          </p:nvSpPr>
          <p:spPr>
            <a:xfrm>
              <a:off x="768325" y="3034550"/>
              <a:ext cx="12400" cy="12550"/>
            </a:xfrm>
            <a:custGeom>
              <a:avLst/>
              <a:gdLst/>
              <a:ahLst/>
              <a:cxnLst/>
              <a:rect l="l" t="t" r="r" b="b"/>
              <a:pathLst>
                <a:path w="496" h="502" extrusionOk="0">
                  <a:moveTo>
                    <a:pt x="245" y="1"/>
                  </a:moveTo>
                  <a:cubicBezTo>
                    <a:pt x="109" y="1"/>
                    <a:pt x="0" y="114"/>
                    <a:pt x="0" y="250"/>
                  </a:cubicBezTo>
                  <a:cubicBezTo>
                    <a:pt x="0" y="388"/>
                    <a:pt x="109" y="501"/>
                    <a:pt x="245" y="501"/>
                  </a:cubicBezTo>
                  <a:cubicBezTo>
                    <a:pt x="388" y="501"/>
                    <a:pt x="496" y="388"/>
                    <a:pt x="496" y="250"/>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6" name="Google Shape;9346;p14"/>
            <p:cNvSpPr/>
            <p:nvPr/>
          </p:nvSpPr>
          <p:spPr>
            <a:xfrm>
              <a:off x="860125" y="3034550"/>
              <a:ext cx="12525" cy="12550"/>
            </a:xfrm>
            <a:custGeom>
              <a:avLst/>
              <a:gdLst/>
              <a:ahLst/>
              <a:cxnLst/>
              <a:rect l="l" t="t" r="r" b="b"/>
              <a:pathLst>
                <a:path w="501" h="502" extrusionOk="0">
                  <a:moveTo>
                    <a:pt x="251" y="1"/>
                  </a:moveTo>
                  <a:cubicBezTo>
                    <a:pt x="114" y="1"/>
                    <a:pt x="0" y="114"/>
                    <a:pt x="0" y="250"/>
                  </a:cubicBezTo>
                  <a:cubicBezTo>
                    <a:pt x="0" y="388"/>
                    <a:pt x="114" y="501"/>
                    <a:pt x="251" y="501"/>
                  </a:cubicBezTo>
                  <a:cubicBezTo>
                    <a:pt x="387" y="501"/>
                    <a:pt x="501" y="388"/>
                    <a:pt x="501" y="250"/>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7" name="Google Shape;9347;p14"/>
            <p:cNvSpPr/>
            <p:nvPr/>
          </p:nvSpPr>
          <p:spPr>
            <a:xfrm>
              <a:off x="951850" y="3034550"/>
              <a:ext cx="12600" cy="12550"/>
            </a:xfrm>
            <a:custGeom>
              <a:avLst/>
              <a:gdLst/>
              <a:ahLst/>
              <a:cxnLst/>
              <a:rect l="l" t="t" r="r" b="b"/>
              <a:pathLst>
                <a:path w="504" h="502" extrusionOk="0">
                  <a:moveTo>
                    <a:pt x="252" y="1"/>
                  </a:moveTo>
                  <a:cubicBezTo>
                    <a:pt x="116" y="1"/>
                    <a:pt x="1" y="114"/>
                    <a:pt x="1" y="250"/>
                  </a:cubicBezTo>
                  <a:cubicBezTo>
                    <a:pt x="1" y="388"/>
                    <a:pt x="116" y="501"/>
                    <a:pt x="252" y="501"/>
                  </a:cubicBezTo>
                  <a:cubicBezTo>
                    <a:pt x="388" y="501"/>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8" name="Google Shape;9348;p14"/>
            <p:cNvSpPr/>
            <p:nvPr/>
          </p:nvSpPr>
          <p:spPr>
            <a:xfrm>
              <a:off x="1043825" y="3034550"/>
              <a:ext cx="12375" cy="12550"/>
            </a:xfrm>
            <a:custGeom>
              <a:avLst/>
              <a:gdLst/>
              <a:ahLst/>
              <a:cxnLst/>
              <a:rect l="l" t="t" r="r" b="b"/>
              <a:pathLst>
                <a:path w="495" h="502" extrusionOk="0">
                  <a:moveTo>
                    <a:pt x="250" y="1"/>
                  </a:moveTo>
                  <a:cubicBezTo>
                    <a:pt x="107" y="1"/>
                    <a:pt x="0" y="114"/>
                    <a:pt x="0" y="250"/>
                  </a:cubicBezTo>
                  <a:cubicBezTo>
                    <a:pt x="0" y="388"/>
                    <a:pt x="107" y="501"/>
                    <a:pt x="250" y="501"/>
                  </a:cubicBezTo>
                  <a:cubicBezTo>
                    <a:pt x="388" y="501"/>
                    <a:pt x="494" y="388"/>
                    <a:pt x="494" y="250"/>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9" name="Google Shape;9349;p14"/>
            <p:cNvSpPr/>
            <p:nvPr/>
          </p:nvSpPr>
          <p:spPr>
            <a:xfrm>
              <a:off x="1135575" y="3034550"/>
              <a:ext cx="12575" cy="12550"/>
            </a:xfrm>
            <a:custGeom>
              <a:avLst/>
              <a:gdLst/>
              <a:ahLst/>
              <a:cxnLst/>
              <a:rect l="l" t="t" r="r" b="b"/>
              <a:pathLst>
                <a:path w="503" h="502" extrusionOk="0">
                  <a:moveTo>
                    <a:pt x="252" y="1"/>
                  </a:moveTo>
                  <a:cubicBezTo>
                    <a:pt x="116" y="1"/>
                    <a:pt x="0" y="114"/>
                    <a:pt x="0" y="250"/>
                  </a:cubicBezTo>
                  <a:cubicBezTo>
                    <a:pt x="0" y="388"/>
                    <a:pt x="116" y="501"/>
                    <a:pt x="252" y="501"/>
                  </a:cubicBezTo>
                  <a:cubicBezTo>
                    <a:pt x="387" y="501"/>
                    <a:pt x="503" y="388"/>
                    <a:pt x="503" y="250"/>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0" name="Google Shape;9350;p14"/>
            <p:cNvSpPr/>
            <p:nvPr/>
          </p:nvSpPr>
          <p:spPr>
            <a:xfrm>
              <a:off x="1227500" y="3034550"/>
              <a:ext cx="12400" cy="12550"/>
            </a:xfrm>
            <a:custGeom>
              <a:avLst/>
              <a:gdLst/>
              <a:ahLst/>
              <a:cxnLst/>
              <a:rect l="l" t="t" r="r" b="b"/>
              <a:pathLst>
                <a:path w="496" h="502" extrusionOk="0">
                  <a:moveTo>
                    <a:pt x="251" y="1"/>
                  </a:moveTo>
                  <a:cubicBezTo>
                    <a:pt x="109" y="1"/>
                    <a:pt x="0" y="114"/>
                    <a:pt x="0" y="250"/>
                  </a:cubicBezTo>
                  <a:cubicBezTo>
                    <a:pt x="0" y="388"/>
                    <a:pt x="109" y="501"/>
                    <a:pt x="251" y="501"/>
                  </a:cubicBezTo>
                  <a:cubicBezTo>
                    <a:pt x="387" y="501"/>
                    <a:pt x="496" y="388"/>
                    <a:pt x="496" y="250"/>
                  </a:cubicBezTo>
                  <a:cubicBezTo>
                    <a:pt x="496"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1" name="Google Shape;9351;p14"/>
            <p:cNvSpPr/>
            <p:nvPr/>
          </p:nvSpPr>
          <p:spPr>
            <a:xfrm>
              <a:off x="1319275" y="3034550"/>
              <a:ext cx="12550" cy="12550"/>
            </a:xfrm>
            <a:custGeom>
              <a:avLst/>
              <a:gdLst/>
              <a:ahLst/>
              <a:cxnLst/>
              <a:rect l="l" t="t" r="r" b="b"/>
              <a:pathLst>
                <a:path w="502" h="502" extrusionOk="0">
                  <a:moveTo>
                    <a:pt x="252" y="1"/>
                  </a:moveTo>
                  <a:cubicBezTo>
                    <a:pt x="114" y="1"/>
                    <a:pt x="1" y="114"/>
                    <a:pt x="1" y="250"/>
                  </a:cubicBezTo>
                  <a:cubicBezTo>
                    <a:pt x="1" y="388"/>
                    <a:pt x="114" y="501"/>
                    <a:pt x="252" y="501"/>
                  </a:cubicBezTo>
                  <a:cubicBezTo>
                    <a:pt x="388" y="501"/>
                    <a:pt x="501" y="388"/>
                    <a:pt x="501" y="250"/>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2" name="Google Shape;9352;p14"/>
            <p:cNvSpPr/>
            <p:nvPr/>
          </p:nvSpPr>
          <p:spPr>
            <a:xfrm>
              <a:off x="1411200" y="3034550"/>
              <a:ext cx="12425" cy="12550"/>
            </a:xfrm>
            <a:custGeom>
              <a:avLst/>
              <a:gdLst/>
              <a:ahLst/>
              <a:cxnLst/>
              <a:rect l="l" t="t" r="r" b="b"/>
              <a:pathLst>
                <a:path w="497" h="502" extrusionOk="0">
                  <a:moveTo>
                    <a:pt x="245" y="1"/>
                  </a:moveTo>
                  <a:cubicBezTo>
                    <a:pt x="109" y="1"/>
                    <a:pt x="1" y="114"/>
                    <a:pt x="1" y="250"/>
                  </a:cubicBezTo>
                  <a:cubicBezTo>
                    <a:pt x="1" y="388"/>
                    <a:pt x="109" y="501"/>
                    <a:pt x="245" y="501"/>
                  </a:cubicBezTo>
                  <a:cubicBezTo>
                    <a:pt x="388" y="501"/>
                    <a:pt x="496" y="388"/>
                    <a:pt x="496" y="250"/>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3" name="Google Shape;9353;p14"/>
            <p:cNvSpPr/>
            <p:nvPr/>
          </p:nvSpPr>
          <p:spPr>
            <a:xfrm>
              <a:off x="1503000" y="3034550"/>
              <a:ext cx="12525" cy="12550"/>
            </a:xfrm>
            <a:custGeom>
              <a:avLst/>
              <a:gdLst/>
              <a:ahLst/>
              <a:cxnLst/>
              <a:rect l="l" t="t" r="r" b="b"/>
              <a:pathLst>
                <a:path w="501" h="502" extrusionOk="0">
                  <a:moveTo>
                    <a:pt x="250" y="1"/>
                  </a:moveTo>
                  <a:cubicBezTo>
                    <a:pt x="114" y="1"/>
                    <a:pt x="0" y="114"/>
                    <a:pt x="0" y="250"/>
                  </a:cubicBezTo>
                  <a:cubicBezTo>
                    <a:pt x="0" y="388"/>
                    <a:pt x="114" y="501"/>
                    <a:pt x="250" y="501"/>
                  </a:cubicBezTo>
                  <a:cubicBezTo>
                    <a:pt x="387" y="501"/>
                    <a:pt x="501" y="388"/>
                    <a:pt x="501" y="250"/>
                  </a:cubicBezTo>
                  <a:cubicBezTo>
                    <a:pt x="501" y="114"/>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4" name="Google Shape;9354;p14"/>
            <p:cNvSpPr/>
            <p:nvPr/>
          </p:nvSpPr>
          <p:spPr>
            <a:xfrm>
              <a:off x="1594750" y="3034550"/>
              <a:ext cx="12575" cy="12550"/>
            </a:xfrm>
            <a:custGeom>
              <a:avLst/>
              <a:gdLst/>
              <a:ahLst/>
              <a:cxnLst/>
              <a:rect l="l" t="t" r="r" b="b"/>
              <a:pathLst>
                <a:path w="503" h="502" extrusionOk="0">
                  <a:moveTo>
                    <a:pt x="251" y="1"/>
                  </a:moveTo>
                  <a:cubicBezTo>
                    <a:pt x="115" y="1"/>
                    <a:pt x="0" y="114"/>
                    <a:pt x="0" y="250"/>
                  </a:cubicBezTo>
                  <a:cubicBezTo>
                    <a:pt x="0" y="388"/>
                    <a:pt x="115" y="501"/>
                    <a:pt x="251" y="501"/>
                  </a:cubicBezTo>
                  <a:cubicBezTo>
                    <a:pt x="394" y="501"/>
                    <a:pt x="503" y="388"/>
                    <a:pt x="503" y="250"/>
                  </a:cubicBezTo>
                  <a:cubicBezTo>
                    <a:pt x="503" y="114"/>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p14"/>
            <p:cNvSpPr/>
            <p:nvPr/>
          </p:nvSpPr>
          <p:spPr>
            <a:xfrm>
              <a:off x="1686650" y="3034550"/>
              <a:ext cx="12600" cy="12550"/>
            </a:xfrm>
            <a:custGeom>
              <a:avLst/>
              <a:gdLst/>
              <a:ahLst/>
              <a:cxnLst/>
              <a:rect l="l" t="t" r="r" b="b"/>
              <a:pathLst>
                <a:path w="504" h="502" extrusionOk="0">
                  <a:moveTo>
                    <a:pt x="252" y="1"/>
                  </a:moveTo>
                  <a:cubicBezTo>
                    <a:pt x="116" y="1"/>
                    <a:pt x="1" y="114"/>
                    <a:pt x="1" y="250"/>
                  </a:cubicBezTo>
                  <a:cubicBezTo>
                    <a:pt x="1" y="388"/>
                    <a:pt x="116" y="501"/>
                    <a:pt x="252" y="501"/>
                  </a:cubicBezTo>
                  <a:cubicBezTo>
                    <a:pt x="388" y="501"/>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6" name="Google Shape;9356;p14"/>
            <p:cNvSpPr/>
            <p:nvPr/>
          </p:nvSpPr>
          <p:spPr>
            <a:xfrm>
              <a:off x="1778450" y="3034550"/>
              <a:ext cx="12550" cy="12550"/>
            </a:xfrm>
            <a:custGeom>
              <a:avLst/>
              <a:gdLst/>
              <a:ahLst/>
              <a:cxnLst/>
              <a:rect l="l" t="t" r="r" b="b"/>
              <a:pathLst>
                <a:path w="502" h="502" extrusionOk="0">
                  <a:moveTo>
                    <a:pt x="252" y="1"/>
                  </a:moveTo>
                  <a:cubicBezTo>
                    <a:pt x="114" y="1"/>
                    <a:pt x="1" y="114"/>
                    <a:pt x="1" y="250"/>
                  </a:cubicBezTo>
                  <a:cubicBezTo>
                    <a:pt x="1" y="388"/>
                    <a:pt x="114" y="501"/>
                    <a:pt x="252" y="501"/>
                  </a:cubicBezTo>
                  <a:cubicBezTo>
                    <a:pt x="388" y="501"/>
                    <a:pt x="501" y="388"/>
                    <a:pt x="501" y="250"/>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7" name="Google Shape;9357;p14"/>
            <p:cNvSpPr/>
            <p:nvPr/>
          </p:nvSpPr>
          <p:spPr>
            <a:xfrm>
              <a:off x="1870375" y="3034550"/>
              <a:ext cx="12400" cy="12550"/>
            </a:xfrm>
            <a:custGeom>
              <a:avLst/>
              <a:gdLst/>
              <a:ahLst/>
              <a:cxnLst/>
              <a:rect l="l" t="t" r="r" b="b"/>
              <a:pathLst>
                <a:path w="496" h="502" extrusionOk="0">
                  <a:moveTo>
                    <a:pt x="252" y="1"/>
                  </a:moveTo>
                  <a:cubicBezTo>
                    <a:pt x="109" y="1"/>
                    <a:pt x="0" y="114"/>
                    <a:pt x="0" y="250"/>
                  </a:cubicBezTo>
                  <a:cubicBezTo>
                    <a:pt x="0" y="388"/>
                    <a:pt x="109" y="501"/>
                    <a:pt x="252" y="501"/>
                  </a:cubicBezTo>
                  <a:cubicBezTo>
                    <a:pt x="387" y="501"/>
                    <a:pt x="496" y="388"/>
                    <a:pt x="496" y="250"/>
                  </a:cubicBezTo>
                  <a:cubicBezTo>
                    <a:pt x="496"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8" name="Google Shape;9358;p14"/>
            <p:cNvSpPr/>
            <p:nvPr/>
          </p:nvSpPr>
          <p:spPr>
            <a:xfrm>
              <a:off x="1962150" y="3034550"/>
              <a:ext cx="12550" cy="12550"/>
            </a:xfrm>
            <a:custGeom>
              <a:avLst/>
              <a:gdLst/>
              <a:ahLst/>
              <a:cxnLst/>
              <a:rect l="l" t="t" r="r" b="b"/>
              <a:pathLst>
                <a:path w="502" h="502" extrusionOk="0">
                  <a:moveTo>
                    <a:pt x="250" y="1"/>
                  </a:moveTo>
                  <a:cubicBezTo>
                    <a:pt x="114" y="1"/>
                    <a:pt x="1" y="114"/>
                    <a:pt x="1" y="250"/>
                  </a:cubicBezTo>
                  <a:cubicBezTo>
                    <a:pt x="1" y="388"/>
                    <a:pt x="114" y="501"/>
                    <a:pt x="250" y="501"/>
                  </a:cubicBezTo>
                  <a:cubicBezTo>
                    <a:pt x="388" y="501"/>
                    <a:pt x="502" y="388"/>
                    <a:pt x="502" y="250"/>
                  </a:cubicBezTo>
                  <a:cubicBezTo>
                    <a:pt x="502"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9" name="Google Shape;9359;p14"/>
            <p:cNvSpPr/>
            <p:nvPr/>
          </p:nvSpPr>
          <p:spPr>
            <a:xfrm>
              <a:off x="2054075" y="3034550"/>
              <a:ext cx="12425" cy="12550"/>
            </a:xfrm>
            <a:custGeom>
              <a:avLst/>
              <a:gdLst/>
              <a:ahLst/>
              <a:cxnLst/>
              <a:rect l="l" t="t" r="r" b="b"/>
              <a:pathLst>
                <a:path w="497" h="502" extrusionOk="0">
                  <a:moveTo>
                    <a:pt x="252" y="1"/>
                  </a:moveTo>
                  <a:cubicBezTo>
                    <a:pt x="109" y="1"/>
                    <a:pt x="1" y="114"/>
                    <a:pt x="1" y="250"/>
                  </a:cubicBezTo>
                  <a:cubicBezTo>
                    <a:pt x="1" y="388"/>
                    <a:pt x="109" y="501"/>
                    <a:pt x="252" y="501"/>
                  </a:cubicBezTo>
                  <a:cubicBezTo>
                    <a:pt x="388" y="501"/>
                    <a:pt x="496" y="388"/>
                    <a:pt x="496" y="250"/>
                  </a:cubicBezTo>
                  <a:cubicBezTo>
                    <a:pt x="496"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0" name="Google Shape;9360;p14"/>
            <p:cNvSpPr/>
            <p:nvPr/>
          </p:nvSpPr>
          <p:spPr>
            <a:xfrm>
              <a:off x="2145825" y="3034550"/>
              <a:ext cx="12600" cy="12550"/>
            </a:xfrm>
            <a:custGeom>
              <a:avLst/>
              <a:gdLst/>
              <a:ahLst/>
              <a:cxnLst/>
              <a:rect l="l" t="t" r="r" b="b"/>
              <a:pathLst>
                <a:path w="504" h="502" extrusionOk="0">
                  <a:moveTo>
                    <a:pt x="252" y="1"/>
                  </a:moveTo>
                  <a:cubicBezTo>
                    <a:pt x="116" y="1"/>
                    <a:pt x="1" y="114"/>
                    <a:pt x="1" y="250"/>
                  </a:cubicBezTo>
                  <a:cubicBezTo>
                    <a:pt x="1" y="388"/>
                    <a:pt x="116" y="501"/>
                    <a:pt x="252" y="501"/>
                  </a:cubicBezTo>
                  <a:cubicBezTo>
                    <a:pt x="388" y="501"/>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1" name="Google Shape;9361;p14"/>
            <p:cNvSpPr/>
            <p:nvPr/>
          </p:nvSpPr>
          <p:spPr>
            <a:xfrm>
              <a:off x="2237800" y="3034550"/>
              <a:ext cx="12350" cy="12550"/>
            </a:xfrm>
            <a:custGeom>
              <a:avLst/>
              <a:gdLst/>
              <a:ahLst/>
              <a:cxnLst/>
              <a:rect l="l" t="t" r="r" b="b"/>
              <a:pathLst>
                <a:path w="494" h="502" extrusionOk="0">
                  <a:moveTo>
                    <a:pt x="244" y="1"/>
                  </a:moveTo>
                  <a:cubicBezTo>
                    <a:pt x="107" y="1"/>
                    <a:pt x="0" y="114"/>
                    <a:pt x="0" y="250"/>
                  </a:cubicBezTo>
                  <a:cubicBezTo>
                    <a:pt x="0" y="388"/>
                    <a:pt x="107" y="501"/>
                    <a:pt x="244" y="501"/>
                  </a:cubicBezTo>
                  <a:cubicBezTo>
                    <a:pt x="387" y="501"/>
                    <a:pt x="494" y="388"/>
                    <a:pt x="494" y="250"/>
                  </a:cubicBezTo>
                  <a:cubicBezTo>
                    <a:pt x="494" y="114"/>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2" name="Google Shape;9362;p14"/>
            <p:cNvSpPr/>
            <p:nvPr/>
          </p:nvSpPr>
          <p:spPr>
            <a:xfrm>
              <a:off x="2329550" y="3034550"/>
              <a:ext cx="12575" cy="12550"/>
            </a:xfrm>
            <a:custGeom>
              <a:avLst/>
              <a:gdLst/>
              <a:ahLst/>
              <a:cxnLst/>
              <a:rect l="l" t="t" r="r" b="b"/>
              <a:pathLst>
                <a:path w="503" h="502" extrusionOk="0">
                  <a:moveTo>
                    <a:pt x="251" y="1"/>
                  </a:moveTo>
                  <a:cubicBezTo>
                    <a:pt x="115" y="1"/>
                    <a:pt x="0" y="114"/>
                    <a:pt x="0" y="250"/>
                  </a:cubicBezTo>
                  <a:cubicBezTo>
                    <a:pt x="0" y="388"/>
                    <a:pt x="115" y="501"/>
                    <a:pt x="251" y="501"/>
                  </a:cubicBezTo>
                  <a:cubicBezTo>
                    <a:pt x="387" y="501"/>
                    <a:pt x="502" y="388"/>
                    <a:pt x="502" y="250"/>
                  </a:cubicBezTo>
                  <a:cubicBezTo>
                    <a:pt x="502"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3" name="Google Shape;9363;p14"/>
            <p:cNvSpPr/>
            <p:nvPr/>
          </p:nvSpPr>
          <p:spPr>
            <a:xfrm>
              <a:off x="2421325" y="3034550"/>
              <a:ext cx="12550" cy="12550"/>
            </a:xfrm>
            <a:custGeom>
              <a:avLst/>
              <a:gdLst/>
              <a:ahLst/>
              <a:cxnLst/>
              <a:rect l="l" t="t" r="r" b="b"/>
              <a:pathLst>
                <a:path w="502" h="502" extrusionOk="0">
                  <a:moveTo>
                    <a:pt x="250" y="1"/>
                  </a:moveTo>
                  <a:cubicBezTo>
                    <a:pt x="114" y="1"/>
                    <a:pt x="1" y="114"/>
                    <a:pt x="1" y="250"/>
                  </a:cubicBezTo>
                  <a:cubicBezTo>
                    <a:pt x="1" y="388"/>
                    <a:pt x="114" y="501"/>
                    <a:pt x="250" y="501"/>
                  </a:cubicBezTo>
                  <a:cubicBezTo>
                    <a:pt x="395" y="501"/>
                    <a:pt x="501" y="388"/>
                    <a:pt x="501" y="250"/>
                  </a:cubicBezTo>
                  <a:cubicBezTo>
                    <a:pt x="501" y="114"/>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4" name="Google Shape;9364;p14"/>
            <p:cNvSpPr/>
            <p:nvPr/>
          </p:nvSpPr>
          <p:spPr>
            <a:xfrm>
              <a:off x="2513250" y="3034550"/>
              <a:ext cx="12575" cy="12550"/>
            </a:xfrm>
            <a:custGeom>
              <a:avLst/>
              <a:gdLst/>
              <a:ahLst/>
              <a:cxnLst/>
              <a:rect l="l" t="t" r="r" b="b"/>
              <a:pathLst>
                <a:path w="503" h="502" extrusionOk="0">
                  <a:moveTo>
                    <a:pt x="252" y="1"/>
                  </a:moveTo>
                  <a:cubicBezTo>
                    <a:pt x="109" y="1"/>
                    <a:pt x="0" y="114"/>
                    <a:pt x="0" y="250"/>
                  </a:cubicBezTo>
                  <a:cubicBezTo>
                    <a:pt x="0" y="388"/>
                    <a:pt x="109" y="501"/>
                    <a:pt x="252" y="501"/>
                  </a:cubicBezTo>
                  <a:cubicBezTo>
                    <a:pt x="388" y="501"/>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5" name="Google Shape;9365;p14"/>
            <p:cNvSpPr/>
            <p:nvPr/>
          </p:nvSpPr>
          <p:spPr>
            <a:xfrm>
              <a:off x="2605000" y="3034550"/>
              <a:ext cx="12575" cy="12550"/>
            </a:xfrm>
            <a:custGeom>
              <a:avLst/>
              <a:gdLst/>
              <a:ahLst/>
              <a:cxnLst/>
              <a:rect l="l" t="t" r="r" b="b"/>
              <a:pathLst>
                <a:path w="503" h="502" extrusionOk="0">
                  <a:moveTo>
                    <a:pt x="252" y="1"/>
                  </a:moveTo>
                  <a:cubicBezTo>
                    <a:pt x="116" y="1"/>
                    <a:pt x="0" y="114"/>
                    <a:pt x="0" y="250"/>
                  </a:cubicBezTo>
                  <a:cubicBezTo>
                    <a:pt x="0" y="388"/>
                    <a:pt x="116" y="501"/>
                    <a:pt x="252" y="501"/>
                  </a:cubicBezTo>
                  <a:cubicBezTo>
                    <a:pt x="387" y="501"/>
                    <a:pt x="503" y="388"/>
                    <a:pt x="503" y="250"/>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6" name="Google Shape;9366;p14"/>
            <p:cNvSpPr/>
            <p:nvPr/>
          </p:nvSpPr>
          <p:spPr>
            <a:xfrm>
              <a:off x="2696950" y="3034550"/>
              <a:ext cx="12375" cy="12550"/>
            </a:xfrm>
            <a:custGeom>
              <a:avLst/>
              <a:gdLst/>
              <a:ahLst/>
              <a:cxnLst/>
              <a:rect l="l" t="t" r="r" b="b"/>
              <a:pathLst>
                <a:path w="495" h="502" extrusionOk="0">
                  <a:moveTo>
                    <a:pt x="252" y="1"/>
                  </a:moveTo>
                  <a:cubicBezTo>
                    <a:pt x="108" y="1"/>
                    <a:pt x="1" y="114"/>
                    <a:pt x="1" y="250"/>
                  </a:cubicBezTo>
                  <a:cubicBezTo>
                    <a:pt x="1" y="388"/>
                    <a:pt x="108" y="501"/>
                    <a:pt x="252" y="501"/>
                  </a:cubicBezTo>
                  <a:cubicBezTo>
                    <a:pt x="388" y="501"/>
                    <a:pt x="495" y="388"/>
                    <a:pt x="495" y="250"/>
                  </a:cubicBezTo>
                  <a:cubicBezTo>
                    <a:pt x="495"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7" name="Google Shape;9367;p14"/>
            <p:cNvSpPr/>
            <p:nvPr/>
          </p:nvSpPr>
          <p:spPr>
            <a:xfrm>
              <a:off x="2788700" y="3034550"/>
              <a:ext cx="12600" cy="12550"/>
            </a:xfrm>
            <a:custGeom>
              <a:avLst/>
              <a:gdLst/>
              <a:ahLst/>
              <a:cxnLst/>
              <a:rect l="l" t="t" r="r" b="b"/>
              <a:pathLst>
                <a:path w="504" h="502" extrusionOk="0">
                  <a:moveTo>
                    <a:pt x="252" y="1"/>
                  </a:moveTo>
                  <a:cubicBezTo>
                    <a:pt x="116" y="1"/>
                    <a:pt x="1" y="114"/>
                    <a:pt x="1" y="250"/>
                  </a:cubicBezTo>
                  <a:cubicBezTo>
                    <a:pt x="1" y="388"/>
                    <a:pt x="116" y="501"/>
                    <a:pt x="252" y="501"/>
                  </a:cubicBezTo>
                  <a:cubicBezTo>
                    <a:pt x="388" y="501"/>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8" name="Google Shape;9368;p14"/>
            <p:cNvSpPr/>
            <p:nvPr/>
          </p:nvSpPr>
          <p:spPr>
            <a:xfrm>
              <a:off x="2880675" y="3034550"/>
              <a:ext cx="12375" cy="12550"/>
            </a:xfrm>
            <a:custGeom>
              <a:avLst/>
              <a:gdLst/>
              <a:ahLst/>
              <a:cxnLst/>
              <a:rect l="l" t="t" r="r" b="b"/>
              <a:pathLst>
                <a:path w="495" h="502" extrusionOk="0">
                  <a:moveTo>
                    <a:pt x="243" y="1"/>
                  </a:moveTo>
                  <a:cubicBezTo>
                    <a:pt x="107" y="1"/>
                    <a:pt x="0" y="114"/>
                    <a:pt x="0" y="250"/>
                  </a:cubicBezTo>
                  <a:cubicBezTo>
                    <a:pt x="0" y="388"/>
                    <a:pt x="107" y="501"/>
                    <a:pt x="243" y="501"/>
                  </a:cubicBezTo>
                  <a:cubicBezTo>
                    <a:pt x="387" y="501"/>
                    <a:pt x="494" y="388"/>
                    <a:pt x="494" y="250"/>
                  </a:cubicBezTo>
                  <a:cubicBezTo>
                    <a:pt x="494" y="114"/>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9" name="Google Shape;9369;p14"/>
            <p:cNvSpPr/>
            <p:nvPr/>
          </p:nvSpPr>
          <p:spPr>
            <a:xfrm>
              <a:off x="2972425" y="3034550"/>
              <a:ext cx="12575" cy="12550"/>
            </a:xfrm>
            <a:custGeom>
              <a:avLst/>
              <a:gdLst/>
              <a:ahLst/>
              <a:cxnLst/>
              <a:rect l="l" t="t" r="r" b="b"/>
              <a:pathLst>
                <a:path w="503" h="502" extrusionOk="0">
                  <a:moveTo>
                    <a:pt x="251" y="1"/>
                  </a:moveTo>
                  <a:cubicBezTo>
                    <a:pt x="115" y="1"/>
                    <a:pt x="0" y="114"/>
                    <a:pt x="0" y="250"/>
                  </a:cubicBezTo>
                  <a:cubicBezTo>
                    <a:pt x="0" y="388"/>
                    <a:pt x="115" y="501"/>
                    <a:pt x="251" y="501"/>
                  </a:cubicBezTo>
                  <a:cubicBezTo>
                    <a:pt x="387" y="501"/>
                    <a:pt x="503" y="388"/>
                    <a:pt x="503" y="250"/>
                  </a:cubicBezTo>
                  <a:cubicBezTo>
                    <a:pt x="503"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0" name="Google Shape;9370;p14"/>
            <p:cNvSpPr/>
            <p:nvPr/>
          </p:nvSpPr>
          <p:spPr>
            <a:xfrm>
              <a:off x="3064375" y="3034550"/>
              <a:ext cx="12375" cy="12550"/>
            </a:xfrm>
            <a:custGeom>
              <a:avLst/>
              <a:gdLst/>
              <a:ahLst/>
              <a:cxnLst/>
              <a:rect l="l" t="t" r="r" b="b"/>
              <a:pathLst>
                <a:path w="495" h="502" extrusionOk="0">
                  <a:moveTo>
                    <a:pt x="243" y="1"/>
                  </a:moveTo>
                  <a:cubicBezTo>
                    <a:pt x="107" y="1"/>
                    <a:pt x="1" y="114"/>
                    <a:pt x="1" y="250"/>
                  </a:cubicBezTo>
                  <a:cubicBezTo>
                    <a:pt x="1" y="388"/>
                    <a:pt x="107" y="501"/>
                    <a:pt x="243" y="501"/>
                  </a:cubicBezTo>
                  <a:cubicBezTo>
                    <a:pt x="388" y="501"/>
                    <a:pt x="495" y="388"/>
                    <a:pt x="495" y="250"/>
                  </a:cubicBezTo>
                  <a:cubicBezTo>
                    <a:pt x="495" y="114"/>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1" name="Google Shape;9371;p14"/>
            <p:cNvSpPr/>
            <p:nvPr/>
          </p:nvSpPr>
          <p:spPr>
            <a:xfrm>
              <a:off x="3156125" y="3034550"/>
              <a:ext cx="12600" cy="12550"/>
            </a:xfrm>
            <a:custGeom>
              <a:avLst/>
              <a:gdLst/>
              <a:ahLst/>
              <a:cxnLst/>
              <a:rect l="l" t="t" r="r" b="b"/>
              <a:pathLst>
                <a:path w="504" h="502" extrusionOk="0">
                  <a:moveTo>
                    <a:pt x="252" y="1"/>
                  </a:moveTo>
                  <a:cubicBezTo>
                    <a:pt x="116" y="1"/>
                    <a:pt x="1" y="114"/>
                    <a:pt x="1" y="250"/>
                  </a:cubicBezTo>
                  <a:cubicBezTo>
                    <a:pt x="1" y="388"/>
                    <a:pt x="116" y="501"/>
                    <a:pt x="252" y="501"/>
                  </a:cubicBezTo>
                  <a:cubicBezTo>
                    <a:pt x="388" y="501"/>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2" name="Google Shape;9372;p14"/>
            <p:cNvSpPr/>
            <p:nvPr/>
          </p:nvSpPr>
          <p:spPr>
            <a:xfrm>
              <a:off x="3247875" y="3034550"/>
              <a:ext cx="12575" cy="12550"/>
            </a:xfrm>
            <a:custGeom>
              <a:avLst/>
              <a:gdLst/>
              <a:ahLst/>
              <a:cxnLst/>
              <a:rect l="l" t="t" r="r" b="b"/>
              <a:pathLst>
                <a:path w="503" h="502" extrusionOk="0">
                  <a:moveTo>
                    <a:pt x="252" y="1"/>
                  </a:moveTo>
                  <a:cubicBezTo>
                    <a:pt x="116" y="1"/>
                    <a:pt x="1" y="114"/>
                    <a:pt x="1" y="250"/>
                  </a:cubicBezTo>
                  <a:cubicBezTo>
                    <a:pt x="1" y="388"/>
                    <a:pt x="116" y="501"/>
                    <a:pt x="252" y="501"/>
                  </a:cubicBezTo>
                  <a:cubicBezTo>
                    <a:pt x="388" y="501"/>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3" name="Google Shape;9373;p14"/>
            <p:cNvSpPr/>
            <p:nvPr/>
          </p:nvSpPr>
          <p:spPr>
            <a:xfrm>
              <a:off x="3339850" y="3034550"/>
              <a:ext cx="12525" cy="12550"/>
            </a:xfrm>
            <a:custGeom>
              <a:avLst/>
              <a:gdLst/>
              <a:ahLst/>
              <a:cxnLst/>
              <a:rect l="l" t="t" r="r" b="b"/>
              <a:pathLst>
                <a:path w="501" h="502" extrusionOk="0">
                  <a:moveTo>
                    <a:pt x="251" y="1"/>
                  </a:moveTo>
                  <a:cubicBezTo>
                    <a:pt x="107" y="1"/>
                    <a:pt x="0" y="114"/>
                    <a:pt x="0" y="250"/>
                  </a:cubicBezTo>
                  <a:cubicBezTo>
                    <a:pt x="0" y="388"/>
                    <a:pt x="107" y="501"/>
                    <a:pt x="251" y="501"/>
                  </a:cubicBezTo>
                  <a:cubicBezTo>
                    <a:pt x="387" y="501"/>
                    <a:pt x="501" y="388"/>
                    <a:pt x="501" y="250"/>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4" name="Google Shape;9374;p14"/>
            <p:cNvSpPr/>
            <p:nvPr/>
          </p:nvSpPr>
          <p:spPr>
            <a:xfrm>
              <a:off x="3431575" y="3034550"/>
              <a:ext cx="12600" cy="12550"/>
            </a:xfrm>
            <a:custGeom>
              <a:avLst/>
              <a:gdLst/>
              <a:ahLst/>
              <a:cxnLst/>
              <a:rect l="l" t="t" r="r" b="b"/>
              <a:pathLst>
                <a:path w="504" h="502" extrusionOk="0">
                  <a:moveTo>
                    <a:pt x="252" y="1"/>
                  </a:moveTo>
                  <a:cubicBezTo>
                    <a:pt x="116" y="1"/>
                    <a:pt x="1" y="114"/>
                    <a:pt x="1" y="250"/>
                  </a:cubicBezTo>
                  <a:cubicBezTo>
                    <a:pt x="1" y="388"/>
                    <a:pt x="116" y="501"/>
                    <a:pt x="252" y="501"/>
                  </a:cubicBezTo>
                  <a:cubicBezTo>
                    <a:pt x="388" y="501"/>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5" name="Google Shape;9375;p14"/>
            <p:cNvSpPr/>
            <p:nvPr/>
          </p:nvSpPr>
          <p:spPr>
            <a:xfrm>
              <a:off x="3523550" y="3034550"/>
              <a:ext cx="12375" cy="12550"/>
            </a:xfrm>
            <a:custGeom>
              <a:avLst/>
              <a:gdLst/>
              <a:ahLst/>
              <a:cxnLst/>
              <a:rect l="l" t="t" r="r" b="b"/>
              <a:pathLst>
                <a:path w="495" h="502" extrusionOk="0">
                  <a:moveTo>
                    <a:pt x="250" y="1"/>
                  </a:moveTo>
                  <a:cubicBezTo>
                    <a:pt x="107" y="1"/>
                    <a:pt x="0" y="114"/>
                    <a:pt x="0" y="250"/>
                  </a:cubicBezTo>
                  <a:cubicBezTo>
                    <a:pt x="0" y="388"/>
                    <a:pt x="107" y="501"/>
                    <a:pt x="250" y="501"/>
                  </a:cubicBezTo>
                  <a:cubicBezTo>
                    <a:pt x="388" y="501"/>
                    <a:pt x="494" y="388"/>
                    <a:pt x="494" y="250"/>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14"/>
            <p:cNvSpPr/>
            <p:nvPr/>
          </p:nvSpPr>
          <p:spPr>
            <a:xfrm>
              <a:off x="676400" y="3126475"/>
              <a:ext cx="12600" cy="12400"/>
            </a:xfrm>
            <a:custGeom>
              <a:avLst/>
              <a:gdLst/>
              <a:ahLst/>
              <a:cxnLst/>
              <a:rect l="l" t="t" r="r" b="b"/>
              <a:pathLst>
                <a:path w="504" h="496" extrusionOk="0">
                  <a:moveTo>
                    <a:pt x="252" y="0"/>
                  </a:moveTo>
                  <a:cubicBezTo>
                    <a:pt x="116" y="0"/>
                    <a:pt x="1" y="109"/>
                    <a:pt x="1" y="252"/>
                  </a:cubicBezTo>
                  <a:cubicBezTo>
                    <a:pt x="1" y="388"/>
                    <a:pt x="116" y="496"/>
                    <a:pt x="252" y="496"/>
                  </a:cubicBezTo>
                  <a:cubicBezTo>
                    <a:pt x="388" y="496"/>
                    <a:pt x="503" y="388"/>
                    <a:pt x="503" y="252"/>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7" name="Google Shape;9377;p14"/>
            <p:cNvSpPr/>
            <p:nvPr/>
          </p:nvSpPr>
          <p:spPr>
            <a:xfrm>
              <a:off x="768325" y="3126475"/>
              <a:ext cx="12400" cy="12400"/>
            </a:xfrm>
            <a:custGeom>
              <a:avLst/>
              <a:gdLst/>
              <a:ahLst/>
              <a:cxnLst/>
              <a:rect l="l" t="t" r="r" b="b"/>
              <a:pathLst>
                <a:path w="496" h="496" extrusionOk="0">
                  <a:moveTo>
                    <a:pt x="245" y="0"/>
                  </a:moveTo>
                  <a:cubicBezTo>
                    <a:pt x="109" y="0"/>
                    <a:pt x="0" y="109"/>
                    <a:pt x="0" y="252"/>
                  </a:cubicBezTo>
                  <a:cubicBezTo>
                    <a:pt x="0" y="388"/>
                    <a:pt x="109" y="496"/>
                    <a:pt x="245" y="496"/>
                  </a:cubicBezTo>
                  <a:cubicBezTo>
                    <a:pt x="388" y="496"/>
                    <a:pt x="496" y="388"/>
                    <a:pt x="496" y="252"/>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8" name="Google Shape;9378;p14"/>
            <p:cNvSpPr/>
            <p:nvPr/>
          </p:nvSpPr>
          <p:spPr>
            <a:xfrm>
              <a:off x="860125" y="3126475"/>
              <a:ext cx="12525" cy="12400"/>
            </a:xfrm>
            <a:custGeom>
              <a:avLst/>
              <a:gdLst/>
              <a:ahLst/>
              <a:cxnLst/>
              <a:rect l="l" t="t" r="r" b="b"/>
              <a:pathLst>
                <a:path w="501" h="496" extrusionOk="0">
                  <a:moveTo>
                    <a:pt x="251" y="0"/>
                  </a:moveTo>
                  <a:cubicBezTo>
                    <a:pt x="114" y="0"/>
                    <a:pt x="0" y="109"/>
                    <a:pt x="0" y="252"/>
                  </a:cubicBezTo>
                  <a:cubicBezTo>
                    <a:pt x="0" y="388"/>
                    <a:pt x="114" y="496"/>
                    <a:pt x="251" y="496"/>
                  </a:cubicBezTo>
                  <a:cubicBezTo>
                    <a:pt x="387" y="496"/>
                    <a:pt x="501" y="388"/>
                    <a:pt x="501" y="252"/>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9" name="Google Shape;9379;p14"/>
            <p:cNvSpPr/>
            <p:nvPr/>
          </p:nvSpPr>
          <p:spPr>
            <a:xfrm>
              <a:off x="951850" y="3126475"/>
              <a:ext cx="12600" cy="12400"/>
            </a:xfrm>
            <a:custGeom>
              <a:avLst/>
              <a:gdLst/>
              <a:ahLst/>
              <a:cxnLst/>
              <a:rect l="l" t="t" r="r" b="b"/>
              <a:pathLst>
                <a:path w="504" h="496" extrusionOk="0">
                  <a:moveTo>
                    <a:pt x="252" y="0"/>
                  </a:moveTo>
                  <a:cubicBezTo>
                    <a:pt x="116" y="0"/>
                    <a:pt x="1" y="109"/>
                    <a:pt x="1" y="252"/>
                  </a:cubicBezTo>
                  <a:cubicBezTo>
                    <a:pt x="1" y="388"/>
                    <a:pt x="116" y="496"/>
                    <a:pt x="252" y="496"/>
                  </a:cubicBezTo>
                  <a:cubicBezTo>
                    <a:pt x="388" y="496"/>
                    <a:pt x="503" y="388"/>
                    <a:pt x="503" y="252"/>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0" name="Google Shape;9380;p14"/>
            <p:cNvSpPr/>
            <p:nvPr/>
          </p:nvSpPr>
          <p:spPr>
            <a:xfrm>
              <a:off x="1043825" y="3126475"/>
              <a:ext cx="12375" cy="12400"/>
            </a:xfrm>
            <a:custGeom>
              <a:avLst/>
              <a:gdLst/>
              <a:ahLst/>
              <a:cxnLst/>
              <a:rect l="l" t="t" r="r" b="b"/>
              <a:pathLst>
                <a:path w="495" h="496" extrusionOk="0">
                  <a:moveTo>
                    <a:pt x="250" y="0"/>
                  </a:moveTo>
                  <a:cubicBezTo>
                    <a:pt x="107" y="0"/>
                    <a:pt x="0" y="109"/>
                    <a:pt x="0" y="252"/>
                  </a:cubicBezTo>
                  <a:cubicBezTo>
                    <a:pt x="0" y="388"/>
                    <a:pt x="107" y="496"/>
                    <a:pt x="250" y="496"/>
                  </a:cubicBezTo>
                  <a:cubicBezTo>
                    <a:pt x="388" y="496"/>
                    <a:pt x="494" y="388"/>
                    <a:pt x="494" y="252"/>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1" name="Google Shape;9381;p14"/>
            <p:cNvSpPr/>
            <p:nvPr/>
          </p:nvSpPr>
          <p:spPr>
            <a:xfrm>
              <a:off x="1135575" y="3126475"/>
              <a:ext cx="12575" cy="12400"/>
            </a:xfrm>
            <a:custGeom>
              <a:avLst/>
              <a:gdLst/>
              <a:ahLst/>
              <a:cxnLst/>
              <a:rect l="l" t="t" r="r" b="b"/>
              <a:pathLst>
                <a:path w="503" h="496" extrusionOk="0">
                  <a:moveTo>
                    <a:pt x="252" y="0"/>
                  </a:moveTo>
                  <a:cubicBezTo>
                    <a:pt x="116" y="0"/>
                    <a:pt x="0" y="109"/>
                    <a:pt x="0" y="252"/>
                  </a:cubicBezTo>
                  <a:cubicBezTo>
                    <a:pt x="0" y="388"/>
                    <a:pt x="116" y="496"/>
                    <a:pt x="252" y="496"/>
                  </a:cubicBezTo>
                  <a:cubicBezTo>
                    <a:pt x="387" y="496"/>
                    <a:pt x="503" y="388"/>
                    <a:pt x="503" y="252"/>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2" name="Google Shape;9382;p14"/>
            <p:cNvSpPr/>
            <p:nvPr/>
          </p:nvSpPr>
          <p:spPr>
            <a:xfrm>
              <a:off x="1227500" y="3126475"/>
              <a:ext cx="12400" cy="12400"/>
            </a:xfrm>
            <a:custGeom>
              <a:avLst/>
              <a:gdLst/>
              <a:ahLst/>
              <a:cxnLst/>
              <a:rect l="l" t="t" r="r" b="b"/>
              <a:pathLst>
                <a:path w="496" h="496" extrusionOk="0">
                  <a:moveTo>
                    <a:pt x="251" y="0"/>
                  </a:moveTo>
                  <a:cubicBezTo>
                    <a:pt x="109" y="0"/>
                    <a:pt x="0" y="109"/>
                    <a:pt x="0" y="252"/>
                  </a:cubicBezTo>
                  <a:cubicBezTo>
                    <a:pt x="0" y="388"/>
                    <a:pt x="109" y="496"/>
                    <a:pt x="251" y="496"/>
                  </a:cubicBezTo>
                  <a:cubicBezTo>
                    <a:pt x="387" y="496"/>
                    <a:pt x="496" y="388"/>
                    <a:pt x="496" y="252"/>
                  </a:cubicBezTo>
                  <a:cubicBezTo>
                    <a:pt x="496"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3" name="Google Shape;9383;p14"/>
            <p:cNvSpPr/>
            <p:nvPr/>
          </p:nvSpPr>
          <p:spPr>
            <a:xfrm>
              <a:off x="1319275" y="3126475"/>
              <a:ext cx="12550" cy="12400"/>
            </a:xfrm>
            <a:custGeom>
              <a:avLst/>
              <a:gdLst/>
              <a:ahLst/>
              <a:cxnLst/>
              <a:rect l="l" t="t" r="r" b="b"/>
              <a:pathLst>
                <a:path w="502" h="496" extrusionOk="0">
                  <a:moveTo>
                    <a:pt x="252" y="0"/>
                  </a:moveTo>
                  <a:cubicBezTo>
                    <a:pt x="114" y="0"/>
                    <a:pt x="1" y="109"/>
                    <a:pt x="1" y="252"/>
                  </a:cubicBezTo>
                  <a:cubicBezTo>
                    <a:pt x="1" y="388"/>
                    <a:pt x="114" y="496"/>
                    <a:pt x="252" y="496"/>
                  </a:cubicBezTo>
                  <a:cubicBezTo>
                    <a:pt x="388" y="496"/>
                    <a:pt x="501" y="388"/>
                    <a:pt x="501" y="252"/>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4" name="Google Shape;9384;p14"/>
            <p:cNvSpPr/>
            <p:nvPr/>
          </p:nvSpPr>
          <p:spPr>
            <a:xfrm>
              <a:off x="1411200" y="3126475"/>
              <a:ext cx="12425" cy="12400"/>
            </a:xfrm>
            <a:custGeom>
              <a:avLst/>
              <a:gdLst/>
              <a:ahLst/>
              <a:cxnLst/>
              <a:rect l="l" t="t" r="r" b="b"/>
              <a:pathLst>
                <a:path w="497" h="496" extrusionOk="0">
                  <a:moveTo>
                    <a:pt x="245" y="0"/>
                  </a:moveTo>
                  <a:cubicBezTo>
                    <a:pt x="109" y="0"/>
                    <a:pt x="1" y="109"/>
                    <a:pt x="1" y="252"/>
                  </a:cubicBezTo>
                  <a:cubicBezTo>
                    <a:pt x="1" y="388"/>
                    <a:pt x="109" y="496"/>
                    <a:pt x="245" y="496"/>
                  </a:cubicBezTo>
                  <a:cubicBezTo>
                    <a:pt x="388" y="496"/>
                    <a:pt x="496" y="388"/>
                    <a:pt x="496" y="252"/>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5" name="Google Shape;9385;p14"/>
            <p:cNvSpPr/>
            <p:nvPr/>
          </p:nvSpPr>
          <p:spPr>
            <a:xfrm>
              <a:off x="1503000" y="3126475"/>
              <a:ext cx="12525" cy="12400"/>
            </a:xfrm>
            <a:custGeom>
              <a:avLst/>
              <a:gdLst/>
              <a:ahLst/>
              <a:cxnLst/>
              <a:rect l="l" t="t" r="r" b="b"/>
              <a:pathLst>
                <a:path w="501" h="496" extrusionOk="0">
                  <a:moveTo>
                    <a:pt x="250" y="0"/>
                  </a:moveTo>
                  <a:cubicBezTo>
                    <a:pt x="114" y="0"/>
                    <a:pt x="0" y="109"/>
                    <a:pt x="0" y="252"/>
                  </a:cubicBezTo>
                  <a:cubicBezTo>
                    <a:pt x="0" y="388"/>
                    <a:pt x="114" y="496"/>
                    <a:pt x="250" y="496"/>
                  </a:cubicBezTo>
                  <a:cubicBezTo>
                    <a:pt x="387" y="496"/>
                    <a:pt x="501" y="388"/>
                    <a:pt x="501" y="252"/>
                  </a:cubicBezTo>
                  <a:cubicBezTo>
                    <a:pt x="501" y="109"/>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6" name="Google Shape;9386;p14"/>
            <p:cNvSpPr/>
            <p:nvPr/>
          </p:nvSpPr>
          <p:spPr>
            <a:xfrm>
              <a:off x="1594750" y="3126475"/>
              <a:ext cx="12575" cy="12400"/>
            </a:xfrm>
            <a:custGeom>
              <a:avLst/>
              <a:gdLst/>
              <a:ahLst/>
              <a:cxnLst/>
              <a:rect l="l" t="t" r="r" b="b"/>
              <a:pathLst>
                <a:path w="503" h="496" extrusionOk="0">
                  <a:moveTo>
                    <a:pt x="251" y="0"/>
                  </a:moveTo>
                  <a:cubicBezTo>
                    <a:pt x="115" y="0"/>
                    <a:pt x="0" y="109"/>
                    <a:pt x="0" y="252"/>
                  </a:cubicBezTo>
                  <a:cubicBezTo>
                    <a:pt x="0" y="388"/>
                    <a:pt x="115" y="496"/>
                    <a:pt x="251" y="496"/>
                  </a:cubicBezTo>
                  <a:cubicBezTo>
                    <a:pt x="394" y="496"/>
                    <a:pt x="503" y="388"/>
                    <a:pt x="503" y="252"/>
                  </a:cubicBezTo>
                  <a:cubicBezTo>
                    <a:pt x="503" y="109"/>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7" name="Google Shape;9387;p14"/>
            <p:cNvSpPr/>
            <p:nvPr/>
          </p:nvSpPr>
          <p:spPr>
            <a:xfrm>
              <a:off x="1686650" y="3126475"/>
              <a:ext cx="12600" cy="12400"/>
            </a:xfrm>
            <a:custGeom>
              <a:avLst/>
              <a:gdLst/>
              <a:ahLst/>
              <a:cxnLst/>
              <a:rect l="l" t="t" r="r" b="b"/>
              <a:pathLst>
                <a:path w="504" h="496" extrusionOk="0">
                  <a:moveTo>
                    <a:pt x="252" y="0"/>
                  </a:moveTo>
                  <a:cubicBezTo>
                    <a:pt x="116" y="0"/>
                    <a:pt x="1" y="109"/>
                    <a:pt x="1" y="252"/>
                  </a:cubicBezTo>
                  <a:cubicBezTo>
                    <a:pt x="1" y="388"/>
                    <a:pt x="116" y="496"/>
                    <a:pt x="252" y="496"/>
                  </a:cubicBezTo>
                  <a:cubicBezTo>
                    <a:pt x="388" y="496"/>
                    <a:pt x="503" y="388"/>
                    <a:pt x="503" y="252"/>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8" name="Google Shape;9388;p14"/>
            <p:cNvSpPr/>
            <p:nvPr/>
          </p:nvSpPr>
          <p:spPr>
            <a:xfrm>
              <a:off x="1778450" y="3126475"/>
              <a:ext cx="12550" cy="12400"/>
            </a:xfrm>
            <a:custGeom>
              <a:avLst/>
              <a:gdLst/>
              <a:ahLst/>
              <a:cxnLst/>
              <a:rect l="l" t="t" r="r" b="b"/>
              <a:pathLst>
                <a:path w="502" h="496" extrusionOk="0">
                  <a:moveTo>
                    <a:pt x="252" y="0"/>
                  </a:moveTo>
                  <a:cubicBezTo>
                    <a:pt x="114" y="0"/>
                    <a:pt x="1" y="109"/>
                    <a:pt x="1" y="252"/>
                  </a:cubicBezTo>
                  <a:cubicBezTo>
                    <a:pt x="1" y="388"/>
                    <a:pt x="114" y="496"/>
                    <a:pt x="252" y="496"/>
                  </a:cubicBezTo>
                  <a:cubicBezTo>
                    <a:pt x="388" y="496"/>
                    <a:pt x="501" y="388"/>
                    <a:pt x="501" y="252"/>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9" name="Google Shape;9389;p14"/>
            <p:cNvSpPr/>
            <p:nvPr/>
          </p:nvSpPr>
          <p:spPr>
            <a:xfrm>
              <a:off x="1870375" y="3126475"/>
              <a:ext cx="12400" cy="12400"/>
            </a:xfrm>
            <a:custGeom>
              <a:avLst/>
              <a:gdLst/>
              <a:ahLst/>
              <a:cxnLst/>
              <a:rect l="l" t="t" r="r" b="b"/>
              <a:pathLst>
                <a:path w="496" h="496" extrusionOk="0">
                  <a:moveTo>
                    <a:pt x="252" y="0"/>
                  </a:moveTo>
                  <a:cubicBezTo>
                    <a:pt x="109" y="0"/>
                    <a:pt x="0" y="109"/>
                    <a:pt x="0" y="252"/>
                  </a:cubicBezTo>
                  <a:cubicBezTo>
                    <a:pt x="0" y="388"/>
                    <a:pt x="109" y="496"/>
                    <a:pt x="252" y="496"/>
                  </a:cubicBezTo>
                  <a:cubicBezTo>
                    <a:pt x="387" y="496"/>
                    <a:pt x="496" y="388"/>
                    <a:pt x="496" y="252"/>
                  </a:cubicBezTo>
                  <a:cubicBezTo>
                    <a:pt x="496"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0" name="Google Shape;9390;p14"/>
            <p:cNvSpPr/>
            <p:nvPr/>
          </p:nvSpPr>
          <p:spPr>
            <a:xfrm>
              <a:off x="1962150" y="3126475"/>
              <a:ext cx="12550" cy="12400"/>
            </a:xfrm>
            <a:custGeom>
              <a:avLst/>
              <a:gdLst/>
              <a:ahLst/>
              <a:cxnLst/>
              <a:rect l="l" t="t" r="r" b="b"/>
              <a:pathLst>
                <a:path w="502" h="496" extrusionOk="0">
                  <a:moveTo>
                    <a:pt x="250" y="0"/>
                  </a:moveTo>
                  <a:cubicBezTo>
                    <a:pt x="114" y="0"/>
                    <a:pt x="1" y="109"/>
                    <a:pt x="1" y="252"/>
                  </a:cubicBezTo>
                  <a:cubicBezTo>
                    <a:pt x="1" y="388"/>
                    <a:pt x="114" y="496"/>
                    <a:pt x="250" y="496"/>
                  </a:cubicBezTo>
                  <a:cubicBezTo>
                    <a:pt x="388" y="496"/>
                    <a:pt x="502" y="388"/>
                    <a:pt x="502" y="252"/>
                  </a:cubicBezTo>
                  <a:cubicBezTo>
                    <a:pt x="502"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1" name="Google Shape;9391;p14"/>
            <p:cNvSpPr/>
            <p:nvPr/>
          </p:nvSpPr>
          <p:spPr>
            <a:xfrm>
              <a:off x="2054075" y="3126475"/>
              <a:ext cx="12425" cy="12400"/>
            </a:xfrm>
            <a:custGeom>
              <a:avLst/>
              <a:gdLst/>
              <a:ahLst/>
              <a:cxnLst/>
              <a:rect l="l" t="t" r="r" b="b"/>
              <a:pathLst>
                <a:path w="497" h="496" extrusionOk="0">
                  <a:moveTo>
                    <a:pt x="252" y="0"/>
                  </a:moveTo>
                  <a:cubicBezTo>
                    <a:pt x="109" y="0"/>
                    <a:pt x="1" y="109"/>
                    <a:pt x="1" y="252"/>
                  </a:cubicBezTo>
                  <a:cubicBezTo>
                    <a:pt x="1" y="388"/>
                    <a:pt x="109" y="496"/>
                    <a:pt x="252" y="496"/>
                  </a:cubicBezTo>
                  <a:cubicBezTo>
                    <a:pt x="388" y="496"/>
                    <a:pt x="496" y="388"/>
                    <a:pt x="496" y="252"/>
                  </a:cubicBezTo>
                  <a:cubicBezTo>
                    <a:pt x="496"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2" name="Google Shape;9392;p14"/>
            <p:cNvSpPr/>
            <p:nvPr/>
          </p:nvSpPr>
          <p:spPr>
            <a:xfrm>
              <a:off x="2145825" y="3126475"/>
              <a:ext cx="12600" cy="12400"/>
            </a:xfrm>
            <a:custGeom>
              <a:avLst/>
              <a:gdLst/>
              <a:ahLst/>
              <a:cxnLst/>
              <a:rect l="l" t="t" r="r" b="b"/>
              <a:pathLst>
                <a:path w="504" h="496" extrusionOk="0">
                  <a:moveTo>
                    <a:pt x="252" y="0"/>
                  </a:moveTo>
                  <a:cubicBezTo>
                    <a:pt x="116" y="0"/>
                    <a:pt x="1" y="109"/>
                    <a:pt x="1" y="252"/>
                  </a:cubicBezTo>
                  <a:cubicBezTo>
                    <a:pt x="1" y="388"/>
                    <a:pt x="116" y="496"/>
                    <a:pt x="252" y="496"/>
                  </a:cubicBezTo>
                  <a:cubicBezTo>
                    <a:pt x="388" y="496"/>
                    <a:pt x="503" y="388"/>
                    <a:pt x="503" y="252"/>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3" name="Google Shape;9393;p14"/>
            <p:cNvSpPr/>
            <p:nvPr/>
          </p:nvSpPr>
          <p:spPr>
            <a:xfrm>
              <a:off x="2237800" y="3126475"/>
              <a:ext cx="12350" cy="12400"/>
            </a:xfrm>
            <a:custGeom>
              <a:avLst/>
              <a:gdLst/>
              <a:ahLst/>
              <a:cxnLst/>
              <a:rect l="l" t="t" r="r" b="b"/>
              <a:pathLst>
                <a:path w="494" h="496" extrusionOk="0">
                  <a:moveTo>
                    <a:pt x="244" y="0"/>
                  </a:moveTo>
                  <a:cubicBezTo>
                    <a:pt x="107" y="0"/>
                    <a:pt x="0" y="109"/>
                    <a:pt x="0" y="252"/>
                  </a:cubicBezTo>
                  <a:cubicBezTo>
                    <a:pt x="0" y="388"/>
                    <a:pt x="107" y="496"/>
                    <a:pt x="244" y="496"/>
                  </a:cubicBezTo>
                  <a:cubicBezTo>
                    <a:pt x="387" y="496"/>
                    <a:pt x="494" y="388"/>
                    <a:pt x="494" y="252"/>
                  </a:cubicBezTo>
                  <a:cubicBezTo>
                    <a:pt x="494" y="109"/>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4" name="Google Shape;9394;p14"/>
            <p:cNvSpPr/>
            <p:nvPr/>
          </p:nvSpPr>
          <p:spPr>
            <a:xfrm>
              <a:off x="2329550" y="3126475"/>
              <a:ext cx="12575" cy="12400"/>
            </a:xfrm>
            <a:custGeom>
              <a:avLst/>
              <a:gdLst/>
              <a:ahLst/>
              <a:cxnLst/>
              <a:rect l="l" t="t" r="r" b="b"/>
              <a:pathLst>
                <a:path w="503" h="496" extrusionOk="0">
                  <a:moveTo>
                    <a:pt x="251" y="0"/>
                  </a:moveTo>
                  <a:cubicBezTo>
                    <a:pt x="115" y="0"/>
                    <a:pt x="0" y="109"/>
                    <a:pt x="0" y="252"/>
                  </a:cubicBezTo>
                  <a:cubicBezTo>
                    <a:pt x="0" y="388"/>
                    <a:pt x="115" y="496"/>
                    <a:pt x="251" y="496"/>
                  </a:cubicBezTo>
                  <a:cubicBezTo>
                    <a:pt x="387" y="496"/>
                    <a:pt x="502" y="388"/>
                    <a:pt x="502" y="252"/>
                  </a:cubicBezTo>
                  <a:cubicBezTo>
                    <a:pt x="502"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5" name="Google Shape;9395;p14"/>
            <p:cNvSpPr/>
            <p:nvPr/>
          </p:nvSpPr>
          <p:spPr>
            <a:xfrm>
              <a:off x="2421325" y="3126475"/>
              <a:ext cx="12550" cy="12400"/>
            </a:xfrm>
            <a:custGeom>
              <a:avLst/>
              <a:gdLst/>
              <a:ahLst/>
              <a:cxnLst/>
              <a:rect l="l" t="t" r="r" b="b"/>
              <a:pathLst>
                <a:path w="502" h="496" extrusionOk="0">
                  <a:moveTo>
                    <a:pt x="250" y="0"/>
                  </a:moveTo>
                  <a:cubicBezTo>
                    <a:pt x="114" y="0"/>
                    <a:pt x="1" y="109"/>
                    <a:pt x="1" y="252"/>
                  </a:cubicBezTo>
                  <a:cubicBezTo>
                    <a:pt x="1" y="388"/>
                    <a:pt x="114" y="496"/>
                    <a:pt x="250" y="496"/>
                  </a:cubicBezTo>
                  <a:cubicBezTo>
                    <a:pt x="395" y="496"/>
                    <a:pt x="501" y="388"/>
                    <a:pt x="501" y="252"/>
                  </a:cubicBezTo>
                  <a:cubicBezTo>
                    <a:pt x="501" y="109"/>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6" name="Google Shape;9396;p14"/>
            <p:cNvSpPr/>
            <p:nvPr/>
          </p:nvSpPr>
          <p:spPr>
            <a:xfrm>
              <a:off x="2513250" y="3126475"/>
              <a:ext cx="12575" cy="12400"/>
            </a:xfrm>
            <a:custGeom>
              <a:avLst/>
              <a:gdLst/>
              <a:ahLst/>
              <a:cxnLst/>
              <a:rect l="l" t="t" r="r" b="b"/>
              <a:pathLst>
                <a:path w="503" h="496" extrusionOk="0">
                  <a:moveTo>
                    <a:pt x="252" y="0"/>
                  </a:moveTo>
                  <a:cubicBezTo>
                    <a:pt x="109" y="0"/>
                    <a:pt x="0" y="109"/>
                    <a:pt x="0" y="252"/>
                  </a:cubicBezTo>
                  <a:cubicBezTo>
                    <a:pt x="0" y="388"/>
                    <a:pt x="109" y="496"/>
                    <a:pt x="252" y="496"/>
                  </a:cubicBezTo>
                  <a:cubicBezTo>
                    <a:pt x="388" y="496"/>
                    <a:pt x="503" y="388"/>
                    <a:pt x="503" y="252"/>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7" name="Google Shape;9397;p14"/>
            <p:cNvSpPr/>
            <p:nvPr/>
          </p:nvSpPr>
          <p:spPr>
            <a:xfrm>
              <a:off x="2605000" y="3126475"/>
              <a:ext cx="12575" cy="12400"/>
            </a:xfrm>
            <a:custGeom>
              <a:avLst/>
              <a:gdLst/>
              <a:ahLst/>
              <a:cxnLst/>
              <a:rect l="l" t="t" r="r" b="b"/>
              <a:pathLst>
                <a:path w="503" h="496" extrusionOk="0">
                  <a:moveTo>
                    <a:pt x="252" y="0"/>
                  </a:moveTo>
                  <a:cubicBezTo>
                    <a:pt x="116" y="0"/>
                    <a:pt x="0" y="109"/>
                    <a:pt x="0" y="252"/>
                  </a:cubicBezTo>
                  <a:cubicBezTo>
                    <a:pt x="0" y="388"/>
                    <a:pt x="116" y="496"/>
                    <a:pt x="252" y="496"/>
                  </a:cubicBezTo>
                  <a:cubicBezTo>
                    <a:pt x="387" y="496"/>
                    <a:pt x="503" y="388"/>
                    <a:pt x="503" y="252"/>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8" name="Google Shape;9398;p14"/>
            <p:cNvSpPr/>
            <p:nvPr/>
          </p:nvSpPr>
          <p:spPr>
            <a:xfrm>
              <a:off x="2696950" y="3126475"/>
              <a:ext cx="12375" cy="12400"/>
            </a:xfrm>
            <a:custGeom>
              <a:avLst/>
              <a:gdLst/>
              <a:ahLst/>
              <a:cxnLst/>
              <a:rect l="l" t="t" r="r" b="b"/>
              <a:pathLst>
                <a:path w="495" h="496" extrusionOk="0">
                  <a:moveTo>
                    <a:pt x="252" y="0"/>
                  </a:moveTo>
                  <a:cubicBezTo>
                    <a:pt x="108" y="0"/>
                    <a:pt x="1" y="109"/>
                    <a:pt x="1" y="252"/>
                  </a:cubicBezTo>
                  <a:cubicBezTo>
                    <a:pt x="1" y="388"/>
                    <a:pt x="108" y="496"/>
                    <a:pt x="252" y="496"/>
                  </a:cubicBezTo>
                  <a:cubicBezTo>
                    <a:pt x="388" y="496"/>
                    <a:pt x="495" y="388"/>
                    <a:pt x="495" y="252"/>
                  </a:cubicBezTo>
                  <a:cubicBezTo>
                    <a:pt x="495"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9" name="Google Shape;9399;p14"/>
            <p:cNvSpPr/>
            <p:nvPr/>
          </p:nvSpPr>
          <p:spPr>
            <a:xfrm>
              <a:off x="2788700" y="3126475"/>
              <a:ext cx="12600" cy="12400"/>
            </a:xfrm>
            <a:custGeom>
              <a:avLst/>
              <a:gdLst/>
              <a:ahLst/>
              <a:cxnLst/>
              <a:rect l="l" t="t" r="r" b="b"/>
              <a:pathLst>
                <a:path w="504" h="496" extrusionOk="0">
                  <a:moveTo>
                    <a:pt x="252" y="0"/>
                  </a:moveTo>
                  <a:cubicBezTo>
                    <a:pt x="116" y="0"/>
                    <a:pt x="1" y="109"/>
                    <a:pt x="1" y="252"/>
                  </a:cubicBezTo>
                  <a:cubicBezTo>
                    <a:pt x="1" y="388"/>
                    <a:pt x="116" y="496"/>
                    <a:pt x="252" y="496"/>
                  </a:cubicBezTo>
                  <a:cubicBezTo>
                    <a:pt x="388" y="496"/>
                    <a:pt x="503" y="388"/>
                    <a:pt x="503" y="252"/>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0" name="Google Shape;9400;p14"/>
            <p:cNvSpPr/>
            <p:nvPr/>
          </p:nvSpPr>
          <p:spPr>
            <a:xfrm>
              <a:off x="2880675" y="3126475"/>
              <a:ext cx="12375" cy="12400"/>
            </a:xfrm>
            <a:custGeom>
              <a:avLst/>
              <a:gdLst/>
              <a:ahLst/>
              <a:cxnLst/>
              <a:rect l="l" t="t" r="r" b="b"/>
              <a:pathLst>
                <a:path w="495" h="496" extrusionOk="0">
                  <a:moveTo>
                    <a:pt x="243" y="0"/>
                  </a:moveTo>
                  <a:cubicBezTo>
                    <a:pt x="107" y="0"/>
                    <a:pt x="0" y="109"/>
                    <a:pt x="0" y="252"/>
                  </a:cubicBezTo>
                  <a:cubicBezTo>
                    <a:pt x="0" y="388"/>
                    <a:pt x="107" y="496"/>
                    <a:pt x="243" y="496"/>
                  </a:cubicBezTo>
                  <a:cubicBezTo>
                    <a:pt x="387" y="496"/>
                    <a:pt x="494" y="388"/>
                    <a:pt x="494" y="252"/>
                  </a:cubicBezTo>
                  <a:cubicBezTo>
                    <a:pt x="494" y="109"/>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1" name="Google Shape;9401;p14"/>
            <p:cNvSpPr/>
            <p:nvPr/>
          </p:nvSpPr>
          <p:spPr>
            <a:xfrm>
              <a:off x="2972425" y="3126475"/>
              <a:ext cx="12575" cy="12400"/>
            </a:xfrm>
            <a:custGeom>
              <a:avLst/>
              <a:gdLst/>
              <a:ahLst/>
              <a:cxnLst/>
              <a:rect l="l" t="t" r="r" b="b"/>
              <a:pathLst>
                <a:path w="503" h="496" extrusionOk="0">
                  <a:moveTo>
                    <a:pt x="251" y="0"/>
                  </a:moveTo>
                  <a:cubicBezTo>
                    <a:pt x="115" y="0"/>
                    <a:pt x="0" y="109"/>
                    <a:pt x="0" y="252"/>
                  </a:cubicBezTo>
                  <a:cubicBezTo>
                    <a:pt x="0" y="388"/>
                    <a:pt x="115" y="496"/>
                    <a:pt x="251" y="496"/>
                  </a:cubicBezTo>
                  <a:cubicBezTo>
                    <a:pt x="387" y="496"/>
                    <a:pt x="503" y="388"/>
                    <a:pt x="503" y="252"/>
                  </a:cubicBezTo>
                  <a:cubicBezTo>
                    <a:pt x="503"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2" name="Google Shape;9402;p14"/>
            <p:cNvSpPr/>
            <p:nvPr/>
          </p:nvSpPr>
          <p:spPr>
            <a:xfrm>
              <a:off x="3064375" y="3126475"/>
              <a:ext cx="12375" cy="12400"/>
            </a:xfrm>
            <a:custGeom>
              <a:avLst/>
              <a:gdLst/>
              <a:ahLst/>
              <a:cxnLst/>
              <a:rect l="l" t="t" r="r" b="b"/>
              <a:pathLst>
                <a:path w="495" h="496" extrusionOk="0">
                  <a:moveTo>
                    <a:pt x="243" y="0"/>
                  </a:moveTo>
                  <a:cubicBezTo>
                    <a:pt x="107" y="0"/>
                    <a:pt x="1" y="109"/>
                    <a:pt x="1" y="252"/>
                  </a:cubicBezTo>
                  <a:cubicBezTo>
                    <a:pt x="1" y="388"/>
                    <a:pt x="107" y="496"/>
                    <a:pt x="243" y="496"/>
                  </a:cubicBezTo>
                  <a:cubicBezTo>
                    <a:pt x="388" y="496"/>
                    <a:pt x="495" y="388"/>
                    <a:pt x="495" y="252"/>
                  </a:cubicBezTo>
                  <a:cubicBezTo>
                    <a:pt x="495" y="109"/>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14"/>
            <p:cNvSpPr/>
            <p:nvPr/>
          </p:nvSpPr>
          <p:spPr>
            <a:xfrm>
              <a:off x="3156125" y="3126475"/>
              <a:ext cx="12600" cy="12400"/>
            </a:xfrm>
            <a:custGeom>
              <a:avLst/>
              <a:gdLst/>
              <a:ahLst/>
              <a:cxnLst/>
              <a:rect l="l" t="t" r="r" b="b"/>
              <a:pathLst>
                <a:path w="504" h="496" extrusionOk="0">
                  <a:moveTo>
                    <a:pt x="252" y="0"/>
                  </a:moveTo>
                  <a:cubicBezTo>
                    <a:pt x="116" y="0"/>
                    <a:pt x="1" y="109"/>
                    <a:pt x="1" y="252"/>
                  </a:cubicBezTo>
                  <a:cubicBezTo>
                    <a:pt x="1" y="388"/>
                    <a:pt x="116" y="496"/>
                    <a:pt x="252" y="496"/>
                  </a:cubicBezTo>
                  <a:cubicBezTo>
                    <a:pt x="388" y="496"/>
                    <a:pt x="503" y="388"/>
                    <a:pt x="503" y="252"/>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4" name="Google Shape;9404;p14"/>
            <p:cNvSpPr/>
            <p:nvPr/>
          </p:nvSpPr>
          <p:spPr>
            <a:xfrm>
              <a:off x="3247875" y="3126475"/>
              <a:ext cx="12575" cy="12400"/>
            </a:xfrm>
            <a:custGeom>
              <a:avLst/>
              <a:gdLst/>
              <a:ahLst/>
              <a:cxnLst/>
              <a:rect l="l" t="t" r="r" b="b"/>
              <a:pathLst>
                <a:path w="503" h="496" extrusionOk="0">
                  <a:moveTo>
                    <a:pt x="252" y="0"/>
                  </a:moveTo>
                  <a:cubicBezTo>
                    <a:pt x="116" y="0"/>
                    <a:pt x="1" y="109"/>
                    <a:pt x="1" y="252"/>
                  </a:cubicBezTo>
                  <a:cubicBezTo>
                    <a:pt x="1" y="388"/>
                    <a:pt x="116" y="496"/>
                    <a:pt x="252" y="496"/>
                  </a:cubicBezTo>
                  <a:cubicBezTo>
                    <a:pt x="388" y="496"/>
                    <a:pt x="503" y="388"/>
                    <a:pt x="503" y="252"/>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5" name="Google Shape;9405;p14"/>
            <p:cNvSpPr/>
            <p:nvPr/>
          </p:nvSpPr>
          <p:spPr>
            <a:xfrm>
              <a:off x="3339850" y="3126475"/>
              <a:ext cx="12525" cy="12400"/>
            </a:xfrm>
            <a:custGeom>
              <a:avLst/>
              <a:gdLst/>
              <a:ahLst/>
              <a:cxnLst/>
              <a:rect l="l" t="t" r="r" b="b"/>
              <a:pathLst>
                <a:path w="501" h="496" extrusionOk="0">
                  <a:moveTo>
                    <a:pt x="251" y="0"/>
                  </a:moveTo>
                  <a:cubicBezTo>
                    <a:pt x="107" y="0"/>
                    <a:pt x="0" y="109"/>
                    <a:pt x="0" y="252"/>
                  </a:cubicBezTo>
                  <a:cubicBezTo>
                    <a:pt x="0" y="388"/>
                    <a:pt x="107" y="496"/>
                    <a:pt x="251" y="496"/>
                  </a:cubicBezTo>
                  <a:cubicBezTo>
                    <a:pt x="387" y="496"/>
                    <a:pt x="501" y="388"/>
                    <a:pt x="501" y="252"/>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6" name="Google Shape;9406;p14"/>
            <p:cNvSpPr/>
            <p:nvPr/>
          </p:nvSpPr>
          <p:spPr>
            <a:xfrm>
              <a:off x="3431575" y="3126475"/>
              <a:ext cx="12600" cy="12400"/>
            </a:xfrm>
            <a:custGeom>
              <a:avLst/>
              <a:gdLst/>
              <a:ahLst/>
              <a:cxnLst/>
              <a:rect l="l" t="t" r="r" b="b"/>
              <a:pathLst>
                <a:path w="504" h="496" extrusionOk="0">
                  <a:moveTo>
                    <a:pt x="252" y="0"/>
                  </a:moveTo>
                  <a:cubicBezTo>
                    <a:pt x="116" y="0"/>
                    <a:pt x="1" y="109"/>
                    <a:pt x="1" y="252"/>
                  </a:cubicBezTo>
                  <a:cubicBezTo>
                    <a:pt x="1" y="388"/>
                    <a:pt x="116" y="496"/>
                    <a:pt x="252" y="496"/>
                  </a:cubicBezTo>
                  <a:cubicBezTo>
                    <a:pt x="388" y="496"/>
                    <a:pt x="503" y="388"/>
                    <a:pt x="503" y="252"/>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7" name="Google Shape;9407;p14"/>
            <p:cNvSpPr/>
            <p:nvPr/>
          </p:nvSpPr>
          <p:spPr>
            <a:xfrm>
              <a:off x="3523550" y="3126475"/>
              <a:ext cx="12375" cy="12400"/>
            </a:xfrm>
            <a:custGeom>
              <a:avLst/>
              <a:gdLst/>
              <a:ahLst/>
              <a:cxnLst/>
              <a:rect l="l" t="t" r="r" b="b"/>
              <a:pathLst>
                <a:path w="495" h="496" extrusionOk="0">
                  <a:moveTo>
                    <a:pt x="250" y="0"/>
                  </a:moveTo>
                  <a:cubicBezTo>
                    <a:pt x="107" y="0"/>
                    <a:pt x="0" y="109"/>
                    <a:pt x="0" y="252"/>
                  </a:cubicBezTo>
                  <a:cubicBezTo>
                    <a:pt x="0" y="388"/>
                    <a:pt x="107" y="496"/>
                    <a:pt x="250" y="496"/>
                  </a:cubicBezTo>
                  <a:cubicBezTo>
                    <a:pt x="388" y="496"/>
                    <a:pt x="494" y="388"/>
                    <a:pt x="494" y="252"/>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8" name="Google Shape;9408;p14"/>
            <p:cNvSpPr/>
            <p:nvPr/>
          </p:nvSpPr>
          <p:spPr>
            <a:xfrm>
              <a:off x="676400" y="32182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9" name="Google Shape;9409;p14"/>
            <p:cNvSpPr/>
            <p:nvPr/>
          </p:nvSpPr>
          <p:spPr>
            <a:xfrm>
              <a:off x="768325" y="3218225"/>
              <a:ext cx="12400" cy="12575"/>
            </a:xfrm>
            <a:custGeom>
              <a:avLst/>
              <a:gdLst/>
              <a:ahLst/>
              <a:cxnLst/>
              <a:rect l="l" t="t" r="r" b="b"/>
              <a:pathLst>
                <a:path w="496" h="503" extrusionOk="0">
                  <a:moveTo>
                    <a:pt x="245" y="0"/>
                  </a:moveTo>
                  <a:cubicBezTo>
                    <a:pt x="109" y="0"/>
                    <a:pt x="0" y="116"/>
                    <a:pt x="0" y="252"/>
                  </a:cubicBezTo>
                  <a:cubicBezTo>
                    <a:pt x="0" y="387"/>
                    <a:pt x="109" y="503"/>
                    <a:pt x="245" y="503"/>
                  </a:cubicBezTo>
                  <a:cubicBezTo>
                    <a:pt x="388" y="503"/>
                    <a:pt x="496" y="387"/>
                    <a:pt x="496" y="252"/>
                  </a:cubicBezTo>
                  <a:cubicBezTo>
                    <a:pt x="496" y="116"/>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0" name="Google Shape;9410;p14"/>
            <p:cNvSpPr/>
            <p:nvPr/>
          </p:nvSpPr>
          <p:spPr>
            <a:xfrm>
              <a:off x="860125" y="3218225"/>
              <a:ext cx="12525" cy="12575"/>
            </a:xfrm>
            <a:custGeom>
              <a:avLst/>
              <a:gdLst/>
              <a:ahLst/>
              <a:cxnLst/>
              <a:rect l="l" t="t" r="r" b="b"/>
              <a:pathLst>
                <a:path w="501" h="503" extrusionOk="0">
                  <a:moveTo>
                    <a:pt x="251" y="0"/>
                  </a:moveTo>
                  <a:cubicBezTo>
                    <a:pt x="114" y="0"/>
                    <a:pt x="0" y="116"/>
                    <a:pt x="0" y="252"/>
                  </a:cubicBezTo>
                  <a:cubicBezTo>
                    <a:pt x="0" y="387"/>
                    <a:pt x="114" y="503"/>
                    <a:pt x="251" y="503"/>
                  </a:cubicBezTo>
                  <a:cubicBezTo>
                    <a:pt x="387" y="503"/>
                    <a:pt x="501" y="387"/>
                    <a:pt x="501" y="252"/>
                  </a:cubicBezTo>
                  <a:cubicBezTo>
                    <a:pt x="501"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1" name="Google Shape;9411;p14"/>
            <p:cNvSpPr/>
            <p:nvPr/>
          </p:nvSpPr>
          <p:spPr>
            <a:xfrm>
              <a:off x="951850" y="32182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2" name="Google Shape;9412;p14"/>
            <p:cNvSpPr/>
            <p:nvPr/>
          </p:nvSpPr>
          <p:spPr>
            <a:xfrm>
              <a:off x="1043825" y="3218225"/>
              <a:ext cx="12375" cy="12575"/>
            </a:xfrm>
            <a:custGeom>
              <a:avLst/>
              <a:gdLst/>
              <a:ahLst/>
              <a:cxnLst/>
              <a:rect l="l" t="t" r="r" b="b"/>
              <a:pathLst>
                <a:path w="495" h="503" extrusionOk="0">
                  <a:moveTo>
                    <a:pt x="250" y="0"/>
                  </a:moveTo>
                  <a:cubicBezTo>
                    <a:pt x="107" y="0"/>
                    <a:pt x="0" y="116"/>
                    <a:pt x="0" y="252"/>
                  </a:cubicBezTo>
                  <a:cubicBezTo>
                    <a:pt x="0" y="387"/>
                    <a:pt x="107" y="503"/>
                    <a:pt x="250" y="503"/>
                  </a:cubicBezTo>
                  <a:cubicBezTo>
                    <a:pt x="388" y="503"/>
                    <a:pt x="494" y="387"/>
                    <a:pt x="494" y="252"/>
                  </a:cubicBezTo>
                  <a:cubicBezTo>
                    <a:pt x="494"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3" name="Google Shape;9413;p14"/>
            <p:cNvSpPr/>
            <p:nvPr/>
          </p:nvSpPr>
          <p:spPr>
            <a:xfrm>
              <a:off x="1135575" y="3218225"/>
              <a:ext cx="12575" cy="12575"/>
            </a:xfrm>
            <a:custGeom>
              <a:avLst/>
              <a:gdLst/>
              <a:ahLst/>
              <a:cxnLst/>
              <a:rect l="l" t="t" r="r" b="b"/>
              <a:pathLst>
                <a:path w="503" h="503" extrusionOk="0">
                  <a:moveTo>
                    <a:pt x="252" y="0"/>
                  </a:moveTo>
                  <a:cubicBezTo>
                    <a:pt x="116" y="0"/>
                    <a:pt x="0" y="116"/>
                    <a:pt x="0" y="252"/>
                  </a:cubicBezTo>
                  <a:cubicBezTo>
                    <a:pt x="0" y="387"/>
                    <a:pt x="116" y="503"/>
                    <a:pt x="252" y="503"/>
                  </a:cubicBezTo>
                  <a:cubicBezTo>
                    <a:pt x="387" y="503"/>
                    <a:pt x="503" y="387"/>
                    <a:pt x="503" y="252"/>
                  </a:cubicBezTo>
                  <a:cubicBezTo>
                    <a:pt x="503"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4" name="Google Shape;9414;p14"/>
            <p:cNvSpPr/>
            <p:nvPr/>
          </p:nvSpPr>
          <p:spPr>
            <a:xfrm>
              <a:off x="1227500" y="3218225"/>
              <a:ext cx="12400" cy="12575"/>
            </a:xfrm>
            <a:custGeom>
              <a:avLst/>
              <a:gdLst/>
              <a:ahLst/>
              <a:cxnLst/>
              <a:rect l="l" t="t" r="r" b="b"/>
              <a:pathLst>
                <a:path w="496" h="503" extrusionOk="0">
                  <a:moveTo>
                    <a:pt x="251" y="0"/>
                  </a:moveTo>
                  <a:cubicBezTo>
                    <a:pt x="109" y="0"/>
                    <a:pt x="0" y="116"/>
                    <a:pt x="0" y="252"/>
                  </a:cubicBezTo>
                  <a:cubicBezTo>
                    <a:pt x="0" y="387"/>
                    <a:pt x="109" y="503"/>
                    <a:pt x="251" y="503"/>
                  </a:cubicBezTo>
                  <a:cubicBezTo>
                    <a:pt x="387" y="503"/>
                    <a:pt x="496" y="387"/>
                    <a:pt x="496" y="252"/>
                  </a:cubicBezTo>
                  <a:cubicBezTo>
                    <a:pt x="496"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5" name="Google Shape;9415;p14"/>
            <p:cNvSpPr/>
            <p:nvPr/>
          </p:nvSpPr>
          <p:spPr>
            <a:xfrm>
              <a:off x="1319275" y="3218225"/>
              <a:ext cx="12550" cy="12575"/>
            </a:xfrm>
            <a:custGeom>
              <a:avLst/>
              <a:gdLst/>
              <a:ahLst/>
              <a:cxnLst/>
              <a:rect l="l" t="t" r="r" b="b"/>
              <a:pathLst>
                <a:path w="502" h="503" extrusionOk="0">
                  <a:moveTo>
                    <a:pt x="252" y="0"/>
                  </a:moveTo>
                  <a:cubicBezTo>
                    <a:pt x="114" y="0"/>
                    <a:pt x="1" y="116"/>
                    <a:pt x="1" y="252"/>
                  </a:cubicBezTo>
                  <a:cubicBezTo>
                    <a:pt x="1" y="387"/>
                    <a:pt x="114" y="503"/>
                    <a:pt x="252" y="503"/>
                  </a:cubicBezTo>
                  <a:cubicBezTo>
                    <a:pt x="388" y="503"/>
                    <a:pt x="501" y="387"/>
                    <a:pt x="501" y="252"/>
                  </a:cubicBezTo>
                  <a:cubicBezTo>
                    <a:pt x="501"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6" name="Google Shape;9416;p14"/>
            <p:cNvSpPr/>
            <p:nvPr/>
          </p:nvSpPr>
          <p:spPr>
            <a:xfrm>
              <a:off x="1411200" y="3218225"/>
              <a:ext cx="12425" cy="12575"/>
            </a:xfrm>
            <a:custGeom>
              <a:avLst/>
              <a:gdLst/>
              <a:ahLst/>
              <a:cxnLst/>
              <a:rect l="l" t="t" r="r" b="b"/>
              <a:pathLst>
                <a:path w="497" h="503" extrusionOk="0">
                  <a:moveTo>
                    <a:pt x="245" y="0"/>
                  </a:moveTo>
                  <a:cubicBezTo>
                    <a:pt x="109" y="0"/>
                    <a:pt x="1" y="116"/>
                    <a:pt x="1" y="252"/>
                  </a:cubicBezTo>
                  <a:cubicBezTo>
                    <a:pt x="1" y="387"/>
                    <a:pt x="109" y="503"/>
                    <a:pt x="245" y="503"/>
                  </a:cubicBezTo>
                  <a:cubicBezTo>
                    <a:pt x="388" y="503"/>
                    <a:pt x="496" y="387"/>
                    <a:pt x="496" y="252"/>
                  </a:cubicBezTo>
                  <a:cubicBezTo>
                    <a:pt x="496" y="116"/>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7" name="Google Shape;9417;p14"/>
            <p:cNvSpPr/>
            <p:nvPr/>
          </p:nvSpPr>
          <p:spPr>
            <a:xfrm>
              <a:off x="1503000" y="3218225"/>
              <a:ext cx="12525" cy="12575"/>
            </a:xfrm>
            <a:custGeom>
              <a:avLst/>
              <a:gdLst/>
              <a:ahLst/>
              <a:cxnLst/>
              <a:rect l="l" t="t" r="r" b="b"/>
              <a:pathLst>
                <a:path w="501" h="503" extrusionOk="0">
                  <a:moveTo>
                    <a:pt x="250" y="0"/>
                  </a:moveTo>
                  <a:cubicBezTo>
                    <a:pt x="114" y="0"/>
                    <a:pt x="0" y="116"/>
                    <a:pt x="0" y="252"/>
                  </a:cubicBezTo>
                  <a:cubicBezTo>
                    <a:pt x="0" y="387"/>
                    <a:pt x="114" y="503"/>
                    <a:pt x="250" y="503"/>
                  </a:cubicBezTo>
                  <a:cubicBezTo>
                    <a:pt x="387" y="503"/>
                    <a:pt x="501" y="387"/>
                    <a:pt x="501" y="252"/>
                  </a:cubicBezTo>
                  <a:cubicBezTo>
                    <a:pt x="501" y="116"/>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8" name="Google Shape;9418;p14"/>
            <p:cNvSpPr/>
            <p:nvPr/>
          </p:nvSpPr>
          <p:spPr>
            <a:xfrm>
              <a:off x="1594750" y="3218225"/>
              <a:ext cx="12575" cy="12575"/>
            </a:xfrm>
            <a:custGeom>
              <a:avLst/>
              <a:gdLst/>
              <a:ahLst/>
              <a:cxnLst/>
              <a:rect l="l" t="t" r="r" b="b"/>
              <a:pathLst>
                <a:path w="503" h="503" extrusionOk="0">
                  <a:moveTo>
                    <a:pt x="251" y="0"/>
                  </a:moveTo>
                  <a:cubicBezTo>
                    <a:pt x="115" y="0"/>
                    <a:pt x="0" y="116"/>
                    <a:pt x="0" y="252"/>
                  </a:cubicBezTo>
                  <a:cubicBezTo>
                    <a:pt x="0" y="387"/>
                    <a:pt x="115" y="503"/>
                    <a:pt x="251" y="503"/>
                  </a:cubicBezTo>
                  <a:cubicBezTo>
                    <a:pt x="394" y="503"/>
                    <a:pt x="503" y="387"/>
                    <a:pt x="503" y="252"/>
                  </a:cubicBezTo>
                  <a:cubicBezTo>
                    <a:pt x="503" y="116"/>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9" name="Google Shape;9419;p14"/>
            <p:cNvSpPr/>
            <p:nvPr/>
          </p:nvSpPr>
          <p:spPr>
            <a:xfrm>
              <a:off x="1686650" y="32182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0" name="Google Shape;9420;p14"/>
            <p:cNvSpPr/>
            <p:nvPr/>
          </p:nvSpPr>
          <p:spPr>
            <a:xfrm>
              <a:off x="1778450" y="3218225"/>
              <a:ext cx="12550" cy="12575"/>
            </a:xfrm>
            <a:custGeom>
              <a:avLst/>
              <a:gdLst/>
              <a:ahLst/>
              <a:cxnLst/>
              <a:rect l="l" t="t" r="r" b="b"/>
              <a:pathLst>
                <a:path w="502" h="503" extrusionOk="0">
                  <a:moveTo>
                    <a:pt x="252" y="0"/>
                  </a:moveTo>
                  <a:cubicBezTo>
                    <a:pt x="114" y="0"/>
                    <a:pt x="1" y="116"/>
                    <a:pt x="1" y="252"/>
                  </a:cubicBezTo>
                  <a:cubicBezTo>
                    <a:pt x="1" y="387"/>
                    <a:pt x="114" y="503"/>
                    <a:pt x="252" y="503"/>
                  </a:cubicBezTo>
                  <a:cubicBezTo>
                    <a:pt x="388" y="503"/>
                    <a:pt x="501" y="387"/>
                    <a:pt x="501" y="252"/>
                  </a:cubicBezTo>
                  <a:cubicBezTo>
                    <a:pt x="501"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1" name="Google Shape;9421;p14"/>
            <p:cNvSpPr/>
            <p:nvPr/>
          </p:nvSpPr>
          <p:spPr>
            <a:xfrm>
              <a:off x="1870375" y="3218225"/>
              <a:ext cx="12400" cy="12575"/>
            </a:xfrm>
            <a:custGeom>
              <a:avLst/>
              <a:gdLst/>
              <a:ahLst/>
              <a:cxnLst/>
              <a:rect l="l" t="t" r="r" b="b"/>
              <a:pathLst>
                <a:path w="496" h="503" extrusionOk="0">
                  <a:moveTo>
                    <a:pt x="252" y="0"/>
                  </a:moveTo>
                  <a:cubicBezTo>
                    <a:pt x="109" y="0"/>
                    <a:pt x="0" y="116"/>
                    <a:pt x="0" y="252"/>
                  </a:cubicBezTo>
                  <a:cubicBezTo>
                    <a:pt x="0" y="387"/>
                    <a:pt x="109" y="503"/>
                    <a:pt x="252" y="503"/>
                  </a:cubicBezTo>
                  <a:cubicBezTo>
                    <a:pt x="387" y="503"/>
                    <a:pt x="496" y="387"/>
                    <a:pt x="496" y="252"/>
                  </a:cubicBezTo>
                  <a:cubicBezTo>
                    <a:pt x="496"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2" name="Google Shape;9422;p14"/>
            <p:cNvSpPr/>
            <p:nvPr/>
          </p:nvSpPr>
          <p:spPr>
            <a:xfrm>
              <a:off x="1962150" y="3218225"/>
              <a:ext cx="12550" cy="12575"/>
            </a:xfrm>
            <a:custGeom>
              <a:avLst/>
              <a:gdLst/>
              <a:ahLst/>
              <a:cxnLst/>
              <a:rect l="l" t="t" r="r" b="b"/>
              <a:pathLst>
                <a:path w="502" h="503" extrusionOk="0">
                  <a:moveTo>
                    <a:pt x="250" y="0"/>
                  </a:moveTo>
                  <a:cubicBezTo>
                    <a:pt x="114" y="0"/>
                    <a:pt x="1" y="116"/>
                    <a:pt x="1" y="252"/>
                  </a:cubicBezTo>
                  <a:cubicBezTo>
                    <a:pt x="1" y="387"/>
                    <a:pt x="114" y="503"/>
                    <a:pt x="250" y="503"/>
                  </a:cubicBezTo>
                  <a:cubicBezTo>
                    <a:pt x="388" y="503"/>
                    <a:pt x="502" y="387"/>
                    <a:pt x="502" y="252"/>
                  </a:cubicBezTo>
                  <a:cubicBezTo>
                    <a:pt x="502"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3" name="Google Shape;9423;p14"/>
            <p:cNvSpPr/>
            <p:nvPr/>
          </p:nvSpPr>
          <p:spPr>
            <a:xfrm>
              <a:off x="2054075" y="3218225"/>
              <a:ext cx="12425" cy="12575"/>
            </a:xfrm>
            <a:custGeom>
              <a:avLst/>
              <a:gdLst/>
              <a:ahLst/>
              <a:cxnLst/>
              <a:rect l="l" t="t" r="r" b="b"/>
              <a:pathLst>
                <a:path w="497" h="503" extrusionOk="0">
                  <a:moveTo>
                    <a:pt x="252" y="0"/>
                  </a:moveTo>
                  <a:cubicBezTo>
                    <a:pt x="109" y="0"/>
                    <a:pt x="1" y="116"/>
                    <a:pt x="1" y="252"/>
                  </a:cubicBezTo>
                  <a:cubicBezTo>
                    <a:pt x="1" y="387"/>
                    <a:pt x="109" y="503"/>
                    <a:pt x="252" y="503"/>
                  </a:cubicBezTo>
                  <a:cubicBezTo>
                    <a:pt x="388" y="503"/>
                    <a:pt x="496" y="387"/>
                    <a:pt x="496" y="252"/>
                  </a:cubicBezTo>
                  <a:cubicBezTo>
                    <a:pt x="496"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4" name="Google Shape;9424;p14"/>
            <p:cNvSpPr/>
            <p:nvPr/>
          </p:nvSpPr>
          <p:spPr>
            <a:xfrm>
              <a:off x="2145825" y="32182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5" name="Google Shape;9425;p14"/>
            <p:cNvSpPr/>
            <p:nvPr/>
          </p:nvSpPr>
          <p:spPr>
            <a:xfrm>
              <a:off x="2237800" y="3218225"/>
              <a:ext cx="12350" cy="12575"/>
            </a:xfrm>
            <a:custGeom>
              <a:avLst/>
              <a:gdLst/>
              <a:ahLst/>
              <a:cxnLst/>
              <a:rect l="l" t="t" r="r" b="b"/>
              <a:pathLst>
                <a:path w="494" h="503" extrusionOk="0">
                  <a:moveTo>
                    <a:pt x="244" y="0"/>
                  </a:moveTo>
                  <a:cubicBezTo>
                    <a:pt x="107" y="0"/>
                    <a:pt x="0" y="116"/>
                    <a:pt x="0" y="252"/>
                  </a:cubicBezTo>
                  <a:cubicBezTo>
                    <a:pt x="0" y="387"/>
                    <a:pt x="107" y="503"/>
                    <a:pt x="244" y="503"/>
                  </a:cubicBezTo>
                  <a:cubicBezTo>
                    <a:pt x="387" y="503"/>
                    <a:pt x="494" y="387"/>
                    <a:pt x="494" y="252"/>
                  </a:cubicBezTo>
                  <a:cubicBezTo>
                    <a:pt x="494" y="116"/>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6" name="Google Shape;9426;p14"/>
            <p:cNvSpPr/>
            <p:nvPr/>
          </p:nvSpPr>
          <p:spPr>
            <a:xfrm>
              <a:off x="2329550" y="3218225"/>
              <a:ext cx="12575" cy="12575"/>
            </a:xfrm>
            <a:custGeom>
              <a:avLst/>
              <a:gdLst/>
              <a:ahLst/>
              <a:cxnLst/>
              <a:rect l="l" t="t" r="r" b="b"/>
              <a:pathLst>
                <a:path w="503" h="503" extrusionOk="0">
                  <a:moveTo>
                    <a:pt x="251" y="0"/>
                  </a:moveTo>
                  <a:cubicBezTo>
                    <a:pt x="115" y="0"/>
                    <a:pt x="0" y="116"/>
                    <a:pt x="0" y="252"/>
                  </a:cubicBezTo>
                  <a:cubicBezTo>
                    <a:pt x="0" y="387"/>
                    <a:pt x="115" y="503"/>
                    <a:pt x="251" y="503"/>
                  </a:cubicBezTo>
                  <a:cubicBezTo>
                    <a:pt x="387" y="503"/>
                    <a:pt x="502" y="387"/>
                    <a:pt x="502" y="252"/>
                  </a:cubicBezTo>
                  <a:cubicBezTo>
                    <a:pt x="502"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7" name="Google Shape;9427;p14"/>
            <p:cNvSpPr/>
            <p:nvPr/>
          </p:nvSpPr>
          <p:spPr>
            <a:xfrm>
              <a:off x="2421325" y="3218225"/>
              <a:ext cx="12550" cy="12575"/>
            </a:xfrm>
            <a:custGeom>
              <a:avLst/>
              <a:gdLst/>
              <a:ahLst/>
              <a:cxnLst/>
              <a:rect l="l" t="t" r="r" b="b"/>
              <a:pathLst>
                <a:path w="502" h="503" extrusionOk="0">
                  <a:moveTo>
                    <a:pt x="250" y="0"/>
                  </a:moveTo>
                  <a:cubicBezTo>
                    <a:pt x="114" y="0"/>
                    <a:pt x="1" y="116"/>
                    <a:pt x="1" y="252"/>
                  </a:cubicBezTo>
                  <a:cubicBezTo>
                    <a:pt x="1" y="387"/>
                    <a:pt x="114" y="503"/>
                    <a:pt x="250" y="503"/>
                  </a:cubicBezTo>
                  <a:cubicBezTo>
                    <a:pt x="395" y="503"/>
                    <a:pt x="501" y="387"/>
                    <a:pt x="501" y="252"/>
                  </a:cubicBezTo>
                  <a:cubicBezTo>
                    <a:pt x="501" y="116"/>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8" name="Google Shape;9428;p14"/>
            <p:cNvSpPr/>
            <p:nvPr/>
          </p:nvSpPr>
          <p:spPr>
            <a:xfrm>
              <a:off x="2513250" y="3218225"/>
              <a:ext cx="12575" cy="12575"/>
            </a:xfrm>
            <a:custGeom>
              <a:avLst/>
              <a:gdLst/>
              <a:ahLst/>
              <a:cxnLst/>
              <a:rect l="l" t="t" r="r" b="b"/>
              <a:pathLst>
                <a:path w="503" h="503" extrusionOk="0">
                  <a:moveTo>
                    <a:pt x="252" y="0"/>
                  </a:moveTo>
                  <a:cubicBezTo>
                    <a:pt x="109" y="0"/>
                    <a:pt x="0" y="116"/>
                    <a:pt x="0" y="252"/>
                  </a:cubicBezTo>
                  <a:cubicBezTo>
                    <a:pt x="0" y="387"/>
                    <a:pt x="109"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9" name="Google Shape;9429;p14"/>
            <p:cNvSpPr/>
            <p:nvPr/>
          </p:nvSpPr>
          <p:spPr>
            <a:xfrm>
              <a:off x="2605000" y="3218225"/>
              <a:ext cx="12575" cy="12575"/>
            </a:xfrm>
            <a:custGeom>
              <a:avLst/>
              <a:gdLst/>
              <a:ahLst/>
              <a:cxnLst/>
              <a:rect l="l" t="t" r="r" b="b"/>
              <a:pathLst>
                <a:path w="503" h="503" extrusionOk="0">
                  <a:moveTo>
                    <a:pt x="252" y="0"/>
                  </a:moveTo>
                  <a:cubicBezTo>
                    <a:pt x="116" y="0"/>
                    <a:pt x="0" y="116"/>
                    <a:pt x="0" y="252"/>
                  </a:cubicBezTo>
                  <a:cubicBezTo>
                    <a:pt x="0" y="387"/>
                    <a:pt x="116" y="503"/>
                    <a:pt x="252" y="503"/>
                  </a:cubicBezTo>
                  <a:cubicBezTo>
                    <a:pt x="387" y="503"/>
                    <a:pt x="503" y="387"/>
                    <a:pt x="503" y="252"/>
                  </a:cubicBezTo>
                  <a:cubicBezTo>
                    <a:pt x="503"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0" name="Google Shape;9430;p14"/>
            <p:cNvSpPr/>
            <p:nvPr/>
          </p:nvSpPr>
          <p:spPr>
            <a:xfrm>
              <a:off x="2696950" y="3218225"/>
              <a:ext cx="12375" cy="12575"/>
            </a:xfrm>
            <a:custGeom>
              <a:avLst/>
              <a:gdLst/>
              <a:ahLst/>
              <a:cxnLst/>
              <a:rect l="l" t="t" r="r" b="b"/>
              <a:pathLst>
                <a:path w="495" h="503" extrusionOk="0">
                  <a:moveTo>
                    <a:pt x="252" y="0"/>
                  </a:moveTo>
                  <a:cubicBezTo>
                    <a:pt x="108" y="0"/>
                    <a:pt x="1" y="116"/>
                    <a:pt x="1" y="252"/>
                  </a:cubicBezTo>
                  <a:cubicBezTo>
                    <a:pt x="1" y="387"/>
                    <a:pt x="108" y="503"/>
                    <a:pt x="252" y="503"/>
                  </a:cubicBezTo>
                  <a:cubicBezTo>
                    <a:pt x="388" y="503"/>
                    <a:pt x="495" y="387"/>
                    <a:pt x="495" y="252"/>
                  </a:cubicBezTo>
                  <a:cubicBezTo>
                    <a:pt x="495"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1" name="Google Shape;9431;p14"/>
            <p:cNvSpPr/>
            <p:nvPr/>
          </p:nvSpPr>
          <p:spPr>
            <a:xfrm>
              <a:off x="2788700" y="32182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2" name="Google Shape;9432;p14"/>
            <p:cNvSpPr/>
            <p:nvPr/>
          </p:nvSpPr>
          <p:spPr>
            <a:xfrm>
              <a:off x="2880675" y="3218225"/>
              <a:ext cx="12375" cy="12575"/>
            </a:xfrm>
            <a:custGeom>
              <a:avLst/>
              <a:gdLst/>
              <a:ahLst/>
              <a:cxnLst/>
              <a:rect l="l" t="t" r="r" b="b"/>
              <a:pathLst>
                <a:path w="495" h="503" extrusionOk="0">
                  <a:moveTo>
                    <a:pt x="243" y="0"/>
                  </a:moveTo>
                  <a:cubicBezTo>
                    <a:pt x="107" y="0"/>
                    <a:pt x="0" y="116"/>
                    <a:pt x="0" y="252"/>
                  </a:cubicBezTo>
                  <a:cubicBezTo>
                    <a:pt x="0" y="387"/>
                    <a:pt x="107" y="503"/>
                    <a:pt x="243" y="503"/>
                  </a:cubicBezTo>
                  <a:cubicBezTo>
                    <a:pt x="387" y="503"/>
                    <a:pt x="494" y="387"/>
                    <a:pt x="494" y="252"/>
                  </a:cubicBezTo>
                  <a:cubicBezTo>
                    <a:pt x="494" y="116"/>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3" name="Google Shape;9433;p14"/>
            <p:cNvSpPr/>
            <p:nvPr/>
          </p:nvSpPr>
          <p:spPr>
            <a:xfrm>
              <a:off x="2972425" y="3218225"/>
              <a:ext cx="12575" cy="12575"/>
            </a:xfrm>
            <a:custGeom>
              <a:avLst/>
              <a:gdLst/>
              <a:ahLst/>
              <a:cxnLst/>
              <a:rect l="l" t="t" r="r" b="b"/>
              <a:pathLst>
                <a:path w="503" h="503" extrusionOk="0">
                  <a:moveTo>
                    <a:pt x="251" y="0"/>
                  </a:moveTo>
                  <a:cubicBezTo>
                    <a:pt x="115" y="0"/>
                    <a:pt x="0" y="116"/>
                    <a:pt x="0" y="252"/>
                  </a:cubicBezTo>
                  <a:cubicBezTo>
                    <a:pt x="0" y="387"/>
                    <a:pt x="115" y="503"/>
                    <a:pt x="251" y="503"/>
                  </a:cubicBezTo>
                  <a:cubicBezTo>
                    <a:pt x="387" y="503"/>
                    <a:pt x="503" y="387"/>
                    <a:pt x="503" y="252"/>
                  </a:cubicBezTo>
                  <a:cubicBezTo>
                    <a:pt x="503"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4" name="Google Shape;9434;p14"/>
            <p:cNvSpPr/>
            <p:nvPr/>
          </p:nvSpPr>
          <p:spPr>
            <a:xfrm>
              <a:off x="3064375" y="3218225"/>
              <a:ext cx="12375" cy="12575"/>
            </a:xfrm>
            <a:custGeom>
              <a:avLst/>
              <a:gdLst/>
              <a:ahLst/>
              <a:cxnLst/>
              <a:rect l="l" t="t" r="r" b="b"/>
              <a:pathLst>
                <a:path w="495" h="503" extrusionOk="0">
                  <a:moveTo>
                    <a:pt x="243" y="0"/>
                  </a:moveTo>
                  <a:cubicBezTo>
                    <a:pt x="107" y="0"/>
                    <a:pt x="1" y="116"/>
                    <a:pt x="1" y="252"/>
                  </a:cubicBezTo>
                  <a:cubicBezTo>
                    <a:pt x="1" y="387"/>
                    <a:pt x="107" y="503"/>
                    <a:pt x="243" y="503"/>
                  </a:cubicBezTo>
                  <a:cubicBezTo>
                    <a:pt x="388" y="503"/>
                    <a:pt x="495" y="387"/>
                    <a:pt x="495" y="252"/>
                  </a:cubicBezTo>
                  <a:cubicBezTo>
                    <a:pt x="495" y="116"/>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5" name="Google Shape;9435;p14"/>
            <p:cNvSpPr/>
            <p:nvPr/>
          </p:nvSpPr>
          <p:spPr>
            <a:xfrm>
              <a:off x="3156125" y="32182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6" name="Google Shape;9436;p14"/>
            <p:cNvSpPr/>
            <p:nvPr/>
          </p:nvSpPr>
          <p:spPr>
            <a:xfrm>
              <a:off x="3247875" y="3218225"/>
              <a:ext cx="12575" cy="12575"/>
            </a:xfrm>
            <a:custGeom>
              <a:avLst/>
              <a:gdLst/>
              <a:ahLst/>
              <a:cxnLst/>
              <a:rect l="l" t="t" r="r" b="b"/>
              <a:pathLst>
                <a:path w="503"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7" name="Google Shape;9437;p14"/>
            <p:cNvSpPr/>
            <p:nvPr/>
          </p:nvSpPr>
          <p:spPr>
            <a:xfrm>
              <a:off x="3339850" y="3218225"/>
              <a:ext cx="12525" cy="12575"/>
            </a:xfrm>
            <a:custGeom>
              <a:avLst/>
              <a:gdLst/>
              <a:ahLst/>
              <a:cxnLst/>
              <a:rect l="l" t="t" r="r" b="b"/>
              <a:pathLst>
                <a:path w="501" h="503" extrusionOk="0">
                  <a:moveTo>
                    <a:pt x="251" y="0"/>
                  </a:moveTo>
                  <a:cubicBezTo>
                    <a:pt x="107" y="0"/>
                    <a:pt x="0" y="116"/>
                    <a:pt x="0" y="252"/>
                  </a:cubicBezTo>
                  <a:cubicBezTo>
                    <a:pt x="0" y="387"/>
                    <a:pt x="107" y="503"/>
                    <a:pt x="251" y="503"/>
                  </a:cubicBezTo>
                  <a:cubicBezTo>
                    <a:pt x="387" y="503"/>
                    <a:pt x="501" y="387"/>
                    <a:pt x="501" y="252"/>
                  </a:cubicBezTo>
                  <a:cubicBezTo>
                    <a:pt x="501"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8" name="Google Shape;9438;p14"/>
            <p:cNvSpPr/>
            <p:nvPr/>
          </p:nvSpPr>
          <p:spPr>
            <a:xfrm>
              <a:off x="3431575" y="32182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9" name="Google Shape;9439;p14"/>
            <p:cNvSpPr/>
            <p:nvPr/>
          </p:nvSpPr>
          <p:spPr>
            <a:xfrm>
              <a:off x="3523550" y="3218225"/>
              <a:ext cx="12375" cy="12575"/>
            </a:xfrm>
            <a:custGeom>
              <a:avLst/>
              <a:gdLst/>
              <a:ahLst/>
              <a:cxnLst/>
              <a:rect l="l" t="t" r="r" b="b"/>
              <a:pathLst>
                <a:path w="495" h="503" extrusionOk="0">
                  <a:moveTo>
                    <a:pt x="250" y="0"/>
                  </a:moveTo>
                  <a:cubicBezTo>
                    <a:pt x="107" y="0"/>
                    <a:pt x="0" y="116"/>
                    <a:pt x="0" y="252"/>
                  </a:cubicBezTo>
                  <a:cubicBezTo>
                    <a:pt x="0" y="387"/>
                    <a:pt x="107" y="503"/>
                    <a:pt x="250" y="503"/>
                  </a:cubicBezTo>
                  <a:cubicBezTo>
                    <a:pt x="388" y="503"/>
                    <a:pt x="494" y="387"/>
                    <a:pt x="494" y="252"/>
                  </a:cubicBezTo>
                  <a:cubicBezTo>
                    <a:pt x="494"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0" name="Google Shape;9440;p14"/>
            <p:cNvSpPr/>
            <p:nvPr/>
          </p:nvSpPr>
          <p:spPr>
            <a:xfrm>
              <a:off x="676400" y="3310175"/>
              <a:ext cx="12600" cy="12375"/>
            </a:xfrm>
            <a:custGeom>
              <a:avLst/>
              <a:gdLst/>
              <a:ahLst/>
              <a:cxnLst/>
              <a:rect l="l" t="t" r="r" b="b"/>
              <a:pathLst>
                <a:path w="504" h="495" extrusionOk="0">
                  <a:moveTo>
                    <a:pt x="252" y="1"/>
                  </a:moveTo>
                  <a:cubicBezTo>
                    <a:pt x="116" y="1"/>
                    <a:pt x="1" y="108"/>
                    <a:pt x="1" y="252"/>
                  </a:cubicBezTo>
                  <a:cubicBezTo>
                    <a:pt x="1" y="388"/>
                    <a:pt x="116" y="495"/>
                    <a:pt x="252" y="495"/>
                  </a:cubicBezTo>
                  <a:cubicBezTo>
                    <a:pt x="388" y="495"/>
                    <a:pt x="503" y="388"/>
                    <a:pt x="503" y="252"/>
                  </a:cubicBezTo>
                  <a:cubicBezTo>
                    <a:pt x="503"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1" name="Google Shape;9441;p14"/>
            <p:cNvSpPr/>
            <p:nvPr/>
          </p:nvSpPr>
          <p:spPr>
            <a:xfrm>
              <a:off x="768325" y="3310175"/>
              <a:ext cx="12400" cy="12375"/>
            </a:xfrm>
            <a:custGeom>
              <a:avLst/>
              <a:gdLst/>
              <a:ahLst/>
              <a:cxnLst/>
              <a:rect l="l" t="t" r="r" b="b"/>
              <a:pathLst>
                <a:path w="496" h="495" extrusionOk="0">
                  <a:moveTo>
                    <a:pt x="245" y="1"/>
                  </a:moveTo>
                  <a:cubicBezTo>
                    <a:pt x="109" y="1"/>
                    <a:pt x="0" y="108"/>
                    <a:pt x="0" y="252"/>
                  </a:cubicBezTo>
                  <a:cubicBezTo>
                    <a:pt x="0" y="388"/>
                    <a:pt x="109" y="495"/>
                    <a:pt x="245" y="495"/>
                  </a:cubicBezTo>
                  <a:cubicBezTo>
                    <a:pt x="388" y="495"/>
                    <a:pt x="496" y="388"/>
                    <a:pt x="496" y="252"/>
                  </a:cubicBezTo>
                  <a:cubicBezTo>
                    <a:pt x="496" y="108"/>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2" name="Google Shape;9442;p14"/>
            <p:cNvSpPr/>
            <p:nvPr/>
          </p:nvSpPr>
          <p:spPr>
            <a:xfrm>
              <a:off x="860125" y="3310175"/>
              <a:ext cx="12525" cy="12375"/>
            </a:xfrm>
            <a:custGeom>
              <a:avLst/>
              <a:gdLst/>
              <a:ahLst/>
              <a:cxnLst/>
              <a:rect l="l" t="t" r="r" b="b"/>
              <a:pathLst>
                <a:path w="501" h="495" extrusionOk="0">
                  <a:moveTo>
                    <a:pt x="251" y="1"/>
                  </a:moveTo>
                  <a:cubicBezTo>
                    <a:pt x="114" y="1"/>
                    <a:pt x="0" y="108"/>
                    <a:pt x="0" y="252"/>
                  </a:cubicBezTo>
                  <a:cubicBezTo>
                    <a:pt x="0" y="388"/>
                    <a:pt x="114" y="495"/>
                    <a:pt x="251" y="495"/>
                  </a:cubicBezTo>
                  <a:cubicBezTo>
                    <a:pt x="387" y="495"/>
                    <a:pt x="501" y="388"/>
                    <a:pt x="501" y="252"/>
                  </a:cubicBezTo>
                  <a:cubicBezTo>
                    <a:pt x="501" y="108"/>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3" name="Google Shape;9443;p14"/>
            <p:cNvSpPr/>
            <p:nvPr/>
          </p:nvSpPr>
          <p:spPr>
            <a:xfrm>
              <a:off x="951850" y="3310175"/>
              <a:ext cx="12600" cy="12375"/>
            </a:xfrm>
            <a:custGeom>
              <a:avLst/>
              <a:gdLst/>
              <a:ahLst/>
              <a:cxnLst/>
              <a:rect l="l" t="t" r="r" b="b"/>
              <a:pathLst>
                <a:path w="504" h="495" extrusionOk="0">
                  <a:moveTo>
                    <a:pt x="252" y="1"/>
                  </a:moveTo>
                  <a:cubicBezTo>
                    <a:pt x="116" y="1"/>
                    <a:pt x="1" y="108"/>
                    <a:pt x="1" y="252"/>
                  </a:cubicBezTo>
                  <a:cubicBezTo>
                    <a:pt x="1" y="388"/>
                    <a:pt x="116" y="495"/>
                    <a:pt x="252" y="495"/>
                  </a:cubicBezTo>
                  <a:cubicBezTo>
                    <a:pt x="388" y="495"/>
                    <a:pt x="503" y="388"/>
                    <a:pt x="503" y="252"/>
                  </a:cubicBezTo>
                  <a:cubicBezTo>
                    <a:pt x="503"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4" name="Google Shape;9444;p14"/>
            <p:cNvSpPr/>
            <p:nvPr/>
          </p:nvSpPr>
          <p:spPr>
            <a:xfrm>
              <a:off x="1043825" y="3310175"/>
              <a:ext cx="12375" cy="12375"/>
            </a:xfrm>
            <a:custGeom>
              <a:avLst/>
              <a:gdLst/>
              <a:ahLst/>
              <a:cxnLst/>
              <a:rect l="l" t="t" r="r" b="b"/>
              <a:pathLst>
                <a:path w="495" h="495" extrusionOk="0">
                  <a:moveTo>
                    <a:pt x="250" y="1"/>
                  </a:moveTo>
                  <a:cubicBezTo>
                    <a:pt x="107" y="1"/>
                    <a:pt x="0" y="108"/>
                    <a:pt x="0" y="252"/>
                  </a:cubicBezTo>
                  <a:cubicBezTo>
                    <a:pt x="0" y="388"/>
                    <a:pt x="107" y="495"/>
                    <a:pt x="250" y="495"/>
                  </a:cubicBezTo>
                  <a:cubicBezTo>
                    <a:pt x="388" y="495"/>
                    <a:pt x="494" y="388"/>
                    <a:pt x="494" y="252"/>
                  </a:cubicBezTo>
                  <a:cubicBezTo>
                    <a:pt x="494" y="108"/>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5" name="Google Shape;9445;p14"/>
            <p:cNvSpPr/>
            <p:nvPr/>
          </p:nvSpPr>
          <p:spPr>
            <a:xfrm>
              <a:off x="1135575" y="3310175"/>
              <a:ext cx="12575" cy="12375"/>
            </a:xfrm>
            <a:custGeom>
              <a:avLst/>
              <a:gdLst/>
              <a:ahLst/>
              <a:cxnLst/>
              <a:rect l="l" t="t" r="r" b="b"/>
              <a:pathLst>
                <a:path w="503" h="495" extrusionOk="0">
                  <a:moveTo>
                    <a:pt x="252" y="1"/>
                  </a:moveTo>
                  <a:cubicBezTo>
                    <a:pt x="116" y="1"/>
                    <a:pt x="0" y="108"/>
                    <a:pt x="0" y="252"/>
                  </a:cubicBezTo>
                  <a:cubicBezTo>
                    <a:pt x="0" y="388"/>
                    <a:pt x="116" y="495"/>
                    <a:pt x="252" y="495"/>
                  </a:cubicBezTo>
                  <a:cubicBezTo>
                    <a:pt x="387" y="495"/>
                    <a:pt x="503" y="388"/>
                    <a:pt x="503" y="252"/>
                  </a:cubicBezTo>
                  <a:cubicBezTo>
                    <a:pt x="503" y="108"/>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6" name="Google Shape;9446;p14"/>
            <p:cNvSpPr/>
            <p:nvPr/>
          </p:nvSpPr>
          <p:spPr>
            <a:xfrm>
              <a:off x="1227500" y="3310175"/>
              <a:ext cx="12400" cy="12375"/>
            </a:xfrm>
            <a:custGeom>
              <a:avLst/>
              <a:gdLst/>
              <a:ahLst/>
              <a:cxnLst/>
              <a:rect l="l" t="t" r="r" b="b"/>
              <a:pathLst>
                <a:path w="496" h="495" extrusionOk="0">
                  <a:moveTo>
                    <a:pt x="251" y="1"/>
                  </a:moveTo>
                  <a:cubicBezTo>
                    <a:pt x="109" y="1"/>
                    <a:pt x="0" y="108"/>
                    <a:pt x="0" y="252"/>
                  </a:cubicBezTo>
                  <a:cubicBezTo>
                    <a:pt x="0" y="388"/>
                    <a:pt x="109" y="495"/>
                    <a:pt x="251" y="495"/>
                  </a:cubicBezTo>
                  <a:cubicBezTo>
                    <a:pt x="387" y="495"/>
                    <a:pt x="496" y="388"/>
                    <a:pt x="496" y="252"/>
                  </a:cubicBezTo>
                  <a:cubicBezTo>
                    <a:pt x="496" y="108"/>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7" name="Google Shape;9447;p14"/>
            <p:cNvSpPr/>
            <p:nvPr/>
          </p:nvSpPr>
          <p:spPr>
            <a:xfrm>
              <a:off x="1319275" y="3310175"/>
              <a:ext cx="12550" cy="12375"/>
            </a:xfrm>
            <a:custGeom>
              <a:avLst/>
              <a:gdLst/>
              <a:ahLst/>
              <a:cxnLst/>
              <a:rect l="l" t="t" r="r" b="b"/>
              <a:pathLst>
                <a:path w="502" h="495" extrusionOk="0">
                  <a:moveTo>
                    <a:pt x="252" y="1"/>
                  </a:moveTo>
                  <a:cubicBezTo>
                    <a:pt x="114" y="1"/>
                    <a:pt x="1" y="108"/>
                    <a:pt x="1" y="252"/>
                  </a:cubicBezTo>
                  <a:cubicBezTo>
                    <a:pt x="1" y="388"/>
                    <a:pt x="114" y="495"/>
                    <a:pt x="252" y="495"/>
                  </a:cubicBezTo>
                  <a:cubicBezTo>
                    <a:pt x="388" y="495"/>
                    <a:pt x="501" y="388"/>
                    <a:pt x="501" y="252"/>
                  </a:cubicBezTo>
                  <a:cubicBezTo>
                    <a:pt x="501"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8" name="Google Shape;9448;p14"/>
            <p:cNvSpPr/>
            <p:nvPr/>
          </p:nvSpPr>
          <p:spPr>
            <a:xfrm>
              <a:off x="1411200" y="3310175"/>
              <a:ext cx="12425" cy="12375"/>
            </a:xfrm>
            <a:custGeom>
              <a:avLst/>
              <a:gdLst/>
              <a:ahLst/>
              <a:cxnLst/>
              <a:rect l="l" t="t" r="r" b="b"/>
              <a:pathLst>
                <a:path w="497" h="495" extrusionOk="0">
                  <a:moveTo>
                    <a:pt x="245" y="1"/>
                  </a:moveTo>
                  <a:cubicBezTo>
                    <a:pt x="109" y="1"/>
                    <a:pt x="1" y="108"/>
                    <a:pt x="1" y="252"/>
                  </a:cubicBezTo>
                  <a:cubicBezTo>
                    <a:pt x="1" y="388"/>
                    <a:pt x="109" y="495"/>
                    <a:pt x="245" y="495"/>
                  </a:cubicBezTo>
                  <a:cubicBezTo>
                    <a:pt x="388" y="495"/>
                    <a:pt x="496" y="388"/>
                    <a:pt x="496" y="252"/>
                  </a:cubicBezTo>
                  <a:cubicBezTo>
                    <a:pt x="496" y="108"/>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9" name="Google Shape;9449;p14"/>
            <p:cNvSpPr/>
            <p:nvPr/>
          </p:nvSpPr>
          <p:spPr>
            <a:xfrm>
              <a:off x="1503000" y="3310175"/>
              <a:ext cx="12525" cy="12375"/>
            </a:xfrm>
            <a:custGeom>
              <a:avLst/>
              <a:gdLst/>
              <a:ahLst/>
              <a:cxnLst/>
              <a:rect l="l" t="t" r="r" b="b"/>
              <a:pathLst>
                <a:path w="501" h="495" extrusionOk="0">
                  <a:moveTo>
                    <a:pt x="250" y="1"/>
                  </a:moveTo>
                  <a:cubicBezTo>
                    <a:pt x="114" y="1"/>
                    <a:pt x="0" y="108"/>
                    <a:pt x="0" y="252"/>
                  </a:cubicBezTo>
                  <a:cubicBezTo>
                    <a:pt x="0" y="388"/>
                    <a:pt x="114" y="495"/>
                    <a:pt x="250" y="495"/>
                  </a:cubicBezTo>
                  <a:cubicBezTo>
                    <a:pt x="387" y="495"/>
                    <a:pt x="501" y="388"/>
                    <a:pt x="501" y="252"/>
                  </a:cubicBezTo>
                  <a:cubicBezTo>
                    <a:pt x="501" y="108"/>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0" name="Google Shape;9450;p14"/>
            <p:cNvSpPr/>
            <p:nvPr/>
          </p:nvSpPr>
          <p:spPr>
            <a:xfrm>
              <a:off x="1594750" y="3310175"/>
              <a:ext cx="12575" cy="12375"/>
            </a:xfrm>
            <a:custGeom>
              <a:avLst/>
              <a:gdLst/>
              <a:ahLst/>
              <a:cxnLst/>
              <a:rect l="l" t="t" r="r" b="b"/>
              <a:pathLst>
                <a:path w="503" h="495" extrusionOk="0">
                  <a:moveTo>
                    <a:pt x="251" y="1"/>
                  </a:moveTo>
                  <a:cubicBezTo>
                    <a:pt x="115" y="1"/>
                    <a:pt x="0" y="108"/>
                    <a:pt x="0" y="252"/>
                  </a:cubicBezTo>
                  <a:cubicBezTo>
                    <a:pt x="0" y="388"/>
                    <a:pt x="115" y="495"/>
                    <a:pt x="251" y="495"/>
                  </a:cubicBezTo>
                  <a:cubicBezTo>
                    <a:pt x="394" y="495"/>
                    <a:pt x="503" y="388"/>
                    <a:pt x="503" y="252"/>
                  </a:cubicBezTo>
                  <a:cubicBezTo>
                    <a:pt x="503" y="108"/>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1" name="Google Shape;9451;p14"/>
            <p:cNvSpPr/>
            <p:nvPr/>
          </p:nvSpPr>
          <p:spPr>
            <a:xfrm>
              <a:off x="1686650" y="3310175"/>
              <a:ext cx="12600" cy="12375"/>
            </a:xfrm>
            <a:custGeom>
              <a:avLst/>
              <a:gdLst/>
              <a:ahLst/>
              <a:cxnLst/>
              <a:rect l="l" t="t" r="r" b="b"/>
              <a:pathLst>
                <a:path w="504" h="495" extrusionOk="0">
                  <a:moveTo>
                    <a:pt x="252" y="1"/>
                  </a:moveTo>
                  <a:cubicBezTo>
                    <a:pt x="116" y="1"/>
                    <a:pt x="1" y="108"/>
                    <a:pt x="1" y="252"/>
                  </a:cubicBezTo>
                  <a:cubicBezTo>
                    <a:pt x="1" y="388"/>
                    <a:pt x="116" y="495"/>
                    <a:pt x="252" y="495"/>
                  </a:cubicBezTo>
                  <a:cubicBezTo>
                    <a:pt x="388" y="495"/>
                    <a:pt x="503" y="388"/>
                    <a:pt x="503" y="252"/>
                  </a:cubicBezTo>
                  <a:cubicBezTo>
                    <a:pt x="503"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2" name="Google Shape;9452;p14"/>
            <p:cNvSpPr/>
            <p:nvPr/>
          </p:nvSpPr>
          <p:spPr>
            <a:xfrm>
              <a:off x="1778450" y="3310175"/>
              <a:ext cx="12550" cy="12375"/>
            </a:xfrm>
            <a:custGeom>
              <a:avLst/>
              <a:gdLst/>
              <a:ahLst/>
              <a:cxnLst/>
              <a:rect l="l" t="t" r="r" b="b"/>
              <a:pathLst>
                <a:path w="502" h="495" extrusionOk="0">
                  <a:moveTo>
                    <a:pt x="252" y="1"/>
                  </a:moveTo>
                  <a:cubicBezTo>
                    <a:pt x="114" y="1"/>
                    <a:pt x="1" y="108"/>
                    <a:pt x="1" y="252"/>
                  </a:cubicBezTo>
                  <a:cubicBezTo>
                    <a:pt x="1" y="388"/>
                    <a:pt x="114" y="495"/>
                    <a:pt x="252" y="495"/>
                  </a:cubicBezTo>
                  <a:cubicBezTo>
                    <a:pt x="388" y="495"/>
                    <a:pt x="501" y="388"/>
                    <a:pt x="501" y="252"/>
                  </a:cubicBezTo>
                  <a:cubicBezTo>
                    <a:pt x="501"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3" name="Google Shape;9453;p14"/>
            <p:cNvSpPr/>
            <p:nvPr/>
          </p:nvSpPr>
          <p:spPr>
            <a:xfrm>
              <a:off x="1870375" y="3310175"/>
              <a:ext cx="12400" cy="12375"/>
            </a:xfrm>
            <a:custGeom>
              <a:avLst/>
              <a:gdLst/>
              <a:ahLst/>
              <a:cxnLst/>
              <a:rect l="l" t="t" r="r" b="b"/>
              <a:pathLst>
                <a:path w="496" h="495" extrusionOk="0">
                  <a:moveTo>
                    <a:pt x="252" y="1"/>
                  </a:moveTo>
                  <a:cubicBezTo>
                    <a:pt x="109" y="1"/>
                    <a:pt x="0" y="108"/>
                    <a:pt x="0" y="252"/>
                  </a:cubicBezTo>
                  <a:cubicBezTo>
                    <a:pt x="0" y="388"/>
                    <a:pt x="109" y="495"/>
                    <a:pt x="252" y="495"/>
                  </a:cubicBezTo>
                  <a:cubicBezTo>
                    <a:pt x="387" y="495"/>
                    <a:pt x="496" y="388"/>
                    <a:pt x="496" y="252"/>
                  </a:cubicBezTo>
                  <a:cubicBezTo>
                    <a:pt x="496" y="108"/>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4" name="Google Shape;9454;p14"/>
            <p:cNvSpPr/>
            <p:nvPr/>
          </p:nvSpPr>
          <p:spPr>
            <a:xfrm>
              <a:off x="1962150" y="3310175"/>
              <a:ext cx="12550" cy="12375"/>
            </a:xfrm>
            <a:custGeom>
              <a:avLst/>
              <a:gdLst/>
              <a:ahLst/>
              <a:cxnLst/>
              <a:rect l="l" t="t" r="r" b="b"/>
              <a:pathLst>
                <a:path w="502" h="495" extrusionOk="0">
                  <a:moveTo>
                    <a:pt x="250" y="1"/>
                  </a:moveTo>
                  <a:cubicBezTo>
                    <a:pt x="114" y="1"/>
                    <a:pt x="1" y="108"/>
                    <a:pt x="1" y="252"/>
                  </a:cubicBezTo>
                  <a:cubicBezTo>
                    <a:pt x="1" y="388"/>
                    <a:pt x="114" y="495"/>
                    <a:pt x="250" y="495"/>
                  </a:cubicBezTo>
                  <a:cubicBezTo>
                    <a:pt x="388" y="495"/>
                    <a:pt x="502" y="388"/>
                    <a:pt x="502" y="252"/>
                  </a:cubicBezTo>
                  <a:cubicBezTo>
                    <a:pt x="502" y="108"/>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5" name="Google Shape;9455;p14"/>
            <p:cNvSpPr/>
            <p:nvPr/>
          </p:nvSpPr>
          <p:spPr>
            <a:xfrm>
              <a:off x="2054075" y="3310175"/>
              <a:ext cx="12425" cy="12375"/>
            </a:xfrm>
            <a:custGeom>
              <a:avLst/>
              <a:gdLst/>
              <a:ahLst/>
              <a:cxnLst/>
              <a:rect l="l" t="t" r="r" b="b"/>
              <a:pathLst>
                <a:path w="497" h="495" extrusionOk="0">
                  <a:moveTo>
                    <a:pt x="252" y="1"/>
                  </a:moveTo>
                  <a:cubicBezTo>
                    <a:pt x="109" y="1"/>
                    <a:pt x="1" y="108"/>
                    <a:pt x="1" y="252"/>
                  </a:cubicBezTo>
                  <a:cubicBezTo>
                    <a:pt x="1" y="388"/>
                    <a:pt x="109" y="495"/>
                    <a:pt x="252" y="495"/>
                  </a:cubicBezTo>
                  <a:cubicBezTo>
                    <a:pt x="388" y="495"/>
                    <a:pt x="496" y="388"/>
                    <a:pt x="496" y="252"/>
                  </a:cubicBezTo>
                  <a:cubicBezTo>
                    <a:pt x="496"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6" name="Google Shape;9456;p14"/>
            <p:cNvSpPr/>
            <p:nvPr/>
          </p:nvSpPr>
          <p:spPr>
            <a:xfrm>
              <a:off x="2145825" y="3310175"/>
              <a:ext cx="12600" cy="12375"/>
            </a:xfrm>
            <a:custGeom>
              <a:avLst/>
              <a:gdLst/>
              <a:ahLst/>
              <a:cxnLst/>
              <a:rect l="l" t="t" r="r" b="b"/>
              <a:pathLst>
                <a:path w="504" h="495" extrusionOk="0">
                  <a:moveTo>
                    <a:pt x="252" y="1"/>
                  </a:moveTo>
                  <a:cubicBezTo>
                    <a:pt x="116" y="1"/>
                    <a:pt x="1" y="108"/>
                    <a:pt x="1" y="252"/>
                  </a:cubicBezTo>
                  <a:cubicBezTo>
                    <a:pt x="1" y="388"/>
                    <a:pt x="116" y="495"/>
                    <a:pt x="252" y="495"/>
                  </a:cubicBezTo>
                  <a:cubicBezTo>
                    <a:pt x="388" y="495"/>
                    <a:pt x="503" y="388"/>
                    <a:pt x="503" y="252"/>
                  </a:cubicBezTo>
                  <a:cubicBezTo>
                    <a:pt x="503"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7" name="Google Shape;9457;p14"/>
            <p:cNvSpPr/>
            <p:nvPr/>
          </p:nvSpPr>
          <p:spPr>
            <a:xfrm>
              <a:off x="2237800" y="3310175"/>
              <a:ext cx="12350" cy="12375"/>
            </a:xfrm>
            <a:custGeom>
              <a:avLst/>
              <a:gdLst/>
              <a:ahLst/>
              <a:cxnLst/>
              <a:rect l="l" t="t" r="r" b="b"/>
              <a:pathLst>
                <a:path w="494" h="495" extrusionOk="0">
                  <a:moveTo>
                    <a:pt x="244" y="1"/>
                  </a:moveTo>
                  <a:cubicBezTo>
                    <a:pt x="107" y="1"/>
                    <a:pt x="0" y="108"/>
                    <a:pt x="0" y="252"/>
                  </a:cubicBezTo>
                  <a:cubicBezTo>
                    <a:pt x="0" y="388"/>
                    <a:pt x="107" y="495"/>
                    <a:pt x="244" y="495"/>
                  </a:cubicBezTo>
                  <a:cubicBezTo>
                    <a:pt x="387" y="495"/>
                    <a:pt x="494" y="388"/>
                    <a:pt x="494" y="252"/>
                  </a:cubicBezTo>
                  <a:cubicBezTo>
                    <a:pt x="494" y="108"/>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8" name="Google Shape;9458;p14"/>
            <p:cNvSpPr/>
            <p:nvPr/>
          </p:nvSpPr>
          <p:spPr>
            <a:xfrm>
              <a:off x="2329550" y="3310175"/>
              <a:ext cx="12575" cy="12375"/>
            </a:xfrm>
            <a:custGeom>
              <a:avLst/>
              <a:gdLst/>
              <a:ahLst/>
              <a:cxnLst/>
              <a:rect l="l" t="t" r="r" b="b"/>
              <a:pathLst>
                <a:path w="503" h="495" extrusionOk="0">
                  <a:moveTo>
                    <a:pt x="251" y="1"/>
                  </a:moveTo>
                  <a:cubicBezTo>
                    <a:pt x="115" y="1"/>
                    <a:pt x="0" y="108"/>
                    <a:pt x="0" y="252"/>
                  </a:cubicBezTo>
                  <a:cubicBezTo>
                    <a:pt x="0" y="388"/>
                    <a:pt x="115" y="495"/>
                    <a:pt x="251" y="495"/>
                  </a:cubicBezTo>
                  <a:cubicBezTo>
                    <a:pt x="387" y="495"/>
                    <a:pt x="502" y="388"/>
                    <a:pt x="502" y="252"/>
                  </a:cubicBezTo>
                  <a:cubicBezTo>
                    <a:pt x="502" y="108"/>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9" name="Google Shape;9459;p14"/>
            <p:cNvSpPr/>
            <p:nvPr/>
          </p:nvSpPr>
          <p:spPr>
            <a:xfrm>
              <a:off x="2421325" y="3310175"/>
              <a:ext cx="12550" cy="12375"/>
            </a:xfrm>
            <a:custGeom>
              <a:avLst/>
              <a:gdLst/>
              <a:ahLst/>
              <a:cxnLst/>
              <a:rect l="l" t="t" r="r" b="b"/>
              <a:pathLst>
                <a:path w="502" h="495" extrusionOk="0">
                  <a:moveTo>
                    <a:pt x="250" y="1"/>
                  </a:moveTo>
                  <a:cubicBezTo>
                    <a:pt x="114" y="1"/>
                    <a:pt x="1" y="108"/>
                    <a:pt x="1" y="252"/>
                  </a:cubicBezTo>
                  <a:cubicBezTo>
                    <a:pt x="1" y="388"/>
                    <a:pt x="114" y="495"/>
                    <a:pt x="250" y="495"/>
                  </a:cubicBezTo>
                  <a:cubicBezTo>
                    <a:pt x="395" y="495"/>
                    <a:pt x="501" y="388"/>
                    <a:pt x="501" y="252"/>
                  </a:cubicBezTo>
                  <a:cubicBezTo>
                    <a:pt x="501" y="108"/>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0" name="Google Shape;9460;p14"/>
            <p:cNvSpPr/>
            <p:nvPr/>
          </p:nvSpPr>
          <p:spPr>
            <a:xfrm>
              <a:off x="2513250" y="3310175"/>
              <a:ext cx="12575" cy="12375"/>
            </a:xfrm>
            <a:custGeom>
              <a:avLst/>
              <a:gdLst/>
              <a:ahLst/>
              <a:cxnLst/>
              <a:rect l="l" t="t" r="r" b="b"/>
              <a:pathLst>
                <a:path w="503" h="495" extrusionOk="0">
                  <a:moveTo>
                    <a:pt x="252" y="1"/>
                  </a:moveTo>
                  <a:cubicBezTo>
                    <a:pt x="109" y="1"/>
                    <a:pt x="0" y="108"/>
                    <a:pt x="0" y="252"/>
                  </a:cubicBezTo>
                  <a:cubicBezTo>
                    <a:pt x="0" y="388"/>
                    <a:pt x="109" y="495"/>
                    <a:pt x="252" y="495"/>
                  </a:cubicBezTo>
                  <a:cubicBezTo>
                    <a:pt x="388" y="495"/>
                    <a:pt x="503" y="388"/>
                    <a:pt x="503" y="252"/>
                  </a:cubicBezTo>
                  <a:cubicBezTo>
                    <a:pt x="503"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1" name="Google Shape;9461;p14"/>
            <p:cNvSpPr/>
            <p:nvPr/>
          </p:nvSpPr>
          <p:spPr>
            <a:xfrm>
              <a:off x="2605000" y="3310175"/>
              <a:ext cx="12575" cy="12375"/>
            </a:xfrm>
            <a:custGeom>
              <a:avLst/>
              <a:gdLst/>
              <a:ahLst/>
              <a:cxnLst/>
              <a:rect l="l" t="t" r="r" b="b"/>
              <a:pathLst>
                <a:path w="503" h="495" extrusionOk="0">
                  <a:moveTo>
                    <a:pt x="252" y="1"/>
                  </a:moveTo>
                  <a:cubicBezTo>
                    <a:pt x="116" y="1"/>
                    <a:pt x="0" y="108"/>
                    <a:pt x="0" y="252"/>
                  </a:cubicBezTo>
                  <a:cubicBezTo>
                    <a:pt x="0" y="388"/>
                    <a:pt x="116" y="495"/>
                    <a:pt x="252" y="495"/>
                  </a:cubicBezTo>
                  <a:cubicBezTo>
                    <a:pt x="387" y="495"/>
                    <a:pt x="503" y="388"/>
                    <a:pt x="503" y="252"/>
                  </a:cubicBezTo>
                  <a:cubicBezTo>
                    <a:pt x="503" y="108"/>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2" name="Google Shape;9462;p14"/>
            <p:cNvSpPr/>
            <p:nvPr/>
          </p:nvSpPr>
          <p:spPr>
            <a:xfrm>
              <a:off x="2696950" y="3310175"/>
              <a:ext cx="12375" cy="12375"/>
            </a:xfrm>
            <a:custGeom>
              <a:avLst/>
              <a:gdLst/>
              <a:ahLst/>
              <a:cxnLst/>
              <a:rect l="l" t="t" r="r" b="b"/>
              <a:pathLst>
                <a:path w="495" h="495" extrusionOk="0">
                  <a:moveTo>
                    <a:pt x="252" y="1"/>
                  </a:moveTo>
                  <a:cubicBezTo>
                    <a:pt x="108" y="1"/>
                    <a:pt x="1" y="108"/>
                    <a:pt x="1" y="252"/>
                  </a:cubicBezTo>
                  <a:cubicBezTo>
                    <a:pt x="1" y="388"/>
                    <a:pt x="108" y="495"/>
                    <a:pt x="252" y="495"/>
                  </a:cubicBezTo>
                  <a:cubicBezTo>
                    <a:pt x="388" y="495"/>
                    <a:pt x="495" y="388"/>
                    <a:pt x="495" y="252"/>
                  </a:cubicBezTo>
                  <a:cubicBezTo>
                    <a:pt x="495"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3" name="Google Shape;9463;p14"/>
            <p:cNvSpPr/>
            <p:nvPr/>
          </p:nvSpPr>
          <p:spPr>
            <a:xfrm>
              <a:off x="2788700" y="3310175"/>
              <a:ext cx="12600" cy="12375"/>
            </a:xfrm>
            <a:custGeom>
              <a:avLst/>
              <a:gdLst/>
              <a:ahLst/>
              <a:cxnLst/>
              <a:rect l="l" t="t" r="r" b="b"/>
              <a:pathLst>
                <a:path w="504" h="495" extrusionOk="0">
                  <a:moveTo>
                    <a:pt x="252" y="1"/>
                  </a:moveTo>
                  <a:cubicBezTo>
                    <a:pt x="116" y="1"/>
                    <a:pt x="1" y="108"/>
                    <a:pt x="1" y="252"/>
                  </a:cubicBezTo>
                  <a:cubicBezTo>
                    <a:pt x="1" y="388"/>
                    <a:pt x="116" y="495"/>
                    <a:pt x="252" y="495"/>
                  </a:cubicBezTo>
                  <a:cubicBezTo>
                    <a:pt x="388" y="495"/>
                    <a:pt x="503" y="388"/>
                    <a:pt x="503" y="252"/>
                  </a:cubicBezTo>
                  <a:cubicBezTo>
                    <a:pt x="503"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4" name="Google Shape;9464;p14"/>
            <p:cNvSpPr/>
            <p:nvPr/>
          </p:nvSpPr>
          <p:spPr>
            <a:xfrm>
              <a:off x="2880675" y="3310175"/>
              <a:ext cx="12375" cy="12375"/>
            </a:xfrm>
            <a:custGeom>
              <a:avLst/>
              <a:gdLst/>
              <a:ahLst/>
              <a:cxnLst/>
              <a:rect l="l" t="t" r="r" b="b"/>
              <a:pathLst>
                <a:path w="495" h="495" extrusionOk="0">
                  <a:moveTo>
                    <a:pt x="243" y="1"/>
                  </a:moveTo>
                  <a:cubicBezTo>
                    <a:pt x="107" y="1"/>
                    <a:pt x="0" y="108"/>
                    <a:pt x="0" y="252"/>
                  </a:cubicBezTo>
                  <a:cubicBezTo>
                    <a:pt x="0" y="388"/>
                    <a:pt x="107" y="495"/>
                    <a:pt x="243" y="495"/>
                  </a:cubicBezTo>
                  <a:cubicBezTo>
                    <a:pt x="387" y="495"/>
                    <a:pt x="494" y="388"/>
                    <a:pt x="494" y="252"/>
                  </a:cubicBezTo>
                  <a:cubicBezTo>
                    <a:pt x="494" y="108"/>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5" name="Google Shape;9465;p14"/>
            <p:cNvSpPr/>
            <p:nvPr/>
          </p:nvSpPr>
          <p:spPr>
            <a:xfrm>
              <a:off x="2972425" y="3310175"/>
              <a:ext cx="12575" cy="12375"/>
            </a:xfrm>
            <a:custGeom>
              <a:avLst/>
              <a:gdLst/>
              <a:ahLst/>
              <a:cxnLst/>
              <a:rect l="l" t="t" r="r" b="b"/>
              <a:pathLst>
                <a:path w="503" h="495" extrusionOk="0">
                  <a:moveTo>
                    <a:pt x="251" y="1"/>
                  </a:moveTo>
                  <a:cubicBezTo>
                    <a:pt x="115" y="1"/>
                    <a:pt x="0" y="108"/>
                    <a:pt x="0" y="252"/>
                  </a:cubicBezTo>
                  <a:cubicBezTo>
                    <a:pt x="0" y="388"/>
                    <a:pt x="115" y="495"/>
                    <a:pt x="251" y="495"/>
                  </a:cubicBezTo>
                  <a:cubicBezTo>
                    <a:pt x="387" y="495"/>
                    <a:pt x="503" y="388"/>
                    <a:pt x="503" y="252"/>
                  </a:cubicBezTo>
                  <a:cubicBezTo>
                    <a:pt x="503" y="108"/>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6" name="Google Shape;9466;p14"/>
            <p:cNvSpPr/>
            <p:nvPr/>
          </p:nvSpPr>
          <p:spPr>
            <a:xfrm>
              <a:off x="3064375" y="3310175"/>
              <a:ext cx="12375" cy="12375"/>
            </a:xfrm>
            <a:custGeom>
              <a:avLst/>
              <a:gdLst/>
              <a:ahLst/>
              <a:cxnLst/>
              <a:rect l="l" t="t" r="r" b="b"/>
              <a:pathLst>
                <a:path w="495" h="495" extrusionOk="0">
                  <a:moveTo>
                    <a:pt x="243" y="1"/>
                  </a:moveTo>
                  <a:cubicBezTo>
                    <a:pt x="107" y="1"/>
                    <a:pt x="1" y="108"/>
                    <a:pt x="1" y="252"/>
                  </a:cubicBezTo>
                  <a:cubicBezTo>
                    <a:pt x="1" y="388"/>
                    <a:pt x="107" y="495"/>
                    <a:pt x="243" y="495"/>
                  </a:cubicBezTo>
                  <a:cubicBezTo>
                    <a:pt x="388" y="495"/>
                    <a:pt x="495" y="388"/>
                    <a:pt x="495" y="252"/>
                  </a:cubicBezTo>
                  <a:cubicBezTo>
                    <a:pt x="495" y="108"/>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7" name="Google Shape;9467;p14"/>
            <p:cNvSpPr/>
            <p:nvPr/>
          </p:nvSpPr>
          <p:spPr>
            <a:xfrm>
              <a:off x="3156125" y="3310175"/>
              <a:ext cx="12600" cy="12375"/>
            </a:xfrm>
            <a:custGeom>
              <a:avLst/>
              <a:gdLst/>
              <a:ahLst/>
              <a:cxnLst/>
              <a:rect l="l" t="t" r="r" b="b"/>
              <a:pathLst>
                <a:path w="504" h="495" extrusionOk="0">
                  <a:moveTo>
                    <a:pt x="252" y="1"/>
                  </a:moveTo>
                  <a:cubicBezTo>
                    <a:pt x="116" y="1"/>
                    <a:pt x="1" y="108"/>
                    <a:pt x="1" y="252"/>
                  </a:cubicBezTo>
                  <a:cubicBezTo>
                    <a:pt x="1" y="388"/>
                    <a:pt x="116" y="495"/>
                    <a:pt x="252" y="495"/>
                  </a:cubicBezTo>
                  <a:cubicBezTo>
                    <a:pt x="388" y="495"/>
                    <a:pt x="503" y="388"/>
                    <a:pt x="503" y="252"/>
                  </a:cubicBezTo>
                  <a:cubicBezTo>
                    <a:pt x="503"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8" name="Google Shape;9468;p14"/>
            <p:cNvSpPr/>
            <p:nvPr/>
          </p:nvSpPr>
          <p:spPr>
            <a:xfrm>
              <a:off x="3247875" y="3310175"/>
              <a:ext cx="12575" cy="12375"/>
            </a:xfrm>
            <a:custGeom>
              <a:avLst/>
              <a:gdLst/>
              <a:ahLst/>
              <a:cxnLst/>
              <a:rect l="l" t="t" r="r" b="b"/>
              <a:pathLst>
                <a:path w="503" h="495" extrusionOk="0">
                  <a:moveTo>
                    <a:pt x="252" y="1"/>
                  </a:moveTo>
                  <a:cubicBezTo>
                    <a:pt x="116" y="1"/>
                    <a:pt x="1" y="108"/>
                    <a:pt x="1" y="252"/>
                  </a:cubicBezTo>
                  <a:cubicBezTo>
                    <a:pt x="1" y="388"/>
                    <a:pt x="116" y="495"/>
                    <a:pt x="252" y="495"/>
                  </a:cubicBezTo>
                  <a:cubicBezTo>
                    <a:pt x="388" y="495"/>
                    <a:pt x="503" y="388"/>
                    <a:pt x="503" y="252"/>
                  </a:cubicBezTo>
                  <a:cubicBezTo>
                    <a:pt x="503"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9" name="Google Shape;9469;p14"/>
            <p:cNvSpPr/>
            <p:nvPr/>
          </p:nvSpPr>
          <p:spPr>
            <a:xfrm>
              <a:off x="3339850" y="3310175"/>
              <a:ext cx="12525" cy="12375"/>
            </a:xfrm>
            <a:custGeom>
              <a:avLst/>
              <a:gdLst/>
              <a:ahLst/>
              <a:cxnLst/>
              <a:rect l="l" t="t" r="r" b="b"/>
              <a:pathLst>
                <a:path w="501" h="495" extrusionOk="0">
                  <a:moveTo>
                    <a:pt x="251" y="1"/>
                  </a:moveTo>
                  <a:cubicBezTo>
                    <a:pt x="107" y="1"/>
                    <a:pt x="0" y="108"/>
                    <a:pt x="0" y="252"/>
                  </a:cubicBezTo>
                  <a:cubicBezTo>
                    <a:pt x="0" y="388"/>
                    <a:pt x="107" y="495"/>
                    <a:pt x="251" y="495"/>
                  </a:cubicBezTo>
                  <a:cubicBezTo>
                    <a:pt x="387" y="495"/>
                    <a:pt x="501" y="388"/>
                    <a:pt x="501" y="252"/>
                  </a:cubicBezTo>
                  <a:cubicBezTo>
                    <a:pt x="501" y="108"/>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0" name="Google Shape;9470;p14"/>
            <p:cNvSpPr/>
            <p:nvPr/>
          </p:nvSpPr>
          <p:spPr>
            <a:xfrm>
              <a:off x="3431575" y="3310175"/>
              <a:ext cx="12600" cy="12375"/>
            </a:xfrm>
            <a:custGeom>
              <a:avLst/>
              <a:gdLst/>
              <a:ahLst/>
              <a:cxnLst/>
              <a:rect l="l" t="t" r="r" b="b"/>
              <a:pathLst>
                <a:path w="504" h="495" extrusionOk="0">
                  <a:moveTo>
                    <a:pt x="252" y="1"/>
                  </a:moveTo>
                  <a:cubicBezTo>
                    <a:pt x="116" y="1"/>
                    <a:pt x="1" y="108"/>
                    <a:pt x="1" y="252"/>
                  </a:cubicBezTo>
                  <a:cubicBezTo>
                    <a:pt x="1" y="388"/>
                    <a:pt x="116" y="495"/>
                    <a:pt x="252" y="495"/>
                  </a:cubicBezTo>
                  <a:cubicBezTo>
                    <a:pt x="388" y="495"/>
                    <a:pt x="503" y="388"/>
                    <a:pt x="503" y="252"/>
                  </a:cubicBezTo>
                  <a:cubicBezTo>
                    <a:pt x="503"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1" name="Google Shape;9471;p14"/>
            <p:cNvSpPr/>
            <p:nvPr/>
          </p:nvSpPr>
          <p:spPr>
            <a:xfrm>
              <a:off x="3523550" y="3310175"/>
              <a:ext cx="12375" cy="12375"/>
            </a:xfrm>
            <a:custGeom>
              <a:avLst/>
              <a:gdLst/>
              <a:ahLst/>
              <a:cxnLst/>
              <a:rect l="l" t="t" r="r" b="b"/>
              <a:pathLst>
                <a:path w="495" h="495" extrusionOk="0">
                  <a:moveTo>
                    <a:pt x="250" y="1"/>
                  </a:moveTo>
                  <a:cubicBezTo>
                    <a:pt x="107" y="1"/>
                    <a:pt x="0" y="108"/>
                    <a:pt x="0" y="252"/>
                  </a:cubicBezTo>
                  <a:cubicBezTo>
                    <a:pt x="0" y="388"/>
                    <a:pt x="107" y="495"/>
                    <a:pt x="250" y="495"/>
                  </a:cubicBezTo>
                  <a:cubicBezTo>
                    <a:pt x="388" y="495"/>
                    <a:pt x="494" y="388"/>
                    <a:pt x="494" y="252"/>
                  </a:cubicBezTo>
                  <a:cubicBezTo>
                    <a:pt x="494" y="108"/>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2" name="Google Shape;9472;p14"/>
            <p:cNvSpPr/>
            <p:nvPr/>
          </p:nvSpPr>
          <p:spPr>
            <a:xfrm>
              <a:off x="676400" y="340192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3" name="Google Shape;9473;p14"/>
            <p:cNvSpPr/>
            <p:nvPr/>
          </p:nvSpPr>
          <p:spPr>
            <a:xfrm>
              <a:off x="768325" y="3401925"/>
              <a:ext cx="12400" cy="12600"/>
            </a:xfrm>
            <a:custGeom>
              <a:avLst/>
              <a:gdLst/>
              <a:ahLst/>
              <a:cxnLst/>
              <a:rect l="l" t="t" r="r" b="b"/>
              <a:pathLst>
                <a:path w="496" h="504"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4" name="Google Shape;9474;p14"/>
            <p:cNvSpPr/>
            <p:nvPr/>
          </p:nvSpPr>
          <p:spPr>
            <a:xfrm>
              <a:off x="860125" y="3401925"/>
              <a:ext cx="12525" cy="12600"/>
            </a:xfrm>
            <a:custGeom>
              <a:avLst/>
              <a:gdLst/>
              <a:ahLst/>
              <a:cxnLst/>
              <a:rect l="l" t="t" r="r" b="b"/>
              <a:pathLst>
                <a:path w="501" h="504"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5" name="Google Shape;9475;p14"/>
            <p:cNvSpPr/>
            <p:nvPr/>
          </p:nvSpPr>
          <p:spPr>
            <a:xfrm>
              <a:off x="951850" y="340192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6" name="Google Shape;9476;p14"/>
            <p:cNvSpPr/>
            <p:nvPr/>
          </p:nvSpPr>
          <p:spPr>
            <a:xfrm>
              <a:off x="1043825" y="3401925"/>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7" name="Google Shape;9477;p14"/>
            <p:cNvSpPr/>
            <p:nvPr/>
          </p:nvSpPr>
          <p:spPr>
            <a:xfrm>
              <a:off x="1135575" y="3401925"/>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8" name="Google Shape;9478;p14"/>
            <p:cNvSpPr/>
            <p:nvPr/>
          </p:nvSpPr>
          <p:spPr>
            <a:xfrm>
              <a:off x="1227500" y="3401925"/>
              <a:ext cx="12400" cy="12600"/>
            </a:xfrm>
            <a:custGeom>
              <a:avLst/>
              <a:gdLst/>
              <a:ahLst/>
              <a:cxnLst/>
              <a:rect l="l" t="t" r="r" b="b"/>
              <a:pathLst>
                <a:path w="496" h="504"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9" name="Google Shape;9479;p14"/>
            <p:cNvSpPr/>
            <p:nvPr/>
          </p:nvSpPr>
          <p:spPr>
            <a:xfrm>
              <a:off x="1319275" y="3401925"/>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0" name="Google Shape;9480;p14"/>
            <p:cNvSpPr/>
            <p:nvPr/>
          </p:nvSpPr>
          <p:spPr>
            <a:xfrm>
              <a:off x="1411200" y="3401925"/>
              <a:ext cx="12425" cy="12600"/>
            </a:xfrm>
            <a:custGeom>
              <a:avLst/>
              <a:gdLst/>
              <a:ahLst/>
              <a:cxnLst/>
              <a:rect l="l" t="t" r="r" b="b"/>
              <a:pathLst>
                <a:path w="497" h="504"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1" name="Google Shape;9481;p14"/>
            <p:cNvSpPr/>
            <p:nvPr/>
          </p:nvSpPr>
          <p:spPr>
            <a:xfrm>
              <a:off x="1503000" y="3401925"/>
              <a:ext cx="12525" cy="12600"/>
            </a:xfrm>
            <a:custGeom>
              <a:avLst/>
              <a:gdLst/>
              <a:ahLst/>
              <a:cxnLst/>
              <a:rect l="l" t="t" r="r" b="b"/>
              <a:pathLst>
                <a:path w="501" h="504"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2" name="Google Shape;9482;p14"/>
            <p:cNvSpPr/>
            <p:nvPr/>
          </p:nvSpPr>
          <p:spPr>
            <a:xfrm>
              <a:off x="1594750" y="3401925"/>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3" name="Google Shape;9483;p14"/>
            <p:cNvSpPr/>
            <p:nvPr/>
          </p:nvSpPr>
          <p:spPr>
            <a:xfrm>
              <a:off x="1686650" y="340192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4" name="Google Shape;9484;p14"/>
            <p:cNvSpPr/>
            <p:nvPr/>
          </p:nvSpPr>
          <p:spPr>
            <a:xfrm>
              <a:off x="1778450" y="3401925"/>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5" name="Google Shape;9485;p14"/>
            <p:cNvSpPr/>
            <p:nvPr/>
          </p:nvSpPr>
          <p:spPr>
            <a:xfrm>
              <a:off x="1870375" y="3401925"/>
              <a:ext cx="12400" cy="12600"/>
            </a:xfrm>
            <a:custGeom>
              <a:avLst/>
              <a:gdLst/>
              <a:ahLst/>
              <a:cxnLst/>
              <a:rect l="l" t="t" r="r" b="b"/>
              <a:pathLst>
                <a:path w="496" h="504"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6" name="Google Shape;9486;p14"/>
            <p:cNvSpPr/>
            <p:nvPr/>
          </p:nvSpPr>
          <p:spPr>
            <a:xfrm>
              <a:off x="1962150" y="3401925"/>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7" name="Google Shape;9487;p14"/>
            <p:cNvSpPr/>
            <p:nvPr/>
          </p:nvSpPr>
          <p:spPr>
            <a:xfrm>
              <a:off x="2054075" y="3401925"/>
              <a:ext cx="12425" cy="12600"/>
            </a:xfrm>
            <a:custGeom>
              <a:avLst/>
              <a:gdLst/>
              <a:ahLst/>
              <a:cxnLst/>
              <a:rect l="l" t="t" r="r" b="b"/>
              <a:pathLst>
                <a:path w="497" h="504"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8" name="Google Shape;9488;p14"/>
            <p:cNvSpPr/>
            <p:nvPr/>
          </p:nvSpPr>
          <p:spPr>
            <a:xfrm>
              <a:off x="2145825" y="340192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9" name="Google Shape;9489;p14"/>
            <p:cNvSpPr/>
            <p:nvPr/>
          </p:nvSpPr>
          <p:spPr>
            <a:xfrm>
              <a:off x="2237800" y="3401925"/>
              <a:ext cx="12350" cy="12600"/>
            </a:xfrm>
            <a:custGeom>
              <a:avLst/>
              <a:gdLst/>
              <a:ahLst/>
              <a:cxnLst/>
              <a:rect l="l" t="t" r="r" b="b"/>
              <a:pathLst>
                <a:path w="494" h="504"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0" name="Google Shape;9490;p14"/>
            <p:cNvSpPr/>
            <p:nvPr/>
          </p:nvSpPr>
          <p:spPr>
            <a:xfrm>
              <a:off x="2329550" y="3401925"/>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1" name="Google Shape;9491;p14"/>
            <p:cNvSpPr/>
            <p:nvPr/>
          </p:nvSpPr>
          <p:spPr>
            <a:xfrm>
              <a:off x="2421325" y="3401925"/>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2" name="Google Shape;9492;p14"/>
            <p:cNvSpPr/>
            <p:nvPr/>
          </p:nvSpPr>
          <p:spPr>
            <a:xfrm>
              <a:off x="2513250" y="3401925"/>
              <a:ext cx="12575" cy="12600"/>
            </a:xfrm>
            <a:custGeom>
              <a:avLst/>
              <a:gdLst/>
              <a:ahLst/>
              <a:cxnLst/>
              <a:rect l="l" t="t" r="r" b="b"/>
              <a:pathLst>
                <a:path w="503" h="504"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3" name="Google Shape;9493;p14"/>
            <p:cNvSpPr/>
            <p:nvPr/>
          </p:nvSpPr>
          <p:spPr>
            <a:xfrm>
              <a:off x="2605000" y="3401925"/>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4" name="Google Shape;9494;p14"/>
            <p:cNvSpPr/>
            <p:nvPr/>
          </p:nvSpPr>
          <p:spPr>
            <a:xfrm>
              <a:off x="2696950" y="3401925"/>
              <a:ext cx="12375" cy="12600"/>
            </a:xfrm>
            <a:custGeom>
              <a:avLst/>
              <a:gdLst/>
              <a:ahLst/>
              <a:cxnLst/>
              <a:rect l="l" t="t" r="r" b="b"/>
              <a:pathLst>
                <a:path w="495" h="504"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5" name="Google Shape;9495;p14"/>
            <p:cNvSpPr/>
            <p:nvPr/>
          </p:nvSpPr>
          <p:spPr>
            <a:xfrm>
              <a:off x="2788700" y="340192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6" name="Google Shape;9496;p14"/>
            <p:cNvSpPr/>
            <p:nvPr/>
          </p:nvSpPr>
          <p:spPr>
            <a:xfrm>
              <a:off x="2880675" y="3401925"/>
              <a:ext cx="12375" cy="12600"/>
            </a:xfrm>
            <a:custGeom>
              <a:avLst/>
              <a:gdLst/>
              <a:ahLst/>
              <a:cxnLst/>
              <a:rect l="l" t="t" r="r" b="b"/>
              <a:pathLst>
                <a:path w="495" h="504"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7" name="Google Shape;9497;p14"/>
            <p:cNvSpPr/>
            <p:nvPr/>
          </p:nvSpPr>
          <p:spPr>
            <a:xfrm>
              <a:off x="2972425" y="3401925"/>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8" name="Google Shape;9498;p14"/>
            <p:cNvSpPr/>
            <p:nvPr/>
          </p:nvSpPr>
          <p:spPr>
            <a:xfrm>
              <a:off x="3064375" y="3401925"/>
              <a:ext cx="12375" cy="12600"/>
            </a:xfrm>
            <a:custGeom>
              <a:avLst/>
              <a:gdLst/>
              <a:ahLst/>
              <a:cxnLst/>
              <a:rect l="l" t="t" r="r" b="b"/>
              <a:pathLst>
                <a:path w="495" h="504"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9" name="Google Shape;9499;p14"/>
            <p:cNvSpPr/>
            <p:nvPr/>
          </p:nvSpPr>
          <p:spPr>
            <a:xfrm>
              <a:off x="3156125" y="340192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0" name="Google Shape;9500;p14"/>
            <p:cNvSpPr/>
            <p:nvPr/>
          </p:nvSpPr>
          <p:spPr>
            <a:xfrm>
              <a:off x="3247875" y="3401925"/>
              <a:ext cx="12575" cy="12600"/>
            </a:xfrm>
            <a:custGeom>
              <a:avLst/>
              <a:gdLst/>
              <a:ahLst/>
              <a:cxnLst/>
              <a:rect l="l" t="t" r="r" b="b"/>
              <a:pathLst>
                <a:path w="503"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1" name="Google Shape;9501;p14"/>
            <p:cNvSpPr/>
            <p:nvPr/>
          </p:nvSpPr>
          <p:spPr>
            <a:xfrm>
              <a:off x="3339850" y="3401925"/>
              <a:ext cx="12525" cy="12600"/>
            </a:xfrm>
            <a:custGeom>
              <a:avLst/>
              <a:gdLst/>
              <a:ahLst/>
              <a:cxnLst/>
              <a:rect l="l" t="t" r="r" b="b"/>
              <a:pathLst>
                <a:path w="501" h="504"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2" name="Google Shape;9502;p14"/>
            <p:cNvSpPr/>
            <p:nvPr/>
          </p:nvSpPr>
          <p:spPr>
            <a:xfrm>
              <a:off x="3431575" y="340192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3" name="Google Shape;9503;p14"/>
            <p:cNvSpPr/>
            <p:nvPr/>
          </p:nvSpPr>
          <p:spPr>
            <a:xfrm>
              <a:off x="3523550" y="3401925"/>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4" name="Google Shape;9504;p14"/>
            <p:cNvSpPr/>
            <p:nvPr/>
          </p:nvSpPr>
          <p:spPr>
            <a:xfrm>
              <a:off x="676400" y="3493900"/>
              <a:ext cx="12600" cy="12375"/>
            </a:xfrm>
            <a:custGeom>
              <a:avLst/>
              <a:gdLst/>
              <a:ahLst/>
              <a:cxnLst/>
              <a:rect l="l" t="t" r="r" b="b"/>
              <a:pathLst>
                <a:path w="504" h="495" extrusionOk="0">
                  <a:moveTo>
                    <a:pt x="252" y="0"/>
                  </a:moveTo>
                  <a:cubicBezTo>
                    <a:pt x="116" y="0"/>
                    <a:pt x="1" y="107"/>
                    <a:pt x="1" y="243"/>
                  </a:cubicBezTo>
                  <a:cubicBezTo>
                    <a:pt x="1" y="387"/>
                    <a:pt x="116" y="494"/>
                    <a:pt x="252" y="494"/>
                  </a:cubicBezTo>
                  <a:cubicBezTo>
                    <a:pt x="388" y="494"/>
                    <a:pt x="503" y="387"/>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5" name="Google Shape;9505;p14"/>
            <p:cNvSpPr/>
            <p:nvPr/>
          </p:nvSpPr>
          <p:spPr>
            <a:xfrm>
              <a:off x="768325" y="3493900"/>
              <a:ext cx="12400" cy="12375"/>
            </a:xfrm>
            <a:custGeom>
              <a:avLst/>
              <a:gdLst/>
              <a:ahLst/>
              <a:cxnLst/>
              <a:rect l="l" t="t" r="r" b="b"/>
              <a:pathLst>
                <a:path w="496" h="495" extrusionOk="0">
                  <a:moveTo>
                    <a:pt x="245" y="0"/>
                  </a:moveTo>
                  <a:cubicBezTo>
                    <a:pt x="109" y="0"/>
                    <a:pt x="0" y="107"/>
                    <a:pt x="0" y="243"/>
                  </a:cubicBezTo>
                  <a:cubicBezTo>
                    <a:pt x="0" y="387"/>
                    <a:pt x="109" y="494"/>
                    <a:pt x="245" y="494"/>
                  </a:cubicBezTo>
                  <a:cubicBezTo>
                    <a:pt x="388" y="494"/>
                    <a:pt x="496" y="387"/>
                    <a:pt x="496" y="243"/>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6" name="Google Shape;9506;p14"/>
            <p:cNvSpPr/>
            <p:nvPr/>
          </p:nvSpPr>
          <p:spPr>
            <a:xfrm>
              <a:off x="860125" y="3493900"/>
              <a:ext cx="12525" cy="12375"/>
            </a:xfrm>
            <a:custGeom>
              <a:avLst/>
              <a:gdLst/>
              <a:ahLst/>
              <a:cxnLst/>
              <a:rect l="l" t="t" r="r" b="b"/>
              <a:pathLst>
                <a:path w="501" h="495" extrusionOk="0">
                  <a:moveTo>
                    <a:pt x="251" y="0"/>
                  </a:moveTo>
                  <a:cubicBezTo>
                    <a:pt x="114" y="0"/>
                    <a:pt x="0" y="107"/>
                    <a:pt x="0" y="243"/>
                  </a:cubicBezTo>
                  <a:cubicBezTo>
                    <a:pt x="0" y="387"/>
                    <a:pt x="114" y="494"/>
                    <a:pt x="251" y="494"/>
                  </a:cubicBezTo>
                  <a:cubicBezTo>
                    <a:pt x="387" y="494"/>
                    <a:pt x="501" y="387"/>
                    <a:pt x="501" y="243"/>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7" name="Google Shape;9507;p14"/>
            <p:cNvSpPr/>
            <p:nvPr/>
          </p:nvSpPr>
          <p:spPr>
            <a:xfrm>
              <a:off x="951850" y="3493900"/>
              <a:ext cx="12600" cy="12375"/>
            </a:xfrm>
            <a:custGeom>
              <a:avLst/>
              <a:gdLst/>
              <a:ahLst/>
              <a:cxnLst/>
              <a:rect l="l" t="t" r="r" b="b"/>
              <a:pathLst>
                <a:path w="504" h="495" extrusionOk="0">
                  <a:moveTo>
                    <a:pt x="252" y="0"/>
                  </a:moveTo>
                  <a:cubicBezTo>
                    <a:pt x="116" y="0"/>
                    <a:pt x="1" y="107"/>
                    <a:pt x="1" y="243"/>
                  </a:cubicBezTo>
                  <a:cubicBezTo>
                    <a:pt x="1" y="387"/>
                    <a:pt x="116" y="494"/>
                    <a:pt x="252" y="494"/>
                  </a:cubicBezTo>
                  <a:cubicBezTo>
                    <a:pt x="388" y="494"/>
                    <a:pt x="503" y="387"/>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8" name="Google Shape;9508;p14"/>
            <p:cNvSpPr/>
            <p:nvPr/>
          </p:nvSpPr>
          <p:spPr>
            <a:xfrm>
              <a:off x="1043825" y="3493900"/>
              <a:ext cx="12375" cy="12375"/>
            </a:xfrm>
            <a:custGeom>
              <a:avLst/>
              <a:gdLst/>
              <a:ahLst/>
              <a:cxnLst/>
              <a:rect l="l" t="t" r="r" b="b"/>
              <a:pathLst>
                <a:path w="495" h="495" extrusionOk="0">
                  <a:moveTo>
                    <a:pt x="250" y="0"/>
                  </a:moveTo>
                  <a:cubicBezTo>
                    <a:pt x="107" y="0"/>
                    <a:pt x="0" y="107"/>
                    <a:pt x="0" y="243"/>
                  </a:cubicBezTo>
                  <a:cubicBezTo>
                    <a:pt x="0" y="387"/>
                    <a:pt x="107" y="494"/>
                    <a:pt x="250" y="494"/>
                  </a:cubicBezTo>
                  <a:cubicBezTo>
                    <a:pt x="388" y="494"/>
                    <a:pt x="494" y="387"/>
                    <a:pt x="494" y="243"/>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9" name="Google Shape;9509;p14"/>
            <p:cNvSpPr/>
            <p:nvPr/>
          </p:nvSpPr>
          <p:spPr>
            <a:xfrm>
              <a:off x="1135575" y="3493900"/>
              <a:ext cx="12575" cy="12375"/>
            </a:xfrm>
            <a:custGeom>
              <a:avLst/>
              <a:gdLst/>
              <a:ahLst/>
              <a:cxnLst/>
              <a:rect l="l" t="t" r="r" b="b"/>
              <a:pathLst>
                <a:path w="503" h="495" extrusionOk="0">
                  <a:moveTo>
                    <a:pt x="252" y="0"/>
                  </a:moveTo>
                  <a:cubicBezTo>
                    <a:pt x="116" y="0"/>
                    <a:pt x="0" y="107"/>
                    <a:pt x="0" y="243"/>
                  </a:cubicBezTo>
                  <a:cubicBezTo>
                    <a:pt x="0" y="387"/>
                    <a:pt x="116" y="494"/>
                    <a:pt x="252" y="494"/>
                  </a:cubicBezTo>
                  <a:cubicBezTo>
                    <a:pt x="387" y="494"/>
                    <a:pt x="503" y="387"/>
                    <a:pt x="503" y="243"/>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0" name="Google Shape;9510;p14"/>
            <p:cNvSpPr/>
            <p:nvPr/>
          </p:nvSpPr>
          <p:spPr>
            <a:xfrm>
              <a:off x="1227500" y="3493900"/>
              <a:ext cx="12400" cy="12375"/>
            </a:xfrm>
            <a:custGeom>
              <a:avLst/>
              <a:gdLst/>
              <a:ahLst/>
              <a:cxnLst/>
              <a:rect l="l" t="t" r="r" b="b"/>
              <a:pathLst>
                <a:path w="496" h="495" extrusionOk="0">
                  <a:moveTo>
                    <a:pt x="251" y="0"/>
                  </a:moveTo>
                  <a:cubicBezTo>
                    <a:pt x="109" y="0"/>
                    <a:pt x="0" y="107"/>
                    <a:pt x="0" y="243"/>
                  </a:cubicBezTo>
                  <a:cubicBezTo>
                    <a:pt x="0" y="387"/>
                    <a:pt x="109" y="494"/>
                    <a:pt x="251" y="494"/>
                  </a:cubicBezTo>
                  <a:cubicBezTo>
                    <a:pt x="387" y="494"/>
                    <a:pt x="496" y="387"/>
                    <a:pt x="496" y="243"/>
                  </a:cubicBezTo>
                  <a:cubicBezTo>
                    <a:pt x="496"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1" name="Google Shape;9511;p14"/>
            <p:cNvSpPr/>
            <p:nvPr/>
          </p:nvSpPr>
          <p:spPr>
            <a:xfrm>
              <a:off x="1319275" y="3493900"/>
              <a:ext cx="12550" cy="12375"/>
            </a:xfrm>
            <a:custGeom>
              <a:avLst/>
              <a:gdLst/>
              <a:ahLst/>
              <a:cxnLst/>
              <a:rect l="l" t="t" r="r" b="b"/>
              <a:pathLst>
                <a:path w="502" h="495" extrusionOk="0">
                  <a:moveTo>
                    <a:pt x="252" y="0"/>
                  </a:moveTo>
                  <a:cubicBezTo>
                    <a:pt x="114" y="0"/>
                    <a:pt x="1" y="107"/>
                    <a:pt x="1" y="243"/>
                  </a:cubicBezTo>
                  <a:cubicBezTo>
                    <a:pt x="1" y="387"/>
                    <a:pt x="114" y="494"/>
                    <a:pt x="252" y="494"/>
                  </a:cubicBezTo>
                  <a:cubicBezTo>
                    <a:pt x="388" y="494"/>
                    <a:pt x="501" y="387"/>
                    <a:pt x="501" y="243"/>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2" name="Google Shape;9512;p14"/>
            <p:cNvSpPr/>
            <p:nvPr/>
          </p:nvSpPr>
          <p:spPr>
            <a:xfrm>
              <a:off x="1411200" y="3493900"/>
              <a:ext cx="12425" cy="12375"/>
            </a:xfrm>
            <a:custGeom>
              <a:avLst/>
              <a:gdLst/>
              <a:ahLst/>
              <a:cxnLst/>
              <a:rect l="l" t="t" r="r" b="b"/>
              <a:pathLst>
                <a:path w="497" h="495" extrusionOk="0">
                  <a:moveTo>
                    <a:pt x="245" y="0"/>
                  </a:moveTo>
                  <a:cubicBezTo>
                    <a:pt x="109" y="0"/>
                    <a:pt x="1" y="107"/>
                    <a:pt x="1" y="243"/>
                  </a:cubicBezTo>
                  <a:cubicBezTo>
                    <a:pt x="1" y="387"/>
                    <a:pt x="109" y="494"/>
                    <a:pt x="245" y="494"/>
                  </a:cubicBezTo>
                  <a:cubicBezTo>
                    <a:pt x="388" y="494"/>
                    <a:pt x="496" y="387"/>
                    <a:pt x="496" y="243"/>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3" name="Google Shape;9513;p14"/>
            <p:cNvSpPr/>
            <p:nvPr/>
          </p:nvSpPr>
          <p:spPr>
            <a:xfrm>
              <a:off x="1503000" y="3493900"/>
              <a:ext cx="12525" cy="12375"/>
            </a:xfrm>
            <a:custGeom>
              <a:avLst/>
              <a:gdLst/>
              <a:ahLst/>
              <a:cxnLst/>
              <a:rect l="l" t="t" r="r" b="b"/>
              <a:pathLst>
                <a:path w="501" h="495" extrusionOk="0">
                  <a:moveTo>
                    <a:pt x="250" y="0"/>
                  </a:moveTo>
                  <a:cubicBezTo>
                    <a:pt x="114" y="0"/>
                    <a:pt x="0" y="107"/>
                    <a:pt x="0" y="243"/>
                  </a:cubicBezTo>
                  <a:cubicBezTo>
                    <a:pt x="0" y="387"/>
                    <a:pt x="114" y="494"/>
                    <a:pt x="250" y="494"/>
                  </a:cubicBezTo>
                  <a:cubicBezTo>
                    <a:pt x="387" y="494"/>
                    <a:pt x="501" y="387"/>
                    <a:pt x="501" y="243"/>
                  </a:cubicBezTo>
                  <a:cubicBezTo>
                    <a:pt x="501" y="107"/>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4" name="Google Shape;9514;p14"/>
            <p:cNvSpPr/>
            <p:nvPr/>
          </p:nvSpPr>
          <p:spPr>
            <a:xfrm>
              <a:off x="1594750" y="3493900"/>
              <a:ext cx="12575" cy="12375"/>
            </a:xfrm>
            <a:custGeom>
              <a:avLst/>
              <a:gdLst/>
              <a:ahLst/>
              <a:cxnLst/>
              <a:rect l="l" t="t" r="r" b="b"/>
              <a:pathLst>
                <a:path w="503" h="495" extrusionOk="0">
                  <a:moveTo>
                    <a:pt x="251" y="0"/>
                  </a:moveTo>
                  <a:cubicBezTo>
                    <a:pt x="115" y="0"/>
                    <a:pt x="0" y="107"/>
                    <a:pt x="0" y="243"/>
                  </a:cubicBezTo>
                  <a:cubicBezTo>
                    <a:pt x="0" y="387"/>
                    <a:pt x="115" y="494"/>
                    <a:pt x="251" y="494"/>
                  </a:cubicBezTo>
                  <a:cubicBezTo>
                    <a:pt x="394" y="494"/>
                    <a:pt x="503" y="387"/>
                    <a:pt x="503" y="243"/>
                  </a:cubicBezTo>
                  <a:cubicBezTo>
                    <a:pt x="503" y="107"/>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5" name="Google Shape;9515;p14"/>
            <p:cNvSpPr/>
            <p:nvPr/>
          </p:nvSpPr>
          <p:spPr>
            <a:xfrm>
              <a:off x="1686650" y="3493900"/>
              <a:ext cx="12600" cy="12375"/>
            </a:xfrm>
            <a:custGeom>
              <a:avLst/>
              <a:gdLst/>
              <a:ahLst/>
              <a:cxnLst/>
              <a:rect l="l" t="t" r="r" b="b"/>
              <a:pathLst>
                <a:path w="504" h="495" extrusionOk="0">
                  <a:moveTo>
                    <a:pt x="252" y="0"/>
                  </a:moveTo>
                  <a:cubicBezTo>
                    <a:pt x="116" y="0"/>
                    <a:pt x="1" y="107"/>
                    <a:pt x="1" y="243"/>
                  </a:cubicBezTo>
                  <a:cubicBezTo>
                    <a:pt x="1" y="387"/>
                    <a:pt x="116" y="494"/>
                    <a:pt x="252" y="494"/>
                  </a:cubicBezTo>
                  <a:cubicBezTo>
                    <a:pt x="388" y="494"/>
                    <a:pt x="503" y="387"/>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6" name="Google Shape;9516;p14"/>
            <p:cNvSpPr/>
            <p:nvPr/>
          </p:nvSpPr>
          <p:spPr>
            <a:xfrm>
              <a:off x="1778450" y="3493900"/>
              <a:ext cx="12550" cy="12375"/>
            </a:xfrm>
            <a:custGeom>
              <a:avLst/>
              <a:gdLst/>
              <a:ahLst/>
              <a:cxnLst/>
              <a:rect l="l" t="t" r="r" b="b"/>
              <a:pathLst>
                <a:path w="502" h="495" extrusionOk="0">
                  <a:moveTo>
                    <a:pt x="252" y="0"/>
                  </a:moveTo>
                  <a:cubicBezTo>
                    <a:pt x="114" y="0"/>
                    <a:pt x="1" y="107"/>
                    <a:pt x="1" y="243"/>
                  </a:cubicBezTo>
                  <a:cubicBezTo>
                    <a:pt x="1" y="387"/>
                    <a:pt x="114" y="494"/>
                    <a:pt x="252" y="494"/>
                  </a:cubicBezTo>
                  <a:cubicBezTo>
                    <a:pt x="388" y="494"/>
                    <a:pt x="501" y="387"/>
                    <a:pt x="501" y="243"/>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7" name="Google Shape;9517;p14"/>
            <p:cNvSpPr/>
            <p:nvPr/>
          </p:nvSpPr>
          <p:spPr>
            <a:xfrm>
              <a:off x="1870375" y="3493900"/>
              <a:ext cx="12400" cy="12375"/>
            </a:xfrm>
            <a:custGeom>
              <a:avLst/>
              <a:gdLst/>
              <a:ahLst/>
              <a:cxnLst/>
              <a:rect l="l" t="t" r="r" b="b"/>
              <a:pathLst>
                <a:path w="496" h="495" extrusionOk="0">
                  <a:moveTo>
                    <a:pt x="252" y="0"/>
                  </a:moveTo>
                  <a:cubicBezTo>
                    <a:pt x="109" y="0"/>
                    <a:pt x="0" y="107"/>
                    <a:pt x="0" y="243"/>
                  </a:cubicBezTo>
                  <a:cubicBezTo>
                    <a:pt x="0" y="387"/>
                    <a:pt x="109" y="494"/>
                    <a:pt x="252" y="494"/>
                  </a:cubicBezTo>
                  <a:cubicBezTo>
                    <a:pt x="387" y="494"/>
                    <a:pt x="496" y="387"/>
                    <a:pt x="496" y="243"/>
                  </a:cubicBezTo>
                  <a:cubicBezTo>
                    <a:pt x="496"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8" name="Google Shape;9518;p14"/>
            <p:cNvSpPr/>
            <p:nvPr/>
          </p:nvSpPr>
          <p:spPr>
            <a:xfrm>
              <a:off x="1962150" y="3493900"/>
              <a:ext cx="12550" cy="12375"/>
            </a:xfrm>
            <a:custGeom>
              <a:avLst/>
              <a:gdLst/>
              <a:ahLst/>
              <a:cxnLst/>
              <a:rect l="l" t="t" r="r" b="b"/>
              <a:pathLst>
                <a:path w="502" h="495" extrusionOk="0">
                  <a:moveTo>
                    <a:pt x="250" y="0"/>
                  </a:moveTo>
                  <a:cubicBezTo>
                    <a:pt x="114" y="0"/>
                    <a:pt x="1" y="107"/>
                    <a:pt x="1" y="243"/>
                  </a:cubicBezTo>
                  <a:cubicBezTo>
                    <a:pt x="1" y="387"/>
                    <a:pt x="114" y="494"/>
                    <a:pt x="250" y="494"/>
                  </a:cubicBezTo>
                  <a:cubicBezTo>
                    <a:pt x="388" y="494"/>
                    <a:pt x="502" y="387"/>
                    <a:pt x="502" y="243"/>
                  </a:cubicBezTo>
                  <a:cubicBezTo>
                    <a:pt x="502"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9" name="Google Shape;9519;p14"/>
            <p:cNvSpPr/>
            <p:nvPr/>
          </p:nvSpPr>
          <p:spPr>
            <a:xfrm>
              <a:off x="2054075" y="3493900"/>
              <a:ext cx="12425" cy="12375"/>
            </a:xfrm>
            <a:custGeom>
              <a:avLst/>
              <a:gdLst/>
              <a:ahLst/>
              <a:cxnLst/>
              <a:rect l="l" t="t" r="r" b="b"/>
              <a:pathLst>
                <a:path w="497" h="495" extrusionOk="0">
                  <a:moveTo>
                    <a:pt x="252" y="0"/>
                  </a:moveTo>
                  <a:cubicBezTo>
                    <a:pt x="109" y="0"/>
                    <a:pt x="1" y="107"/>
                    <a:pt x="1" y="243"/>
                  </a:cubicBezTo>
                  <a:cubicBezTo>
                    <a:pt x="1" y="387"/>
                    <a:pt x="109" y="494"/>
                    <a:pt x="252" y="494"/>
                  </a:cubicBezTo>
                  <a:cubicBezTo>
                    <a:pt x="388" y="494"/>
                    <a:pt x="496" y="387"/>
                    <a:pt x="496" y="243"/>
                  </a:cubicBezTo>
                  <a:cubicBezTo>
                    <a:pt x="496"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0" name="Google Shape;9520;p14"/>
            <p:cNvSpPr/>
            <p:nvPr/>
          </p:nvSpPr>
          <p:spPr>
            <a:xfrm>
              <a:off x="2145825" y="3493900"/>
              <a:ext cx="12600" cy="12375"/>
            </a:xfrm>
            <a:custGeom>
              <a:avLst/>
              <a:gdLst/>
              <a:ahLst/>
              <a:cxnLst/>
              <a:rect l="l" t="t" r="r" b="b"/>
              <a:pathLst>
                <a:path w="504" h="495" extrusionOk="0">
                  <a:moveTo>
                    <a:pt x="252" y="0"/>
                  </a:moveTo>
                  <a:cubicBezTo>
                    <a:pt x="116" y="0"/>
                    <a:pt x="1" y="107"/>
                    <a:pt x="1" y="243"/>
                  </a:cubicBezTo>
                  <a:cubicBezTo>
                    <a:pt x="1" y="387"/>
                    <a:pt x="116" y="494"/>
                    <a:pt x="252" y="494"/>
                  </a:cubicBezTo>
                  <a:cubicBezTo>
                    <a:pt x="388" y="494"/>
                    <a:pt x="503" y="387"/>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1" name="Google Shape;9521;p14"/>
            <p:cNvSpPr/>
            <p:nvPr/>
          </p:nvSpPr>
          <p:spPr>
            <a:xfrm>
              <a:off x="2237800" y="3493900"/>
              <a:ext cx="12350" cy="12375"/>
            </a:xfrm>
            <a:custGeom>
              <a:avLst/>
              <a:gdLst/>
              <a:ahLst/>
              <a:cxnLst/>
              <a:rect l="l" t="t" r="r" b="b"/>
              <a:pathLst>
                <a:path w="494" h="495" extrusionOk="0">
                  <a:moveTo>
                    <a:pt x="244" y="0"/>
                  </a:moveTo>
                  <a:cubicBezTo>
                    <a:pt x="107" y="0"/>
                    <a:pt x="0" y="107"/>
                    <a:pt x="0" y="243"/>
                  </a:cubicBezTo>
                  <a:cubicBezTo>
                    <a:pt x="0" y="387"/>
                    <a:pt x="107" y="494"/>
                    <a:pt x="244" y="494"/>
                  </a:cubicBezTo>
                  <a:cubicBezTo>
                    <a:pt x="387" y="494"/>
                    <a:pt x="494" y="387"/>
                    <a:pt x="494" y="243"/>
                  </a:cubicBezTo>
                  <a:cubicBezTo>
                    <a:pt x="494" y="107"/>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2" name="Google Shape;9522;p14"/>
            <p:cNvSpPr/>
            <p:nvPr/>
          </p:nvSpPr>
          <p:spPr>
            <a:xfrm>
              <a:off x="2329550" y="3493900"/>
              <a:ext cx="12575" cy="12375"/>
            </a:xfrm>
            <a:custGeom>
              <a:avLst/>
              <a:gdLst/>
              <a:ahLst/>
              <a:cxnLst/>
              <a:rect l="l" t="t" r="r" b="b"/>
              <a:pathLst>
                <a:path w="503" h="495" extrusionOk="0">
                  <a:moveTo>
                    <a:pt x="251" y="0"/>
                  </a:moveTo>
                  <a:cubicBezTo>
                    <a:pt x="115" y="0"/>
                    <a:pt x="0" y="107"/>
                    <a:pt x="0" y="243"/>
                  </a:cubicBezTo>
                  <a:cubicBezTo>
                    <a:pt x="0" y="387"/>
                    <a:pt x="115" y="494"/>
                    <a:pt x="251" y="494"/>
                  </a:cubicBezTo>
                  <a:cubicBezTo>
                    <a:pt x="387" y="494"/>
                    <a:pt x="502" y="387"/>
                    <a:pt x="502" y="243"/>
                  </a:cubicBezTo>
                  <a:cubicBezTo>
                    <a:pt x="502"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3" name="Google Shape;9523;p14"/>
            <p:cNvSpPr/>
            <p:nvPr/>
          </p:nvSpPr>
          <p:spPr>
            <a:xfrm>
              <a:off x="2421325" y="3493900"/>
              <a:ext cx="12550" cy="12375"/>
            </a:xfrm>
            <a:custGeom>
              <a:avLst/>
              <a:gdLst/>
              <a:ahLst/>
              <a:cxnLst/>
              <a:rect l="l" t="t" r="r" b="b"/>
              <a:pathLst>
                <a:path w="502" h="495" extrusionOk="0">
                  <a:moveTo>
                    <a:pt x="250" y="0"/>
                  </a:moveTo>
                  <a:cubicBezTo>
                    <a:pt x="114" y="0"/>
                    <a:pt x="1" y="107"/>
                    <a:pt x="1" y="243"/>
                  </a:cubicBezTo>
                  <a:cubicBezTo>
                    <a:pt x="1" y="387"/>
                    <a:pt x="114" y="494"/>
                    <a:pt x="250" y="494"/>
                  </a:cubicBezTo>
                  <a:cubicBezTo>
                    <a:pt x="395" y="494"/>
                    <a:pt x="501" y="387"/>
                    <a:pt x="501" y="243"/>
                  </a:cubicBezTo>
                  <a:cubicBezTo>
                    <a:pt x="501" y="107"/>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4" name="Google Shape;9524;p14"/>
            <p:cNvSpPr/>
            <p:nvPr/>
          </p:nvSpPr>
          <p:spPr>
            <a:xfrm>
              <a:off x="2513250" y="3493900"/>
              <a:ext cx="12575" cy="12375"/>
            </a:xfrm>
            <a:custGeom>
              <a:avLst/>
              <a:gdLst/>
              <a:ahLst/>
              <a:cxnLst/>
              <a:rect l="l" t="t" r="r" b="b"/>
              <a:pathLst>
                <a:path w="503" h="495" extrusionOk="0">
                  <a:moveTo>
                    <a:pt x="252" y="0"/>
                  </a:moveTo>
                  <a:cubicBezTo>
                    <a:pt x="109" y="0"/>
                    <a:pt x="0" y="107"/>
                    <a:pt x="0" y="243"/>
                  </a:cubicBezTo>
                  <a:cubicBezTo>
                    <a:pt x="0" y="387"/>
                    <a:pt x="109" y="494"/>
                    <a:pt x="252" y="494"/>
                  </a:cubicBezTo>
                  <a:cubicBezTo>
                    <a:pt x="388" y="494"/>
                    <a:pt x="503" y="387"/>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5" name="Google Shape;9525;p14"/>
            <p:cNvSpPr/>
            <p:nvPr/>
          </p:nvSpPr>
          <p:spPr>
            <a:xfrm>
              <a:off x="2605000" y="3493900"/>
              <a:ext cx="12575" cy="12375"/>
            </a:xfrm>
            <a:custGeom>
              <a:avLst/>
              <a:gdLst/>
              <a:ahLst/>
              <a:cxnLst/>
              <a:rect l="l" t="t" r="r" b="b"/>
              <a:pathLst>
                <a:path w="503" h="495" extrusionOk="0">
                  <a:moveTo>
                    <a:pt x="252" y="0"/>
                  </a:moveTo>
                  <a:cubicBezTo>
                    <a:pt x="116" y="0"/>
                    <a:pt x="0" y="107"/>
                    <a:pt x="0" y="243"/>
                  </a:cubicBezTo>
                  <a:cubicBezTo>
                    <a:pt x="0" y="387"/>
                    <a:pt x="116" y="494"/>
                    <a:pt x="252" y="494"/>
                  </a:cubicBezTo>
                  <a:cubicBezTo>
                    <a:pt x="387" y="494"/>
                    <a:pt x="503" y="387"/>
                    <a:pt x="503" y="243"/>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6" name="Google Shape;9526;p14"/>
            <p:cNvSpPr/>
            <p:nvPr/>
          </p:nvSpPr>
          <p:spPr>
            <a:xfrm>
              <a:off x="2696950" y="3493900"/>
              <a:ext cx="12375" cy="12375"/>
            </a:xfrm>
            <a:custGeom>
              <a:avLst/>
              <a:gdLst/>
              <a:ahLst/>
              <a:cxnLst/>
              <a:rect l="l" t="t" r="r" b="b"/>
              <a:pathLst>
                <a:path w="495" h="495" extrusionOk="0">
                  <a:moveTo>
                    <a:pt x="252" y="0"/>
                  </a:moveTo>
                  <a:cubicBezTo>
                    <a:pt x="108" y="0"/>
                    <a:pt x="1" y="107"/>
                    <a:pt x="1" y="243"/>
                  </a:cubicBezTo>
                  <a:cubicBezTo>
                    <a:pt x="1" y="387"/>
                    <a:pt x="108" y="494"/>
                    <a:pt x="252" y="494"/>
                  </a:cubicBezTo>
                  <a:cubicBezTo>
                    <a:pt x="388" y="494"/>
                    <a:pt x="495" y="387"/>
                    <a:pt x="495" y="243"/>
                  </a:cubicBezTo>
                  <a:cubicBezTo>
                    <a:pt x="495"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7" name="Google Shape;9527;p14"/>
            <p:cNvSpPr/>
            <p:nvPr/>
          </p:nvSpPr>
          <p:spPr>
            <a:xfrm>
              <a:off x="2788700" y="3493900"/>
              <a:ext cx="12600" cy="12375"/>
            </a:xfrm>
            <a:custGeom>
              <a:avLst/>
              <a:gdLst/>
              <a:ahLst/>
              <a:cxnLst/>
              <a:rect l="l" t="t" r="r" b="b"/>
              <a:pathLst>
                <a:path w="504" h="495" extrusionOk="0">
                  <a:moveTo>
                    <a:pt x="252" y="0"/>
                  </a:moveTo>
                  <a:cubicBezTo>
                    <a:pt x="116" y="0"/>
                    <a:pt x="1" y="107"/>
                    <a:pt x="1" y="243"/>
                  </a:cubicBezTo>
                  <a:cubicBezTo>
                    <a:pt x="1" y="387"/>
                    <a:pt x="116" y="494"/>
                    <a:pt x="252" y="494"/>
                  </a:cubicBezTo>
                  <a:cubicBezTo>
                    <a:pt x="388" y="494"/>
                    <a:pt x="503" y="387"/>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8" name="Google Shape;9528;p14"/>
            <p:cNvSpPr/>
            <p:nvPr/>
          </p:nvSpPr>
          <p:spPr>
            <a:xfrm>
              <a:off x="2880675" y="3493900"/>
              <a:ext cx="12375" cy="12375"/>
            </a:xfrm>
            <a:custGeom>
              <a:avLst/>
              <a:gdLst/>
              <a:ahLst/>
              <a:cxnLst/>
              <a:rect l="l" t="t" r="r" b="b"/>
              <a:pathLst>
                <a:path w="495" h="495" extrusionOk="0">
                  <a:moveTo>
                    <a:pt x="243" y="0"/>
                  </a:moveTo>
                  <a:cubicBezTo>
                    <a:pt x="107" y="0"/>
                    <a:pt x="0" y="107"/>
                    <a:pt x="0" y="243"/>
                  </a:cubicBezTo>
                  <a:cubicBezTo>
                    <a:pt x="0" y="387"/>
                    <a:pt x="107" y="494"/>
                    <a:pt x="243" y="494"/>
                  </a:cubicBezTo>
                  <a:cubicBezTo>
                    <a:pt x="387" y="494"/>
                    <a:pt x="494" y="387"/>
                    <a:pt x="494" y="243"/>
                  </a:cubicBezTo>
                  <a:cubicBezTo>
                    <a:pt x="494" y="107"/>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14"/>
            <p:cNvSpPr/>
            <p:nvPr/>
          </p:nvSpPr>
          <p:spPr>
            <a:xfrm>
              <a:off x="2972425" y="3493900"/>
              <a:ext cx="12575" cy="12375"/>
            </a:xfrm>
            <a:custGeom>
              <a:avLst/>
              <a:gdLst/>
              <a:ahLst/>
              <a:cxnLst/>
              <a:rect l="l" t="t" r="r" b="b"/>
              <a:pathLst>
                <a:path w="503" h="495" extrusionOk="0">
                  <a:moveTo>
                    <a:pt x="251" y="0"/>
                  </a:moveTo>
                  <a:cubicBezTo>
                    <a:pt x="115" y="0"/>
                    <a:pt x="0" y="107"/>
                    <a:pt x="0" y="243"/>
                  </a:cubicBezTo>
                  <a:cubicBezTo>
                    <a:pt x="0" y="387"/>
                    <a:pt x="115" y="494"/>
                    <a:pt x="251" y="494"/>
                  </a:cubicBezTo>
                  <a:cubicBezTo>
                    <a:pt x="387" y="494"/>
                    <a:pt x="503" y="387"/>
                    <a:pt x="503" y="243"/>
                  </a:cubicBezTo>
                  <a:cubicBezTo>
                    <a:pt x="503"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0" name="Google Shape;9530;p14"/>
            <p:cNvSpPr/>
            <p:nvPr/>
          </p:nvSpPr>
          <p:spPr>
            <a:xfrm>
              <a:off x="3064375" y="3493900"/>
              <a:ext cx="12375" cy="12375"/>
            </a:xfrm>
            <a:custGeom>
              <a:avLst/>
              <a:gdLst/>
              <a:ahLst/>
              <a:cxnLst/>
              <a:rect l="l" t="t" r="r" b="b"/>
              <a:pathLst>
                <a:path w="495" h="495" extrusionOk="0">
                  <a:moveTo>
                    <a:pt x="243" y="0"/>
                  </a:moveTo>
                  <a:cubicBezTo>
                    <a:pt x="107" y="0"/>
                    <a:pt x="1" y="107"/>
                    <a:pt x="1" y="243"/>
                  </a:cubicBezTo>
                  <a:cubicBezTo>
                    <a:pt x="1" y="387"/>
                    <a:pt x="107" y="494"/>
                    <a:pt x="243" y="494"/>
                  </a:cubicBezTo>
                  <a:cubicBezTo>
                    <a:pt x="388" y="494"/>
                    <a:pt x="495" y="387"/>
                    <a:pt x="495" y="243"/>
                  </a:cubicBezTo>
                  <a:cubicBezTo>
                    <a:pt x="495" y="107"/>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1" name="Google Shape;9531;p14"/>
            <p:cNvSpPr/>
            <p:nvPr/>
          </p:nvSpPr>
          <p:spPr>
            <a:xfrm>
              <a:off x="3156125" y="3493900"/>
              <a:ext cx="12600" cy="12375"/>
            </a:xfrm>
            <a:custGeom>
              <a:avLst/>
              <a:gdLst/>
              <a:ahLst/>
              <a:cxnLst/>
              <a:rect l="l" t="t" r="r" b="b"/>
              <a:pathLst>
                <a:path w="504" h="495" extrusionOk="0">
                  <a:moveTo>
                    <a:pt x="252" y="0"/>
                  </a:moveTo>
                  <a:cubicBezTo>
                    <a:pt x="116" y="0"/>
                    <a:pt x="1" y="107"/>
                    <a:pt x="1" y="243"/>
                  </a:cubicBezTo>
                  <a:cubicBezTo>
                    <a:pt x="1" y="387"/>
                    <a:pt x="116" y="494"/>
                    <a:pt x="252" y="494"/>
                  </a:cubicBezTo>
                  <a:cubicBezTo>
                    <a:pt x="388" y="494"/>
                    <a:pt x="503" y="387"/>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2" name="Google Shape;9532;p14"/>
            <p:cNvSpPr/>
            <p:nvPr/>
          </p:nvSpPr>
          <p:spPr>
            <a:xfrm>
              <a:off x="3247875" y="3493900"/>
              <a:ext cx="12575" cy="12375"/>
            </a:xfrm>
            <a:custGeom>
              <a:avLst/>
              <a:gdLst/>
              <a:ahLst/>
              <a:cxnLst/>
              <a:rect l="l" t="t" r="r" b="b"/>
              <a:pathLst>
                <a:path w="503" h="495" extrusionOk="0">
                  <a:moveTo>
                    <a:pt x="252" y="0"/>
                  </a:moveTo>
                  <a:cubicBezTo>
                    <a:pt x="116" y="0"/>
                    <a:pt x="1" y="107"/>
                    <a:pt x="1" y="243"/>
                  </a:cubicBezTo>
                  <a:cubicBezTo>
                    <a:pt x="1" y="387"/>
                    <a:pt x="116" y="494"/>
                    <a:pt x="252" y="494"/>
                  </a:cubicBezTo>
                  <a:cubicBezTo>
                    <a:pt x="388" y="494"/>
                    <a:pt x="503" y="387"/>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3" name="Google Shape;9533;p14"/>
            <p:cNvSpPr/>
            <p:nvPr/>
          </p:nvSpPr>
          <p:spPr>
            <a:xfrm>
              <a:off x="3339850" y="3493900"/>
              <a:ext cx="12525" cy="12375"/>
            </a:xfrm>
            <a:custGeom>
              <a:avLst/>
              <a:gdLst/>
              <a:ahLst/>
              <a:cxnLst/>
              <a:rect l="l" t="t" r="r" b="b"/>
              <a:pathLst>
                <a:path w="501" h="495" extrusionOk="0">
                  <a:moveTo>
                    <a:pt x="251" y="0"/>
                  </a:moveTo>
                  <a:cubicBezTo>
                    <a:pt x="107" y="0"/>
                    <a:pt x="0" y="107"/>
                    <a:pt x="0" y="243"/>
                  </a:cubicBezTo>
                  <a:cubicBezTo>
                    <a:pt x="0" y="387"/>
                    <a:pt x="107" y="494"/>
                    <a:pt x="251" y="494"/>
                  </a:cubicBezTo>
                  <a:cubicBezTo>
                    <a:pt x="387" y="494"/>
                    <a:pt x="501" y="387"/>
                    <a:pt x="501" y="243"/>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4" name="Google Shape;9534;p14"/>
            <p:cNvSpPr/>
            <p:nvPr/>
          </p:nvSpPr>
          <p:spPr>
            <a:xfrm>
              <a:off x="3431575" y="3493900"/>
              <a:ext cx="12600" cy="12375"/>
            </a:xfrm>
            <a:custGeom>
              <a:avLst/>
              <a:gdLst/>
              <a:ahLst/>
              <a:cxnLst/>
              <a:rect l="l" t="t" r="r" b="b"/>
              <a:pathLst>
                <a:path w="504" h="495" extrusionOk="0">
                  <a:moveTo>
                    <a:pt x="252" y="0"/>
                  </a:moveTo>
                  <a:cubicBezTo>
                    <a:pt x="116" y="0"/>
                    <a:pt x="1" y="107"/>
                    <a:pt x="1" y="243"/>
                  </a:cubicBezTo>
                  <a:cubicBezTo>
                    <a:pt x="1" y="387"/>
                    <a:pt x="116" y="494"/>
                    <a:pt x="252" y="494"/>
                  </a:cubicBezTo>
                  <a:cubicBezTo>
                    <a:pt x="388" y="494"/>
                    <a:pt x="503" y="387"/>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5" name="Google Shape;9535;p14"/>
            <p:cNvSpPr/>
            <p:nvPr/>
          </p:nvSpPr>
          <p:spPr>
            <a:xfrm>
              <a:off x="3523550" y="3493900"/>
              <a:ext cx="12375" cy="12375"/>
            </a:xfrm>
            <a:custGeom>
              <a:avLst/>
              <a:gdLst/>
              <a:ahLst/>
              <a:cxnLst/>
              <a:rect l="l" t="t" r="r" b="b"/>
              <a:pathLst>
                <a:path w="495" h="495" extrusionOk="0">
                  <a:moveTo>
                    <a:pt x="250" y="0"/>
                  </a:moveTo>
                  <a:cubicBezTo>
                    <a:pt x="107" y="0"/>
                    <a:pt x="0" y="107"/>
                    <a:pt x="0" y="243"/>
                  </a:cubicBezTo>
                  <a:cubicBezTo>
                    <a:pt x="0" y="387"/>
                    <a:pt x="107" y="494"/>
                    <a:pt x="250" y="494"/>
                  </a:cubicBezTo>
                  <a:cubicBezTo>
                    <a:pt x="388" y="494"/>
                    <a:pt x="494" y="387"/>
                    <a:pt x="494" y="243"/>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6" name="Google Shape;9536;p14"/>
            <p:cNvSpPr/>
            <p:nvPr/>
          </p:nvSpPr>
          <p:spPr>
            <a:xfrm>
              <a:off x="676400" y="358565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7" name="Google Shape;9537;p14"/>
            <p:cNvSpPr/>
            <p:nvPr/>
          </p:nvSpPr>
          <p:spPr>
            <a:xfrm>
              <a:off x="768325" y="3585650"/>
              <a:ext cx="12400" cy="12575"/>
            </a:xfrm>
            <a:custGeom>
              <a:avLst/>
              <a:gdLst/>
              <a:ahLst/>
              <a:cxnLst/>
              <a:rect l="l" t="t" r="r" b="b"/>
              <a:pathLst>
                <a:path w="496" h="503" extrusionOk="0">
                  <a:moveTo>
                    <a:pt x="245" y="0"/>
                  </a:moveTo>
                  <a:cubicBezTo>
                    <a:pt x="109" y="0"/>
                    <a:pt x="0" y="115"/>
                    <a:pt x="0" y="251"/>
                  </a:cubicBezTo>
                  <a:cubicBezTo>
                    <a:pt x="0" y="387"/>
                    <a:pt x="109" y="503"/>
                    <a:pt x="245" y="503"/>
                  </a:cubicBezTo>
                  <a:cubicBezTo>
                    <a:pt x="388" y="503"/>
                    <a:pt x="496" y="387"/>
                    <a:pt x="496" y="251"/>
                  </a:cubicBezTo>
                  <a:cubicBezTo>
                    <a:pt x="496" y="115"/>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8" name="Google Shape;9538;p14"/>
            <p:cNvSpPr/>
            <p:nvPr/>
          </p:nvSpPr>
          <p:spPr>
            <a:xfrm>
              <a:off x="860125" y="3585650"/>
              <a:ext cx="12525" cy="12575"/>
            </a:xfrm>
            <a:custGeom>
              <a:avLst/>
              <a:gdLst/>
              <a:ahLst/>
              <a:cxnLst/>
              <a:rect l="l" t="t" r="r" b="b"/>
              <a:pathLst>
                <a:path w="501" h="503" extrusionOk="0">
                  <a:moveTo>
                    <a:pt x="251" y="0"/>
                  </a:moveTo>
                  <a:cubicBezTo>
                    <a:pt x="114" y="0"/>
                    <a:pt x="0" y="115"/>
                    <a:pt x="0" y="251"/>
                  </a:cubicBezTo>
                  <a:cubicBezTo>
                    <a:pt x="0" y="387"/>
                    <a:pt x="114" y="503"/>
                    <a:pt x="251" y="503"/>
                  </a:cubicBezTo>
                  <a:cubicBezTo>
                    <a:pt x="387" y="503"/>
                    <a:pt x="501" y="387"/>
                    <a:pt x="501" y="251"/>
                  </a:cubicBezTo>
                  <a:cubicBezTo>
                    <a:pt x="501"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9" name="Google Shape;9539;p14"/>
            <p:cNvSpPr/>
            <p:nvPr/>
          </p:nvSpPr>
          <p:spPr>
            <a:xfrm>
              <a:off x="951850" y="358565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0" name="Google Shape;9540;p14"/>
            <p:cNvSpPr/>
            <p:nvPr/>
          </p:nvSpPr>
          <p:spPr>
            <a:xfrm>
              <a:off x="1043825" y="3585650"/>
              <a:ext cx="12375" cy="12575"/>
            </a:xfrm>
            <a:custGeom>
              <a:avLst/>
              <a:gdLst/>
              <a:ahLst/>
              <a:cxnLst/>
              <a:rect l="l" t="t" r="r" b="b"/>
              <a:pathLst>
                <a:path w="495" h="503" extrusionOk="0">
                  <a:moveTo>
                    <a:pt x="250" y="0"/>
                  </a:moveTo>
                  <a:cubicBezTo>
                    <a:pt x="107" y="0"/>
                    <a:pt x="0" y="115"/>
                    <a:pt x="0" y="251"/>
                  </a:cubicBezTo>
                  <a:cubicBezTo>
                    <a:pt x="0" y="387"/>
                    <a:pt x="107" y="503"/>
                    <a:pt x="250" y="503"/>
                  </a:cubicBezTo>
                  <a:cubicBezTo>
                    <a:pt x="388" y="503"/>
                    <a:pt x="494" y="387"/>
                    <a:pt x="494" y="251"/>
                  </a:cubicBezTo>
                  <a:cubicBezTo>
                    <a:pt x="494" y="115"/>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1" name="Google Shape;9541;p14"/>
            <p:cNvSpPr/>
            <p:nvPr/>
          </p:nvSpPr>
          <p:spPr>
            <a:xfrm>
              <a:off x="1135575" y="3585650"/>
              <a:ext cx="12575" cy="12575"/>
            </a:xfrm>
            <a:custGeom>
              <a:avLst/>
              <a:gdLst/>
              <a:ahLst/>
              <a:cxnLst/>
              <a:rect l="l" t="t" r="r" b="b"/>
              <a:pathLst>
                <a:path w="503" h="503" extrusionOk="0">
                  <a:moveTo>
                    <a:pt x="252" y="0"/>
                  </a:moveTo>
                  <a:cubicBezTo>
                    <a:pt x="116" y="0"/>
                    <a:pt x="0" y="115"/>
                    <a:pt x="0" y="251"/>
                  </a:cubicBezTo>
                  <a:cubicBezTo>
                    <a:pt x="0" y="387"/>
                    <a:pt x="116" y="503"/>
                    <a:pt x="252" y="503"/>
                  </a:cubicBezTo>
                  <a:cubicBezTo>
                    <a:pt x="387" y="503"/>
                    <a:pt x="503" y="387"/>
                    <a:pt x="503" y="251"/>
                  </a:cubicBezTo>
                  <a:cubicBezTo>
                    <a:pt x="503" y="115"/>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2" name="Google Shape;9542;p14"/>
            <p:cNvSpPr/>
            <p:nvPr/>
          </p:nvSpPr>
          <p:spPr>
            <a:xfrm>
              <a:off x="1227500" y="3585650"/>
              <a:ext cx="12400" cy="12575"/>
            </a:xfrm>
            <a:custGeom>
              <a:avLst/>
              <a:gdLst/>
              <a:ahLst/>
              <a:cxnLst/>
              <a:rect l="l" t="t" r="r" b="b"/>
              <a:pathLst>
                <a:path w="496" h="503" extrusionOk="0">
                  <a:moveTo>
                    <a:pt x="251" y="0"/>
                  </a:moveTo>
                  <a:cubicBezTo>
                    <a:pt x="109" y="0"/>
                    <a:pt x="0" y="115"/>
                    <a:pt x="0" y="251"/>
                  </a:cubicBezTo>
                  <a:cubicBezTo>
                    <a:pt x="0" y="387"/>
                    <a:pt x="109" y="503"/>
                    <a:pt x="251" y="503"/>
                  </a:cubicBezTo>
                  <a:cubicBezTo>
                    <a:pt x="387" y="503"/>
                    <a:pt x="496" y="387"/>
                    <a:pt x="496" y="251"/>
                  </a:cubicBezTo>
                  <a:cubicBezTo>
                    <a:pt x="496"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3" name="Google Shape;9543;p14"/>
            <p:cNvSpPr/>
            <p:nvPr/>
          </p:nvSpPr>
          <p:spPr>
            <a:xfrm>
              <a:off x="1319275" y="3585650"/>
              <a:ext cx="12550" cy="12575"/>
            </a:xfrm>
            <a:custGeom>
              <a:avLst/>
              <a:gdLst/>
              <a:ahLst/>
              <a:cxnLst/>
              <a:rect l="l" t="t" r="r" b="b"/>
              <a:pathLst>
                <a:path w="502" h="503" extrusionOk="0">
                  <a:moveTo>
                    <a:pt x="252" y="0"/>
                  </a:moveTo>
                  <a:cubicBezTo>
                    <a:pt x="114" y="0"/>
                    <a:pt x="1" y="115"/>
                    <a:pt x="1" y="251"/>
                  </a:cubicBezTo>
                  <a:cubicBezTo>
                    <a:pt x="1" y="387"/>
                    <a:pt x="114" y="503"/>
                    <a:pt x="252" y="503"/>
                  </a:cubicBezTo>
                  <a:cubicBezTo>
                    <a:pt x="388" y="503"/>
                    <a:pt x="501" y="387"/>
                    <a:pt x="501" y="251"/>
                  </a:cubicBezTo>
                  <a:cubicBezTo>
                    <a:pt x="501"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4" name="Google Shape;9544;p14"/>
            <p:cNvSpPr/>
            <p:nvPr/>
          </p:nvSpPr>
          <p:spPr>
            <a:xfrm>
              <a:off x="1411200" y="3585650"/>
              <a:ext cx="12425" cy="12575"/>
            </a:xfrm>
            <a:custGeom>
              <a:avLst/>
              <a:gdLst/>
              <a:ahLst/>
              <a:cxnLst/>
              <a:rect l="l" t="t" r="r" b="b"/>
              <a:pathLst>
                <a:path w="497" h="503" extrusionOk="0">
                  <a:moveTo>
                    <a:pt x="245" y="0"/>
                  </a:moveTo>
                  <a:cubicBezTo>
                    <a:pt x="109" y="0"/>
                    <a:pt x="1" y="115"/>
                    <a:pt x="1" y="251"/>
                  </a:cubicBezTo>
                  <a:cubicBezTo>
                    <a:pt x="1" y="387"/>
                    <a:pt x="109" y="503"/>
                    <a:pt x="245" y="503"/>
                  </a:cubicBezTo>
                  <a:cubicBezTo>
                    <a:pt x="388" y="503"/>
                    <a:pt x="496" y="387"/>
                    <a:pt x="496" y="251"/>
                  </a:cubicBezTo>
                  <a:cubicBezTo>
                    <a:pt x="496" y="115"/>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5" name="Google Shape;9545;p14"/>
            <p:cNvSpPr/>
            <p:nvPr/>
          </p:nvSpPr>
          <p:spPr>
            <a:xfrm>
              <a:off x="1503000" y="3585650"/>
              <a:ext cx="12525" cy="12575"/>
            </a:xfrm>
            <a:custGeom>
              <a:avLst/>
              <a:gdLst/>
              <a:ahLst/>
              <a:cxnLst/>
              <a:rect l="l" t="t" r="r" b="b"/>
              <a:pathLst>
                <a:path w="501" h="503" extrusionOk="0">
                  <a:moveTo>
                    <a:pt x="250" y="0"/>
                  </a:moveTo>
                  <a:cubicBezTo>
                    <a:pt x="114" y="0"/>
                    <a:pt x="0" y="115"/>
                    <a:pt x="0" y="251"/>
                  </a:cubicBezTo>
                  <a:cubicBezTo>
                    <a:pt x="0" y="387"/>
                    <a:pt x="114" y="503"/>
                    <a:pt x="250" y="503"/>
                  </a:cubicBezTo>
                  <a:cubicBezTo>
                    <a:pt x="387" y="503"/>
                    <a:pt x="501" y="387"/>
                    <a:pt x="501" y="251"/>
                  </a:cubicBezTo>
                  <a:cubicBezTo>
                    <a:pt x="501" y="115"/>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6" name="Google Shape;9546;p14"/>
            <p:cNvSpPr/>
            <p:nvPr/>
          </p:nvSpPr>
          <p:spPr>
            <a:xfrm>
              <a:off x="1594750" y="3585650"/>
              <a:ext cx="12575" cy="12575"/>
            </a:xfrm>
            <a:custGeom>
              <a:avLst/>
              <a:gdLst/>
              <a:ahLst/>
              <a:cxnLst/>
              <a:rect l="l" t="t" r="r" b="b"/>
              <a:pathLst>
                <a:path w="503" h="503" extrusionOk="0">
                  <a:moveTo>
                    <a:pt x="251" y="0"/>
                  </a:moveTo>
                  <a:cubicBezTo>
                    <a:pt x="115" y="0"/>
                    <a:pt x="0" y="115"/>
                    <a:pt x="0" y="251"/>
                  </a:cubicBezTo>
                  <a:cubicBezTo>
                    <a:pt x="0" y="387"/>
                    <a:pt x="115" y="503"/>
                    <a:pt x="251" y="503"/>
                  </a:cubicBezTo>
                  <a:cubicBezTo>
                    <a:pt x="394" y="503"/>
                    <a:pt x="503" y="387"/>
                    <a:pt x="503" y="251"/>
                  </a:cubicBezTo>
                  <a:cubicBezTo>
                    <a:pt x="503" y="115"/>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7" name="Google Shape;9547;p14"/>
            <p:cNvSpPr/>
            <p:nvPr/>
          </p:nvSpPr>
          <p:spPr>
            <a:xfrm>
              <a:off x="1686650" y="358565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8" name="Google Shape;9548;p14"/>
            <p:cNvSpPr/>
            <p:nvPr/>
          </p:nvSpPr>
          <p:spPr>
            <a:xfrm>
              <a:off x="1778450" y="3585650"/>
              <a:ext cx="12550" cy="12575"/>
            </a:xfrm>
            <a:custGeom>
              <a:avLst/>
              <a:gdLst/>
              <a:ahLst/>
              <a:cxnLst/>
              <a:rect l="l" t="t" r="r" b="b"/>
              <a:pathLst>
                <a:path w="502" h="503" extrusionOk="0">
                  <a:moveTo>
                    <a:pt x="252" y="0"/>
                  </a:moveTo>
                  <a:cubicBezTo>
                    <a:pt x="114" y="0"/>
                    <a:pt x="1" y="115"/>
                    <a:pt x="1" y="251"/>
                  </a:cubicBezTo>
                  <a:cubicBezTo>
                    <a:pt x="1" y="387"/>
                    <a:pt x="114" y="503"/>
                    <a:pt x="252" y="503"/>
                  </a:cubicBezTo>
                  <a:cubicBezTo>
                    <a:pt x="388" y="503"/>
                    <a:pt x="501" y="387"/>
                    <a:pt x="501" y="251"/>
                  </a:cubicBezTo>
                  <a:cubicBezTo>
                    <a:pt x="501"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9" name="Google Shape;9549;p14"/>
            <p:cNvSpPr/>
            <p:nvPr/>
          </p:nvSpPr>
          <p:spPr>
            <a:xfrm>
              <a:off x="1870375" y="3585650"/>
              <a:ext cx="12400" cy="12575"/>
            </a:xfrm>
            <a:custGeom>
              <a:avLst/>
              <a:gdLst/>
              <a:ahLst/>
              <a:cxnLst/>
              <a:rect l="l" t="t" r="r" b="b"/>
              <a:pathLst>
                <a:path w="496" h="503" extrusionOk="0">
                  <a:moveTo>
                    <a:pt x="252" y="0"/>
                  </a:moveTo>
                  <a:cubicBezTo>
                    <a:pt x="109" y="0"/>
                    <a:pt x="0" y="115"/>
                    <a:pt x="0" y="251"/>
                  </a:cubicBezTo>
                  <a:cubicBezTo>
                    <a:pt x="0" y="387"/>
                    <a:pt x="109" y="503"/>
                    <a:pt x="252" y="503"/>
                  </a:cubicBezTo>
                  <a:cubicBezTo>
                    <a:pt x="387" y="503"/>
                    <a:pt x="496" y="387"/>
                    <a:pt x="496" y="251"/>
                  </a:cubicBezTo>
                  <a:cubicBezTo>
                    <a:pt x="496" y="115"/>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0" name="Google Shape;9550;p14"/>
            <p:cNvSpPr/>
            <p:nvPr/>
          </p:nvSpPr>
          <p:spPr>
            <a:xfrm>
              <a:off x="1962150" y="3585650"/>
              <a:ext cx="12550" cy="12575"/>
            </a:xfrm>
            <a:custGeom>
              <a:avLst/>
              <a:gdLst/>
              <a:ahLst/>
              <a:cxnLst/>
              <a:rect l="l" t="t" r="r" b="b"/>
              <a:pathLst>
                <a:path w="502" h="503" extrusionOk="0">
                  <a:moveTo>
                    <a:pt x="250" y="0"/>
                  </a:moveTo>
                  <a:cubicBezTo>
                    <a:pt x="114" y="0"/>
                    <a:pt x="1" y="115"/>
                    <a:pt x="1" y="251"/>
                  </a:cubicBezTo>
                  <a:cubicBezTo>
                    <a:pt x="1" y="387"/>
                    <a:pt x="114" y="503"/>
                    <a:pt x="250" y="503"/>
                  </a:cubicBezTo>
                  <a:cubicBezTo>
                    <a:pt x="388" y="503"/>
                    <a:pt x="502" y="387"/>
                    <a:pt x="502" y="251"/>
                  </a:cubicBezTo>
                  <a:cubicBezTo>
                    <a:pt x="502" y="115"/>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1" name="Google Shape;9551;p14"/>
            <p:cNvSpPr/>
            <p:nvPr/>
          </p:nvSpPr>
          <p:spPr>
            <a:xfrm>
              <a:off x="2054075" y="3585650"/>
              <a:ext cx="12425" cy="12575"/>
            </a:xfrm>
            <a:custGeom>
              <a:avLst/>
              <a:gdLst/>
              <a:ahLst/>
              <a:cxnLst/>
              <a:rect l="l" t="t" r="r" b="b"/>
              <a:pathLst>
                <a:path w="497" h="503" extrusionOk="0">
                  <a:moveTo>
                    <a:pt x="252" y="0"/>
                  </a:moveTo>
                  <a:cubicBezTo>
                    <a:pt x="109" y="0"/>
                    <a:pt x="1" y="115"/>
                    <a:pt x="1" y="251"/>
                  </a:cubicBezTo>
                  <a:cubicBezTo>
                    <a:pt x="1" y="387"/>
                    <a:pt x="109" y="503"/>
                    <a:pt x="252" y="503"/>
                  </a:cubicBezTo>
                  <a:cubicBezTo>
                    <a:pt x="388" y="503"/>
                    <a:pt x="496" y="387"/>
                    <a:pt x="496" y="251"/>
                  </a:cubicBezTo>
                  <a:cubicBezTo>
                    <a:pt x="496"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2" name="Google Shape;9552;p14"/>
            <p:cNvSpPr/>
            <p:nvPr/>
          </p:nvSpPr>
          <p:spPr>
            <a:xfrm>
              <a:off x="2145825" y="358565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3" name="Google Shape;9553;p14"/>
            <p:cNvSpPr/>
            <p:nvPr/>
          </p:nvSpPr>
          <p:spPr>
            <a:xfrm>
              <a:off x="2237800" y="3585650"/>
              <a:ext cx="12350" cy="12575"/>
            </a:xfrm>
            <a:custGeom>
              <a:avLst/>
              <a:gdLst/>
              <a:ahLst/>
              <a:cxnLst/>
              <a:rect l="l" t="t" r="r" b="b"/>
              <a:pathLst>
                <a:path w="494" h="503" extrusionOk="0">
                  <a:moveTo>
                    <a:pt x="244" y="0"/>
                  </a:moveTo>
                  <a:cubicBezTo>
                    <a:pt x="107" y="0"/>
                    <a:pt x="0" y="115"/>
                    <a:pt x="0" y="251"/>
                  </a:cubicBezTo>
                  <a:cubicBezTo>
                    <a:pt x="0" y="387"/>
                    <a:pt x="107" y="503"/>
                    <a:pt x="244" y="503"/>
                  </a:cubicBezTo>
                  <a:cubicBezTo>
                    <a:pt x="387" y="503"/>
                    <a:pt x="494" y="387"/>
                    <a:pt x="494" y="251"/>
                  </a:cubicBezTo>
                  <a:cubicBezTo>
                    <a:pt x="494" y="115"/>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4" name="Google Shape;9554;p14"/>
            <p:cNvSpPr/>
            <p:nvPr/>
          </p:nvSpPr>
          <p:spPr>
            <a:xfrm>
              <a:off x="2329550" y="3585650"/>
              <a:ext cx="12575" cy="12575"/>
            </a:xfrm>
            <a:custGeom>
              <a:avLst/>
              <a:gdLst/>
              <a:ahLst/>
              <a:cxnLst/>
              <a:rect l="l" t="t" r="r" b="b"/>
              <a:pathLst>
                <a:path w="503" h="503" extrusionOk="0">
                  <a:moveTo>
                    <a:pt x="251" y="0"/>
                  </a:moveTo>
                  <a:cubicBezTo>
                    <a:pt x="115" y="0"/>
                    <a:pt x="0" y="115"/>
                    <a:pt x="0" y="251"/>
                  </a:cubicBezTo>
                  <a:cubicBezTo>
                    <a:pt x="0" y="387"/>
                    <a:pt x="115" y="503"/>
                    <a:pt x="251" y="503"/>
                  </a:cubicBezTo>
                  <a:cubicBezTo>
                    <a:pt x="387" y="503"/>
                    <a:pt x="502" y="387"/>
                    <a:pt x="502" y="251"/>
                  </a:cubicBezTo>
                  <a:cubicBezTo>
                    <a:pt x="502"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5" name="Google Shape;9555;p14"/>
            <p:cNvSpPr/>
            <p:nvPr/>
          </p:nvSpPr>
          <p:spPr>
            <a:xfrm>
              <a:off x="2421325" y="3585650"/>
              <a:ext cx="12550" cy="12575"/>
            </a:xfrm>
            <a:custGeom>
              <a:avLst/>
              <a:gdLst/>
              <a:ahLst/>
              <a:cxnLst/>
              <a:rect l="l" t="t" r="r" b="b"/>
              <a:pathLst>
                <a:path w="502" h="503" extrusionOk="0">
                  <a:moveTo>
                    <a:pt x="250" y="0"/>
                  </a:moveTo>
                  <a:cubicBezTo>
                    <a:pt x="114" y="0"/>
                    <a:pt x="1" y="115"/>
                    <a:pt x="1" y="251"/>
                  </a:cubicBezTo>
                  <a:cubicBezTo>
                    <a:pt x="1" y="387"/>
                    <a:pt x="114" y="503"/>
                    <a:pt x="250" y="503"/>
                  </a:cubicBezTo>
                  <a:cubicBezTo>
                    <a:pt x="395" y="503"/>
                    <a:pt x="501" y="387"/>
                    <a:pt x="501" y="251"/>
                  </a:cubicBezTo>
                  <a:cubicBezTo>
                    <a:pt x="501" y="115"/>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6" name="Google Shape;9556;p14"/>
            <p:cNvSpPr/>
            <p:nvPr/>
          </p:nvSpPr>
          <p:spPr>
            <a:xfrm>
              <a:off x="2513250" y="3585650"/>
              <a:ext cx="12575" cy="12575"/>
            </a:xfrm>
            <a:custGeom>
              <a:avLst/>
              <a:gdLst/>
              <a:ahLst/>
              <a:cxnLst/>
              <a:rect l="l" t="t" r="r" b="b"/>
              <a:pathLst>
                <a:path w="503" h="503" extrusionOk="0">
                  <a:moveTo>
                    <a:pt x="252" y="0"/>
                  </a:moveTo>
                  <a:cubicBezTo>
                    <a:pt x="109" y="0"/>
                    <a:pt x="0" y="115"/>
                    <a:pt x="0" y="251"/>
                  </a:cubicBezTo>
                  <a:cubicBezTo>
                    <a:pt x="0" y="387"/>
                    <a:pt x="109"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7" name="Google Shape;9557;p14"/>
            <p:cNvSpPr/>
            <p:nvPr/>
          </p:nvSpPr>
          <p:spPr>
            <a:xfrm>
              <a:off x="2605000" y="3585650"/>
              <a:ext cx="12575" cy="12575"/>
            </a:xfrm>
            <a:custGeom>
              <a:avLst/>
              <a:gdLst/>
              <a:ahLst/>
              <a:cxnLst/>
              <a:rect l="l" t="t" r="r" b="b"/>
              <a:pathLst>
                <a:path w="503" h="503" extrusionOk="0">
                  <a:moveTo>
                    <a:pt x="252" y="0"/>
                  </a:moveTo>
                  <a:cubicBezTo>
                    <a:pt x="116" y="0"/>
                    <a:pt x="0" y="115"/>
                    <a:pt x="0" y="251"/>
                  </a:cubicBezTo>
                  <a:cubicBezTo>
                    <a:pt x="0" y="387"/>
                    <a:pt x="116" y="503"/>
                    <a:pt x="252" y="503"/>
                  </a:cubicBezTo>
                  <a:cubicBezTo>
                    <a:pt x="387" y="503"/>
                    <a:pt x="503" y="387"/>
                    <a:pt x="503" y="251"/>
                  </a:cubicBezTo>
                  <a:cubicBezTo>
                    <a:pt x="503" y="115"/>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8" name="Google Shape;9558;p14"/>
            <p:cNvSpPr/>
            <p:nvPr/>
          </p:nvSpPr>
          <p:spPr>
            <a:xfrm>
              <a:off x="2696950" y="3585650"/>
              <a:ext cx="12375" cy="12575"/>
            </a:xfrm>
            <a:custGeom>
              <a:avLst/>
              <a:gdLst/>
              <a:ahLst/>
              <a:cxnLst/>
              <a:rect l="l" t="t" r="r" b="b"/>
              <a:pathLst>
                <a:path w="495" h="503" extrusionOk="0">
                  <a:moveTo>
                    <a:pt x="252" y="0"/>
                  </a:moveTo>
                  <a:cubicBezTo>
                    <a:pt x="108" y="0"/>
                    <a:pt x="1" y="115"/>
                    <a:pt x="1" y="251"/>
                  </a:cubicBezTo>
                  <a:cubicBezTo>
                    <a:pt x="1" y="387"/>
                    <a:pt x="108" y="503"/>
                    <a:pt x="252" y="503"/>
                  </a:cubicBezTo>
                  <a:cubicBezTo>
                    <a:pt x="388" y="503"/>
                    <a:pt x="495" y="387"/>
                    <a:pt x="495" y="251"/>
                  </a:cubicBezTo>
                  <a:cubicBezTo>
                    <a:pt x="495"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9" name="Google Shape;9559;p14"/>
            <p:cNvSpPr/>
            <p:nvPr/>
          </p:nvSpPr>
          <p:spPr>
            <a:xfrm>
              <a:off x="2788700" y="358565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0" name="Google Shape;9560;p14"/>
            <p:cNvSpPr/>
            <p:nvPr/>
          </p:nvSpPr>
          <p:spPr>
            <a:xfrm>
              <a:off x="2880675" y="3585650"/>
              <a:ext cx="12375" cy="12575"/>
            </a:xfrm>
            <a:custGeom>
              <a:avLst/>
              <a:gdLst/>
              <a:ahLst/>
              <a:cxnLst/>
              <a:rect l="l" t="t" r="r" b="b"/>
              <a:pathLst>
                <a:path w="495" h="503" extrusionOk="0">
                  <a:moveTo>
                    <a:pt x="243" y="0"/>
                  </a:moveTo>
                  <a:cubicBezTo>
                    <a:pt x="107" y="0"/>
                    <a:pt x="0" y="115"/>
                    <a:pt x="0" y="251"/>
                  </a:cubicBezTo>
                  <a:cubicBezTo>
                    <a:pt x="0" y="387"/>
                    <a:pt x="107" y="503"/>
                    <a:pt x="243" y="503"/>
                  </a:cubicBezTo>
                  <a:cubicBezTo>
                    <a:pt x="387" y="503"/>
                    <a:pt x="494" y="387"/>
                    <a:pt x="494" y="251"/>
                  </a:cubicBezTo>
                  <a:cubicBezTo>
                    <a:pt x="494" y="115"/>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1" name="Google Shape;9561;p14"/>
            <p:cNvSpPr/>
            <p:nvPr/>
          </p:nvSpPr>
          <p:spPr>
            <a:xfrm>
              <a:off x="2972425" y="3585650"/>
              <a:ext cx="12575" cy="12575"/>
            </a:xfrm>
            <a:custGeom>
              <a:avLst/>
              <a:gdLst/>
              <a:ahLst/>
              <a:cxnLst/>
              <a:rect l="l" t="t" r="r" b="b"/>
              <a:pathLst>
                <a:path w="503" h="503" extrusionOk="0">
                  <a:moveTo>
                    <a:pt x="251" y="0"/>
                  </a:moveTo>
                  <a:cubicBezTo>
                    <a:pt x="115" y="0"/>
                    <a:pt x="0" y="115"/>
                    <a:pt x="0" y="251"/>
                  </a:cubicBezTo>
                  <a:cubicBezTo>
                    <a:pt x="0" y="387"/>
                    <a:pt x="115" y="503"/>
                    <a:pt x="251" y="503"/>
                  </a:cubicBezTo>
                  <a:cubicBezTo>
                    <a:pt x="387" y="503"/>
                    <a:pt x="503" y="387"/>
                    <a:pt x="503" y="251"/>
                  </a:cubicBezTo>
                  <a:cubicBezTo>
                    <a:pt x="503"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2" name="Google Shape;9562;p14"/>
            <p:cNvSpPr/>
            <p:nvPr/>
          </p:nvSpPr>
          <p:spPr>
            <a:xfrm>
              <a:off x="3064375" y="3585650"/>
              <a:ext cx="12375" cy="12575"/>
            </a:xfrm>
            <a:custGeom>
              <a:avLst/>
              <a:gdLst/>
              <a:ahLst/>
              <a:cxnLst/>
              <a:rect l="l" t="t" r="r" b="b"/>
              <a:pathLst>
                <a:path w="495" h="503" extrusionOk="0">
                  <a:moveTo>
                    <a:pt x="243" y="0"/>
                  </a:moveTo>
                  <a:cubicBezTo>
                    <a:pt x="107" y="0"/>
                    <a:pt x="1" y="115"/>
                    <a:pt x="1" y="251"/>
                  </a:cubicBezTo>
                  <a:cubicBezTo>
                    <a:pt x="1" y="387"/>
                    <a:pt x="107" y="503"/>
                    <a:pt x="243" y="503"/>
                  </a:cubicBezTo>
                  <a:cubicBezTo>
                    <a:pt x="388" y="503"/>
                    <a:pt x="495" y="387"/>
                    <a:pt x="495" y="251"/>
                  </a:cubicBezTo>
                  <a:cubicBezTo>
                    <a:pt x="495" y="115"/>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3" name="Google Shape;9563;p14"/>
            <p:cNvSpPr/>
            <p:nvPr/>
          </p:nvSpPr>
          <p:spPr>
            <a:xfrm>
              <a:off x="3156125" y="358565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4" name="Google Shape;9564;p14"/>
            <p:cNvSpPr/>
            <p:nvPr/>
          </p:nvSpPr>
          <p:spPr>
            <a:xfrm>
              <a:off x="3247875" y="3585650"/>
              <a:ext cx="12575" cy="12575"/>
            </a:xfrm>
            <a:custGeom>
              <a:avLst/>
              <a:gdLst/>
              <a:ahLst/>
              <a:cxnLst/>
              <a:rect l="l" t="t" r="r" b="b"/>
              <a:pathLst>
                <a:path w="503"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14"/>
            <p:cNvSpPr/>
            <p:nvPr/>
          </p:nvSpPr>
          <p:spPr>
            <a:xfrm>
              <a:off x="3339850" y="3585650"/>
              <a:ext cx="12525" cy="12575"/>
            </a:xfrm>
            <a:custGeom>
              <a:avLst/>
              <a:gdLst/>
              <a:ahLst/>
              <a:cxnLst/>
              <a:rect l="l" t="t" r="r" b="b"/>
              <a:pathLst>
                <a:path w="501" h="503" extrusionOk="0">
                  <a:moveTo>
                    <a:pt x="251" y="0"/>
                  </a:moveTo>
                  <a:cubicBezTo>
                    <a:pt x="107" y="0"/>
                    <a:pt x="0" y="115"/>
                    <a:pt x="0" y="251"/>
                  </a:cubicBezTo>
                  <a:cubicBezTo>
                    <a:pt x="0" y="387"/>
                    <a:pt x="107" y="503"/>
                    <a:pt x="251" y="503"/>
                  </a:cubicBezTo>
                  <a:cubicBezTo>
                    <a:pt x="387" y="503"/>
                    <a:pt x="501" y="387"/>
                    <a:pt x="501" y="251"/>
                  </a:cubicBezTo>
                  <a:cubicBezTo>
                    <a:pt x="501"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6" name="Google Shape;9566;p14"/>
            <p:cNvSpPr/>
            <p:nvPr/>
          </p:nvSpPr>
          <p:spPr>
            <a:xfrm>
              <a:off x="3431575" y="358565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7" name="Google Shape;9567;p14"/>
            <p:cNvSpPr/>
            <p:nvPr/>
          </p:nvSpPr>
          <p:spPr>
            <a:xfrm>
              <a:off x="3523550" y="3585650"/>
              <a:ext cx="12375" cy="12575"/>
            </a:xfrm>
            <a:custGeom>
              <a:avLst/>
              <a:gdLst/>
              <a:ahLst/>
              <a:cxnLst/>
              <a:rect l="l" t="t" r="r" b="b"/>
              <a:pathLst>
                <a:path w="495" h="503" extrusionOk="0">
                  <a:moveTo>
                    <a:pt x="250" y="0"/>
                  </a:moveTo>
                  <a:cubicBezTo>
                    <a:pt x="107" y="0"/>
                    <a:pt x="0" y="115"/>
                    <a:pt x="0" y="251"/>
                  </a:cubicBezTo>
                  <a:cubicBezTo>
                    <a:pt x="0" y="387"/>
                    <a:pt x="107" y="503"/>
                    <a:pt x="250" y="503"/>
                  </a:cubicBezTo>
                  <a:cubicBezTo>
                    <a:pt x="388" y="503"/>
                    <a:pt x="494" y="387"/>
                    <a:pt x="494" y="251"/>
                  </a:cubicBezTo>
                  <a:cubicBezTo>
                    <a:pt x="494" y="115"/>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8" name="Google Shape;9568;p14"/>
            <p:cNvSpPr/>
            <p:nvPr/>
          </p:nvSpPr>
          <p:spPr>
            <a:xfrm>
              <a:off x="676400" y="3677600"/>
              <a:ext cx="12600" cy="12375"/>
            </a:xfrm>
            <a:custGeom>
              <a:avLst/>
              <a:gdLst/>
              <a:ahLst/>
              <a:cxnLst/>
              <a:rect l="l" t="t" r="r" b="b"/>
              <a:pathLst>
                <a:path w="504" h="495" extrusionOk="0">
                  <a:moveTo>
                    <a:pt x="252" y="1"/>
                  </a:moveTo>
                  <a:cubicBezTo>
                    <a:pt x="116" y="1"/>
                    <a:pt x="1" y="107"/>
                    <a:pt x="1" y="243"/>
                  </a:cubicBezTo>
                  <a:cubicBezTo>
                    <a:pt x="1" y="388"/>
                    <a:pt x="116" y="495"/>
                    <a:pt x="252" y="495"/>
                  </a:cubicBezTo>
                  <a:cubicBezTo>
                    <a:pt x="388" y="495"/>
                    <a:pt x="503" y="388"/>
                    <a:pt x="503" y="243"/>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9" name="Google Shape;9569;p14"/>
            <p:cNvSpPr/>
            <p:nvPr/>
          </p:nvSpPr>
          <p:spPr>
            <a:xfrm>
              <a:off x="768325" y="3677600"/>
              <a:ext cx="12400" cy="12375"/>
            </a:xfrm>
            <a:custGeom>
              <a:avLst/>
              <a:gdLst/>
              <a:ahLst/>
              <a:cxnLst/>
              <a:rect l="l" t="t" r="r" b="b"/>
              <a:pathLst>
                <a:path w="496" h="495" extrusionOk="0">
                  <a:moveTo>
                    <a:pt x="245" y="1"/>
                  </a:moveTo>
                  <a:cubicBezTo>
                    <a:pt x="109" y="1"/>
                    <a:pt x="0" y="107"/>
                    <a:pt x="0" y="243"/>
                  </a:cubicBezTo>
                  <a:cubicBezTo>
                    <a:pt x="0" y="388"/>
                    <a:pt x="109" y="495"/>
                    <a:pt x="245" y="495"/>
                  </a:cubicBezTo>
                  <a:cubicBezTo>
                    <a:pt x="388" y="495"/>
                    <a:pt x="496" y="388"/>
                    <a:pt x="496" y="243"/>
                  </a:cubicBezTo>
                  <a:cubicBezTo>
                    <a:pt x="496" y="107"/>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0" name="Google Shape;9570;p14"/>
            <p:cNvSpPr/>
            <p:nvPr/>
          </p:nvSpPr>
          <p:spPr>
            <a:xfrm>
              <a:off x="860125" y="3677600"/>
              <a:ext cx="12525" cy="12375"/>
            </a:xfrm>
            <a:custGeom>
              <a:avLst/>
              <a:gdLst/>
              <a:ahLst/>
              <a:cxnLst/>
              <a:rect l="l" t="t" r="r" b="b"/>
              <a:pathLst>
                <a:path w="501" h="495" extrusionOk="0">
                  <a:moveTo>
                    <a:pt x="251" y="1"/>
                  </a:moveTo>
                  <a:cubicBezTo>
                    <a:pt x="114" y="1"/>
                    <a:pt x="0" y="107"/>
                    <a:pt x="0" y="243"/>
                  </a:cubicBezTo>
                  <a:cubicBezTo>
                    <a:pt x="0" y="388"/>
                    <a:pt x="114" y="495"/>
                    <a:pt x="251" y="495"/>
                  </a:cubicBezTo>
                  <a:cubicBezTo>
                    <a:pt x="387" y="495"/>
                    <a:pt x="501" y="388"/>
                    <a:pt x="501" y="243"/>
                  </a:cubicBezTo>
                  <a:cubicBezTo>
                    <a:pt x="501"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1" name="Google Shape;9571;p14"/>
            <p:cNvSpPr/>
            <p:nvPr/>
          </p:nvSpPr>
          <p:spPr>
            <a:xfrm>
              <a:off x="951850" y="3677600"/>
              <a:ext cx="12600" cy="12375"/>
            </a:xfrm>
            <a:custGeom>
              <a:avLst/>
              <a:gdLst/>
              <a:ahLst/>
              <a:cxnLst/>
              <a:rect l="l" t="t" r="r" b="b"/>
              <a:pathLst>
                <a:path w="504" h="495" extrusionOk="0">
                  <a:moveTo>
                    <a:pt x="252" y="1"/>
                  </a:moveTo>
                  <a:cubicBezTo>
                    <a:pt x="116" y="1"/>
                    <a:pt x="1" y="107"/>
                    <a:pt x="1" y="243"/>
                  </a:cubicBezTo>
                  <a:cubicBezTo>
                    <a:pt x="1" y="388"/>
                    <a:pt x="116" y="495"/>
                    <a:pt x="252" y="495"/>
                  </a:cubicBezTo>
                  <a:cubicBezTo>
                    <a:pt x="388" y="495"/>
                    <a:pt x="503" y="388"/>
                    <a:pt x="503" y="243"/>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2" name="Google Shape;9572;p14"/>
            <p:cNvSpPr/>
            <p:nvPr/>
          </p:nvSpPr>
          <p:spPr>
            <a:xfrm>
              <a:off x="1043825" y="3677600"/>
              <a:ext cx="12375" cy="12375"/>
            </a:xfrm>
            <a:custGeom>
              <a:avLst/>
              <a:gdLst/>
              <a:ahLst/>
              <a:cxnLst/>
              <a:rect l="l" t="t" r="r" b="b"/>
              <a:pathLst>
                <a:path w="495" h="495" extrusionOk="0">
                  <a:moveTo>
                    <a:pt x="250" y="1"/>
                  </a:moveTo>
                  <a:cubicBezTo>
                    <a:pt x="107" y="1"/>
                    <a:pt x="0" y="107"/>
                    <a:pt x="0" y="243"/>
                  </a:cubicBezTo>
                  <a:cubicBezTo>
                    <a:pt x="0" y="388"/>
                    <a:pt x="107" y="495"/>
                    <a:pt x="250" y="495"/>
                  </a:cubicBezTo>
                  <a:cubicBezTo>
                    <a:pt x="388" y="495"/>
                    <a:pt x="494" y="388"/>
                    <a:pt x="494" y="243"/>
                  </a:cubicBezTo>
                  <a:cubicBezTo>
                    <a:pt x="494" y="107"/>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14"/>
            <p:cNvSpPr/>
            <p:nvPr/>
          </p:nvSpPr>
          <p:spPr>
            <a:xfrm>
              <a:off x="1135575" y="3677600"/>
              <a:ext cx="12575" cy="12375"/>
            </a:xfrm>
            <a:custGeom>
              <a:avLst/>
              <a:gdLst/>
              <a:ahLst/>
              <a:cxnLst/>
              <a:rect l="l" t="t" r="r" b="b"/>
              <a:pathLst>
                <a:path w="503" h="495" extrusionOk="0">
                  <a:moveTo>
                    <a:pt x="252" y="1"/>
                  </a:moveTo>
                  <a:cubicBezTo>
                    <a:pt x="116" y="1"/>
                    <a:pt x="0" y="107"/>
                    <a:pt x="0" y="243"/>
                  </a:cubicBezTo>
                  <a:cubicBezTo>
                    <a:pt x="0" y="388"/>
                    <a:pt x="116" y="495"/>
                    <a:pt x="252" y="495"/>
                  </a:cubicBezTo>
                  <a:cubicBezTo>
                    <a:pt x="387" y="495"/>
                    <a:pt x="503" y="388"/>
                    <a:pt x="503" y="243"/>
                  </a:cubicBezTo>
                  <a:cubicBezTo>
                    <a:pt x="503" y="107"/>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14"/>
            <p:cNvSpPr/>
            <p:nvPr/>
          </p:nvSpPr>
          <p:spPr>
            <a:xfrm>
              <a:off x="1227500" y="3677600"/>
              <a:ext cx="12400" cy="12375"/>
            </a:xfrm>
            <a:custGeom>
              <a:avLst/>
              <a:gdLst/>
              <a:ahLst/>
              <a:cxnLst/>
              <a:rect l="l" t="t" r="r" b="b"/>
              <a:pathLst>
                <a:path w="496" h="495" extrusionOk="0">
                  <a:moveTo>
                    <a:pt x="251" y="1"/>
                  </a:moveTo>
                  <a:cubicBezTo>
                    <a:pt x="109" y="1"/>
                    <a:pt x="0" y="107"/>
                    <a:pt x="0" y="243"/>
                  </a:cubicBezTo>
                  <a:cubicBezTo>
                    <a:pt x="0" y="388"/>
                    <a:pt x="109" y="495"/>
                    <a:pt x="251" y="495"/>
                  </a:cubicBezTo>
                  <a:cubicBezTo>
                    <a:pt x="387" y="495"/>
                    <a:pt x="496" y="388"/>
                    <a:pt x="496" y="243"/>
                  </a:cubicBezTo>
                  <a:cubicBezTo>
                    <a:pt x="496"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5" name="Google Shape;9575;p14"/>
            <p:cNvSpPr/>
            <p:nvPr/>
          </p:nvSpPr>
          <p:spPr>
            <a:xfrm>
              <a:off x="1319275" y="3677600"/>
              <a:ext cx="12550" cy="12375"/>
            </a:xfrm>
            <a:custGeom>
              <a:avLst/>
              <a:gdLst/>
              <a:ahLst/>
              <a:cxnLst/>
              <a:rect l="l" t="t" r="r" b="b"/>
              <a:pathLst>
                <a:path w="502" h="495" extrusionOk="0">
                  <a:moveTo>
                    <a:pt x="252" y="1"/>
                  </a:moveTo>
                  <a:cubicBezTo>
                    <a:pt x="114" y="1"/>
                    <a:pt x="1" y="107"/>
                    <a:pt x="1" y="243"/>
                  </a:cubicBezTo>
                  <a:cubicBezTo>
                    <a:pt x="1" y="388"/>
                    <a:pt x="114" y="495"/>
                    <a:pt x="252" y="495"/>
                  </a:cubicBezTo>
                  <a:cubicBezTo>
                    <a:pt x="388" y="495"/>
                    <a:pt x="501" y="388"/>
                    <a:pt x="501" y="243"/>
                  </a:cubicBezTo>
                  <a:cubicBezTo>
                    <a:pt x="501"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6" name="Google Shape;9576;p14"/>
            <p:cNvSpPr/>
            <p:nvPr/>
          </p:nvSpPr>
          <p:spPr>
            <a:xfrm>
              <a:off x="1411200" y="3677600"/>
              <a:ext cx="12425" cy="12375"/>
            </a:xfrm>
            <a:custGeom>
              <a:avLst/>
              <a:gdLst/>
              <a:ahLst/>
              <a:cxnLst/>
              <a:rect l="l" t="t" r="r" b="b"/>
              <a:pathLst>
                <a:path w="497" h="495" extrusionOk="0">
                  <a:moveTo>
                    <a:pt x="245" y="1"/>
                  </a:moveTo>
                  <a:cubicBezTo>
                    <a:pt x="109" y="1"/>
                    <a:pt x="1" y="107"/>
                    <a:pt x="1" y="243"/>
                  </a:cubicBezTo>
                  <a:cubicBezTo>
                    <a:pt x="1" y="388"/>
                    <a:pt x="109" y="495"/>
                    <a:pt x="245" y="495"/>
                  </a:cubicBezTo>
                  <a:cubicBezTo>
                    <a:pt x="388" y="495"/>
                    <a:pt x="496" y="388"/>
                    <a:pt x="496" y="243"/>
                  </a:cubicBezTo>
                  <a:cubicBezTo>
                    <a:pt x="496" y="107"/>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7" name="Google Shape;9577;p14"/>
            <p:cNvSpPr/>
            <p:nvPr/>
          </p:nvSpPr>
          <p:spPr>
            <a:xfrm>
              <a:off x="1503000" y="3677600"/>
              <a:ext cx="12525" cy="12375"/>
            </a:xfrm>
            <a:custGeom>
              <a:avLst/>
              <a:gdLst/>
              <a:ahLst/>
              <a:cxnLst/>
              <a:rect l="l" t="t" r="r" b="b"/>
              <a:pathLst>
                <a:path w="501" h="495" extrusionOk="0">
                  <a:moveTo>
                    <a:pt x="250" y="1"/>
                  </a:moveTo>
                  <a:cubicBezTo>
                    <a:pt x="114" y="1"/>
                    <a:pt x="0" y="107"/>
                    <a:pt x="0" y="243"/>
                  </a:cubicBezTo>
                  <a:cubicBezTo>
                    <a:pt x="0" y="388"/>
                    <a:pt x="114" y="495"/>
                    <a:pt x="250" y="495"/>
                  </a:cubicBezTo>
                  <a:cubicBezTo>
                    <a:pt x="387" y="495"/>
                    <a:pt x="501" y="388"/>
                    <a:pt x="501" y="243"/>
                  </a:cubicBezTo>
                  <a:cubicBezTo>
                    <a:pt x="501" y="107"/>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8" name="Google Shape;9578;p14"/>
            <p:cNvSpPr/>
            <p:nvPr/>
          </p:nvSpPr>
          <p:spPr>
            <a:xfrm>
              <a:off x="1594750" y="3677600"/>
              <a:ext cx="12575" cy="12375"/>
            </a:xfrm>
            <a:custGeom>
              <a:avLst/>
              <a:gdLst/>
              <a:ahLst/>
              <a:cxnLst/>
              <a:rect l="l" t="t" r="r" b="b"/>
              <a:pathLst>
                <a:path w="503" h="495" extrusionOk="0">
                  <a:moveTo>
                    <a:pt x="251" y="1"/>
                  </a:moveTo>
                  <a:cubicBezTo>
                    <a:pt x="115" y="1"/>
                    <a:pt x="0" y="107"/>
                    <a:pt x="0" y="243"/>
                  </a:cubicBezTo>
                  <a:cubicBezTo>
                    <a:pt x="0" y="388"/>
                    <a:pt x="115" y="495"/>
                    <a:pt x="251" y="495"/>
                  </a:cubicBezTo>
                  <a:cubicBezTo>
                    <a:pt x="394" y="495"/>
                    <a:pt x="503" y="388"/>
                    <a:pt x="503" y="243"/>
                  </a:cubicBezTo>
                  <a:cubicBezTo>
                    <a:pt x="503" y="107"/>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9" name="Google Shape;9579;p14"/>
            <p:cNvSpPr/>
            <p:nvPr/>
          </p:nvSpPr>
          <p:spPr>
            <a:xfrm>
              <a:off x="1686650" y="3677600"/>
              <a:ext cx="12600" cy="12375"/>
            </a:xfrm>
            <a:custGeom>
              <a:avLst/>
              <a:gdLst/>
              <a:ahLst/>
              <a:cxnLst/>
              <a:rect l="l" t="t" r="r" b="b"/>
              <a:pathLst>
                <a:path w="504" h="495" extrusionOk="0">
                  <a:moveTo>
                    <a:pt x="252" y="1"/>
                  </a:moveTo>
                  <a:cubicBezTo>
                    <a:pt x="116" y="1"/>
                    <a:pt x="1" y="107"/>
                    <a:pt x="1" y="243"/>
                  </a:cubicBezTo>
                  <a:cubicBezTo>
                    <a:pt x="1" y="388"/>
                    <a:pt x="116" y="495"/>
                    <a:pt x="252" y="495"/>
                  </a:cubicBezTo>
                  <a:cubicBezTo>
                    <a:pt x="388" y="495"/>
                    <a:pt x="503" y="388"/>
                    <a:pt x="503" y="243"/>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0" name="Google Shape;9580;p14"/>
            <p:cNvSpPr/>
            <p:nvPr/>
          </p:nvSpPr>
          <p:spPr>
            <a:xfrm>
              <a:off x="1778450" y="3677600"/>
              <a:ext cx="12550" cy="12375"/>
            </a:xfrm>
            <a:custGeom>
              <a:avLst/>
              <a:gdLst/>
              <a:ahLst/>
              <a:cxnLst/>
              <a:rect l="l" t="t" r="r" b="b"/>
              <a:pathLst>
                <a:path w="502" h="495" extrusionOk="0">
                  <a:moveTo>
                    <a:pt x="252" y="1"/>
                  </a:moveTo>
                  <a:cubicBezTo>
                    <a:pt x="114" y="1"/>
                    <a:pt x="1" y="107"/>
                    <a:pt x="1" y="243"/>
                  </a:cubicBezTo>
                  <a:cubicBezTo>
                    <a:pt x="1" y="388"/>
                    <a:pt x="114" y="495"/>
                    <a:pt x="252" y="495"/>
                  </a:cubicBezTo>
                  <a:cubicBezTo>
                    <a:pt x="388" y="495"/>
                    <a:pt x="501" y="388"/>
                    <a:pt x="501" y="243"/>
                  </a:cubicBezTo>
                  <a:cubicBezTo>
                    <a:pt x="501"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1" name="Google Shape;9581;p14"/>
            <p:cNvSpPr/>
            <p:nvPr/>
          </p:nvSpPr>
          <p:spPr>
            <a:xfrm>
              <a:off x="1870375" y="3677600"/>
              <a:ext cx="12400" cy="12375"/>
            </a:xfrm>
            <a:custGeom>
              <a:avLst/>
              <a:gdLst/>
              <a:ahLst/>
              <a:cxnLst/>
              <a:rect l="l" t="t" r="r" b="b"/>
              <a:pathLst>
                <a:path w="496" h="495" extrusionOk="0">
                  <a:moveTo>
                    <a:pt x="252" y="1"/>
                  </a:moveTo>
                  <a:cubicBezTo>
                    <a:pt x="109" y="1"/>
                    <a:pt x="0" y="107"/>
                    <a:pt x="0" y="243"/>
                  </a:cubicBezTo>
                  <a:cubicBezTo>
                    <a:pt x="0" y="388"/>
                    <a:pt x="109" y="495"/>
                    <a:pt x="252" y="495"/>
                  </a:cubicBezTo>
                  <a:cubicBezTo>
                    <a:pt x="387" y="495"/>
                    <a:pt x="496" y="388"/>
                    <a:pt x="496" y="243"/>
                  </a:cubicBezTo>
                  <a:cubicBezTo>
                    <a:pt x="496" y="107"/>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2" name="Google Shape;9582;p14"/>
            <p:cNvSpPr/>
            <p:nvPr/>
          </p:nvSpPr>
          <p:spPr>
            <a:xfrm>
              <a:off x="1962150" y="3677600"/>
              <a:ext cx="12550" cy="12375"/>
            </a:xfrm>
            <a:custGeom>
              <a:avLst/>
              <a:gdLst/>
              <a:ahLst/>
              <a:cxnLst/>
              <a:rect l="l" t="t" r="r" b="b"/>
              <a:pathLst>
                <a:path w="502" h="495" extrusionOk="0">
                  <a:moveTo>
                    <a:pt x="250" y="1"/>
                  </a:moveTo>
                  <a:cubicBezTo>
                    <a:pt x="114" y="1"/>
                    <a:pt x="1" y="107"/>
                    <a:pt x="1" y="243"/>
                  </a:cubicBezTo>
                  <a:cubicBezTo>
                    <a:pt x="1" y="388"/>
                    <a:pt x="114" y="495"/>
                    <a:pt x="250" y="495"/>
                  </a:cubicBezTo>
                  <a:cubicBezTo>
                    <a:pt x="388" y="495"/>
                    <a:pt x="502" y="388"/>
                    <a:pt x="502" y="243"/>
                  </a:cubicBezTo>
                  <a:cubicBezTo>
                    <a:pt x="502" y="107"/>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3" name="Google Shape;9583;p14"/>
            <p:cNvSpPr/>
            <p:nvPr/>
          </p:nvSpPr>
          <p:spPr>
            <a:xfrm>
              <a:off x="2054075" y="3677600"/>
              <a:ext cx="12425" cy="12375"/>
            </a:xfrm>
            <a:custGeom>
              <a:avLst/>
              <a:gdLst/>
              <a:ahLst/>
              <a:cxnLst/>
              <a:rect l="l" t="t" r="r" b="b"/>
              <a:pathLst>
                <a:path w="497" h="495" extrusionOk="0">
                  <a:moveTo>
                    <a:pt x="252" y="1"/>
                  </a:moveTo>
                  <a:cubicBezTo>
                    <a:pt x="109" y="1"/>
                    <a:pt x="1" y="107"/>
                    <a:pt x="1" y="243"/>
                  </a:cubicBezTo>
                  <a:cubicBezTo>
                    <a:pt x="1" y="388"/>
                    <a:pt x="109" y="495"/>
                    <a:pt x="252" y="495"/>
                  </a:cubicBezTo>
                  <a:cubicBezTo>
                    <a:pt x="388" y="495"/>
                    <a:pt x="496" y="388"/>
                    <a:pt x="496" y="243"/>
                  </a:cubicBezTo>
                  <a:cubicBezTo>
                    <a:pt x="496"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4" name="Google Shape;9584;p14"/>
            <p:cNvSpPr/>
            <p:nvPr/>
          </p:nvSpPr>
          <p:spPr>
            <a:xfrm>
              <a:off x="2145825" y="3677600"/>
              <a:ext cx="12600" cy="12375"/>
            </a:xfrm>
            <a:custGeom>
              <a:avLst/>
              <a:gdLst/>
              <a:ahLst/>
              <a:cxnLst/>
              <a:rect l="l" t="t" r="r" b="b"/>
              <a:pathLst>
                <a:path w="504" h="495" extrusionOk="0">
                  <a:moveTo>
                    <a:pt x="252" y="1"/>
                  </a:moveTo>
                  <a:cubicBezTo>
                    <a:pt x="116" y="1"/>
                    <a:pt x="1" y="107"/>
                    <a:pt x="1" y="243"/>
                  </a:cubicBezTo>
                  <a:cubicBezTo>
                    <a:pt x="1" y="388"/>
                    <a:pt x="116" y="495"/>
                    <a:pt x="252" y="495"/>
                  </a:cubicBezTo>
                  <a:cubicBezTo>
                    <a:pt x="388" y="495"/>
                    <a:pt x="503" y="388"/>
                    <a:pt x="503" y="243"/>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5" name="Google Shape;9585;p14"/>
            <p:cNvSpPr/>
            <p:nvPr/>
          </p:nvSpPr>
          <p:spPr>
            <a:xfrm>
              <a:off x="2237800" y="3677600"/>
              <a:ext cx="12350" cy="12375"/>
            </a:xfrm>
            <a:custGeom>
              <a:avLst/>
              <a:gdLst/>
              <a:ahLst/>
              <a:cxnLst/>
              <a:rect l="l" t="t" r="r" b="b"/>
              <a:pathLst>
                <a:path w="494" h="495" extrusionOk="0">
                  <a:moveTo>
                    <a:pt x="244" y="1"/>
                  </a:moveTo>
                  <a:cubicBezTo>
                    <a:pt x="107" y="1"/>
                    <a:pt x="0" y="107"/>
                    <a:pt x="0" y="243"/>
                  </a:cubicBezTo>
                  <a:cubicBezTo>
                    <a:pt x="0" y="388"/>
                    <a:pt x="107" y="495"/>
                    <a:pt x="244" y="495"/>
                  </a:cubicBezTo>
                  <a:cubicBezTo>
                    <a:pt x="387" y="495"/>
                    <a:pt x="494" y="388"/>
                    <a:pt x="494" y="243"/>
                  </a:cubicBezTo>
                  <a:cubicBezTo>
                    <a:pt x="494" y="107"/>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6" name="Google Shape;9586;p14"/>
            <p:cNvSpPr/>
            <p:nvPr/>
          </p:nvSpPr>
          <p:spPr>
            <a:xfrm>
              <a:off x="2329550" y="3677600"/>
              <a:ext cx="12575" cy="12375"/>
            </a:xfrm>
            <a:custGeom>
              <a:avLst/>
              <a:gdLst/>
              <a:ahLst/>
              <a:cxnLst/>
              <a:rect l="l" t="t" r="r" b="b"/>
              <a:pathLst>
                <a:path w="503" h="495" extrusionOk="0">
                  <a:moveTo>
                    <a:pt x="251" y="1"/>
                  </a:moveTo>
                  <a:cubicBezTo>
                    <a:pt x="115" y="1"/>
                    <a:pt x="0" y="107"/>
                    <a:pt x="0" y="243"/>
                  </a:cubicBezTo>
                  <a:cubicBezTo>
                    <a:pt x="0" y="388"/>
                    <a:pt x="115" y="495"/>
                    <a:pt x="251" y="495"/>
                  </a:cubicBezTo>
                  <a:cubicBezTo>
                    <a:pt x="387" y="495"/>
                    <a:pt x="502" y="388"/>
                    <a:pt x="502" y="243"/>
                  </a:cubicBezTo>
                  <a:cubicBezTo>
                    <a:pt x="502"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14"/>
            <p:cNvSpPr/>
            <p:nvPr/>
          </p:nvSpPr>
          <p:spPr>
            <a:xfrm>
              <a:off x="2421325" y="3677600"/>
              <a:ext cx="12550" cy="12375"/>
            </a:xfrm>
            <a:custGeom>
              <a:avLst/>
              <a:gdLst/>
              <a:ahLst/>
              <a:cxnLst/>
              <a:rect l="l" t="t" r="r" b="b"/>
              <a:pathLst>
                <a:path w="502" h="495" extrusionOk="0">
                  <a:moveTo>
                    <a:pt x="250" y="1"/>
                  </a:moveTo>
                  <a:cubicBezTo>
                    <a:pt x="114" y="1"/>
                    <a:pt x="1" y="107"/>
                    <a:pt x="1" y="243"/>
                  </a:cubicBezTo>
                  <a:cubicBezTo>
                    <a:pt x="1" y="388"/>
                    <a:pt x="114" y="495"/>
                    <a:pt x="250" y="495"/>
                  </a:cubicBezTo>
                  <a:cubicBezTo>
                    <a:pt x="395" y="495"/>
                    <a:pt x="501" y="388"/>
                    <a:pt x="501" y="243"/>
                  </a:cubicBezTo>
                  <a:cubicBezTo>
                    <a:pt x="501" y="107"/>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14"/>
            <p:cNvSpPr/>
            <p:nvPr/>
          </p:nvSpPr>
          <p:spPr>
            <a:xfrm>
              <a:off x="2513250" y="3677600"/>
              <a:ext cx="12575" cy="12375"/>
            </a:xfrm>
            <a:custGeom>
              <a:avLst/>
              <a:gdLst/>
              <a:ahLst/>
              <a:cxnLst/>
              <a:rect l="l" t="t" r="r" b="b"/>
              <a:pathLst>
                <a:path w="503" h="495" extrusionOk="0">
                  <a:moveTo>
                    <a:pt x="252" y="1"/>
                  </a:moveTo>
                  <a:cubicBezTo>
                    <a:pt x="109" y="1"/>
                    <a:pt x="0" y="107"/>
                    <a:pt x="0" y="243"/>
                  </a:cubicBezTo>
                  <a:cubicBezTo>
                    <a:pt x="0" y="388"/>
                    <a:pt x="109" y="495"/>
                    <a:pt x="252" y="495"/>
                  </a:cubicBezTo>
                  <a:cubicBezTo>
                    <a:pt x="388" y="495"/>
                    <a:pt x="503" y="388"/>
                    <a:pt x="503" y="243"/>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9" name="Google Shape;9589;p14"/>
            <p:cNvSpPr/>
            <p:nvPr/>
          </p:nvSpPr>
          <p:spPr>
            <a:xfrm>
              <a:off x="2605000" y="3677600"/>
              <a:ext cx="12575" cy="12375"/>
            </a:xfrm>
            <a:custGeom>
              <a:avLst/>
              <a:gdLst/>
              <a:ahLst/>
              <a:cxnLst/>
              <a:rect l="l" t="t" r="r" b="b"/>
              <a:pathLst>
                <a:path w="503" h="495" extrusionOk="0">
                  <a:moveTo>
                    <a:pt x="252" y="1"/>
                  </a:moveTo>
                  <a:cubicBezTo>
                    <a:pt x="116" y="1"/>
                    <a:pt x="0" y="107"/>
                    <a:pt x="0" y="243"/>
                  </a:cubicBezTo>
                  <a:cubicBezTo>
                    <a:pt x="0" y="388"/>
                    <a:pt x="116" y="495"/>
                    <a:pt x="252" y="495"/>
                  </a:cubicBezTo>
                  <a:cubicBezTo>
                    <a:pt x="387" y="495"/>
                    <a:pt x="503" y="388"/>
                    <a:pt x="503" y="243"/>
                  </a:cubicBezTo>
                  <a:cubicBezTo>
                    <a:pt x="503" y="107"/>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0" name="Google Shape;9590;p14"/>
            <p:cNvSpPr/>
            <p:nvPr/>
          </p:nvSpPr>
          <p:spPr>
            <a:xfrm>
              <a:off x="2696950" y="3677600"/>
              <a:ext cx="12375" cy="12375"/>
            </a:xfrm>
            <a:custGeom>
              <a:avLst/>
              <a:gdLst/>
              <a:ahLst/>
              <a:cxnLst/>
              <a:rect l="l" t="t" r="r" b="b"/>
              <a:pathLst>
                <a:path w="495" h="495" extrusionOk="0">
                  <a:moveTo>
                    <a:pt x="252" y="1"/>
                  </a:moveTo>
                  <a:cubicBezTo>
                    <a:pt x="108" y="1"/>
                    <a:pt x="1" y="107"/>
                    <a:pt x="1" y="243"/>
                  </a:cubicBezTo>
                  <a:cubicBezTo>
                    <a:pt x="1" y="388"/>
                    <a:pt x="108" y="495"/>
                    <a:pt x="252" y="495"/>
                  </a:cubicBezTo>
                  <a:cubicBezTo>
                    <a:pt x="388" y="495"/>
                    <a:pt x="495" y="388"/>
                    <a:pt x="495" y="243"/>
                  </a:cubicBezTo>
                  <a:cubicBezTo>
                    <a:pt x="495"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1" name="Google Shape;9591;p14"/>
            <p:cNvSpPr/>
            <p:nvPr/>
          </p:nvSpPr>
          <p:spPr>
            <a:xfrm>
              <a:off x="2788700" y="3677600"/>
              <a:ext cx="12600" cy="12375"/>
            </a:xfrm>
            <a:custGeom>
              <a:avLst/>
              <a:gdLst/>
              <a:ahLst/>
              <a:cxnLst/>
              <a:rect l="l" t="t" r="r" b="b"/>
              <a:pathLst>
                <a:path w="504" h="495" extrusionOk="0">
                  <a:moveTo>
                    <a:pt x="252" y="1"/>
                  </a:moveTo>
                  <a:cubicBezTo>
                    <a:pt x="116" y="1"/>
                    <a:pt x="1" y="107"/>
                    <a:pt x="1" y="243"/>
                  </a:cubicBezTo>
                  <a:cubicBezTo>
                    <a:pt x="1" y="388"/>
                    <a:pt x="116" y="495"/>
                    <a:pt x="252" y="495"/>
                  </a:cubicBezTo>
                  <a:cubicBezTo>
                    <a:pt x="388" y="495"/>
                    <a:pt x="503" y="388"/>
                    <a:pt x="503" y="243"/>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2" name="Google Shape;9592;p14"/>
            <p:cNvSpPr/>
            <p:nvPr/>
          </p:nvSpPr>
          <p:spPr>
            <a:xfrm>
              <a:off x="2880675" y="3677600"/>
              <a:ext cx="12375" cy="12375"/>
            </a:xfrm>
            <a:custGeom>
              <a:avLst/>
              <a:gdLst/>
              <a:ahLst/>
              <a:cxnLst/>
              <a:rect l="l" t="t" r="r" b="b"/>
              <a:pathLst>
                <a:path w="495" h="495" extrusionOk="0">
                  <a:moveTo>
                    <a:pt x="243" y="1"/>
                  </a:moveTo>
                  <a:cubicBezTo>
                    <a:pt x="107" y="1"/>
                    <a:pt x="0" y="107"/>
                    <a:pt x="0" y="243"/>
                  </a:cubicBezTo>
                  <a:cubicBezTo>
                    <a:pt x="0" y="388"/>
                    <a:pt x="107" y="495"/>
                    <a:pt x="243" y="495"/>
                  </a:cubicBezTo>
                  <a:cubicBezTo>
                    <a:pt x="387" y="495"/>
                    <a:pt x="494" y="388"/>
                    <a:pt x="494" y="243"/>
                  </a:cubicBezTo>
                  <a:cubicBezTo>
                    <a:pt x="494" y="107"/>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3" name="Google Shape;9593;p14"/>
            <p:cNvSpPr/>
            <p:nvPr/>
          </p:nvSpPr>
          <p:spPr>
            <a:xfrm>
              <a:off x="2972425" y="3677600"/>
              <a:ext cx="12575" cy="12375"/>
            </a:xfrm>
            <a:custGeom>
              <a:avLst/>
              <a:gdLst/>
              <a:ahLst/>
              <a:cxnLst/>
              <a:rect l="l" t="t" r="r" b="b"/>
              <a:pathLst>
                <a:path w="503" h="495" extrusionOk="0">
                  <a:moveTo>
                    <a:pt x="251" y="1"/>
                  </a:moveTo>
                  <a:cubicBezTo>
                    <a:pt x="115" y="1"/>
                    <a:pt x="0" y="107"/>
                    <a:pt x="0" y="243"/>
                  </a:cubicBezTo>
                  <a:cubicBezTo>
                    <a:pt x="0" y="388"/>
                    <a:pt x="115" y="495"/>
                    <a:pt x="251" y="495"/>
                  </a:cubicBezTo>
                  <a:cubicBezTo>
                    <a:pt x="387" y="495"/>
                    <a:pt x="503" y="388"/>
                    <a:pt x="503" y="243"/>
                  </a:cubicBezTo>
                  <a:cubicBezTo>
                    <a:pt x="503"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4" name="Google Shape;9594;p14"/>
            <p:cNvSpPr/>
            <p:nvPr/>
          </p:nvSpPr>
          <p:spPr>
            <a:xfrm>
              <a:off x="3064375" y="3677600"/>
              <a:ext cx="12375" cy="12375"/>
            </a:xfrm>
            <a:custGeom>
              <a:avLst/>
              <a:gdLst/>
              <a:ahLst/>
              <a:cxnLst/>
              <a:rect l="l" t="t" r="r" b="b"/>
              <a:pathLst>
                <a:path w="495" h="495" extrusionOk="0">
                  <a:moveTo>
                    <a:pt x="243" y="1"/>
                  </a:moveTo>
                  <a:cubicBezTo>
                    <a:pt x="107" y="1"/>
                    <a:pt x="1" y="107"/>
                    <a:pt x="1" y="243"/>
                  </a:cubicBezTo>
                  <a:cubicBezTo>
                    <a:pt x="1" y="388"/>
                    <a:pt x="107" y="495"/>
                    <a:pt x="243" y="495"/>
                  </a:cubicBezTo>
                  <a:cubicBezTo>
                    <a:pt x="388" y="495"/>
                    <a:pt x="495" y="388"/>
                    <a:pt x="495" y="243"/>
                  </a:cubicBezTo>
                  <a:cubicBezTo>
                    <a:pt x="495" y="107"/>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5" name="Google Shape;9595;p14"/>
            <p:cNvSpPr/>
            <p:nvPr/>
          </p:nvSpPr>
          <p:spPr>
            <a:xfrm>
              <a:off x="3156125" y="3677600"/>
              <a:ext cx="12600" cy="12375"/>
            </a:xfrm>
            <a:custGeom>
              <a:avLst/>
              <a:gdLst/>
              <a:ahLst/>
              <a:cxnLst/>
              <a:rect l="l" t="t" r="r" b="b"/>
              <a:pathLst>
                <a:path w="504" h="495" extrusionOk="0">
                  <a:moveTo>
                    <a:pt x="252" y="1"/>
                  </a:moveTo>
                  <a:cubicBezTo>
                    <a:pt x="116" y="1"/>
                    <a:pt x="1" y="107"/>
                    <a:pt x="1" y="243"/>
                  </a:cubicBezTo>
                  <a:cubicBezTo>
                    <a:pt x="1" y="388"/>
                    <a:pt x="116" y="495"/>
                    <a:pt x="252" y="495"/>
                  </a:cubicBezTo>
                  <a:cubicBezTo>
                    <a:pt x="388" y="495"/>
                    <a:pt x="503" y="388"/>
                    <a:pt x="503" y="243"/>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6" name="Google Shape;9596;p14"/>
            <p:cNvSpPr/>
            <p:nvPr/>
          </p:nvSpPr>
          <p:spPr>
            <a:xfrm>
              <a:off x="3247875" y="3677600"/>
              <a:ext cx="12575" cy="12375"/>
            </a:xfrm>
            <a:custGeom>
              <a:avLst/>
              <a:gdLst/>
              <a:ahLst/>
              <a:cxnLst/>
              <a:rect l="l" t="t" r="r" b="b"/>
              <a:pathLst>
                <a:path w="503" h="495" extrusionOk="0">
                  <a:moveTo>
                    <a:pt x="252" y="1"/>
                  </a:moveTo>
                  <a:cubicBezTo>
                    <a:pt x="116" y="1"/>
                    <a:pt x="1" y="107"/>
                    <a:pt x="1" y="243"/>
                  </a:cubicBezTo>
                  <a:cubicBezTo>
                    <a:pt x="1" y="388"/>
                    <a:pt x="116" y="495"/>
                    <a:pt x="252" y="495"/>
                  </a:cubicBezTo>
                  <a:cubicBezTo>
                    <a:pt x="388" y="495"/>
                    <a:pt x="503" y="388"/>
                    <a:pt x="503" y="243"/>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7" name="Google Shape;9597;p14"/>
            <p:cNvSpPr/>
            <p:nvPr/>
          </p:nvSpPr>
          <p:spPr>
            <a:xfrm>
              <a:off x="3339850" y="3677600"/>
              <a:ext cx="12525" cy="12375"/>
            </a:xfrm>
            <a:custGeom>
              <a:avLst/>
              <a:gdLst/>
              <a:ahLst/>
              <a:cxnLst/>
              <a:rect l="l" t="t" r="r" b="b"/>
              <a:pathLst>
                <a:path w="501" h="495" extrusionOk="0">
                  <a:moveTo>
                    <a:pt x="251" y="1"/>
                  </a:moveTo>
                  <a:cubicBezTo>
                    <a:pt x="107" y="1"/>
                    <a:pt x="0" y="107"/>
                    <a:pt x="0" y="243"/>
                  </a:cubicBezTo>
                  <a:cubicBezTo>
                    <a:pt x="0" y="388"/>
                    <a:pt x="107" y="495"/>
                    <a:pt x="251" y="495"/>
                  </a:cubicBezTo>
                  <a:cubicBezTo>
                    <a:pt x="387" y="495"/>
                    <a:pt x="501" y="388"/>
                    <a:pt x="501" y="243"/>
                  </a:cubicBezTo>
                  <a:cubicBezTo>
                    <a:pt x="501"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8" name="Google Shape;9598;p14"/>
            <p:cNvSpPr/>
            <p:nvPr/>
          </p:nvSpPr>
          <p:spPr>
            <a:xfrm>
              <a:off x="3431575" y="3677600"/>
              <a:ext cx="12600" cy="12375"/>
            </a:xfrm>
            <a:custGeom>
              <a:avLst/>
              <a:gdLst/>
              <a:ahLst/>
              <a:cxnLst/>
              <a:rect l="l" t="t" r="r" b="b"/>
              <a:pathLst>
                <a:path w="504" h="495" extrusionOk="0">
                  <a:moveTo>
                    <a:pt x="252" y="1"/>
                  </a:moveTo>
                  <a:cubicBezTo>
                    <a:pt x="116" y="1"/>
                    <a:pt x="1" y="107"/>
                    <a:pt x="1" y="243"/>
                  </a:cubicBezTo>
                  <a:cubicBezTo>
                    <a:pt x="1" y="388"/>
                    <a:pt x="116" y="495"/>
                    <a:pt x="252" y="495"/>
                  </a:cubicBezTo>
                  <a:cubicBezTo>
                    <a:pt x="388" y="495"/>
                    <a:pt x="503" y="388"/>
                    <a:pt x="503" y="243"/>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9" name="Google Shape;9599;p14"/>
            <p:cNvSpPr/>
            <p:nvPr/>
          </p:nvSpPr>
          <p:spPr>
            <a:xfrm>
              <a:off x="3523550" y="3677600"/>
              <a:ext cx="12375" cy="12375"/>
            </a:xfrm>
            <a:custGeom>
              <a:avLst/>
              <a:gdLst/>
              <a:ahLst/>
              <a:cxnLst/>
              <a:rect l="l" t="t" r="r" b="b"/>
              <a:pathLst>
                <a:path w="495" h="495" extrusionOk="0">
                  <a:moveTo>
                    <a:pt x="250" y="1"/>
                  </a:moveTo>
                  <a:cubicBezTo>
                    <a:pt x="107" y="1"/>
                    <a:pt x="0" y="107"/>
                    <a:pt x="0" y="243"/>
                  </a:cubicBezTo>
                  <a:cubicBezTo>
                    <a:pt x="0" y="388"/>
                    <a:pt x="107" y="495"/>
                    <a:pt x="250" y="495"/>
                  </a:cubicBezTo>
                  <a:cubicBezTo>
                    <a:pt x="388" y="495"/>
                    <a:pt x="494" y="388"/>
                    <a:pt x="494" y="243"/>
                  </a:cubicBezTo>
                  <a:cubicBezTo>
                    <a:pt x="494" y="107"/>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0" name="Google Shape;9600;p14"/>
            <p:cNvSpPr/>
            <p:nvPr/>
          </p:nvSpPr>
          <p:spPr>
            <a:xfrm>
              <a:off x="676400" y="37693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1" name="Google Shape;9601;p14"/>
            <p:cNvSpPr/>
            <p:nvPr/>
          </p:nvSpPr>
          <p:spPr>
            <a:xfrm>
              <a:off x="768325" y="3769350"/>
              <a:ext cx="12400" cy="12600"/>
            </a:xfrm>
            <a:custGeom>
              <a:avLst/>
              <a:gdLst/>
              <a:ahLst/>
              <a:cxnLst/>
              <a:rect l="l" t="t" r="r" b="b"/>
              <a:pathLst>
                <a:path w="496" h="504"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2" name="Google Shape;9602;p14"/>
            <p:cNvSpPr/>
            <p:nvPr/>
          </p:nvSpPr>
          <p:spPr>
            <a:xfrm>
              <a:off x="860125" y="3769350"/>
              <a:ext cx="12525" cy="12600"/>
            </a:xfrm>
            <a:custGeom>
              <a:avLst/>
              <a:gdLst/>
              <a:ahLst/>
              <a:cxnLst/>
              <a:rect l="l" t="t" r="r" b="b"/>
              <a:pathLst>
                <a:path w="501" h="504"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3" name="Google Shape;9603;p14"/>
            <p:cNvSpPr/>
            <p:nvPr/>
          </p:nvSpPr>
          <p:spPr>
            <a:xfrm>
              <a:off x="951850" y="37693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4" name="Google Shape;9604;p14"/>
            <p:cNvSpPr/>
            <p:nvPr/>
          </p:nvSpPr>
          <p:spPr>
            <a:xfrm>
              <a:off x="1043825" y="376935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5" name="Google Shape;9605;p14"/>
            <p:cNvSpPr/>
            <p:nvPr/>
          </p:nvSpPr>
          <p:spPr>
            <a:xfrm>
              <a:off x="1135575" y="376935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6" name="Google Shape;9606;p14"/>
            <p:cNvSpPr/>
            <p:nvPr/>
          </p:nvSpPr>
          <p:spPr>
            <a:xfrm>
              <a:off x="1227500" y="3769350"/>
              <a:ext cx="12400" cy="12600"/>
            </a:xfrm>
            <a:custGeom>
              <a:avLst/>
              <a:gdLst/>
              <a:ahLst/>
              <a:cxnLst/>
              <a:rect l="l" t="t" r="r" b="b"/>
              <a:pathLst>
                <a:path w="496" h="504"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7" name="Google Shape;9607;p14"/>
            <p:cNvSpPr/>
            <p:nvPr/>
          </p:nvSpPr>
          <p:spPr>
            <a:xfrm>
              <a:off x="1319275" y="376935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8" name="Google Shape;9608;p14"/>
            <p:cNvSpPr/>
            <p:nvPr/>
          </p:nvSpPr>
          <p:spPr>
            <a:xfrm>
              <a:off x="1411200" y="3769350"/>
              <a:ext cx="12425" cy="12600"/>
            </a:xfrm>
            <a:custGeom>
              <a:avLst/>
              <a:gdLst/>
              <a:ahLst/>
              <a:cxnLst/>
              <a:rect l="l" t="t" r="r" b="b"/>
              <a:pathLst>
                <a:path w="497" h="504"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9" name="Google Shape;9609;p14"/>
            <p:cNvSpPr/>
            <p:nvPr/>
          </p:nvSpPr>
          <p:spPr>
            <a:xfrm>
              <a:off x="1503000" y="3769350"/>
              <a:ext cx="12525" cy="12600"/>
            </a:xfrm>
            <a:custGeom>
              <a:avLst/>
              <a:gdLst/>
              <a:ahLst/>
              <a:cxnLst/>
              <a:rect l="l" t="t" r="r" b="b"/>
              <a:pathLst>
                <a:path w="501" h="504"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0" name="Google Shape;9610;p14"/>
            <p:cNvSpPr/>
            <p:nvPr/>
          </p:nvSpPr>
          <p:spPr>
            <a:xfrm>
              <a:off x="1594750" y="376935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1" name="Google Shape;9611;p14"/>
            <p:cNvSpPr/>
            <p:nvPr/>
          </p:nvSpPr>
          <p:spPr>
            <a:xfrm>
              <a:off x="1686650" y="37693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2" name="Google Shape;9612;p14"/>
            <p:cNvSpPr/>
            <p:nvPr/>
          </p:nvSpPr>
          <p:spPr>
            <a:xfrm>
              <a:off x="1778450" y="376935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3" name="Google Shape;9613;p14"/>
            <p:cNvSpPr/>
            <p:nvPr/>
          </p:nvSpPr>
          <p:spPr>
            <a:xfrm>
              <a:off x="1870375" y="3769350"/>
              <a:ext cx="12400" cy="12600"/>
            </a:xfrm>
            <a:custGeom>
              <a:avLst/>
              <a:gdLst/>
              <a:ahLst/>
              <a:cxnLst/>
              <a:rect l="l" t="t" r="r" b="b"/>
              <a:pathLst>
                <a:path w="496" h="504"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4" name="Google Shape;9614;p14"/>
            <p:cNvSpPr/>
            <p:nvPr/>
          </p:nvSpPr>
          <p:spPr>
            <a:xfrm>
              <a:off x="1962150" y="376935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5" name="Google Shape;9615;p14"/>
            <p:cNvSpPr/>
            <p:nvPr/>
          </p:nvSpPr>
          <p:spPr>
            <a:xfrm>
              <a:off x="2054075" y="3769350"/>
              <a:ext cx="12425" cy="12600"/>
            </a:xfrm>
            <a:custGeom>
              <a:avLst/>
              <a:gdLst/>
              <a:ahLst/>
              <a:cxnLst/>
              <a:rect l="l" t="t" r="r" b="b"/>
              <a:pathLst>
                <a:path w="497" h="504"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6" name="Google Shape;9616;p14"/>
            <p:cNvSpPr/>
            <p:nvPr/>
          </p:nvSpPr>
          <p:spPr>
            <a:xfrm>
              <a:off x="2145825" y="37693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7" name="Google Shape;9617;p14"/>
            <p:cNvSpPr/>
            <p:nvPr/>
          </p:nvSpPr>
          <p:spPr>
            <a:xfrm>
              <a:off x="2237800" y="3769350"/>
              <a:ext cx="12350" cy="12600"/>
            </a:xfrm>
            <a:custGeom>
              <a:avLst/>
              <a:gdLst/>
              <a:ahLst/>
              <a:cxnLst/>
              <a:rect l="l" t="t" r="r" b="b"/>
              <a:pathLst>
                <a:path w="494" h="504"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8" name="Google Shape;9618;p14"/>
            <p:cNvSpPr/>
            <p:nvPr/>
          </p:nvSpPr>
          <p:spPr>
            <a:xfrm>
              <a:off x="2329550" y="376935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9" name="Google Shape;9619;p14"/>
            <p:cNvSpPr/>
            <p:nvPr/>
          </p:nvSpPr>
          <p:spPr>
            <a:xfrm>
              <a:off x="2421325" y="376935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0" name="Google Shape;9620;p14"/>
            <p:cNvSpPr/>
            <p:nvPr/>
          </p:nvSpPr>
          <p:spPr>
            <a:xfrm>
              <a:off x="2513250" y="3769350"/>
              <a:ext cx="12575" cy="12600"/>
            </a:xfrm>
            <a:custGeom>
              <a:avLst/>
              <a:gdLst/>
              <a:ahLst/>
              <a:cxnLst/>
              <a:rect l="l" t="t" r="r" b="b"/>
              <a:pathLst>
                <a:path w="503" h="504"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1" name="Google Shape;9621;p14"/>
            <p:cNvSpPr/>
            <p:nvPr/>
          </p:nvSpPr>
          <p:spPr>
            <a:xfrm>
              <a:off x="2605000" y="376935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2" name="Google Shape;9622;p14"/>
            <p:cNvSpPr/>
            <p:nvPr/>
          </p:nvSpPr>
          <p:spPr>
            <a:xfrm>
              <a:off x="2696950" y="3769350"/>
              <a:ext cx="12375" cy="12600"/>
            </a:xfrm>
            <a:custGeom>
              <a:avLst/>
              <a:gdLst/>
              <a:ahLst/>
              <a:cxnLst/>
              <a:rect l="l" t="t" r="r" b="b"/>
              <a:pathLst>
                <a:path w="495" h="504"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3" name="Google Shape;9623;p14"/>
            <p:cNvSpPr/>
            <p:nvPr/>
          </p:nvSpPr>
          <p:spPr>
            <a:xfrm>
              <a:off x="2788700" y="37693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4" name="Google Shape;9624;p14"/>
            <p:cNvSpPr/>
            <p:nvPr/>
          </p:nvSpPr>
          <p:spPr>
            <a:xfrm>
              <a:off x="2880675" y="3769350"/>
              <a:ext cx="12375" cy="12600"/>
            </a:xfrm>
            <a:custGeom>
              <a:avLst/>
              <a:gdLst/>
              <a:ahLst/>
              <a:cxnLst/>
              <a:rect l="l" t="t" r="r" b="b"/>
              <a:pathLst>
                <a:path w="495" h="504"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14"/>
            <p:cNvSpPr/>
            <p:nvPr/>
          </p:nvSpPr>
          <p:spPr>
            <a:xfrm>
              <a:off x="2972425" y="376935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14"/>
            <p:cNvSpPr/>
            <p:nvPr/>
          </p:nvSpPr>
          <p:spPr>
            <a:xfrm>
              <a:off x="3064375" y="3769350"/>
              <a:ext cx="12375" cy="12600"/>
            </a:xfrm>
            <a:custGeom>
              <a:avLst/>
              <a:gdLst/>
              <a:ahLst/>
              <a:cxnLst/>
              <a:rect l="l" t="t" r="r" b="b"/>
              <a:pathLst>
                <a:path w="495" h="504"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7" name="Google Shape;9627;p14"/>
            <p:cNvSpPr/>
            <p:nvPr/>
          </p:nvSpPr>
          <p:spPr>
            <a:xfrm>
              <a:off x="3156125" y="37693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8" name="Google Shape;9628;p14"/>
            <p:cNvSpPr/>
            <p:nvPr/>
          </p:nvSpPr>
          <p:spPr>
            <a:xfrm>
              <a:off x="3247875" y="3769350"/>
              <a:ext cx="12575" cy="12600"/>
            </a:xfrm>
            <a:custGeom>
              <a:avLst/>
              <a:gdLst/>
              <a:ahLst/>
              <a:cxnLst/>
              <a:rect l="l" t="t" r="r" b="b"/>
              <a:pathLst>
                <a:path w="503"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9" name="Google Shape;9629;p14"/>
            <p:cNvSpPr/>
            <p:nvPr/>
          </p:nvSpPr>
          <p:spPr>
            <a:xfrm>
              <a:off x="3339850" y="3769350"/>
              <a:ext cx="12525" cy="12600"/>
            </a:xfrm>
            <a:custGeom>
              <a:avLst/>
              <a:gdLst/>
              <a:ahLst/>
              <a:cxnLst/>
              <a:rect l="l" t="t" r="r" b="b"/>
              <a:pathLst>
                <a:path w="501" h="504"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0" name="Google Shape;9630;p14"/>
            <p:cNvSpPr/>
            <p:nvPr/>
          </p:nvSpPr>
          <p:spPr>
            <a:xfrm>
              <a:off x="3431575" y="37693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1" name="Google Shape;9631;p14"/>
            <p:cNvSpPr/>
            <p:nvPr/>
          </p:nvSpPr>
          <p:spPr>
            <a:xfrm>
              <a:off x="3523550" y="376935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14"/>
            <p:cNvSpPr/>
            <p:nvPr/>
          </p:nvSpPr>
          <p:spPr>
            <a:xfrm>
              <a:off x="676400" y="386110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3" name="Google Shape;9633;p14"/>
            <p:cNvSpPr/>
            <p:nvPr/>
          </p:nvSpPr>
          <p:spPr>
            <a:xfrm>
              <a:off x="768325" y="3861100"/>
              <a:ext cx="12400" cy="12575"/>
            </a:xfrm>
            <a:custGeom>
              <a:avLst/>
              <a:gdLst/>
              <a:ahLst/>
              <a:cxnLst/>
              <a:rect l="l" t="t" r="r" b="b"/>
              <a:pathLst>
                <a:path w="496" h="503"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4" name="Google Shape;9634;p14"/>
            <p:cNvSpPr/>
            <p:nvPr/>
          </p:nvSpPr>
          <p:spPr>
            <a:xfrm>
              <a:off x="860125" y="3861100"/>
              <a:ext cx="12525" cy="12575"/>
            </a:xfrm>
            <a:custGeom>
              <a:avLst/>
              <a:gdLst/>
              <a:ahLst/>
              <a:cxnLst/>
              <a:rect l="l" t="t" r="r" b="b"/>
              <a:pathLst>
                <a:path w="501" h="503"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5" name="Google Shape;9635;p14"/>
            <p:cNvSpPr/>
            <p:nvPr/>
          </p:nvSpPr>
          <p:spPr>
            <a:xfrm>
              <a:off x="951850" y="386110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6" name="Google Shape;9636;p14"/>
            <p:cNvSpPr/>
            <p:nvPr/>
          </p:nvSpPr>
          <p:spPr>
            <a:xfrm>
              <a:off x="1043825" y="3861100"/>
              <a:ext cx="12375" cy="12575"/>
            </a:xfrm>
            <a:custGeom>
              <a:avLst/>
              <a:gdLst/>
              <a:ahLst/>
              <a:cxnLst/>
              <a:rect l="l" t="t" r="r" b="b"/>
              <a:pathLst>
                <a:path w="495" h="503"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7" name="Google Shape;9637;p14"/>
            <p:cNvSpPr/>
            <p:nvPr/>
          </p:nvSpPr>
          <p:spPr>
            <a:xfrm>
              <a:off x="1135575" y="3861100"/>
              <a:ext cx="12575" cy="12575"/>
            </a:xfrm>
            <a:custGeom>
              <a:avLst/>
              <a:gdLst/>
              <a:ahLst/>
              <a:cxnLst/>
              <a:rect l="l" t="t" r="r" b="b"/>
              <a:pathLst>
                <a:path w="503" h="503"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8" name="Google Shape;9638;p14"/>
            <p:cNvSpPr/>
            <p:nvPr/>
          </p:nvSpPr>
          <p:spPr>
            <a:xfrm>
              <a:off x="1227500" y="3861100"/>
              <a:ext cx="12400" cy="12575"/>
            </a:xfrm>
            <a:custGeom>
              <a:avLst/>
              <a:gdLst/>
              <a:ahLst/>
              <a:cxnLst/>
              <a:rect l="l" t="t" r="r" b="b"/>
              <a:pathLst>
                <a:path w="496" h="503"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9" name="Google Shape;9639;p14"/>
            <p:cNvSpPr/>
            <p:nvPr/>
          </p:nvSpPr>
          <p:spPr>
            <a:xfrm>
              <a:off x="1319275" y="3861100"/>
              <a:ext cx="12550" cy="12575"/>
            </a:xfrm>
            <a:custGeom>
              <a:avLst/>
              <a:gdLst/>
              <a:ahLst/>
              <a:cxnLst/>
              <a:rect l="l" t="t" r="r" b="b"/>
              <a:pathLst>
                <a:path w="502" h="503"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0" name="Google Shape;9640;p14"/>
            <p:cNvSpPr/>
            <p:nvPr/>
          </p:nvSpPr>
          <p:spPr>
            <a:xfrm>
              <a:off x="1411200" y="3861100"/>
              <a:ext cx="12425" cy="12575"/>
            </a:xfrm>
            <a:custGeom>
              <a:avLst/>
              <a:gdLst/>
              <a:ahLst/>
              <a:cxnLst/>
              <a:rect l="l" t="t" r="r" b="b"/>
              <a:pathLst>
                <a:path w="497" h="503"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1" name="Google Shape;9641;p14"/>
            <p:cNvSpPr/>
            <p:nvPr/>
          </p:nvSpPr>
          <p:spPr>
            <a:xfrm>
              <a:off x="1503000" y="3861100"/>
              <a:ext cx="12525" cy="12575"/>
            </a:xfrm>
            <a:custGeom>
              <a:avLst/>
              <a:gdLst/>
              <a:ahLst/>
              <a:cxnLst/>
              <a:rect l="l" t="t" r="r" b="b"/>
              <a:pathLst>
                <a:path w="501" h="503"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2" name="Google Shape;9642;p14"/>
            <p:cNvSpPr/>
            <p:nvPr/>
          </p:nvSpPr>
          <p:spPr>
            <a:xfrm>
              <a:off x="1594750" y="3861100"/>
              <a:ext cx="12575" cy="12575"/>
            </a:xfrm>
            <a:custGeom>
              <a:avLst/>
              <a:gdLst/>
              <a:ahLst/>
              <a:cxnLst/>
              <a:rect l="l" t="t" r="r" b="b"/>
              <a:pathLst>
                <a:path w="503" h="503"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3" name="Google Shape;9643;p14"/>
            <p:cNvSpPr/>
            <p:nvPr/>
          </p:nvSpPr>
          <p:spPr>
            <a:xfrm>
              <a:off x="1686650" y="386110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4" name="Google Shape;9644;p14"/>
            <p:cNvSpPr/>
            <p:nvPr/>
          </p:nvSpPr>
          <p:spPr>
            <a:xfrm>
              <a:off x="1778450" y="3861100"/>
              <a:ext cx="12550" cy="12575"/>
            </a:xfrm>
            <a:custGeom>
              <a:avLst/>
              <a:gdLst/>
              <a:ahLst/>
              <a:cxnLst/>
              <a:rect l="l" t="t" r="r" b="b"/>
              <a:pathLst>
                <a:path w="502" h="503"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5" name="Google Shape;9645;p14"/>
            <p:cNvSpPr/>
            <p:nvPr/>
          </p:nvSpPr>
          <p:spPr>
            <a:xfrm>
              <a:off x="1870375" y="3861100"/>
              <a:ext cx="12400" cy="12575"/>
            </a:xfrm>
            <a:custGeom>
              <a:avLst/>
              <a:gdLst/>
              <a:ahLst/>
              <a:cxnLst/>
              <a:rect l="l" t="t" r="r" b="b"/>
              <a:pathLst>
                <a:path w="496" h="503"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14"/>
            <p:cNvSpPr/>
            <p:nvPr/>
          </p:nvSpPr>
          <p:spPr>
            <a:xfrm>
              <a:off x="1962150" y="3861100"/>
              <a:ext cx="12550" cy="12575"/>
            </a:xfrm>
            <a:custGeom>
              <a:avLst/>
              <a:gdLst/>
              <a:ahLst/>
              <a:cxnLst/>
              <a:rect l="l" t="t" r="r" b="b"/>
              <a:pathLst>
                <a:path w="502" h="503"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7" name="Google Shape;9647;p14"/>
            <p:cNvSpPr/>
            <p:nvPr/>
          </p:nvSpPr>
          <p:spPr>
            <a:xfrm>
              <a:off x="2054075" y="3861100"/>
              <a:ext cx="12425" cy="12575"/>
            </a:xfrm>
            <a:custGeom>
              <a:avLst/>
              <a:gdLst/>
              <a:ahLst/>
              <a:cxnLst/>
              <a:rect l="l" t="t" r="r" b="b"/>
              <a:pathLst>
                <a:path w="497" h="503"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8" name="Google Shape;9648;p14"/>
            <p:cNvSpPr/>
            <p:nvPr/>
          </p:nvSpPr>
          <p:spPr>
            <a:xfrm>
              <a:off x="2145825" y="386110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9" name="Google Shape;9649;p14"/>
            <p:cNvSpPr/>
            <p:nvPr/>
          </p:nvSpPr>
          <p:spPr>
            <a:xfrm>
              <a:off x="2237800" y="3861100"/>
              <a:ext cx="12350" cy="12575"/>
            </a:xfrm>
            <a:custGeom>
              <a:avLst/>
              <a:gdLst/>
              <a:ahLst/>
              <a:cxnLst/>
              <a:rect l="l" t="t" r="r" b="b"/>
              <a:pathLst>
                <a:path w="494" h="503"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0" name="Google Shape;9650;p14"/>
            <p:cNvSpPr/>
            <p:nvPr/>
          </p:nvSpPr>
          <p:spPr>
            <a:xfrm>
              <a:off x="2329550" y="3861100"/>
              <a:ext cx="12575" cy="12575"/>
            </a:xfrm>
            <a:custGeom>
              <a:avLst/>
              <a:gdLst/>
              <a:ahLst/>
              <a:cxnLst/>
              <a:rect l="l" t="t" r="r" b="b"/>
              <a:pathLst>
                <a:path w="503" h="503"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1" name="Google Shape;9651;p14"/>
            <p:cNvSpPr/>
            <p:nvPr/>
          </p:nvSpPr>
          <p:spPr>
            <a:xfrm>
              <a:off x="2421325" y="3861100"/>
              <a:ext cx="12550" cy="12575"/>
            </a:xfrm>
            <a:custGeom>
              <a:avLst/>
              <a:gdLst/>
              <a:ahLst/>
              <a:cxnLst/>
              <a:rect l="l" t="t" r="r" b="b"/>
              <a:pathLst>
                <a:path w="502" h="503"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2" name="Google Shape;9652;p14"/>
            <p:cNvSpPr/>
            <p:nvPr/>
          </p:nvSpPr>
          <p:spPr>
            <a:xfrm>
              <a:off x="2513250" y="3861100"/>
              <a:ext cx="12575" cy="12575"/>
            </a:xfrm>
            <a:custGeom>
              <a:avLst/>
              <a:gdLst/>
              <a:ahLst/>
              <a:cxnLst/>
              <a:rect l="l" t="t" r="r" b="b"/>
              <a:pathLst>
                <a:path w="503" h="503"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3" name="Google Shape;9653;p14"/>
            <p:cNvSpPr/>
            <p:nvPr/>
          </p:nvSpPr>
          <p:spPr>
            <a:xfrm>
              <a:off x="2605000" y="3861100"/>
              <a:ext cx="12575" cy="12575"/>
            </a:xfrm>
            <a:custGeom>
              <a:avLst/>
              <a:gdLst/>
              <a:ahLst/>
              <a:cxnLst/>
              <a:rect l="l" t="t" r="r" b="b"/>
              <a:pathLst>
                <a:path w="503" h="503"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4" name="Google Shape;9654;p14"/>
            <p:cNvSpPr/>
            <p:nvPr/>
          </p:nvSpPr>
          <p:spPr>
            <a:xfrm>
              <a:off x="2696950" y="3861100"/>
              <a:ext cx="12375" cy="12575"/>
            </a:xfrm>
            <a:custGeom>
              <a:avLst/>
              <a:gdLst/>
              <a:ahLst/>
              <a:cxnLst/>
              <a:rect l="l" t="t" r="r" b="b"/>
              <a:pathLst>
                <a:path w="495" h="503"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5" name="Google Shape;9655;p14"/>
            <p:cNvSpPr/>
            <p:nvPr/>
          </p:nvSpPr>
          <p:spPr>
            <a:xfrm>
              <a:off x="2788700" y="386110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6" name="Google Shape;9656;p14"/>
            <p:cNvSpPr/>
            <p:nvPr/>
          </p:nvSpPr>
          <p:spPr>
            <a:xfrm>
              <a:off x="2880675" y="3861100"/>
              <a:ext cx="12375" cy="12575"/>
            </a:xfrm>
            <a:custGeom>
              <a:avLst/>
              <a:gdLst/>
              <a:ahLst/>
              <a:cxnLst/>
              <a:rect l="l" t="t" r="r" b="b"/>
              <a:pathLst>
                <a:path w="495" h="503"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14"/>
            <p:cNvSpPr/>
            <p:nvPr/>
          </p:nvSpPr>
          <p:spPr>
            <a:xfrm>
              <a:off x="2972425" y="3861100"/>
              <a:ext cx="12575" cy="12575"/>
            </a:xfrm>
            <a:custGeom>
              <a:avLst/>
              <a:gdLst/>
              <a:ahLst/>
              <a:cxnLst/>
              <a:rect l="l" t="t" r="r" b="b"/>
              <a:pathLst>
                <a:path w="503" h="503"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8" name="Google Shape;9658;p14"/>
            <p:cNvSpPr/>
            <p:nvPr/>
          </p:nvSpPr>
          <p:spPr>
            <a:xfrm>
              <a:off x="3064375" y="3861100"/>
              <a:ext cx="12375" cy="12575"/>
            </a:xfrm>
            <a:custGeom>
              <a:avLst/>
              <a:gdLst/>
              <a:ahLst/>
              <a:cxnLst/>
              <a:rect l="l" t="t" r="r" b="b"/>
              <a:pathLst>
                <a:path w="495" h="503"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9" name="Google Shape;9659;p14"/>
            <p:cNvSpPr/>
            <p:nvPr/>
          </p:nvSpPr>
          <p:spPr>
            <a:xfrm>
              <a:off x="3156125" y="386110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0" name="Google Shape;9660;p14"/>
            <p:cNvSpPr/>
            <p:nvPr/>
          </p:nvSpPr>
          <p:spPr>
            <a:xfrm>
              <a:off x="3247875" y="3861100"/>
              <a:ext cx="12575" cy="12575"/>
            </a:xfrm>
            <a:custGeom>
              <a:avLst/>
              <a:gdLst/>
              <a:ahLst/>
              <a:cxnLst/>
              <a:rect l="l" t="t" r="r" b="b"/>
              <a:pathLst>
                <a:path w="503"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1" name="Google Shape;9661;p14"/>
            <p:cNvSpPr/>
            <p:nvPr/>
          </p:nvSpPr>
          <p:spPr>
            <a:xfrm>
              <a:off x="3339850" y="3861100"/>
              <a:ext cx="12525" cy="12575"/>
            </a:xfrm>
            <a:custGeom>
              <a:avLst/>
              <a:gdLst/>
              <a:ahLst/>
              <a:cxnLst/>
              <a:rect l="l" t="t" r="r" b="b"/>
              <a:pathLst>
                <a:path w="501" h="503"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14"/>
            <p:cNvSpPr/>
            <p:nvPr/>
          </p:nvSpPr>
          <p:spPr>
            <a:xfrm>
              <a:off x="3431575" y="386110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3" name="Google Shape;9663;p14"/>
            <p:cNvSpPr/>
            <p:nvPr/>
          </p:nvSpPr>
          <p:spPr>
            <a:xfrm>
              <a:off x="3523550" y="3861100"/>
              <a:ext cx="12375" cy="12575"/>
            </a:xfrm>
            <a:custGeom>
              <a:avLst/>
              <a:gdLst/>
              <a:ahLst/>
              <a:cxnLst/>
              <a:rect l="l" t="t" r="r" b="b"/>
              <a:pathLst>
                <a:path w="495" h="503"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4" name="Google Shape;9664;p14"/>
            <p:cNvSpPr/>
            <p:nvPr/>
          </p:nvSpPr>
          <p:spPr>
            <a:xfrm>
              <a:off x="676400" y="3953075"/>
              <a:ext cx="12600" cy="12350"/>
            </a:xfrm>
            <a:custGeom>
              <a:avLst/>
              <a:gdLst/>
              <a:ahLst/>
              <a:cxnLst/>
              <a:rect l="l" t="t" r="r" b="b"/>
              <a:pathLst>
                <a:path w="504" h="494" extrusionOk="0">
                  <a:moveTo>
                    <a:pt x="252" y="0"/>
                  </a:moveTo>
                  <a:cubicBezTo>
                    <a:pt x="116" y="0"/>
                    <a:pt x="1" y="107"/>
                    <a:pt x="1" y="251"/>
                  </a:cubicBezTo>
                  <a:cubicBezTo>
                    <a:pt x="1" y="387"/>
                    <a:pt x="116" y="494"/>
                    <a:pt x="252" y="494"/>
                  </a:cubicBezTo>
                  <a:cubicBezTo>
                    <a:pt x="388" y="494"/>
                    <a:pt x="503" y="387"/>
                    <a:pt x="503" y="251"/>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5" name="Google Shape;9665;p14"/>
            <p:cNvSpPr/>
            <p:nvPr/>
          </p:nvSpPr>
          <p:spPr>
            <a:xfrm>
              <a:off x="768325" y="3953075"/>
              <a:ext cx="12400" cy="12350"/>
            </a:xfrm>
            <a:custGeom>
              <a:avLst/>
              <a:gdLst/>
              <a:ahLst/>
              <a:cxnLst/>
              <a:rect l="l" t="t" r="r" b="b"/>
              <a:pathLst>
                <a:path w="496" h="494" extrusionOk="0">
                  <a:moveTo>
                    <a:pt x="245" y="0"/>
                  </a:moveTo>
                  <a:cubicBezTo>
                    <a:pt x="109" y="0"/>
                    <a:pt x="0" y="107"/>
                    <a:pt x="0" y="251"/>
                  </a:cubicBezTo>
                  <a:cubicBezTo>
                    <a:pt x="0" y="387"/>
                    <a:pt x="109" y="494"/>
                    <a:pt x="245" y="494"/>
                  </a:cubicBezTo>
                  <a:cubicBezTo>
                    <a:pt x="388" y="494"/>
                    <a:pt x="496" y="387"/>
                    <a:pt x="496" y="251"/>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6" name="Google Shape;9666;p14"/>
            <p:cNvSpPr/>
            <p:nvPr/>
          </p:nvSpPr>
          <p:spPr>
            <a:xfrm>
              <a:off x="860125" y="3953075"/>
              <a:ext cx="12525" cy="12350"/>
            </a:xfrm>
            <a:custGeom>
              <a:avLst/>
              <a:gdLst/>
              <a:ahLst/>
              <a:cxnLst/>
              <a:rect l="l" t="t" r="r" b="b"/>
              <a:pathLst>
                <a:path w="501" h="494" extrusionOk="0">
                  <a:moveTo>
                    <a:pt x="251" y="0"/>
                  </a:moveTo>
                  <a:cubicBezTo>
                    <a:pt x="114" y="0"/>
                    <a:pt x="0" y="107"/>
                    <a:pt x="0" y="251"/>
                  </a:cubicBezTo>
                  <a:cubicBezTo>
                    <a:pt x="0" y="387"/>
                    <a:pt x="114" y="494"/>
                    <a:pt x="251" y="494"/>
                  </a:cubicBezTo>
                  <a:cubicBezTo>
                    <a:pt x="387" y="494"/>
                    <a:pt x="501" y="387"/>
                    <a:pt x="501" y="251"/>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7" name="Google Shape;9667;p14"/>
            <p:cNvSpPr/>
            <p:nvPr/>
          </p:nvSpPr>
          <p:spPr>
            <a:xfrm>
              <a:off x="951850" y="3953075"/>
              <a:ext cx="12600" cy="12350"/>
            </a:xfrm>
            <a:custGeom>
              <a:avLst/>
              <a:gdLst/>
              <a:ahLst/>
              <a:cxnLst/>
              <a:rect l="l" t="t" r="r" b="b"/>
              <a:pathLst>
                <a:path w="504" h="494" extrusionOk="0">
                  <a:moveTo>
                    <a:pt x="252" y="0"/>
                  </a:moveTo>
                  <a:cubicBezTo>
                    <a:pt x="116" y="0"/>
                    <a:pt x="1" y="107"/>
                    <a:pt x="1" y="251"/>
                  </a:cubicBezTo>
                  <a:cubicBezTo>
                    <a:pt x="1" y="387"/>
                    <a:pt x="116" y="494"/>
                    <a:pt x="252" y="494"/>
                  </a:cubicBezTo>
                  <a:cubicBezTo>
                    <a:pt x="388" y="494"/>
                    <a:pt x="503" y="387"/>
                    <a:pt x="503" y="251"/>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8" name="Google Shape;9668;p14"/>
            <p:cNvSpPr/>
            <p:nvPr/>
          </p:nvSpPr>
          <p:spPr>
            <a:xfrm>
              <a:off x="1043825" y="3953075"/>
              <a:ext cx="12375" cy="12350"/>
            </a:xfrm>
            <a:custGeom>
              <a:avLst/>
              <a:gdLst/>
              <a:ahLst/>
              <a:cxnLst/>
              <a:rect l="l" t="t" r="r" b="b"/>
              <a:pathLst>
                <a:path w="495" h="494" extrusionOk="0">
                  <a:moveTo>
                    <a:pt x="250" y="0"/>
                  </a:moveTo>
                  <a:cubicBezTo>
                    <a:pt x="107" y="0"/>
                    <a:pt x="0" y="107"/>
                    <a:pt x="0" y="251"/>
                  </a:cubicBezTo>
                  <a:cubicBezTo>
                    <a:pt x="0" y="387"/>
                    <a:pt x="107" y="494"/>
                    <a:pt x="250" y="494"/>
                  </a:cubicBezTo>
                  <a:cubicBezTo>
                    <a:pt x="388" y="494"/>
                    <a:pt x="494" y="387"/>
                    <a:pt x="494" y="251"/>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9" name="Google Shape;9669;p14"/>
            <p:cNvSpPr/>
            <p:nvPr/>
          </p:nvSpPr>
          <p:spPr>
            <a:xfrm>
              <a:off x="1135575" y="3953075"/>
              <a:ext cx="12575" cy="12350"/>
            </a:xfrm>
            <a:custGeom>
              <a:avLst/>
              <a:gdLst/>
              <a:ahLst/>
              <a:cxnLst/>
              <a:rect l="l" t="t" r="r" b="b"/>
              <a:pathLst>
                <a:path w="503" h="494" extrusionOk="0">
                  <a:moveTo>
                    <a:pt x="252" y="0"/>
                  </a:moveTo>
                  <a:cubicBezTo>
                    <a:pt x="116" y="0"/>
                    <a:pt x="0" y="107"/>
                    <a:pt x="0" y="251"/>
                  </a:cubicBezTo>
                  <a:cubicBezTo>
                    <a:pt x="0" y="387"/>
                    <a:pt x="116" y="494"/>
                    <a:pt x="252" y="494"/>
                  </a:cubicBezTo>
                  <a:cubicBezTo>
                    <a:pt x="387" y="494"/>
                    <a:pt x="503" y="387"/>
                    <a:pt x="503" y="251"/>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14"/>
            <p:cNvSpPr/>
            <p:nvPr/>
          </p:nvSpPr>
          <p:spPr>
            <a:xfrm>
              <a:off x="1227500" y="3953075"/>
              <a:ext cx="12400" cy="12350"/>
            </a:xfrm>
            <a:custGeom>
              <a:avLst/>
              <a:gdLst/>
              <a:ahLst/>
              <a:cxnLst/>
              <a:rect l="l" t="t" r="r" b="b"/>
              <a:pathLst>
                <a:path w="496" h="494" extrusionOk="0">
                  <a:moveTo>
                    <a:pt x="251" y="0"/>
                  </a:moveTo>
                  <a:cubicBezTo>
                    <a:pt x="109" y="0"/>
                    <a:pt x="0" y="107"/>
                    <a:pt x="0" y="251"/>
                  </a:cubicBezTo>
                  <a:cubicBezTo>
                    <a:pt x="0" y="387"/>
                    <a:pt x="109" y="494"/>
                    <a:pt x="251" y="494"/>
                  </a:cubicBezTo>
                  <a:cubicBezTo>
                    <a:pt x="387" y="494"/>
                    <a:pt x="496" y="387"/>
                    <a:pt x="496" y="251"/>
                  </a:cubicBezTo>
                  <a:cubicBezTo>
                    <a:pt x="496"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1" name="Google Shape;9671;p14"/>
            <p:cNvSpPr/>
            <p:nvPr/>
          </p:nvSpPr>
          <p:spPr>
            <a:xfrm>
              <a:off x="1319275" y="3953075"/>
              <a:ext cx="12550" cy="12350"/>
            </a:xfrm>
            <a:custGeom>
              <a:avLst/>
              <a:gdLst/>
              <a:ahLst/>
              <a:cxnLst/>
              <a:rect l="l" t="t" r="r" b="b"/>
              <a:pathLst>
                <a:path w="502" h="494" extrusionOk="0">
                  <a:moveTo>
                    <a:pt x="252" y="0"/>
                  </a:moveTo>
                  <a:cubicBezTo>
                    <a:pt x="114" y="0"/>
                    <a:pt x="1" y="107"/>
                    <a:pt x="1" y="251"/>
                  </a:cubicBezTo>
                  <a:cubicBezTo>
                    <a:pt x="1" y="387"/>
                    <a:pt x="114" y="494"/>
                    <a:pt x="252" y="494"/>
                  </a:cubicBezTo>
                  <a:cubicBezTo>
                    <a:pt x="388" y="494"/>
                    <a:pt x="501" y="387"/>
                    <a:pt x="501" y="251"/>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2" name="Google Shape;9672;p14"/>
            <p:cNvSpPr/>
            <p:nvPr/>
          </p:nvSpPr>
          <p:spPr>
            <a:xfrm>
              <a:off x="1411200" y="3953075"/>
              <a:ext cx="12425" cy="12350"/>
            </a:xfrm>
            <a:custGeom>
              <a:avLst/>
              <a:gdLst/>
              <a:ahLst/>
              <a:cxnLst/>
              <a:rect l="l" t="t" r="r" b="b"/>
              <a:pathLst>
                <a:path w="497" h="494" extrusionOk="0">
                  <a:moveTo>
                    <a:pt x="245" y="0"/>
                  </a:moveTo>
                  <a:cubicBezTo>
                    <a:pt x="109" y="0"/>
                    <a:pt x="1" y="107"/>
                    <a:pt x="1" y="251"/>
                  </a:cubicBezTo>
                  <a:cubicBezTo>
                    <a:pt x="1" y="387"/>
                    <a:pt x="109" y="494"/>
                    <a:pt x="245" y="494"/>
                  </a:cubicBezTo>
                  <a:cubicBezTo>
                    <a:pt x="388" y="494"/>
                    <a:pt x="496" y="387"/>
                    <a:pt x="496" y="251"/>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3" name="Google Shape;9673;p14"/>
            <p:cNvSpPr/>
            <p:nvPr/>
          </p:nvSpPr>
          <p:spPr>
            <a:xfrm>
              <a:off x="1503000" y="3953075"/>
              <a:ext cx="12525" cy="12350"/>
            </a:xfrm>
            <a:custGeom>
              <a:avLst/>
              <a:gdLst/>
              <a:ahLst/>
              <a:cxnLst/>
              <a:rect l="l" t="t" r="r" b="b"/>
              <a:pathLst>
                <a:path w="501" h="494" extrusionOk="0">
                  <a:moveTo>
                    <a:pt x="250" y="0"/>
                  </a:moveTo>
                  <a:cubicBezTo>
                    <a:pt x="114" y="0"/>
                    <a:pt x="0" y="107"/>
                    <a:pt x="0" y="251"/>
                  </a:cubicBezTo>
                  <a:cubicBezTo>
                    <a:pt x="0" y="387"/>
                    <a:pt x="114" y="494"/>
                    <a:pt x="250" y="494"/>
                  </a:cubicBezTo>
                  <a:cubicBezTo>
                    <a:pt x="387" y="494"/>
                    <a:pt x="501" y="387"/>
                    <a:pt x="501" y="251"/>
                  </a:cubicBezTo>
                  <a:cubicBezTo>
                    <a:pt x="501" y="107"/>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14"/>
            <p:cNvSpPr/>
            <p:nvPr/>
          </p:nvSpPr>
          <p:spPr>
            <a:xfrm>
              <a:off x="1594750" y="3953075"/>
              <a:ext cx="12575" cy="12350"/>
            </a:xfrm>
            <a:custGeom>
              <a:avLst/>
              <a:gdLst/>
              <a:ahLst/>
              <a:cxnLst/>
              <a:rect l="l" t="t" r="r" b="b"/>
              <a:pathLst>
                <a:path w="503" h="494" extrusionOk="0">
                  <a:moveTo>
                    <a:pt x="251" y="0"/>
                  </a:moveTo>
                  <a:cubicBezTo>
                    <a:pt x="115" y="0"/>
                    <a:pt x="0" y="107"/>
                    <a:pt x="0" y="251"/>
                  </a:cubicBezTo>
                  <a:cubicBezTo>
                    <a:pt x="0" y="387"/>
                    <a:pt x="115" y="494"/>
                    <a:pt x="251" y="494"/>
                  </a:cubicBezTo>
                  <a:cubicBezTo>
                    <a:pt x="394" y="494"/>
                    <a:pt x="503" y="387"/>
                    <a:pt x="503" y="251"/>
                  </a:cubicBezTo>
                  <a:cubicBezTo>
                    <a:pt x="503" y="107"/>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5" name="Google Shape;9675;p14"/>
            <p:cNvSpPr/>
            <p:nvPr/>
          </p:nvSpPr>
          <p:spPr>
            <a:xfrm>
              <a:off x="1686650" y="3953075"/>
              <a:ext cx="12600" cy="12350"/>
            </a:xfrm>
            <a:custGeom>
              <a:avLst/>
              <a:gdLst/>
              <a:ahLst/>
              <a:cxnLst/>
              <a:rect l="l" t="t" r="r" b="b"/>
              <a:pathLst>
                <a:path w="504" h="494" extrusionOk="0">
                  <a:moveTo>
                    <a:pt x="252" y="0"/>
                  </a:moveTo>
                  <a:cubicBezTo>
                    <a:pt x="116" y="0"/>
                    <a:pt x="1" y="107"/>
                    <a:pt x="1" y="251"/>
                  </a:cubicBezTo>
                  <a:cubicBezTo>
                    <a:pt x="1" y="387"/>
                    <a:pt x="116" y="494"/>
                    <a:pt x="252" y="494"/>
                  </a:cubicBezTo>
                  <a:cubicBezTo>
                    <a:pt x="388" y="494"/>
                    <a:pt x="503" y="387"/>
                    <a:pt x="503" y="251"/>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6" name="Google Shape;9676;p14"/>
            <p:cNvSpPr/>
            <p:nvPr/>
          </p:nvSpPr>
          <p:spPr>
            <a:xfrm>
              <a:off x="1778450" y="3953075"/>
              <a:ext cx="12550" cy="12350"/>
            </a:xfrm>
            <a:custGeom>
              <a:avLst/>
              <a:gdLst/>
              <a:ahLst/>
              <a:cxnLst/>
              <a:rect l="l" t="t" r="r" b="b"/>
              <a:pathLst>
                <a:path w="502" h="494" extrusionOk="0">
                  <a:moveTo>
                    <a:pt x="252" y="0"/>
                  </a:moveTo>
                  <a:cubicBezTo>
                    <a:pt x="114" y="0"/>
                    <a:pt x="1" y="107"/>
                    <a:pt x="1" y="251"/>
                  </a:cubicBezTo>
                  <a:cubicBezTo>
                    <a:pt x="1" y="387"/>
                    <a:pt x="114" y="494"/>
                    <a:pt x="252" y="494"/>
                  </a:cubicBezTo>
                  <a:cubicBezTo>
                    <a:pt x="388" y="494"/>
                    <a:pt x="501" y="387"/>
                    <a:pt x="501" y="251"/>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7" name="Google Shape;9677;p14"/>
            <p:cNvSpPr/>
            <p:nvPr/>
          </p:nvSpPr>
          <p:spPr>
            <a:xfrm>
              <a:off x="1870375" y="3953075"/>
              <a:ext cx="12400" cy="12350"/>
            </a:xfrm>
            <a:custGeom>
              <a:avLst/>
              <a:gdLst/>
              <a:ahLst/>
              <a:cxnLst/>
              <a:rect l="l" t="t" r="r" b="b"/>
              <a:pathLst>
                <a:path w="496" h="494" extrusionOk="0">
                  <a:moveTo>
                    <a:pt x="252" y="0"/>
                  </a:moveTo>
                  <a:cubicBezTo>
                    <a:pt x="109" y="0"/>
                    <a:pt x="0" y="107"/>
                    <a:pt x="0" y="251"/>
                  </a:cubicBezTo>
                  <a:cubicBezTo>
                    <a:pt x="0" y="387"/>
                    <a:pt x="109" y="494"/>
                    <a:pt x="252" y="494"/>
                  </a:cubicBezTo>
                  <a:cubicBezTo>
                    <a:pt x="387" y="494"/>
                    <a:pt x="496" y="387"/>
                    <a:pt x="496" y="251"/>
                  </a:cubicBezTo>
                  <a:cubicBezTo>
                    <a:pt x="496"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8" name="Google Shape;9678;p14"/>
            <p:cNvSpPr/>
            <p:nvPr/>
          </p:nvSpPr>
          <p:spPr>
            <a:xfrm>
              <a:off x="1962150" y="3953075"/>
              <a:ext cx="12550" cy="12350"/>
            </a:xfrm>
            <a:custGeom>
              <a:avLst/>
              <a:gdLst/>
              <a:ahLst/>
              <a:cxnLst/>
              <a:rect l="l" t="t" r="r" b="b"/>
              <a:pathLst>
                <a:path w="502" h="494" extrusionOk="0">
                  <a:moveTo>
                    <a:pt x="250" y="0"/>
                  </a:moveTo>
                  <a:cubicBezTo>
                    <a:pt x="114" y="0"/>
                    <a:pt x="1" y="107"/>
                    <a:pt x="1" y="251"/>
                  </a:cubicBezTo>
                  <a:cubicBezTo>
                    <a:pt x="1" y="387"/>
                    <a:pt x="114" y="494"/>
                    <a:pt x="250" y="494"/>
                  </a:cubicBezTo>
                  <a:cubicBezTo>
                    <a:pt x="388" y="494"/>
                    <a:pt x="502" y="387"/>
                    <a:pt x="502" y="251"/>
                  </a:cubicBezTo>
                  <a:cubicBezTo>
                    <a:pt x="502"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14"/>
            <p:cNvSpPr/>
            <p:nvPr/>
          </p:nvSpPr>
          <p:spPr>
            <a:xfrm>
              <a:off x="2054075" y="3953075"/>
              <a:ext cx="12425" cy="12350"/>
            </a:xfrm>
            <a:custGeom>
              <a:avLst/>
              <a:gdLst/>
              <a:ahLst/>
              <a:cxnLst/>
              <a:rect l="l" t="t" r="r" b="b"/>
              <a:pathLst>
                <a:path w="497" h="494" extrusionOk="0">
                  <a:moveTo>
                    <a:pt x="252" y="0"/>
                  </a:moveTo>
                  <a:cubicBezTo>
                    <a:pt x="109" y="0"/>
                    <a:pt x="1" y="107"/>
                    <a:pt x="1" y="251"/>
                  </a:cubicBezTo>
                  <a:cubicBezTo>
                    <a:pt x="1" y="387"/>
                    <a:pt x="109" y="494"/>
                    <a:pt x="252" y="494"/>
                  </a:cubicBezTo>
                  <a:cubicBezTo>
                    <a:pt x="388" y="494"/>
                    <a:pt x="496" y="387"/>
                    <a:pt x="496" y="251"/>
                  </a:cubicBezTo>
                  <a:cubicBezTo>
                    <a:pt x="496"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0" name="Google Shape;9680;p14"/>
            <p:cNvSpPr/>
            <p:nvPr/>
          </p:nvSpPr>
          <p:spPr>
            <a:xfrm>
              <a:off x="2145825" y="3953075"/>
              <a:ext cx="12600" cy="12350"/>
            </a:xfrm>
            <a:custGeom>
              <a:avLst/>
              <a:gdLst/>
              <a:ahLst/>
              <a:cxnLst/>
              <a:rect l="l" t="t" r="r" b="b"/>
              <a:pathLst>
                <a:path w="504" h="494" extrusionOk="0">
                  <a:moveTo>
                    <a:pt x="252" y="0"/>
                  </a:moveTo>
                  <a:cubicBezTo>
                    <a:pt x="116" y="0"/>
                    <a:pt x="1" y="107"/>
                    <a:pt x="1" y="251"/>
                  </a:cubicBezTo>
                  <a:cubicBezTo>
                    <a:pt x="1" y="387"/>
                    <a:pt x="116" y="494"/>
                    <a:pt x="252" y="494"/>
                  </a:cubicBezTo>
                  <a:cubicBezTo>
                    <a:pt x="388" y="494"/>
                    <a:pt x="503" y="387"/>
                    <a:pt x="503" y="251"/>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1" name="Google Shape;9681;p14"/>
            <p:cNvSpPr/>
            <p:nvPr/>
          </p:nvSpPr>
          <p:spPr>
            <a:xfrm>
              <a:off x="2237800" y="3953075"/>
              <a:ext cx="12350" cy="12350"/>
            </a:xfrm>
            <a:custGeom>
              <a:avLst/>
              <a:gdLst/>
              <a:ahLst/>
              <a:cxnLst/>
              <a:rect l="l" t="t" r="r" b="b"/>
              <a:pathLst>
                <a:path w="494" h="494" extrusionOk="0">
                  <a:moveTo>
                    <a:pt x="244" y="0"/>
                  </a:moveTo>
                  <a:cubicBezTo>
                    <a:pt x="107" y="0"/>
                    <a:pt x="0" y="107"/>
                    <a:pt x="0" y="251"/>
                  </a:cubicBezTo>
                  <a:cubicBezTo>
                    <a:pt x="0" y="387"/>
                    <a:pt x="107" y="494"/>
                    <a:pt x="244" y="494"/>
                  </a:cubicBezTo>
                  <a:cubicBezTo>
                    <a:pt x="387" y="494"/>
                    <a:pt x="494" y="387"/>
                    <a:pt x="494" y="251"/>
                  </a:cubicBezTo>
                  <a:cubicBezTo>
                    <a:pt x="494" y="107"/>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14"/>
            <p:cNvSpPr/>
            <p:nvPr/>
          </p:nvSpPr>
          <p:spPr>
            <a:xfrm>
              <a:off x="2329550" y="3953075"/>
              <a:ext cx="12575" cy="12350"/>
            </a:xfrm>
            <a:custGeom>
              <a:avLst/>
              <a:gdLst/>
              <a:ahLst/>
              <a:cxnLst/>
              <a:rect l="l" t="t" r="r" b="b"/>
              <a:pathLst>
                <a:path w="503" h="494" extrusionOk="0">
                  <a:moveTo>
                    <a:pt x="251" y="0"/>
                  </a:moveTo>
                  <a:cubicBezTo>
                    <a:pt x="115" y="0"/>
                    <a:pt x="0" y="107"/>
                    <a:pt x="0" y="251"/>
                  </a:cubicBezTo>
                  <a:cubicBezTo>
                    <a:pt x="0" y="387"/>
                    <a:pt x="115" y="494"/>
                    <a:pt x="251" y="494"/>
                  </a:cubicBezTo>
                  <a:cubicBezTo>
                    <a:pt x="387" y="494"/>
                    <a:pt x="502" y="387"/>
                    <a:pt x="502" y="251"/>
                  </a:cubicBezTo>
                  <a:cubicBezTo>
                    <a:pt x="502"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3" name="Google Shape;9683;p14"/>
            <p:cNvSpPr/>
            <p:nvPr/>
          </p:nvSpPr>
          <p:spPr>
            <a:xfrm>
              <a:off x="2421325" y="3953075"/>
              <a:ext cx="12550" cy="12350"/>
            </a:xfrm>
            <a:custGeom>
              <a:avLst/>
              <a:gdLst/>
              <a:ahLst/>
              <a:cxnLst/>
              <a:rect l="l" t="t" r="r" b="b"/>
              <a:pathLst>
                <a:path w="502" h="494" extrusionOk="0">
                  <a:moveTo>
                    <a:pt x="250" y="0"/>
                  </a:moveTo>
                  <a:cubicBezTo>
                    <a:pt x="114" y="0"/>
                    <a:pt x="1" y="107"/>
                    <a:pt x="1" y="251"/>
                  </a:cubicBezTo>
                  <a:cubicBezTo>
                    <a:pt x="1" y="387"/>
                    <a:pt x="114" y="494"/>
                    <a:pt x="250" y="494"/>
                  </a:cubicBezTo>
                  <a:cubicBezTo>
                    <a:pt x="395" y="494"/>
                    <a:pt x="501" y="387"/>
                    <a:pt x="501" y="251"/>
                  </a:cubicBezTo>
                  <a:cubicBezTo>
                    <a:pt x="501" y="107"/>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4" name="Google Shape;9684;p14"/>
            <p:cNvSpPr/>
            <p:nvPr/>
          </p:nvSpPr>
          <p:spPr>
            <a:xfrm>
              <a:off x="2513250" y="3953075"/>
              <a:ext cx="12575" cy="12350"/>
            </a:xfrm>
            <a:custGeom>
              <a:avLst/>
              <a:gdLst/>
              <a:ahLst/>
              <a:cxnLst/>
              <a:rect l="l" t="t" r="r" b="b"/>
              <a:pathLst>
                <a:path w="503" h="494" extrusionOk="0">
                  <a:moveTo>
                    <a:pt x="252" y="0"/>
                  </a:moveTo>
                  <a:cubicBezTo>
                    <a:pt x="109" y="0"/>
                    <a:pt x="0" y="107"/>
                    <a:pt x="0" y="251"/>
                  </a:cubicBezTo>
                  <a:cubicBezTo>
                    <a:pt x="0" y="387"/>
                    <a:pt x="109" y="494"/>
                    <a:pt x="252" y="494"/>
                  </a:cubicBezTo>
                  <a:cubicBezTo>
                    <a:pt x="388" y="494"/>
                    <a:pt x="503" y="387"/>
                    <a:pt x="503" y="251"/>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5" name="Google Shape;9685;p14"/>
            <p:cNvSpPr/>
            <p:nvPr/>
          </p:nvSpPr>
          <p:spPr>
            <a:xfrm>
              <a:off x="2605000" y="3953075"/>
              <a:ext cx="12575" cy="12350"/>
            </a:xfrm>
            <a:custGeom>
              <a:avLst/>
              <a:gdLst/>
              <a:ahLst/>
              <a:cxnLst/>
              <a:rect l="l" t="t" r="r" b="b"/>
              <a:pathLst>
                <a:path w="503" h="494" extrusionOk="0">
                  <a:moveTo>
                    <a:pt x="252" y="0"/>
                  </a:moveTo>
                  <a:cubicBezTo>
                    <a:pt x="116" y="0"/>
                    <a:pt x="0" y="107"/>
                    <a:pt x="0" y="251"/>
                  </a:cubicBezTo>
                  <a:cubicBezTo>
                    <a:pt x="0" y="387"/>
                    <a:pt x="116" y="494"/>
                    <a:pt x="252" y="494"/>
                  </a:cubicBezTo>
                  <a:cubicBezTo>
                    <a:pt x="387" y="494"/>
                    <a:pt x="503" y="387"/>
                    <a:pt x="503" y="251"/>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6" name="Google Shape;9686;p14"/>
            <p:cNvSpPr/>
            <p:nvPr/>
          </p:nvSpPr>
          <p:spPr>
            <a:xfrm>
              <a:off x="2696950" y="3953075"/>
              <a:ext cx="12375" cy="12350"/>
            </a:xfrm>
            <a:custGeom>
              <a:avLst/>
              <a:gdLst/>
              <a:ahLst/>
              <a:cxnLst/>
              <a:rect l="l" t="t" r="r" b="b"/>
              <a:pathLst>
                <a:path w="495" h="494" extrusionOk="0">
                  <a:moveTo>
                    <a:pt x="252" y="0"/>
                  </a:moveTo>
                  <a:cubicBezTo>
                    <a:pt x="108" y="0"/>
                    <a:pt x="1" y="107"/>
                    <a:pt x="1" y="251"/>
                  </a:cubicBezTo>
                  <a:cubicBezTo>
                    <a:pt x="1" y="387"/>
                    <a:pt x="108" y="494"/>
                    <a:pt x="252" y="494"/>
                  </a:cubicBezTo>
                  <a:cubicBezTo>
                    <a:pt x="388" y="494"/>
                    <a:pt x="495" y="387"/>
                    <a:pt x="495" y="251"/>
                  </a:cubicBezTo>
                  <a:cubicBezTo>
                    <a:pt x="495"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7" name="Google Shape;9687;p14"/>
            <p:cNvSpPr/>
            <p:nvPr/>
          </p:nvSpPr>
          <p:spPr>
            <a:xfrm>
              <a:off x="2788700" y="3953075"/>
              <a:ext cx="12600" cy="12350"/>
            </a:xfrm>
            <a:custGeom>
              <a:avLst/>
              <a:gdLst/>
              <a:ahLst/>
              <a:cxnLst/>
              <a:rect l="l" t="t" r="r" b="b"/>
              <a:pathLst>
                <a:path w="504" h="494" extrusionOk="0">
                  <a:moveTo>
                    <a:pt x="252" y="0"/>
                  </a:moveTo>
                  <a:cubicBezTo>
                    <a:pt x="116" y="0"/>
                    <a:pt x="1" y="107"/>
                    <a:pt x="1" y="251"/>
                  </a:cubicBezTo>
                  <a:cubicBezTo>
                    <a:pt x="1" y="387"/>
                    <a:pt x="116" y="494"/>
                    <a:pt x="252" y="494"/>
                  </a:cubicBezTo>
                  <a:cubicBezTo>
                    <a:pt x="388" y="494"/>
                    <a:pt x="503" y="387"/>
                    <a:pt x="503" y="251"/>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14"/>
            <p:cNvSpPr/>
            <p:nvPr/>
          </p:nvSpPr>
          <p:spPr>
            <a:xfrm>
              <a:off x="2880675" y="3953075"/>
              <a:ext cx="12375" cy="12350"/>
            </a:xfrm>
            <a:custGeom>
              <a:avLst/>
              <a:gdLst/>
              <a:ahLst/>
              <a:cxnLst/>
              <a:rect l="l" t="t" r="r" b="b"/>
              <a:pathLst>
                <a:path w="495" h="494" extrusionOk="0">
                  <a:moveTo>
                    <a:pt x="243" y="0"/>
                  </a:moveTo>
                  <a:cubicBezTo>
                    <a:pt x="107" y="0"/>
                    <a:pt x="0" y="107"/>
                    <a:pt x="0" y="251"/>
                  </a:cubicBezTo>
                  <a:cubicBezTo>
                    <a:pt x="0" y="387"/>
                    <a:pt x="107" y="494"/>
                    <a:pt x="243" y="494"/>
                  </a:cubicBezTo>
                  <a:cubicBezTo>
                    <a:pt x="387" y="494"/>
                    <a:pt x="494" y="387"/>
                    <a:pt x="494" y="251"/>
                  </a:cubicBezTo>
                  <a:cubicBezTo>
                    <a:pt x="494" y="107"/>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9" name="Google Shape;9689;p14"/>
            <p:cNvSpPr/>
            <p:nvPr/>
          </p:nvSpPr>
          <p:spPr>
            <a:xfrm>
              <a:off x="2972425" y="3953075"/>
              <a:ext cx="12575" cy="12350"/>
            </a:xfrm>
            <a:custGeom>
              <a:avLst/>
              <a:gdLst/>
              <a:ahLst/>
              <a:cxnLst/>
              <a:rect l="l" t="t" r="r" b="b"/>
              <a:pathLst>
                <a:path w="503" h="494" extrusionOk="0">
                  <a:moveTo>
                    <a:pt x="251" y="0"/>
                  </a:moveTo>
                  <a:cubicBezTo>
                    <a:pt x="115" y="0"/>
                    <a:pt x="0" y="107"/>
                    <a:pt x="0" y="251"/>
                  </a:cubicBezTo>
                  <a:cubicBezTo>
                    <a:pt x="0" y="387"/>
                    <a:pt x="115" y="494"/>
                    <a:pt x="251" y="494"/>
                  </a:cubicBezTo>
                  <a:cubicBezTo>
                    <a:pt x="387" y="494"/>
                    <a:pt x="503" y="387"/>
                    <a:pt x="503" y="251"/>
                  </a:cubicBezTo>
                  <a:cubicBezTo>
                    <a:pt x="503"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0" name="Google Shape;9690;p14"/>
            <p:cNvSpPr/>
            <p:nvPr/>
          </p:nvSpPr>
          <p:spPr>
            <a:xfrm>
              <a:off x="3064375" y="3953075"/>
              <a:ext cx="12375" cy="12350"/>
            </a:xfrm>
            <a:custGeom>
              <a:avLst/>
              <a:gdLst/>
              <a:ahLst/>
              <a:cxnLst/>
              <a:rect l="l" t="t" r="r" b="b"/>
              <a:pathLst>
                <a:path w="495" h="494" extrusionOk="0">
                  <a:moveTo>
                    <a:pt x="243" y="0"/>
                  </a:moveTo>
                  <a:cubicBezTo>
                    <a:pt x="107" y="0"/>
                    <a:pt x="1" y="107"/>
                    <a:pt x="1" y="251"/>
                  </a:cubicBezTo>
                  <a:cubicBezTo>
                    <a:pt x="1" y="387"/>
                    <a:pt x="107" y="494"/>
                    <a:pt x="243" y="494"/>
                  </a:cubicBezTo>
                  <a:cubicBezTo>
                    <a:pt x="388" y="494"/>
                    <a:pt x="495" y="387"/>
                    <a:pt x="495" y="251"/>
                  </a:cubicBezTo>
                  <a:cubicBezTo>
                    <a:pt x="495" y="107"/>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1" name="Google Shape;9691;p14"/>
            <p:cNvSpPr/>
            <p:nvPr/>
          </p:nvSpPr>
          <p:spPr>
            <a:xfrm>
              <a:off x="3156125" y="3953075"/>
              <a:ext cx="12600" cy="12350"/>
            </a:xfrm>
            <a:custGeom>
              <a:avLst/>
              <a:gdLst/>
              <a:ahLst/>
              <a:cxnLst/>
              <a:rect l="l" t="t" r="r" b="b"/>
              <a:pathLst>
                <a:path w="504" h="494" extrusionOk="0">
                  <a:moveTo>
                    <a:pt x="252" y="0"/>
                  </a:moveTo>
                  <a:cubicBezTo>
                    <a:pt x="116" y="0"/>
                    <a:pt x="1" y="107"/>
                    <a:pt x="1" y="251"/>
                  </a:cubicBezTo>
                  <a:cubicBezTo>
                    <a:pt x="1" y="387"/>
                    <a:pt x="116" y="494"/>
                    <a:pt x="252" y="494"/>
                  </a:cubicBezTo>
                  <a:cubicBezTo>
                    <a:pt x="388" y="494"/>
                    <a:pt x="503" y="387"/>
                    <a:pt x="503" y="251"/>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2" name="Google Shape;9692;p14"/>
            <p:cNvSpPr/>
            <p:nvPr/>
          </p:nvSpPr>
          <p:spPr>
            <a:xfrm>
              <a:off x="3247875" y="3953075"/>
              <a:ext cx="12575" cy="12350"/>
            </a:xfrm>
            <a:custGeom>
              <a:avLst/>
              <a:gdLst/>
              <a:ahLst/>
              <a:cxnLst/>
              <a:rect l="l" t="t" r="r" b="b"/>
              <a:pathLst>
                <a:path w="503" h="494" extrusionOk="0">
                  <a:moveTo>
                    <a:pt x="252" y="0"/>
                  </a:moveTo>
                  <a:cubicBezTo>
                    <a:pt x="116" y="0"/>
                    <a:pt x="1" y="107"/>
                    <a:pt x="1" y="251"/>
                  </a:cubicBezTo>
                  <a:cubicBezTo>
                    <a:pt x="1" y="387"/>
                    <a:pt x="116" y="494"/>
                    <a:pt x="252" y="494"/>
                  </a:cubicBezTo>
                  <a:cubicBezTo>
                    <a:pt x="388" y="494"/>
                    <a:pt x="503" y="387"/>
                    <a:pt x="503" y="251"/>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3" name="Google Shape;9693;p14"/>
            <p:cNvSpPr/>
            <p:nvPr/>
          </p:nvSpPr>
          <p:spPr>
            <a:xfrm>
              <a:off x="3339850" y="3953075"/>
              <a:ext cx="12525" cy="12350"/>
            </a:xfrm>
            <a:custGeom>
              <a:avLst/>
              <a:gdLst/>
              <a:ahLst/>
              <a:cxnLst/>
              <a:rect l="l" t="t" r="r" b="b"/>
              <a:pathLst>
                <a:path w="501" h="494" extrusionOk="0">
                  <a:moveTo>
                    <a:pt x="251" y="0"/>
                  </a:moveTo>
                  <a:cubicBezTo>
                    <a:pt x="107" y="0"/>
                    <a:pt x="0" y="107"/>
                    <a:pt x="0" y="251"/>
                  </a:cubicBezTo>
                  <a:cubicBezTo>
                    <a:pt x="0" y="387"/>
                    <a:pt x="107" y="494"/>
                    <a:pt x="251" y="494"/>
                  </a:cubicBezTo>
                  <a:cubicBezTo>
                    <a:pt x="387" y="494"/>
                    <a:pt x="501" y="387"/>
                    <a:pt x="501" y="251"/>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4" name="Google Shape;9694;p14"/>
            <p:cNvSpPr/>
            <p:nvPr/>
          </p:nvSpPr>
          <p:spPr>
            <a:xfrm>
              <a:off x="3431575" y="3953075"/>
              <a:ext cx="12600" cy="12350"/>
            </a:xfrm>
            <a:custGeom>
              <a:avLst/>
              <a:gdLst/>
              <a:ahLst/>
              <a:cxnLst/>
              <a:rect l="l" t="t" r="r" b="b"/>
              <a:pathLst>
                <a:path w="504" h="494" extrusionOk="0">
                  <a:moveTo>
                    <a:pt x="252" y="0"/>
                  </a:moveTo>
                  <a:cubicBezTo>
                    <a:pt x="116" y="0"/>
                    <a:pt x="1" y="107"/>
                    <a:pt x="1" y="251"/>
                  </a:cubicBezTo>
                  <a:cubicBezTo>
                    <a:pt x="1" y="387"/>
                    <a:pt x="116" y="494"/>
                    <a:pt x="252" y="494"/>
                  </a:cubicBezTo>
                  <a:cubicBezTo>
                    <a:pt x="388" y="494"/>
                    <a:pt x="503" y="387"/>
                    <a:pt x="503" y="251"/>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5" name="Google Shape;9695;p14"/>
            <p:cNvSpPr/>
            <p:nvPr/>
          </p:nvSpPr>
          <p:spPr>
            <a:xfrm>
              <a:off x="3523550" y="3953075"/>
              <a:ext cx="12375" cy="12350"/>
            </a:xfrm>
            <a:custGeom>
              <a:avLst/>
              <a:gdLst/>
              <a:ahLst/>
              <a:cxnLst/>
              <a:rect l="l" t="t" r="r" b="b"/>
              <a:pathLst>
                <a:path w="495" h="494" extrusionOk="0">
                  <a:moveTo>
                    <a:pt x="250" y="0"/>
                  </a:moveTo>
                  <a:cubicBezTo>
                    <a:pt x="107" y="0"/>
                    <a:pt x="0" y="107"/>
                    <a:pt x="0" y="251"/>
                  </a:cubicBezTo>
                  <a:cubicBezTo>
                    <a:pt x="0" y="387"/>
                    <a:pt x="107" y="494"/>
                    <a:pt x="250" y="494"/>
                  </a:cubicBezTo>
                  <a:cubicBezTo>
                    <a:pt x="388" y="494"/>
                    <a:pt x="494" y="387"/>
                    <a:pt x="494" y="251"/>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6" name="Google Shape;9696;p14"/>
            <p:cNvSpPr/>
            <p:nvPr/>
          </p:nvSpPr>
          <p:spPr>
            <a:xfrm>
              <a:off x="676400" y="40448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7" name="Google Shape;9697;p14"/>
            <p:cNvSpPr/>
            <p:nvPr/>
          </p:nvSpPr>
          <p:spPr>
            <a:xfrm>
              <a:off x="768325" y="4044800"/>
              <a:ext cx="12400" cy="12600"/>
            </a:xfrm>
            <a:custGeom>
              <a:avLst/>
              <a:gdLst/>
              <a:ahLst/>
              <a:cxnLst/>
              <a:rect l="l" t="t" r="r" b="b"/>
              <a:pathLst>
                <a:path w="496" h="504"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8" name="Google Shape;9698;p14"/>
            <p:cNvSpPr/>
            <p:nvPr/>
          </p:nvSpPr>
          <p:spPr>
            <a:xfrm>
              <a:off x="860125" y="4044800"/>
              <a:ext cx="12525" cy="12600"/>
            </a:xfrm>
            <a:custGeom>
              <a:avLst/>
              <a:gdLst/>
              <a:ahLst/>
              <a:cxnLst/>
              <a:rect l="l" t="t" r="r" b="b"/>
              <a:pathLst>
                <a:path w="501" h="504"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14"/>
            <p:cNvSpPr/>
            <p:nvPr/>
          </p:nvSpPr>
          <p:spPr>
            <a:xfrm>
              <a:off x="951850" y="40448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0" name="Google Shape;9700;p14"/>
            <p:cNvSpPr/>
            <p:nvPr/>
          </p:nvSpPr>
          <p:spPr>
            <a:xfrm>
              <a:off x="1043825" y="404480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1" name="Google Shape;9701;p14"/>
            <p:cNvSpPr/>
            <p:nvPr/>
          </p:nvSpPr>
          <p:spPr>
            <a:xfrm>
              <a:off x="1135575" y="404480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2" name="Google Shape;9702;p14"/>
            <p:cNvSpPr/>
            <p:nvPr/>
          </p:nvSpPr>
          <p:spPr>
            <a:xfrm>
              <a:off x="1227500" y="4044800"/>
              <a:ext cx="12400" cy="12600"/>
            </a:xfrm>
            <a:custGeom>
              <a:avLst/>
              <a:gdLst/>
              <a:ahLst/>
              <a:cxnLst/>
              <a:rect l="l" t="t" r="r" b="b"/>
              <a:pathLst>
                <a:path w="496" h="504"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14"/>
            <p:cNvSpPr/>
            <p:nvPr/>
          </p:nvSpPr>
          <p:spPr>
            <a:xfrm>
              <a:off x="1319275" y="404480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14"/>
            <p:cNvSpPr/>
            <p:nvPr/>
          </p:nvSpPr>
          <p:spPr>
            <a:xfrm>
              <a:off x="1411200" y="4044800"/>
              <a:ext cx="12425" cy="12600"/>
            </a:xfrm>
            <a:custGeom>
              <a:avLst/>
              <a:gdLst/>
              <a:ahLst/>
              <a:cxnLst/>
              <a:rect l="l" t="t" r="r" b="b"/>
              <a:pathLst>
                <a:path w="497" h="504"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5" name="Google Shape;9705;p14"/>
            <p:cNvSpPr/>
            <p:nvPr/>
          </p:nvSpPr>
          <p:spPr>
            <a:xfrm>
              <a:off x="1503000" y="4044800"/>
              <a:ext cx="12525" cy="12600"/>
            </a:xfrm>
            <a:custGeom>
              <a:avLst/>
              <a:gdLst/>
              <a:ahLst/>
              <a:cxnLst/>
              <a:rect l="l" t="t" r="r" b="b"/>
              <a:pathLst>
                <a:path w="501" h="504"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6" name="Google Shape;9706;p14"/>
            <p:cNvSpPr/>
            <p:nvPr/>
          </p:nvSpPr>
          <p:spPr>
            <a:xfrm>
              <a:off x="1594750" y="404480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14"/>
            <p:cNvSpPr/>
            <p:nvPr/>
          </p:nvSpPr>
          <p:spPr>
            <a:xfrm>
              <a:off x="1686650" y="40448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8" name="Google Shape;9708;p14"/>
            <p:cNvSpPr/>
            <p:nvPr/>
          </p:nvSpPr>
          <p:spPr>
            <a:xfrm>
              <a:off x="1778450" y="404480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9" name="Google Shape;9709;p14"/>
            <p:cNvSpPr/>
            <p:nvPr/>
          </p:nvSpPr>
          <p:spPr>
            <a:xfrm>
              <a:off x="1870375" y="4044800"/>
              <a:ext cx="12400" cy="12600"/>
            </a:xfrm>
            <a:custGeom>
              <a:avLst/>
              <a:gdLst/>
              <a:ahLst/>
              <a:cxnLst/>
              <a:rect l="l" t="t" r="r" b="b"/>
              <a:pathLst>
                <a:path w="496" h="504"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0" name="Google Shape;9710;p14"/>
            <p:cNvSpPr/>
            <p:nvPr/>
          </p:nvSpPr>
          <p:spPr>
            <a:xfrm>
              <a:off x="1962150" y="404480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1" name="Google Shape;9711;p14"/>
            <p:cNvSpPr/>
            <p:nvPr/>
          </p:nvSpPr>
          <p:spPr>
            <a:xfrm>
              <a:off x="2054075" y="4044800"/>
              <a:ext cx="12425" cy="12600"/>
            </a:xfrm>
            <a:custGeom>
              <a:avLst/>
              <a:gdLst/>
              <a:ahLst/>
              <a:cxnLst/>
              <a:rect l="l" t="t" r="r" b="b"/>
              <a:pathLst>
                <a:path w="497" h="504"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2" name="Google Shape;9712;p14"/>
            <p:cNvSpPr/>
            <p:nvPr/>
          </p:nvSpPr>
          <p:spPr>
            <a:xfrm>
              <a:off x="2145825" y="40448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3" name="Google Shape;9713;p14"/>
            <p:cNvSpPr/>
            <p:nvPr/>
          </p:nvSpPr>
          <p:spPr>
            <a:xfrm>
              <a:off x="2237800" y="4044800"/>
              <a:ext cx="12350" cy="12600"/>
            </a:xfrm>
            <a:custGeom>
              <a:avLst/>
              <a:gdLst/>
              <a:ahLst/>
              <a:cxnLst/>
              <a:rect l="l" t="t" r="r" b="b"/>
              <a:pathLst>
                <a:path w="494" h="504"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4" name="Google Shape;9714;p14"/>
            <p:cNvSpPr/>
            <p:nvPr/>
          </p:nvSpPr>
          <p:spPr>
            <a:xfrm>
              <a:off x="2329550" y="404480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5" name="Google Shape;9715;p14"/>
            <p:cNvSpPr/>
            <p:nvPr/>
          </p:nvSpPr>
          <p:spPr>
            <a:xfrm>
              <a:off x="2421325" y="404480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6" name="Google Shape;9716;p14"/>
            <p:cNvSpPr/>
            <p:nvPr/>
          </p:nvSpPr>
          <p:spPr>
            <a:xfrm>
              <a:off x="2513250" y="4044800"/>
              <a:ext cx="12575" cy="12600"/>
            </a:xfrm>
            <a:custGeom>
              <a:avLst/>
              <a:gdLst/>
              <a:ahLst/>
              <a:cxnLst/>
              <a:rect l="l" t="t" r="r" b="b"/>
              <a:pathLst>
                <a:path w="503" h="504"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7" name="Google Shape;9717;p14"/>
            <p:cNvSpPr/>
            <p:nvPr/>
          </p:nvSpPr>
          <p:spPr>
            <a:xfrm>
              <a:off x="2605000" y="404480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8" name="Google Shape;9718;p14"/>
            <p:cNvSpPr/>
            <p:nvPr/>
          </p:nvSpPr>
          <p:spPr>
            <a:xfrm>
              <a:off x="2696950" y="4044800"/>
              <a:ext cx="12375" cy="12600"/>
            </a:xfrm>
            <a:custGeom>
              <a:avLst/>
              <a:gdLst/>
              <a:ahLst/>
              <a:cxnLst/>
              <a:rect l="l" t="t" r="r" b="b"/>
              <a:pathLst>
                <a:path w="495" h="504"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9" name="Google Shape;9719;p14"/>
            <p:cNvSpPr/>
            <p:nvPr/>
          </p:nvSpPr>
          <p:spPr>
            <a:xfrm>
              <a:off x="2788700" y="40448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0" name="Google Shape;9720;p14"/>
            <p:cNvSpPr/>
            <p:nvPr/>
          </p:nvSpPr>
          <p:spPr>
            <a:xfrm>
              <a:off x="2880675" y="4044800"/>
              <a:ext cx="12375" cy="12600"/>
            </a:xfrm>
            <a:custGeom>
              <a:avLst/>
              <a:gdLst/>
              <a:ahLst/>
              <a:cxnLst/>
              <a:rect l="l" t="t" r="r" b="b"/>
              <a:pathLst>
                <a:path w="495" h="504"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14"/>
            <p:cNvSpPr/>
            <p:nvPr/>
          </p:nvSpPr>
          <p:spPr>
            <a:xfrm>
              <a:off x="2972425" y="404480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2" name="Google Shape;9722;p14"/>
            <p:cNvSpPr/>
            <p:nvPr/>
          </p:nvSpPr>
          <p:spPr>
            <a:xfrm>
              <a:off x="3064375" y="4044800"/>
              <a:ext cx="12375" cy="12600"/>
            </a:xfrm>
            <a:custGeom>
              <a:avLst/>
              <a:gdLst/>
              <a:ahLst/>
              <a:cxnLst/>
              <a:rect l="l" t="t" r="r" b="b"/>
              <a:pathLst>
                <a:path w="495" h="504"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3" name="Google Shape;9723;p14"/>
            <p:cNvSpPr/>
            <p:nvPr/>
          </p:nvSpPr>
          <p:spPr>
            <a:xfrm>
              <a:off x="3156125" y="40448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14"/>
            <p:cNvSpPr/>
            <p:nvPr/>
          </p:nvSpPr>
          <p:spPr>
            <a:xfrm>
              <a:off x="3247875" y="4044800"/>
              <a:ext cx="12575" cy="12600"/>
            </a:xfrm>
            <a:custGeom>
              <a:avLst/>
              <a:gdLst/>
              <a:ahLst/>
              <a:cxnLst/>
              <a:rect l="l" t="t" r="r" b="b"/>
              <a:pathLst>
                <a:path w="503"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5" name="Google Shape;9725;p14"/>
            <p:cNvSpPr/>
            <p:nvPr/>
          </p:nvSpPr>
          <p:spPr>
            <a:xfrm>
              <a:off x="3339850" y="4044800"/>
              <a:ext cx="12525" cy="12600"/>
            </a:xfrm>
            <a:custGeom>
              <a:avLst/>
              <a:gdLst/>
              <a:ahLst/>
              <a:cxnLst/>
              <a:rect l="l" t="t" r="r" b="b"/>
              <a:pathLst>
                <a:path w="501" h="504"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6" name="Google Shape;9726;p14"/>
            <p:cNvSpPr/>
            <p:nvPr/>
          </p:nvSpPr>
          <p:spPr>
            <a:xfrm>
              <a:off x="3431575" y="40448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7" name="Google Shape;9727;p14"/>
            <p:cNvSpPr/>
            <p:nvPr/>
          </p:nvSpPr>
          <p:spPr>
            <a:xfrm>
              <a:off x="3523550" y="404480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8" name="Google Shape;9728;p14"/>
            <p:cNvSpPr/>
            <p:nvPr/>
          </p:nvSpPr>
          <p:spPr>
            <a:xfrm>
              <a:off x="676400" y="4136775"/>
              <a:ext cx="12600" cy="12375"/>
            </a:xfrm>
            <a:custGeom>
              <a:avLst/>
              <a:gdLst/>
              <a:ahLst/>
              <a:cxnLst/>
              <a:rect l="l" t="t" r="r" b="b"/>
              <a:pathLst>
                <a:path w="504" h="495" extrusionOk="0">
                  <a:moveTo>
                    <a:pt x="252" y="1"/>
                  </a:moveTo>
                  <a:cubicBezTo>
                    <a:pt x="116" y="1"/>
                    <a:pt x="1" y="107"/>
                    <a:pt x="1" y="250"/>
                  </a:cubicBezTo>
                  <a:cubicBezTo>
                    <a:pt x="1" y="388"/>
                    <a:pt x="116" y="494"/>
                    <a:pt x="252" y="494"/>
                  </a:cubicBezTo>
                  <a:cubicBezTo>
                    <a:pt x="388" y="494"/>
                    <a:pt x="503" y="388"/>
                    <a:pt x="503" y="250"/>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9" name="Google Shape;9729;p14"/>
            <p:cNvSpPr/>
            <p:nvPr/>
          </p:nvSpPr>
          <p:spPr>
            <a:xfrm>
              <a:off x="768325" y="4136775"/>
              <a:ext cx="12400" cy="12375"/>
            </a:xfrm>
            <a:custGeom>
              <a:avLst/>
              <a:gdLst/>
              <a:ahLst/>
              <a:cxnLst/>
              <a:rect l="l" t="t" r="r" b="b"/>
              <a:pathLst>
                <a:path w="496" h="495" extrusionOk="0">
                  <a:moveTo>
                    <a:pt x="245" y="1"/>
                  </a:moveTo>
                  <a:cubicBezTo>
                    <a:pt x="109" y="1"/>
                    <a:pt x="0" y="107"/>
                    <a:pt x="0" y="250"/>
                  </a:cubicBezTo>
                  <a:cubicBezTo>
                    <a:pt x="0" y="388"/>
                    <a:pt x="109" y="494"/>
                    <a:pt x="245" y="494"/>
                  </a:cubicBezTo>
                  <a:cubicBezTo>
                    <a:pt x="388" y="494"/>
                    <a:pt x="496" y="388"/>
                    <a:pt x="496" y="250"/>
                  </a:cubicBezTo>
                  <a:cubicBezTo>
                    <a:pt x="496" y="107"/>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0" name="Google Shape;9730;p14"/>
            <p:cNvSpPr/>
            <p:nvPr/>
          </p:nvSpPr>
          <p:spPr>
            <a:xfrm>
              <a:off x="860125" y="4136775"/>
              <a:ext cx="12525" cy="12375"/>
            </a:xfrm>
            <a:custGeom>
              <a:avLst/>
              <a:gdLst/>
              <a:ahLst/>
              <a:cxnLst/>
              <a:rect l="l" t="t" r="r" b="b"/>
              <a:pathLst>
                <a:path w="501" h="495" extrusionOk="0">
                  <a:moveTo>
                    <a:pt x="251" y="1"/>
                  </a:moveTo>
                  <a:cubicBezTo>
                    <a:pt x="114" y="1"/>
                    <a:pt x="0" y="107"/>
                    <a:pt x="0" y="250"/>
                  </a:cubicBezTo>
                  <a:cubicBezTo>
                    <a:pt x="0" y="388"/>
                    <a:pt x="114" y="494"/>
                    <a:pt x="251" y="494"/>
                  </a:cubicBezTo>
                  <a:cubicBezTo>
                    <a:pt x="387" y="494"/>
                    <a:pt x="501" y="388"/>
                    <a:pt x="501" y="250"/>
                  </a:cubicBezTo>
                  <a:cubicBezTo>
                    <a:pt x="501"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1" name="Google Shape;9731;p14"/>
            <p:cNvSpPr/>
            <p:nvPr/>
          </p:nvSpPr>
          <p:spPr>
            <a:xfrm>
              <a:off x="951850" y="4136775"/>
              <a:ext cx="12600" cy="12375"/>
            </a:xfrm>
            <a:custGeom>
              <a:avLst/>
              <a:gdLst/>
              <a:ahLst/>
              <a:cxnLst/>
              <a:rect l="l" t="t" r="r" b="b"/>
              <a:pathLst>
                <a:path w="504" h="495" extrusionOk="0">
                  <a:moveTo>
                    <a:pt x="252" y="1"/>
                  </a:moveTo>
                  <a:cubicBezTo>
                    <a:pt x="116" y="1"/>
                    <a:pt x="1" y="107"/>
                    <a:pt x="1" y="250"/>
                  </a:cubicBezTo>
                  <a:cubicBezTo>
                    <a:pt x="1" y="388"/>
                    <a:pt x="116" y="494"/>
                    <a:pt x="252" y="494"/>
                  </a:cubicBezTo>
                  <a:cubicBezTo>
                    <a:pt x="388" y="494"/>
                    <a:pt x="503" y="388"/>
                    <a:pt x="503" y="250"/>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14"/>
            <p:cNvSpPr/>
            <p:nvPr/>
          </p:nvSpPr>
          <p:spPr>
            <a:xfrm>
              <a:off x="1043825" y="4136775"/>
              <a:ext cx="12375" cy="12375"/>
            </a:xfrm>
            <a:custGeom>
              <a:avLst/>
              <a:gdLst/>
              <a:ahLst/>
              <a:cxnLst/>
              <a:rect l="l" t="t" r="r" b="b"/>
              <a:pathLst>
                <a:path w="495" h="495" extrusionOk="0">
                  <a:moveTo>
                    <a:pt x="250" y="1"/>
                  </a:moveTo>
                  <a:cubicBezTo>
                    <a:pt x="107" y="1"/>
                    <a:pt x="0" y="107"/>
                    <a:pt x="0" y="250"/>
                  </a:cubicBezTo>
                  <a:cubicBezTo>
                    <a:pt x="0" y="388"/>
                    <a:pt x="107" y="494"/>
                    <a:pt x="250" y="494"/>
                  </a:cubicBezTo>
                  <a:cubicBezTo>
                    <a:pt x="388" y="494"/>
                    <a:pt x="494" y="388"/>
                    <a:pt x="494" y="250"/>
                  </a:cubicBezTo>
                  <a:cubicBezTo>
                    <a:pt x="494" y="107"/>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3" name="Google Shape;9733;p14"/>
            <p:cNvSpPr/>
            <p:nvPr/>
          </p:nvSpPr>
          <p:spPr>
            <a:xfrm>
              <a:off x="1135575" y="4136775"/>
              <a:ext cx="12575" cy="12375"/>
            </a:xfrm>
            <a:custGeom>
              <a:avLst/>
              <a:gdLst/>
              <a:ahLst/>
              <a:cxnLst/>
              <a:rect l="l" t="t" r="r" b="b"/>
              <a:pathLst>
                <a:path w="503" h="495" extrusionOk="0">
                  <a:moveTo>
                    <a:pt x="252" y="1"/>
                  </a:moveTo>
                  <a:cubicBezTo>
                    <a:pt x="116" y="1"/>
                    <a:pt x="0" y="107"/>
                    <a:pt x="0" y="250"/>
                  </a:cubicBezTo>
                  <a:cubicBezTo>
                    <a:pt x="0" y="388"/>
                    <a:pt x="116" y="494"/>
                    <a:pt x="252" y="494"/>
                  </a:cubicBezTo>
                  <a:cubicBezTo>
                    <a:pt x="387" y="494"/>
                    <a:pt x="503" y="388"/>
                    <a:pt x="503" y="250"/>
                  </a:cubicBezTo>
                  <a:cubicBezTo>
                    <a:pt x="503" y="107"/>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4" name="Google Shape;9734;p14"/>
            <p:cNvSpPr/>
            <p:nvPr/>
          </p:nvSpPr>
          <p:spPr>
            <a:xfrm>
              <a:off x="1227500" y="4136775"/>
              <a:ext cx="12400" cy="12375"/>
            </a:xfrm>
            <a:custGeom>
              <a:avLst/>
              <a:gdLst/>
              <a:ahLst/>
              <a:cxnLst/>
              <a:rect l="l" t="t" r="r" b="b"/>
              <a:pathLst>
                <a:path w="496" h="495" extrusionOk="0">
                  <a:moveTo>
                    <a:pt x="251" y="1"/>
                  </a:moveTo>
                  <a:cubicBezTo>
                    <a:pt x="109" y="1"/>
                    <a:pt x="0" y="107"/>
                    <a:pt x="0" y="250"/>
                  </a:cubicBezTo>
                  <a:cubicBezTo>
                    <a:pt x="0" y="388"/>
                    <a:pt x="109" y="494"/>
                    <a:pt x="251" y="494"/>
                  </a:cubicBezTo>
                  <a:cubicBezTo>
                    <a:pt x="387" y="494"/>
                    <a:pt x="496" y="388"/>
                    <a:pt x="496" y="250"/>
                  </a:cubicBezTo>
                  <a:cubicBezTo>
                    <a:pt x="496"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5" name="Google Shape;9735;p14"/>
            <p:cNvSpPr/>
            <p:nvPr/>
          </p:nvSpPr>
          <p:spPr>
            <a:xfrm>
              <a:off x="1319275" y="4136775"/>
              <a:ext cx="12550" cy="12375"/>
            </a:xfrm>
            <a:custGeom>
              <a:avLst/>
              <a:gdLst/>
              <a:ahLst/>
              <a:cxnLst/>
              <a:rect l="l" t="t" r="r" b="b"/>
              <a:pathLst>
                <a:path w="502" h="495" extrusionOk="0">
                  <a:moveTo>
                    <a:pt x="252" y="1"/>
                  </a:moveTo>
                  <a:cubicBezTo>
                    <a:pt x="114" y="1"/>
                    <a:pt x="1" y="107"/>
                    <a:pt x="1" y="250"/>
                  </a:cubicBezTo>
                  <a:cubicBezTo>
                    <a:pt x="1" y="388"/>
                    <a:pt x="114" y="494"/>
                    <a:pt x="252" y="494"/>
                  </a:cubicBezTo>
                  <a:cubicBezTo>
                    <a:pt x="388" y="494"/>
                    <a:pt x="501" y="388"/>
                    <a:pt x="501" y="250"/>
                  </a:cubicBezTo>
                  <a:cubicBezTo>
                    <a:pt x="501"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14"/>
            <p:cNvSpPr/>
            <p:nvPr/>
          </p:nvSpPr>
          <p:spPr>
            <a:xfrm>
              <a:off x="1411200" y="4136775"/>
              <a:ext cx="12425" cy="12375"/>
            </a:xfrm>
            <a:custGeom>
              <a:avLst/>
              <a:gdLst/>
              <a:ahLst/>
              <a:cxnLst/>
              <a:rect l="l" t="t" r="r" b="b"/>
              <a:pathLst>
                <a:path w="497" h="495" extrusionOk="0">
                  <a:moveTo>
                    <a:pt x="245" y="1"/>
                  </a:moveTo>
                  <a:cubicBezTo>
                    <a:pt x="109" y="1"/>
                    <a:pt x="1" y="107"/>
                    <a:pt x="1" y="250"/>
                  </a:cubicBezTo>
                  <a:cubicBezTo>
                    <a:pt x="1" y="388"/>
                    <a:pt x="109" y="494"/>
                    <a:pt x="245" y="494"/>
                  </a:cubicBezTo>
                  <a:cubicBezTo>
                    <a:pt x="388" y="494"/>
                    <a:pt x="496" y="388"/>
                    <a:pt x="496" y="250"/>
                  </a:cubicBezTo>
                  <a:cubicBezTo>
                    <a:pt x="496" y="107"/>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7" name="Google Shape;9737;p14"/>
            <p:cNvSpPr/>
            <p:nvPr/>
          </p:nvSpPr>
          <p:spPr>
            <a:xfrm>
              <a:off x="1503000" y="4136775"/>
              <a:ext cx="12525" cy="12375"/>
            </a:xfrm>
            <a:custGeom>
              <a:avLst/>
              <a:gdLst/>
              <a:ahLst/>
              <a:cxnLst/>
              <a:rect l="l" t="t" r="r" b="b"/>
              <a:pathLst>
                <a:path w="501" h="495" extrusionOk="0">
                  <a:moveTo>
                    <a:pt x="250" y="1"/>
                  </a:moveTo>
                  <a:cubicBezTo>
                    <a:pt x="114" y="1"/>
                    <a:pt x="0" y="107"/>
                    <a:pt x="0" y="250"/>
                  </a:cubicBezTo>
                  <a:cubicBezTo>
                    <a:pt x="0" y="388"/>
                    <a:pt x="114" y="494"/>
                    <a:pt x="250" y="494"/>
                  </a:cubicBezTo>
                  <a:cubicBezTo>
                    <a:pt x="387" y="494"/>
                    <a:pt x="501" y="388"/>
                    <a:pt x="501" y="250"/>
                  </a:cubicBezTo>
                  <a:cubicBezTo>
                    <a:pt x="501" y="107"/>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8" name="Google Shape;9738;p14"/>
            <p:cNvSpPr/>
            <p:nvPr/>
          </p:nvSpPr>
          <p:spPr>
            <a:xfrm>
              <a:off x="1594750" y="4136775"/>
              <a:ext cx="12575" cy="12375"/>
            </a:xfrm>
            <a:custGeom>
              <a:avLst/>
              <a:gdLst/>
              <a:ahLst/>
              <a:cxnLst/>
              <a:rect l="l" t="t" r="r" b="b"/>
              <a:pathLst>
                <a:path w="503" h="495" extrusionOk="0">
                  <a:moveTo>
                    <a:pt x="251" y="1"/>
                  </a:moveTo>
                  <a:cubicBezTo>
                    <a:pt x="115" y="1"/>
                    <a:pt x="0" y="107"/>
                    <a:pt x="0" y="250"/>
                  </a:cubicBezTo>
                  <a:cubicBezTo>
                    <a:pt x="0" y="388"/>
                    <a:pt x="115" y="494"/>
                    <a:pt x="251" y="494"/>
                  </a:cubicBezTo>
                  <a:cubicBezTo>
                    <a:pt x="394" y="494"/>
                    <a:pt x="503" y="388"/>
                    <a:pt x="503" y="250"/>
                  </a:cubicBezTo>
                  <a:cubicBezTo>
                    <a:pt x="503" y="107"/>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9" name="Google Shape;9739;p14"/>
            <p:cNvSpPr/>
            <p:nvPr/>
          </p:nvSpPr>
          <p:spPr>
            <a:xfrm>
              <a:off x="1686650" y="4136775"/>
              <a:ext cx="12600" cy="12375"/>
            </a:xfrm>
            <a:custGeom>
              <a:avLst/>
              <a:gdLst/>
              <a:ahLst/>
              <a:cxnLst/>
              <a:rect l="l" t="t" r="r" b="b"/>
              <a:pathLst>
                <a:path w="504" h="495" extrusionOk="0">
                  <a:moveTo>
                    <a:pt x="252" y="1"/>
                  </a:moveTo>
                  <a:cubicBezTo>
                    <a:pt x="116" y="1"/>
                    <a:pt x="1" y="107"/>
                    <a:pt x="1" y="250"/>
                  </a:cubicBezTo>
                  <a:cubicBezTo>
                    <a:pt x="1" y="388"/>
                    <a:pt x="116" y="494"/>
                    <a:pt x="252" y="494"/>
                  </a:cubicBezTo>
                  <a:cubicBezTo>
                    <a:pt x="388" y="494"/>
                    <a:pt x="503" y="388"/>
                    <a:pt x="503" y="250"/>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0" name="Google Shape;9740;p14"/>
            <p:cNvSpPr/>
            <p:nvPr/>
          </p:nvSpPr>
          <p:spPr>
            <a:xfrm>
              <a:off x="1778450" y="4136775"/>
              <a:ext cx="12550" cy="12375"/>
            </a:xfrm>
            <a:custGeom>
              <a:avLst/>
              <a:gdLst/>
              <a:ahLst/>
              <a:cxnLst/>
              <a:rect l="l" t="t" r="r" b="b"/>
              <a:pathLst>
                <a:path w="502" h="495" extrusionOk="0">
                  <a:moveTo>
                    <a:pt x="252" y="1"/>
                  </a:moveTo>
                  <a:cubicBezTo>
                    <a:pt x="114" y="1"/>
                    <a:pt x="1" y="107"/>
                    <a:pt x="1" y="250"/>
                  </a:cubicBezTo>
                  <a:cubicBezTo>
                    <a:pt x="1" y="388"/>
                    <a:pt x="114" y="494"/>
                    <a:pt x="252" y="494"/>
                  </a:cubicBezTo>
                  <a:cubicBezTo>
                    <a:pt x="388" y="494"/>
                    <a:pt x="501" y="388"/>
                    <a:pt x="501" y="250"/>
                  </a:cubicBezTo>
                  <a:cubicBezTo>
                    <a:pt x="501"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1" name="Google Shape;9741;p14"/>
            <p:cNvSpPr/>
            <p:nvPr/>
          </p:nvSpPr>
          <p:spPr>
            <a:xfrm>
              <a:off x="1870375" y="4136775"/>
              <a:ext cx="12400" cy="12375"/>
            </a:xfrm>
            <a:custGeom>
              <a:avLst/>
              <a:gdLst/>
              <a:ahLst/>
              <a:cxnLst/>
              <a:rect l="l" t="t" r="r" b="b"/>
              <a:pathLst>
                <a:path w="496" h="495" extrusionOk="0">
                  <a:moveTo>
                    <a:pt x="252" y="1"/>
                  </a:moveTo>
                  <a:cubicBezTo>
                    <a:pt x="109" y="1"/>
                    <a:pt x="0" y="107"/>
                    <a:pt x="0" y="250"/>
                  </a:cubicBezTo>
                  <a:cubicBezTo>
                    <a:pt x="0" y="388"/>
                    <a:pt x="109" y="494"/>
                    <a:pt x="252" y="494"/>
                  </a:cubicBezTo>
                  <a:cubicBezTo>
                    <a:pt x="387" y="494"/>
                    <a:pt x="496" y="388"/>
                    <a:pt x="496" y="250"/>
                  </a:cubicBezTo>
                  <a:cubicBezTo>
                    <a:pt x="496" y="107"/>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2" name="Google Shape;9742;p14"/>
            <p:cNvSpPr/>
            <p:nvPr/>
          </p:nvSpPr>
          <p:spPr>
            <a:xfrm>
              <a:off x="1962150" y="4136775"/>
              <a:ext cx="12550" cy="12375"/>
            </a:xfrm>
            <a:custGeom>
              <a:avLst/>
              <a:gdLst/>
              <a:ahLst/>
              <a:cxnLst/>
              <a:rect l="l" t="t" r="r" b="b"/>
              <a:pathLst>
                <a:path w="502" h="495" extrusionOk="0">
                  <a:moveTo>
                    <a:pt x="250" y="1"/>
                  </a:moveTo>
                  <a:cubicBezTo>
                    <a:pt x="114" y="1"/>
                    <a:pt x="1" y="107"/>
                    <a:pt x="1" y="250"/>
                  </a:cubicBezTo>
                  <a:cubicBezTo>
                    <a:pt x="1" y="388"/>
                    <a:pt x="114" y="494"/>
                    <a:pt x="250" y="494"/>
                  </a:cubicBezTo>
                  <a:cubicBezTo>
                    <a:pt x="388" y="494"/>
                    <a:pt x="502" y="388"/>
                    <a:pt x="502" y="250"/>
                  </a:cubicBezTo>
                  <a:cubicBezTo>
                    <a:pt x="502" y="107"/>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3" name="Google Shape;9743;p14"/>
            <p:cNvSpPr/>
            <p:nvPr/>
          </p:nvSpPr>
          <p:spPr>
            <a:xfrm>
              <a:off x="2054075" y="4136775"/>
              <a:ext cx="12425" cy="12375"/>
            </a:xfrm>
            <a:custGeom>
              <a:avLst/>
              <a:gdLst/>
              <a:ahLst/>
              <a:cxnLst/>
              <a:rect l="l" t="t" r="r" b="b"/>
              <a:pathLst>
                <a:path w="497" h="495" extrusionOk="0">
                  <a:moveTo>
                    <a:pt x="252" y="1"/>
                  </a:moveTo>
                  <a:cubicBezTo>
                    <a:pt x="109" y="1"/>
                    <a:pt x="1" y="107"/>
                    <a:pt x="1" y="250"/>
                  </a:cubicBezTo>
                  <a:cubicBezTo>
                    <a:pt x="1" y="388"/>
                    <a:pt x="109" y="494"/>
                    <a:pt x="252" y="494"/>
                  </a:cubicBezTo>
                  <a:cubicBezTo>
                    <a:pt x="388" y="494"/>
                    <a:pt x="496" y="388"/>
                    <a:pt x="496" y="250"/>
                  </a:cubicBezTo>
                  <a:cubicBezTo>
                    <a:pt x="496"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14"/>
            <p:cNvSpPr/>
            <p:nvPr/>
          </p:nvSpPr>
          <p:spPr>
            <a:xfrm>
              <a:off x="2145825" y="4136775"/>
              <a:ext cx="12600" cy="12375"/>
            </a:xfrm>
            <a:custGeom>
              <a:avLst/>
              <a:gdLst/>
              <a:ahLst/>
              <a:cxnLst/>
              <a:rect l="l" t="t" r="r" b="b"/>
              <a:pathLst>
                <a:path w="504" h="495" extrusionOk="0">
                  <a:moveTo>
                    <a:pt x="252" y="1"/>
                  </a:moveTo>
                  <a:cubicBezTo>
                    <a:pt x="116" y="1"/>
                    <a:pt x="1" y="107"/>
                    <a:pt x="1" y="250"/>
                  </a:cubicBezTo>
                  <a:cubicBezTo>
                    <a:pt x="1" y="388"/>
                    <a:pt x="116" y="494"/>
                    <a:pt x="252" y="494"/>
                  </a:cubicBezTo>
                  <a:cubicBezTo>
                    <a:pt x="388" y="494"/>
                    <a:pt x="503" y="388"/>
                    <a:pt x="503" y="250"/>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5" name="Google Shape;9745;p14"/>
            <p:cNvSpPr/>
            <p:nvPr/>
          </p:nvSpPr>
          <p:spPr>
            <a:xfrm>
              <a:off x="2237800" y="4136775"/>
              <a:ext cx="12350" cy="12375"/>
            </a:xfrm>
            <a:custGeom>
              <a:avLst/>
              <a:gdLst/>
              <a:ahLst/>
              <a:cxnLst/>
              <a:rect l="l" t="t" r="r" b="b"/>
              <a:pathLst>
                <a:path w="494" h="495" extrusionOk="0">
                  <a:moveTo>
                    <a:pt x="244" y="1"/>
                  </a:moveTo>
                  <a:cubicBezTo>
                    <a:pt x="107" y="1"/>
                    <a:pt x="0" y="107"/>
                    <a:pt x="0" y="250"/>
                  </a:cubicBezTo>
                  <a:cubicBezTo>
                    <a:pt x="0" y="388"/>
                    <a:pt x="107" y="494"/>
                    <a:pt x="244" y="494"/>
                  </a:cubicBezTo>
                  <a:cubicBezTo>
                    <a:pt x="387" y="494"/>
                    <a:pt x="494" y="388"/>
                    <a:pt x="494" y="250"/>
                  </a:cubicBezTo>
                  <a:cubicBezTo>
                    <a:pt x="494" y="107"/>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6" name="Google Shape;9746;p14"/>
            <p:cNvSpPr/>
            <p:nvPr/>
          </p:nvSpPr>
          <p:spPr>
            <a:xfrm>
              <a:off x="2329550" y="4136775"/>
              <a:ext cx="12575" cy="12375"/>
            </a:xfrm>
            <a:custGeom>
              <a:avLst/>
              <a:gdLst/>
              <a:ahLst/>
              <a:cxnLst/>
              <a:rect l="l" t="t" r="r" b="b"/>
              <a:pathLst>
                <a:path w="503" h="495" extrusionOk="0">
                  <a:moveTo>
                    <a:pt x="251" y="1"/>
                  </a:moveTo>
                  <a:cubicBezTo>
                    <a:pt x="115" y="1"/>
                    <a:pt x="0" y="107"/>
                    <a:pt x="0" y="250"/>
                  </a:cubicBezTo>
                  <a:cubicBezTo>
                    <a:pt x="0" y="388"/>
                    <a:pt x="115" y="494"/>
                    <a:pt x="251" y="494"/>
                  </a:cubicBezTo>
                  <a:cubicBezTo>
                    <a:pt x="387" y="494"/>
                    <a:pt x="502" y="388"/>
                    <a:pt x="502" y="250"/>
                  </a:cubicBezTo>
                  <a:cubicBezTo>
                    <a:pt x="502"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7" name="Google Shape;9747;p14"/>
            <p:cNvSpPr/>
            <p:nvPr/>
          </p:nvSpPr>
          <p:spPr>
            <a:xfrm>
              <a:off x="2421325" y="4136775"/>
              <a:ext cx="12550" cy="12375"/>
            </a:xfrm>
            <a:custGeom>
              <a:avLst/>
              <a:gdLst/>
              <a:ahLst/>
              <a:cxnLst/>
              <a:rect l="l" t="t" r="r" b="b"/>
              <a:pathLst>
                <a:path w="502" h="495" extrusionOk="0">
                  <a:moveTo>
                    <a:pt x="250" y="1"/>
                  </a:moveTo>
                  <a:cubicBezTo>
                    <a:pt x="114" y="1"/>
                    <a:pt x="1" y="107"/>
                    <a:pt x="1" y="250"/>
                  </a:cubicBezTo>
                  <a:cubicBezTo>
                    <a:pt x="1" y="388"/>
                    <a:pt x="114" y="494"/>
                    <a:pt x="250" y="494"/>
                  </a:cubicBezTo>
                  <a:cubicBezTo>
                    <a:pt x="395" y="494"/>
                    <a:pt x="501" y="388"/>
                    <a:pt x="501" y="250"/>
                  </a:cubicBezTo>
                  <a:cubicBezTo>
                    <a:pt x="501" y="107"/>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8" name="Google Shape;9748;p14"/>
            <p:cNvSpPr/>
            <p:nvPr/>
          </p:nvSpPr>
          <p:spPr>
            <a:xfrm>
              <a:off x="2513250" y="4136775"/>
              <a:ext cx="12575" cy="12375"/>
            </a:xfrm>
            <a:custGeom>
              <a:avLst/>
              <a:gdLst/>
              <a:ahLst/>
              <a:cxnLst/>
              <a:rect l="l" t="t" r="r" b="b"/>
              <a:pathLst>
                <a:path w="503" h="495" extrusionOk="0">
                  <a:moveTo>
                    <a:pt x="252" y="1"/>
                  </a:moveTo>
                  <a:cubicBezTo>
                    <a:pt x="109" y="1"/>
                    <a:pt x="0" y="107"/>
                    <a:pt x="0" y="250"/>
                  </a:cubicBezTo>
                  <a:cubicBezTo>
                    <a:pt x="0" y="388"/>
                    <a:pt x="109" y="494"/>
                    <a:pt x="252" y="494"/>
                  </a:cubicBezTo>
                  <a:cubicBezTo>
                    <a:pt x="388" y="494"/>
                    <a:pt x="503" y="388"/>
                    <a:pt x="503" y="250"/>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9" name="Google Shape;9749;p14"/>
            <p:cNvSpPr/>
            <p:nvPr/>
          </p:nvSpPr>
          <p:spPr>
            <a:xfrm>
              <a:off x="2605000" y="4136775"/>
              <a:ext cx="12575" cy="12375"/>
            </a:xfrm>
            <a:custGeom>
              <a:avLst/>
              <a:gdLst/>
              <a:ahLst/>
              <a:cxnLst/>
              <a:rect l="l" t="t" r="r" b="b"/>
              <a:pathLst>
                <a:path w="503" h="495" extrusionOk="0">
                  <a:moveTo>
                    <a:pt x="252" y="1"/>
                  </a:moveTo>
                  <a:cubicBezTo>
                    <a:pt x="116" y="1"/>
                    <a:pt x="0" y="107"/>
                    <a:pt x="0" y="250"/>
                  </a:cubicBezTo>
                  <a:cubicBezTo>
                    <a:pt x="0" y="388"/>
                    <a:pt x="116" y="494"/>
                    <a:pt x="252" y="494"/>
                  </a:cubicBezTo>
                  <a:cubicBezTo>
                    <a:pt x="387" y="494"/>
                    <a:pt x="503" y="388"/>
                    <a:pt x="503" y="250"/>
                  </a:cubicBezTo>
                  <a:cubicBezTo>
                    <a:pt x="503" y="107"/>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0" name="Google Shape;9750;p14"/>
            <p:cNvSpPr/>
            <p:nvPr/>
          </p:nvSpPr>
          <p:spPr>
            <a:xfrm>
              <a:off x="2696950" y="4136775"/>
              <a:ext cx="12375" cy="12375"/>
            </a:xfrm>
            <a:custGeom>
              <a:avLst/>
              <a:gdLst/>
              <a:ahLst/>
              <a:cxnLst/>
              <a:rect l="l" t="t" r="r" b="b"/>
              <a:pathLst>
                <a:path w="495" h="495" extrusionOk="0">
                  <a:moveTo>
                    <a:pt x="252" y="1"/>
                  </a:moveTo>
                  <a:cubicBezTo>
                    <a:pt x="108" y="1"/>
                    <a:pt x="1" y="107"/>
                    <a:pt x="1" y="250"/>
                  </a:cubicBezTo>
                  <a:cubicBezTo>
                    <a:pt x="1" y="388"/>
                    <a:pt x="108" y="494"/>
                    <a:pt x="252" y="494"/>
                  </a:cubicBezTo>
                  <a:cubicBezTo>
                    <a:pt x="388" y="494"/>
                    <a:pt x="495" y="388"/>
                    <a:pt x="495" y="250"/>
                  </a:cubicBezTo>
                  <a:cubicBezTo>
                    <a:pt x="495"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1" name="Google Shape;9751;p14"/>
            <p:cNvSpPr/>
            <p:nvPr/>
          </p:nvSpPr>
          <p:spPr>
            <a:xfrm>
              <a:off x="2788700" y="4136775"/>
              <a:ext cx="12600" cy="12375"/>
            </a:xfrm>
            <a:custGeom>
              <a:avLst/>
              <a:gdLst/>
              <a:ahLst/>
              <a:cxnLst/>
              <a:rect l="l" t="t" r="r" b="b"/>
              <a:pathLst>
                <a:path w="504" h="495" extrusionOk="0">
                  <a:moveTo>
                    <a:pt x="252" y="1"/>
                  </a:moveTo>
                  <a:cubicBezTo>
                    <a:pt x="116" y="1"/>
                    <a:pt x="1" y="107"/>
                    <a:pt x="1" y="250"/>
                  </a:cubicBezTo>
                  <a:cubicBezTo>
                    <a:pt x="1" y="388"/>
                    <a:pt x="116" y="494"/>
                    <a:pt x="252" y="494"/>
                  </a:cubicBezTo>
                  <a:cubicBezTo>
                    <a:pt x="388" y="494"/>
                    <a:pt x="503" y="388"/>
                    <a:pt x="503" y="250"/>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2" name="Google Shape;9752;p14"/>
            <p:cNvSpPr/>
            <p:nvPr/>
          </p:nvSpPr>
          <p:spPr>
            <a:xfrm>
              <a:off x="2880675" y="4136775"/>
              <a:ext cx="12375" cy="12375"/>
            </a:xfrm>
            <a:custGeom>
              <a:avLst/>
              <a:gdLst/>
              <a:ahLst/>
              <a:cxnLst/>
              <a:rect l="l" t="t" r="r" b="b"/>
              <a:pathLst>
                <a:path w="495" h="495" extrusionOk="0">
                  <a:moveTo>
                    <a:pt x="243" y="1"/>
                  </a:moveTo>
                  <a:cubicBezTo>
                    <a:pt x="107" y="1"/>
                    <a:pt x="0" y="107"/>
                    <a:pt x="0" y="250"/>
                  </a:cubicBezTo>
                  <a:cubicBezTo>
                    <a:pt x="0" y="388"/>
                    <a:pt x="107" y="494"/>
                    <a:pt x="243" y="494"/>
                  </a:cubicBezTo>
                  <a:cubicBezTo>
                    <a:pt x="387" y="494"/>
                    <a:pt x="494" y="388"/>
                    <a:pt x="494" y="250"/>
                  </a:cubicBezTo>
                  <a:cubicBezTo>
                    <a:pt x="494" y="107"/>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3" name="Google Shape;9753;p14"/>
            <p:cNvSpPr/>
            <p:nvPr/>
          </p:nvSpPr>
          <p:spPr>
            <a:xfrm>
              <a:off x="2972425" y="4136775"/>
              <a:ext cx="12575" cy="12375"/>
            </a:xfrm>
            <a:custGeom>
              <a:avLst/>
              <a:gdLst/>
              <a:ahLst/>
              <a:cxnLst/>
              <a:rect l="l" t="t" r="r" b="b"/>
              <a:pathLst>
                <a:path w="503" h="495" extrusionOk="0">
                  <a:moveTo>
                    <a:pt x="251" y="1"/>
                  </a:moveTo>
                  <a:cubicBezTo>
                    <a:pt x="115" y="1"/>
                    <a:pt x="0" y="107"/>
                    <a:pt x="0" y="250"/>
                  </a:cubicBezTo>
                  <a:cubicBezTo>
                    <a:pt x="0" y="388"/>
                    <a:pt x="115" y="494"/>
                    <a:pt x="251" y="494"/>
                  </a:cubicBezTo>
                  <a:cubicBezTo>
                    <a:pt x="387" y="494"/>
                    <a:pt x="503" y="388"/>
                    <a:pt x="503" y="250"/>
                  </a:cubicBezTo>
                  <a:cubicBezTo>
                    <a:pt x="503"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4" name="Google Shape;9754;p14"/>
            <p:cNvSpPr/>
            <p:nvPr/>
          </p:nvSpPr>
          <p:spPr>
            <a:xfrm>
              <a:off x="3064375" y="4136775"/>
              <a:ext cx="12375" cy="12375"/>
            </a:xfrm>
            <a:custGeom>
              <a:avLst/>
              <a:gdLst/>
              <a:ahLst/>
              <a:cxnLst/>
              <a:rect l="l" t="t" r="r" b="b"/>
              <a:pathLst>
                <a:path w="495" h="495" extrusionOk="0">
                  <a:moveTo>
                    <a:pt x="243" y="1"/>
                  </a:moveTo>
                  <a:cubicBezTo>
                    <a:pt x="107" y="1"/>
                    <a:pt x="1" y="107"/>
                    <a:pt x="1" y="250"/>
                  </a:cubicBezTo>
                  <a:cubicBezTo>
                    <a:pt x="1" y="388"/>
                    <a:pt x="107" y="494"/>
                    <a:pt x="243" y="494"/>
                  </a:cubicBezTo>
                  <a:cubicBezTo>
                    <a:pt x="388" y="494"/>
                    <a:pt x="495" y="388"/>
                    <a:pt x="495" y="250"/>
                  </a:cubicBezTo>
                  <a:cubicBezTo>
                    <a:pt x="495" y="107"/>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5" name="Google Shape;9755;p14"/>
            <p:cNvSpPr/>
            <p:nvPr/>
          </p:nvSpPr>
          <p:spPr>
            <a:xfrm>
              <a:off x="3156125" y="4136775"/>
              <a:ext cx="12600" cy="12375"/>
            </a:xfrm>
            <a:custGeom>
              <a:avLst/>
              <a:gdLst/>
              <a:ahLst/>
              <a:cxnLst/>
              <a:rect l="l" t="t" r="r" b="b"/>
              <a:pathLst>
                <a:path w="504" h="495" extrusionOk="0">
                  <a:moveTo>
                    <a:pt x="252" y="1"/>
                  </a:moveTo>
                  <a:cubicBezTo>
                    <a:pt x="116" y="1"/>
                    <a:pt x="1" y="107"/>
                    <a:pt x="1" y="250"/>
                  </a:cubicBezTo>
                  <a:cubicBezTo>
                    <a:pt x="1" y="388"/>
                    <a:pt x="116" y="494"/>
                    <a:pt x="252" y="494"/>
                  </a:cubicBezTo>
                  <a:cubicBezTo>
                    <a:pt x="388" y="494"/>
                    <a:pt x="503" y="388"/>
                    <a:pt x="503" y="250"/>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6" name="Google Shape;9756;p14"/>
            <p:cNvSpPr/>
            <p:nvPr/>
          </p:nvSpPr>
          <p:spPr>
            <a:xfrm>
              <a:off x="3247875" y="4136775"/>
              <a:ext cx="12575" cy="12375"/>
            </a:xfrm>
            <a:custGeom>
              <a:avLst/>
              <a:gdLst/>
              <a:ahLst/>
              <a:cxnLst/>
              <a:rect l="l" t="t" r="r" b="b"/>
              <a:pathLst>
                <a:path w="503" h="495" extrusionOk="0">
                  <a:moveTo>
                    <a:pt x="252" y="1"/>
                  </a:moveTo>
                  <a:cubicBezTo>
                    <a:pt x="116" y="1"/>
                    <a:pt x="1" y="107"/>
                    <a:pt x="1" y="250"/>
                  </a:cubicBezTo>
                  <a:cubicBezTo>
                    <a:pt x="1" y="388"/>
                    <a:pt x="116" y="494"/>
                    <a:pt x="252" y="494"/>
                  </a:cubicBezTo>
                  <a:cubicBezTo>
                    <a:pt x="388" y="494"/>
                    <a:pt x="503" y="388"/>
                    <a:pt x="503" y="250"/>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14"/>
            <p:cNvSpPr/>
            <p:nvPr/>
          </p:nvSpPr>
          <p:spPr>
            <a:xfrm>
              <a:off x="3339850" y="4136775"/>
              <a:ext cx="12525" cy="12375"/>
            </a:xfrm>
            <a:custGeom>
              <a:avLst/>
              <a:gdLst/>
              <a:ahLst/>
              <a:cxnLst/>
              <a:rect l="l" t="t" r="r" b="b"/>
              <a:pathLst>
                <a:path w="501" h="495" extrusionOk="0">
                  <a:moveTo>
                    <a:pt x="251" y="1"/>
                  </a:moveTo>
                  <a:cubicBezTo>
                    <a:pt x="107" y="1"/>
                    <a:pt x="0" y="107"/>
                    <a:pt x="0" y="250"/>
                  </a:cubicBezTo>
                  <a:cubicBezTo>
                    <a:pt x="0" y="388"/>
                    <a:pt x="107" y="494"/>
                    <a:pt x="251" y="494"/>
                  </a:cubicBezTo>
                  <a:cubicBezTo>
                    <a:pt x="387" y="494"/>
                    <a:pt x="501" y="388"/>
                    <a:pt x="501" y="250"/>
                  </a:cubicBezTo>
                  <a:cubicBezTo>
                    <a:pt x="501"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8" name="Google Shape;9758;p14"/>
            <p:cNvSpPr/>
            <p:nvPr/>
          </p:nvSpPr>
          <p:spPr>
            <a:xfrm>
              <a:off x="3431575" y="4136775"/>
              <a:ext cx="12600" cy="12375"/>
            </a:xfrm>
            <a:custGeom>
              <a:avLst/>
              <a:gdLst/>
              <a:ahLst/>
              <a:cxnLst/>
              <a:rect l="l" t="t" r="r" b="b"/>
              <a:pathLst>
                <a:path w="504" h="495" extrusionOk="0">
                  <a:moveTo>
                    <a:pt x="252" y="1"/>
                  </a:moveTo>
                  <a:cubicBezTo>
                    <a:pt x="116" y="1"/>
                    <a:pt x="1" y="107"/>
                    <a:pt x="1" y="250"/>
                  </a:cubicBezTo>
                  <a:cubicBezTo>
                    <a:pt x="1" y="388"/>
                    <a:pt x="116" y="494"/>
                    <a:pt x="252" y="494"/>
                  </a:cubicBezTo>
                  <a:cubicBezTo>
                    <a:pt x="388" y="494"/>
                    <a:pt x="503" y="388"/>
                    <a:pt x="503" y="250"/>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9" name="Google Shape;9759;p14"/>
            <p:cNvSpPr/>
            <p:nvPr/>
          </p:nvSpPr>
          <p:spPr>
            <a:xfrm>
              <a:off x="3523550" y="4136775"/>
              <a:ext cx="12375" cy="12375"/>
            </a:xfrm>
            <a:custGeom>
              <a:avLst/>
              <a:gdLst/>
              <a:ahLst/>
              <a:cxnLst/>
              <a:rect l="l" t="t" r="r" b="b"/>
              <a:pathLst>
                <a:path w="495" h="495" extrusionOk="0">
                  <a:moveTo>
                    <a:pt x="250" y="1"/>
                  </a:moveTo>
                  <a:cubicBezTo>
                    <a:pt x="107" y="1"/>
                    <a:pt x="0" y="107"/>
                    <a:pt x="0" y="250"/>
                  </a:cubicBezTo>
                  <a:cubicBezTo>
                    <a:pt x="0" y="388"/>
                    <a:pt x="107" y="494"/>
                    <a:pt x="250" y="494"/>
                  </a:cubicBezTo>
                  <a:cubicBezTo>
                    <a:pt x="388" y="494"/>
                    <a:pt x="494" y="388"/>
                    <a:pt x="494" y="250"/>
                  </a:cubicBezTo>
                  <a:cubicBezTo>
                    <a:pt x="494" y="107"/>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0" name="Google Shape;9760;p14"/>
            <p:cNvSpPr/>
            <p:nvPr/>
          </p:nvSpPr>
          <p:spPr>
            <a:xfrm>
              <a:off x="676400" y="4228525"/>
              <a:ext cx="12600" cy="12575"/>
            </a:xfrm>
            <a:custGeom>
              <a:avLst/>
              <a:gdLst/>
              <a:ahLst/>
              <a:cxnLst/>
              <a:rect l="l" t="t" r="r" b="b"/>
              <a:pathLst>
                <a:path w="504" h="503" extrusionOk="0">
                  <a:moveTo>
                    <a:pt x="252" y="0"/>
                  </a:moveTo>
                  <a:cubicBezTo>
                    <a:pt x="116" y="0"/>
                    <a:pt x="1" y="116"/>
                    <a:pt x="1" y="252"/>
                  </a:cubicBezTo>
                  <a:cubicBezTo>
                    <a:pt x="1" y="388"/>
                    <a:pt x="116" y="503"/>
                    <a:pt x="252" y="503"/>
                  </a:cubicBezTo>
                  <a:cubicBezTo>
                    <a:pt x="388" y="503"/>
                    <a:pt x="503" y="388"/>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1" name="Google Shape;9761;p14"/>
            <p:cNvSpPr/>
            <p:nvPr/>
          </p:nvSpPr>
          <p:spPr>
            <a:xfrm>
              <a:off x="768325" y="4228525"/>
              <a:ext cx="12400" cy="12575"/>
            </a:xfrm>
            <a:custGeom>
              <a:avLst/>
              <a:gdLst/>
              <a:ahLst/>
              <a:cxnLst/>
              <a:rect l="l" t="t" r="r" b="b"/>
              <a:pathLst>
                <a:path w="496" h="503" extrusionOk="0">
                  <a:moveTo>
                    <a:pt x="245" y="0"/>
                  </a:moveTo>
                  <a:cubicBezTo>
                    <a:pt x="109" y="0"/>
                    <a:pt x="0" y="116"/>
                    <a:pt x="0" y="252"/>
                  </a:cubicBezTo>
                  <a:cubicBezTo>
                    <a:pt x="0" y="388"/>
                    <a:pt x="109" y="503"/>
                    <a:pt x="245" y="503"/>
                  </a:cubicBezTo>
                  <a:cubicBezTo>
                    <a:pt x="388" y="503"/>
                    <a:pt x="496" y="388"/>
                    <a:pt x="496" y="252"/>
                  </a:cubicBezTo>
                  <a:cubicBezTo>
                    <a:pt x="496" y="116"/>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2" name="Google Shape;9762;p14"/>
            <p:cNvSpPr/>
            <p:nvPr/>
          </p:nvSpPr>
          <p:spPr>
            <a:xfrm>
              <a:off x="860125" y="4228525"/>
              <a:ext cx="12525" cy="12575"/>
            </a:xfrm>
            <a:custGeom>
              <a:avLst/>
              <a:gdLst/>
              <a:ahLst/>
              <a:cxnLst/>
              <a:rect l="l" t="t" r="r" b="b"/>
              <a:pathLst>
                <a:path w="501" h="503" extrusionOk="0">
                  <a:moveTo>
                    <a:pt x="251" y="0"/>
                  </a:moveTo>
                  <a:cubicBezTo>
                    <a:pt x="114" y="0"/>
                    <a:pt x="0" y="116"/>
                    <a:pt x="0" y="252"/>
                  </a:cubicBezTo>
                  <a:cubicBezTo>
                    <a:pt x="0" y="388"/>
                    <a:pt x="114" y="503"/>
                    <a:pt x="251" y="503"/>
                  </a:cubicBezTo>
                  <a:cubicBezTo>
                    <a:pt x="387" y="503"/>
                    <a:pt x="501" y="388"/>
                    <a:pt x="501" y="252"/>
                  </a:cubicBezTo>
                  <a:cubicBezTo>
                    <a:pt x="501"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3" name="Google Shape;9763;p14"/>
            <p:cNvSpPr/>
            <p:nvPr/>
          </p:nvSpPr>
          <p:spPr>
            <a:xfrm>
              <a:off x="951850" y="4228525"/>
              <a:ext cx="12600" cy="12575"/>
            </a:xfrm>
            <a:custGeom>
              <a:avLst/>
              <a:gdLst/>
              <a:ahLst/>
              <a:cxnLst/>
              <a:rect l="l" t="t" r="r" b="b"/>
              <a:pathLst>
                <a:path w="504" h="503" extrusionOk="0">
                  <a:moveTo>
                    <a:pt x="252" y="0"/>
                  </a:moveTo>
                  <a:cubicBezTo>
                    <a:pt x="116" y="0"/>
                    <a:pt x="1" y="116"/>
                    <a:pt x="1" y="252"/>
                  </a:cubicBezTo>
                  <a:cubicBezTo>
                    <a:pt x="1" y="388"/>
                    <a:pt x="116" y="503"/>
                    <a:pt x="252" y="503"/>
                  </a:cubicBezTo>
                  <a:cubicBezTo>
                    <a:pt x="388" y="503"/>
                    <a:pt x="503" y="388"/>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4" name="Google Shape;9764;p14"/>
            <p:cNvSpPr/>
            <p:nvPr/>
          </p:nvSpPr>
          <p:spPr>
            <a:xfrm>
              <a:off x="1043825" y="4228525"/>
              <a:ext cx="12375" cy="12575"/>
            </a:xfrm>
            <a:custGeom>
              <a:avLst/>
              <a:gdLst/>
              <a:ahLst/>
              <a:cxnLst/>
              <a:rect l="l" t="t" r="r" b="b"/>
              <a:pathLst>
                <a:path w="495" h="503" extrusionOk="0">
                  <a:moveTo>
                    <a:pt x="250" y="0"/>
                  </a:moveTo>
                  <a:cubicBezTo>
                    <a:pt x="107" y="0"/>
                    <a:pt x="0" y="116"/>
                    <a:pt x="0" y="252"/>
                  </a:cubicBezTo>
                  <a:cubicBezTo>
                    <a:pt x="0" y="388"/>
                    <a:pt x="107" y="503"/>
                    <a:pt x="250" y="503"/>
                  </a:cubicBezTo>
                  <a:cubicBezTo>
                    <a:pt x="388" y="503"/>
                    <a:pt x="494" y="388"/>
                    <a:pt x="494" y="252"/>
                  </a:cubicBezTo>
                  <a:cubicBezTo>
                    <a:pt x="494"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14"/>
            <p:cNvSpPr/>
            <p:nvPr/>
          </p:nvSpPr>
          <p:spPr>
            <a:xfrm>
              <a:off x="1135575" y="4228525"/>
              <a:ext cx="12575" cy="12575"/>
            </a:xfrm>
            <a:custGeom>
              <a:avLst/>
              <a:gdLst/>
              <a:ahLst/>
              <a:cxnLst/>
              <a:rect l="l" t="t" r="r" b="b"/>
              <a:pathLst>
                <a:path w="503" h="503" extrusionOk="0">
                  <a:moveTo>
                    <a:pt x="252" y="0"/>
                  </a:moveTo>
                  <a:cubicBezTo>
                    <a:pt x="116" y="0"/>
                    <a:pt x="0" y="116"/>
                    <a:pt x="0" y="252"/>
                  </a:cubicBezTo>
                  <a:cubicBezTo>
                    <a:pt x="0" y="388"/>
                    <a:pt x="116" y="503"/>
                    <a:pt x="252" y="503"/>
                  </a:cubicBezTo>
                  <a:cubicBezTo>
                    <a:pt x="387" y="503"/>
                    <a:pt x="503" y="388"/>
                    <a:pt x="503" y="252"/>
                  </a:cubicBezTo>
                  <a:cubicBezTo>
                    <a:pt x="503"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14"/>
            <p:cNvSpPr/>
            <p:nvPr/>
          </p:nvSpPr>
          <p:spPr>
            <a:xfrm>
              <a:off x="1227500" y="4228525"/>
              <a:ext cx="12400" cy="12575"/>
            </a:xfrm>
            <a:custGeom>
              <a:avLst/>
              <a:gdLst/>
              <a:ahLst/>
              <a:cxnLst/>
              <a:rect l="l" t="t" r="r" b="b"/>
              <a:pathLst>
                <a:path w="496" h="503" extrusionOk="0">
                  <a:moveTo>
                    <a:pt x="251" y="0"/>
                  </a:moveTo>
                  <a:cubicBezTo>
                    <a:pt x="109" y="0"/>
                    <a:pt x="0" y="116"/>
                    <a:pt x="0" y="252"/>
                  </a:cubicBezTo>
                  <a:cubicBezTo>
                    <a:pt x="0" y="388"/>
                    <a:pt x="109" y="503"/>
                    <a:pt x="251" y="503"/>
                  </a:cubicBezTo>
                  <a:cubicBezTo>
                    <a:pt x="387" y="503"/>
                    <a:pt x="496" y="388"/>
                    <a:pt x="496" y="252"/>
                  </a:cubicBezTo>
                  <a:cubicBezTo>
                    <a:pt x="496"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7" name="Google Shape;9767;p14"/>
            <p:cNvSpPr/>
            <p:nvPr/>
          </p:nvSpPr>
          <p:spPr>
            <a:xfrm>
              <a:off x="1319275" y="4228525"/>
              <a:ext cx="12550" cy="12575"/>
            </a:xfrm>
            <a:custGeom>
              <a:avLst/>
              <a:gdLst/>
              <a:ahLst/>
              <a:cxnLst/>
              <a:rect l="l" t="t" r="r" b="b"/>
              <a:pathLst>
                <a:path w="502" h="503" extrusionOk="0">
                  <a:moveTo>
                    <a:pt x="252" y="0"/>
                  </a:moveTo>
                  <a:cubicBezTo>
                    <a:pt x="114" y="0"/>
                    <a:pt x="1" y="116"/>
                    <a:pt x="1" y="252"/>
                  </a:cubicBezTo>
                  <a:cubicBezTo>
                    <a:pt x="1" y="388"/>
                    <a:pt x="114" y="503"/>
                    <a:pt x="252" y="503"/>
                  </a:cubicBezTo>
                  <a:cubicBezTo>
                    <a:pt x="388" y="503"/>
                    <a:pt x="501" y="388"/>
                    <a:pt x="501" y="252"/>
                  </a:cubicBezTo>
                  <a:cubicBezTo>
                    <a:pt x="501"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8" name="Google Shape;9768;p14"/>
            <p:cNvSpPr/>
            <p:nvPr/>
          </p:nvSpPr>
          <p:spPr>
            <a:xfrm>
              <a:off x="1411200" y="4228525"/>
              <a:ext cx="12425" cy="12575"/>
            </a:xfrm>
            <a:custGeom>
              <a:avLst/>
              <a:gdLst/>
              <a:ahLst/>
              <a:cxnLst/>
              <a:rect l="l" t="t" r="r" b="b"/>
              <a:pathLst>
                <a:path w="497" h="503" extrusionOk="0">
                  <a:moveTo>
                    <a:pt x="245" y="0"/>
                  </a:moveTo>
                  <a:cubicBezTo>
                    <a:pt x="109" y="0"/>
                    <a:pt x="1" y="116"/>
                    <a:pt x="1" y="252"/>
                  </a:cubicBezTo>
                  <a:cubicBezTo>
                    <a:pt x="1" y="388"/>
                    <a:pt x="109" y="503"/>
                    <a:pt x="245" y="503"/>
                  </a:cubicBezTo>
                  <a:cubicBezTo>
                    <a:pt x="388" y="503"/>
                    <a:pt x="496" y="388"/>
                    <a:pt x="496" y="252"/>
                  </a:cubicBezTo>
                  <a:cubicBezTo>
                    <a:pt x="496" y="116"/>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9" name="Google Shape;9769;p14"/>
            <p:cNvSpPr/>
            <p:nvPr/>
          </p:nvSpPr>
          <p:spPr>
            <a:xfrm>
              <a:off x="1503000" y="4228525"/>
              <a:ext cx="12525" cy="12575"/>
            </a:xfrm>
            <a:custGeom>
              <a:avLst/>
              <a:gdLst/>
              <a:ahLst/>
              <a:cxnLst/>
              <a:rect l="l" t="t" r="r" b="b"/>
              <a:pathLst>
                <a:path w="501" h="503" extrusionOk="0">
                  <a:moveTo>
                    <a:pt x="250" y="0"/>
                  </a:moveTo>
                  <a:cubicBezTo>
                    <a:pt x="114" y="0"/>
                    <a:pt x="0" y="116"/>
                    <a:pt x="0" y="252"/>
                  </a:cubicBezTo>
                  <a:cubicBezTo>
                    <a:pt x="0" y="388"/>
                    <a:pt x="114" y="503"/>
                    <a:pt x="250" y="503"/>
                  </a:cubicBezTo>
                  <a:cubicBezTo>
                    <a:pt x="387" y="503"/>
                    <a:pt x="501" y="388"/>
                    <a:pt x="501" y="252"/>
                  </a:cubicBezTo>
                  <a:cubicBezTo>
                    <a:pt x="501" y="116"/>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0" name="Google Shape;9770;p14"/>
            <p:cNvSpPr/>
            <p:nvPr/>
          </p:nvSpPr>
          <p:spPr>
            <a:xfrm>
              <a:off x="1594750" y="4228525"/>
              <a:ext cx="12575" cy="12575"/>
            </a:xfrm>
            <a:custGeom>
              <a:avLst/>
              <a:gdLst/>
              <a:ahLst/>
              <a:cxnLst/>
              <a:rect l="l" t="t" r="r" b="b"/>
              <a:pathLst>
                <a:path w="503" h="503" extrusionOk="0">
                  <a:moveTo>
                    <a:pt x="251" y="0"/>
                  </a:moveTo>
                  <a:cubicBezTo>
                    <a:pt x="115" y="0"/>
                    <a:pt x="0" y="116"/>
                    <a:pt x="0" y="252"/>
                  </a:cubicBezTo>
                  <a:cubicBezTo>
                    <a:pt x="0" y="388"/>
                    <a:pt x="115" y="503"/>
                    <a:pt x="251" y="503"/>
                  </a:cubicBezTo>
                  <a:cubicBezTo>
                    <a:pt x="394" y="503"/>
                    <a:pt x="503" y="388"/>
                    <a:pt x="503" y="252"/>
                  </a:cubicBezTo>
                  <a:cubicBezTo>
                    <a:pt x="503" y="116"/>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1" name="Google Shape;9771;p14"/>
            <p:cNvSpPr/>
            <p:nvPr/>
          </p:nvSpPr>
          <p:spPr>
            <a:xfrm>
              <a:off x="1686650" y="4228525"/>
              <a:ext cx="12600" cy="12575"/>
            </a:xfrm>
            <a:custGeom>
              <a:avLst/>
              <a:gdLst/>
              <a:ahLst/>
              <a:cxnLst/>
              <a:rect l="l" t="t" r="r" b="b"/>
              <a:pathLst>
                <a:path w="504" h="503" extrusionOk="0">
                  <a:moveTo>
                    <a:pt x="252" y="0"/>
                  </a:moveTo>
                  <a:cubicBezTo>
                    <a:pt x="116" y="0"/>
                    <a:pt x="1" y="116"/>
                    <a:pt x="1" y="252"/>
                  </a:cubicBezTo>
                  <a:cubicBezTo>
                    <a:pt x="1" y="388"/>
                    <a:pt x="116" y="503"/>
                    <a:pt x="252" y="503"/>
                  </a:cubicBezTo>
                  <a:cubicBezTo>
                    <a:pt x="388" y="503"/>
                    <a:pt x="503" y="388"/>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2" name="Google Shape;9772;p14"/>
            <p:cNvSpPr/>
            <p:nvPr/>
          </p:nvSpPr>
          <p:spPr>
            <a:xfrm>
              <a:off x="1778450" y="4228525"/>
              <a:ext cx="12550" cy="12575"/>
            </a:xfrm>
            <a:custGeom>
              <a:avLst/>
              <a:gdLst/>
              <a:ahLst/>
              <a:cxnLst/>
              <a:rect l="l" t="t" r="r" b="b"/>
              <a:pathLst>
                <a:path w="502" h="503" extrusionOk="0">
                  <a:moveTo>
                    <a:pt x="252" y="0"/>
                  </a:moveTo>
                  <a:cubicBezTo>
                    <a:pt x="114" y="0"/>
                    <a:pt x="1" y="116"/>
                    <a:pt x="1" y="252"/>
                  </a:cubicBezTo>
                  <a:cubicBezTo>
                    <a:pt x="1" y="388"/>
                    <a:pt x="114" y="503"/>
                    <a:pt x="252" y="503"/>
                  </a:cubicBezTo>
                  <a:cubicBezTo>
                    <a:pt x="388" y="503"/>
                    <a:pt x="501" y="388"/>
                    <a:pt x="501" y="252"/>
                  </a:cubicBezTo>
                  <a:cubicBezTo>
                    <a:pt x="501"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3" name="Google Shape;9773;p14"/>
            <p:cNvSpPr/>
            <p:nvPr/>
          </p:nvSpPr>
          <p:spPr>
            <a:xfrm>
              <a:off x="1870375" y="4228525"/>
              <a:ext cx="12400" cy="12575"/>
            </a:xfrm>
            <a:custGeom>
              <a:avLst/>
              <a:gdLst/>
              <a:ahLst/>
              <a:cxnLst/>
              <a:rect l="l" t="t" r="r" b="b"/>
              <a:pathLst>
                <a:path w="496" h="503" extrusionOk="0">
                  <a:moveTo>
                    <a:pt x="252" y="0"/>
                  </a:moveTo>
                  <a:cubicBezTo>
                    <a:pt x="109" y="0"/>
                    <a:pt x="0" y="116"/>
                    <a:pt x="0" y="252"/>
                  </a:cubicBezTo>
                  <a:cubicBezTo>
                    <a:pt x="0" y="388"/>
                    <a:pt x="109" y="503"/>
                    <a:pt x="252" y="503"/>
                  </a:cubicBezTo>
                  <a:cubicBezTo>
                    <a:pt x="387" y="503"/>
                    <a:pt x="496" y="388"/>
                    <a:pt x="496" y="252"/>
                  </a:cubicBezTo>
                  <a:cubicBezTo>
                    <a:pt x="496"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4" name="Google Shape;9774;p14"/>
            <p:cNvSpPr/>
            <p:nvPr/>
          </p:nvSpPr>
          <p:spPr>
            <a:xfrm>
              <a:off x="1962150" y="4228525"/>
              <a:ext cx="12550" cy="12575"/>
            </a:xfrm>
            <a:custGeom>
              <a:avLst/>
              <a:gdLst/>
              <a:ahLst/>
              <a:cxnLst/>
              <a:rect l="l" t="t" r="r" b="b"/>
              <a:pathLst>
                <a:path w="502" h="503" extrusionOk="0">
                  <a:moveTo>
                    <a:pt x="250" y="0"/>
                  </a:moveTo>
                  <a:cubicBezTo>
                    <a:pt x="114" y="0"/>
                    <a:pt x="1" y="116"/>
                    <a:pt x="1" y="252"/>
                  </a:cubicBezTo>
                  <a:cubicBezTo>
                    <a:pt x="1" y="388"/>
                    <a:pt x="114" y="503"/>
                    <a:pt x="250" y="503"/>
                  </a:cubicBezTo>
                  <a:cubicBezTo>
                    <a:pt x="388" y="503"/>
                    <a:pt x="502" y="388"/>
                    <a:pt x="502" y="252"/>
                  </a:cubicBezTo>
                  <a:cubicBezTo>
                    <a:pt x="502"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14"/>
            <p:cNvSpPr/>
            <p:nvPr/>
          </p:nvSpPr>
          <p:spPr>
            <a:xfrm>
              <a:off x="2054075" y="4228525"/>
              <a:ext cx="12425" cy="12575"/>
            </a:xfrm>
            <a:custGeom>
              <a:avLst/>
              <a:gdLst/>
              <a:ahLst/>
              <a:cxnLst/>
              <a:rect l="l" t="t" r="r" b="b"/>
              <a:pathLst>
                <a:path w="497" h="503" extrusionOk="0">
                  <a:moveTo>
                    <a:pt x="252" y="0"/>
                  </a:moveTo>
                  <a:cubicBezTo>
                    <a:pt x="109" y="0"/>
                    <a:pt x="1" y="116"/>
                    <a:pt x="1" y="252"/>
                  </a:cubicBezTo>
                  <a:cubicBezTo>
                    <a:pt x="1" y="388"/>
                    <a:pt x="109" y="503"/>
                    <a:pt x="252" y="503"/>
                  </a:cubicBezTo>
                  <a:cubicBezTo>
                    <a:pt x="388" y="503"/>
                    <a:pt x="496" y="388"/>
                    <a:pt x="496" y="252"/>
                  </a:cubicBezTo>
                  <a:cubicBezTo>
                    <a:pt x="496"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6" name="Google Shape;9776;p14"/>
            <p:cNvSpPr/>
            <p:nvPr/>
          </p:nvSpPr>
          <p:spPr>
            <a:xfrm>
              <a:off x="2145825" y="4228525"/>
              <a:ext cx="12600" cy="12575"/>
            </a:xfrm>
            <a:custGeom>
              <a:avLst/>
              <a:gdLst/>
              <a:ahLst/>
              <a:cxnLst/>
              <a:rect l="l" t="t" r="r" b="b"/>
              <a:pathLst>
                <a:path w="504" h="503" extrusionOk="0">
                  <a:moveTo>
                    <a:pt x="252" y="0"/>
                  </a:moveTo>
                  <a:cubicBezTo>
                    <a:pt x="116" y="0"/>
                    <a:pt x="1" y="116"/>
                    <a:pt x="1" y="252"/>
                  </a:cubicBezTo>
                  <a:cubicBezTo>
                    <a:pt x="1" y="388"/>
                    <a:pt x="116" y="503"/>
                    <a:pt x="252" y="503"/>
                  </a:cubicBezTo>
                  <a:cubicBezTo>
                    <a:pt x="388" y="503"/>
                    <a:pt x="503" y="388"/>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7" name="Google Shape;9777;p14"/>
            <p:cNvSpPr/>
            <p:nvPr/>
          </p:nvSpPr>
          <p:spPr>
            <a:xfrm>
              <a:off x="2237800" y="4228525"/>
              <a:ext cx="12350" cy="12575"/>
            </a:xfrm>
            <a:custGeom>
              <a:avLst/>
              <a:gdLst/>
              <a:ahLst/>
              <a:cxnLst/>
              <a:rect l="l" t="t" r="r" b="b"/>
              <a:pathLst>
                <a:path w="494" h="503" extrusionOk="0">
                  <a:moveTo>
                    <a:pt x="244" y="0"/>
                  </a:moveTo>
                  <a:cubicBezTo>
                    <a:pt x="107" y="0"/>
                    <a:pt x="0" y="116"/>
                    <a:pt x="0" y="252"/>
                  </a:cubicBezTo>
                  <a:cubicBezTo>
                    <a:pt x="0" y="388"/>
                    <a:pt x="107" y="503"/>
                    <a:pt x="244" y="503"/>
                  </a:cubicBezTo>
                  <a:cubicBezTo>
                    <a:pt x="387" y="503"/>
                    <a:pt x="494" y="388"/>
                    <a:pt x="494" y="252"/>
                  </a:cubicBezTo>
                  <a:cubicBezTo>
                    <a:pt x="494" y="116"/>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8" name="Google Shape;9778;p14"/>
            <p:cNvSpPr/>
            <p:nvPr/>
          </p:nvSpPr>
          <p:spPr>
            <a:xfrm>
              <a:off x="2329550" y="4228525"/>
              <a:ext cx="12575" cy="12575"/>
            </a:xfrm>
            <a:custGeom>
              <a:avLst/>
              <a:gdLst/>
              <a:ahLst/>
              <a:cxnLst/>
              <a:rect l="l" t="t" r="r" b="b"/>
              <a:pathLst>
                <a:path w="503" h="503" extrusionOk="0">
                  <a:moveTo>
                    <a:pt x="251" y="0"/>
                  </a:moveTo>
                  <a:cubicBezTo>
                    <a:pt x="115" y="0"/>
                    <a:pt x="0" y="116"/>
                    <a:pt x="0" y="252"/>
                  </a:cubicBezTo>
                  <a:cubicBezTo>
                    <a:pt x="0" y="388"/>
                    <a:pt x="115" y="503"/>
                    <a:pt x="251" y="503"/>
                  </a:cubicBezTo>
                  <a:cubicBezTo>
                    <a:pt x="387" y="503"/>
                    <a:pt x="502" y="388"/>
                    <a:pt x="502" y="252"/>
                  </a:cubicBezTo>
                  <a:cubicBezTo>
                    <a:pt x="502"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9" name="Google Shape;9779;p14"/>
            <p:cNvSpPr/>
            <p:nvPr/>
          </p:nvSpPr>
          <p:spPr>
            <a:xfrm>
              <a:off x="2421325" y="4228525"/>
              <a:ext cx="12550" cy="12575"/>
            </a:xfrm>
            <a:custGeom>
              <a:avLst/>
              <a:gdLst/>
              <a:ahLst/>
              <a:cxnLst/>
              <a:rect l="l" t="t" r="r" b="b"/>
              <a:pathLst>
                <a:path w="502" h="503" extrusionOk="0">
                  <a:moveTo>
                    <a:pt x="250" y="0"/>
                  </a:moveTo>
                  <a:cubicBezTo>
                    <a:pt x="114" y="0"/>
                    <a:pt x="1" y="116"/>
                    <a:pt x="1" y="252"/>
                  </a:cubicBezTo>
                  <a:cubicBezTo>
                    <a:pt x="1" y="388"/>
                    <a:pt x="114" y="503"/>
                    <a:pt x="250" y="503"/>
                  </a:cubicBezTo>
                  <a:cubicBezTo>
                    <a:pt x="395" y="503"/>
                    <a:pt x="501" y="388"/>
                    <a:pt x="501" y="252"/>
                  </a:cubicBezTo>
                  <a:cubicBezTo>
                    <a:pt x="501" y="116"/>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0" name="Google Shape;9780;p14"/>
            <p:cNvSpPr/>
            <p:nvPr/>
          </p:nvSpPr>
          <p:spPr>
            <a:xfrm>
              <a:off x="2513250" y="4228525"/>
              <a:ext cx="12575" cy="12575"/>
            </a:xfrm>
            <a:custGeom>
              <a:avLst/>
              <a:gdLst/>
              <a:ahLst/>
              <a:cxnLst/>
              <a:rect l="l" t="t" r="r" b="b"/>
              <a:pathLst>
                <a:path w="503" h="503" extrusionOk="0">
                  <a:moveTo>
                    <a:pt x="252" y="0"/>
                  </a:moveTo>
                  <a:cubicBezTo>
                    <a:pt x="109" y="0"/>
                    <a:pt x="0" y="116"/>
                    <a:pt x="0" y="252"/>
                  </a:cubicBezTo>
                  <a:cubicBezTo>
                    <a:pt x="0" y="388"/>
                    <a:pt x="109" y="503"/>
                    <a:pt x="252" y="503"/>
                  </a:cubicBezTo>
                  <a:cubicBezTo>
                    <a:pt x="388" y="503"/>
                    <a:pt x="503" y="388"/>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1" name="Google Shape;9781;p14"/>
            <p:cNvSpPr/>
            <p:nvPr/>
          </p:nvSpPr>
          <p:spPr>
            <a:xfrm>
              <a:off x="2605000" y="4228525"/>
              <a:ext cx="12575" cy="12575"/>
            </a:xfrm>
            <a:custGeom>
              <a:avLst/>
              <a:gdLst/>
              <a:ahLst/>
              <a:cxnLst/>
              <a:rect l="l" t="t" r="r" b="b"/>
              <a:pathLst>
                <a:path w="503" h="503" extrusionOk="0">
                  <a:moveTo>
                    <a:pt x="252" y="0"/>
                  </a:moveTo>
                  <a:cubicBezTo>
                    <a:pt x="116" y="0"/>
                    <a:pt x="0" y="116"/>
                    <a:pt x="0" y="252"/>
                  </a:cubicBezTo>
                  <a:cubicBezTo>
                    <a:pt x="0" y="388"/>
                    <a:pt x="116" y="503"/>
                    <a:pt x="252" y="503"/>
                  </a:cubicBezTo>
                  <a:cubicBezTo>
                    <a:pt x="387" y="503"/>
                    <a:pt x="503" y="388"/>
                    <a:pt x="503" y="252"/>
                  </a:cubicBezTo>
                  <a:cubicBezTo>
                    <a:pt x="503"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2" name="Google Shape;9782;p14"/>
            <p:cNvSpPr/>
            <p:nvPr/>
          </p:nvSpPr>
          <p:spPr>
            <a:xfrm>
              <a:off x="2696950" y="4228525"/>
              <a:ext cx="12375" cy="12575"/>
            </a:xfrm>
            <a:custGeom>
              <a:avLst/>
              <a:gdLst/>
              <a:ahLst/>
              <a:cxnLst/>
              <a:rect l="l" t="t" r="r" b="b"/>
              <a:pathLst>
                <a:path w="495" h="503" extrusionOk="0">
                  <a:moveTo>
                    <a:pt x="252" y="0"/>
                  </a:moveTo>
                  <a:cubicBezTo>
                    <a:pt x="108" y="0"/>
                    <a:pt x="1" y="116"/>
                    <a:pt x="1" y="252"/>
                  </a:cubicBezTo>
                  <a:cubicBezTo>
                    <a:pt x="1" y="388"/>
                    <a:pt x="108" y="503"/>
                    <a:pt x="252" y="503"/>
                  </a:cubicBezTo>
                  <a:cubicBezTo>
                    <a:pt x="388" y="503"/>
                    <a:pt x="495" y="388"/>
                    <a:pt x="495" y="252"/>
                  </a:cubicBezTo>
                  <a:cubicBezTo>
                    <a:pt x="495"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3" name="Google Shape;9783;p14"/>
            <p:cNvSpPr/>
            <p:nvPr/>
          </p:nvSpPr>
          <p:spPr>
            <a:xfrm>
              <a:off x="2788700" y="4228525"/>
              <a:ext cx="12600" cy="12575"/>
            </a:xfrm>
            <a:custGeom>
              <a:avLst/>
              <a:gdLst/>
              <a:ahLst/>
              <a:cxnLst/>
              <a:rect l="l" t="t" r="r" b="b"/>
              <a:pathLst>
                <a:path w="504" h="503" extrusionOk="0">
                  <a:moveTo>
                    <a:pt x="252" y="0"/>
                  </a:moveTo>
                  <a:cubicBezTo>
                    <a:pt x="116" y="0"/>
                    <a:pt x="1" y="116"/>
                    <a:pt x="1" y="252"/>
                  </a:cubicBezTo>
                  <a:cubicBezTo>
                    <a:pt x="1" y="388"/>
                    <a:pt x="116" y="503"/>
                    <a:pt x="252" y="503"/>
                  </a:cubicBezTo>
                  <a:cubicBezTo>
                    <a:pt x="388" y="503"/>
                    <a:pt x="503" y="388"/>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4" name="Google Shape;9784;p14"/>
            <p:cNvSpPr/>
            <p:nvPr/>
          </p:nvSpPr>
          <p:spPr>
            <a:xfrm>
              <a:off x="2880675" y="4228525"/>
              <a:ext cx="12375" cy="12575"/>
            </a:xfrm>
            <a:custGeom>
              <a:avLst/>
              <a:gdLst/>
              <a:ahLst/>
              <a:cxnLst/>
              <a:rect l="l" t="t" r="r" b="b"/>
              <a:pathLst>
                <a:path w="495" h="503" extrusionOk="0">
                  <a:moveTo>
                    <a:pt x="243" y="0"/>
                  </a:moveTo>
                  <a:cubicBezTo>
                    <a:pt x="107" y="0"/>
                    <a:pt x="0" y="116"/>
                    <a:pt x="0" y="252"/>
                  </a:cubicBezTo>
                  <a:cubicBezTo>
                    <a:pt x="0" y="388"/>
                    <a:pt x="107" y="503"/>
                    <a:pt x="243" y="503"/>
                  </a:cubicBezTo>
                  <a:cubicBezTo>
                    <a:pt x="387" y="503"/>
                    <a:pt x="494" y="388"/>
                    <a:pt x="494" y="252"/>
                  </a:cubicBezTo>
                  <a:cubicBezTo>
                    <a:pt x="494" y="116"/>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5" name="Google Shape;9785;p14"/>
            <p:cNvSpPr/>
            <p:nvPr/>
          </p:nvSpPr>
          <p:spPr>
            <a:xfrm>
              <a:off x="2972425" y="4228525"/>
              <a:ext cx="12575" cy="12575"/>
            </a:xfrm>
            <a:custGeom>
              <a:avLst/>
              <a:gdLst/>
              <a:ahLst/>
              <a:cxnLst/>
              <a:rect l="l" t="t" r="r" b="b"/>
              <a:pathLst>
                <a:path w="503" h="503" extrusionOk="0">
                  <a:moveTo>
                    <a:pt x="251" y="0"/>
                  </a:moveTo>
                  <a:cubicBezTo>
                    <a:pt x="115" y="0"/>
                    <a:pt x="0" y="116"/>
                    <a:pt x="0" y="252"/>
                  </a:cubicBezTo>
                  <a:cubicBezTo>
                    <a:pt x="0" y="388"/>
                    <a:pt x="115" y="503"/>
                    <a:pt x="251" y="503"/>
                  </a:cubicBezTo>
                  <a:cubicBezTo>
                    <a:pt x="387" y="503"/>
                    <a:pt x="503" y="388"/>
                    <a:pt x="503" y="252"/>
                  </a:cubicBezTo>
                  <a:cubicBezTo>
                    <a:pt x="503"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6" name="Google Shape;9786;p14"/>
            <p:cNvSpPr/>
            <p:nvPr/>
          </p:nvSpPr>
          <p:spPr>
            <a:xfrm>
              <a:off x="3064375" y="4228525"/>
              <a:ext cx="12375" cy="12575"/>
            </a:xfrm>
            <a:custGeom>
              <a:avLst/>
              <a:gdLst/>
              <a:ahLst/>
              <a:cxnLst/>
              <a:rect l="l" t="t" r="r" b="b"/>
              <a:pathLst>
                <a:path w="495" h="503" extrusionOk="0">
                  <a:moveTo>
                    <a:pt x="243" y="0"/>
                  </a:moveTo>
                  <a:cubicBezTo>
                    <a:pt x="107" y="0"/>
                    <a:pt x="1" y="116"/>
                    <a:pt x="1" y="252"/>
                  </a:cubicBezTo>
                  <a:cubicBezTo>
                    <a:pt x="1" y="388"/>
                    <a:pt x="107" y="503"/>
                    <a:pt x="243" y="503"/>
                  </a:cubicBezTo>
                  <a:cubicBezTo>
                    <a:pt x="388" y="503"/>
                    <a:pt x="495" y="388"/>
                    <a:pt x="495" y="252"/>
                  </a:cubicBezTo>
                  <a:cubicBezTo>
                    <a:pt x="495" y="116"/>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7" name="Google Shape;9787;p14"/>
            <p:cNvSpPr/>
            <p:nvPr/>
          </p:nvSpPr>
          <p:spPr>
            <a:xfrm>
              <a:off x="3156125" y="4228525"/>
              <a:ext cx="12600" cy="12575"/>
            </a:xfrm>
            <a:custGeom>
              <a:avLst/>
              <a:gdLst/>
              <a:ahLst/>
              <a:cxnLst/>
              <a:rect l="l" t="t" r="r" b="b"/>
              <a:pathLst>
                <a:path w="504" h="503" extrusionOk="0">
                  <a:moveTo>
                    <a:pt x="252" y="0"/>
                  </a:moveTo>
                  <a:cubicBezTo>
                    <a:pt x="116" y="0"/>
                    <a:pt x="1" y="116"/>
                    <a:pt x="1" y="252"/>
                  </a:cubicBezTo>
                  <a:cubicBezTo>
                    <a:pt x="1" y="388"/>
                    <a:pt x="116" y="503"/>
                    <a:pt x="252" y="503"/>
                  </a:cubicBezTo>
                  <a:cubicBezTo>
                    <a:pt x="388" y="503"/>
                    <a:pt x="503" y="388"/>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8" name="Google Shape;9788;p14"/>
            <p:cNvSpPr/>
            <p:nvPr/>
          </p:nvSpPr>
          <p:spPr>
            <a:xfrm>
              <a:off x="3247875" y="4228525"/>
              <a:ext cx="12575" cy="12575"/>
            </a:xfrm>
            <a:custGeom>
              <a:avLst/>
              <a:gdLst/>
              <a:ahLst/>
              <a:cxnLst/>
              <a:rect l="l" t="t" r="r" b="b"/>
              <a:pathLst>
                <a:path w="503" h="503" extrusionOk="0">
                  <a:moveTo>
                    <a:pt x="252" y="0"/>
                  </a:moveTo>
                  <a:cubicBezTo>
                    <a:pt x="116" y="0"/>
                    <a:pt x="1" y="116"/>
                    <a:pt x="1" y="252"/>
                  </a:cubicBezTo>
                  <a:cubicBezTo>
                    <a:pt x="1" y="388"/>
                    <a:pt x="116" y="503"/>
                    <a:pt x="252" y="503"/>
                  </a:cubicBezTo>
                  <a:cubicBezTo>
                    <a:pt x="388" y="503"/>
                    <a:pt x="503" y="388"/>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9" name="Google Shape;9789;p14"/>
            <p:cNvSpPr/>
            <p:nvPr/>
          </p:nvSpPr>
          <p:spPr>
            <a:xfrm>
              <a:off x="3339850" y="4228525"/>
              <a:ext cx="12525" cy="12575"/>
            </a:xfrm>
            <a:custGeom>
              <a:avLst/>
              <a:gdLst/>
              <a:ahLst/>
              <a:cxnLst/>
              <a:rect l="l" t="t" r="r" b="b"/>
              <a:pathLst>
                <a:path w="501" h="503" extrusionOk="0">
                  <a:moveTo>
                    <a:pt x="251" y="0"/>
                  </a:moveTo>
                  <a:cubicBezTo>
                    <a:pt x="107" y="0"/>
                    <a:pt x="0" y="116"/>
                    <a:pt x="0" y="252"/>
                  </a:cubicBezTo>
                  <a:cubicBezTo>
                    <a:pt x="0" y="388"/>
                    <a:pt x="107" y="503"/>
                    <a:pt x="251" y="503"/>
                  </a:cubicBezTo>
                  <a:cubicBezTo>
                    <a:pt x="387" y="503"/>
                    <a:pt x="501" y="388"/>
                    <a:pt x="501" y="252"/>
                  </a:cubicBezTo>
                  <a:cubicBezTo>
                    <a:pt x="501"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0" name="Google Shape;9790;p14"/>
            <p:cNvSpPr/>
            <p:nvPr/>
          </p:nvSpPr>
          <p:spPr>
            <a:xfrm>
              <a:off x="3431575" y="4228525"/>
              <a:ext cx="12600" cy="12575"/>
            </a:xfrm>
            <a:custGeom>
              <a:avLst/>
              <a:gdLst/>
              <a:ahLst/>
              <a:cxnLst/>
              <a:rect l="l" t="t" r="r" b="b"/>
              <a:pathLst>
                <a:path w="504" h="503" extrusionOk="0">
                  <a:moveTo>
                    <a:pt x="252" y="0"/>
                  </a:moveTo>
                  <a:cubicBezTo>
                    <a:pt x="116" y="0"/>
                    <a:pt x="1" y="116"/>
                    <a:pt x="1" y="252"/>
                  </a:cubicBezTo>
                  <a:cubicBezTo>
                    <a:pt x="1" y="388"/>
                    <a:pt x="116" y="503"/>
                    <a:pt x="252" y="503"/>
                  </a:cubicBezTo>
                  <a:cubicBezTo>
                    <a:pt x="388" y="503"/>
                    <a:pt x="503" y="388"/>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1" name="Google Shape;9791;p14"/>
            <p:cNvSpPr/>
            <p:nvPr/>
          </p:nvSpPr>
          <p:spPr>
            <a:xfrm>
              <a:off x="3523550" y="4228525"/>
              <a:ext cx="12375" cy="12575"/>
            </a:xfrm>
            <a:custGeom>
              <a:avLst/>
              <a:gdLst/>
              <a:ahLst/>
              <a:cxnLst/>
              <a:rect l="l" t="t" r="r" b="b"/>
              <a:pathLst>
                <a:path w="495" h="503" extrusionOk="0">
                  <a:moveTo>
                    <a:pt x="250" y="0"/>
                  </a:moveTo>
                  <a:cubicBezTo>
                    <a:pt x="107" y="0"/>
                    <a:pt x="0" y="116"/>
                    <a:pt x="0" y="252"/>
                  </a:cubicBezTo>
                  <a:cubicBezTo>
                    <a:pt x="0" y="388"/>
                    <a:pt x="107" y="503"/>
                    <a:pt x="250" y="503"/>
                  </a:cubicBezTo>
                  <a:cubicBezTo>
                    <a:pt x="388" y="503"/>
                    <a:pt x="494" y="388"/>
                    <a:pt x="494" y="252"/>
                  </a:cubicBezTo>
                  <a:cubicBezTo>
                    <a:pt x="494"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2" name="Google Shape;9792;p14"/>
            <p:cNvSpPr/>
            <p:nvPr/>
          </p:nvSpPr>
          <p:spPr>
            <a:xfrm>
              <a:off x="676400" y="4320450"/>
              <a:ext cx="12600" cy="12400"/>
            </a:xfrm>
            <a:custGeom>
              <a:avLst/>
              <a:gdLst/>
              <a:ahLst/>
              <a:cxnLst/>
              <a:rect l="l" t="t" r="r" b="b"/>
              <a:pathLst>
                <a:path w="504" h="496" extrusionOk="0">
                  <a:moveTo>
                    <a:pt x="252" y="0"/>
                  </a:moveTo>
                  <a:cubicBezTo>
                    <a:pt x="116" y="0"/>
                    <a:pt x="1" y="109"/>
                    <a:pt x="1" y="245"/>
                  </a:cubicBezTo>
                  <a:cubicBezTo>
                    <a:pt x="1" y="387"/>
                    <a:pt x="116" y="496"/>
                    <a:pt x="252" y="496"/>
                  </a:cubicBezTo>
                  <a:cubicBezTo>
                    <a:pt x="388" y="496"/>
                    <a:pt x="503" y="387"/>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3" name="Google Shape;9793;p14"/>
            <p:cNvSpPr/>
            <p:nvPr/>
          </p:nvSpPr>
          <p:spPr>
            <a:xfrm>
              <a:off x="768325" y="4320450"/>
              <a:ext cx="12400" cy="12400"/>
            </a:xfrm>
            <a:custGeom>
              <a:avLst/>
              <a:gdLst/>
              <a:ahLst/>
              <a:cxnLst/>
              <a:rect l="l" t="t" r="r" b="b"/>
              <a:pathLst>
                <a:path w="496" h="496" extrusionOk="0">
                  <a:moveTo>
                    <a:pt x="245" y="0"/>
                  </a:moveTo>
                  <a:cubicBezTo>
                    <a:pt x="109" y="0"/>
                    <a:pt x="0" y="109"/>
                    <a:pt x="0" y="245"/>
                  </a:cubicBezTo>
                  <a:cubicBezTo>
                    <a:pt x="0" y="387"/>
                    <a:pt x="109" y="496"/>
                    <a:pt x="245" y="496"/>
                  </a:cubicBezTo>
                  <a:cubicBezTo>
                    <a:pt x="388" y="496"/>
                    <a:pt x="496" y="387"/>
                    <a:pt x="496" y="245"/>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4" name="Google Shape;9794;p14"/>
            <p:cNvSpPr/>
            <p:nvPr/>
          </p:nvSpPr>
          <p:spPr>
            <a:xfrm>
              <a:off x="860125" y="4320450"/>
              <a:ext cx="12525" cy="12400"/>
            </a:xfrm>
            <a:custGeom>
              <a:avLst/>
              <a:gdLst/>
              <a:ahLst/>
              <a:cxnLst/>
              <a:rect l="l" t="t" r="r" b="b"/>
              <a:pathLst>
                <a:path w="501" h="496" extrusionOk="0">
                  <a:moveTo>
                    <a:pt x="251" y="0"/>
                  </a:moveTo>
                  <a:cubicBezTo>
                    <a:pt x="114" y="0"/>
                    <a:pt x="0" y="109"/>
                    <a:pt x="0" y="245"/>
                  </a:cubicBezTo>
                  <a:cubicBezTo>
                    <a:pt x="0" y="387"/>
                    <a:pt x="114" y="496"/>
                    <a:pt x="251" y="496"/>
                  </a:cubicBezTo>
                  <a:cubicBezTo>
                    <a:pt x="387" y="496"/>
                    <a:pt x="501" y="387"/>
                    <a:pt x="501" y="245"/>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5" name="Google Shape;9795;p14"/>
            <p:cNvSpPr/>
            <p:nvPr/>
          </p:nvSpPr>
          <p:spPr>
            <a:xfrm>
              <a:off x="951850" y="4320450"/>
              <a:ext cx="12600" cy="12400"/>
            </a:xfrm>
            <a:custGeom>
              <a:avLst/>
              <a:gdLst/>
              <a:ahLst/>
              <a:cxnLst/>
              <a:rect l="l" t="t" r="r" b="b"/>
              <a:pathLst>
                <a:path w="504" h="496" extrusionOk="0">
                  <a:moveTo>
                    <a:pt x="252" y="0"/>
                  </a:moveTo>
                  <a:cubicBezTo>
                    <a:pt x="116" y="0"/>
                    <a:pt x="1" y="109"/>
                    <a:pt x="1" y="245"/>
                  </a:cubicBezTo>
                  <a:cubicBezTo>
                    <a:pt x="1" y="387"/>
                    <a:pt x="116" y="496"/>
                    <a:pt x="252" y="496"/>
                  </a:cubicBezTo>
                  <a:cubicBezTo>
                    <a:pt x="388" y="496"/>
                    <a:pt x="503" y="387"/>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6" name="Google Shape;9796;p14"/>
            <p:cNvSpPr/>
            <p:nvPr/>
          </p:nvSpPr>
          <p:spPr>
            <a:xfrm>
              <a:off x="1043825" y="4320450"/>
              <a:ext cx="12375" cy="12400"/>
            </a:xfrm>
            <a:custGeom>
              <a:avLst/>
              <a:gdLst/>
              <a:ahLst/>
              <a:cxnLst/>
              <a:rect l="l" t="t" r="r" b="b"/>
              <a:pathLst>
                <a:path w="495" h="496" extrusionOk="0">
                  <a:moveTo>
                    <a:pt x="250" y="0"/>
                  </a:moveTo>
                  <a:cubicBezTo>
                    <a:pt x="107" y="0"/>
                    <a:pt x="0" y="109"/>
                    <a:pt x="0" y="245"/>
                  </a:cubicBezTo>
                  <a:cubicBezTo>
                    <a:pt x="0" y="387"/>
                    <a:pt x="107" y="496"/>
                    <a:pt x="250" y="496"/>
                  </a:cubicBezTo>
                  <a:cubicBezTo>
                    <a:pt x="388" y="496"/>
                    <a:pt x="494" y="387"/>
                    <a:pt x="494" y="245"/>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7" name="Google Shape;9797;p14"/>
            <p:cNvSpPr/>
            <p:nvPr/>
          </p:nvSpPr>
          <p:spPr>
            <a:xfrm>
              <a:off x="1135575" y="4320450"/>
              <a:ext cx="12575" cy="12400"/>
            </a:xfrm>
            <a:custGeom>
              <a:avLst/>
              <a:gdLst/>
              <a:ahLst/>
              <a:cxnLst/>
              <a:rect l="l" t="t" r="r" b="b"/>
              <a:pathLst>
                <a:path w="503" h="496" extrusionOk="0">
                  <a:moveTo>
                    <a:pt x="252" y="0"/>
                  </a:moveTo>
                  <a:cubicBezTo>
                    <a:pt x="116" y="0"/>
                    <a:pt x="0" y="109"/>
                    <a:pt x="0" y="245"/>
                  </a:cubicBezTo>
                  <a:cubicBezTo>
                    <a:pt x="0" y="387"/>
                    <a:pt x="116" y="496"/>
                    <a:pt x="252" y="496"/>
                  </a:cubicBezTo>
                  <a:cubicBezTo>
                    <a:pt x="387" y="496"/>
                    <a:pt x="503" y="387"/>
                    <a:pt x="503" y="245"/>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8" name="Google Shape;9798;p14"/>
            <p:cNvSpPr/>
            <p:nvPr/>
          </p:nvSpPr>
          <p:spPr>
            <a:xfrm>
              <a:off x="1227500" y="4320450"/>
              <a:ext cx="12400" cy="12400"/>
            </a:xfrm>
            <a:custGeom>
              <a:avLst/>
              <a:gdLst/>
              <a:ahLst/>
              <a:cxnLst/>
              <a:rect l="l" t="t" r="r" b="b"/>
              <a:pathLst>
                <a:path w="496" h="496" extrusionOk="0">
                  <a:moveTo>
                    <a:pt x="251" y="0"/>
                  </a:moveTo>
                  <a:cubicBezTo>
                    <a:pt x="109" y="0"/>
                    <a:pt x="0" y="109"/>
                    <a:pt x="0" y="245"/>
                  </a:cubicBezTo>
                  <a:cubicBezTo>
                    <a:pt x="0" y="387"/>
                    <a:pt x="109" y="496"/>
                    <a:pt x="251" y="496"/>
                  </a:cubicBezTo>
                  <a:cubicBezTo>
                    <a:pt x="387" y="496"/>
                    <a:pt x="496" y="387"/>
                    <a:pt x="496" y="245"/>
                  </a:cubicBezTo>
                  <a:cubicBezTo>
                    <a:pt x="496"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9" name="Google Shape;9799;p14"/>
            <p:cNvSpPr/>
            <p:nvPr/>
          </p:nvSpPr>
          <p:spPr>
            <a:xfrm>
              <a:off x="1319275" y="4320450"/>
              <a:ext cx="12550" cy="12400"/>
            </a:xfrm>
            <a:custGeom>
              <a:avLst/>
              <a:gdLst/>
              <a:ahLst/>
              <a:cxnLst/>
              <a:rect l="l" t="t" r="r" b="b"/>
              <a:pathLst>
                <a:path w="502" h="496" extrusionOk="0">
                  <a:moveTo>
                    <a:pt x="252" y="0"/>
                  </a:moveTo>
                  <a:cubicBezTo>
                    <a:pt x="114" y="0"/>
                    <a:pt x="1" y="109"/>
                    <a:pt x="1" y="245"/>
                  </a:cubicBezTo>
                  <a:cubicBezTo>
                    <a:pt x="1" y="387"/>
                    <a:pt x="114" y="496"/>
                    <a:pt x="252" y="496"/>
                  </a:cubicBezTo>
                  <a:cubicBezTo>
                    <a:pt x="388" y="496"/>
                    <a:pt x="501" y="387"/>
                    <a:pt x="501" y="245"/>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0" name="Google Shape;9800;p14"/>
            <p:cNvSpPr/>
            <p:nvPr/>
          </p:nvSpPr>
          <p:spPr>
            <a:xfrm>
              <a:off x="1411200" y="4320450"/>
              <a:ext cx="12425" cy="12400"/>
            </a:xfrm>
            <a:custGeom>
              <a:avLst/>
              <a:gdLst/>
              <a:ahLst/>
              <a:cxnLst/>
              <a:rect l="l" t="t" r="r" b="b"/>
              <a:pathLst>
                <a:path w="497" h="496" extrusionOk="0">
                  <a:moveTo>
                    <a:pt x="245" y="0"/>
                  </a:moveTo>
                  <a:cubicBezTo>
                    <a:pt x="109" y="0"/>
                    <a:pt x="1" y="109"/>
                    <a:pt x="1" y="245"/>
                  </a:cubicBezTo>
                  <a:cubicBezTo>
                    <a:pt x="1" y="387"/>
                    <a:pt x="109" y="496"/>
                    <a:pt x="245" y="496"/>
                  </a:cubicBezTo>
                  <a:cubicBezTo>
                    <a:pt x="388" y="496"/>
                    <a:pt x="496" y="387"/>
                    <a:pt x="496" y="245"/>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1" name="Google Shape;9801;p14"/>
            <p:cNvSpPr/>
            <p:nvPr/>
          </p:nvSpPr>
          <p:spPr>
            <a:xfrm>
              <a:off x="1503000" y="4320450"/>
              <a:ext cx="12525" cy="12400"/>
            </a:xfrm>
            <a:custGeom>
              <a:avLst/>
              <a:gdLst/>
              <a:ahLst/>
              <a:cxnLst/>
              <a:rect l="l" t="t" r="r" b="b"/>
              <a:pathLst>
                <a:path w="501" h="496" extrusionOk="0">
                  <a:moveTo>
                    <a:pt x="250" y="0"/>
                  </a:moveTo>
                  <a:cubicBezTo>
                    <a:pt x="114" y="0"/>
                    <a:pt x="0" y="109"/>
                    <a:pt x="0" y="245"/>
                  </a:cubicBezTo>
                  <a:cubicBezTo>
                    <a:pt x="0" y="387"/>
                    <a:pt x="114" y="496"/>
                    <a:pt x="250" y="496"/>
                  </a:cubicBezTo>
                  <a:cubicBezTo>
                    <a:pt x="387" y="496"/>
                    <a:pt x="501" y="387"/>
                    <a:pt x="501" y="245"/>
                  </a:cubicBezTo>
                  <a:cubicBezTo>
                    <a:pt x="501" y="109"/>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2" name="Google Shape;9802;p14"/>
            <p:cNvSpPr/>
            <p:nvPr/>
          </p:nvSpPr>
          <p:spPr>
            <a:xfrm>
              <a:off x="1594750" y="4320450"/>
              <a:ext cx="12575" cy="12400"/>
            </a:xfrm>
            <a:custGeom>
              <a:avLst/>
              <a:gdLst/>
              <a:ahLst/>
              <a:cxnLst/>
              <a:rect l="l" t="t" r="r" b="b"/>
              <a:pathLst>
                <a:path w="503" h="496" extrusionOk="0">
                  <a:moveTo>
                    <a:pt x="251" y="0"/>
                  </a:moveTo>
                  <a:cubicBezTo>
                    <a:pt x="115" y="0"/>
                    <a:pt x="0" y="109"/>
                    <a:pt x="0" y="245"/>
                  </a:cubicBezTo>
                  <a:cubicBezTo>
                    <a:pt x="0" y="387"/>
                    <a:pt x="115" y="496"/>
                    <a:pt x="251" y="496"/>
                  </a:cubicBezTo>
                  <a:cubicBezTo>
                    <a:pt x="394" y="496"/>
                    <a:pt x="503" y="387"/>
                    <a:pt x="503" y="245"/>
                  </a:cubicBezTo>
                  <a:cubicBezTo>
                    <a:pt x="503" y="109"/>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3" name="Google Shape;9803;p14"/>
            <p:cNvSpPr/>
            <p:nvPr/>
          </p:nvSpPr>
          <p:spPr>
            <a:xfrm>
              <a:off x="1686650" y="4320450"/>
              <a:ext cx="12600" cy="12400"/>
            </a:xfrm>
            <a:custGeom>
              <a:avLst/>
              <a:gdLst/>
              <a:ahLst/>
              <a:cxnLst/>
              <a:rect l="l" t="t" r="r" b="b"/>
              <a:pathLst>
                <a:path w="504" h="496" extrusionOk="0">
                  <a:moveTo>
                    <a:pt x="252" y="0"/>
                  </a:moveTo>
                  <a:cubicBezTo>
                    <a:pt x="116" y="0"/>
                    <a:pt x="1" y="109"/>
                    <a:pt x="1" y="245"/>
                  </a:cubicBezTo>
                  <a:cubicBezTo>
                    <a:pt x="1" y="387"/>
                    <a:pt x="116" y="496"/>
                    <a:pt x="252" y="496"/>
                  </a:cubicBezTo>
                  <a:cubicBezTo>
                    <a:pt x="388" y="496"/>
                    <a:pt x="503" y="387"/>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4" name="Google Shape;9804;p14"/>
            <p:cNvSpPr/>
            <p:nvPr/>
          </p:nvSpPr>
          <p:spPr>
            <a:xfrm>
              <a:off x="1778450" y="4320450"/>
              <a:ext cx="12550" cy="12400"/>
            </a:xfrm>
            <a:custGeom>
              <a:avLst/>
              <a:gdLst/>
              <a:ahLst/>
              <a:cxnLst/>
              <a:rect l="l" t="t" r="r" b="b"/>
              <a:pathLst>
                <a:path w="502" h="496" extrusionOk="0">
                  <a:moveTo>
                    <a:pt x="252" y="0"/>
                  </a:moveTo>
                  <a:cubicBezTo>
                    <a:pt x="114" y="0"/>
                    <a:pt x="1" y="109"/>
                    <a:pt x="1" y="245"/>
                  </a:cubicBezTo>
                  <a:cubicBezTo>
                    <a:pt x="1" y="387"/>
                    <a:pt x="114" y="496"/>
                    <a:pt x="252" y="496"/>
                  </a:cubicBezTo>
                  <a:cubicBezTo>
                    <a:pt x="388" y="496"/>
                    <a:pt x="501" y="387"/>
                    <a:pt x="501" y="245"/>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5" name="Google Shape;9805;p14"/>
            <p:cNvSpPr/>
            <p:nvPr/>
          </p:nvSpPr>
          <p:spPr>
            <a:xfrm>
              <a:off x="1870375" y="4320450"/>
              <a:ext cx="12400" cy="12400"/>
            </a:xfrm>
            <a:custGeom>
              <a:avLst/>
              <a:gdLst/>
              <a:ahLst/>
              <a:cxnLst/>
              <a:rect l="l" t="t" r="r" b="b"/>
              <a:pathLst>
                <a:path w="496" h="496" extrusionOk="0">
                  <a:moveTo>
                    <a:pt x="252" y="0"/>
                  </a:moveTo>
                  <a:cubicBezTo>
                    <a:pt x="109" y="0"/>
                    <a:pt x="0" y="109"/>
                    <a:pt x="0" y="245"/>
                  </a:cubicBezTo>
                  <a:cubicBezTo>
                    <a:pt x="0" y="387"/>
                    <a:pt x="109" y="496"/>
                    <a:pt x="252" y="496"/>
                  </a:cubicBezTo>
                  <a:cubicBezTo>
                    <a:pt x="387" y="496"/>
                    <a:pt x="496" y="387"/>
                    <a:pt x="496" y="245"/>
                  </a:cubicBezTo>
                  <a:cubicBezTo>
                    <a:pt x="496"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6" name="Google Shape;9806;p14"/>
            <p:cNvSpPr/>
            <p:nvPr/>
          </p:nvSpPr>
          <p:spPr>
            <a:xfrm>
              <a:off x="1962150" y="4320450"/>
              <a:ext cx="12550" cy="12400"/>
            </a:xfrm>
            <a:custGeom>
              <a:avLst/>
              <a:gdLst/>
              <a:ahLst/>
              <a:cxnLst/>
              <a:rect l="l" t="t" r="r" b="b"/>
              <a:pathLst>
                <a:path w="502" h="496" extrusionOk="0">
                  <a:moveTo>
                    <a:pt x="250" y="0"/>
                  </a:moveTo>
                  <a:cubicBezTo>
                    <a:pt x="114" y="0"/>
                    <a:pt x="1" y="109"/>
                    <a:pt x="1" y="245"/>
                  </a:cubicBezTo>
                  <a:cubicBezTo>
                    <a:pt x="1" y="387"/>
                    <a:pt x="114" y="496"/>
                    <a:pt x="250" y="496"/>
                  </a:cubicBezTo>
                  <a:cubicBezTo>
                    <a:pt x="388" y="496"/>
                    <a:pt x="502" y="387"/>
                    <a:pt x="502" y="245"/>
                  </a:cubicBezTo>
                  <a:cubicBezTo>
                    <a:pt x="502"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7" name="Google Shape;9807;p14"/>
            <p:cNvSpPr/>
            <p:nvPr/>
          </p:nvSpPr>
          <p:spPr>
            <a:xfrm>
              <a:off x="2054075" y="4320450"/>
              <a:ext cx="12425" cy="12400"/>
            </a:xfrm>
            <a:custGeom>
              <a:avLst/>
              <a:gdLst/>
              <a:ahLst/>
              <a:cxnLst/>
              <a:rect l="l" t="t" r="r" b="b"/>
              <a:pathLst>
                <a:path w="497" h="496" extrusionOk="0">
                  <a:moveTo>
                    <a:pt x="252" y="0"/>
                  </a:moveTo>
                  <a:cubicBezTo>
                    <a:pt x="109" y="0"/>
                    <a:pt x="1" y="109"/>
                    <a:pt x="1" y="245"/>
                  </a:cubicBezTo>
                  <a:cubicBezTo>
                    <a:pt x="1" y="387"/>
                    <a:pt x="109" y="496"/>
                    <a:pt x="252" y="496"/>
                  </a:cubicBezTo>
                  <a:cubicBezTo>
                    <a:pt x="388" y="496"/>
                    <a:pt x="496" y="387"/>
                    <a:pt x="496" y="245"/>
                  </a:cubicBezTo>
                  <a:cubicBezTo>
                    <a:pt x="496"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8" name="Google Shape;9808;p14"/>
            <p:cNvSpPr/>
            <p:nvPr/>
          </p:nvSpPr>
          <p:spPr>
            <a:xfrm>
              <a:off x="2145825" y="4320450"/>
              <a:ext cx="12600" cy="12400"/>
            </a:xfrm>
            <a:custGeom>
              <a:avLst/>
              <a:gdLst/>
              <a:ahLst/>
              <a:cxnLst/>
              <a:rect l="l" t="t" r="r" b="b"/>
              <a:pathLst>
                <a:path w="504" h="496" extrusionOk="0">
                  <a:moveTo>
                    <a:pt x="252" y="0"/>
                  </a:moveTo>
                  <a:cubicBezTo>
                    <a:pt x="116" y="0"/>
                    <a:pt x="1" y="109"/>
                    <a:pt x="1" y="245"/>
                  </a:cubicBezTo>
                  <a:cubicBezTo>
                    <a:pt x="1" y="387"/>
                    <a:pt x="116" y="496"/>
                    <a:pt x="252" y="496"/>
                  </a:cubicBezTo>
                  <a:cubicBezTo>
                    <a:pt x="388" y="496"/>
                    <a:pt x="503" y="387"/>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9" name="Google Shape;9809;p14"/>
            <p:cNvSpPr/>
            <p:nvPr/>
          </p:nvSpPr>
          <p:spPr>
            <a:xfrm>
              <a:off x="2237800" y="4320450"/>
              <a:ext cx="12350" cy="12400"/>
            </a:xfrm>
            <a:custGeom>
              <a:avLst/>
              <a:gdLst/>
              <a:ahLst/>
              <a:cxnLst/>
              <a:rect l="l" t="t" r="r" b="b"/>
              <a:pathLst>
                <a:path w="494" h="496" extrusionOk="0">
                  <a:moveTo>
                    <a:pt x="244" y="0"/>
                  </a:moveTo>
                  <a:cubicBezTo>
                    <a:pt x="107" y="0"/>
                    <a:pt x="0" y="109"/>
                    <a:pt x="0" y="245"/>
                  </a:cubicBezTo>
                  <a:cubicBezTo>
                    <a:pt x="0" y="387"/>
                    <a:pt x="107" y="496"/>
                    <a:pt x="244" y="496"/>
                  </a:cubicBezTo>
                  <a:cubicBezTo>
                    <a:pt x="387" y="496"/>
                    <a:pt x="494" y="387"/>
                    <a:pt x="494" y="245"/>
                  </a:cubicBezTo>
                  <a:cubicBezTo>
                    <a:pt x="494" y="109"/>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0" name="Google Shape;9810;p14"/>
            <p:cNvSpPr/>
            <p:nvPr/>
          </p:nvSpPr>
          <p:spPr>
            <a:xfrm>
              <a:off x="2329550" y="4320450"/>
              <a:ext cx="12575" cy="12400"/>
            </a:xfrm>
            <a:custGeom>
              <a:avLst/>
              <a:gdLst/>
              <a:ahLst/>
              <a:cxnLst/>
              <a:rect l="l" t="t" r="r" b="b"/>
              <a:pathLst>
                <a:path w="503" h="496" extrusionOk="0">
                  <a:moveTo>
                    <a:pt x="251" y="0"/>
                  </a:moveTo>
                  <a:cubicBezTo>
                    <a:pt x="115" y="0"/>
                    <a:pt x="0" y="109"/>
                    <a:pt x="0" y="245"/>
                  </a:cubicBezTo>
                  <a:cubicBezTo>
                    <a:pt x="0" y="387"/>
                    <a:pt x="115" y="496"/>
                    <a:pt x="251" y="496"/>
                  </a:cubicBezTo>
                  <a:cubicBezTo>
                    <a:pt x="387" y="496"/>
                    <a:pt x="502" y="387"/>
                    <a:pt x="502" y="245"/>
                  </a:cubicBezTo>
                  <a:cubicBezTo>
                    <a:pt x="502"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1" name="Google Shape;9811;p14"/>
            <p:cNvSpPr/>
            <p:nvPr/>
          </p:nvSpPr>
          <p:spPr>
            <a:xfrm>
              <a:off x="2421325" y="4320450"/>
              <a:ext cx="12550" cy="12400"/>
            </a:xfrm>
            <a:custGeom>
              <a:avLst/>
              <a:gdLst/>
              <a:ahLst/>
              <a:cxnLst/>
              <a:rect l="l" t="t" r="r" b="b"/>
              <a:pathLst>
                <a:path w="502" h="496" extrusionOk="0">
                  <a:moveTo>
                    <a:pt x="250" y="0"/>
                  </a:moveTo>
                  <a:cubicBezTo>
                    <a:pt x="114" y="0"/>
                    <a:pt x="1" y="109"/>
                    <a:pt x="1" y="245"/>
                  </a:cubicBezTo>
                  <a:cubicBezTo>
                    <a:pt x="1" y="387"/>
                    <a:pt x="114" y="496"/>
                    <a:pt x="250" y="496"/>
                  </a:cubicBezTo>
                  <a:cubicBezTo>
                    <a:pt x="395" y="496"/>
                    <a:pt x="501" y="387"/>
                    <a:pt x="501" y="245"/>
                  </a:cubicBezTo>
                  <a:cubicBezTo>
                    <a:pt x="501" y="109"/>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2" name="Google Shape;9812;p14"/>
            <p:cNvSpPr/>
            <p:nvPr/>
          </p:nvSpPr>
          <p:spPr>
            <a:xfrm>
              <a:off x="2513250" y="4320450"/>
              <a:ext cx="12575" cy="12400"/>
            </a:xfrm>
            <a:custGeom>
              <a:avLst/>
              <a:gdLst/>
              <a:ahLst/>
              <a:cxnLst/>
              <a:rect l="l" t="t" r="r" b="b"/>
              <a:pathLst>
                <a:path w="503" h="496" extrusionOk="0">
                  <a:moveTo>
                    <a:pt x="252" y="0"/>
                  </a:moveTo>
                  <a:cubicBezTo>
                    <a:pt x="109" y="0"/>
                    <a:pt x="0" y="109"/>
                    <a:pt x="0" y="245"/>
                  </a:cubicBezTo>
                  <a:cubicBezTo>
                    <a:pt x="0" y="387"/>
                    <a:pt x="109" y="496"/>
                    <a:pt x="252" y="496"/>
                  </a:cubicBezTo>
                  <a:cubicBezTo>
                    <a:pt x="388" y="496"/>
                    <a:pt x="503" y="387"/>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3" name="Google Shape;9813;p14"/>
            <p:cNvSpPr/>
            <p:nvPr/>
          </p:nvSpPr>
          <p:spPr>
            <a:xfrm>
              <a:off x="2605000" y="4320450"/>
              <a:ext cx="12575" cy="12400"/>
            </a:xfrm>
            <a:custGeom>
              <a:avLst/>
              <a:gdLst/>
              <a:ahLst/>
              <a:cxnLst/>
              <a:rect l="l" t="t" r="r" b="b"/>
              <a:pathLst>
                <a:path w="503" h="496" extrusionOk="0">
                  <a:moveTo>
                    <a:pt x="252" y="0"/>
                  </a:moveTo>
                  <a:cubicBezTo>
                    <a:pt x="116" y="0"/>
                    <a:pt x="0" y="109"/>
                    <a:pt x="0" y="245"/>
                  </a:cubicBezTo>
                  <a:cubicBezTo>
                    <a:pt x="0" y="387"/>
                    <a:pt x="116" y="496"/>
                    <a:pt x="252" y="496"/>
                  </a:cubicBezTo>
                  <a:cubicBezTo>
                    <a:pt x="387" y="496"/>
                    <a:pt x="503" y="387"/>
                    <a:pt x="503" y="245"/>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4" name="Google Shape;9814;p14"/>
            <p:cNvSpPr/>
            <p:nvPr/>
          </p:nvSpPr>
          <p:spPr>
            <a:xfrm>
              <a:off x="2696950" y="4320450"/>
              <a:ext cx="12375" cy="12400"/>
            </a:xfrm>
            <a:custGeom>
              <a:avLst/>
              <a:gdLst/>
              <a:ahLst/>
              <a:cxnLst/>
              <a:rect l="l" t="t" r="r" b="b"/>
              <a:pathLst>
                <a:path w="495" h="496" extrusionOk="0">
                  <a:moveTo>
                    <a:pt x="252" y="0"/>
                  </a:moveTo>
                  <a:cubicBezTo>
                    <a:pt x="108" y="0"/>
                    <a:pt x="1" y="109"/>
                    <a:pt x="1" y="245"/>
                  </a:cubicBezTo>
                  <a:cubicBezTo>
                    <a:pt x="1" y="387"/>
                    <a:pt x="108" y="496"/>
                    <a:pt x="252" y="496"/>
                  </a:cubicBezTo>
                  <a:cubicBezTo>
                    <a:pt x="388" y="496"/>
                    <a:pt x="495" y="387"/>
                    <a:pt x="495" y="245"/>
                  </a:cubicBezTo>
                  <a:cubicBezTo>
                    <a:pt x="495"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5" name="Google Shape;9815;p14"/>
            <p:cNvSpPr/>
            <p:nvPr/>
          </p:nvSpPr>
          <p:spPr>
            <a:xfrm>
              <a:off x="2788700" y="4320450"/>
              <a:ext cx="12600" cy="12400"/>
            </a:xfrm>
            <a:custGeom>
              <a:avLst/>
              <a:gdLst/>
              <a:ahLst/>
              <a:cxnLst/>
              <a:rect l="l" t="t" r="r" b="b"/>
              <a:pathLst>
                <a:path w="504" h="496" extrusionOk="0">
                  <a:moveTo>
                    <a:pt x="252" y="0"/>
                  </a:moveTo>
                  <a:cubicBezTo>
                    <a:pt x="116" y="0"/>
                    <a:pt x="1" y="109"/>
                    <a:pt x="1" y="245"/>
                  </a:cubicBezTo>
                  <a:cubicBezTo>
                    <a:pt x="1" y="387"/>
                    <a:pt x="116" y="496"/>
                    <a:pt x="252" y="496"/>
                  </a:cubicBezTo>
                  <a:cubicBezTo>
                    <a:pt x="388" y="496"/>
                    <a:pt x="503" y="387"/>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6" name="Google Shape;9816;p14"/>
            <p:cNvSpPr/>
            <p:nvPr/>
          </p:nvSpPr>
          <p:spPr>
            <a:xfrm>
              <a:off x="2880675" y="4320450"/>
              <a:ext cx="12375" cy="12400"/>
            </a:xfrm>
            <a:custGeom>
              <a:avLst/>
              <a:gdLst/>
              <a:ahLst/>
              <a:cxnLst/>
              <a:rect l="l" t="t" r="r" b="b"/>
              <a:pathLst>
                <a:path w="495" h="496" extrusionOk="0">
                  <a:moveTo>
                    <a:pt x="243" y="0"/>
                  </a:moveTo>
                  <a:cubicBezTo>
                    <a:pt x="107" y="0"/>
                    <a:pt x="0" y="109"/>
                    <a:pt x="0" y="245"/>
                  </a:cubicBezTo>
                  <a:cubicBezTo>
                    <a:pt x="0" y="387"/>
                    <a:pt x="107" y="496"/>
                    <a:pt x="243" y="496"/>
                  </a:cubicBezTo>
                  <a:cubicBezTo>
                    <a:pt x="387" y="496"/>
                    <a:pt x="494" y="387"/>
                    <a:pt x="494" y="245"/>
                  </a:cubicBezTo>
                  <a:cubicBezTo>
                    <a:pt x="494" y="109"/>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7" name="Google Shape;9817;p14"/>
            <p:cNvSpPr/>
            <p:nvPr/>
          </p:nvSpPr>
          <p:spPr>
            <a:xfrm>
              <a:off x="2972425" y="4320450"/>
              <a:ext cx="12575" cy="12400"/>
            </a:xfrm>
            <a:custGeom>
              <a:avLst/>
              <a:gdLst/>
              <a:ahLst/>
              <a:cxnLst/>
              <a:rect l="l" t="t" r="r" b="b"/>
              <a:pathLst>
                <a:path w="503" h="496" extrusionOk="0">
                  <a:moveTo>
                    <a:pt x="251" y="0"/>
                  </a:moveTo>
                  <a:cubicBezTo>
                    <a:pt x="115" y="0"/>
                    <a:pt x="0" y="109"/>
                    <a:pt x="0" y="245"/>
                  </a:cubicBezTo>
                  <a:cubicBezTo>
                    <a:pt x="0" y="387"/>
                    <a:pt x="115" y="496"/>
                    <a:pt x="251" y="496"/>
                  </a:cubicBezTo>
                  <a:cubicBezTo>
                    <a:pt x="387" y="496"/>
                    <a:pt x="503" y="387"/>
                    <a:pt x="503" y="245"/>
                  </a:cubicBezTo>
                  <a:cubicBezTo>
                    <a:pt x="503"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8" name="Google Shape;9818;p14"/>
            <p:cNvSpPr/>
            <p:nvPr/>
          </p:nvSpPr>
          <p:spPr>
            <a:xfrm>
              <a:off x="3064375" y="4320450"/>
              <a:ext cx="12375" cy="12400"/>
            </a:xfrm>
            <a:custGeom>
              <a:avLst/>
              <a:gdLst/>
              <a:ahLst/>
              <a:cxnLst/>
              <a:rect l="l" t="t" r="r" b="b"/>
              <a:pathLst>
                <a:path w="495" h="496" extrusionOk="0">
                  <a:moveTo>
                    <a:pt x="243" y="0"/>
                  </a:moveTo>
                  <a:cubicBezTo>
                    <a:pt x="107" y="0"/>
                    <a:pt x="1" y="109"/>
                    <a:pt x="1" y="245"/>
                  </a:cubicBezTo>
                  <a:cubicBezTo>
                    <a:pt x="1" y="387"/>
                    <a:pt x="107" y="496"/>
                    <a:pt x="243" y="496"/>
                  </a:cubicBezTo>
                  <a:cubicBezTo>
                    <a:pt x="388" y="496"/>
                    <a:pt x="495" y="387"/>
                    <a:pt x="495" y="245"/>
                  </a:cubicBezTo>
                  <a:cubicBezTo>
                    <a:pt x="495" y="109"/>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14"/>
            <p:cNvSpPr/>
            <p:nvPr/>
          </p:nvSpPr>
          <p:spPr>
            <a:xfrm>
              <a:off x="3156125" y="4320450"/>
              <a:ext cx="12600" cy="12400"/>
            </a:xfrm>
            <a:custGeom>
              <a:avLst/>
              <a:gdLst/>
              <a:ahLst/>
              <a:cxnLst/>
              <a:rect l="l" t="t" r="r" b="b"/>
              <a:pathLst>
                <a:path w="504" h="496" extrusionOk="0">
                  <a:moveTo>
                    <a:pt x="252" y="0"/>
                  </a:moveTo>
                  <a:cubicBezTo>
                    <a:pt x="116" y="0"/>
                    <a:pt x="1" y="109"/>
                    <a:pt x="1" y="245"/>
                  </a:cubicBezTo>
                  <a:cubicBezTo>
                    <a:pt x="1" y="387"/>
                    <a:pt x="116" y="496"/>
                    <a:pt x="252" y="496"/>
                  </a:cubicBezTo>
                  <a:cubicBezTo>
                    <a:pt x="388" y="496"/>
                    <a:pt x="503" y="387"/>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14"/>
            <p:cNvSpPr/>
            <p:nvPr/>
          </p:nvSpPr>
          <p:spPr>
            <a:xfrm>
              <a:off x="3247875" y="4320450"/>
              <a:ext cx="12575" cy="12400"/>
            </a:xfrm>
            <a:custGeom>
              <a:avLst/>
              <a:gdLst/>
              <a:ahLst/>
              <a:cxnLst/>
              <a:rect l="l" t="t" r="r" b="b"/>
              <a:pathLst>
                <a:path w="503" h="496" extrusionOk="0">
                  <a:moveTo>
                    <a:pt x="252" y="0"/>
                  </a:moveTo>
                  <a:cubicBezTo>
                    <a:pt x="116" y="0"/>
                    <a:pt x="1" y="109"/>
                    <a:pt x="1" y="245"/>
                  </a:cubicBezTo>
                  <a:cubicBezTo>
                    <a:pt x="1" y="387"/>
                    <a:pt x="116" y="496"/>
                    <a:pt x="252" y="496"/>
                  </a:cubicBezTo>
                  <a:cubicBezTo>
                    <a:pt x="388" y="496"/>
                    <a:pt x="503" y="387"/>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14"/>
            <p:cNvSpPr/>
            <p:nvPr/>
          </p:nvSpPr>
          <p:spPr>
            <a:xfrm>
              <a:off x="3339850" y="4320450"/>
              <a:ext cx="12525" cy="12400"/>
            </a:xfrm>
            <a:custGeom>
              <a:avLst/>
              <a:gdLst/>
              <a:ahLst/>
              <a:cxnLst/>
              <a:rect l="l" t="t" r="r" b="b"/>
              <a:pathLst>
                <a:path w="501" h="496" extrusionOk="0">
                  <a:moveTo>
                    <a:pt x="251" y="0"/>
                  </a:moveTo>
                  <a:cubicBezTo>
                    <a:pt x="107" y="0"/>
                    <a:pt x="0" y="109"/>
                    <a:pt x="0" y="245"/>
                  </a:cubicBezTo>
                  <a:cubicBezTo>
                    <a:pt x="0" y="387"/>
                    <a:pt x="107" y="496"/>
                    <a:pt x="251" y="496"/>
                  </a:cubicBezTo>
                  <a:cubicBezTo>
                    <a:pt x="387" y="496"/>
                    <a:pt x="501" y="387"/>
                    <a:pt x="501" y="245"/>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2" name="Google Shape;9822;p14"/>
            <p:cNvSpPr/>
            <p:nvPr/>
          </p:nvSpPr>
          <p:spPr>
            <a:xfrm>
              <a:off x="3431575" y="4320450"/>
              <a:ext cx="12600" cy="12400"/>
            </a:xfrm>
            <a:custGeom>
              <a:avLst/>
              <a:gdLst/>
              <a:ahLst/>
              <a:cxnLst/>
              <a:rect l="l" t="t" r="r" b="b"/>
              <a:pathLst>
                <a:path w="504" h="496" extrusionOk="0">
                  <a:moveTo>
                    <a:pt x="252" y="0"/>
                  </a:moveTo>
                  <a:cubicBezTo>
                    <a:pt x="116" y="0"/>
                    <a:pt x="1" y="109"/>
                    <a:pt x="1" y="245"/>
                  </a:cubicBezTo>
                  <a:cubicBezTo>
                    <a:pt x="1" y="387"/>
                    <a:pt x="116" y="496"/>
                    <a:pt x="252" y="496"/>
                  </a:cubicBezTo>
                  <a:cubicBezTo>
                    <a:pt x="388" y="496"/>
                    <a:pt x="503" y="387"/>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3" name="Google Shape;9823;p14"/>
            <p:cNvSpPr/>
            <p:nvPr/>
          </p:nvSpPr>
          <p:spPr>
            <a:xfrm>
              <a:off x="3523550" y="4320450"/>
              <a:ext cx="12375" cy="12400"/>
            </a:xfrm>
            <a:custGeom>
              <a:avLst/>
              <a:gdLst/>
              <a:ahLst/>
              <a:cxnLst/>
              <a:rect l="l" t="t" r="r" b="b"/>
              <a:pathLst>
                <a:path w="495" h="496" extrusionOk="0">
                  <a:moveTo>
                    <a:pt x="250" y="0"/>
                  </a:moveTo>
                  <a:cubicBezTo>
                    <a:pt x="107" y="0"/>
                    <a:pt x="0" y="109"/>
                    <a:pt x="0" y="245"/>
                  </a:cubicBezTo>
                  <a:cubicBezTo>
                    <a:pt x="0" y="387"/>
                    <a:pt x="107" y="496"/>
                    <a:pt x="250" y="496"/>
                  </a:cubicBezTo>
                  <a:cubicBezTo>
                    <a:pt x="388" y="496"/>
                    <a:pt x="494" y="387"/>
                    <a:pt x="494" y="245"/>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4" name="Google Shape;9824;p14"/>
            <p:cNvSpPr/>
            <p:nvPr/>
          </p:nvSpPr>
          <p:spPr>
            <a:xfrm>
              <a:off x="676400" y="4412225"/>
              <a:ext cx="12600" cy="12550"/>
            </a:xfrm>
            <a:custGeom>
              <a:avLst/>
              <a:gdLst/>
              <a:ahLst/>
              <a:cxnLst/>
              <a:rect l="l" t="t" r="r" b="b"/>
              <a:pathLst>
                <a:path w="504" h="502" extrusionOk="0">
                  <a:moveTo>
                    <a:pt x="252" y="1"/>
                  </a:moveTo>
                  <a:cubicBezTo>
                    <a:pt x="116" y="1"/>
                    <a:pt x="1" y="114"/>
                    <a:pt x="1" y="252"/>
                  </a:cubicBezTo>
                  <a:cubicBezTo>
                    <a:pt x="1" y="388"/>
                    <a:pt x="116" y="502"/>
                    <a:pt x="252" y="502"/>
                  </a:cubicBezTo>
                  <a:cubicBezTo>
                    <a:pt x="388" y="502"/>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5" name="Google Shape;9825;p14"/>
            <p:cNvSpPr/>
            <p:nvPr/>
          </p:nvSpPr>
          <p:spPr>
            <a:xfrm>
              <a:off x="768325" y="4412225"/>
              <a:ext cx="12400" cy="12550"/>
            </a:xfrm>
            <a:custGeom>
              <a:avLst/>
              <a:gdLst/>
              <a:ahLst/>
              <a:cxnLst/>
              <a:rect l="l" t="t" r="r" b="b"/>
              <a:pathLst>
                <a:path w="496" h="502" extrusionOk="0">
                  <a:moveTo>
                    <a:pt x="245" y="1"/>
                  </a:moveTo>
                  <a:cubicBezTo>
                    <a:pt x="109" y="1"/>
                    <a:pt x="0" y="114"/>
                    <a:pt x="0" y="252"/>
                  </a:cubicBezTo>
                  <a:cubicBezTo>
                    <a:pt x="0" y="388"/>
                    <a:pt x="109" y="502"/>
                    <a:pt x="245" y="502"/>
                  </a:cubicBezTo>
                  <a:cubicBezTo>
                    <a:pt x="388" y="502"/>
                    <a:pt x="496" y="388"/>
                    <a:pt x="496" y="252"/>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6" name="Google Shape;9826;p14"/>
            <p:cNvSpPr/>
            <p:nvPr/>
          </p:nvSpPr>
          <p:spPr>
            <a:xfrm>
              <a:off x="860125" y="4412225"/>
              <a:ext cx="12525" cy="12550"/>
            </a:xfrm>
            <a:custGeom>
              <a:avLst/>
              <a:gdLst/>
              <a:ahLst/>
              <a:cxnLst/>
              <a:rect l="l" t="t" r="r" b="b"/>
              <a:pathLst>
                <a:path w="501" h="502" extrusionOk="0">
                  <a:moveTo>
                    <a:pt x="251" y="1"/>
                  </a:moveTo>
                  <a:cubicBezTo>
                    <a:pt x="114" y="1"/>
                    <a:pt x="0" y="114"/>
                    <a:pt x="0" y="252"/>
                  </a:cubicBezTo>
                  <a:cubicBezTo>
                    <a:pt x="0" y="388"/>
                    <a:pt x="114" y="502"/>
                    <a:pt x="251" y="502"/>
                  </a:cubicBezTo>
                  <a:cubicBezTo>
                    <a:pt x="387" y="502"/>
                    <a:pt x="501" y="388"/>
                    <a:pt x="501" y="252"/>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7" name="Google Shape;9827;p14"/>
            <p:cNvSpPr/>
            <p:nvPr/>
          </p:nvSpPr>
          <p:spPr>
            <a:xfrm>
              <a:off x="951850" y="4412225"/>
              <a:ext cx="12600" cy="12550"/>
            </a:xfrm>
            <a:custGeom>
              <a:avLst/>
              <a:gdLst/>
              <a:ahLst/>
              <a:cxnLst/>
              <a:rect l="l" t="t" r="r" b="b"/>
              <a:pathLst>
                <a:path w="504" h="502" extrusionOk="0">
                  <a:moveTo>
                    <a:pt x="252" y="1"/>
                  </a:moveTo>
                  <a:cubicBezTo>
                    <a:pt x="116" y="1"/>
                    <a:pt x="1" y="114"/>
                    <a:pt x="1" y="252"/>
                  </a:cubicBezTo>
                  <a:cubicBezTo>
                    <a:pt x="1" y="388"/>
                    <a:pt x="116" y="502"/>
                    <a:pt x="252" y="502"/>
                  </a:cubicBezTo>
                  <a:cubicBezTo>
                    <a:pt x="388" y="502"/>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8" name="Google Shape;9828;p14"/>
            <p:cNvSpPr/>
            <p:nvPr/>
          </p:nvSpPr>
          <p:spPr>
            <a:xfrm>
              <a:off x="1043825" y="4412225"/>
              <a:ext cx="12375" cy="12550"/>
            </a:xfrm>
            <a:custGeom>
              <a:avLst/>
              <a:gdLst/>
              <a:ahLst/>
              <a:cxnLst/>
              <a:rect l="l" t="t" r="r" b="b"/>
              <a:pathLst>
                <a:path w="495" h="502" extrusionOk="0">
                  <a:moveTo>
                    <a:pt x="250" y="1"/>
                  </a:moveTo>
                  <a:cubicBezTo>
                    <a:pt x="107" y="1"/>
                    <a:pt x="0" y="114"/>
                    <a:pt x="0" y="252"/>
                  </a:cubicBezTo>
                  <a:cubicBezTo>
                    <a:pt x="0" y="388"/>
                    <a:pt x="107" y="502"/>
                    <a:pt x="250" y="502"/>
                  </a:cubicBezTo>
                  <a:cubicBezTo>
                    <a:pt x="388" y="502"/>
                    <a:pt x="494" y="388"/>
                    <a:pt x="494" y="252"/>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14"/>
            <p:cNvSpPr/>
            <p:nvPr/>
          </p:nvSpPr>
          <p:spPr>
            <a:xfrm>
              <a:off x="1135575" y="4412225"/>
              <a:ext cx="12575" cy="12550"/>
            </a:xfrm>
            <a:custGeom>
              <a:avLst/>
              <a:gdLst/>
              <a:ahLst/>
              <a:cxnLst/>
              <a:rect l="l" t="t" r="r" b="b"/>
              <a:pathLst>
                <a:path w="503" h="502" extrusionOk="0">
                  <a:moveTo>
                    <a:pt x="252" y="1"/>
                  </a:moveTo>
                  <a:cubicBezTo>
                    <a:pt x="116" y="1"/>
                    <a:pt x="0" y="114"/>
                    <a:pt x="0" y="252"/>
                  </a:cubicBezTo>
                  <a:cubicBezTo>
                    <a:pt x="0" y="388"/>
                    <a:pt x="116" y="502"/>
                    <a:pt x="252" y="502"/>
                  </a:cubicBezTo>
                  <a:cubicBezTo>
                    <a:pt x="387" y="502"/>
                    <a:pt x="503" y="388"/>
                    <a:pt x="503" y="252"/>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0" name="Google Shape;9830;p14"/>
            <p:cNvSpPr/>
            <p:nvPr/>
          </p:nvSpPr>
          <p:spPr>
            <a:xfrm>
              <a:off x="1227500" y="4412225"/>
              <a:ext cx="12400" cy="12550"/>
            </a:xfrm>
            <a:custGeom>
              <a:avLst/>
              <a:gdLst/>
              <a:ahLst/>
              <a:cxnLst/>
              <a:rect l="l" t="t" r="r" b="b"/>
              <a:pathLst>
                <a:path w="496" h="502" extrusionOk="0">
                  <a:moveTo>
                    <a:pt x="251" y="1"/>
                  </a:moveTo>
                  <a:cubicBezTo>
                    <a:pt x="109" y="1"/>
                    <a:pt x="0" y="114"/>
                    <a:pt x="0" y="252"/>
                  </a:cubicBezTo>
                  <a:cubicBezTo>
                    <a:pt x="0" y="388"/>
                    <a:pt x="109" y="502"/>
                    <a:pt x="251" y="502"/>
                  </a:cubicBezTo>
                  <a:cubicBezTo>
                    <a:pt x="387" y="502"/>
                    <a:pt x="496" y="388"/>
                    <a:pt x="496" y="252"/>
                  </a:cubicBezTo>
                  <a:cubicBezTo>
                    <a:pt x="496"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1" name="Google Shape;9831;p14"/>
            <p:cNvSpPr/>
            <p:nvPr/>
          </p:nvSpPr>
          <p:spPr>
            <a:xfrm>
              <a:off x="1319275" y="4412225"/>
              <a:ext cx="12550" cy="12550"/>
            </a:xfrm>
            <a:custGeom>
              <a:avLst/>
              <a:gdLst/>
              <a:ahLst/>
              <a:cxnLst/>
              <a:rect l="l" t="t" r="r" b="b"/>
              <a:pathLst>
                <a:path w="502" h="502" extrusionOk="0">
                  <a:moveTo>
                    <a:pt x="252" y="1"/>
                  </a:moveTo>
                  <a:cubicBezTo>
                    <a:pt x="114" y="1"/>
                    <a:pt x="1" y="114"/>
                    <a:pt x="1" y="252"/>
                  </a:cubicBezTo>
                  <a:cubicBezTo>
                    <a:pt x="1" y="388"/>
                    <a:pt x="114" y="502"/>
                    <a:pt x="252" y="502"/>
                  </a:cubicBezTo>
                  <a:cubicBezTo>
                    <a:pt x="388" y="502"/>
                    <a:pt x="501" y="388"/>
                    <a:pt x="501" y="252"/>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2" name="Google Shape;9832;p14"/>
            <p:cNvSpPr/>
            <p:nvPr/>
          </p:nvSpPr>
          <p:spPr>
            <a:xfrm>
              <a:off x="1411200" y="4412225"/>
              <a:ext cx="12425" cy="12550"/>
            </a:xfrm>
            <a:custGeom>
              <a:avLst/>
              <a:gdLst/>
              <a:ahLst/>
              <a:cxnLst/>
              <a:rect l="l" t="t" r="r" b="b"/>
              <a:pathLst>
                <a:path w="497" h="502" extrusionOk="0">
                  <a:moveTo>
                    <a:pt x="245" y="1"/>
                  </a:moveTo>
                  <a:cubicBezTo>
                    <a:pt x="109" y="1"/>
                    <a:pt x="1" y="114"/>
                    <a:pt x="1" y="252"/>
                  </a:cubicBezTo>
                  <a:cubicBezTo>
                    <a:pt x="1" y="388"/>
                    <a:pt x="109" y="502"/>
                    <a:pt x="245" y="502"/>
                  </a:cubicBezTo>
                  <a:cubicBezTo>
                    <a:pt x="388" y="502"/>
                    <a:pt x="496" y="388"/>
                    <a:pt x="496" y="252"/>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3" name="Google Shape;9833;p14"/>
            <p:cNvSpPr/>
            <p:nvPr/>
          </p:nvSpPr>
          <p:spPr>
            <a:xfrm>
              <a:off x="1503000" y="4412225"/>
              <a:ext cx="12525" cy="12550"/>
            </a:xfrm>
            <a:custGeom>
              <a:avLst/>
              <a:gdLst/>
              <a:ahLst/>
              <a:cxnLst/>
              <a:rect l="l" t="t" r="r" b="b"/>
              <a:pathLst>
                <a:path w="501" h="502" extrusionOk="0">
                  <a:moveTo>
                    <a:pt x="250" y="1"/>
                  </a:moveTo>
                  <a:cubicBezTo>
                    <a:pt x="114" y="1"/>
                    <a:pt x="0" y="114"/>
                    <a:pt x="0" y="252"/>
                  </a:cubicBezTo>
                  <a:cubicBezTo>
                    <a:pt x="0" y="388"/>
                    <a:pt x="114" y="502"/>
                    <a:pt x="250" y="502"/>
                  </a:cubicBezTo>
                  <a:cubicBezTo>
                    <a:pt x="387" y="502"/>
                    <a:pt x="501" y="388"/>
                    <a:pt x="501" y="252"/>
                  </a:cubicBezTo>
                  <a:cubicBezTo>
                    <a:pt x="501" y="114"/>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14"/>
            <p:cNvSpPr/>
            <p:nvPr/>
          </p:nvSpPr>
          <p:spPr>
            <a:xfrm>
              <a:off x="1594750" y="4412225"/>
              <a:ext cx="12575" cy="12550"/>
            </a:xfrm>
            <a:custGeom>
              <a:avLst/>
              <a:gdLst/>
              <a:ahLst/>
              <a:cxnLst/>
              <a:rect l="l" t="t" r="r" b="b"/>
              <a:pathLst>
                <a:path w="503" h="502" extrusionOk="0">
                  <a:moveTo>
                    <a:pt x="251" y="1"/>
                  </a:moveTo>
                  <a:cubicBezTo>
                    <a:pt x="115" y="1"/>
                    <a:pt x="0" y="114"/>
                    <a:pt x="0" y="252"/>
                  </a:cubicBezTo>
                  <a:cubicBezTo>
                    <a:pt x="0" y="388"/>
                    <a:pt x="115" y="502"/>
                    <a:pt x="251" y="502"/>
                  </a:cubicBezTo>
                  <a:cubicBezTo>
                    <a:pt x="394" y="502"/>
                    <a:pt x="503" y="388"/>
                    <a:pt x="503" y="252"/>
                  </a:cubicBezTo>
                  <a:cubicBezTo>
                    <a:pt x="503" y="114"/>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5" name="Google Shape;9835;p14"/>
            <p:cNvSpPr/>
            <p:nvPr/>
          </p:nvSpPr>
          <p:spPr>
            <a:xfrm>
              <a:off x="1686650" y="4412225"/>
              <a:ext cx="12600" cy="12550"/>
            </a:xfrm>
            <a:custGeom>
              <a:avLst/>
              <a:gdLst/>
              <a:ahLst/>
              <a:cxnLst/>
              <a:rect l="l" t="t" r="r" b="b"/>
              <a:pathLst>
                <a:path w="504" h="502" extrusionOk="0">
                  <a:moveTo>
                    <a:pt x="252" y="1"/>
                  </a:moveTo>
                  <a:cubicBezTo>
                    <a:pt x="116" y="1"/>
                    <a:pt x="1" y="114"/>
                    <a:pt x="1" y="252"/>
                  </a:cubicBezTo>
                  <a:cubicBezTo>
                    <a:pt x="1" y="388"/>
                    <a:pt x="116" y="502"/>
                    <a:pt x="252" y="502"/>
                  </a:cubicBezTo>
                  <a:cubicBezTo>
                    <a:pt x="388" y="502"/>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6" name="Google Shape;9836;p14"/>
            <p:cNvSpPr/>
            <p:nvPr/>
          </p:nvSpPr>
          <p:spPr>
            <a:xfrm>
              <a:off x="1778450" y="4412225"/>
              <a:ext cx="12550" cy="12550"/>
            </a:xfrm>
            <a:custGeom>
              <a:avLst/>
              <a:gdLst/>
              <a:ahLst/>
              <a:cxnLst/>
              <a:rect l="l" t="t" r="r" b="b"/>
              <a:pathLst>
                <a:path w="502" h="502" extrusionOk="0">
                  <a:moveTo>
                    <a:pt x="252" y="1"/>
                  </a:moveTo>
                  <a:cubicBezTo>
                    <a:pt x="114" y="1"/>
                    <a:pt x="1" y="114"/>
                    <a:pt x="1" y="252"/>
                  </a:cubicBezTo>
                  <a:cubicBezTo>
                    <a:pt x="1" y="388"/>
                    <a:pt x="114" y="502"/>
                    <a:pt x="252" y="502"/>
                  </a:cubicBezTo>
                  <a:cubicBezTo>
                    <a:pt x="388" y="502"/>
                    <a:pt x="501" y="388"/>
                    <a:pt x="501" y="252"/>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7" name="Google Shape;9837;p14"/>
            <p:cNvSpPr/>
            <p:nvPr/>
          </p:nvSpPr>
          <p:spPr>
            <a:xfrm>
              <a:off x="1870375" y="4412225"/>
              <a:ext cx="12400" cy="12550"/>
            </a:xfrm>
            <a:custGeom>
              <a:avLst/>
              <a:gdLst/>
              <a:ahLst/>
              <a:cxnLst/>
              <a:rect l="l" t="t" r="r" b="b"/>
              <a:pathLst>
                <a:path w="496" h="502" extrusionOk="0">
                  <a:moveTo>
                    <a:pt x="252" y="1"/>
                  </a:moveTo>
                  <a:cubicBezTo>
                    <a:pt x="109" y="1"/>
                    <a:pt x="0" y="114"/>
                    <a:pt x="0" y="252"/>
                  </a:cubicBezTo>
                  <a:cubicBezTo>
                    <a:pt x="0" y="388"/>
                    <a:pt x="109" y="502"/>
                    <a:pt x="252" y="502"/>
                  </a:cubicBezTo>
                  <a:cubicBezTo>
                    <a:pt x="387" y="502"/>
                    <a:pt x="496" y="388"/>
                    <a:pt x="496" y="252"/>
                  </a:cubicBezTo>
                  <a:cubicBezTo>
                    <a:pt x="496"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8" name="Google Shape;9838;p14"/>
            <p:cNvSpPr/>
            <p:nvPr/>
          </p:nvSpPr>
          <p:spPr>
            <a:xfrm>
              <a:off x="1962150" y="4412225"/>
              <a:ext cx="12550" cy="12550"/>
            </a:xfrm>
            <a:custGeom>
              <a:avLst/>
              <a:gdLst/>
              <a:ahLst/>
              <a:cxnLst/>
              <a:rect l="l" t="t" r="r" b="b"/>
              <a:pathLst>
                <a:path w="502" h="502" extrusionOk="0">
                  <a:moveTo>
                    <a:pt x="250" y="1"/>
                  </a:moveTo>
                  <a:cubicBezTo>
                    <a:pt x="114" y="1"/>
                    <a:pt x="1" y="114"/>
                    <a:pt x="1" y="252"/>
                  </a:cubicBezTo>
                  <a:cubicBezTo>
                    <a:pt x="1" y="388"/>
                    <a:pt x="114" y="502"/>
                    <a:pt x="250" y="502"/>
                  </a:cubicBezTo>
                  <a:cubicBezTo>
                    <a:pt x="388" y="502"/>
                    <a:pt x="502" y="388"/>
                    <a:pt x="502" y="252"/>
                  </a:cubicBezTo>
                  <a:cubicBezTo>
                    <a:pt x="502"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9" name="Google Shape;9839;p14"/>
            <p:cNvSpPr/>
            <p:nvPr/>
          </p:nvSpPr>
          <p:spPr>
            <a:xfrm>
              <a:off x="2054075" y="4412225"/>
              <a:ext cx="12425" cy="12550"/>
            </a:xfrm>
            <a:custGeom>
              <a:avLst/>
              <a:gdLst/>
              <a:ahLst/>
              <a:cxnLst/>
              <a:rect l="l" t="t" r="r" b="b"/>
              <a:pathLst>
                <a:path w="497" h="502" extrusionOk="0">
                  <a:moveTo>
                    <a:pt x="252" y="1"/>
                  </a:moveTo>
                  <a:cubicBezTo>
                    <a:pt x="109" y="1"/>
                    <a:pt x="1" y="114"/>
                    <a:pt x="1" y="252"/>
                  </a:cubicBezTo>
                  <a:cubicBezTo>
                    <a:pt x="1" y="388"/>
                    <a:pt x="109" y="502"/>
                    <a:pt x="252" y="502"/>
                  </a:cubicBezTo>
                  <a:cubicBezTo>
                    <a:pt x="388" y="502"/>
                    <a:pt x="496" y="388"/>
                    <a:pt x="496" y="252"/>
                  </a:cubicBezTo>
                  <a:cubicBezTo>
                    <a:pt x="496"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14"/>
            <p:cNvSpPr/>
            <p:nvPr/>
          </p:nvSpPr>
          <p:spPr>
            <a:xfrm>
              <a:off x="2145825" y="4412225"/>
              <a:ext cx="12600" cy="12550"/>
            </a:xfrm>
            <a:custGeom>
              <a:avLst/>
              <a:gdLst/>
              <a:ahLst/>
              <a:cxnLst/>
              <a:rect l="l" t="t" r="r" b="b"/>
              <a:pathLst>
                <a:path w="504" h="502" extrusionOk="0">
                  <a:moveTo>
                    <a:pt x="252" y="1"/>
                  </a:moveTo>
                  <a:cubicBezTo>
                    <a:pt x="116" y="1"/>
                    <a:pt x="1" y="114"/>
                    <a:pt x="1" y="252"/>
                  </a:cubicBezTo>
                  <a:cubicBezTo>
                    <a:pt x="1" y="388"/>
                    <a:pt x="116" y="502"/>
                    <a:pt x="252" y="502"/>
                  </a:cubicBezTo>
                  <a:cubicBezTo>
                    <a:pt x="388" y="502"/>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14"/>
            <p:cNvSpPr/>
            <p:nvPr/>
          </p:nvSpPr>
          <p:spPr>
            <a:xfrm>
              <a:off x="2237800" y="4412225"/>
              <a:ext cx="12350" cy="12550"/>
            </a:xfrm>
            <a:custGeom>
              <a:avLst/>
              <a:gdLst/>
              <a:ahLst/>
              <a:cxnLst/>
              <a:rect l="l" t="t" r="r" b="b"/>
              <a:pathLst>
                <a:path w="494" h="502" extrusionOk="0">
                  <a:moveTo>
                    <a:pt x="244" y="1"/>
                  </a:moveTo>
                  <a:cubicBezTo>
                    <a:pt x="107" y="1"/>
                    <a:pt x="0" y="114"/>
                    <a:pt x="0" y="252"/>
                  </a:cubicBezTo>
                  <a:cubicBezTo>
                    <a:pt x="0" y="388"/>
                    <a:pt x="107" y="502"/>
                    <a:pt x="244" y="502"/>
                  </a:cubicBezTo>
                  <a:cubicBezTo>
                    <a:pt x="387" y="502"/>
                    <a:pt x="494" y="388"/>
                    <a:pt x="494" y="252"/>
                  </a:cubicBezTo>
                  <a:cubicBezTo>
                    <a:pt x="494" y="114"/>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2" name="Google Shape;9842;p14"/>
            <p:cNvSpPr/>
            <p:nvPr/>
          </p:nvSpPr>
          <p:spPr>
            <a:xfrm>
              <a:off x="2329550" y="4412225"/>
              <a:ext cx="12575" cy="12550"/>
            </a:xfrm>
            <a:custGeom>
              <a:avLst/>
              <a:gdLst/>
              <a:ahLst/>
              <a:cxnLst/>
              <a:rect l="l" t="t" r="r" b="b"/>
              <a:pathLst>
                <a:path w="503" h="502" extrusionOk="0">
                  <a:moveTo>
                    <a:pt x="251" y="1"/>
                  </a:moveTo>
                  <a:cubicBezTo>
                    <a:pt x="115" y="1"/>
                    <a:pt x="0" y="114"/>
                    <a:pt x="0" y="252"/>
                  </a:cubicBezTo>
                  <a:cubicBezTo>
                    <a:pt x="0" y="388"/>
                    <a:pt x="115" y="502"/>
                    <a:pt x="251" y="502"/>
                  </a:cubicBezTo>
                  <a:cubicBezTo>
                    <a:pt x="387" y="502"/>
                    <a:pt x="502" y="388"/>
                    <a:pt x="502" y="252"/>
                  </a:cubicBezTo>
                  <a:cubicBezTo>
                    <a:pt x="502"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3" name="Google Shape;9843;p14"/>
            <p:cNvSpPr/>
            <p:nvPr/>
          </p:nvSpPr>
          <p:spPr>
            <a:xfrm>
              <a:off x="2421325" y="4412225"/>
              <a:ext cx="12550" cy="12550"/>
            </a:xfrm>
            <a:custGeom>
              <a:avLst/>
              <a:gdLst/>
              <a:ahLst/>
              <a:cxnLst/>
              <a:rect l="l" t="t" r="r" b="b"/>
              <a:pathLst>
                <a:path w="502" h="502" extrusionOk="0">
                  <a:moveTo>
                    <a:pt x="250" y="1"/>
                  </a:moveTo>
                  <a:cubicBezTo>
                    <a:pt x="114" y="1"/>
                    <a:pt x="1" y="114"/>
                    <a:pt x="1" y="252"/>
                  </a:cubicBezTo>
                  <a:cubicBezTo>
                    <a:pt x="1" y="388"/>
                    <a:pt x="114" y="502"/>
                    <a:pt x="250" y="502"/>
                  </a:cubicBezTo>
                  <a:cubicBezTo>
                    <a:pt x="395" y="502"/>
                    <a:pt x="501" y="388"/>
                    <a:pt x="501" y="252"/>
                  </a:cubicBezTo>
                  <a:cubicBezTo>
                    <a:pt x="501" y="114"/>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4" name="Google Shape;9844;p14"/>
            <p:cNvSpPr/>
            <p:nvPr/>
          </p:nvSpPr>
          <p:spPr>
            <a:xfrm>
              <a:off x="2513250" y="4412225"/>
              <a:ext cx="12575" cy="12550"/>
            </a:xfrm>
            <a:custGeom>
              <a:avLst/>
              <a:gdLst/>
              <a:ahLst/>
              <a:cxnLst/>
              <a:rect l="l" t="t" r="r" b="b"/>
              <a:pathLst>
                <a:path w="503" h="502" extrusionOk="0">
                  <a:moveTo>
                    <a:pt x="252" y="1"/>
                  </a:moveTo>
                  <a:cubicBezTo>
                    <a:pt x="109" y="1"/>
                    <a:pt x="0" y="114"/>
                    <a:pt x="0" y="252"/>
                  </a:cubicBezTo>
                  <a:cubicBezTo>
                    <a:pt x="0" y="388"/>
                    <a:pt x="109" y="502"/>
                    <a:pt x="252" y="502"/>
                  </a:cubicBezTo>
                  <a:cubicBezTo>
                    <a:pt x="388" y="502"/>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5" name="Google Shape;9845;p14"/>
            <p:cNvSpPr/>
            <p:nvPr/>
          </p:nvSpPr>
          <p:spPr>
            <a:xfrm>
              <a:off x="2605000" y="4412225"/>
              <a:ext cx="12575" cy="12550"/>
            </a:xfrm>
            <a:custGeom>
              <a:avLst/>
              <a:gdLst/>
              <a:ahLst/>
              <a:cxnLst/>
              <a:rect l="l" t="t" r="r" b="b"/>
              <a:pathLst>
                <a:path w="503" h="502" extrusionOk="0">
                  <a:moveTo>
                    <a:pt x="252" y="1"/>
                  </a:moveTo>
                  <a:cubicBezTo>
                    <a:pt x="116" y="1"/>
                    <a:pt x="0" y="114"/>
                    <a:pt x="0" y="252"/>
                  </a:cubicBezTo>
                  <a:cubicBezTo>
                    <a:pt x="0" y="388"/>
                    <a:pt x="116" y="502"/>
                    <a:pt x="252" y="502"/>
                  </a:cubicBezTo>
                  <a:cubicBezTo>
                    <a:pt x="387" y="502"/>
                    <a:pt x="503" y="388"/>
                    <a:pt x="503" y="252"/>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6" name="Google Shape;9846;p14"/>
            <p:cNvSpPr/>
            <p:nvPr/>
          </p:nvSpPr>
          <p:spPr>
            <a:xfrm>
              <a:off x="2696950" y="4412225"/>
              <a:ext cx="12375" cy="12550"/>
            </a:xfrm>
            <a:custGeom>
              <a:avLst/>
              <a:gdLst/>
              <a:ahLst/>
              <a:cxnLst/>
              <a:rect l="l" t="t" r="r" b="b"/>
              <a:pathLst>
                <a:path w="495" h="502" extrusionOk="0">
                  <a:moveTo>
                    <a:pt x="252" y="1"/>
                  </a:moveTo>
                  <a:cubicBezTo>
                    <a:pt x="108" y="1"/>
                    <a:pt x="1" y="114"/>
                    <a:pt x="1" y="252"/>
                  </a:cubicBezTo>
                  <a:cubicBezTo>
                    <a:pt x="1" y="388"/>
                    <a:pt x="108" y="502"/>
                    <a:pt x="252" y="502"/>
                  </a:cubicBezTo>
                  <a:cubicBezTo>
                    <a:pt x="388" y="502"/>
                    <a:pt x="495" y="388"/>
                    <a:pt x="495" y="252"/>
                  </a:cubicBezTo>
                  <a:cubicBezTo>
                    <a:pt x="495"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7" name="Google Shape;9847;p14"/>
            <p:cNvSpPr/>
            <p:nvPr/>
          </p:nvSpPr>
          <p:spPr>
            <a:xfrm>
              <a:off x="2788700" y="4412225"/>
              <a:ext cx="12600" cy="12550"/>
            </a:xfrm>
            <a:custGeom>
              <a:avLst/>
              <a:gdLst/>
              <a:ahLst/>
              <a:cxnLst/>
              <a:rect l="l" t="t" r="r" b="b"/>
              <a:pathLst>
                <a:path w="504" h="502" extrusionOk="0">
                  <a:moveTo>
                    <a:pt x="252" y="1"/>
                  </a:moveTo>
                  <a:cubicBezTo>
                    <a:pt x="116" y="1"/>
                    <a:pt x="1" y="114"/>
                    <a:pt x="1" y="252"/>
                  </a:cubicBezTo>
                  <a:cubicBezTo>
                    <a:pt x="1" y="388"/>
                    <a:pt x="116" y="502"/>
                    <a:pt x="252" y="502"/>
                  </a:cubicBezTo>
                  <a:cubicBezTo>
                    <a:pt x="388" y="502"/>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8" name="Google Shape;9848;p14"/>
            <p:cNvSpPr/>
            <p:nvPr/>
          </p:nvSpPr>
          <p:spPr>
            <a:xfrm>
              <a:off x="2880675" y="4412225"/>
              <a:ext cx="12375" cy="12550"/>
            </a:xfrm>
            <a:custGeom>
              <a:avLst/>
              <a:gdLst/>
              <a:ahLst/>
              <a:cxnLst/>
              <a:rect l="l" t="t" r="r" b="b"/>
              <a:pathLst>
                <a:path w="495" h="502" extrusionOk="0">
                  <a:moveTo>
                    <a:pt x="243" y="1"/>
                  </a:moveTo>
                  <a:cubicBezTo>
                    <a:pt x="107" y="1"/>
                    <a:pt x="0" y="114"/>
                    <a:pt x="0" y="252"/>
                  </a:cubicBezTo>
                  <a:cubicBezTo>
                    <a:pt x="0" y="388"/>
                    <a:pt x="107" y="502"/>
                    <a:pt x="243" y="502"/>
                  </a:cubicBezTo>
                  <a:cubicBezTo>
                    <a:pt x="387" y="502"/>
                    <a:pt x="494" y="388"/>
                    <a:pt x="494" y="252"/>
                  </a:cubicBezTo>
                  <a:cubicBezTo>
                    <a:pt x="494" y="114"/>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9" name="Google Shape;9849;p14"/>
            <p:cNvSpPr/>
            <p:nvPr/>
          </p:nvSpPr>
          <p:spPr>
            <a:xfrm>
              <a:off x="2972425" y="4412225"/>
              <a:ext cx="12575" cy="12550"/>
            </a:xfrm>
            <a:custGeom>
              <a:avLst/>
              <a:gdLst/>
              <a:ahLst/>
              <a:cxnLst/>
              <a:rect l="l" t="t" r="r" b="b"/>
              <a:pathLst>
                <a:path w="503" h="502" extrusionOk="0">
                  <a:moveTo>
                    <a:pt x="251" y="1"/>
                  </a:moveTo>
                  <a:cubicBezTo>
                    <a:pt x="115" y="1"/>
                    <a:pt x="0" y="114"/>
                    <a:pt x="0" y="252"/>
                  </a:cubicBezTo>
                  <a:cubicBezTo>
                    <a:pt x="0" y="388"/>
                    <a:pt x="115" y="502"/>
                    <a:pt x="251" y="502"/>
                  </a:cubicBezTo>
                  <a:cubicBezTo>
                    <a:pt x="387" y="502"/>
                    <a:pt x="503" y="388"/>
                    <a:pt x="503" y="252"/>
                  </a:cubicBezTo>
                  <a:cubicBezTo>
                    <a:pt x="503"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0" name="Google Shape;9850;p14"/>
            <p:cNvSpPr/>
            <p:nvPr/>
          </p:nvSpPr>
          <p:spPr>
            <a:xfrm>
              <a:off x="3064375" y="4412225"/>
              <a:ext cx="12375" cy="12550"/>
            </a:xfrm>
            <a:custGeom>
              <a:avLst/>
              <a:gdLst/>
              <a:ahLst/>
              <a:cxnLst/>
              <a:rect l="l" t="t" r="r" b="b"/>
              <a:pathLst>
                <a:path w="495" h="502" extrusionOk="0">
                  <a:moveTo>
                    <a:pt x="243" y="1"/>
                  </a:moveTo>
                  <a:cubicBezTo>
                    <a:pt x="107" y="1"/>
                    <a:pt x="1" y="114"/>
                    <a:pt x="1" y="252"/>
                  </a:cubicBezTo>
                  <a:cubicBezTo>
                    <a:pt x="1" y="388"/>
                    <a:pt x="107" y="502"/>
                    <a:pt x="243" y="502"/>
                  </a:cubicBezTo>
                  <a:cubicBezTo>
                    <a:pt x="388" y="502"/>
                    <a:pt x="495" y="388"/>
                    <a:pt x="495" y="252"/>
                  </a:cubicBezTo>
                  <a:cubicBezTo>
                    <a:pt x="495" y="114"/>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1" name="Google Shape;9851;p14"/>
            <p:cNvSpPr/>
            <p:nvPr/>
          </p:nvSpPr>
          <p:spPr>
            <a:xfrm>
              <a:off x="3156125" y="4412225"/>
              <a:ext cx="12600" cy="12550"/>
            </a:xfrm>
            <a:custGeom>
              <a:avLst/>
              <a:gdLst/>
              <a:ahLst/>
              <a:cxnLst/>
              <a:rect l="l" t="t" r="r" b="b"/>
              <a:pathLst>
                <a:path w="504" h="502" extrusionOk="0">
                  <a:moveTo>
                    <a:pt x="252" y="1"/>
                  </a:moveTo>
                  <a:cubicBezTo>
                    <a:pt x="116" y="1"/>
                    <a:pt x="1" y="114"/>
                    <a:pt x="1" y="252"/>
                  </a:cubicBezTo>
                  <a:cubicBezTo>
                    <a:pt x="1" y="388"/>
                    <a:pt x="116" y="502"/>
                    <a:pt x="252" y="502"/>
                  </a:cubicBezTo>
                  <a:cubicBezTo>
                    <a:pt x="388" y="502"/>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2" name="Google Shape;9852;p14"/>
            <p:cNvSpPr/>
            <p:nvPr/>
          </p:nvSpPr>
          <p:spPr>
            <a:xfrm>
              <a:off x="3247875" y="4412225"/>
              <a:ext cx="12575" cy="12550"/>
            </a:xfrm>
            <a:custGeom>
              <a:avLst/>
              <a:gdLst/>
              <a:ahLst/>
              <a:cxnLst/>
              <a:rect l="l" t="t" r="r" b="b"/>
              <a:pathLst>
                <a:path w="503" h="502" extrusionOk="0">
                  <a:moveTo>
                    <a:pt x="252" y="1"/>
                  </a:moveTo>
                  <a:cubicBezTo>
                    <a:pt x="116" y="1"/>
                    <a:pt x="1" y="114"/>
                    <a:pt x="1" y="252"/>
                  </a:cubicBezTo>
                  <a:cubicBezTo>
                    <a:pt x="1" y="388"/>
                    <a:pt x="116" y="502"/>
                    <a:pt x="252" y="502"/>
                  </a:cubicBezTo>
                  <a:cubicBezTo>
                    <a:pt x="388" y="502"/>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3" name="Google Shape;9853;p14"/>
            <p:cNvSpPr/>
            <p:nvPr/>
          </p:nvSpPr>
          <p:spPr>
            <a:xfrm>
              <a:off x="3339850" y="4412225"/>
              <a:ext cx="12525" cy="12550"/>
            </a:xfrm>
            <a:custGeom>
              <a:avLst/>
              <a:gdLst/>
              <a:ahLst/>
              <a:cxnLst/>
              <a:rect l="l" t="t" r="r" b="b"/>
              <a:pathLst>
                <a:path w="501" h="502" extrusionOk="0">
                  <a:moveTo>
                    <a:pt x="251" y="1"/>
                  </a:moveTo>
                  <a:cubicBezTo>
                    <a:pt x="107" y="1"/>
                    <a:pt x="0" y="114"/>
                    <a:pt x="0" y="252"/>
                  </a:cubicBezTo>
                  <a:cubicBezTo>
                    <a:pt x="0" y="388"/>
                    <a:pt x="107" y="502"/>
                    <a:pt x="251" y="502"/>
                  </a:cubicBezTo>
                  <a:cubicBezTo>
                    <a:pt x="387" y="502"/>
                    <a:pt x="501" y="388"/>
                    <a:pt x="501" y="252"/>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4" name="Google Shape;9854;p14"/>
            <p:cNvSpPr/>
            <p:nvPr/>
          </p:nvSpPr>
          <p:spPr>
            <a:xfrm>
              <a:off x="3431575" y="4412225"/>
              <a:ext cx="12600" cy="12550"/>
            </a:xfrm>
            <a:custGeom>
              <a:avLst/>
              <a:gdLst/>
              <a:ahLst/>
              <a:cxnLst/>
              <a:rect l="l" t="t" r="r" b="b"/>
              <a:pathLst>
                <a:path w="504" h="502" extrusionOk="0">
                  <a:moveTo>
                    <a:pt x="252" y="1"/>
                  </a:moveTo>
                  <a:cubicBezTo>
                    <a:pt x="116" y="1"/>
                    <a:pt x="1" y="114"/>
                    <a:pt x="1" y="252"/>
                  </a:cubicBezTo>
                  <a:cubicBezTo>
                    <a:pt x="1" y="388"/>
                    <a:pt x="116" y="502"/>
                    <a:pt x="252" y="502"/>
                  </a:cubicBezTo>
                  <a:cubicBezTo>
                    <a:pt x="388" y="502"/>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5" name="Google Shape;9855;p14"/>
            <p:cNvSpPr/>
            <p:nvPr/>
          </p:nvSpPr>
          <p:spPr>
            <a:xfrm>
              <a:off x="3523550" y="4412225"/>
              <a:ext cx="12375" cy="12550"/>
            </a:xfrm>
            <a:custGeom>
              <a:avLst/>
              <a:gdLst/>
              <a:ahLst/>
              <a:cxnLst/>
              <a:rect l="l" t="t" r="r" b="b"/>
              <a:pathLst>
                <a:path w="495" h="502" extrusionOk="0">
                  <a:moveTo>
                    <a:pt x="250" y="1"/>
                  </a:moveTo>
                  <a:cubicBezTo>
                    <a:pt x="107" y="1"/>
                    <a:pt x="0" y="114"/>
                    <a:pt x="0" y="252"/>
                  </a:cubicBezTo>
                  <a:cubicBezTo>
                    <a:pt x="0" y="388"/>
                    <a:pt x="107" y="502"/>
                    <a:pt x="250" y="502"/>
                  </a:cubicBezTo>
                  <a:cubicBezTo>
                    <a:pt x="388" y="502"/>
                    <a:pt x="494" y="388"/>
                    <a:pt x="494" y="252"/>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6" name="Google Shape;9856;p14"/>
            <p:cNvSpPr/>
            <p:nvPr/>
          </p:nvSpPr>
          <p:spPr>
            <a:xfrm>
              <a:off x="676400" y="4503975"/>
              <a:ext cx="12600" cy="12600"/>
            </a:xfrm>
            <a:custGeom>
              <a:avLst/>
              <a:gdLst/>
              <a:ahLst/>
              <a:cxnLst/>
              <a:rect l="l" t="t" r="r" b="b"/>
              <a:pathLst>
                <a:path w="504" h="504" extrusionOk="0">
                  <a:moveTo>
                    <a:pt x="252" y="1"/>
                  </a:moveTo>
                  <a:cubicBezTo>
                    <a:pt x="116" y="1"/>
                    <a:pt x="1" y="116"/>
                    <a:pt x="1" y="252"/>
                  </a:cubicBezTo>
                  <a:cubicBezTo>
                    <a:pt x="1" y="395"/>
                    <a:pt x="116" y="503"/>
                    <a:pt x="252" y="503"/>
                  </a:cubicBezTo>
                  <a:cubicBezTo>
                    <a:pt x="388" y="503"/>
                    <a:pt x="503" y="395"/>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7" name="Google Shape;9857;p14"/>
            <p:cNvSpPr/>
            <p:nvPr/>
          </p:nvSpPr>
          <p:spPr>
            <a:xfrm>
              <a:off x="768325" y="4503975"/>
              <a:ext cx="12400" cy="12600"/>
            </a:xfrm>
            <a:custGeom>
              <a:avLst/>
              <a:gdLst/>
              <a:ahLst/>
              <a:cxnLst/>
              <a:rect l="l" t="t" r="r" b="b"/>
              <a:pathLst>
                <a:path w="496" h="504" extrusionOk="0">
                  <a:moveTo>
                    <a:pt x="245" y="1"/>
                  </a:moveTo>
                  <a:cubicBezTo>
                    <a:pt x="109" y="1"/>
                    <a:pt x="0" y="116"/>
                    <a:pt x="0" y="252"/>
                  </a:cubicBezTo>
                  <a:cubicBezTo>
                    <a:pt x="0" y="395"/>
                    <a:pt x="109" y="503"/>
                    <a:pt x="245" y="503"/>
                  </a:cubicBezTo>
                  <a:cubicBezTo>
                    <a:pt x="388" y="503"/>
                    <a:pt x="496" y="395"/>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8" name="Google Shape;9858;p14"/>
            <p:cNvSpPr/>
            <p:nvPr/>
          </p:nvSpPr>
          <p:spPr>
            <a:xfrm>
              <a:off x="860125" y="4503975"/>
              <a:ext cx="12525" cy="12600"/>
            </a:xfrm>
            <a:custGeom>
              <a:avLst/>
              <a:gdLst/>
              <a:ahLst/>
              <a:cxnLst/>
              <a:rect l="l" t="t" r="r" b="b"/>
              <a:pathLst>
                <a:path w="501" h="504" extrusionOk="0">
                  <a:moveTo>
                    <a:pt x="251" y="1"/>
                  </a:moveTo>
                  <a:cubicBezTo>
                    <a:pt x="114" y="1"/>
                    <a:pt x="0" y="116"/>
                    <a:pt x="0" y="252"/>
                  </a:cubicBezTo>
                  <a:cubicBezTo>
                    <a:pt x="0" y="395"/>
                    <a:pt x="114" y="503"/>
                    <a:pt x="251" y="503"/>
                  </a:cubicBezTo>
                  <a:cubicBezTo>
                    <a:pt x="387" y="503"/>
                    <a:pt x="501" y="395"/>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9" name="Google Shape;9859;p14"/>
            <p:cNvSpPr/>
            <p:nvPr/>
          </p:nvSpPr>
          <p:spPr>
            <a:xfrm>
              <a:off x="951850" y="4503975"/>
              <a:ext cx="12600" cy="12600"/>
            </a:xfrm>
            <a:custGeom>
              <a:avLst/>
              <a:gdLst/>
              <a:ahLst/>
              <a:cxnLst/>
              <a:rect l="l" t="t" r="r" b="b"/>
              <a:pathLst>
                <a:path w="504" h="504" extrusionOk="0">
                  <a:moveTo>
                    <a:pt x="252" y="1"/>
                  </a:moveTo>
                  <a:cubicBezTo>
                    <a:pt x="116" y="1"/>
                    <a:pt x="1" y="116"/>
                    <a:pt x="1" y="252"/>
                  </a:cubicBezTo>
                  <a:cubicBezTo>
                    <a:pt x="1" y="395"/>
                    <a:pt x="116" y="503"/>
                    <a:pt x="252" y="503"/>
                  </a:cubicBezTo>
                  <a:cubicBezTo>
                    <a:pt x="388" y="503"/>
                    <a:pt x="503" y="395"/>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14"/>
            <p:cNvSpPr/>
            <p:nvPr/>
          </p:nvSpPr>
          <p:spPr>
            <a:xfrm>
              <a:off x="1043825" y="4503975"/>
              <a:ext cx="12375" cy="12600"/>
            </a:xfrm>
            <a:custGeom>
              <a:avLst/>
              <a:gdLst/>
              <a:ahLst/>
              <a:cxnLst/>
              <a:rect l="l" t="t" r="r" b="b"/>
              <a:pathLst>
                <a:path w="495" h="504" extrusionOk="0">
                  <a:moveTo>
                    <a:pt x="250" y="1"/>
                  </a:moveTo>
                  <a:cubicBezTo>
                    <a:pt x="107" y="1"/>
                    <a:pt x="0" y="116"/>
                    <a:pt x="0" y="252"/>
                  </a:cubicBezTo>
                  <a:cubicBezTo>
                    <a:pt x="0" y="395"/>
                    <a:pt x="107" y="503"/>
                    <a:pt x="250" y="503"/>
                  </a:cubicBezTo>
                  <a:cubicBezTo>
                    <a:pt x="388" y="503"/>
                    <a:pt x="494" y="395"/>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1" name="Google Shape;9861;p14"/>
            <p:cNvSpPr/>
            <p:nvPr/>
          </p:nvSpPr>
          <p:spPr>
            <a:xfrm>
              <a:off x="1135575" y="4503975"/>
              <a:ext cx="12575" cy="12600"/>
            </a:xfrm>
            <a:custGeom>
              <a:avLst/>
              <a:gdLst/>
              <a:ahLst/>
              <a:cxnLst/>
              <a:rect l="l" t="t" r="r" b="b"/>
              <a:pathLst>
                <a:path w="503" h="504" extrusionOk="0">
                  <a:moveTo>
                    <a:pt x="252" y="1"/>
                  </a:moveTo>
                  <a:cubicBezTo>
                    <a:pt x="116" y="1"/>
                    <a:pt x="0" y="116"/>
                    <a:pt x="0" y="252"/>
                  </a:cubicBezTo>
                  <a:cubicBezTo>
                    <a:pt x="0" y="395"/>
                    <a:pt x="116" y="503"/>
                    <a:pt x="252" y="503"/>
                  </a:cubicBezTo>
                  <a:cubicBezTo>
                    <a:pt x="387" y="503"/>
                    <a:pt x="503" y="395"/>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2" name="Google Shape;9862;p14"/>
            <p:cNvSpPr/>
            <p:nvPr/>
          </p:nvSpPr>
          <p:spPr>
            <a:xfrm>
              <a:off x="1227500" y="4503975"/>
              <a:ext cx="12400" cy="12600"/>
            </a:xfrm>
            <a:custGeom>
              <a:avLst/>
              <a:gdLst/>
              <a:ahLst/>
              <a:cxnLst/>
              <a:rect l="l" t="t" r="r" b="b"/>
              <a:pathLst>
                <a:path w="496" h="504" extrusionOk="0">
                  <a:moveTo>
                    <a:pt x="251" y="1"/>
                  </a:moveTo>
                  <a:cubicBezTo>
                    <a:pt x="109" y="1"/>
                    <a:pt x="0" y="116"/>
                    <a:pt x="0" y="252"/>
                  </a:cubicBezTo>
                  <a:cubicBezTo>
                    <a:pt x="0" y="395"/>
                    <a:pt x="109" y="503"/>
                    <a:pt x="251" y="503"/>
                  </a:cubicBezTo>
                  <a:cubicBezTo>
                    <a:pt x="387" y="503"/>
                    <a:pt x="496" y="395"/>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3" name="Google Shape;9863;p14"/>
            <p:cNvSpPr/>
            <p:nvPr/>
          </p:nvSpPr>
          <p:spPr>
            <a:xfrm>
              <a:off x="1319275" y="4503975"/>
              <a:ext cx="12550" cy="12600"/>
            </a:xfrm>
            <a:custGeom>
              <a:avLst/>
              <a:gdLst/>
              <a:ahLst/>
              <a:cxnLst/>
              <a:rect l="l" t="t" r="r" b="b"/>
              <a:pathLst>
                <a:path w="502" h="504" extrusionOk="0">
                  <a:moveTo>
                    <a:pt x="252" y="1"/>
                  </a:moveTo>
                  <a:cubicBezTo>
                    <a:pt x="114" y="1"/>
                    <a:pt x="1" y="116"/>
                    <a:pt x="1" y="252"/>
                  </a:cubicBezTo>
                  <a:cubicBezTo>
                    <a:pt x="1" y="395"/>
                    <a:pt x="114" y="503"/>
                    <a:pt x="252" y="503"/>
                  </a:cubicBezTo>
                  <a:cubicBezTo>
                    <a:pt x="388" y="503"/>
                    <a:pt x="501" y="395"/>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4" name="Google Shape;9864;p14"/>
            <p:cNvSpPr/>
            <p:nvPr/>
          </p:nvSpPr>
          <p:spPr>
            <a:xfrm>
              <a:off x="1411200" y="4503975"/>
              <a:ext cx="12425" cy="12600"/>
            </a:xfrm>
            <a:custGeom>
              <a:avLst/>
              <a:gdLst/>
              <a:ahLst/>
              <a:cxnLst/>
              <a:rect l="l" t="t" r="r" b="b"/>
              <a:pathLst>
                <a:path w="497" h="504" extrusionOk="0">
                  <a:moveTo>
                    <a:pt x="245" y="1"/>
                  </a:moveTo>
                  <a:cubicBezTo>
                    <a:pt x="109" y="1"/>
                    <a:pt x="1" y="116"/>
                    <a:pt x="1" y="252"/>
                  </a:cubicBezTo>
                  <a:cubicBezTo>
                    <a:pt x="1" y="395"/>
                    <a:pt x="109" y="503"/>
                    <a:pt x="245" y="503"/>
                  </a:cubicBezTo>
                  <a:cubicBezTo>
                    <a:pt x="388" y="503"/>
                    <a:pt x="496" y="395"/>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5" name="Google Shape;9865;p14"/>
            <p:cNvSpPr/>
            <p:nvPr/>
          </p:nvSpPr>
          <p:spPr>
            <a:xfrm>
              <a:off x="1503000" y="4503975"/>
              <a:ext cx="12525" cy="12600"/>
            </a:xfrm>
            <a:custGeom>
              <a:avLst/>
              <a:gdLst/>
              <a:ahLst/>
              <a:cxnLst/>
              <a:rect l="l" t="t" r="r" b="b"/>
              <a:pathLst>
                <a:path w="501" h="504" extrusionOk="0">
                  <a:moveTo>
                    <a:pt x="250" y="1"/>
                  </a:moveTo>
                  <a:cubicBezTo>
                    <a:pt x="114" y="1"/>
                    <a:pt x="0" y="116"/>
                    <a:pt x="0" y="252"/>
                  </a:cubicBezTo>
                  <a:cubicBezTo>
                    <a:pt x="0" y="395"/>
                    <a:pt x="114" y="503"/>
                    <a:pt x="250" y="503"/>
                  </a:cubicBezTo>
                  <a:cubicBezTo>
                    <a:pt x="387" y="503"/>
                    <a:pt x="501" y="395"/>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6" name="Google Shape;9866;p14"/>
            <p:cNvSpPr/>
            <p:nvPr/>
          </p:nvSpPr>
          <p:spPr>
            <a:xfrm>
              <a:off x="1594750" y="4503975"/>
              <a:ext cx="12575" cy="12600"/>
            </a:xfrm>
            <a:custGeom>
              <a:avLst/>
              <a:gdLst/>
              <a:ahLst/>
              <a:cxnLst/>
              <a:rect l="l" t="t" r="r" b="b"/>
              <a:pathLst>
                <a:path w="503" h="504" extrusionOk="0">
                  <a:moveTo>
                    <a:pt x="251" y="1"/>
                  </a:moveTo>
                  <a:cubicBezTo>
                    <a:pt x="115" y="1"/>
                    <a:pt x="0" y="116"/>
                    <a:pt x="0" y="252"/>
                  </a:cubicBezTo>
                  <a:cubicBezTo>
                    <a:pt x="0" y="395"/>
                    <a:pt x="115" y="503"/>
                    <a:pt x="251" y="503"/>
                  </a:cubicBezTo>
                  <a:cubicBezTo>
                    <a:pt x="394" y="503"/>
                    <a:pt x="503" y="395"/>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14"/>
            <p:cNvSpPr/>
            <p:nvPr/>
          </p:nvSpPr>
          <p:spPr>
            <a:xfrm>
              <a:off x="1686650" y="4503975"/>
              <a:ext cx="12600" cy="12600"/>
            </a:xfrm>
            <a:custGeom>
              <a:avLst/>
              <a:gdLst/>
              <a:ahLst/>
              <a:cxnLst/>
              <a:rect l="l" t="t" r="r" b="b"/>
              <a:pathLst>
                <a:path w="504" h="504" extrusionOk="0">
                  <a:moveTo>
                    <a:pt x="252" y="1"/>
                  </a:moveTo>
                  <a:cubicBezTo>
                    <a:pt x="116" y="1"/>
                    <a:pt x="1" y="116"/>
                    <a:pt x="1" y="252"/>
                  </a:cubicBezTo>
                  <a:cubicBezTo>
                    <a:pt x="1" y="395"/>
                    <a:pt x="116" y="503"/>
                    <a:pt x="252" y="503"/>
                  </a:cubicBezTo>
                  <a:cubicBezTo>
                    <a:pt x="388" y="503"/>
                    <a:pt x="503" y="395"/>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8" name="Google Shape;9868;p14"/>
            <p:cNvSpPr/>
            <p:nvPr/>
          </p:nvSpPr>
          <p:spPr>
            <a:xfrm>
              <a:off x="1778450" y="4503975"/>
              <a:ext cx="12550" cy="12600"/>
            </a:xfrm>
            <a:custGeom>
              <a:avLst/>
              <a:gdLst/>
              <a:ahLst/>
              <a:cxnLst/>
              <a:rect l="l" t="t" r="r" b="b"/>
              <a:pathLst>
                <a:path w="502" h="504" extrusionOk="0">
                  <a:moveTo>
                    <a:pt x="252" y="1"/>
                  </a:moveTo>
                  <a:cubicBezTo>
                    <a:pt x="114" y="1"/>
                    <a:pt x="1" y="116"/>
                    <a:pt x="1" y="252"/>
                  </a:cubicBezTo>
                  <a:cubicBezTo>
                    <a:pt x="1" y="395"/>
                    <a:pt x="114" y="503"/>
                    <a:pt x="252" y="503"/>
                  </a:cubicBezTo>
                  <a:cubicBezTo>
                    <a:pt x="388" y="503"/>
                    <a:pt x="501" y="395"/>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9" name="Google Shape;9869;p14"/>
            <p:cNvSpPr/>
            <p:nvPr/>
          </p:nvSpPr>
          <p:spPr>
            <a:xfrm>
              <a:off x="1870375" y="4503975"/>
              <a:ext cx="12400" cy="12600"/>
            </a:xfrm>
            <a:custGeom>
              <a:avLst/>
              <a:gdLst/>
              <a:ahLst/>
              <a:cxnLst/>
              <a:rect l="l" t="t" r="r" b="b"/>
              <a:pathLst>
                <a:path w="496" h="504" extrusionOk="0">
                  <a:moveTo>
                    <a:pt x="252" y="1"/>
                  </a:moveTo>
                  <a:cubicBezTo>
                    <a:pt x="109" y="1"/>
                    <a:pt x="0" y="116"/>
                    <a:pt x="0" y="252"/>
                  </a:cubicBezTo>
                  <a:cubicBezTo>
                    <a:pt x="0" y="395"/>
                    <a:pt x="109" y="503"/>
                    <a:pt x="252" y="503"/>
                  </a:cubicBezTo>
                  <a:cubicBezTo>
                    <a:pt x="387" y="503"/>
                    <a:pt x="496" y="395"/>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0" name="Google Shape;9870;p14"/>
            <p:cNvSpPr/>
            <p:nvPr/>
          </p:nvSpPr>
          <p:spPr>
            <a:xfrm>
              <a:off x="1962150" y="4503975"/>
              <a:ext cx="12550" cy="12600"/>
            </a:xfrm>
            <a:custGeom>
              <a:avLst/>
              <a:gdLst/>
              <a:ahLst/>
              <a:cxnLst/>
              <a:rect l="l" t="t" r="r" b="b"/>
              <a:pathLst>
                <a:path w="502" h="504" extrusionOk="0">
                  <a:moveTo>
                    <a:pt x="250" y="1"/>
                  </a:moveTo>
                  <a:cubicBezTo>
                    <a:pt x="114" y="1"/>
                    <a:pt x="1" y="116"/>
                    <a:pt x="1" y="252"/>
                  </a:cubicBezTo>
                  <a:cubicBezTo>
                    <a:pt x="1" y="395"/>
                    <a:pt x="114" y="503"/>
                    <a:pt x="250" y="503"/>
                  </a:cubicBezTo>
                  <a:cubicBezTo>
                    <a:pt x="388" y="503"/>
                    <a:pt x="502" y="395"/>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1" name="Google Shape;9871;p14"/>
            <p:cNvSpPr/>
            <p:nvPr/>
          </p:nvSpPr>
          <p:spPr>
            <a:xfrm>
              <a:off x="2054075" y="4503975"/>
              <a:ext cx="12425" cy="12600"/>
            </a:xfrm>
            <a:custGeom>
              <a:avLst/>
              <a:gdLst/>
              <a:ahLst/>
              <a:cxnLst/>
              <a:rect l="l" t="t" r="r" b="b"/>
              <a:pathLst>
                <a:path w="497" h="504" extrusionOk="0">
                  <a:moveTo>
                    <a:pt x="252" y="1"/>
                  </a:moveTo>
                  <a:cubicBezTo>
                    <a:pt x="109" y="1"/>
                    <a:pt x="1" y="116"/>
                    <a:pt x="1" y="252"/>
                  </a:cubicBezTo>
                  <a:cubicBezTo>
                    <a:pt x="1" y="395"/>
                    <a:pt x="109" y="503"/>
                    <a:pt x="252" y="503"/>
                  </a:cubicBezTo>
                  <a:cubicBezTo>
                    <a:pt x="388" y="503"/>
                    <a:pt x="496" y="395"/>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2" name="Google Shape;9872;p14"/>
            <p:cNvSpPr/>
            <p:nvPr/>
          </p:nvSpPr>
          <p:spPr>
            <a:xfrm>
              <a:off x="2145825" y="4503975"/>
              <a:ext cx="12600" cy="12600"/>
            </a:xfrm>
            <a:custGeom>
              <a:avLst/>
              <a:gdLst/>
              <a:ahLst/>
              <a:cxnLst/>
              <a:rect l="l" t="t" r="r" b="b"/>
              <a:pathLst>
                <a:path w="504" h="504" extrusionOk="0">
                  <a:moveTo>
                    <a:pt x="252" y="1"/>
                  </a:moveTo>
                  <a:cubicBezTo>
                    <a:pt x="116" y="1"/>
                    <a:pt x="1" y="116"/>
                    <a:pt x="1" y="252"/>
                  </a:cubicBezTo>
                  <a:cubicBezTo>
                    <a:pt x="1" y="395"/>
                    <a:pt x="116" y="503"/>
                    <a:pt x="252" y="503"/>
                  </a:cubicBezTo>
                  <a:cubicBezTo>
                    <a:pt x="388" y="503"/>
                    <a:pt x="503" y="395"/>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3" name="Google Shape;9873;p14"/>
            <p:cNvSpPr/>
            <p:nvPr/>
          </p:nvSpPr>
          <p:spPr>
            <a:xfrm>
              <a:off x="2237800" y="4503975"/>
              <a:ext cx="12350" cy="12600"/>
            </a:xfrm>
            <a:custGeom>
              <a:avLst/>
              <a:gdLst/>
              <a:ahLst/>
              <a:cxnLst/>
              <a:rect l="l" t="t" r="r" b="b"/>
              <a:pathLst>
                <a:path w="494" h="504" extrusionOk="0">
                  <a:moveTo>
                    <a:pt x="244" y="1"/>
                  </a:moveTo>
                  <a:cubicBezTo>
                    <a:pt x="107" y="1"/>
                    <a:pt x="0" y="116"/>
                    <a:pt x="0" y="252"/>
                  </a:cubicBezTo>
                  <a:cubicBezTo>
                    <a:pt x="0" y="395"/>
                    <a:pt x="107" y="503"/>
                    <a:pt x="244" y="503"/>
                  </a:cubicBezTo>
                  <a:cubicBezTo>
                    <a:pt x="387" y="503"/>
                    <a:pt x="494" y="395"/>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4" name="Google Shape;9874;p14"/>
            <p:cNvSpPr/>
            <p:nvPr/>
          </p:nvSpPr>
          <p:spPr>
            <a:xfrm>
              <a:off x="2329550" y="4503975"/>
              <a:ext cx="12575" cy="12600"/>
            </a:xfrm>
            <a:custGeom>
              <a:avLst/>
              <a:gdLst/>
              <a:ahLst/>
              <a:cxnLst/>
              <a:rect l="l" t="t" r="r" b="b"/>
              <a:pathLst>
                <a:path w="503" h="504" extrusionOk="0">
                  <a:moveTo>
                    <a:pt x="251" y="1"/>
                  </a:moveTo>
                  <a:cubicBezTo>
                    <a:pt x="115" y="1"/>
                    <a:pt x="0" y="116"/>
                    <a:pt x="0" y="252"/>
                  </a:cubicBezTo>
                  <a:cubicBezTo>
                    <a:pt x="0" y="395"/>
                    <a:pt x="115" y="503"/>
                    <a:pt x="251" y="503"/>
                  </a:cubicBezTo>
                  <a:cubicBezTo>
                    <a:pt x="387" y="503"/>
                    <a:pt x="502" y="395"/>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5" name="Google Shape;9875;p14"/>
            <p:cNvSpPr/>
            <p:nvPr/>
          </p:nvSpPr>
          <p:spPr>
            <a:xfrm>
              <a:off x="2421325" y="4503975"/>
              <a:ext cx="12550" cy="12600"/>
            </a:xfrm>
            <a:custGeom>
              <a:avLst/>
              <a:gdLst/>
              <a:ahLst/>
              <a:cxnLst/>
              <a:rect l="l" t="t" r="r" b="b"/>
              <a:pathLst>
                <a:path w="502" h="504" extrusionOk="0">
                  <a:moveTo>
                    <a:pt x="250" y="1"/>
                  </a:moveTo>
                  <a:cubicBezTo>
                    <a:pt x="114" y="1"/>
                    <a:pt x="1" y="116"/>
                    <a:pt x="1" y="252"/>
                  </a:cubicBezTo>
                  <a:cubicBezTo>
                    <a:pt x="1" y="395"/>
                    <a:pt x="114" y="503"/>
                    <a:pt x="250" y="503"/>
                  </a:cubicBezTo>
                  <a:cubicBezTo>
                    <a:pt x="395" y="503"/>
                    <a:pt x="501" y="395"/>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14"/>
            <p:cNvSpPr/>
            <p:nvPr/>
          </p:nvSpPr>
          <p:spPr>
            <a:xfrm>
              <a:off x="2513250" y="4503975"/>
              <a:ext cx="12575" cy="12600"/>
            </a:xfrm>
            <a:custGeom>
              <a:avLst/>
              <a:gdLst/>
              <a:ahLst/>
              <a:cxnLst/>
              <a:rect l="l" t="t" r="r" b="b"/>
              <a:pathLst>
                <a:path w="503" h="504" extrusionOk="0">
                  <a:moveTo>
                    <a:pt x="252" y="1"/>
                  </a:moveTo>
                  <a:cubicBezTo>
                    <a:pt x="109" y="1"/>
                    <a:pt x="0" y="116"/>
                    <a:pt x="0" y="252"/>
                  </a:cubicBezTo>
                  <a:cubicBezTo>
                    <a:pt x="0" y="395"/>
                    <a:pt x="109" y="503"/>
                    <a:pt x="252" y="503"/>
                  </a:cubicBezTo>
                  <a:cubicBezTo>
                    <a:pt x="388" y="503"/>
                    <a:pt x="503" y="395"/>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7" name="Google Shape;9877;p14"/>
            <p:cNvSpPr/>
            <p:nvPr/>
          </p:nvSpPr>
          <p:spPr>
            <a:xfrm>
              <a:off x="2605000" y="4503975"/>
              <a:ext cx="12575" cy="12600"/>
            </a:xfrm>
            <a:custGeom>
              <a:avLst/>
              <a:gdLst/>
              <a:ahLst/>
              <a:cxnLst/>
              <a:rect l="l" t="t" r="r" b="b"/>
              <a:pathLst>
                <a:path w="503" h="504" extrusionOk="0">
                  <a:moveTo>
                    <a:pt x="252" y="1"/>
                  </a:moveTo>
                  <a:cubicBezTo>
                    <a:pt x="116" y="1"/>
                    <a:pt x="0" y="116"/>
                    <a:pt x="0" y="252"/>
                  </a:cubicBezTo>
                  <a:cubicBezTo>
                    <a:pt x="0" y="395"/>
                    <a:pt x="116" y="503"/>
                    <a:pt x="252" y="503"/>
                  </a:cubicBezTo>
                  <a:cubicBezTo>
                    <a:pt x="387" y="503"/>
                    <a:pt x="503" y="395"/>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8" name="Google Shape;9878;p14"/>
            <p:cNvSpPr/>
            <p:nvPr/>
          </p:nvSpPr>
          <p:spPr>
            <a:xfrm>
              <a:off x="2696950" y="4503975"/>
              <a:ext cx="12375" cy="12600"/>
            </a:xfrm>
            <a:custGeom>
              <a:avLst/>
              <a:gdLst/>
              <a:ahLst/>
              <a:cxnLst/>
              <a:rect l="l" t="t" r="r" b="b"/>
              <a:pathLst>
                <a:path w="495" h="504" extrusionOk="0">
                  <a:moveTo>
                    <a:pt x="252" y="1"/>
                  </a:moveTo>
                  <a:cubicBezTo>
                    <a:pt x="108" y="1"/>
                    <a:pt x="1" y="116"/>
                    <a:pt x="1" y="252"/>
                  </a:cubicBezTo>
                  <a:cubicBezTo>
                    <a:pt x="1" y="395"/>
                    <a:pt x="108" y="503"/>
                    <a:pt x="252" y="503"/>
                  </a:cubicBezTo>
                  <a:cubicBezTo>
                    <a:pt x="388" y="503"/>
                    <a:pt x="495" y="395"/>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14"/>
            <p:cNvSpPr/>
            <p:nvPr/>
          </p:nvSpPr>
          <p:spPr>
            <a:xfrm>
              <a:off x="2788700" y="4503975"/>
              <a:ext cx="12600" cy="12600"/>
            </a:xfrm>
            <a:custGeom>
              <a:avLst/>
              <a:gdLst/>
              <a:ahLst/>
              <a:cxnLst/>
              <a:rect l="l" t="t" r="r" b="b"/>
              <a:pathLst>
                <a:path w="504" h="504" extrusionOk="0">
                  <a:moveTo>
                    <a:pt x="252" y="1"/>
                  </a:moveTo>
                  <a:cubicBezTo>
                    <a:pt x="116" y="1"/>
                    <a:pt x="1" y="116"/>
                    <a:pt x="1" y="252"/>
                  </a:cubicBezTo>
                  <a:cubicBezTo>
                    <a:pt x="1" y="395"/>
                    <a:pt x="116" y="503"/>
                    <a:pt x="252" y="503"/>
                  </a:cubicBezTo>
                  <a:cubicBezTo>
                    <a:pt x="388" y="503"/>
                    <a:pt x="503" y="395"/>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0" name="Google Shape;9880;p14"/>
            <p:cNvSpPr/>
            <p:nvPr/>
          </p:nvSpPr>
          <p:spPr>
            <a:xfrm>
              <a:off x="2880675" y="4503975"/>
              <a:ext cx="12375" cy="12600"/>
            </a:xfrm>
            <a:custGeom>
              <a:avLst/>
              <a:gdLst/>
              <a:ahLst/>
              <a:cxnLst/>
              <a:rect l="l" t="t" r="r" b="b"/>
              <a:pathLst>
                <a:path w="495" h="504" extrusionOk="0">
                  <a:moveTo>
                    <a:pt x="243" y="1"/>
                  </a:moveTo>
                  <a:cubicBezTo>
                    <a:pt x="107" y="1"/>
                    <a:pt x="0" y="116"/>
                    <a:pt x="0" y="252"/>
                  </a:cubicBezTo>
                  <a:cubicBezTo>
                    <a:pt x="0" y="395"/>
                    <a:pt x="107" y="503"/>
                    <a:pt x="243" y="503"/>
                  </a:cubicBezTo>
                  <a:cubicBezTo>
                    <a:pt x="387" y="503"/>
                    <a:pt x="494" y="395"/>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1" name="Google Shape;9881;p14"/>
            <p:cNvSpPr/>
            <p:nvPr/>
          </p:nvSpPr>
          <p:spPr>
            <a:xfrm>
              <a:off x="2972425" y="4503975"/>
              <a:ext cx="12575" cy="12600"/>
            </a:xfrm>
            <a:custGeom>
              <a:avLst/>
              <a:gdLst/>
              <a:ahLst/>
              <a:cxnLst/>
              <a:rect l="l" t="t" r="r" b="b"/>
              <a:pathLst>
                <a:path w="503" h="504" extrusionOk="0">
                  <a:moveTo>
                    <a:pt x="251" y="1"/>
                  </a:moveTo>
                  <a:cubicBezTo>
                    <a:pt x="115" y="1"/>
                    <a:pt x="0" y="116"/>
                    <a:pt x="0" y="252"/>
                  </a:cubicBezTo>
                  <a:cubicBezTo>
                    <a:pt x="0" y="395"/>
                    <a:pt x="115" y="503"/>
                    <a:pt x="251" y="503"/>
                  </a:cubicBezTo>
                  <a:cubicBezTo>
                    <a:pt x="387" y="503"/>
                    <a:pt x="503" y="395"/>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2" name="Google Shape;9882;p14"/>
            <p:cNvSpPr/>
            <p:nvPr/>
          </p:nvSpPr>
          <p:spPr>
            <a:xfrm>
              <a:off x="3064375" y="4503975"/>
              <a:ext cx="12375" cy="12600"/>
            </a:xfrm>
            <a:custGeom>
              <a:avLst/>
              <a:gdLst/>
              <a:ahLst/>
              <a:cxnLst/>
              <a:rect l="l" t="t" r="r" b="b"/>
              <a:pathLst>
                <a:path w="495" h="504" extrusionOk="0">
                  <a:moveTo>
                    <a:pt x="243" y="1"/>
                  </a:moveTo>
                  <a:cubicBezTo>
                    <a:pt x="107" y="1"/>
                    <a:pt x="1" y="116"/>
                    <a:pt x="1" y="252"/>
                  </a:cubicBezTo>
                  <a:cubicBezTo>
                    <a:pt x="1" y="395"/>
                    <a:pt x="107" y="503"/>
                    <a:pt x="243" y="503"/>
                  </a:cubicBezTo>
                  <a:cubicBezTo>
                    <a:pt x="388" y="503"/>
                    <a:pt x="495" y="395"/>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3" name="Google Shape;9883;p14"/>
            <p:cNvSpPr/>
            <p:nvPr/>
          </p:nvSpPr>
          <p:spPr>
            <a:xfrm>
              <a:off x="3156125" y="4503975"/>
              <a:ext cx="12600" cy="12600"/>
            </a:xfrm>
            <a:custGeom>
              <a:avLst/>
              <a:gdLst/>
              <a:ahLst/>
              <a:cxnLst/>
              <a:rect l="l" t="t" r="r" b="b"/>
              <a:pathLst>
                <a:path w="504" h="504" extrusionOk="0">
                  <a:moveTo>
                    <a:pt x="252" y="1"/>
                  </a:moveTo>
                  <a:cubicBezTo>
                    <a:pt x="116" y="1"/>
                    <a:pt x="1" y="116"/>
                    <a:pt x="1" y="252"/>
                  </a:cubicBezTo>
                  <a:cubicBezTo>
                    <a:pt x="1" y="395"/>
                    <a:pt x="116" y="503"/>
                    <a:pt x="252" y="503"/>
                  </a:cubicBezTo>
                  <a:cubicBezTo>
                    <a:pt x="388" y="503"/>
                    <a:pt x="503" y="395"/>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4" name="Google Shape;9884;p14"/>
            <p:cNvSpPr/>
            <p:nvPr/>
          </p:nvSpPr>
          <p:spPr>
            <a:xfrm>
              <a:off x="3247875" y="4503975"/>
              <a:ext cx="12575" cy="12600"/>
            </a:xfrm>
            <a:custGeom>
              <a:avLst/>
              <a:gdLst/>
              <a:ahLst/>
              <a:cxnLst/>
              <a:rect l="l" t="t" r="r" b="b"/>
              <a:pathLst>
                <a:path w="503" h="504" extrusionOk="0">
                  <a:moveTo>
                    <a:pt x="252" y="1"/>
                  </a:moveTo>
                  <a:cubicBezTo>
                    <a:pt x="116" y="1"/>
                    <a:pt x="1" y="116"/>
                    <a:pt x="1" y="252"/>
                  </a:cubicBezTo>
                  <a:cubicBezTo>
                    <a:pt x="1" y="395"/>
                    <a:pt x="116" y="503"/>
                    <a:pt x="252" y="503"/>
                  </a:cubicBezTo>
                  <a:cubicBezTo>
                    <a:pt x="388" y="503"/>
                    <a:pt x="503" y="395"/>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5" name="Google Shape;9885;p14"/>
            <p:cNvSpPr/>
            <p:nvPr/>
          </p:nvSpPr>
          <p:spPr>
            <a:xfrm>
              <a:off x="3339850" y="4503975"/>
              <a:ext cx="12525" cy="12600"/>
            </a:xfrm>
            <a:custGeom>
              <a:avLst/>
              <a:gdLst/>
              <a:ahLst/>
              <a:cxnLst/>
              <a:rect l="l" t="t" r="r" b="b"/>
              <a:pathLst>
                <a:path w="501" h="504" extrusionOk="0">
                  <a:moveTo>
                    <a:pt x="251" y="1"/>
                  </a:moveTo>
                  <a:cubicBezTo>
                    <a:pt x="107" y="1"/>
                    <a:pt x="0" y="116"/>
                    <a:pt x="0" y="252"/>
                  </a:cubicBezTo>
                  <a:cubicBezTo>
                    <a:pt x="0" y="395"/>
                    <a:pt x="107" y="503"/>
                    <a:pt x="251" y="503"/>
                  </a:cubicBezTo>
                  <a:cubicBezTo>
                    <a:pt x="387" y="503"/>
                    <a:pt x="501" y="395"/>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6" name="Google Shape;9886;p14"/>
            <p:cNvSpPr/>
            <p:nvPr/>
          </p:nvSpPr>
          <p:spPr>
            <a:xfrm>
              <a:off x="3431575" y="4503975"/>
              <a:ext cx="12600" cy="12600"/>
            </a:xfrm>
            <a:custGeom>
              <a:avLst/>
              <a:gdLst/>
              <a:ahLst/>
              <a:cxnLst/>
              <a:rect l="l" t="t" r="r" b="b"/>
              <a:pathLst>
                <a:path w="504" h="504" extrusionOk="0">
                  <a:moveTo>
                    <a:pt x="252" y="1"/>
                  </a:moveTo>
                  <a:cubicBezTo>
                    <a:pt x="116" y="1"/>
                    <a:pt x="1" y="116"/>
                    <a:pt x="1" y="252"/>
                  </a:cubicBezTo>
                  <a:cubicBezTo>
                    <a:pt x="1" y="395"/>
                    <a:pt x="116" y="503"/>
                    <a:pt x="252" y="503"/>
                  </a:cubicBezTo>
                  <a:cubicBezTo>
                    <a:pt x="388" y="503"/>
                    <a:pt x="503" y="395"/>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7" name="Google Shape;9887;p14"/>
            <p:cNvSpPr/>
            <p:nvPr/>
          </p:nvSpPr>
          <p:spPr>
            <a:xfrm>
              <a:off x="3523550" y="4503975"/>
              <a:ext cx="12375" cy="12600"/>
            </a:xfrm>
            <a:custGeom>
              <a:avLst/>
              <a:gdLst/>
              <a:ahLst/>
              <a:cxnLst/>
              <a:rect l="l" t="t" r="r" b="b"/>
              <a:pathLst>
                <a:path w="495" h="504" extrusionOk="0">
                  <a:moveTo>
                    <a:pt x="250" y="1"/>
                  </a:moveTo>
                  <a:cubicBezTo>
                    <a:pt x="107" y="1"/>
                    <a:pt x="0" y="116"/>
                    <a:pt x="0" y="252"/>
                  </a:cubicBezTo>
                  <a:cubicBezTo>
                    <a:pt x="0" y="395"/>
                    <a:pt x="107" y="503"/>
                    <a:pt x="250" y="503"/>
                  </a:cubicBezTo>
                  <a:cubicBezTo>
                    <a:pt x="388" y="503"/>
                    <a:pt x="494" y="395"/>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8" name="Google Shape;9888;p14"/>
            <p:cNvSpPr/>
            <p:nvPr/>
          </p:nvSpPr>
          <p:spPr>
            <a:xfrm>
              <a:off x="676400" y="4595950"/>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14"/>
            <p:cNvSpPr/>
            <p:nvPr/>
          </p:nvSpPr>
          <p:spPr>
            <a:xfrm>
              <a:off x="768325" y="4595950"/>
              <a:ext cx="12400" cy="12525"/>
            </a:xfrm>
            <a:custGeom>
              <a:avLst/>
              <a:gdLst/>
              <a:ahLst/>
              <a:cxnLst/>
              <a:rect l="l" t="t" r="r" b="b"/>
              <a:pathLst>
                <a:path w="496" h="501" extrusionOk="0">
                  <a:moveTo>
                    <a:pt x="245" y="0"/>
                  </a:moveTo>
                  <a:cubicBezTo>
                    <a:pt x="109" y="0"/>
                    <a:pt x="0" y="114"/>
                    <a:pt x="0" y="250"/>
                  </a:cubicBezTo>
                  <a:cubicBezTo>
                    <a:pt x="0" y="387"/>
                    <a:pt x="109" y="501"/>
                    <a:pt x="245" y="501"/>
                  </a:cubicBezTo>
                  <a:cubicBezTo>
                    <a:pt x="388" y="501"/>
                    <a:pt x="496" y="387"/>
                    <a:pt x="496" y="250"/>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14"/>
            <p:cNvSpPr/>
            <p:nvPr/>
          </p:nvSpPr>
          <p:spPr>
            <a:xfrm>
              <a:off x="860125" y="4595950"/>
              <a:ext cx="12525" cy="12525"/>
            </a:xfrm>
            <a:custGeom>
              <a:avLst/>
              <a:gdLst/>
              <a:ahLst/>
              <a:cxnLst/>
              <a:rect l="l" t="t" r="r" b="b"/>
              <a:pathLst>
                <a:path w="501" h="501" extrusionOk="0">
                  <a:moveTo>
                    <a:pt x="251" y="0"/>
                  </a:moveTo>
                  <a:cubicBezTo>
                    <a:pt x="114" y="0"/>
                    <a:pt x="0" y="114"/>
                    <a:pt x="0" y="250"/>
                  </a:cubicBezTo>
                  <a:cubicBezTo>
                    <a:pt x="0" y="387"/>
                    <a:pt x="114" y="501"/>
                    <a:pt x="251" y="501"/>
                  </a:cubicBezTo>
                  <a:cubicBezTo>
                    <a:pt x="387" y="501"/>
                    <a:pt x="501" y="387"/>
                    <a:pt x="501" y="250"/>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14"/>
            <p:cNvSpPr/>
            <p:nvPr/>
          </p:nvSpPr>
          <p:spPr>
            <a:xfrm>
              <a:off x="951850" y="4595950"/>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2" name="Google Shape;9892;p14"/>
            <p:cNvSpPr/>
            <p:nvPr/>
          </p:nvSpPr>
          <p:spPr>
            <a:xfrm>
              <a:off x="1043825" y="4595950"/>
              <a:ext cx="12375" cy="12525"/>
            </a:xfrm>
            <a:custGeom>
              <a:avLst/>
              <a:gdLst/>
              <a:ahLst/>
              <a:cxnLst/>
              <a:rect l="l" t="t" r="r" b="b"/>
              <a:pathLst>
                <a:path w="495" h="501" extrusionOk="0">
                  <a:moveTo>
                    <a:pt x="250" y="0"/>
                  </a:moveTo>
                  <a:cubicBezTo>
                    <a:pt x="107" y="0"/>
                    <a:pt x="0" y="114"/>
                    <a:pt x="0" y="250"/>
                  </a:cubicBezTo>
                  <a:cubicBezTo>
                    <a:pt x="0" y="387"/>
                    <a:pt x="107" y="501"/>
                    <a:pt x="250" y="501"/>
                  </a:cubicBezTo>
                  <a:cubicBezTo>
                    <a:pt x="388" y="501"/>
                    <a:pt x="494" y="387"/>
                    <a:pt x="494" y="250"/>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3" name="Google Shape;9893;p14"/>
            <p:cNvSpPr/>
            <p:nvPr/>
          </p:nvSpPr>
          <p:spPr>
            <a:xfrm>
              <a:off x="1135575" y="4595950"/>
              <a:ext cx="12575" cy="12525"/>
            </a:xfrm>
            <a:custGeom>
              <a:avLst/>
              <a:gdLst/>
              <a:ahLst/>
              <a:cxnLst/>
              <a:rect l="l" t="t" r="r" b="b"/>
              <a:pathLst>
                <a:path w="503" h="501" extrusionOk="0">
                  <a:moveTo>
                    <a:pt x="252" y="0"/>
                  </a:moveTo>
                  <a:cubicBezTo>
                    <a:pt x="116" y="0"/>
                    <a:pt x="0" y="114"/>
                    <a:pt x="0" y="250"/>
                  </a:cubicBezTo>
                  <a:cubicBezTo>
                    <a:pt x="0" y="387"/>
                    <a:pt x="116" y="501"/>
                    <a:pt x="252" y="501"/>
                  </a:cubicBezTo>
                  <a:cubicBezTo>
                    <a:pt x="387" y="501"/>
                    <a:pt x="503" y="387"/>
                    <a:pt x="503" y="250"/>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4" name="Google Shape;9894;p14"/>
            <p:cNvSpPr/>
            <p:nvPr/>
          </p:nvSpPr>
          <p:spPr>
            <a:xfrm>
              <a:off x="1227500" y="4595950"/>
              <a:ext cx="12400" cy="12525"/>
            </a:xfrm>
            <a:custGeom>
              <a:avLst/>
              <a:gdLst/>
              <a:ahLst/>
              <a:cxnLst/>
              <a:rect l="l" t="t" r="r" b="b"/>
              <a:pathLst>
                <a:path w="496" h="501" extrusionOk="0">
                  <a:moveTo>
                    <a:pt x="251" y="0"/>
                  </a:moveTo>
                  <a:cubicBezTo>
                    <a:pt x="109" y="0"/>
                    <a:pt x="0" y="114"/>
                    <a:pt x="0" y="250"/>
                  </a:cubicBezTo>
                  <a:cubicBezTo>
                    <a:pt x="0" y="387"/>
                    <a:pt x="109" y="501"/>
                    <a:pt x="251" y="501"/>
                  </a:cubicBezTo>
                  <a:cubicBezTo>
                    <a:pt x="387" y="501"/>
                    <a:pt x="496" y="387"/>
                    <a:pt x="496" y="250"/>
                  </a:cubicBezTo>
                  <a:cubicBezTo>
                    <a:pt x="496"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5" name="Google Shape;9895;p14"/>
            <p:cNvSpPr/>
            <p:nvPr/>
          </p:nvSpPr>
          <p:spPr>
            <a:xfrm>
              <a:off x="1319275" y="4595950"/>
              <a:ext cx="12550" cy="12525"/>
            </a:xfrm>
            <a:custGeom>
              <a:avLst/>
              <a:gdLst/>
              <a:ahLst/>
              <a:cxnLst/>
              <a:rect l="l" t="t" r="r" b="b"/>
              <a:pathLst>
                <a:path w="502" h="501" extrusionOk="0">
                  <a:moveTo>
                    <a:pt x="252" y="0"/>
                  </a:moveTo>
                  <a:cubicBezTo>
                    <a:pt x="114" y="0"/>
                    <a:pt x="1" y="114"/>
                    <a:pt x="1" y="250"/>
                  </a:cubicBezTo>
                  <a:cubicBezTo>
                    <a:pt x="1" y="387"/>
                    <a:pt x="114" y="501"/>
                    <a:pt x="252" y="501"/>
                  </a:cubicBezTo>
                  <a:cubicBezTo>
                    <a:pt x="388" y="501"/>
                    <a:pt x="501" y="387"/>
                    <a:pt x="501" y="250"/>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6" name="Google Shape;9896;p14"/>
            <p:cNvSpPr/>
            <p:nvPr/>
          </p:nvSpPr>
          <p:spPr>
            <a:xfrm>
              <a:off x="1411200" y="4595950"/>
              <a:ext cx="12425" cy="12525"/>
            </a:xfrm>
            <a:custGeom>
              <a:avLst/>
              <a:gdLst/>
              <a:ahLst/>
              <a:cxnLst/>
              <a:rect l="l" t="t" r="r" b="b"/>
              <a:pathLst>
                <a:path w="497" h="501" extrusionOk="0">
                  <a:moveTo>
                    <a:pt x="245" y="0"/>
                  </a:moveTo>
                  <a:cubicBezTo>
                    <a:pt x="109" y="0"/>
                    <a:pt x="1" y="114"/>
                    <a:pt x="1" y="250"/>
                  </a:cubicBezTo>
                  <a:cubicBezTo>
                    <a:pt x="1" y="387"/>
                    <a:pt x="109" y="501"/>
                    <a:pt x="245" y="501"/>
                  </a:cubicBezTo>
                  <a:cubicBezTo>
                    <a:pt x="388" y="501"/>
                    <a:pt x="496" y="387"/>
                    <a:pt x="496" y="250"/>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7" name="Google Shape;9897;p14"/>
            <p:cNvSpPr/>
            <p:nvPr/>
          </p:nvSpPr>
          <p:spPr>
            <a:xfrm>
              <a:off x="1503000" y="4595950"/>
              <a:ext cx="12525" cy="12525"/>
            </a:xfrm>
            <a:custGeom>
              <a:avLst/>
              <a:gdLst/>
              <a:ahLst/>
              <a:cxnLst/>
              <a:rect l="l" t="t" r="r" b="b"/>
              <a:pathLst>
                <a:path w="501" h="501" extrusionOk="0">
                  <a:moveTo>
                    <a:pt x="250" y="0"/>
                  </a:moveTo>
                  <a:cubicBezTo>
                    <a:pt x="114" y="0"/>
                    <a:pt x="0" y="114"/>
                    <a:pt x="0" y="250"/>
                  </a:cubicBezTo>
                  <a:cubicBezTo>
                    <a:pt x="0" y="387"/>
                    <a:pt x="114" y="501"/>
                    <a:pt x="250" y="501"/>
                  </a:cubicBezTo>
                  <a:cubicBezTo>
                    <a:pt x="387" y="501"/>
                    <a:pt x="501" y="387"/>
                    <a:pt x="501" y="250"/>
                  </a:cubicBezTo>
                  <a:cubicBezTo>
                    <a:pt x="501" y="114"/>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8" name="Google Shape;9898;p14"/>
            <p:cNvSpPr/>
            <p:nvPr/>
          </p:nvSpPr>
          <p:spPr>
            <a:xfrm>
              <a:off x="1594750" y="4595950"/>
              <a:ext cx="12575" cy="12525"/>
            </a:xfrm>
            <a:custGeom>
              <a:avLst/>
              <a:gdLst/>
              <a:ahLst/>
              <a:cxnLst/>
              <a:rect l="l" t="t" r="r" b="b"/>
              <a:pathLst>
                <a:path w="503" h="501" extrusionOk="0">
                  <a:moveTo>
                    <a:pt x="251" y="0"/>
                  </a:moveTo>
                  <a:cubicBezTo>
                    <a:pt x="115" y="0"/>
                    <a:pt x="0" y="114"/>
                    <a:pt x="0" y="250"/>
                  </a:cubicBezTo>
                  <a:cubicBezTo>
                    <a:pt x="0" y="387"/>
                    <a:pt x="115" y="501"/>
                    <a:pt x="251" y="501"/>
                  </a:cubicBezTo>
                  <a:cubicBezTo>
                    <a:pt x="394" y="501"/>
                    <a:pt x="503" y="387"/>
                    <a:pt x="503" y="250"/>
                  </a:cubicBezTo>
                  <a:cubicBezTo>
                    <a:pt x="503" y="114"/>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9" name="Google Shape;9899;p14"/>
            <p:cNvSpPr/>
            <p:nvPr/>
          </p:nvSpPr>
          <p:spPr>
            <a:xfrm>
              <a:off x="1686650" y="4595950"/>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0" name="Google Shape;9900;p14"/>
            <p:cNvSpPr/>
            <p:nvPr/>
          </p:nvSpPr>
          <p:spPr>
            <a:xfrm>
              <a:off x="1778450" y="4595950"/>
              <a:ext cx="12550" cy="12525"/>
            </a:xfrm>
            <a:custGeom>
              <a:avLst/>
              <a:gdLst/>
              <a:ahLst/>
              <a:cxnLst/>
              <a:rect l="l" t="t" r="r" b="b"/>
              <a:pathLst>
                <a:path w="502" h="501" extrusionOk="0">
                  <a:moveTo>
                    <a:pt x="252" y="0"/>
                  </a:moveTo>
                  <a:cubicBezTo>
                    <a:pt x="114" y="0"/>
                    <a:pt x="1" y="114"/>
                    <a:pt x="1" y="250"/>
                  </a:cubicBezTo>
                  <a:cubicBezTo>
                    <a:pt x="1" y="387"/>
                    <a:pt x="114" y="501"/>
                    <a:pt x="252" y="501"/>
                  </a:cubicBezTo>
                  <a:cubicBezTo>
                    <a:pt x="388" y="501"/>
                    <a:pt x="501" y="387"/>
                    <a:pt x="501" y="250"/>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1" name="Google Shape;9901;p14"/>
            <p:cNvSpPr/>
            <p:nvPr/>
          </p:nvSpPr>
          <p:spPr>
            <a:xfrm>
              <a:off x="1870375" y="4595950"/>
              <a:ext cx="12400" cy="12525"/>
            </a:xfrm>
            <a:custGeom>
              <a:avLst/>
              <a:gdLst/>
              <a:ahLst/>
              <a:cxnLst/>
              <a:rect l="l" t="t" r="r" b="b"/>
              <a:pathLst>
                <a:path w="496" h="501" extrusionOk="0">
                  <a:moveTo>
                    <a:pt x="252" y="0"/>
                  </a:moveTo>
                  <a:cubicBezTo>
                    <a:pt x="109" y="0"/>
                    <a:pt x="0" y="114"/>
                    <a:pt x="0" y="250"/>
                  </a:cubicBezTo>
                  <a:cubicBezTo>
                    <a:pt x="0" y="387"/>
                    <a:pt x="109" y="501"/>
                    <a:pt x="252" y="501"/>
                  </a:cubicBezTo>
                  <a:cubicBezTo>
                    <a:pt x="387" y="501"/>
                    <a:pt x="496" y="387"/>
                    <a:pt x="496" y="250"/>
                  </a:cubicBezTo>
                  <a:cubicBezTo>
                    <a:pt x="496"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2" name="Google Shape;9902;p14"/>
            <p:cNvSpPr/>
            <p:nvPr/>
          </p:nvSpPr>
          <p:spPr>
            <a:xfrm>
              <a:off x="1962150" y="4595950"/>
              <a:ext cx="12550" cy="12525"/>
            </a:xfrm>
            <a:custGeom>
              <a:avLst/>
              <a:gdLst/>
              <a:ahLst/>
              <a:cxnLst/>
              <a:rect l="l" t="t" r="r" b="b"/>
              <a:pathLst>
                <a:path w="502" h="501" extrusionOk="0">
                  <a:moveTo>
                    <a:pt x="250" y="0"/>
                  </a:moveTo>
                  <a:cubicBezTo>
                    <a:pt x="114" y="0"/>
                    <a:pt x="1" y="114"/>
                    <a:pt x="1" y="250"/>
                  </a:cubicBezTo>
                  <a:cubicBezTo>
                    <a:pt x="1" y="387"/>
                    <a:pt x="114" y="501"/>
                    <a:pt x="250" y="501"/>
                  </a:cubicBezTo>
                  <a:cubicBezTo>
                    <a:pt x="388" y="501"/>
                    <a:pt x="502" y="387"/>
                    <a:pt x="502" y="250"/>
                  </a:cubicBezTo>
                  <a:cubicBezTo>
                    <a:pt x="502"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3" name="Google Shape;9903;p14"/>
            <p:cNvSpPr/>
            <p:nvPr/>
          </p:nvSpPr>
          <p:spPr>
            <a:xfrm>
              <a:off x="2054075" y="4595950"/>
              <a:ext cx="12425" cy="12525"/>
            </a:xfrm>
            <a:custGeom>
              <a:avLst/>
              <a:gdLst/>
              <a:ahLst/>
              <a:cxnLst/>
              <a:rect l="l" t="t" r="r" b="b"/>
              <a:pathLst>
                <a:path w="497" h="501" extrusionOk="0">
                  <a:moveTo>
                    <a:pt x="252" y="0"/>
                  </a:moveTo>
                  <a:cubicBezTo>
                    <a:pt x="109" y="0"/>
                    <a:pt x="1" y="114"/>
                    <a:pt x="1" y="250"/>
                  </a:cubicBezTo>
                  <a:cubicBezTo>
                    <a:pt x="1" y="387"/>
                    <a:pt x="109" y="501"/>
                    <a:pt x="252" y="501"/>
                  </a:cubicBezTo>
                  <a:cubicBezTo>
                    <a:pt x="388" y="501"/>
                    <a:pt x="496" y="387"/>
                    <a:pt x="496" y="250"/>
                  </a:cubicBezTo>
                  <a:cubicBezTo>
                    <a:pt x="496"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4" name="Google Shape;9904;p14"/>
            <p:cNvSpPr/>
            <p:nvPr/>
          </p:nvSpPr>
          <p:spPr>
            <a:xfrm>
              <a:off x="2145825" y="4595950"/>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5" name="Google Shape;9905;p14"/>
            <p:cNvSpPr/>
            <p:nvPr/>
          </p:nvSpPr>
          <p:spPr>
            <a:xfrm>
              <a:off x="2237800" y="4595950"/>
              <a:ext cx="12350" cy="12525"/>
            </a:xfrm>
            <a:custGeom>
              <a:avLst/>
              <a:gdLst/>
              <a:ahLst/>
              <a:cxnLst/>
              <a:rect l="l" t="t" r="r" b="b"/>
              <a:pathLst>
                <a:path w="494" h="501" extrusionOk="0">
                  <a:moveTo>
                    <a:pt x="244" y="0"/>
                  </a:moveTo>
                  <a:cubicBezTo>
                    <a:pt x="107" y="0"/>
                    <a:pt x="0" y="114"/>
                    <a:pt x="0" y="250"/>
                  </a:cubicBezTo>
                  <a:cubicBezTo>
                    <a:pt x="0" y="387"/>
                    <a:pt x="107" y="501"/>
                    <a:pt x="244" y="501"/>
                  </a:cubicBezTo>
                  <a:cubicBezTo>
                    <a:pt x="387" y="501"/>
                    <a:pt x="494" y="387"/>
                    <a:pt x="494" y="250"/>
                  </a:cubicBezTo>
                  <a:cubicBezTo>
                    <a:pt x="494" y="114"/>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6" name="Google Shape;9906;p14"/>
            <p:cNvSpPr/>
            <p:nvPr/>
          </p:nvSpPr>
          <p:spPr>
            <a:xfrm>
              <a:off x="2329550" y="4595950"/>
              <a:ext cx="12575" cy="12525"/>
            </a:xfrm>
            <a:custGeom>
              <a:avLst/>
              <a:gdLst/>
              <a:ahLst/>
              <a:cxnLst/>
              <a:rect l="l" t="t" r="r" b="b"/>
              <a:pathLst>
                <a:path w="503" h="501" extrusionOk="0">
                  <a:moveTo>
                    <a:pt x="251" y="0"/>
                  </a:moveTo>
                  <a:cubicBezTo>
                    <a:pt x="115" y="0"/>
                    <a:pt x="0" y="114"/>
                    <a:pt x="0" y="250"/>
                  </a:cubicBezTo>
                  <a:cubicBezTo>
                    <a:pt x="0" y="387"/>
                    <a:pt x="115" y="501"/>
                    <a:pt x="251" y="501"/>
                  </a:cubicBezTo>
                  <a:cubicBezTo>
                    <a:pt x="387" y="501"/>
                    <a:pt x="502" y="387"/>
                    <a:pt x="502" y="250"/>
                  </a:cubicBezTo>
                  <a:cubicBezTo>
                    <a:pt x="502"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7" name="Google Shape;9907;p14"/>
            <p:cNvSpPr/>
            <p:nvPr/>
          </p:nvSpPr>
          <p:spPr>
            <a:xfrm>
              <a:off x="2421325" y="4595950"/>
              <a:ext cx="12550" cy="12525"/>
            </a:xfrm>
            <a:custGeom>
              <a:avLst/>
              <a:gdLst/>
              <a:ahLst/>
              <a:cxnLst/>
              <a:rect l="l" t="t" r="r" b="b"/>
              <a:pathLst>
                <a:path w="502" h="501" extrusionOk="0">
                  <a:moveTo>
                    <a:pt x="250" y="0"/>
                  </a:moveTo>
                  <a:cubicBezTo>
                    <a:pt x="114" y="0"/>
                    <a:pt x="1" y="114"/>
                    <a:pt x="1" y="250"/>
                  </a:cubicBezTo>
                  <a:cubicBezTo>
                    <a:pt x="1" y="387"/>
                    <a:pt x="114" y="501"/>
                    <a:pt x="250" y="501"/>
                  </a:cubicBezTo>
                  <a:cubicBezTo>
                    <a:pt x="395" y="501"/>
                    <a:pt x="501" y="387"/>
                    <a:pt x="501" y="250"/>
                  </a:cubicBezTo>
                  <a:cubicBezTo>
                    <a:pt x="501" y="114"/>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8" name="Google Shape;9908;p14"/>
            <p:cNvSpPr/>
            <p:nvPr/>
          </p:nvSpPr>
          <p:spPr>
            <a:xfrm>
              <a:off x="2513250" y="4595950"/>
              <a:ext cx="12575" cy="12525"/>
            </a:xfrm>
            <a:custGeom>
              <a:avLst/>
              <a:gdLst/>
              <a:ahLst/>
              <a:cxnLst/>
              <a:rect l="l" t="t" r="r" b="b"/>
              <a:pathLst>
                <a:path w="503" h="501" extrusionOk="0">
                  <a:moveTo>
                    <a:pt x="252" y="0"/>
                  </a:moveTo>
                  <a:cubicBezTo>
                    <a:pt x="109" y="0"/>
                    <a:pt x="0" y="114"/>
                    <a:pt x="0" y="250"/>
                  </a:cubicBezTo>
                  <a:cubicBezTo>
                    <a:pt x="0" y="387"/>
                    <a:pt x="109"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14"/>
            <p:cNvSpPr/>
            <p:nvPr/>
          </p:nvSpPr>
          <p:spPr>
            <a:xfrm>
              <a:off x="2605000" y="4595950"/>
              <a:ext cx="12575" cy="12525"/>
            </a:xfrm>
            <a:custGeom>
              <a:avLst/>
              <a:gdLst/>
              <a:ahLst/>
              <a:cxnLst/>
              <a:rect l="l" t="t" r="r" b="b"/>
              <a:pathLst>
                <a:path w="503" h="501" extrusionOk="0">
                  <a:moveTo>
                    <a:pt x="252" y="0"/>
                  </a:moveTo>
                  <a:cubicBezTo>
                    <a:pt x="116" y="0"/>
                    <a:pt x="0" y="114"/>
                    <a:pt x="0" y="250"/>
                  </a:cubicBezTo>
                  <a:cubicBezTo>
                    <a:pt x="0" y="387"/>
                    <a:pt x="116" y="501"/>
                    <a:pt x="252" y="501"/>
                  </a:cubicBezTo>
                  <a:cubicBezTo>
                    <a:pt x="387" y="501"/>
                    <a:pt x="503" y="387"/>
                    <a:pt x="503" y="250"/>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0" name="Google Shape;9910;p14"/>
            <p:cNvSpPr/>
            <p:nvPr/>
          </p:nvSpPr>
          <p:spPr>
            <a:xfrm>
              <a:off x="2696950" y="4595950"/>
              <a:ext cx="12375" cy="12525"/>
            </a:xfrm>
            <a:custGeom>
              <a:avLst/>
              <a:gdLst/>
              <a:ahLst/>
              <a:cxnLst/>
              <a:rect l="l" t="t" r="r" b="b"/>
              <a:pathLst>
                <a:path w="495" h="501" extrusionOk="0">
                  <a:moveTo>
                    <a:pt x="252" y="0"/>
                  </a:moveTo>
                  <a:cubicBezTo>
                    <a:pt x="108" y="0"/>
                    <a:pt x="1" y="114"/>
                    <a:pt x="1" y="250"/>
                  </a:cubicBezTo>
                  <a:cubicBezTo>
                    <a:pt x="1" y="387"/>
                    <a:pt x="108" y="501"/>
                    <a:pt x="252" y="501"/>
                  </a:cubicBezTo>
                  <a:cubicBezTo>
                    <a:pt x="388" y="501"/>
                    <a:pt x="495" y="387"/>
                    <a:pt x="495" y="250"/>
                  </a:cubicBezTo>
                  <a:cubicBezTo>
                    <a:pt x="495"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1" name="Google Shape;9911;p14"/>
            <p:cNvSpPr/>
            <p:nvPr/>
          </p:nvSpPr>
          <p:spPr>
            <a:xfrm>
              <a:off x="2788700" y="4595950"/>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2" name="Google Shape;9912;p14"/>
            <p:cNvSpPr/>
            <p:nvPr/>
          </p:nvSpPr>
          <p:spPr>
            <a:xfrm>
              <a:off x="2880675" y="4595950"/>
              <a:ext cx="12375" cy="12525"/>
            </a:xfrm>
            <a:custGeom>
              <a:avLst/>
              <a:gdLst/>
              <a:ahLst/>
              <a:cxnLst/>
              <a:rect l="l" t="t" r="r" b="b"/>
              <a:pathLst>
                <a:path w="495" h="501" extrusionOk="0">
                  <a:moveTo>
                    <a:pt x="243" y="0"/>
                  </a:moveTo>
                  <a:cubicBezTo>
                    <a:pt x="107" y="0"/>
                    <a:pt x="0" y="114"/>
                    <a:pt x="0" y="250"/>
                  </a:cubicBezTo>
                  <a:cubicBezTo>
                    <a:pt x="0" y="387"/>
                    <a:pt x="107" y="501"/>
                    <a:pt x="243" y="501"/>
                  </a:cubicBezTo>
                  <a:cubicBezTo>
                    <a:pt x="387" y="501"/>
                    <a:pt x="494" y="387"/>
                    <a:pt x="494" y="250"/>
                  </a:cubicBezTo>
                  <a:cubicBezTo>
                    <a:pt x="494" y="114"/>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3" name="Google Shape;9913;p14"/>
            <p:cNvSpPr/>
            <p:nvPr/>
          </p:nvSpPr>
          <p:spPr>
            <a:xfrm>
              <a:off x="2972425" y="4595950"/>
              <a:ext cx="12575" cy="12525"/>
            </a:xfrm>
            <a:custGeom>
              <a:avLst/>
              <a:gdLst/>
              <a:ahLst/>
              <a:cxnLst/>
              <a:rect l="l" t="t" r="r" b="b"/>
              <a:pathLst>
                <a:path w="503" h="501" extrusionOk="0">
                  <a:moveTo>
                    <a:pt x="251" y="0"/>
                  </a:moveTo>
                  <a:cubicBezTo>
                    <a:pt x="115" y="0"/>
                    <a:pt x="0" y="114"/>
                    <a:pt x="0" y="250"/>
                  </a:cubicBezTo>
                  <a:cubicBezTo>
                    <a:pt x="0" y="387"/>
                    <a:pt x="115" y="501"/>
                    <a:pt x="251" y="501"/>
                  </a:cubicBezTo>
                  <a:cubicBezTo>
                    <a:pt x="387" y="501"/>
                    <a:pt x="503" y="387"/>
                    <a:pt x="503" y="250"/>
                  </a:cubicBezTo>
                  <a:cubicBezTo>
                    <a:pt x="503"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4" name="Google Shape;9914;p14"/>
            <p:cNvSpPr/>
            <p:nvPr/>
          </p:nvSpPr>
          <p:spPr>
            <a:xfrm>
              <a:off x="3064375" y="4595950"/>
              <a:ext cx="12375" cy="12525"/>
            </a:xfrm>
            <a:custGeom>
              <a:avLst/>
              <a:gdLst/>
              <a:ahLst/>
              <a:cxnLst/>
              <a:rect l="l" t="t" r="r" b="b"/>
              <a:pathLst>
                <a:path w="495" h="501" extrusionOk="0">
                  <a:moveTo>
                    <a:pt x="243" y="0"/>
                  </a:moveTo>
                  <a:cubicBezTo>
                    <a:pt x="107" y="0"/>
                    <a:pt x="1" y="114"/>
                    <a:pt x="1" y="250"/>
                  </a:cubicBezTo>
                  <a:cubicBezTo>
                    <a:pt x="1" y="387"/>
                    <a:pt x="107" y="501"/>
                    <a:pt x="243" y="501"/>
                  </a:cubicBezTo>
                  <a:cubicBezTo>
                    <a:pt x="388" y="501"/>
                    <a:pt x="495" y="387"/>
                    <a:pt x="495" y="250"/>
                  </a:cubicBezTo>
                  <a:cubicBezTo>
                    <a:pt x="495" y="114"/>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5" name="Google Shape;9915;p14"/>
            <p:cNvSpPr/>
            <p:nvPr/>
          </p:nvSpPr>
          <p:spPr>
            <a:xfrm>
              <a:off x="3156125" y="4595950"/>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6" name="Google Shape;9916;p14"/>
            <p:cNvSpPr/>
            <p:nvPr/>
          </p:nvSpPr>
          <p:spPr>
            <a:xfrm>
              <a:off x="3247875" y="4595950"/>
              <a:ext cx="12575" cy="12525"/>
            </a:xfrm>
            <a:custGeom>
              <a:avLst/>
              <a:gdLst/>
              <a:ahLst/>
              <a:cxnLst/>
              <a:rect l="l" t="t" r="r" b="b"/>
              <a:pathLst>
                <a:path w="503"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7" name="Google Shape;9917;p14"/>
            <p:cNvSpPr/>
            <p:nvPr/>
          </p:nvSpPr>
          <p:spPr>
            <a:xfrm>
              <a:off x="3339850" y="4595950"/>
              <a:ext cx="12525" cy="12525"/>
            </a:xfrm>
            <a:custGeom>
              <a:avLst/>
              <a:gdLst/>
              <a:ahLst/>
              <a:cxnLst/>
              <a:rect l="l" t="t" r="r" b="b"/>
              <a:pathLst>
                <a:path w="501" h="501" extrusionOk="0">
                  <a:moveTo>
                    <a:pt x="251" y="0"/>
                  </a:moveTo>
                  <a:cubicBezTo>
                    <a:pt x="107" y="0"/>
                    <a:pt x="0" y="114"/>
                    <a:pt x="0" y="250"/>
                  </a:cubicBezTo>
                  <a:cubicBezTo>
                    <a:pt x="0" y="387"/>
                    <a:pt x="107" y="501"/>
                    <a:pt x="251" y="501"/>
                  </a:cubicBezTo>
                  <a:cubicBezTo>
                    <a:pt x="387" y="501"/>
                    <a:pt x="501" y="387"/>
                    <a:pt x="501" y="250"/>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8" name="Google Shape;9918;p14"/>
            <p:cNvSpPr/>
            <p:nvPr/>
          </p:nvSpPr>
          <p:spPr>
            <a:xfrm>
              <a:off x="3431575" y="4595950"/>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9" name="Google Shape;9919;p14"/>
            <p:cNvSpPr/>
            <p:nvPr/>
          </p:nvSpPr>
          <p:spPr>
            <a:xfrm>
              <a:off x="3523550" y="4595950"/>
              <a:ext cx="12375" cy="12525"/>
            </a:xfrm>
            <a:custGeom>
              <a:avLst/>
              <a:gdLst/>
              <a:ahLst/>
              <a:cxnLst/>
              <a:rect l="l" t="t" r="r" b="b"/>
              <a:pathLst>
                <a:path w="495" h="501" extrusionOk="0">
                  <a:moveTo>
                    <a:pt x="250" y="0"/>
                  </a:moveTo>
                  <a:cubicBezTo>
                    <a:pt x="107" y="0"/>
                    <a:pt x="0" y="114"/>
                    <a:pt x="0" y="250"/>
                  </a:cubicBezTo>
                  <a:cubicBezTo>
                    <a:pt x="0" y="387"/>
                    <a:pt x="107" y="501"/>
                    <a:pt x="250" y="501"/>
                  </a:cubicBezTo>
                  <a:cubicBezTo>
                    <a:pt x="388" y="501"/>
                    <a:pt x="494" y="387"/>
                    <a:pt x="494" y="250"/>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0" name="Google Shape;9920;p14"/>
            <p:cNvSpPr/>
            <p:nvPr/>
          </p:nvSpPr>
          <p:spPr>
            <a:xfrm>
              <a:off x="676400" y="46877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1" name="Google Shape;9921;p14"/>
            <p:cNvSpPr/>
            <p:nvPr/>
          </p:nvSpPr>
          <p:spPr>
            <a:xfrm>
              <a:off x="768325" y="4687700"/>
              <a:ext cx="12400" cy="12575"/>
            </a:xfrm>
            <a:custGeom>
              <a:avLst/>
              <a:gdLst/>
              <a:ahLst/>
              <a:cxnLst/>
              <a:rect l="l" t="t" r="r" b="b"/>
              <a:pathLst>
                <a:path w="496" h="503" extrusionOk="0">
                  <a:moveTo>
                    <a:pt x="245" y="0"/>
                  </a:moveTo>
                  <a:cubicBezTo>
                    <a:pt x="109" y="0"/>
                    <a:pt x="0" y="115"/>
                    <a:pt x="0" y="251"/>
                  </a:cubicBezTo>
                  <a:cubicBezTo>
                    <a:pt x="0" y="387"/>
                    <a:pt x="109" y="503"/>
                    <a:pt x="245" y="503"/>
                  </a:cubicBezTo>
                  <a:cubicBezTo>
                    <a:pt x="388" y="503"/>
                    <a:pt x="496" y="387"/>
                    <a:pt x="496" y="251"/>
                  </a:cubicBezTo>
                  <a:cubicBezTo>
                    <a:pt x="496" y="115"/>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2" name="Google Shape;9922;p14"/>
            <p:cNvSpPr/>
            <p:nvPr/>
          </p:nvSpPr>
          <p:spPr>
            <a:xfrm>
              <a:off x="860125" y="4687700"/>
              <a:ext cx="12525" cy="12575"/>
            </a:xfrm>
            <a:custGeom>
              <a:avLst/>
              <a:gdLst/>
              <a:ahLst/>
              <a:cxnLst/>
              <a:rect l="l" t="t" r="r" b="b"/>
              <a:pathLst>
                <a:path w="501" h="503" extrusionOk="0">
                  <a:moveTo>
                    <a:pt x="251" y="0"/>
                  </a:moveTo>
                  <a:cubicBezTo>
                    <a:pt x="114" y="0"/>
                    <a:pt x="0" y="115"/>
                    <a:pt x="0" y="251"/>
                  </a:cubicBezTo>
                  <a:cubicBezTo>
                    <a:pt x="0" y="387"/>
                    <a:pt x="114" y="503"/>
                    <a:pt x="251" y="503"/>
                  </a:cubicBezTo>
                  <a:cubicBezTo>
                    <a:pt x="387" y="503"/>
                    <a:pt x="501" y="387"/>
                    <a:pt x="501" y="251"/>
                  </a:cubicBezTo>
                  <a:cubicBezTo>
                    <a:pt x="501"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3" name="Google Shape;9923;p14"/>
            <p:cNvSpPr/>
            <p:nvPr/>
          </p:nvSpPr>
          <p:spPr>
            <a:xfrm>
              <a:off x="951850" y="46877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4" name="Google Shape;9924;p14"/>
            <p:cNvSpPr/>
            <p:nvPr/>
          </p:nvSpPr>
          <p:spPr>
            <a:xfrm>
              <a:off x="1043825" y="4687700"/>
              <a:ext cx="12375" cy="12575"/>
            </a:xfrm>
            <a:custGeom>
              <a:avLst/>
              <a:gdLst/>
              <a:ahLst/>
              <a:cxnLst/>
              <a:rect l="l" t="t" r="r" b="b"/>
              <a:pathLst>
                <a:path w="495" h="503" extrusionOk="0">
                  <a:moveTo>
                    <a:pt x="250" y="0"/>
                  </a:moveTo>
                  <a:cubicBezTo>
                    <a:pt x="107" y="0"/>
                    <a:pt x="0" y="115"/>
                    <a:pt x="0" y="251"/>
                  </a:cubicBezTo>
                  <a:cubicBezTo>
                    <a:pt x="0" y="387"/>
                    <a:pt x="107" y="503"/>
                    <a:pt x="250" y="503"/>
                  </a:cubicBezTo>
                  <a:cubicBezTo>
                    <a:pt x="388" y="503"/>
                    <a:pt x="494" y="387"/>
                    <a:pt x="494" y="251"/>
                  </a:cubicBezTo>
                  <a:cubicBezTo>
                    <a:pt x="494" y="115"/>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5" name="Google Shape;9925;p14"/>
            <p:cNvSpPr/>
            <p:nvPr/>
          </p:nvSpPr>
          <p:spPr>
            <a:xfrm>
              <a:off x="1135575" y="4687700"/>
              <a:ext cx="12575" cy="12575"/>
            </a:xfrm>
            <a:custGeom>
              <a:avLst/>
              <a:gdLst/>
              <a:ahLst/>
              <a:cxnLst/>
              <a:rect l="l" t="t" r="r" b="b"/>
              <a:pathLst>
                <a:path w="503" h="503" extrusionOk="0">
                  <a:moveTo>
                    <a:pt x="252" y="0"/>
                  </a:moveTo>
                  <a:cubicBezTo>
                    <a:pt x="116" y="0"/>
                    <a:pt x="0" y="115"/>
                    <a:pt x="0" y="251"/>
                  </a:cubicBezTo>
                  <a:cubicBezTo>
                    <a:pt x="0" y="387"/>
                    <a:pt x="116" y="503"/>
                    <a:pt x="252" y="503"/>
                  </a:cubicBezTo>
                  <a:cubicBezTo>
                    <a:pt x="387" y="503"/>
                    <a:pt x="503" y="387"/>
                    <a:pt x="503" y="251"/>
                  </a:cubicBezTo>
                  <a:cubicBezTo>
                    <a:pt x="503" y="115"/>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6" name="Google Shape;9926;p14"/>
            <p:cNvSpPr/>
            <p:nvPr/>
          </p:nvSpPr>
          <p:spPr>
            <a:xfrm>
              <a:off x="1227500" y="4687700"/>
              <a:ext cx="12400" cy="12575"/>
            </a:xfrm>
            <a:custGeom>
              <a:avLst/>
              <a:gdLst/>
              <a:ahLst/>
              <a:cxnLst/>
              <a:rect l="l" t="t" r="r" b="b"/>
              <a:pathLst>
                <a:path w="496" h="503" extrusionOk="0">
                  <a:moveTo>
                    <a:pt x="251" y="0"/>
                  </a:moveTo>
                  <a:cubicBezTo>
                    <a:pt x="109" y="0"/>
                    <a:pt x="0" y="115"/>
                    <a:pt x="0" y="251"/>
                  </a:cubicBezTo>
                  <a:cubicBezTo>
                    <a:pt x="0" y="387"/>
                    <a:pt x="109" y="503"/>
                    <a:pt x="251" y="503"/>
                  </a:cubicBezTo>
                  <a:cubicBezTo>
                    <a:pt x="387" y="503"/>
                    <a:pt x="496" y="387"/>
                    <a:pt x="496" y="251"/>
                  </a:cubicBezTo>
                  <a:cubicBezTo>
                    <a:pt x="496"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7" name="Google Shape;9927;p14"/>
            <p:cNvSpPr/>
            <p:nvPr/>
          </p:nvSpPr>
          <p:spPr>
            <a:xfrm>
              <a:off x="1319275" y="4687700"/>
              <a:ext cx="12550" cy="12575"/>
            </a:xfrm>
            <a:custGeom>
              <a:avLst/>
              <a:gdLst/>
              <a:ahLst/>
              <a:cxnLst/>
              <a:rect l="l" t="t" r="r" b="b"/>
              <a:pathLst>
                <a:path w="502" h="503" extrusionOk="0">
                  <a:moveTo>
                    <a:pt x="252" y="0"/>
                  </a:moveTo>
                  <a:cubicBezTo>
                    <a:pt x="114" y="0"/>
                    <a:pt x="1" y="115"/>
                    <a:pt x="1" y="251"/>
                  </a:cubicBezTo>
                  <a:cubicBezTo>
                    <a:pt x="1" y="387"/>
                    <a:pt x="114" y="503"/>
                    <a:pt x="252" y="503"/>
                  </a:cubicBezTo>
                  <a:cubicBezTo>
                    <a:pt x="388" y="503"/>
                    <a:pt x="501" y="387"/>
                    <a:pt x="501" y="251"/>
                  </a:cubicBezTo>
                  <a:cubicBezTo>
                    <a:pt x="501"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8" name="Google Shape;9928;p14"/>
            <p:cNvSpPr/>
            <p:nvPr/>
          </p:nvSpPr>
          <p:spPr>
            <a:xfrm>
              <a:off x="1411200" y="4687700"/>
              <a:ext cx="12425" cy="12575"/>
            </a:xfrm>
            <a:custGeom>
              <a:avLst/>
              <a:gdLst/>
              <a:ahLst/>
              <a:cxnLst/>
              <a:rect l="l" t="t" r="r" b="b"/>
              <a:pathLst>
                <a:path w="497" h="503" extrusionOk="0">
                  <a:moveTo>
                    <a:pt x="245" y="0"/>
                  </a:moveTo>
                  <a:cubicBezTo>
                    <a:pt x="109" y="0"/>
                    <a:pt x="1" y="115"/>
                    <a:pt x="1" y="251"/>
                  </a:cubicBezTo>
                  <a:cubicBezTo>
                    <a:pt x="1" y="387"/>
                    <a:pt x="109" y="503"/>
                    <a:pt x="245" y="503"/>
                  </a:cubicBezTo>
                  <a:cubicBezTo>
                    <a:pt x="388" y="503"/>
                    <a:pt x="496" y="387"/>
                    <a:pt x="496" y="251"/>
                  </a:cubicBezTo>
                  <a:cubicBezTo>
                    <a:pt x="496" y="115"/>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9" name="Google Shape;9929;p14"/>
            <p:cNvSpPr/>
            <p:nvPr/>
          </p:nvSpPr>
          <p:spPr>
            <a:xfrm>
              <a:off x="1503000" y="4687700"/>
              <a:ext cx="12525" cy="12575"/>
            </a:xfrm>
            <a:custGeom>
              <a:avLst/>
              <a:gdLst/>
              <a:ahLst/>
              <a:cxnLst/>
              <a:rect l="l" t="t" r="r" b="b"/>
              <a:pathLst>
                <a:path w="501" h="503" extrusionOk="0">
                  <a:moveTo>
                    <a:pt x="250" y="0"/>
                  </a:moveTo>
                  <a:cubicBezTo>
                    <a:pt x="114" y="0"/>
                    <a:pt x="0" y="115"/>
                    <a:pt x="0" y="251"/>
                  </a:cubicBezTo>
                  <a:cubicBezTo>
                    <a:pt x="0" y="387"/>
                    <a:pt x="114" y="503"/>
                    <a:pt x="250" y="503"/>
                  </a:cubicBezTo>
                  <a:cubicBezTo>
                    <a:pt x="387" y="503"/>
                    <a:pt x="501" y="387"/>
                    <a:pt x="501" y="251"/>
                  </a:cubicBezTo>
                  <a:cubicBezTo>
                    <a:pt x="501" y="115"/>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0" name="Google Shape;9930;p14"/>
            <p:cNvSpPr/>
            <p:nvPr/>
          </p:nvSpPr>
          <p:spPr>
            <a:xfrm>
              <a:off x="1594750" y="4687700"/>
              <a:ext cx="12575" cy="12575"/>
            </a:xfrm>
            <a:custGeom>
              <a:avLst/>
              <a:gdLst/>
              <a:ahLst/>
              <a:cxnLst/>
              <a:rect l="l" t="t" r="r" b="b"/>
              <a:pathLst>
                <a:path w="503" h="503" extrusionOk="0">
                  <a:moveTo>
                    <a:pt x="251" y="0"/>
                  </a:moveTo>
                  <a:cubicBezTo>
                    <a:pt x="115" y="0"/>
                    <a:pt x="0" y="115"/>
                    <a:pt x="0" y="251"/>
                  </a:cubicBezTo>
                  <a:cubicBezTo>
                    <a:pt x="0" y="387"/>
                    <a:pt x="115" y="503"/>
                    <a:pt x="251" y="503"/>
                  </a:cubicBezTo>
                  <a:cubicBezTo>
                    <a:pt x="394" y="503"/>
                    <a:pt x="503" y="387"/>
                    <a:pt x="503" y="251"/>
                  </a:cubicBezTo>
                  <a:cubicBezTo>
                    <a:pt x="503" y="115"/>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1" name="Google Shape;9931;p14"/>
            <p:cNvSpPr/>
            <p:nvPr/>
          </p:nvSpPr>
          <p:spPr>
            <a:xfrm>
              <a:off x="1686650" y="46877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2" name="Google Shape;9932;p14"/>
            <p:cNvSpPr/>
            <p:nvPr/>
          </p:nvSpPr>
          <p:spPr>
            <a:xfrm>
              <a:off x="1778450" y="4687700"/>
              <a:ext cx="12550" cy="12575"/>
            </a:xfrm>
            <a:custGeom>
              <a:avLst/>
              <a:gdLst/>
              <a:ahLst/>
              <a:cxnLst/>
              <a:rect l="l" t="t" r="r" b="b"/>
              <a:pathLst>
                <a:path w="502" h="503" extrusionOk="0">
                  <a:moveTo>
                    <a:pt x="252" y="0"/>
                  </a:moveTo>
                  <a:cubicBezTo>
                    <a:pt x="114" y="0"/>
                    <a:pt x="1" y="115"/>
                    <a:pt x="1" y="251"/>
                  </a:cubicBezTo>
                  <a:cubicBezTo>
                    <a:pt x="1" y="387"/>
                    <a:pt x="114" y="503"/>
                    <a:pt x="252" y="503"/>
                  </a:cubicBezTo>
                  <a:cubicBezTo>
                    <a:pt x="388" y="503"/>
                    <a:pt x="501" y="387"/>
                    <a:pt x="501" y="251"/>
                  </a:cubicBezTo>
                  <a:cubicBezTo>
                    <a:pt x="501"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3" name="Google Shape;9933;p14"/>
            <p:cNvSpPr/>
            <p:nvPr/>
          </p:nvSpPr>
          <p:spPr>
            <a:xfrm>
              <a:off x="1870375" y="4687700"/>
              <a:ext cx="12400" cy="12575"/>
            </a:xfrm>
            <a:custGeom>
              <a:avLst/>
              <a:gdLst/>
              <a:ahLst/>
              <a:cxnLst/>
              <a:rect l="l" t="t" r="r" b="b"/>
              <a:pathLst>
                <a:path w="496" h="503" extrusionOk="0">
                  <a:moveTo>
                    <a:pt x="252" y="0"/>
                  </a:moveTo>
                  <a:cubicBezTo>
                    <a:pt x="109" y="0"/>
                    <a:pt x="0" y="115"/>
                    <a:pt x="0" y="251"/>
                  </a:cubicBezTo>
                  <a:cubicBezTo>
                    <a:pt x="0" y="387"/>
                    <a:pt x="109" y="503"/>
                    <a:pt x="252" y="503"/>
                  </a:cubicBezTo>
                  <a:cubicBezTo>
                    <a:pt x="387" y="503"/>
                    <a:pt x="496" y="387"/>
                    <a:pt x="496" y="251"/>
                  </a:cubicBezTo>
                  <a:cubicBezTo>
                    <a:pt x="496" y="115"/>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4" name="Google Shape;9934;p14"/>
            <p:cNvSpPr/>
            <p:nvPr/>
          </p:nvSpPr>
          <p:spPr>
            <a:xfrm>
              <a:off x="1962150" y="4687700"/>
              <a:ext cx="12550" cy="12575"/>
            </a:xfrm>
            <a:custGeom>
              <a:avLst/>
              <a:gdLst/>
              <a:ahLst/>
              <a:cxnLst/>
              <a:rect l="l" t="t" r="r" b="b"/>
              <a:pathLst>
                <a:path w="502" h="503" extrusionOk="0">
                  <a:moveTo>
                    <a:pt x="250" y="0"/>
                  </a:moveTo>
                  <a:cubicBezTo>
                    <a:pt x="114" y="0"/>
                    <a:pt x="1" y="115"/>
                    <a:pt x="1" y="251"/>
                  </a:cubicBezTo>
                  <a:cubicBezTo>
                    <a:pt x="1" y="387"/>
                    <a:pt x="114" y="503"/>
                    <a:pt x="250" y="503"/>
                  </a:cubicBezTo>
                  <a:cubicBezTo>
                    <a:pt x="388" y="503"/>
                    <a:pt x="502" y="387"/>
                    <a:pt x="502" y="251"/>
                  </a:cubicBezTo>
                  <a:cubicBezTo>
                    <a:pt x="502" y="115"/>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5" name="Google Shape;9935;p14"/>
            <p:cNvSpPr/>
            <p:nvPr/>
          </p:nvSpPr>
          <p:spPr>
            <a:xfrm>
              <a:off x="2054075" y="4687700"/>
              <a:ext cx="12425" cy="12575"/>
            </a:xfrm>
            <a:custGeom>
              <a:avLst/>
              <a:gdLst/>
              <a:ahLst/>
              <a:cxnLst/>
              <a:rect l="l" t="t" r="r" b="b"/>
              <a:pathLst>
                <a:path w="497" h="503" extrusionOk="0">
                  <a:moveTo>
                    <a:pt x="252" y="0"/>
                  </a:moveTo>
                  <a:cubicBezTo>
                    <a:pt x="109" y="0"/>
                    <a:pt x="1" y="115"/>
                    <a:pt x="1" y="251"/>
                  </a:cubicBezTo>
                  <a:cubicBezTo>
                    <a:pt x="1" y="387"/>
                    <a:pt x="109" y="503"/>
                    <a:pt x="252" y="503"/>
                  </a:cubicBezTo>
                  <a:cubicBezTo>
                    <a:pt x="388" y="503"/>
                    <a:pt x="496" y="387"/>
                    <a:pt x="496" y="251"/>
                  </a:cubicBezTo>
                  <a:cubicBezTo>
                    <a:pt x="496"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6" name="Google Shape;9936;p14"/>
            <p:cNvSpPr/>
            <p:nvPr/>
          </p:nvSpPr>
          <p:spPr>
            <a:xfrm>
              <a:off x="2145825" y="46877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7" name="Google Shape;9937;p14"/>
            <p:cNvSpPr/>
            <p:nvPr/>
          </p:nvSpPr>
          <p:spPr>
            <a:xfrm>
              <a:off x="2237800" y="4687700"/>
              <a:ext cx="12350" cy="12575"/>
            </a:xfrm>
            <a:custGeom>
              <a:avLst/>
              <a:gdLst/>
              <a:ahLst/>
              <a:cxnLst/>
              <a:rect l="l" t="t" r="r" b="b"/>
              <a:pathLst>
                <a:path w="494" h="503" extrusionOk="0">
                  <a:moveTo>
                    <a:pt x="244" y="0"/>
                  </a:moveTo>
                  <a:cubicBezTo>
                    <a:pt x="107" y="0"/>
                    <a:pt x="0" y="115"/>
                    <a:pt x="0" y="251"/>
                  </a:cubicBezTo>
                  <a:cubicBezTo>
                    <a:pt x="0" y="387"/>
                    <a:pt x="107" y="503"/>
                    <a:pt x="244" y="503"/>
                  </a:cubicBezTo>
                  <a:cubicBezTo>
                    <a:pt x="387" y="503"/>
                    <a:pt x="494" y="387"/>
                    <a:pt x="494" y="251"/>
                  </a:cubicBezTo>
                  <a:cubicBezTo>
                    <a:pt x="494" y="115"/>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8" name="Google Shape;9938;p14"/>
            <p:cNvSpPr/>
            <p:nvPr/>
          </p:nvSpPr>
          <p:spPr>
            <a:xfrm>
              <a:off x="2329550" y="4687700"/>
              <a:ext cx="12575" cy="12575"/>
            </a:xfrm>
            <a:custGeom>
              <a:avLst/>
              <a:gdLst/>
              <a:ahLst/>
              <a:cxnLst/>
              <a:rect l="l" t="t" r="r" b="b"/>
              <a:pathLst>
                <a:path w="503" h="503" extrusionOk="0">
                  <a:moveTo>
                    <a:pt x="251" y="0"/>
                  </a:moveTo>
                  <a:cubicBezTo>
                    <a:pt x="115" y="0"/>
                    <a:pt x="0" y="115"/>
                    <a:pt x="0" y="251"/>
                  </a:cubicBezTo>
                  <a:cubicBezTo>
                    <a:pt x="0" y="387"/>
                    <a:pt x="115" y="503"/>
                    <a:pt x="251" y="503"/>
                  </a:cubicBezTo>
                  <a:cubicBezTo>
                    <a:pt x="387" y="503"/>
                    <a:pt x="502" y="387"/>
                    <a:pt x="502" y="251"/>
                  </a:cubicBezTo>
                  <a:cubicBezTo>
                    <a:pt x="502"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9" name="Google Shape;9939;p14"/>
            <p:cNvSpPr/>
            <p:nvPr/>
          </p:nvSpPr>
          <p:spPr>
            <a:xfrm>
              <a:off x="2421325" y="4687700"/>
              <a:ext cx="12550" cy="12575"/>
            </a:xfrm>
            <a:custGeom>
              <a:avLst/>
              <a:gdLst/>
              <a:ahLst/>
              <a:cxnLst/>
              <a:rect l="l" t="t" r="r" b="b"/>
              <a:pathLst>
                <a:path w="502" h="503" extrusionOk="0">
                  <a:moveTo>
                    <a:pt x="250" y="0"/>
                  </a:moveTo>
                  <a:cubicBezTo>
                    <a:pt x="114" y="0"/>
                    <a:pt x="1" y="115"/>
                    <a:pt x="1" y="251"/>
                  </a:cubicBezTo>
                  <a:cubicBezTo>
                    <a:pt x="1" y="387"/>
                    <a:pt x="114" y="503"/>
                    <a:pt x="250" y="503"/>
                  </a:cubicBezTo>
                  <a:cubicBezTo>
                    <a:pt x="395" y="503"/>
                    <a:pt x="501" y="387"/>
                    <a:pt x="501" y="251"/>
                  </a:cubicBezTo>
                  <a:cubicBezTo>
                    <a:pt x="501" y="115"/>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0" name="Google Shape;9940;p14"/>
            <p:cNvSpPr/>
            <p:nvPr/>
          </p:nvSpPr>
          <p:spPr>
            <a:xfrm>
              <a:off x="2513250" y="4687700"/>
              <a:ext cx="12575" cy="12575"/>
            </a:xfrm>
            <a:custGeom>
              <a:avLst/>
              <a:gdLst/>
              <a:ahLst/>
              <a:cxnLst/>
              <a:rect l="l" t="t" r="r" b="b"/>
              <a:pathLst>
                <a:path w="503" h="503" extrusionOk="0">
                  <a:moveTo>
                    <a:pt x="252" y="0"/>
                  </a:moveTo>
                  <a:cubicBezTo>
                    <a:pt x="109" y="0"/>
                    <a:pt x="0" y="115"/>
                    <a:pt x="0" y="251"/>
                  </a:cubicBezTo>
                  <a:cubicBezTo>
                    <a:pt x="0" y="387"/>
                    <a:pt x="109"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1" name="Google Shape;9941;p14"/>
            <p:cNvSpPr/>
            <p:nvPr/>
          </p:nvSpPr>
          <p:spPr>
            <a:xfrm>
              <a:off x="2605000" y="4687700"/>
              <a:ext cx="12575" cy="12575"/>
            </a:xfrm>
            <a:custGeom>
              <a:avLst/>
              <a:gdLst/>
              <a:ahLst/>
              <a:cxnLst/>
              <a:rect l="l" t="t" r="r" b="b"/>
              <a:pathLst>
                <a:path w="503" h="503" extrusionOk="0">
                  <a:moveTo>
                    <a:pt x="252" y="0"/>
                  </a:moveTo>
                  <a:cubicBezTo>
                    <a:pt x="116" y="0"/>
                    <a:pt x="0" y="115"/>
                    <a:pt x="0" y="251"/>
                  </a:cubicBezTo>
                  <a:cubicBezTo>
                    <a:pt x="0" y="387"/>
                    <a:pt x="116" y="503"/>
                    <a:pt x="252" y="503"/>
                  </a:cubicBezTo>
                  <a:cubicBezTo>
                    <a:pt x="387" y="503"/>
                    <a:pt x="503" y="387"/>
                    <a:pt x="503" y="251"/>
                  </a:cubicBezTo>
                  <a:cubicBezTo>
                    <a:pt x="503" y="115"/>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2" name="Google Shape;9942;p14"/>
            <p:cNvSpPr/>
            <p:nvPr/>
          </p:nvSpPr>
          <p:spPr>
            <a:xfrm>
              <a:off x="2696950" y="4687700"/>
              <a:ext cx="12375" cy="12575"/>
            </a:xfrm>
            <a:custGeom>
              <a:avLst/>
              <a:gdLst/>
              <a:ahLst/>
              <a:cxnLst/>
              <a:rect l="l" t="t" r="r" b="b"/>
              <a:pathLst>
                <a:path w="495" h="503" extrusionOk="0">
                  <a:moveTo>
                    <a:pt x="252" y="0"/>
                  </a:moveTo>
                  <a:cubicBezTo>
                    <a:pt x="108" y="0"/>
                    <a:pt x="1" y="115"/>
                    <a:pt x="1" y="251"/>
                  </a:cubicBezTo>
                  <a:cubicBezTo>
                    <a:pt x="1" y="387"/>
                    <a:pt x="108" y="503"/>
                    <a:pt x="252" y="503"/>
                  </a:cubicBezTo>
                  <a:cubicBezTo>
                    <a:pt x="388" y="503"/>
                    <a:pt x="495" y="387"/>
                    <a:pt x="495" y="251"/>
                  </a:cubicBezTo>
                  <a:cubicBezTo>
                    <a:pt x="495"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3" name="Google Shape;9943;p14"/>
            <p:cNvSpPr/>
            <p:nvPr/>
          </p:nvSpPr>
          <p:spPr>
            <a:xfrm>
              <a:off x="2788700" y="46877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4" name="Google Shape;9944;p14"/>
            <p:cNvSpPr/>
            <p:nvPr/>
          </p:nvSpPr>
          <p:spPr>
            <a:xfrm>
              <a:off x="2880675" y="4687700"/>
              <a:ext cx="12375" cy="12575"/>
            </a:xfrm>
            <a:custGeom>
              <a:avLst/>
              <a:gdLst/>
              <a:ahLst/>
              <a:cxnLst/>
              <a:rect l="l" t="t" r="r" b="b"/>
              <a:pathLst>
                <a:path w="495" h="503" extrusionOk="0">
                  <a:moveTo>
                    <a:pt x="243" y="0"/>
                  </a:moveTo>
                  <a:cubicBezTo>
                    <a:pt x="107" y="0"/>
                    <a:pt x="0" y="115"/>
                    <a:pt x="0" y="251"/>
                  </a:cubicBezTo>
                  <a:cubicBezTo>
                    <a:pt x="0" y="387"/>
                    <a:pt x="107" y="503"/>
                    <a:pt x="243" y="503"/>
                  </a:cubicBezTo>
                  <a:cubicBezTo>
                    <a:pt x="387" y="503"/>
                    <a:pt x="494" y="387"/>
                    <a:pt x="494" y="251"/>
                  </a:cubicBezTo>
                  <a:cubicBezTo>
                    <a:pt x="494" y="115"/>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5" name="Google Shape;9945;p14"/>
            <p:cNvSpPr/>
            <p:nvPr/>
          </p:nvSpPr>
          <p:spPr>
            <a:xfrm>
              <a:off x="2972425" y="4687700"/>
              <a:ext cx="12575" cy="12575"/>
            </a:xfrm>
            <a:custGeom>
              <a:avLst/>
              <a:gdLst/>
              <a:ahLst/>
              <a:cxnLst/>
              <a:rect l="l" t="t" r="r" b="b"/>
              <a:pathLst>
                <a:path w="503" h="503" extrusionOk="0">
                  <a:moveTo>
                    <a:pt x="251" y="0"/>
                  </a:moveTo>
                  <a:cubicBezTo>
                    <a:pt x="115" y="0"/>
                    <a:pt x="0" y="115"/>
                    <a:pt x="0" y="251"/>
                  </a:cubicBezTo>
                  <a:cubicBezTo>
                    <a:pt x="0" y="387"/>
                    <a:pt x="115" y="503"/>
                    <a:pt x="251" y="503"/>
                  </a:cubicBezTo>
                  <a:cubicBezTo>
                    <a:pt x="387" y="503"/>
                    <a:pt x="503" y="387"/>
                    <a:pt x="503" y="251"/>
                  </a:cubicBezTo>
                  <a:cubicBezTo>
                    <a:pt x="503"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6" name="Google Shape;9946;p14"/>
            <p:cNvSpPr/>
            <p:nvPr/>
          </p:nvSpPr>
          <p:spPr>
            <a:xfrm>
              <a:off x="3064375" y="4687700"/>
              <a:ext cx="12375" cy="12575"/>
            </a:xfrm>
            <a:custGeom>
              <a:avLst/>
              <a:gdLst/>
              <a:ahLst/>
              <a:cxnLst/>
              <a:rect l="l" t="t" r="r" b="b"/>
              <a:pathLst>
                <a:path w="495" h="503" extrusionOk="0">
                  <a:moveTo>
                    <a:pt x="243" y="0"/>
                  </a:moveTo>
                  <a:cubicBezTo>
                    <a:pt x="107" y="0"/>
                    <a:pt x="1" y="115"/>
                    <a:pt x="1" y="251"/>
                  </a:cubicBezTo>
                  <a:cubicBezTo>
                    <a:pt x="1" y="387"/>
                    <a:pt x="107" y="503"/>
                    <a:pt x="243" y="503"/>
                  </a:cubicBezTo>
                  <a:cubicBezTo>
                    <a:pt x="388" y="503"/>
                    <a:pt x="495" y="387"/>
                    <a:pt x="495" y="251"/>
                  </a:cubicBezTo>
                  <a:cubicBezTo>
                    <a:pt x="495" y="115"/>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7" name="Google Shape;9947;p14"/>
            <p:cNvSpPr/>
            <p:nvPr/>
          </p:nvSpPr>
          <p:spPr>
            <a:xfrm>
              <a:off x="3156125" y="46877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8" name="Google Shape;9948;p14"/>
            <p:cNvSpPr/>
            <p:nvPr/>
          </p:nvSpPr>
          <p:spPr>
            <a:xfrm>
              <a:off x="3247875" y="4687700"/>
              <a:ext cx="12575" cy="12575"/>
            </a:xfrm>
            <a:custGeom>
              <a:avLst/>
              <a:gdLst/>
              <a:ahLst/>
              <a:cxnLst/>
              <a:rect l="l" t="t" r="r" b="b"/>
              <a:pathLst>
                <a:path w="503"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9" name="Google Shape;9949;p14"/>
            <p:cNvSpPr/>
            <p:nvPr/>
          </p:nvSpPr>
          <p:spPr>
            <a:xfrm>
              <a:off x="3339850" y="4687700"/>
              <a:ext cx="12525" cy="12575"/>
            </a:xfrm>
            <a:custGeom>
              <a:avLst/>
              <a:gdLst/>
              <a:ahLst/>
              <a:cxnLst/>
              <a:rect l="l" t="t" r="r" b="b"/>
              <a:pathLst>
                <a:path w="501" h="503" extrusionOk="0">
                  <a:moveTo>
                    <a:pt x="251" y="0"/>
                  </a:moveTo>
                  <a:cubicBezTo>
                    <a:pt x="107" y="0"/>
                    <a:pt x="0" y="115"/>
                    <a:pt x="0" y="251"/>
                  </a:cubicBezTo>
                  <a:cubicBezTo>
                    <a:pt x="0" y="387"/>
                    <a:pt x="107" y="503"/>
                    <a:pt x="251" y="503"/>
                  </a:cubicBezTo>
                  <a:cubicBezTo>
                    <a:pt x="387" y="503"/>
                    <a:pt x="501" y="387"/>
                    <a:pt x="501" y="251"/>
                  </a:cubicBezTo>
                  <a:cubicBezTo>
                    <a:pt x="501"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0" name="Google Shape;9950;p14"/>
            <p:cNvSpPr/>
            <p:nvPr/>
          </p:nvSpPr>
          <p:spPr>
            <a:xfrm>
              <a:off x="3431575" y="46877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1" name="Google Shape;9951;p14"/>
            <p:cNvSpPr/>
            <p:nvPr/>
          </p:nvSpPr>
          <p:spPr>
            <a:xfrm>
              <a:off x="3523550" y="4687700"/>
              <a:ext cx="12375" cy="12575"/>
            </a:xfrm>
            <a:custGeom>
              <a:avLst/>
              <a:gdLst/>
              <a:ahLst/>
              <a:cxnLst/>
              <a:rect l="l" t="t" r="r" b="b"/>
              <a:pathLst>
                <a:path w="495" h="503" extrusionOk="0">
                  <a:moveTo>
                    <a:pt x="250" y="0"/>
                  </a:moveTo>
                  <a:cubicBezTo>
                    <a:pt x="107" y="0"/>
                    <a:pt x="0" y="115"/>
                    <a:pt x="0" y="251"/>
                  </a:cubicBezTo>
                  <a:cubicBezTo>
                    <a:pt x="0" y="387"/>
                    <a:pt x="107" y="503"/>
                    <a:pt x="250" y="503"/>
                  </a:cubicBezTo>
                  <a:cubicBezTo>
                    <a:pt x="388" y="503"/>
                    <a:pt x="494" y="387"/>
                    <a:pt x="494" y="251"/>
                  </a:cubicBezTo>
                  <a:cubicBezTo>
                    <a:pt x="494" y="115"/>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2" name="Google Shape;9952;p14"/>
            <p:cNvSpPr/>
            <p:nvPr/>
          </p:nvSpPr>
          <p:spPr>
            <a:xfrm>
              <a:off x="676400" y="4779625"/>
              <a:ext cx="12600" cy="12400"/>
            </a:xfrm>
            <a:custGeom>
              <a:avLst/>
              <a:gdLst/>
              <a:ahLst/>
              <a:cxnLst/>
              <a:rect l="l" t="t" r="r" b="b"/>
              <a:pathLst>
                <a:path w="504" h="496" extrusionOk="0">
                  <a:moveTo>
                    <a:pt x="252" y="0"/>
                  </a:moveTo>
                  <a:cubicBezTo>
                    <a:pt x="116" y="0"/>
                    <a:pt x="1" y="108"/>
                    <a:pt x="1" y="251"/>
                  </a:cubicBezTo>
                  <a:cubicBezTo>
                    <a:pt x="1" y="387"/>
                    <a:pt x="116" y="496"/>
                    <a:pt x="252" y="496"/>
                  </a:cubicBezTo>
                  <a:cubicBezTo>
                    <a:pt x="388" y="496"/>
                    <a:pt x="503" y="387"/>
                    <a:pt x="503" y="251"/>
                  </a:cubicBezTo>
                  <a:cubicBezTo>
                    <a:pt x="503"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3" name="Google Shape;9953;p14"/>
            <p:cNvSpPr/>
            <p:nvPr/>
          </p:nvSpPr>
          <p:spPr>
            <a:xfrm>
              <a:off x="768325" y="4779625"/>
              <a:ext cx="12400" cy="12400"/>
            </a:xfrm>
            <a:custGeom>
              <a:avLst/>
              <a:gdLst/>
              <a:ahLst/>
              <a:cxnLst/>
              <a:rect l="l" t="t" r="r" b="b"/>
              <a:pathLst>
                <a:path w="496" h="496" extrusionOk="0">
                  <a:moveTo>
                    <a:pt x="245" y="0"/>
                  </a:moveTo>
                  <a:cubicBezTo>
                    <a:pt x="109" y="0"/>
                    <a:pt x="0" y="108"/>
                    <a:pt x="0" y="251"/>
                  </a:cubicBezTo>
                  <a:cubicBezTo>
                    <a:pt x="0" y="387"/>
                    <a:pt x="109" y="496"/>
                    <a:pt x="245" y="496"/>
                  </a:cubicBezTo>
                  <a:cubicBezTo>
                    <a:pt x="388" y="496"/>
                    <a:pt x="496" y="387"/>
                    <a:pt x="496" y="251"/>
                  </a:cubicBezTo>
                  <a:cubicBezTo>
                    <a:pt x="496" y="108"/>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4" name="Google Shape;9954;p14"/>
            <p:cNvSpPr/>
            <p:nvPr/>
          </p:nvSpPr>
          <p:spPr>
            <a:xfrm>
              <a:off x="860125" y="4779625"/>
              <a:ext cx="12525" cy="12400"/>
            </a:xfrm>
            <a:custGeom>
              <a:avLst/>
              <a:gdLst/>
              <a:ahLst/>
              <a:cxnLst/>
              <a:rect l="l" t="t" r="r" b="b"/>
              <a:pathLst>
                <a:path w="501" h="496" extrusionOk="0">
                  <a:moveTo>
                    <a:pt x="251" y="0"/>
                  </a:moveTo>
                  <a:cubicBezTo>
                    <a:pt x="114" y="0"/>
                    <a:pt x="0" y="108"/>
                    <a:pt x="0" y="251"/>
                  </a:cubicBezTo>
                  <a:cubicBezTo>
                    <a:pt x="0" y="387"/>
                    <a:pt x="114" y="496"/>
                    <a:pt x="251" y="496"/>
                  </a:cubicBezTo>
                  <a:cubicBezTo>
                    <a:pt x="387" y="496"/>
                    <a:pt x="501" y="387"/>
                    <a:pt x="501" y="251"/>
                  </a:cubicBezTo>
                  <a:cubicBezTo>
                    <a:pt x="501" y="108"/>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5" name="Google Shape;9955;p14"/>
            <p:cNvSpPr/>
            <p:nvPr/>
          </p:nvSpPr>
          <p:spPr>
            <a:xfrm>
              <a:off x="951850" y="4779625"/>
              <a:ext cx="12600" cy="12400"/>
            </a:xfrm>
            <a:custGeom>
              <a:avLst/>
              <a:gdLst/>
              <a:ahLst/>
              <a:cxnLst/>
              <a:rect l="l" t="t" r="r" b="b"/>
              <a:pathLst>
                <a:path w="504" h="496" extrusionOk="0">
                  <a:moveTo>
                    <a:pt x="252" y="0"/>
                  </a:moveTo>
                  <a:cubicBezTo>
                    <a:pt x="116" y="0"/>
                    <a:pt x="1" y="108"/>
                    <a:pt x="1" y="251"/>
                  </a:cubicBezTo>
                  <a:cubicBezTo>
                    <a:pt x="1" y="387"/>
                    <a:pt x="116" y="496"/>
                    <a:pt x="252" y="496"/>
                  </a:cubicBezTo>
                  <a:cubicBezTo>
                    <a:pt x="388" y="496"/>
                    <a:pt x="503" y="387"/>
                    <a:pt x="503" y="251"/>
                  </a:cubicBezTo>
                  <a:cubicBezTo>
                    <a:pt x="503"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6" name="Google Shape;9956;p14"/>
            <p:cNvSpPr/>
            <p:nvPr/>
          </p:nvSpPr>
          <p:spPr>
            <a:xfrm>
              <a:off x="1043825" y="4779625"/>
              <a:ext cx="12375" cy="12400"/>
            </a:xfrm>
            <a:custGeom>
              <a:avLst/>
              <a:gdLst/>
              <a:ahLst/>
              <a:cxnLst/>
              <a:rect l="l" t="t" r="r" b="b"/>
              <a:pathLst>
                <a:path w="495" h="496" extrusionOk="0">
                  <a:moveTo>
                    <a:pt x="250" y="0"/>
                  </a:moveTo>
                  <a:cubicBezTo>
                    <a:pt x="107" y="0"/>
                    <a:pt x="0" y="108"/>
                    <a:pt x="0" y="251"/>
                  </a:cubicBezTo>
                  <a:cubicBezTo>
                    <a:pt x="0" y="387"/>
                    <a:pt x="107" y="496"/>
                    <a:pt x="250" y="496"/>
                  </a:cubicBezTo>
                  <a:cubicBezTo>
                    <a:pt x="388" y="496"/>
                    <a:pt x="494" y="387"/>
                    <a:pt x="494" y="251"/>
                  </a:cubicBezTo>
                  <a:cubicBezTo>
                    <a:pt x="494" y="108"/>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7" name="Google Shape;9957;p14"/>
            <p:cNvSpPr/>
            <p:nvPr/>
          </p:nvSpPr>
          <p:spPr>
            <a:xfrm>
              <a:off x="1135575" y="4779625"/>
              <a:ext cx="12575" cy="12400"/>
            </a:xfrm>
            <a:custGeom>
              <a:avLst/>
              <a:gdLst/>
              <a:ahLst/>
              <a:cxnLst/>
              <a:rect l="l" t="t" r="r" b="b"/>
              <a:pathLst>
                <a:path w="503" h="496" extrusionOk="0">
                  <a:moveTo>
                    <a:pt x="252" y="0"/>
                  </a:moveTo>
                  <a:cubicBezTo>
                    <a:pt x="116" y="0"/>
                    <a:pt x="0" y="108"/>
                    <a:pt x="0" y="251"/>
                  </a:cubicBezTo>
                  <a:cubicBezTo>
                    <a:pt x="0" y="387"/>
                    <a:pt x="116" y="496"/>
                    <a:pt x="252" y="496"/>
                  </a:cubicBezTo>
                  <a:cubicBezTo>
                    <a:pt x="387" y="496"/>
                    <a:pt x="503" y="387"/>
                    <a:pt x="503" y="251"/>
                  </a:cubicBezTo>
                  <a:cubicBezTo>
                    <a:pt x="503" y="108"/>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8" name="Google Shape;9958;p14"/>
            <p:cNvSpPr/>
            <p:nvPr/>
          </p:nvSpPr>
          <p:spPr>
            <a:xfrm>
              <a:off x="1227500" y="4779625"/>
              <a:ext cx="12400" cy="12400"/>
            </a:xfrm>
            <a:custGeom>
              <a:avLst/>
              <a:gdLst/>
              <a:ahLst/>
              <a:cxnLst/>
              <a:rect l="l" t="t" r="r" b="b"/>
              <a:pathLst>
                <a:path w="496" h="496" extrusionOk="0">
                  <a:moveTo>
                    <a:pt x="251" y="0"/>
                  </a:moveTo>
                  <a:cubicBezTo>
                    <a:pt x="109" y="0"/>
                    <a:pt x="0" y="108"/>
                    <a:pt x="0" y="251"/>
                  </a:cubicBezTo>
                  <a:cubicBezTo>
                    <a:pt x="0" y="387"/>
                    <a:pt x="109" y="496"/>
                    <a:pt x="251" y="496"/>
                  </a:cubicBezTo>
                  <a:cubicBezTo>
                    <a:pt x="387" y="496"/>
                    <a:pt x="496" y="387"/>
                    <a:pt x="496" y="251"/>
                  </a:cubicBezTo>
                  <a:cubicBezTo>
                    <a:pt x="496" y="108"/>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9" name="Google Shape;9959;p14"/>
            <p:cNvSpPr/>
            <p:nvPr/>
          </p:nvSpPr>
          <p:spPr>
            <a:xfrm>
              <a:off x="1319275" y="4779625"/>
              <a:ext cx="12550" cy="12400"/>
            </a:xfrm>
            <a:custGeom>
              <a:avLst/>
              <a:gdLst/>
              <a:ahLst/>
              <a:cxnLst/>
              <a:rect l="l" t="t" r="r" b="b"/>
              <a:pathLst>
                <a:path w="502" h="496" extrusionOk="0">
                  <a:moveTo>
                    <a:pt x="252" y="0"/>
                  </a:moveTo>
                  <a:cubicBezTo>
                    <a:pt x="114" y="0"/>
                    <a:pt x="1" y="108"/>
                    <a:pt x="1" y="251"/>
                  </a:cubicBezTo>
                  <a:cubicBezTo>
                    <a:pt x="1" y="387"/>
                    <a:pt x="114" y="496"/>
                    <a:pt x="252" y="496"/>
                  </a:cubicBezTo>
                  <a:cubicBezTo>
                    <a:pt x="388" y="496"/>
                    <a:pt x="501" y="387"/>
                    <a:pt x="501" y="251"/>
                  </a:cubicBezTo>
                  <a:cubicBezTo>
                    <a:pt x="501"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0" name="Google Shape;9960;p14"/>
            <p:cNvSpPr/>
            <p:nvPr/>
          </p:nvSpPr>
          <p:spPr>
            <a:xfrm>
              <a:off x="1411200" y="4779625"/>
              <a:ext cx="12425" cy="12400"/>
            </a:xfrm>
            <a:custGeom>
              <a:avLst/>
              <a:gdLst/>
              <a:ahLst/>
              <a:cxnLst/>
              <a:rect l="l" t="t" r="r" b="b"/>
              <a:pathLst>
                <a:path w="497" h="496" extrusionOk="0">
                  <a:moveTo>
                    <a:pt x="245" y="0"/>
                  </a:moveTo>
                  <a:cubicBezTo>
                    <a:pt x="109" y="0"/>
                    <a:pt x="1" y="108"/>
                    <a:pt x="1" y="251"/>
                  </a:cubicBezTo>
                  <a:cubicBezTo>
                    <a:pt x="1" y="387"/>
                    <a:pt x="109" y="496"/>
                    <a:pt x="245" y="496"/>
                  </a:cubicBezTo>
                  <a:cubicBezTo>
                    <a:pt x="388" y="496"/>
                    <a:pt x="496" y="387"/>
                    <a:pt x="496" y="251"/>
                  </a:cubicBezTo>
                  <a:cubicBezTo>
                    <a:pt x="496" y="108"/>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1" name="Google Shape;9961;p14"/>
            <p:cNvSpPr/>
            <p:nvPr/>
          </p:nvSpPr>
          <p:spPr>
            <a:xfrm>
              <a:off x="1503000" y="4779625"/>
              <a:ext cx="12525" cy="12400"/>
            </a:xfrm>
            <a:custGeom>
              <a:avLst/>
              <a:gdLst/>
              <a:ahLst/>
              <a:cxnLst/>
              <a:rect l="l" t="t" r="r" b="b"/>
              <a:pathLst>
                <a:path w="501" h="496" extrusionOk="0">
                  <a:moveTo>
                    <a:pt x="250" y="0"/>
                  </a:moveTo>
                  <a:cubicBezTo>
                    <a:pt x="114" y="0"/>
                    <a:pt x="0" y="108"/>
                    <a:pt x="0" y="251"/>
                  </a:cubicBezTo>
                  <a:cubicBezTo>
                    <a:pt x="0" y="387"/>
                    <a:pt x="114" y="496"/>
                    <a:pt x="250" y="496"/>
                  </a:cubicBezTo>
                  <a:cubicBezTo>
                    <a:pt x="387" y="496"/>
                    <a:pt x="501" y="387"/>
                    <a:pt x="501" y="251"/>
                  </a:cubicBezTo>
                  <a:cubicBezTo>
                    <a:pt x="501" y="108"/>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2" name="Google Shape;9962;p14"/>
            <p:cNvSpPr/>
            <p:nvPr/>
          </p:nvSpPr>
          <p:spPr>
            <a:xfrm>
              <a:off x="1594750" y="4779625"/>
              <a:ext cx="12575" cy="12400"/>
            </a:xfrm>
            <a:custGeom>
              <a:avLst/>
              <a:gdLst/>
              <a:ahLst/>
              <a:cxnLst/>
              <a:rect l="l" t="t" r="r" b="b"/>
              <a:pathLst>
                <a:path w="503" h="496" extrusionOk="0">
                  <a:moveTo>
                    <a:pt x="251" y="0"/>
                  </a:moveTo>
                  <a:cubicBezTo>
                    <a:pt x="115" y="0"/>
                    <a:pt x="0" y="108"/>
                    <a:pt x="0" y="251"/>
                  </a:cubicBezTo>
                  <a:cubicBezTo>
                    <a:pt x="0" y="387"/>
                    <a:pt x="115" y="496"/>
                    <a:pt x="251" y="496"/>
                  </a:cubicBezTo>
                  <a:cubicBezTo>
                    <a:pt x="394" y="496"/>
                    <a:pt x="503" y="387"/>
                    <a:pt x="503" y="251"/>
                  </a:cubicBezTo>
                  <a:cubicBezTo>
                    <a:pt x="503" y="108"/>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3" name="Google Shape;9963;p14"/>
            <p:cNvSpPr/>
            <p:nvPr/>
          </p:nvSpPr>
          <p:spPr>
            <a:xfrm>
              <a:off x="1686650" y="4779625"/>
              <a:ext cx="12600" cy="12400"/>
            </a:xfrm>
            <a:custGeom>
              <a:avLst/>
              <a:gdLst/>
              <a:ahLst/>
              <a:cxnLst/>
              <a:rect l="l" t="t" r="r" b="b"/>
              <a:pathLst>
                <a:path w="504" h="496" extrusionOk="0">
                  <a:moveTo>
                    <a:pt x="252" y="0"/>
                  </a:moveTo>
                  <a:cubicBezTo>
                    <a:pt x="116" y="0"/>
                    <a:pt x="1" y="108"/>
                    <a:pt x="1" y="251"/>
                  </a:cubicBezTo>
                  <a:cubicBezTo>
                    <a:pt x="1" y="387"/>
                    <a:pt x="116" y="496"/>
                    <a:pt x="252" y="496"/>
                  </a:cubicBezTo>
                  <a:cubicBezTo>
                    <a:pt x="388" y="496"/>
                    <a:pt x="503" y="387"/>
                    <a:pt x="503" y="251"/>
                  </a:cubicBezTo>
                  <a:cubicBezTo>
                    <a:pt x="503"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14"/>
            <p:cNvSpPr/>
            <p:nvPr/>
          </p:nvSpPr>
          <p:spPr>
            <a:xfrm>
              <a:off x="1778450" y="4779625"/>
              <a:ext cx="12550" cy="12400"/>
            </a:xfrm>
            <a:custGeom>
              <a:avLst/>
              <a:gdLst/>
              <a:ahLst/>
              <a:cxnLst/>
              <a:rect l="l" t="t" r="r" b="b"/>
              <a:pathLst>
                <a:path w="502" h="496" extrusionOk="0">
                  <a:moveTo>
                    <a:pt x="252" y="0"/>
                  </a:moveTo>
                  <a:cubicBezTo>
                    <a:pt x="114" y="0"/>
                    <a:pt x="1" y="108"/>
                    <a:pt x="1" y="251"/>
                  </a:cubicBezTo>
                  <a:cubicBezTo>
                    <a:pt x="1" y="387"/>
                    <a:pt x="114" y="496"/>
                    <a:pt x="252" y="496"/>
                  </a:cubicBezTo>
                  <a:cubicBezTo>
                    <a:pt x="388" y="496"/>
                    <a:pt x="501" y="387"/>
                    <a:pt x="501" y="251"/>
                  </a:cubicBezTo>
                  <a:cubicBezTo>
                    <a:pt x="501"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5" name="Google Shape;9965;p14"/>
            <p:cNvSpPr/>
            <p:nvPr/>
          </p:nvSpPr>
          <p:spPr>
            <a:xfrm>
              <a:off x="1870375" y="4779625"/>
              <a:ext cx="12400" cy="12400"/>
            </a:xfrm>
            <a:custGeom>
              <a:avLst/>
              <a:gdLst/>
              <a:ahLst/>
              <a:cxnLst/>
              <a:rect l="l" t="t" r="r" b="b"/>
              <a:pathLst>
                <a:path w="496" h="496" extrusionOk="0">
                  <a:moveTo>
                    <a:pt x="252" y="0"/>
                  </a:moveTo>
                  <a:cubicBezTo>
                    <a:pt x="109" y="0"/>
                    <a:pt x="0" y="108"/>
                    <a:pt x="0" y="251"/>
                  </a:cubicBezTo>
                  <a:cubicBezTo>
                    <a:pt x="0" y="387"/>
                    <a:pt x="109" y="496"/>
                    <a:pt x="252" y="496"/>
                  </a:cubicBezTo>
                  <a:cubicBezTo>
                    <a:pt x="387" y="496"/>
                    <a:pt x="496" y="387"/>
                    <a:pt x="496" y="251"/>
                  </a:cubicBezTo>
                  <a:cubicBezTo>
                    <a:pt x="496" y="108"/>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6" name="Google Shape;9966;p14"/>
            <p:cNvSpPr/>
            <p:nvPr/>
          </p:nvSpPr>
          <p:spPr>
            <a:xfrm>
              <a:off x="1962150" y="4779625"/>
              <a:ext cx="12550" cy="12400"/>
            </a:xfrm>
            <a:custGeom>
              <a:avLst/>
              <a:gdLst/>
              <a:ahLst/>
              <a:cxnLst/>
              <a:rect l="l" t="t" r="r" b="b"/>
              <a:pathLst>
                <a:path w="502" h="496" extrusionOk="0">
                  <a:moveTo>
                    <a:pt x="250" y="0"/>
                  </a:moveTo>
                  <a:cubicBezTo>
                    <a:pt x="114" y="0"/>
                    <a:pt x="1" y="108"/>
                    <a:pt x="1" y="251"/>
                  </a:cubicBezTo>
                  <a:cubicBezTo>
                    <a:pt x="1" y="387"/>
                    <a:pt x="114" y="496"/>
                    <a:pt x="250" y="496"/>
                  </a:cubicBezTo>
                  <a:cubicBezTo>
                    <a:pt x="388" y="496"/>
                    <a:pt x="502" y="387"/>
                    <a:pt x="502" y="251"/>
                  </a:cubicBezTo>
                  <a:cubicBezTo>
                    <a:pt x="502" y="108"/>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7" name="Google Shape;9967;p14"/>
            <p:cNvSpPr/>
            <p:nvPr/>
          </p:nvSpPr>
          <p:spPr>
            <a:xfrm>
              <a:off x="2054075" y="4779625"/>
              <a:ext cx="12425" cy="12400"/>
            </a:xfrm>
            <a:custGeom>
              <a:avLst/>
              <a:gdLst/>
              <a:ahLst/>
              <a:cxnLst/>
              <a:rect l="l" t="t" r="r" b="b"/>
              <a:pathLst>
                <a:path w="497" h="496" extrusionOk="0">
                  <a:moveTo>
                    <a:pt x="252" y="0"/>
                  </a:moveTo>
                  <a:cubicBezTo>
                    <a:pt x="109" y="0"/>
                    <a:pt x="1" y="108"/>
                    <a:pt x="1" y="251"/>
                  </a:cubicBezTo>
                  <a:cubicBezTo>
                    <a:pt x="1" y="387"/>
                    <a:pt x="109" y="496"/>
                    <a:pt x="252" y="496"/>
                  </a:cubicBezTo>
                  <a:cubicBezTo>
                    <a:pt x="388" y="496"/>
                    <a:pt x="496" y="387"/>
                    <a:pt x="496" y="251"/>
                  </a:cubicBezTo>
                  <a:cubicBezTo>
                    <a:pt x="496"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8" name="Google Shape;9968;p14"/>
            <p:cNvSpPr/>
            <p:nvPr/>
          </p:nvSpPr>
          <p:spPr>
            <a:xfrm>
              <a:off x="2145825" y="4779625"/>
              <a:ext cx="12600" cy="12400"/>
            </a:xfrm>
            <a:custGeom>
              <a:avLst/>
              <a:gdLst/>
              <a:ahLst/>
              <a:cxnLst/>
              <a:rect l="l" t="t" r="r" b="b"/>
              <a:pathLst>
                <a:path w="504" h="496" extrusionOk="0">
                  <a:moveTo>
                    <a:pt x="252" y="0"/>
                  </a:moveTo>
                  <a:cubicBezTo>
                    <a:pt x="116" y="0"/>
                    <a:pt x="1" y="108"/>
                    <a:pt x="1" y="251"/>
                  </a:cubicBezTo>
                  <a:cubicBezTo>
                    <a:pt x="1" y="387"/>
                    <a:pt x="116" y="496"/>
                    <a:pt x="252" y="496"/>
                  </a:cubicBezTo>
                  <a:cubicBezTo>
                    <a:pt x="388" y="496"/>
                    <a:pt x="503" y="387"/>
                    <a:pt x="503" y="251"/>
                  </a:cubicBezTo>
                  <a:cubicBezTo>
                    <a:pt x="503"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9" name="Google Shape;9969;p14"/>
            <p:cNvSpPr/>
            <p:nvPr/>
          </p:nvSpPr>
          <p:spPr>
            <a:xfrm>
              <a:off x="2237800" y="4779625"/>
              <a:ext cx="12350" cy="12400"/>
            </a:xfrm>
            <a:custGeom>
              <a:avLst/>
              <a:gdLst/>
              <a:ahLst/>
              <a:cxnLst/>
              <a:rect l="l" t="t" r="r" b="b"/>
              <a:pathLst>
                <a:path w="494" h="496" extrusionOk="0">
                  <a:moveTo>
                    <a:pt x="244" y="0"/>
                  </a:moveTo>
                  <a:cubicBezTo>
                    <a:pt x="107" y="0"/>
                    <a:pt x="0" y="108"/>
                    <a:pt x="0" y="251"/>
                  </a:cubicBezTo>
                  <a:cubicBezTo>
                    <a:pt x="0" y="387"/>
                    <a:pt x="107" y="496"/>
                    <a:pt x="244" y="496"/>
                  </a:cubicBezTo>
                  <a:cubicBezTo>
                    <a:pt x="387" y="496"/>
                    <a:pt x="494" y="387"/>
                    <a:pt x="494" y="251"/>
                  </a:cubicBezTo>
                  <a:cubicBezTo>
                    <a:pt x="494" y="108"/>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14"/>
            <p:cNvSpPr/>
            <p:nvPr/>
          </p:nvSpPr>
          <p:spPr>
            <a:xfrm>
              <a:off x="2329550" y="4779625"/>
              <a:ext cx="12575" cy="12400"/>
            </a:xfrm>
            <a:custGeom>
              <a:avLst/>
              <a:gdLst/>
              <a:ahLst/>
              <a:cxnLst/>
              <a:rect l="l" t="t" r="r" b="b"/>
              <a:pathLst>
                <a:path w="503" h="496" extrusionOk="0">
                  <a:moveTo>
                    <a:pt x="251" y="0"/>
                  </a:moveTo>
                  <a:cubicBezTo>
                    <a:pt x="115" y="0"/>
                    <a:pt x="0" y="108"/>
                    <a:pt x="0" y="251"/>
                  </a:cubicBezTo>
                  <a:cubicBezTo>
                    <a:pt x="0" y="387"/>
                    <a:pt x="115" y="496"/>
                    <a:pt x="251" y="496"/>
                  </a:cubicBezTo>
                  <a:cubicBezTo>
                    <a:pt x="387" y="496"/>
                    <a:pt x="502" y="387"/>
                    <a:pt x="502" y="251"/>
                  </a:cubicBezTo>
                  <a:cubicBezTo>
                    <a:pt x="502" y="108"/>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1" name="Google Shape;9971;p14"/>
            <p:cNvSpPr/>
            <p:nvPr/>
          </p:nvSpPr>
          <p:spPr>
            <a:xfrm>
              <a:off x="2421325" y="4779625"/>
              <a:ext cx="12550" cy="12400"/>
            </a:xfrm>
            <a:custGeom>
              <a:avLst/>
              <a:gdLst/>
              <a:ahLst/>
              <a:cxnLst/>
              <a:rect l="l" t="t" r="r" b="b"/>
              <a:pathLst>
                <a:path w="502" h="496" extrusionOk="0">
                  <a:moveTo>
                    <a:pt x="250" y="0"/>
                  </a:moveTo>
                  <a:cubicBezTo>
                    <a:pt x="114" y="0"/>
                    <a:pt x="1" y="108"/>
                    <a:pt x="1" y="251"/>
                  </a:cubicBezTo>
                  <a:cubicBezTo>
                    <a:pt x="1" y="387"/>
                    <a:pt x="114" y="496"/>
                    <a:pt x="250" y="496"/>
                  </a:cubicBezTo>
                  <a:cubicBezTo>
                    <a:pt x="395" y="496"/>
                    <a:pt x="501" y="387"/>
                    <a:pt x="501" y="251"/>
                  </a:cubicBezTo>
                  <a:cubicBezTo>
                    <a:pt x="501" y="108"/>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2" name="Google Shape;9972;p14"/>
            <p:cNvSpPr/>
            <p:nvPr/>
          </p:nvSpPr>
          <p:spPr>
            <a:xfrm>
              <a:off x="2513250" y="4779625"/>
              <a:ext cx="12575" cy="12400"/>
            </a:xfrm>
            <a:custGeom>
              <a:avLst/>
              <a:gdLst/>
              <a:ahLst/>
              <a:cxnLst/>
              <a:rect l="l" t="t" r="r" b="b"/>
              <a:pathLst>
                <a:path w="503" h="496" extrusionOk="0">
                  <a:moveTo>
                    <a:pt x="252" y="0"/>
                  </a:moveTo>
                  <a:cubicBezTo>
                    <a:pt x="109" y="0"/>
                    <a:pt x="0" y="108"/>
                    <a:pt x="0" y="251"/>
                  </a:cubicBezTo>
                  <a:cubicBezTo>
                    <a:pt x="0" y="387"/>
                    <a:pt x="109" y="496"/>
                    <a:pt x="252" y="496"/>
                  </a:cubicBezTo>
                  <a:cubicBezTo>
                    <a:pt x="388" y="496"/>
                    <a:pt x="503" y="387"/>
                    <a:pt x="503" y="251"/>
                  </a:cubicBezTo>
                  <a:cubicBezTo>
                    <a:pt x="503"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14"/>
            <p:cNvSpPr/>
            <p:nvPr/>
          </p:nvSpPr>
          <p:spPr>
            <a:xfrm>
              <a:off x="2605000" y="4779625"/>
              <a:ext cx="12575" cy="12400"/>
            </a:xfrm>
            <a:custGeom>
              <a:avLst/>
              <a:gdLst/>
              <a:ahLst/>
              <a:cxnLst/>
              <a:rect l="l" t="t" r="r" b="b"/>
              <a:pathLst>
                <a:path w="503" h="496" extrusionOk="0">
                  <a:moveTo>
                    <a:pt x="252" y="0"/>
                  </a:moveTo>
                  <a:cubicBezTo>
                    <a:pt x="116" y="0"/>
                    <a:pt x="0" y="108"/>
                    <a:pt x="0" y="251"/>
                  </a:cubicBezTo>
                  <a:cubicBezTo>
                    <a:pt x="0" y="387"/>
                    <a:pt x="116" y="496"/>
                    <a:pt x="252" y="496"/>
                  </a:cubicBezTo>
                  <a:cubicBezTo>
                    <a:pt x="387" y="496"/>
                    <a:pt x="503" y="387"/>
                    <a:pt x="503" y="251"/>
                  </a:cubicBezTo>
                  <a:cubicBezTo>
                    <a:pt x="503" y="108"/>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4" name="Google Shape;9974;p14"/>
            <p:cNvSpPr/>
            <p:nvPr/>
          </p:nvSpPr>
          <p:spPr>
            <a:xfrm>
              <a:off x="2696950" y="4779625"/>
              <a:ext cx="12375" cy="12400"/>
            </a:xfrm>
            <a:custGeom>
              <a:avLst/>
              <a:gdLst/>
              <a:ahLst/>
              <a:cxnLst/>
              <a:rect l="l" t="t" r="r" b="b"/>
              <a:pathLst>
                <a:path w="495" h="496" extrusionOk="0">
                  <a:moveTo>
                    <a:pt x="252" y="0"/>
                  </a:moveTo>
                  <a:cubicBezTo>
                    <a:pt x="108" y="0"/>
                    <a:pt x="1" y="108"/>
                    <a:pt x="1" y="251"/>
                  </a:cubicBezTo>
                  <a:cubicBezTo>
                    <a:pt x="1" y="387"/>
                    <a:pt x="108" y="496"/>
                    <a:pt x="252" y="496"/>
                  </a:cubicBezTo>
                  <a:cubicBezTo>
                    <a:pt x="388" y="496"/>
                    <a:pt x="495" y="387"/>
                    <a:pt x="495" y="251"/>
                  </a:cubicBezTo>
                  <a:cubicBezTo>
                    <a:pt x="495"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5" name="Google Shape;9975;p14"/>
            <p:cNvSpPr/>
            <p:nvPr/>
          </p:nvSpPr>
          <p:spPr>
            <a:xfrm>
              <a:off x="2788700" y="4779625"/>
              <a:ext cx="12600" cy="12400"/>
            </a:xfrm>
            <a:custGeom>
              <a:avLst/>
              <a:gdLst/>
              <a:ahLst/>
              <a:cxnLst/>
              <a:rect l="l" t="t" r="r" b="b"/>
              <a:pathLst>
                <a:path w="504" h="496" extrusionOk="0">
                  <a:moveTo>
                    <a:pt x="252" y="0"/>
                  </a:moveTo>
                  <a:cubicBezTo>
                    <a:pt x="116" y="0"/>
                    <a:pt x="1" y="108"/>
                    <a:pt x="1" y="251"/>
                  </a:cubicBezTo>
                  <a:cubicBezTo>
                    <a:pt x="1" y="387"/>
                    <a:pt x="116" y="496"/>
                    <a:pt x="252" y="496"/>
                  </a:cubicBezTo>
                  <a:cubicBezTo>
                    <a:pt x="388" y="496"/>
                    <a:pt x="503" y="387"/>
                    <a:pt x="503" y="251"/>
                  </a:cubicBezTo>
                  <a:cubicBezTo>
                    <a:pt x="503"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6" name="Google Shape;9976;p14"/>
            <p:cNvSpPr/>
            <p:nvPr/>
          </p:nvSpPr>
          <p:spPr>
            <a:xfrm>
              <a:off x="2880675" y="4779625"/>
              <a:ext cx="12375" cy="12400"/>
            </a:xfrm>
            <a:custGeom>
              <a:avLst/>
              <a:gdLst/>
              <a:ahLst/>
              <a:cxnLst/>
              <a:rect l="l" t="t" r="r" b="b"/>
              <a:pathLst>
                <a:path w="495" h="496" extrusionOk="0">
                  <a:moveTo>
                    <a:pt x="243" y="0"/>
                  </a:moveTo>
                  <a:cubicBezTo>
                    <a:pt x="107" y="0"/>
                    <a:pt x="0" y="108"/>
                    <a:pt x="0" y="251"/>
                  </a:cubicBezTo>
                  <a:cubicBezTo>
                    <a:pt x="0" y="387"/>
                    <a:pt x="107" y="496"/>
                    <a:pt x="243" y="496"/>
                  </a:cubicBezTo>
                  <a:cubicBezTo>
                    <a:pt x="387" y="496"/>
                    <a:pt x="494" y="387"/>
                    <a:pt x="494" y="251"/>
                  </a:cubicBezTo>
                  <a:cubicBezTo>
                    <a:pt x="494" y="108"/>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7" name="Google Shape;9977;p14"/>
            <p:cNvSpPr/>
            <p:nvPr/>
          </p:nvSpPr>
          <p:spPr>
            <a:xfrm>
              <a:off x="2972425" y="4779625"/>
              <a:ext cx="12575" cy="12400"/>
            </a:xfrm>
            <a:custGeom>
              <a:avLst/>
              <a:gdLst/>
              <a:ahLst/>
              <a:cxnLst/>
              <a:rect l="l" t="t" r="r" b="b"/>
              <a:pathLst>
                <a:path w="503" h="496" extrusionOk="0">
                  <a:moveTo>
                    <a:pt x="251" y="0"/>
                  </a:moveTo>
                  <a:cubicBezTo>
                    <a:pt x="115" y="0"/>
                    <a:pt x="0" y="108"/>
                    <a:pt x="0" y="251"/>
                  </a:cubicBezTo>
                  <a:cubicBezTo>
                    <a:pt x="0" y="387"/>
                    <a:pt x="115" y="496"/>
                    <a:pt x="251" y="496"/>
                  </a:cubicBezTo>
                  <a:cubicBezTo>
                    <a:pt x="387" y="496"/>
                    <a:pt x="503" y="387"/>
                    <a:pt x="503" y="251"/>
                  </a:cubicBezTo>
                  <a:cubicBezTo>
                    <a:pt x="503" y="108"/>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8" name="Google Shape;9978;p14"/>
            <p:cNvSpPr/>
            <p:nvPr/>
          </p:nvSpPr>
          <p:spPr>
            <a:xfrm>
              <a:off x="3064375" y="4779625"/>
              <a:ext cx="12375" cy="12400"/>
            </a:xfrm>
            <a:custGeom>
              <a:avLst/>
              <a:gdLst/>
              <a:ahLst/>
              <a:cxnLst/>
              <a:rect l="l" t="t" r="r" b="b"/>
              <a:pathLst>
                <a:path w="495" h="496" extrusionOk="0">
                  <a:moveTo>
                    <a:pt x="243" y="0"/>
                  </a:moveTo>
                  <a:cubicBezTo>
                    <a:pt x="107" y="0"/>
                    <a:pt x="1" y="108"/>
                    <a:pt x="1" y="251"/>
                  </a:cubicBezTo>
                  <a:cubicBezTo>
                    <a:pt x="1" y="387"/>
                    <a:pt x="107" y="496"/>
                    <a:pt x="243" y="496"/>
                  </a:cubicBezTo>
                  <a:cubicBezTo>
                    <a:pt x="388" y="496"/>
                    <a:pt x="495" y="387"/>
                    <a:pt x="495" y="251"/>
                  </a:cubicBezTo>
                  <a:cubicBezTo>
                    <a:pt x="495" y="108"/>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9" name="Google Shape;9979;p14"/>
            <p:cNvSpPr/>
            <p:nvPr/>
          </p:nvSpPr>
          <p:spPr>
            <a:xfrm>
              <a:off x="3156125" y="4779625"/>
              <a:ext cx="12600" cy="12400"/>
            </a:xfrm>
            <a:custGeom>
              <a:avLst/>
              <a:gdLst/>
              <a:ahLst/>
              <a:cxnLst/>
              <a:rect l="l" t="t" r="r" b="b"/>
              <a:pathLst>
                <a:path w="504" h="496" extrusionOk="0">
                  <a:moveTo>
                    <a:pt x="252" y="0"/>
                  </a:moveTo>
                  <a:cubicBezTo>
                    <a:pt x="116" y="0"/>
                    <a:pt x="1" y="108"/>
                    <a:pt x="1" y="251"/>
                  </a:cubicBezTo>
                  <a:cubicBezTo>
                    <a:pt x="1" y="387"/>
                    <a:pt x="116" y="496"/>
                    <a:pt x="252" y="496"/>
                  </a:cubicBezTo>
                  <a:cubicBezTo>
                    <a:pt x="388" y="496"/>
                    <a:pt x="503" y="387"/>
                    <a:pt x="503" y="251"/>
                  </a:cubicBezTo>
                  <a:cubicBezTo>
                    <a:pt x="503"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0" name="Google Shape;9980;p14"/>
            <p:cNvSpPr/>
            <p:nvPr/>
          </p:nvSpPr>
          <p:spPr>
            <a:xfrm>
              <a:off x="3247875" y="4779625"/>
              <a:ext cx="12575" cy="12400"/>
            </a:xfrm>
            <a:custGeom>
              <a:avLst/>
              <a:gdLst/>
              <a:ahLst/>
              <a:cxnLst/>
              <a:rect l="l" t="t" r="r" b="b"/>
              <a:pathLst>
                <a:path w="503" h="496" extrusionOk="0">
                  <a:moveTo>
                    <a:pt x="252" y="0"/>
                  </a:moveTo>
                  <a:cubicBezTo>
                    <a:pt x="116" y="0"/>
                    <a:pt x="1" y="108"/>
                    <a:pt x="1" y="251"/>
                  </a:cubicBezTo>
                  <a:cubicBezTo>
                    <a:pt x="1" y="387"/>
                    <a:pt x="116" y="496"/>
                    <a:pt x="252" y="496"/>
                  </a:cubicBezTo>
                  <a:cubicBezTo>
                    <a:pt x="388" y="496"/>
                    <a:pt x="503" y="387"/>
                    <a:pt x="503" y="251"/>
                  </a:cubicBezTo>
                  <a:cubicBezTo>
                    <a:pt x="503"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1" name="Google Shape;9981;p14"/>
            <p:cNvSpPr/>
            <p:nvPr/>
          </p:nvSpPr>
          <p:spPr>
            <a:xfrm>
              <a:off x="3339850" y="4779625"/>
              <a:ext cx="12525" cy="12400"/>
            </a:xfrm>
            <a:custGeom>
              <a:avLst/>
              <a:gdLst/>
              <a:ahLst/>
              <a:cxnLst/>
              <a:rect l="l" t="t" r="r" b="b"/>
              <a:pathLst>
                <a:path w="501" h="496" extrusionOk="0">
                  <a:moveTo>
                    <a:pt x="251" y="0"/>
                  </a:moveTo>
                  <a:cubicBezTo>
                    <a:pt x="107" y="0"/>
                    <a:pt x="0" y="108"/>
                    <a:pt x="0" y="251"/>
                  </a:cubicBezTo>
                  <a:cubicBezTo>
                    <a:pt x="0" y="387"/>
                    <a:pt x="107" y="496"/>
                    <a:pt x="251" y="496"/>
                  </a:cubicBezTo>
                  <a:cubicBezTo>
                    <a:pt x="387" y="496"/>
                    <a:pt x="501" y="387"/>
                    <a:pt x="501" y="251"/>
                  </a:cubicBezTo>
                  <a:cubicBezTo>
                    <a:pt x="501" y="108"/>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2" name="Google Shape;9982;p14"/>
            <p:cNvSpPr/>
            <p:nvPr/>
          </p:nvSpPr>
          <p:spPr>
            <a:xfrm>
              <a:off x="3431575" y="4779625"/>
              <a:ext cx="12600" cy="12400"/>
            </a:xfrm>
            <a:custGeom>
              <a:avLst/>
              <a:gdLst/>
              <a:ahLst/>
              <a:cxnLst/>
              <a:rect l="l" t="t" r="r" b="b"/>
              <a:pathLst>
                <a:path w="504" h="496" extrusionOk="0">
                  <a:moveTo>
                    <a:pt x="252" y="0"/>
                  </a:moveTo>
                  <a:cubicBezTo>
                    <a:pt x="116" y="0"/>
                    <a:pt x="1" y="108"/>
                    <a:pt x="1" y="251"/>
                  </a:cubicBezTo>
                  <a:cubicBezTo>
                    <a:pt x="1" y="387"/>
                    <a:pt x="116" y="496"/>
                    <a:pt x="252" y="496"/>
                  </a:cubicBezTo>
                  <a:cubicBezTo>
                    <a:pt x="388" y="496"/>
                    <a:pt x="503" y="387"/>
                    <a:pt x="503" y="251"/>
                  </a:cubicBezTo>
                  <a:cubicBezTo>
                    <a:pt x="503"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3" name="Google Shape;9983;p14"/>
            <p:cNvSpPr/>
            <p:nvPr/>
          </p:nvSpPr>
          <p:spPr>
            <a:xfrm>
              <a:off x="3523550" y="4779625"/>
              <a:ext cx="12375" cy="12400"/>
            </a:xfrm>
            <a:custGeom>
              <a:avLst/>
              <a:gdLst/>
              <a:ahLst/>
              <a:cxnLst/>
              <a:rect l="l" t="t" r="r" b="b"/>
              <a:pathLst>
                <a:path w="495" h="496" extrusionOk="0">
                  <a:moveTo>
                    <a:pt x="250" y="0"/>
                  </a:moveTo>
                  <a:cubicBezTo>
                    <a:pt x="107" y="0"/>
                    <a:pt x="0" y="108"/>
                    <a:pt x="0" y="251"/>
                  </a:cubicBezTo>
                  <a:cubicBezTo>
                    <a:pt x="0" y="387"/>
                    <a:pt x="107" y="496"/>
                    <a:pt x="250" y="496"/>
                  </a:cubicBezTo>
                  <a:cubicBezTo>
                    <a:pt x="388" y="496"/>
                    <a:pt x="494" y="387"/>
                    <a:pt x="494" y="251"/>
                  </a:cubicBezTo>
                  <a:cubicBezTo>
                    <a:pt x="494" y="108"/>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4" name="Google Shape;9984;p14"/>
            <p:cNvSpPr/>
            <p:nvPr/>
          </p:nvSpPr>
          <p:spPr>
            <a:xfrm>
              <a:off x="676400" y="48714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5" name="Google Shape;9985;p14"/>
            <p:cNvSpPr/>
            <p:nvPr/>
          </p:nvSpPr>
          <p:spPr>
            <a:xfrm>
              <a:off x="768325" y="4871400"/>
              <a:ext cx="12400" cy="12550"/>
            </a:xfrm>
            <a:custGeom>
              <a:avLst/>
              <a:gdLst/>
              <a:ahLst/>
              <a:cxnLst/>
              <a:rect l="l" t="t" r="r" b="b"/>
              <a:pathLst>
                <a:path w="496" h="502" extrusionOk="0">
                  <a:moveTo>
                    <a:pt x="245" y="1"/>
                  </a:moveTo>
                  <a:cubicBezTo>
                    <a:pt x="109" y="1"/>
                    <a:pt x="0" y="114"/>
                    <a:pt x="0" y="252"/>
                  </a:cubicBezTo>
                  <a:cubicBezTo>
                    <a:pt x="0" y="388"/>
                    <a:pt x="109" y="501"/>
                    <a:pt x="245" y="501"/>
                  </a:cubicBezTo>
                  <a:cubicBezTo>
                    <a:pt x="388" y="501"/>
                    <a:pt x="496" y="388"/>
                    <a:pt x="496" y="252"/>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6" name="Google Shape;9986;p14"/>
            <p:cNvSpPr/>
            <p:nvPr/>
          </p:nvSpPr>
          <p:spPr>
            <a:xfrm>
              <a:off x="860125" y="4871400"/>
              <a:ext cx="12525" cy="12550"/>
            </a:xfrm>
            <a:custGeom>
              <a:avLst/>
              <a:gdLst/>
              <a:ahLst/>
              <a:cxnLst/>
              <a:rect l="l" t="t" r="r" b="b"/>
              <a:pathLst>
                <a:path w="501" h="502" extrusionOk="0">
                  <a:moveTo>
                    <a:pt x="251" y="1"/>
                  </a:moveTo>
                  <a:cubicBezTo>
                    <a:pt x="114" y="1"/>
                    <a:pt x="0" y="114"/>
                    <a:pt x="0" y="252"/>
                  </a:cubicBezTo>
                  <a:cubicBezTo>
                    <a:pt x="0" y="388"/>
                    <a:pt x="114" y="501"/>
                    <a:pt x="251" y="501"/>
                  </a:cubicBezTo>
                  <a:cubicBezTo>
                    <a:pt x="387" y="501"/>
                    <a:pt x="501" y="388"/>
                    <a:pt x="501" y="252"/>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7" name="Google Shape;9987;p14"/>
            <p:cNvSpPr/>
            <p:nvPr/>
          </p:nvSpPr>
          <p:spPr>
            <a:xfrm>
              <a:off x="951850" y="48714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8" name="Google Shape;9988;p14"/>
            <p:cNvSpPr/>
            <p:nvPr/>
          </p:nvSpPr>
          <p:spPr>
            <a:xfrm>
              <a:off x="1043825" y="4871400"/>
              <a:ext cx="12375" cy="12550"/>
            </a:xfrm>
            <a:custGeom>
              <a:avLst/>
              <a:gdLst/>
              <a:ahLst/>
              <a:cxnLst/>
              <a:rect l="l" t="t" r="r" b="b"/>
              <a:pathLst>
                <a:path w="495" h="502" extrusionOk="0">
                  <a:moveTo>
                    <a:pt x="250" y="1"/>
                  </a:moveTo>
                  <a:cubicBezTo>
                    <a:pt x="107" y="1"/>
                    <a:pt x="0" y="114"/>
                    <a:pt x="0" y="252"/>
                  </a:cubicBezTo>
                  <a:cubicBezTo>
                    <a:pt x="0" y="388"/>
                    <a:pt x="107" y="501"/>
                    <a:pt x="250" y="501"/>
                  </a:cubicBezTo>
                  <a:cubicBezTo>
                    <a:pt x="388" y="501"/>
                    <a:pt x="494" y="388"/>
                    <a:pt x="494" y="252"/>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9" name="Google Shape;9989;p14"/>
            <p:cNvSpPr/>
            <p:nvPr/>
          </p:nvSpPr>
          <p:spPr>
            <a:xfrm>
              <a:off x="1135575" y="4871400"/>
              <a:ext cx="12575" cy="12550"/>
            </a:xfrm>
            <a:custGeom>
              <a:avLst/>
              <a:gdLst/>
              <a:ahLst/>
              <a:cxnLst/>
              <a:rect l="l" t="t" r="r" b="b"/>
              <a:pathLst>
                <a:path w="503" h="502" extrusionOk="0">
                  <a:moveTo>
                    <a:pt x="252" y="1"/>
                  </a:moveTo>
                  <a:cubicBezTo>
                    <a:pt x="116" y="1"/>
                    <a:pt x="0" y="114"/>
                    <a:pt x="0" y="252"/>
                  </a:cubicBezTo>
                  <a:cubicBezTo>
                    <a:pt x="0" y="388"/>
                    <a:pt x="116" y="501"/>
                    <a:pt x="252" y="501"/>
                  </a:cubicBezTo>
                  <a:cubicBezTo>
                    <a:pt x="387" y="501"/>
                    <a:pt x="503" y="388"/>
                    <a:pt x="503" y="252"/>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14"/>
            <p:cNvSpPr/>
            <p:nvPr/>
          </p:nvSpPr>
          <p:spPr>
            <a:xfrm>
              <a:off x="1227500" y="4871400"/>
              <a:ext cx="12400" cy="12550"/>
            </a:xfrm>
            <a:custGeom>
              <a:avLst/>
              <a:gdLst/>
              <a:ahLst/>
              <a:cxnLst/>
              <a:rect l="l" t="t" r="r" b="b"/>
              <a:pathLst>
                <a:path w="496" h="502" extrusionOk="0">
                  <a:moveTo>
                    <a:pt x="251" y="1"/>
                  </a:moveTo>
                  <a:cubicBezTo>
                    <a:pt x="109" y="1"/>
                    <a:pt x="0" y="114"/>
                    <a:pt x="0" y="252"/>
                  </a:cubicBezTo>
                  <a:cubicBezTo>
                    <a:pt x="0" y="388"/>
                    <a:pt x="109" y="501"/>
                    <a:pt x="251" y="501"/>
                  </a:cubicBezTo>
                  <a:cubicBezTo>
                    <a:pt x="387" y="501"/>
                    <a:pt x="496" y="388"/>
                    <a:pt x="496" y="252"/>
                  </a:cubicBezTo>
                  <a:cubicBezTo>
                    <a:pt x="496"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1" name="Google Shape;9991;p14"/>
            <p:cNvSpPr/>
            <p:nvPr/>
          </p:nvSpPr>
          <p:spPr>
            <a:xfrm>
              <a:off x="1319275" y="4871400"/>
              <a:ext cx="12550" cy="12550"/>
            </a:xfrm>
            <a:custGeom>
              <a:avLst/>
              <a:gdLst/>
              <a:ahLst/>
              <a:cxnLst/>
              <a:rect l="l" t="t" r="r" b="b"/>
              <a:pathLst>
                <a:path w="502" h="502" extrusionOk="0">
                  <a:moveTo>
                    <a:pt x="252" y="1"/>
                  </a:moveTo>
                  <a:cubicBezTo>
                    <a:pt x="114" y="1"/>
                    <a:pt x="1" y="114"/>
                    <a:pt x="1" y="252"/>
                  </a:cubicBezTo>
                  <a:cubicBezTo>
                    <a:pt x="1" y="388"/>
                    <a:pt x="114" y="501"/>
                    <a:pt x="252" y="501"/>
                  </a:cubicBezTo>
                  <a:cubicBezTo>
                    <a:pt x="388" y="501"/>
                    <a:pt x="501" y="388"/>
                    <a:pt x="501" y="252"/>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2" name="Google Shape;9992;p14"/>
            <p:cNvSpPr/>
            <p:nvPr/>
          </p:nvSpPr>
          <p:spPr>
            <a:xfrm>
              <a:off x="1411200" y="4871400"/>
              <a:ext cx="12425" cy="12550"/>
            </a:xfrm>
            <a:custGeom>
              <a:avLst/>
              <a:gdLst/>
              <a:ahLst/>
              <a:cxnLst/>
              <a:rect l="l" t="t" r="r" b="b"/>
              <a:pathLst>
                <a:path w="497" h="502" extrusionOk="0">
                  <a:moveTo>
                    <a:pt x="245" y="1"/>
                  </a:moveTo>
                  <a:cubicBezTo>
                    <a:pt x="109" y="1"/>
                    <a:pt x="1" y="114"/>
                    <a:pt x="1" y="252"/>
                  </a:cubicBezTo>
                  <a:cubicBezTo>
                    <a:pt x="1" y="388"/>
                    <a:pt x="109" y="501"/>
                    <a:pt x="245" y="501"/>
                  </a:cubicBezTo>
                  <a:cubicBezTo>
                    <a:pt x="388" y="501"/>
                    <a:pt x="496" y="388"/>
                    <a:pt x="496" y="252"/>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3" name="Google Shape;9993;p14"/>
            <p:cNvSpPr/>
            <p:nvPr/>
          </p:nvSpPr>
          <p:spPr>
            <a:xfrm>
              <a:off x="1503000" y="4871400"/>
              <a:ext cx="12525" cy="12550"/>
            </a:xfrm>
            <a:custGeom>
              <a:avLst/>
              <a:gdLst/>
              <a:ahLst/>
              <a:cxnLst/>
              <a:rect l="l" t="t" r="r" b="b"/>
              <a:pathLst>
                <a:path w="501" h="502" extrusionOk="0">
                  <a:moveTo>
                    <a:pt x="250" y="1"/>
                  </a:moveTo>
                  <a:cubicBezTo>
                    <a:pt x="114" y="1"/>
                    <a:pt x="0" y="114"/>
                    <a:pt x="0" y="252"/>
                  </a:cubicBezTo>
                  <a:cubicBezTo>
                    <a:pt x="0" y="388"/>
                    <a:pt x="114" y="501"/>
                    <a:pt x="250" y="501"/>
                  </a:cubicBezTo>
                  <a:cubicBezTo>
                    <a:pt x="387" y="501"/>
                    <a:pt x="501" y="388"/>
                    <a:pt x="501" y="252"/>
                  </a:cubicBezTo>
                  <a:cubicBezTo>
                    <a:pt x="501" y="114"/>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4" name="Google Shape;9994;p14"/>
            <p:cNvSpPr/>
            <p:nvPr/>
          </p:nvSpPr>
          <p:spPr>
            <a:xfrm>
              <a:off x="1594750" y="4871400"/>
              <a:ext cx="12575" cy="12550"/>
            </a:xfrm>
            <a:custGeom>
              <a:avLst/>
              <a:gdLst/>
              <a:ahLst/>
              <a:cxnLst/>
              <a:rect l="l" t="t" r="r" b="b"/>
              <a:pathLst>
                <a:path w="503" h="502" extrusionOk="0">
                  <a:moveTo>
                    <a:pt x="251" y="1"/>
                  </a:moveTo>
                  <a:cubicBezTo>
                    <a:pt x="115" y="1"/>
                    <a:pt x="0" y="114"/>
                    <a:pt x="0" y="252"/>
                  </a:cubicBezTo>
                  <a:cubicBezTo>
                    <a:pt x="0" y="388"/>
                    <a:pt x="115" y="501"/>
                    <a:pt x="251" y="501"/>
                  </a:cubicBezTo>
                  <a:cubicBezTo>
                    <a:pt x="394" y="501"/>
                    <a:pt x="503" y="388"/>
                    <a:pt x="503" y="252"/>
                  </a:cubicBezTo>
                  <a:cubicBezTo>
                    <a:pt x="503" y="114"/>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5" name="Google Shape;9995;p14"/>
            <p:cNvSpPr/>
            <p:nvPr/>
          </p:nvSpPr>
          <p:spPr>
            <a:xfrm>
              <a:off x="1686650" y="48714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6" name="Google Shape;9996;p14"/>
            <p:cNvSpPr/>
            <p:nvPr/>
          </p:nvSpPr>
          <p:spPr>
            <a:xfrm>
              <a:off x="1778450" y="4871400"/>
              <a:ext cx="12550" cy="12550"/>
            </a:xfrm>
            <a:custGeom>
              <a:avLst/>
              <a:gdLst/>
              <a:ahLst/>
              <a:cxnLst/>
              <a:rect l="l" t="t" r="r" b="b"/>
              <a:pathLst>
                <a:path w="502" h="502" extrusionOk="0">
                  <a:moveTo>
                    <a:pt x="252" y="1"/>
                  </a:moveTo>
                  <a:cubicBezTo>
                    <a:pt x="114" y="1"/>
                    <a:pt x="1" y="114"/>
                    <a:pt x="1" y="252"/>
                  </a:cubicBezTo>
                  <a:cubicBezTo>
                    <a:pt x="1" y="388"/>
                    <a:pt x="114" y="501"/>
                    <a:pt x="252" y="501"/>
                  </a:cubicBezTo>
                  <a:cubicBezTo>
                    <a:pt x="388" y="501"/>
                    <a:pt x="501" y="388"/>
                    <a:pt x="501" y="252"/>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7" name="Google Shape;9997;p14"/>
            <p:cNvSpPr/>
            <p:nvPr/>
          </p:nvSpPr>
          <p:spPr>
            <a:xfrm>
              <a:off x="1870375" y="4871400"/>
              <a:ext cx="12400" cy="12550"/>
            </a:xfrm>
            <a:custGeom>
              <a:avLst/>
              <a:gdLst/>
              <a:ahLst/>
              <a:cxnLst/>
              <a:rect l="l" t="t" r="r" b="b"/>
              <a:pathLst>
                <a:path w="496" h="502" extrusionOk="0">
                  <a:moveTo>
                    <a:pt x="252" y="1"/>
                  </a:moveTo>
                  <a:cubicBezTo>
                    <a:pt x="109" y="1"/>
                    <a:pt x="0" y="114"/>
                    <a:pt x="0" y="252"/>
                  </a:cubicBezTo>
                  <a:cubicBezTo>
                    <a:pt x="0" y="388"/>
                    <a:pt x="109" y="501"/>
                    <a:pt x="252" y="501"/>
                  </a:cubicBezTo>
                  <a:cubicBezTo>
                    <a:pt x="387" y="501"/>
                    <a:pt x="496" y="388"/>
                    <a:pt x="496" y="252"/>
                  </a:cubicBezTo>
                  <a:cubicBezTo>
                    <a:pt x="496"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8" name="Google Shape;9998;p14"/>
            <p:cNvSpPr/>
            <p:nvPr/>
          </p:nvSpPr>
          <p:spPr>
            <a:xfrm>
              <a:off x="1962150" y="4871400"/>
              <a:ext cx="12550" cy="12550"/>
            </a:xfrm>
            <a:custGeom>
              <a:avLst/>
              <a:gdLst/>
              <a:ahLst/>
              <a:cxnLst/>
              <a:rect l="l" t="t" r="r" b="b"/>
              <a:pathLst>
                <a:path w="502" h="502" extrusionOk="0">
                  <a:moveTo>
                    <a:pt x="250" y="1"/>
                  </a:moveTo>
                  <a:cubicBezTo>
                    <a:pt x="114" y="1"/>
                    <a:pt x="1" y="114"/>
                    <a:pt x="1" y="252"/>
                  </a:cubicBezTo>
                  <a:cubicBezTo>
                    <a:pt x="1" y="388"/>
                    <a:pt x="114" y="501"/>
                    <a:pt x="250" y="501"/>
                  </a:cubicBezTo>
                  <a:cubicBezTo>
                    <a:pt x="388" y="501"/>
                    <a:pt x="502" y="388"/>
                    <a:pt x="502" y="252"/>
                  </a:cubicBezTo>
                  <a:cubicBezTo>
                    <a:pt x="502"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9" name="Google Shape;9999;p14"/>
            <p:cNvSpPr/>
            <p:nvPr/>
          </p:nvSpPr>
          <p:spPr>
            <a:xfrm>
              <a:off x="2054075" y="4871400"/>
              <a:ext cx="12425" cy="12550"/>
            </a:xfrm>
            <a:custGeom>
              <a:avLst/>
              <a:gdLst/>
              <a:ahLst/>
              <a:cxnLst/>
              <a:rect l="l" t="t" r="r" b="b"/>
              <a:pathLst>
                <a:path w="497" h="502" extrusionOk="0">
                  <a:moveTo>
                    <a:pt x="252" y="1"/>
                  </a:moveTo>
                  <a:cubicBezTo>
                    <a:pt x="109" y="1"/>
                    <a:pt x="1" y="114"/>
                    <a:pt x="1" y="252"/>
                  </a:cubicBezTo>
                  <a:cubicBezTo>
                    <a:pt x="1" y="388"/>
                    <a:pt x="109" y="501"/>
                    <a:pt x="252" y="501"/>
                  </a:cubicBezTo>
                  <a:cubicBezTo>
                    <a:pt x="388" y="501"/>
                    <a:pt x="496" y="388"/>
                    <a:pt x="496" y="252"/>
                  </a:cubicBezTo>
                  <a:cubicBezTo>
                    <a:pt x="496"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0" name="Google Shape;10000;p14"/>
            <p:cNvSpPr/>
            <p:nvPr/>
          </p:nvSpPr>
          <p:spPr>
            <a:xfrm>
              <a:off x="2145825" y="48714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1" name="Google Shape;10001;p14"/>
            <p:cNvSpPr/>
            <p:nvPr/>
          </p:nvSpPr>
          <p:spPr>
            <a:xfrm>
              <a:off x="2237800" y="4871400"/>
              <a:ext cx="12350" cy="12550"/>
            </a:xfrm>
            <a:custGeom>
              <a:avLst/>
              <a:gdLst/>
              <a:ahLst/>
              <a:cxnLst/>
              <a:rect l="l" t="t" r="r" b="b"/>
              <a:pathLst>
                <a:path w="494" h="502" extrusionOk="0">
                  <a:moveTo>
                    <a:pt x="244" y="1"/>
                  </a:moveTo>
                  <a:cubicBezTo>
                    <a:pt x="107" y="1"/>
                    <a:pt x="0" y="114"/>
                    <a:pt x="0" y="252"/>
                  </a:cubicBezTo>
                  <a:cubicBezTo>
                    <a:pt x="0" y="388"/>
                    <a:pt x="107" y="501"/>
                    <a:pt x="244" y="501"/>
                  </a:cubicBezTo>
                  <a:cubicBezTo>
                    <a:pt x="387" y="501"/>
                    <a:pt x="494" y="388"/>
                    <a:pt x="494" y="252"/>
                  </a:cubicBezTo>
                  <a:cubicBezTo>
                    <a:pt x="494" y="114"/>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2" name="Google Shape;10002;p14"/>
            <p:cNvSpPr/>
            <p:nvPr/>
          </p:nvSpPr>
          <p:spPr>
            <a:xfrm>
              <a:off x="2329550" y="4871400"/>
              <a:ext cx="12575" cy="12550"/>
            </a:xfrm>
            <a:custGeom>
              <a:avLst/>
              <a:gdLst/>
              <a:ahLst/>
              <a:cxnLst/>
              <a:rect l="l" t="t" r="r" b="b"/>
              <a:pathLst>
                <a:path w="503" h="502" extrusionOk="0">
                  <a:moveTo>
                    <a:pt x="251" y="1"/>
                  </a:moveTo>
                  <a:cubicBezTo>
                    <a:pt x="115" y="1"/>
                    <a:pt x="0" y="114"/>
                    <a:pt x="0" y="252"/>
                  </a:cubicBezTo>
                  <a:cubicBezTo>
                    <a:pt x="0" y="388"/>
                    <a:pt x="115" y="501"/>
                    <a:pt x="251" y="501"/>
                  </a:cubicBezTo>
                  <a:cubicBezTo>
                    <a:pt x="387" y="501"/>
                    <a:pt x="502" y="388"/>
                    <a:pt x="502" y="252"/>
                  </a:cubicBezTo>
                  <a:cubicBezTo>
                    <a:pt x="502"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3" name="Google Shape;10003;p14"/>
            <p:cNvSpPr/>
            <p:nvPr/>
          </p:nvSpPr>
          <p:spPr>
            <a:xfrm>
              <a:off x="2421325" y="4871400"/>
              <a:ext cx="12550" cy="12550"/>
            </a:xfrm>
            <a:custGeom>
              <a:avLst/>
              <a:gdLst/>
              <a:ahLst/>
              <a:cxnLst/>
              <a:rect l="l" t="t" r="r" b="b"/>
              <a:pathLst>
                <a:path w="502" h="502" extrusionOk="0">
                  <a:moveTo>
                    <a:pt x="250" y="1"/>
                  </a:moveTo>
                  <a:cubicBezTo>
                    <a:pt x="114" y="1"/>
                    <a:pt x="1" y="114"/>
                    <a:pt x="1" y="252"/>
                  </a:cubicBezTo>
                  <a:cubicBezTo>
                    <a:pt x="1" y="388"/>
                    <a:pt x="114" y="501"/>
                    <a:pt x="250" y="501"/>
                  </a:cubicBezTo>
                  <a:cubicBezTo>
                    <a:pt x="395" y="501"/>
                    <a:pt x="501" y="388"/>
                    <a:pt x="501" y="252"/>
                  </a:cubicBezTo>
                  <a:cubicBezTo>
                    <a:pt x="501" y="114"/>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4" name="Google Shape;10004;p14"/>
            <p:cNvSpPr/>
            <p:nvPr/>
          </p:nvSpPr>
          <p:spPr>
            <a:xfrm>
              <a:off x="2513250" y="4871400"/>
              <a:ext cx="12575" cy="12550"/>
            </a:xfrm>
            <a:custGeom>
              <a:avLst/>
              <a:gdLst/>
              <a:ahLst/>
              <a:cxnLst/>
              <a:rect l="l" t="t" r="r" b="b"/>
              <a:pathLst>
                <a:path w="503" h="502" extrusionOk="0">
                  <a:moveTo>
                    <a:pt x="252" y="1"/>
                  </a:moveTo>
                  <a:cubicBezTo>
                    <a:pt x="109" y="1"/>
                    <a:pt x="0" y="114"/>
                    <a:pt x="0" y="252"/>
                  </a:cubicBezTo>
                  <a:cubicBezTo>
                    <a:pt x="0" y="388"/>
                    <a:pt x="109"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5" name="Google Shape;10005;p14"/>
            <p:cNvSpPr/>
            <p:nvPr/>
          </p:nvSpPr>
          <p:spPr>
            <a:xfrm>
              <a:off x="2605000" y="4871400"/>
              <a:ext cx="12575" cy="12550"/>
            </a:xfrm>
            <a:custGeom>
              <a:avLst/>
              <a:gdLst/>
              <a:ahLst/>
              <a:cxnLst/>
              <a:rect l="l" t="t" r="r" b="b"/>
              <a:pathLst>
                <a:path w="503" h="502" extrusionOk="0">
                  <a:moveTo>
                    <a:pt x="252" y="1"/>
                  </a:moveTo>
                  <a:cubicBezTo>
                    <a:pt x="116" y="1"/>
                    <a:pt x="0" y="114"/>
                    <a:pt x="0" y="252"/>
                  </a:cubicBezTo>
                  <a:cubicBezTo>
                    <a:pt x="0" y="388"/>
                    <a:pt x="116" y="501"/>
                    <a:pt x="252" y="501"/>
                  </a:cubicBezTo>
                  <a:cubicBezTo>
                    <a:pt x="387" y="501"/>
                    <a:pt x="503" y="388"/>
                    <a:pt x="503" y="252"/>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6" name="Google Shape;10006;p14"/>
            <p:cNvSpPr/>
            <p:nvPr/>
          </p:nvSpPr>
          <p:spPr>
            <a:xfrm>
              <a:off x="2696950" y="4871400"/>
              <a:ext cx="12375" cy="12550"/>
            </a:xfrm>
            <a:custGeom>
              <a:avLst/>
              <a:gdLst/>
              <a:ahLst/>
              <a:cxnLst/>
              <a:rect l="l" t="t" r="r" b="b"/>
              <a:pathLst>
                <a:path w="495" h="502" extrusionOk="0">
                  <a:moveTo>
                    <a:pt x="252" y="1"/>
                  </a:moveTo>
                  <a:cubicBezTo>
                    <a:pt x="108" y="1"/>
                    <a:pt x="1" y="114"/>
                    <a:pt x="1" y="252"/>
                  </a:cubicBezTo>
                  <a:cubicBezTo>
                    <a:pt x="1" y="388"/>
                    <a:pt x="108" y="501"/>
                    <a:pt x="252" y="501"/>
                  </a:cubicBezTo>
                  <a:cubicBezTo>
                    <a:pt x="388" y="501"/>
                    <a:pt x="495" y="388"/>
                    <a:pt x="495" y="252"/>
                  </a:cubicBezTo>
                  <a:cubicBezTo>
                    <a:pt x="495"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7" name="Google Shape;10007;p14"/>
            <p:cNvSpPr/>
            <p:nvPr/>
          </p:nvSpPr>
          <p:spPr>
            <a:xfrm>
              <a:off x="2788700" y="48714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8" name="Google Shape;10008;p14"/>
            <p:cNvSpPr/>
            <p:nvPr/>
          </p:nvSpPr>
          <p:spPr>
            <a:xfrm>
              <a:off x="2880675" y="4871400"/>
              <a:ext cx="12375" cy="12550"/>
            </a:xfrm>
            <a:custGeom>
              <a:avLst/>
              <a:gdLst/>
              <a:ahLst/>
              <a:cxnLst/>
              <a:rect l="l" t="t" r="r" b="b"/>
              <a:pathLst>
                <a:path w="495" h="502" extrusionOk="0">
                  <a:moveTo>
                    <a:pt x="243" y="1"/>
                  </a:moveTo>
                  <a:cubicBezTo>
                    <a:pt x="107" y="1"/>
                    <a:pt x="0" y="114"/>
                    <a:pt x="0" y="252"/>
                  </a:cubicBezTo>
                  <a:cubicBezTo>
                    <a:pt x="0" y="388"/>
                    <a:pt x="107" y="501"/>
                    <a:pt x="243" y="501"/>
                  </a:cubicBezTo>
                  <a:cubicBezTo>
                    <a:pt x="387" y="501"/>
                    <a:pt x="494" y="388"/>
                    <a:pt x="494" y="252"/>
                  </a:cubicBezTo>
                  <a:cubicBezTo>
                    <a:pt x="494" y="114"/>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9" name="Google Shape;10009;p14"/>
            <p:cNvSpPr/>
            <p:nvPr/>
          </p:nvSpPr>
          <p:spPr>
            <a:xfrm>
              <a:off x="2972425" y="4871400"/>
              <a:ext cx="12575" cy="12550"/>
            </a:xfrm>
            <a:custGeom>
              <a:avLst/>
              <a:gdLst/>
              <a:ahLst/>
              <a:cxnLst/>
              <a:rect l="l" t="t" r="r" b="b"/>
              <a:pathLst>
                <a:path w="503" h="502" extrusionOk="0">
                  <a:moveTo>
                    <a:pt x="251" y="1"/>
                  </a:moveTo>
                  <a:cubicBezTo>
                    <a:pt x="115" y="1"/>
                    <a:pt x="0" y="114"/>
                    <a:pt x="0" y="252"/>
                  </a:cubicBezTo>
                  <a:cubicBezTo>
                    <a:pt x="0" y="388"/>
                    <a:pt x="115" y="501"/>
                    <a:pt x="251" y="501"/>
                  </a:cubicBezTo>
                  <a:cubicBezTo>
                    <a:pt x="387" y="501"/>
                    <a:pt x="503" y="388"/>
                    <a:pt x="503" y="252"/>
                  </a:cubicBezTo>
                  <a:cubicBezTo>
                    <a:pt x="503"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0" name="Google Shape;10010;p14"/>
            <p:cNvSpPr/>
            <p:nvPr/>
          </p:nvSpPr>
          <p:spPr>
            <a:xfrm>
              <a:off x="3064375" y="4871400"/>
              <a:ext cx="12375" cy="12550"/>
            </a:xfrm>
            <a:custGeom>
              <a:avLst/>
              <a:gdLst/>
              <a:ahLst/>
              <a:cxnLst/>
              <a:rect l="l" t="t" r="r" b="b"/>
              <a:pathLst>
                <a:path w="495" h="502" extrusionOk="0">
                  <a:moveTo>
                    <a:pt x="243" y="1"/>
                  </a:moveTo>
                  <a:cubicBezTo>
                    <a:pt x="107" y="1"/>
                    <a:pt x="1" y="114"/>
                    <a:pt x="1" y="252"/>
                  </a:cubicBezTo>
                  <a:cubicBezTo>
                    <a:pt x="1" y="388"/>
                    <a:pt x="107" y="501"/>
                    <a:pt x="243" y="501"/>
                  </a:cubicBezTo>
                  <a:cubicBezTo>
                    <a:pt x="388" y="501"/>
                    <a:pt x="495" y="388"/>
                    <a:pt x="495" y="252"/>
                  </a:cubicBezTo>
                  <a:cubicBezTo>
                    <a:pt x="495" y="114"/>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1" name="Google Shape;10011;p14"/>
            <p:cNvSpPr/>
            <p:nvPr/>
          </p:nvSpPr>
          <p:spPr>
            <a:xfrm>
              <a:off x="3156125" y="48714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2" name="Google Shape;10012;p14"/>
            <p:cNvSpPr/>
            <p:nvPr/>
          </p:nvSpPr>
          <p:spPr>
            <a:xfrm>
              <a:off x="3247875" y="4871400"/>
              <a:ext cx="12575" cy="12550"/>
            </a:xfrm>
            <a:custGeom>
              <a:avLst/>
              <a:gdLst/>
              <a:ahLst/>
              <a:cxnLst/>
              <a:rect l="l" t="t" r="r" b="b"/>
              <a:pathLst>
                <a:path w="503"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3" name="Google Shape;10013;p14"/>
            <p:cNvSpPr/>
            <p:nvPr/>
          </p:nvSpPr>
          <p:spPr>
            <a:xfrm>
              <a:off x="3339850" y="4871400"/>
              <a:ext cx="12525" cy="12550"/>
            </a:xfrm>
            <a:custGeom>
              <a:avLst/>
              <a:gdLst/>
              <a:ahLst/>
              <a:cxnLst/>
              <a:rect l="l" t="t" r="r" b="b"/>
              <a:pathLst>
                <a:path w="501" h="502" extrusionOk="0">
                  <a:moveTo>
                    <a:pt x="251" y="1"/>
                  </a:moveTo>
                  <a:cubicBezTo>
                    <a:pt x="107" y="1"/>
                    <a:pt x="0" y="114"/>
                    <a:pt x="0" y="252"/>
                  </a:cubicBezTo>
                  <a:cubicBezTo>
                    <a:pt x="0" y="388"/>
                    <a:pt x="107" y="501"/>
                    <a:pt x="251" y="501"/>
                  </a:cubicBezTo>
                  <a:cubicBezTo>
                    <a:pt x="387" y="501"/>
                    <a:pt x="501" y="388"/>
                    <a:pt x="501" y="252"/>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4" name="Google Shape;10014;p14"/>
            <p:cNvSpPr/>
            <p:nvPr/>
          </p:nvSpPr>
          <p:spPr>
            <a:xfrm>
              <a:off x="3431575" y="48714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5" name="Google Shape;10015;p14"/>
            <p:cNvSpPr/>
            <p:nvPr/>
          </p:nvSpPr>
          <p:spPr>
            <a:xfrm>
              <a:off x="3523550" y="4871400"/>
              <a:ext cx="12375" cy="12550"/>
            </a:xfrm>
            <a:custGeom>
              <a:avLst/>
              <a:gdLst/>
              <a:ahLst/>
              <a:cxnLst/>
              <a:rect l="l" t="t" r="r" b="b"/>
              <a:pathLst>
                <a:path w="495" h="502" extrusionOk="0">
                  <a:moveTo>
                    <a:pt x="250" y="1"/>
                  </a:moveTo>
                  <a:cubicBezTo>
                    <a:pt x="107" y="1"/>
                    <a:pt x="0" y="114"/>
                    <a:pt x="0" y="252"/>
                  </a:cubicBezTo>
                  <a:cubicBezTo>
                    <a:pt x="0" y="388"/>
                    <a:pt x="107" y="501"/>
                    <a:pt x="250" y="501"/>
                  </a:cubicBezTo>
                  <a:cubicBezTo>
                    <a:pt x="388" y="501"/>
                    <a:pt x="494" y="388"/>
                    <a:pt x="494" y="252"/>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6" name="Google Shape;10016;p14"/>
            <p:cNvSpPr/>
            <p:nvPr/>
          </p:nvSpPr>
          <p:spPr>
            <a:xfrm>
              <a:off x="676400" y="49633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7" name="Google Shape;10017;p14"/>
            <p:cNvSpPr/>
            <p:nvPr/>
          </p:nvSpPr>
          <p:spPr>
            <a:xfrm>
              <a:off x="768325" y="4963325"/>
              <a:ext cx="12400" cy="12400"/>
            </a:xfrm>
            <a:custGeom>
              <a:avLst/>
              <a:gdLst/>
              <a:ahLst/>
              <a:cxnLst/>
              <a:rect l="l" t="t" r="r" b="b"/>
              <a:pathLst>
                <a:path w="496" h="496" extrusionOk="0">
                  <a:moveTo>
                    <a:pt x="245" y="0"/>
                  </a:moveTo>
                  <a:cubicBezTo>
                    <a:pt x="109" y="0"/>
                    <a:pt x="0" y="109"/>
                    <a:pt x="0" y="245"/>
                  </a:cubicBezTo>
                  <a:cubicBezTo>
                    <a:pt x="0" y="388"/>
                    <a:pt x="109" y="496"/>
                    <a:pt x="245" y="496"/>
                  </a:cubicBezTo>
                  <a:cubicBezTo>
                    <a:pt x="388" y="496"/>
                    <a:pt x="496" y="388"/>
                    <a:pt x="496" y="245"/>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8" name="Google Shape;10018;p14"/>
            <p:cNvSpPr/>
            <p:nvPr/>
          </p:nvSpPr>
          <p:spPr>
            <a:xfrm>
              <a:off x="860125" y="4963325"/>
              <a:ext cx="12525" cy="12400"/>
            </a:xfrm>
            <a:custGeom>
              <a:avLst/>
              <a:gdLst/>
              <a:ahLst/>
              <a:cxnLst/>
              <a:rect l="l" t="t" r="r" b="b"/>
              <a:pathLst>
                <a:path w="501" h="496" extrusionOk="0">
                  <a:moveTo>
                    <a:pt x="251" y="0"/>
                  </a:moveTo>
                  <a:cubicBezTo>
                    <a:pt x="114" y="0"/>
                    <a:pt x="0" y="109"/>
                    <a:pt x="0" y="245"/>
                  </a:cubicBezTo>
                  <a:cubicBezTo>
                    <a:pt x="0" y="388"/>
                    <a:pt x="114" y="496"/>
                    <a:pt x="251" y="496"/>
                  </a:cubicBezTo>
                  <a:cubicBezTo>
                    <a:pt x="387" y="496"/>
                    <a:pt x="501" y="388"/>
                    <a:pt x="501" y="245"/>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9" name="Google Shape;10019;p14"/>
            <p:cNvSpPr/>
            <p:nvPr/>
          </p:nvSpPr>
          <p:spPr>
            <a:xfrm>
              <a:off x="951850" y="49633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0" name="Google Shape;10020;p14"/>
            <p:cNvSpPr/>
            <p:nvPr/>
          </p:nvSpPr>
          <p:spPr>
            <a:xfrm>
              <a:off x="1043825" y="4963325"/>
              <a:ext cx="12375" cy="12400"/>
            </a:xfrm>
            <a:custGeom>
              <a:avLst/>
              <a:gdLst/>
              <a:ahLst/>
              <a:cxnLst/>
              <a:rect l="l" t="t" r="r" b="b"/>
              <a:pathLst>
                <a:path w="495" h="496" extrusionOk="0">
                  <a:moveTo>
                    <a:pt x="250" y="0"/>
                  </a:moveTo>
                  <a:cubicBezTo>
                    <a:pt x="107" y="0"/>
                    <a:pt x="0" y="109"/>
                    <a:pt x="0" y="245"/>
                  </a:cubicBezTo>
                  <a:cubicBezTo>
                    <a:pt x="0" y="388"/>
                    <a:pt x="107" y="496"/>
                    <a:pt x="250" y="496"/>
                  </a:cubicBezTo>
                  <a:cubicBezTo>
                    <a:pt x="388" y="496"/>
                    <a:pt x="494" y="388"/>
                    <a:pt x="494" y="245"/>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1" name="Google Shape;10021;p14"/>
            <p:cNvSpPr/>
            <p:nvPr/>
          </p:nvSpPr>
          <p:spPr>
            <a:xfrm>
              <a:off x="1135575" y="4963325"/>
              <a:ext cx="12575" cy="12400"/>
            </a:xfrm>
            <a:custGeom>
              <a:avLst/>
              <a:gdLst/>
              <a:ahLst/>
              <a:cxnLst/>
              <a:rect l="l" t="t" r="r" b="b"/>
              <a:pathLst>
                <a:path w="503" h="496" extrusionOk="0">
                  <a:moveTo>
                    <a:pt x="252" y="0"/>
                  </a:moveTo>
                  <a:cubicBezTo>
                    <a:pt x="116" y="0"/>
                    <a:pt x="0" y="109"/>
                    <a:pt x="0" y="245"/>
                  </a:cubicBezTo>
                  <a:cubicBezTo>
                    <a:pt x="0" y="388"/>
                    <a:pt x="116" y="496"/>
                    <a:pt x="252" y="496"/>
                  </a:cubicBezTo>
                  <a:cubicBezTo>
                    <a:pt x="387" y="496"/>
                    <a:pt x="503" y="388"/>
                    <a:pt x="503" y="245"/>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2" name="Google Shape;10022;p14"/>
            <p:cNvSpPr/>
            <p:nvPr/>
          </p:nvSpPr>
          <p:spPr>
            <a:xfrm>
              <a:off x="1227500" y="4963325"/>
              <a:ext cx="12400" cy="12400"/>
            </a:xfrm>
            <a:custGeom>
              <a:avLst/>
              <a:gdLst/>
              <a:ahLst/>
              <a:cxnLst/>
              <a:rect l="l" t="t" r="r" b="b"/>
              <a:pathLst>
                <a:path w="496" h="496" extrusionOk="0">
                  <a:moveTo>
                    <a:pt x="251" y="0"/>
                  </a:moveTo>
                  <a:cubicBezTo>
                    <a:pt x="109" y="0"/>
                    <a:pt x="0" y="109"/>
                    <a:pt x="0" y="245"/>
                  </a:cubicBezTo>
                  <a:cubicBezTo>
                    <a:pt x="0" y="388"/>
                    <a:pt x="109" y="496"/>
                    <a:pt x="251" y="496"/>
                  </a:cubicBezTo>
                  <a:cubicBezTo>
                    <a:pt x="387" y="496"/>
                    <a:pt x="496" y="388"/>
                    <a:pt x="496" y="245"/>
                  </a:cubicBezTo>
                  <a:cubicBezTo>
                    <a:pt x="496"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3" name="Google Shape;10023;p14"/>
            <p:cNvSpPr/>
            <p:nvPr/>
          </p:nvSpPr>
          <p:spPr>
            <a:xfrm>
              <a:off x="1319275" y="4963325"/>
              <a:ext cx="12550" cy="12400"/>
            </a:xfrm>
            <a:custGeom>
              <a:avLst/>
              <a:gdLst/>
              <a:ahLst/>
              <a:cxnLst/>
              <a:rect l="l" t="t" r="r" b="b"/>
              <a:pathLst>
                <a:path w="502" h="496" extrusionOk="0">
                  <a:moveTo>
                    <a:pt x="252" y="0"/>
                  </a:moveTo>
                  <a:cubicBezTo>
                    <a:pt x="114" y="0"/>
                    <a:pt x="1" y="109"/>
                    <a:pt x="1" y="245"/>
                  </a:cubicBezTo>
                  <a:cubicBezTo>
                    <a:pt x="1" y="388"/>
                    <a:pt x="114" y="496"/>
                    <a:pt x="252" y="496"/>
                  </a:cubicBezTo>
                  <a:cubicBezTo>
                    <a:pt x="388" y="496"/>
                    <a:pt x="501" y="388"/>
                    <a:pt x="501" y="245"/>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4" name="Google Shape;10024;p14"/>
            <p:cNvSpPr/>
            <p:nvPr/>
          </p:nvSpPr>
          <p:spPr>
            <a:xfrm>
              <a:off x="1411200" y="4963325"/>
              <a:ext cx="12425" cy="12400"/>
            </a:xfrm>
            <a:custGeom>
              <a:avLst/>
              <a:gdLst/>
              <a:ahLst/>
              <a:cxnLst/>
              <a:rect l="l" t="t" r="r" b="b"/>
              <a:pathLst>
                <a:path w="497" h="496" extrusionOk="0">
                  <a:moveTo>
                    <a:pt x="245" y="0"/>
                  </a:moveTo>
                  <a:cubicBezTo>
                    <a:pt x="109" y="0"/>
                    <a:pt x="1" y="109"/>
                    <a:pt x="1" y="245"/>
                  </a:cubicBezTo>
                  <a:cubicBezTo>
                    <a:pt x="1" y="388"/>
                    <a:pt x="109" y="496"/>
                    <a:pt x="245" y="496"/>
                  </a:cubicBezTo>
                  <a:cubicBezTo>
                    <a:pt x="388" y="496"/>
                    <a:pt x="496" y="388"/>
                    <a:pt x="496" y="245"/>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5" name="Google Shape;10025;p14"/>
            <p:cNvSpPr/>
            <p:nvPr/>
          </p:nvSpPr>
          <p:spPr>
            <a:xfrm>
              <a:off x="1503000" y="4963325"/>
              <a:ext cx="12525" cy="12400"/>
            </a:xfrm>
            <a:custGeom>
              <a:avLst/>
              <a:gdLst/>
              <a:ahLst/>
              <a:cxnLst/>
              <a:rect l="l" t="t" r="r" b="b"/>
              <a:pathLst>
                <a:path w="501" h="496" extrusionOk="0">
                  <a:moveTo>
                    <a:pt x="250" y="0"/>
                  </a:moveTo>
                  <a:cubicBezTo>
                    <a:pt x="114" y="0"/>
                    <a:pt x="0" y="109"/>
                    <a:pt x="0" y="245"/>
                  </a:cubicBezTo>
                  <a:cubicBezTo>
                    <a:pt x="0" y="388"/>
                    <a:pt x="114" y="496"/>
                    <a:pt x="250" y="496"/>
                  </a:cubicBezTo>
                  <a:cubicBezTo>
                    <a:pt x="387" y="496"/>
                    <a:pt x="501" y="388"/>
                    <a:pt x="501" y="245"/>
                  </a:cubicBezTo>
                  <a:cubicBezTo>
                    <a:pt x="501" y="109"/>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6" name="Google Shape;10026;p14"/>
            <p:cNvSpPr/>
            <p:nvPr/>
          </p:nvSpPr>
          <p:spPr>
            <a:xfrm>
              <a:off x="1594750" y="4963325"/>
              <a:ext cx="12575" cy="12400"/>
            </a:xfrm>
            <a:custGeom>
              <a:avLst/>
              <a:gdLst/>
              <a:ahLst/>
              <a:cxnLst/>
              <a:rect l="l" t="t" r="r" b="b"/>
              <a:pathLst>
                <a:path w="503" h="496" extrusionOk="0">
                  <a:moveTo>
                    <a:pt x="251" y="0"/>
                  </a:moveTo>
                  <a:cubicBezTo>
                    <a:pt x="115" y="0"/>
                    <a:pt x="0" y="109"/>
                    <a:pt x="0" y="245"/>
                  </a:cubicBezTo>
                  <a:cubicBezTo>
                    <a:pt x="0" y="388"/>
                    <a:pt x="115" y="496"/>
                    <a:pt x="251" y="496"/>
                  </a:cubicBezTo>
                  <a:cubicBezTo>
                    <a:pt x="394" y="496"/>
                    <a:pt x="503" y="388"/>
                    <a:pt x="503" y="245"/>
                  </a:cubicBezTo>
                  <a:cubicBezTo>
                    <a:pt x="503" y="109"/>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7" name="Google Shape;10027;p14"/>
            <p:cNvSpPr/>
            <p:nvPr/>
          </p:nvSpPr>
          <p:spPr>
            <a:xfrm>
              <a:off x="1686650" y="49633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8" name="Google Shape;10028;p14"/>
            <p:cNvSpPr/>
            <p:nvPr/>
          </p:nvSpPr>
          <p:spPr>
            <a:xfrm>
              <a:off x="1778450" y="4963325"/>
              <a:ext cx="12550" cy="12400"/>
            </a:xfrm>
            <a:custGeom>
              <a:avLst/>
              <a:gdLst/>
              <a:ahLst/>
              <a:cxnLst/>
              <a:rect l="l" t="t" r="r" b="b"/>
              <a:pathLst>
                <a:path w="502" h="496" extrusionOk="0">
                  <a:moveTo>
                    <a:pt x="252" y="0"/>
                  </a:moveTo>
                  <a:cubicBezTo>
                    <a:pt x="114" y="0"/>
                    <a:pt x="1" y="109"/>
                    <a:pt x="1" y="245"/>
                  </a:cubicBezTo>
                  <a:cubicBezTo>
                    <a:pt x="1" y="388"/>
                    <a:pt x="114" y="496"/>
                    <a:pt x="252" y="496"/>
                  </a:cubicBezTo>
                  <a:cubicBezTo>
                    <a:pt x="388" y="496"/>
                    <a:pt x="501" y="388"/>
                    <a:pt x="501" y="245"/>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9" name="Google Shape;10029;p14"/>
            <p:cNvSpPr/>
            <p:nvPr/>
          </p:nvSpPr>
          <p:spPr>
            <a:xfrm>
              <a:off x="1870375" y="4963325"/>
              <a:ext cx="12400" cy="12400"/>
            </a:xfrm>
            <a:custGeom>
              <a:avLst/>
              <a:gdLst/>
              <a:ahLst/>
              <a:cxnLst/>
              <a:rect l="l" t="t" r="r" b="b"/>
              <a:pathLst>
                <a:path w="496" h="496" extrusionOk="0">
                  <a:moveTo>
                    <a:pt x="252" y="0"/>
                  </a:moveTo>
                  <a:cubicBezTo>
                    <a:pt x="109" y="0"/>
                    <a:pt x="0" y="109"/>
                    <a:pt x="0" y="245"/>
                  </a:cubicBezTo>
                  <a:cubicBezTo>
                    <a:pt x="0" y="388"/>
                    <a:pt x="109" y="496"/>
                    <a:pt x="252" y="496"/>
                  </a:cubicBezTo>
                  <a:cubicBezTo>
                    <a:pt x="387" y="496"/>
                    <a:pt x="496" y="388"/>
                    <a:pt x="496" y="245"/>
                  </a:cubicBezTo>
                  <a:cubicBezTo>
                    <a:pt x="496"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0" name="Google Shape;10030;p14"/>
            <p:cNvSpPr/>
            <p:nvPr/>
          </p:nvSpPr>
          <p:spPr>
            <a:xfrm>
              <a:off x="1962150" y="4963325"/>
              <a:ext cx="12550" cy="12400"/>
            </a:xfrm>
            <a:custGeom>
              <a:avLst/>
              <a:gdLst/>
              <a:ahLst/>
              <a:cxnLst/>
              <a:rect l="l" t="t" r="r" b="b"/>
              <a:pathLst>
                <a:path w="502" h="496" extrusionOk="0">
                  <a:moveTo>
                    <a:pt x="250" y="0"/>
                  </a:moveTo>
                  <a:cubicBezTo>
                    <a:pt x="114" y="0"/>
                    <a:pt x="1" y="109"/>
                    <a:pt x="1" y="245"/>
                  </a:cubicBezTo>
                  <a:cubicBezTo>
                    <a:pt x="1" y="388"/>
                    <a:pt x="114" y="496"/>
                    <a:pt x="250" y="496"/>
                  </a:cubicBezTo>
                  <a:cubicBezTo>
                    <a:pt x="388" y="496"/>
                    <a:pt x="502" y="388"/>
                    <a:pt x="502" y="245"/>
                  </a:cubicBezTo>
                  <a:cubicBezTo>
                    <a:pt x="502"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1" name="Google Shape;10031;p14"/>
            <p:cNvSpPr/>
            <p:nvPr/>
          </p:nvSpPr>
          <p:spPr>
            <a:xfrm>
              <a:off x="2054075" y="4963325"/>
              <a:ext cx="12425" cy="12400"/>
            </a:xfrm>
            <a:custGeom>
              <a:avLst/>
              <a:gdLst/>
              <a:ahLst/>
              <a:cxnLst/>
              <a:rect l="l" t="t" r="r" b="b"/>
              <a:pathLst>
                <a:path w="497" h="496" extrusionOk="0">
                  <a:moveTo>
                    <a:pt x="252" y="0"/>
                  </a:moveTo>
                  <a:cubicBezTo>
                    <a:pt x="109" y="0"/>
                    <a:pt x="1" y="109"/>
                    <a:pt x="1" y="245"/>
                  </a:cubicBezTo>
                  <a:cubicBezTo>
                    <a:pt x="1" y="388"/>
                    <a:pt x="109" y="496"/>
                    <a:pt x="252" y="496"/>
                  </a:cubicBezTo>
                  <a:cubicBezTo>
                    <a:pt x="388" y="496"/>
                    <a:pt x="496" y="388"/>
                    <a:pt x="496" y="245"/>
                  </a:cubicBezTo>
                  <a:cubicBezTo>
                    <a:pt x="496"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2" name="Google Shape;10032;p14"/>
            <p:cNvSpPr/>
            <p:nvPr/>
          </p:nvSpPr>
          <p:spPr>
            <a:xfrm>
              <a:off x="2145825" y="49633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3" name="Google Shape;10033;p14"/>
            <p:cNvSpPr/>
            <p:nvPr/>
          </p:nvSpPr>
          <p:spPr>
            <a:xfrm>
              <a:off x="2237800" y="4963325"/>
              <a:ext cx="12350" cy="12400"/>
            </a:xfrm>
            <a:custGeom>
              <a:avLst/>
              <a:gdLst/>
              <a:ahLst/>
              <a:cxnLst/>
              <a:rect l="l" t="t" r="r" b="b"/>
              <a:pathLst>
                <a:path w="494" h="496" extrusionOk="0">
                  <a:moveTo>
                    <a:pt x="244" y="0"/>
                  </a:moveTo>
                  <a:cubicBezTo>
                    <a:pt x="107" y="0"/>
                    <a:pt x="0" y="109"/>
                    <a:pt x="0" y="245"/>
                  </a:cubicBezTo>
                  <a:cubicBezTo>
                    <a:pt x="0" y="388"/>
                    <a:pt x="107" y="496"/>
                    <a:pt x="244" y="496"/>
                  </a:cubicBezTo>
                  <a:cubicBezTo>
                    <a:pt x="387" y="496"/>
                    <a:pt x="494" y="388"/>
                    <a:pt x="494" y="245"/>
                  </a:cubicBezTo>
                  <a:cubicBezTo>
                    <a:pt x="494" y="109"/>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4" name="Google Shape;10034;p14"/>
            <p:cNvSpPr/>
            <p:nvPr/>
          </p:nvSpPr>
          <p:spPr>
            <a:xfrm>
              <a:off x="2329550" y="4963325"/>
              <a:ext cx="12575" cy="12400"/>
            </a:xfrm>
            <a:custGeom>
              <a:avLst/>
              <a:gdLst/>
              <a:ahLst/>
              <a:cxnLst/>
              <a:rect l="l" t="t" r="r" b="b"/>
              <a:pathLst>
                <a:path w="503" h="496" extrusionOk="0">
                  <a:moveTo>
                    <a:pt x="251" y="0"/>
                  </a:moveTo>
                  <a:cubicBezTo>
                    <a:pt x="115" y="0"/>
                    <a:pt x="0" y="109"/>
                    <a:pt x="0" y="245"/>
                  </a:cubicBezTo>
                  <a:cubicBezTo>
                    <a:pt x="0" y="388"/>
                    <a:pt x="115" y="496"/>
                    <a:pt x="251" y="496"/>
                  </a:cubicBezTo>
                  <a:cubicBezTo>
                    <a:pt x="387" y="496"/>
                    <a:pt x="502" y="388"/>
                    <a:pt x="502" y="245"/>
                  </a:cubicBezTo>
                  <a:cubicBezTo>
                    <a:pt x="502"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5" name="Google Shape;10035;p14"/>
            <p:cNvSpPr/>
            <p:nvPr/>
          </p:nvSpPr>
          <p:spPr>
            <a:xfrm>
              <a:off x="2421325" y="4963325"/>
              <a:ext cx="12550" cy="12400"/>
            </a:xfrm>
            <a:custGeom>
              <a:avLst/>
              <a:gdLst/>
              <a:ahLst/>
              <a:cxnLst/>
              <a:rect l="l" t="t" r="r" b="b"/>
              <a:pathLst>
                <a:path w="502" h="496" extrusionOk="0">
                  <a:moveTo>
                    <a:pt x="250" y="0"/>
                  </a:moveTo>
                  <a:cubicBezTo>
                    <a:pt x="114" y="0"/>
                    <a:pt x="1" y="109"/>
                    <a:pt x="1" y="245"/>
                  </a:cubicBezTo>
                  <a:cubicBezTo>
                    <a:pt x="1" y="388"/>
                    <a:pt x="114" y="496"/>
                    <a:pt x="250" y="496"/>
                  </a:cubicBezTo>
                  <a:cubicBezTo>
                    <a:pt x="395" y="496"/>
                    <a:pt x="501" y="388"/>
                    <a:pt x="501" y="245"/>
                  </a:cubicBezTo>
                  <a:cubicBezTo>
                    <a:pt x="501" y="109"/>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6" name="Google Shape;10036;p14"/>
            <p:cNvSpPr/>
            <p:nvPr/>
          </p:nvSpPr>
          <p:spPr>
            <a:xfrm>
              <a:off x="2513250" y="4963325"/>
              <a:ext cx="12575" cy="12400"/>
            </a:xfrm>
            <a:custGeom>
              <a:avLst/>
              <a:gdLst/>
              <a:ahLst/>
              <a:cxnLst/>
              <a:rect l="l" t="t" r="r" b="b"/>
              <a:pathLst>
                <a:path w="503" h="496" extrusionOk="0">
                  <a:moveTo>
                    <a:pt x="252" y="0"/>
                  </a:moveTo>
                  <a:cubicBezTo>
                    <a:pt x="109" y="0"/>
                    <a:pt x="0" y="109"/>
                    <a:pt x="0" y="245"/>
                  </a:cubicBezTo>
                  <a:cubicBezTo>
                    <a:pt x="0" y="388"/>
                    <a:pt x="109"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7" name="Google Shape;10037;p14"/>
            <p:cNvSpPr/>
            <p:nvPr/>
          </p:nvSpPr>
          <p:spPr>
            <a:xfrm>
              <a:off x="2605000" y="4963325"/>
              <a:ext cx="12575" cy="12400"/>
            </a:xfrm>
            <a:custGeom>
              <a:avLst/>
              <a:gdLst/>
              <a:ahLst/>
              <a:cxnLst/>
              <a:rect l="l" t="t" r="r" b="b"/>
              <a:pathLst>
                <a:path w="503" h="496" extrusionOk="0">
                  <a:moveTo>
                    <a:pt x="252" y="0"/>
                  </a:moveTo>
                  <a:cubicBezTo>
                    <a:pt x="116" y="0"/>
                    <a:pt x="0" y="109"/>
                    <a:pt x="0" y="245"/>
                  </a:cubicBezTo>
                  <a:cubicBezTo>
                    <a:pt x="0" y="388"/>
                    <a:pt x="116" y="496"/>
                    <a:pt x="252" y="496"/>
                  </a:cubicBezTo>
                  <a:cubicBezTo>
                    <a:pt x="387" y="496"/>
                    <a:pt x="503" y="388"/>
                    <a:pt x="503" y="245"/>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8" name="Google Shape;10038;p14"/>
            <p:cNvSpPr/>
            <p:nvPr/>
          </p:nvSpPr>
          <p:spPr>
            <a:xfrm>
              <a:off x="2696950" y="4963325"/>
              <a:ext cx="12375" cy="12400"/>
            </a:xfrm>
            <a:custGeom>
              <a:avLst/>
              <a:gdLst/>
              <a:ahLst/>
              <a:cxnLst/>
              <a:rect l="l" t="t" r="r" b="b"/>
              <a:pathLst>
                <a:path w="495" h="496" extrusionOk="0">
                  <a:moveTo>
                    <a:pt x="252" y="0"/>
                  </a:moveTo>
                  <a:cubicBezTo>
                    <a:pt x="108" y="0"/>
                    <a:pt x="1" y="109"/>
                    <a:pt x="1" y="245"/>
                  </a:cubicBezTo>
                  <a:cubicBezTo>
                    <a:pt x="1" y="388"/>
                    <a:pt x="108" y="496"/>
                    <a:pt x="252" y="496"/>
                  </a:cubicBezTo>
                  <a:cubicBezTo>
                    <a:pt x="388" y="496"/>
                    <a:pt x="495" y="388"/>
                    <a:pt x="495" y="245"/>
                  </a:cubicBezTo>
                  <a:cubicBezTo>
                    <a:pt x="495"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9" name="Google Shape;10039;p14"/>
            <p:cNvSpPr/>
            <p:nvPr/>
          </p:nvSpPr>
          <p:spPr>
            <a:xfrm>
              <a:off x="2788700" y="49633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0" name="Google Shape;10040;p14"/>
            <p:cNvSpPr/>
            <p:nvPr/>
          </p:nvSpPr>
          <p:spPr>
            <a:xfrm>
              <a:off x="2880675" y="4963325"/>
              <a:ext cx="12375" cy="12400"/>
            </a:xfrm>
            <a:custGeom>
              <a:avLst/>
              <a:gdLst/>
              <a:ahLst/>
              <a:cxnLst/>
              <a:rect l="l" t="t" r="r" b="b"/>
              <a:pathLst>
                <a:path w="495" h="496" extrusionOk="0">
                  <a:moveTo>
                    <a:pt x="243" y="0"/>
                  </a:moveTo>
                  <a:cubicBezTo>
                    <a:pt x="107" y="0"/>
                    <a:pt x="0" y="109"/>
                    <a:pt x="0" y="245"/>
                  </a:cubicBezTo>
                  <a:cubicBezTo>
                    <a:pt x="0" y="388"/>
                    <a:pt x="107" y="496"/>
                    <a:pt x="243" y="496"/>
                  </a:cubicBezTo>
                  <a:cubicBezTo>
                    <a:pt x="387" y="496"/>
                    <a:pt x="494" y="388"/>
                    <a:pt x="494" y="245"/>
                  </a:cubicBezTo>
                  <a:cubicBezTo>
                    <a:pt x="494" y="109"/>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1" name="Google Shape;10041;p14"/>
            <p:cNvSpPr/>
            <p:nvPr/>
          </p:nvSpPr>
          <p:spPr>
            <a:xfrm>
              <a:off x="2972425" y="4963325"/>
              <a:ext cx="12575" cy="12400"/>
            </a:xfrm>
            <a:custGeom>
              <a:avLst/>
              <a:gdLst/>
              <a:ahLst/>
              <a:cxnLst/>
              <a:rect l="l" t="t" r="r" b="b"/>
              <a:pathLst>
                <a:path w="503" h="496" extrusionOk="0">
                  <a:moveTo>
                    <a:pt x="251" y="0"/>
                  </a:moveTo>
                  <a:cubicBezTo>
                    <a:pt x="115" y="0"/>
                    <a:pt x="0" y="109"/>
                    <a:pt x="0" y="245"/>
                  </a:cubicBezTo>
                  <a:cubicBezTo>
                    <a:pt x="0" y="388"/>
                    <a:pt x="115" y="496"/>
                    <a:pt x="251" y="496"/>
                  </a:cubicBezTo>
                  <a:cubicBezTo>
                    <a:pt x="387" y="496"/>
                    <a:pt x="503" y="388"/>
                    <a:pt x="503" y="245"/>
                  </a:cubicBezTo>
                  <a:cubicBezTo>
                    <a:pt x="503"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2" name="Google Shape;10042;p14"/>
            <p:cNvSpPr/>
            <p:nvPr/>
          </p:nvSpPr>
          <p:spPr>
            <a:xfrm>
              <a:off x="3064375" y="4963325"/>
              <a:ext cx="12375" cy="12400"/>
            </a:xfrm>
            <a:custGeom>
              <a:avLst/>
              <a:gdLst/>
              <a:ahLst/>
              <a:cxnLst/>
              <a:rect l="l" t="t" r="r" b="b"/>
              <a:pathLst>
                <a:path w="495" h="496" extrusionOk="0">
                  <a:moveTo>
                    <a:pt x="243" y="0"/>
                  </a:moveTo>
                  <a:cubicBezTo>
                    <a:pt x="107" y="0"/>
                    <a:pt x="1" y="109"/>
                    <a:pt x="1" y="245"/>
                  </a:cubicBezTo>
                  <a:cubicBezTo>
                    <a:pt x="1" y="388"/>
                    <a:pt x="107" y="496"/>
                    <a:pt x="243" y="496"/>
                  </a:cubicBezTo>
                  <a:cubicBezTo>
                    <a:pt x="388" y="496"/>
                    <a:pt x="495" y="388"/>
                    <a:pt x="495" y="245"/>
                  </a:cubicBezTo>
                  <a:cubicBezTo>
                    <a:pt x="495" y="109"/>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14"/>
            <p:cNvSpPr/>
            <p:nvPr/>
          </p:nvSpPr>
          <p:spPr>
            <a:xfrm>
              <a:off x="3156125" y="49633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4" name="Google Shape;10044;p14"/>
            <p:cNvSpPr/>
            <p:nvPr/>
          </p:nvSpPr>
          <p:spPr>
            <a:xfrm>
              <a:off x="3247875" y="4963325"/>
              <a:ext cx="12575" cy="12400"/>
            </a:xfrm>
            <a:custGeom>
              <a:avLst/>
              <a:gdLst/>
              <a:ahLst/>
              <a:cxnLst/>
              <a:rect l="l" t="t" r="r" b="b"/>
              <a:pathLst>
                <a:path w="503"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5" name="Google Shape;10045;p14"/>
            <p:cNvSpPr/>
            <p:nvPr/>
          </p:nvSpPr>
          <p:spPr>
            <a:xfrm>
              <a:off x="3339850" y="4963325"/>
              <a:ext cx="12525" cy="12400"/>
            </a:xfrm>
            <a:custGeom>
              <a:avLst/>
              <a:gdLst/>
              <a:ahLst/>
              <a:cxnLst/>
              <a:rect l="l" t="t" r="r" b="b"/>
              <a:pathLst>
                <a:path w="501" h="496" extrusionOk="0">
                  <a:moveTo>
                    <a:pt x="251" y="0"/>
                  </a:moveTo>
                  <a:cubicBezTo>
                    <a:pt x="107" y="0"/>
                    <a:pt x="0" y="109"/>
                    <a:pt x="0" y="245"/>
                  </a:cubicBezTo>
                  <a:cubicBezTo>
                    <a:pt x="0" y="388"/>
                    <a:pt x="107" y="496"/>
                    <a:pt x="251" y="496"/>
                  </a:cubicBezTo>
                  <a:cubicBezTo>
                    <a:pt x="387" y="496"/>
                    <a:pt x="501" y="388"/>
                    <a:pt x="501" y="245"/>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6" name="Google Shape;10046;p14"/>
            <p:cNvSpPr/>
            <p:nvPr/>
          </p:nvSpPr>
          <p:spPr>
            <a:xfrm>
              <a:off x="3431575" y="49633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7" name="Google Shape;10047;p14"/>
            <p:cNvSpPr/>
            <p:nvPr/>
          </p:nvSpPr>
          <p:spPr>
            <a:xfrm>
              <a:off x="3523550" y="4963325"/>
              <a:ext cx="12375" cy="12400"/>
            </a:xfrm>
            <a:custGeom>
              <a:avLst/>
              <a:gdLst/>
              <a:ahLst/>
              <a:cxnLst/>
              <a:rect l="l" t="t" r="r" b="b"/>
              <a:pathLst>
                <a:path w="495" h="496" extrusionOk="0">
                  <a:moveTo>
                    <a:pt x="250" y="0"/>
                  </a:moveTo>
                  <a:cubicBezTo>
                    <a:pt x="107" y="0"/>
                    <a:pt x="0" y="109"/>
                    <a:pt x="0" y="245"/>
                  </a:cubicBezTo>
                  <a:cubicBezTo>
                    <a:pt x="0" y="388"/>
                    <a:pt x="107" y="496"/>
                    <a:pt x="250" y="496"/>
                  </a:cubicBezTo>
                  <a:cubicBezTo>
                    <a:pt x="388" y="496"/>
                    <a:pt x="494" y="388"/>
                    <a:pt x="494" y="245"/>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8" name="Google Shape;10048;p14"/>
            <p:cNvSpPr/>
            <p:nvPr/>
          </p:nvSpPr>
          <p:spPr>
            <a:xfrm>
              <a:off x="676400" y="50551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9" name="Google Shape;10049;p14"/>
            <p:cNvSpPr/>
            <p:nvPr/>
          </p:nvSpPr>
          <p:spPr>
            <a:xfrm>
              <a:off x="768325" y="5055125"/>
              <a:ext cx="12400" cy="12525"/>
            </a:xfrm>
            <a:custGeom>
              <a:avLst/>
              <a:gdLst/>
              <a:ahLst/>
              <a:cxnLst/>
              <a:rect l="l" t="t" r="r" b="b"/>
              <a:pathLst>
                <a:path w="496" h="501" extrusionOk="0">
                  <a:moveTo>
                    <a:pt x="245" y="0"/>
                  </a:moveTo>
                  <a:cubicBezTo>
                    <a:pt x="109" y="0"/>
                    <a:pt x="0" y="114"/>
                    <a:pt x="0" y="250"/>
                  </a:cubicBezTo>
                  <a:cubicBezTo>
                    <a:pt x="0" y="387"/>
                    <a:pt x="109" y="501"/>
                    <a:pt x="245" y="501"/>
                  </a:cubicBezTo>
                  <a:cubicBezTo>
                    <a:pt x="388" y="501"/>
                    <a:pt x="496" y="387"/>
                    <a:pt x="496" y="250"/>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0" name="Google Shape;10050;p14"/>
            <p:cNvSpPr/>
            <p:nvPr/>
          </p:nvSpPr>
          <p:spPr>
            <a:xfrm>
              <a:off x="860125" y="5055125"/>
              <a:ext cx="12525" cy="12525"/>
            </a:xfrm>
            <a:custGeom>
              <a:avLst/>
              <a:gdLst/>
              <a:ahLst/>
              <a:cxnLst/>
              <a:rect l="l" t="t" r="r" b="b"/>
              <a:pathLst>
                <a:path w="501" h="501" extrusionOk="0">
                  <a:moveTo>
                    <a:pt x="251" y="0"/>
                  </a:moveTo>
                  <a:cubicBezTo>
                    <a:pt x="114" y="0"/>
                    <a:pt x="0" y="114"/>
                    <a:pt x="0" y="250"/>
                  </a:cubicBezTo>
                  <a:cubicBezTo>
                    <a:pt x="0" y="387"/>
                    <a:pt x="114" y="501"/>
                    <a:pt x="251" y="501"/>
                  </a:cubicBezTo>
                  <a:cubicBezTo>
                    <a:pt x="387" y="501"/>
                    <a:pt x="501" y="387"/>
                    <a:pt x="501" y="250"/>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1" name="Google Shape;10051;p14"/>
            <p:cNvSpPr/>
            <p:nvPr/>
          </p:nvSpPr>
          <p:spPr>
            <a:xfrm>
              <a:off x="951850" y="50551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2" name="Google Shape;10052;p14"/>
            <p:cNvSpPr/>
            <p:nvPr/>
          </p:nvSpPr>
          <p:spPr>
            <a:xfrm>
              <a:off x="1043825" y="5055125"/>
              <a:ext cx="12375" cy="12525"/>
            </a:xfrm>
            <a:custGeom>
              <a:avLst/>
              <a:gdLst/>
              <a:ahLst/>
              <a:cxnLst/>
              <a:rect l="l" t="t" r="r" b="b"/>
              <a:pathLst>
                <a:path w="495" h="501" extrusionOk="0">
                  <a:moveTo>
                    <a:pt x="250" y="0"/>
                  </a:moveTo>
                  <a:cubicBezTo>
                    <a:pt x="107" y="0"/>
                    <a:pt x="0" y="114"/>
                    <a:pt x="0" y="250"/>
                  </a:cubicBezTo>
                  <a:cubicBezTo>
                    <a:pt x="0" y="387"/>
                    <a:pt x="107" y="501"/>
                    <a:pt x="250" y="501"/>
                  </a:cubicBezTo>
                  <a:cubicBezTo>
                    <a:pt x="388" y="501"/>
                    <a:pt x="494" y="387"/>
                    <a:pt x="494" y="250"/>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3" name="Google Shape;10053;p14"/>
            <p:cNvSpPr/>
            <p:nvPr/>
          </p:nvSpPr>
          <p:spPr>
            <a:xfrm>
              <a:off x="1135575" y="5055125"/>
              <a:ext cx="12575" cy="12525"/>
            </a:xfrm>
            <a:custGeom>
              <a:avLst/>
              <a:gdLst/>
              <a:ahLst/>
              <a:cxnLst/>
              <a:rect l="l" t="t" r="r" b="b"/>
              <a:pathLst>
                <a:path w="503" h="501" extrusionOk="0">
                  <a:moveTo>
                    <a:pt x="252" y="0"/>
                  </a:moveTo>
                  <a:cubicBezTo>
                    <a:pt x="116" y="0"/>
                    <a:pt x="0" y="114"/>
                    <a:pt x="0" y="250"/>
                  </a:cubicBezTo>
                  <a:cubicBezTo>
                    <a:pt x="0" y="387"/>
                    <a:pt x="116" y="501"/>
                    <a:pt x="252" y="501"/>
                  </a:cubicBezTo>
                  <a:cubicBezTo>
                    <a:pt x="387" y="501"/>
                    <a:pt x="503" y="387"/>
                    <a:pt x="503" y="250"/>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4" name="Google Shape;10054;p14"/>
            <p:cNvSpPr/>
            <p:nvPr/>
          </p:nvSpPr>
          <p:spPr>
            <a:xfrm>
              <a:off x="1227500" y="5055125"/>
              <a:ext cx="12400" cy="12525"/>
            </a:xfrm>
            <a:custGeom>
              <a:avLst/>
              <a:gdLst/>
              <a:ahLst/>
              <a:cxnLst/>
              <a:rect l="l" t="t" r="r" b="b"/>
              <a:pathLst>
                <a:path w="496" h="501" extrusionOk="0">
                  <a:moveTo>
                    <a:pt x="251" y="0"/>
                  </a:moveTo>
                  <a:cubicBezTo>
                    <a:pt x="109" y="0"/>
                    <a:pt x="0" y="114"/>
                    <a:pt x="0" y="250"/>
                  </a:cubicBezTo>
                  <a:cubicBezTo>
                    <a:pt x="0" y="387"/>
                    <a:pt x="109" y="501"/>
                    <a:pt x="251" y="501"/>
                  </a:cubicBezTo>
                  <a:cubicBezTo>
                    <a:pt x="387" y="501"/>
                    <a:pt x="496" y="387"/>
                    <a:pt x="496" y="250"/>
                  </a:cubicBezTo>
                  <a:cubicBezTo>
                    <a:pt x="496"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5" name="Google Shape;10055;p14"/>
            <p:cNvSpPr/>
            <p:nvPr/>
          </p:nvSpPr>
          <p:spPr>
            <a:xfrm>
              <a:off x="1319275" y="5055125"/>
              <a:ext cx="12550" cy="12525"/>
            </a:xfrm>
            <a:custGeom>
              <a:avLst/>
              <a:gdLst/>
              <a:ahLst/>
              <a:cxnLst/>
              <a:rect l="l" t="t" r="r" b="b"/>
              <a:pathLst>
                <a:path w="502" h="501" extrusionOk="0">
                  <a:moveTo>
                    <a:pt x="252" y="0"/>
                  </a:moveTo>
                  <a:cubicBezTo>
                    <a:pt x="114" y="0"/>
                    <a:pt x="1" y="114"/>
                    <a:pt x="1" y="250"/>
                  </a:cubicBezTo>
                  <a:cubicBezTo>
                    <a:pt x="1" y="387"/>
                    <a:pt x="114" y="501"/>
                    <a:pt x="252" y="501"/>
                  </a:cubicBezTo>
                  <a:cubicBezTo>
                    <a:pt x="388" y="501"/>
                    <a:pt x="501" y="387"/>
                    <a:pt x="501" y="250"/>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6" name="Google Shape;10056;p14"/>
            <p:cNvSpPr/>
            <p:nvPr/>
          </p:nvSpPr>
          <p:spPr>
            <a:xfrm>
              <a:off x="1411200" y="5055125"/>
              <a:ext cx="12425" cy="12525"/>
            </a:xfrm>
            <a:custGeom>
              <a:avLst/>
              <a:gdLst/>
              <a:ahLst/>
              <a:cxnLst/>
              <a:rect l="l" t="t" r="r" b="b"/>
              <a:pathLst>
                <a:path w="497" h="501" extrusionOk="0">
                  <a:moveTo>
                    <a:pt x="245" y="0"/>
                  </a:moveTo>
                  <a:cubicBezTo>
                    <a:pt x="109" y="0"/>
                    <a:pt x="1" y="114"/>
                    <a:pt x="1" y="250"/>
                  </a:cubicBezTo>
                  <a:cubicBezTo>
                    <a:pt x="1" y="387"/>
                    <a:pt x="109" y="501"/>
                    <a:pt x="245" y="501"/>
                  </a:cubicBezTo>
                  <a:cubicBezTo>
                    <a:pt x="388" y="501"/>
                    <a:pt x="496" y="387"/>
                    <a:pt x="496" y="250"/>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7" name="Google Shape;10057;p14"/>
            <p:cNvSpPr/>
            <p:nvPr/>
          </p:nvSpPr>
          <p:spPr>
            <a:xfrm>
              <a:off x="1503000" y="5055125"/>
              <a:ext cx="12525" cy="12525"/>
            </a:xfrm>
            <a:custGeom>
              <a:avLst/>
              <a:gdLst/>
              <a:ahLst/>
              <a:cxnLst/>
              <a:rect l="l" t="t" r="r" b="b"/>
              <a:pathLst>
                <a:path w="501" h="501" extrusionOk="0">
                  <a:moveTo>
                    <a:pt x="250" y="0"/>
                  </a:moveTo>
                  <a:cubicBezTo>
                    <a:pt x="114" y="0"/>
                    <a:pt x="0" y="114"/>
                    <a:pt x="0" y="250"/>
                  </a:cubicBezTo>
                  <a:cubicBezTo>
                    <a:pt x="0" y="387"/>
                    <a:pt x="114" y="501"/>
                    <a:pt x="250" y="501"/>
                  </a:cubicBezTo>
                  <a:cubicBezTo>
                    <a:pt x="387" y="501"/>
                    <a:pt x="501" y="387"/>
                    <a:pt x="501" y="250"/>
                  </a:cubicBezTo>
                  <a:cubicBezTo>
                    <a:pt x="501" y="114"/>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8" name="Google Shape;10058;p14"/>
            <p:cNvSpPr/>
            <p:nvPr/>
          </p:nvSpPr>
          <p:spPr>
            <a:xfrm>
              <a:off x="1594750" y="5055125"/>
              <a:ext cx="12575" cy="12525"/>
            </a:xfrm>
            <a:custGeom>
              <a:avLst/>
              <a:gdLst/>
              <a:ahLst/>
              <a:cxnLst/>
              <a:rect l="l" t="t" r="r" b="b"/>
              <a:pathLst>
                <a:path w="503" h="501" extrusionOk="0">
                  <a:moveTo>
                    <a:pt x="251" y="0"/>
                  </a:moveTo>
                  <a:cubicBezTo>
                    <a:pt x="115" y="0"/>
                    <a:pt x="0" y="114"/>
                    <a:pt x="0" y="250"/>
                  </a:cubicBezTo>
                  <a:cubicBezTo>
                    <a:pt x="0" y="387"/>
                    <a:pt x="115" y="501"/>
                    <a:pt x="251" y="501"/>
                  </a:cubicBezTo>
                  <a:cubicBezTo>
                    <a:pt x="394" y="501"/>
                    <a:pt x="503" y="387"/>
                    <a:pt x="503" y="250"/>
                  </a:cubicBezTo>
                  <a:cubicBezTo>
                    <a:pt x="503" y="114"/>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9" name="Google Shape;10059;p14"/>
            <p:cNvSpPr/>
            <p:nvPr/>
          </p:nvSpPr>
          <p:spPr>
            <a:xfrm>
              <a:off x="1686650" y="50551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0" name="Google Shape;10060;p14"/>
            <p:cNvSpPr/>
            <p:nvPr/>
          </p:nvSpPr>
          <p:spPr>
            <a:xfrm>
              <a:off x="1778450" y="5055125"/>
              <a:ext cx="12550" cy="12525"/>
            </a:xfrm>
            <a:custGeom>
              <a:avLst/>
              <a:gdLst/>
              <a:ahLst/>
              <a:cxnLst/>
              <a:rect l="l" t="t" r="r" b="b"/>
              <a:pathLst>
                <a:path w="502" h="501" extrusionOk="0">
                  <a:moveTo>
                    <a:pt x="252" y="0"/>
                  </a:moveTo>
                  <a:cubicBezTo>
                    <a:pt x="114" y="0"/>
                    <a:pt x="1" y="114"/>
                    <a:pt x="1" y="250"/>
                  </a:cubicBezTo>
                  <a:cubicBezTo>
                    <a:pt x="1" y="387"/>
                    <a:pt x="114" y="501"/>
                    <a:pt x="252" y="501"/>
                  </a:cubicBezTo>
                  <a:cubicBezTo>
                    <a:pt x="388" y="501"/>
                    <a:pt x="501" y="387"/>
                    <a:pt x="501" y="250"/>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1" name="Google Shape;10061;p14"/>
            <p:cNvSpPr/>
            <p:nvPr/>
          </p:nvSpPr>
          <p:spPr>
            <a:xfrm>
              <a:off x="1870375" y="5055125"/>
              <a:ext cx="12400" cy="12525"/>
            </a:xfrm>
            <a:custGeom>
              <a:avLst/>
              <a:gdLst/>
              <a:ahLst/>
              <a:cxnLst/>
              <a:rect l="l" t="t" r="r" b="b"/>
              <a:pathLst>
                <a:path w="496" h="501" extrusionOk="0">
                  <a:moveTo>
                    <a:pt x="252" y="0"/>
                  </a:moveTo>
                  <a:cubicBezTo>
                    <a:pt x="109" y="0"/>
                    <a:pt x="0" y="114"/>
                    <a:pt x="0" y="250"/>
                  </a:cubicBezTo>
                  <a:cubicBezTo>
                    <a:pt x="0" y="387"/>
                    <a:pt x="109" y="501"/>
                    <a:pt x="252" y="501"/>
                  </a:cubicBezTo>
                  <a:cubicBezTo>
                    <a:pt x="387" y="501"/>
                    <a:pt x="496" y="387"/>
                    <a:pt x="496" y="250"/>
                  </a:cubicBezTo>
                  <a:cubicBezTo>
                    <a:pt x="496"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2" name="Google Shape;10062;p14"/>
            <p:cNvSpPr/>
            <p:nvPr/>
          </p:nvSpPr>
          <p:spPr>
            <a:xfrm>
              <a:off x="1962150" y="5055125"/>
              <a:ext cx="12550" cy="12525"/>
            </a:xfrm>
            <a:custGeom>
              <a:avLst/>
              <a:gdLst/>
              <a:ahLst/>
              <a:cxnLst/>
              <a:rect l="l" t="t" r="r" b="b"/>
              <a:pathLst>
                <a:path w="502" h="501" extrusionOk="0">
                  <a:moveTo>
                    <a:pt x="250" y="0"/>
                  </a:moveTo>
                  <a:cubicBezTo>
                    <a:pt x="114" y="0"/>
                    <a:pt x="1" y="114"/>
                    <a:pt x="1" y="250"/>
                  </a:cubicBezTo>
                  <a:cubicBezTo>
                    <a:pt x="1" y="387"/>
                    <a:pt x="114" y="501"/>
                    <a:pt x="250" y="501"/>
                  </a:cubicBezTo>
                  <a:cubicBezTo>
                    <a:pt x="388" y="501"/>
                    <a:pt x="502" y="387"/>
                    <a:pt x="502" y="250"/>
                  </a:cubicBezTo>
                  <a:cubicBezTo>
                    <a:pt x="502"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3" name="Google Shape;10063;p14"/>
            <p:cNvSpPr/>
            <p:nvPr/>
          </p:nvSpPr>
          <p:spPr>
            <a:xfrm>
              <a:off x="2054075" y="5055125"/>
              <a:ext cx="12425" cy="12525"/>
            </a:xfrm>
            <a:custGeom>
              <a:avLst/>
              <a:gdLst/>
              <a:ahLst/>
              <a:cxnLst/>
              <a:rect l="l" t="t" r="r" b="b"/>
              <a:pathLst>
                <a:path w="497" h="501" extrusionOk="0">
                  <a:moveTo>
                    <a:pt x="252" y="0"/>
                  </a:moveTo>
                  <a:cubicBezTo>
                    <a:pt x="109" y="0"/>
                    <a:pt x="1" y="114"/>
                    <a:pt x="1" y="250"/>
                  </a:cubicBezTo>
                  <a:cubicBezTo>
                    <a:pt x="1" y="387"/>
                    <a:pt x="109" y="501"/>
                    <a:pt x="252" y="501"/>
                  </a:cubicBezTo>
                  <a:cubicBezTo>
                    <a:pt x="388" y="501"/>
                    <a:pt x="496" y="387"/>
                    <a:pt x="496" y="250"/>
                  </a:cubicBezTo>
                  <a:cubicBezTo>
                    <a:pt x="496"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4" name="Google Shape;10064;p14"/>
            <p:cNvSpPr/>
            <p:nvPr/>
          </p:nvSpPr>
          <p:spPr>
            <a:xfrm>
              <a:off x="2145825" y="50551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5" name="Google Shape;10065;p14"/>
            <p:cNvSpPr/>
            <p:nvPr/>
          </p:nvSpPr>
          <p:spPr>
            <a:xfrm>
              <a:off x="2237800" y="5055125"/>
              <a:ext cx="12350" cy="12525"/>
            </a:xfrm>
            <a:custGeom>
              <a:avLst/>
              <a:gdLst/>
              <a:ahLst/>
              <a:cxnLst/>
              <a:rect l="l" t="t" r="r" b="b"/>
              <a:pathLst>
                <a:path w="494" h="501" extrusionOk="0">
                  <a:moveTo>
                    <a:pt x="244" y="0"/>
                  </a:moveTo>
                  <a:cubicBezTo>
                    <a:pt x="107" y="0"/>
                    <a:pt x="0" y="114"/>
                    <a:pt x="0" y="250"/>
                  </a:cubicBezTo>
                  <a:cubicBezTo>
                    <a:pt x="0" y="387"/>
                    <a:pt x="107" y="501"/>
                    <a:pt x="244" y="501"/>
                  </a:cubicBezTo>
                  <a:cubicBezTo>
                    <a:pt x="387" y="501"/>
                    <a:pt x="494" y="387"/>
                    <a:pt x="494" y="250"/>
                  </a:cubicBezTo>
                  <a:cubicBezTo>
                    <a:pt x="494" y="114"/>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6" name="Google Shape;10066;p14"/>
            <p:cNvSpPr/>
            <p:nvPr/>
          </p:nvSpPr>
          <p:spPr>
            <a:xfrm>
              <a:off x="2329550" y="5055125"/>
              <a:ext cx="12575" cy="12525"/>
            </a:xfrm>
            <a:custGeom>
              <a:avLst/>
              <a:gdLst/>
              <a:ahLst/>
              <a:cxnLst/>
              <a:rect l="l" t="t" r="r" b="b"/>
              <a:pathLst>
                <a:path w="503" h="501" extrusionOk="0">
                  <a:moveTo>
                    <a:pt x="251" y="0"/>
                  </a:moveTo>
                  <a:cubicBezTo>
                    <a:pt x="115" y="0"/>
                    <a:pt x="0" y="114"/>
                    <a:pt x="0" y="250"/>
                  </a:cubicBezTo>
                  <a:cubicBezTo>
                    <a:pt x="0" y="387"/>
                    <a:pt x="115" y="501"/>
                    <a:pt x="251" y="501"/>
                  </a:cubicBezTo>
                  <a:cubicBezTo>
                    <a:pt x="387" y="501"/>
                    <a:pt x="502" y="387"/>
                    <a:pt x="502" y="250"/>
                  </a:cubicBezTo>
                  <a:cubicBezTo>
                    <a:pt x="502"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7" name="Google Shape;10067;p14"/>
            <p:cNvSpPr/>
            <p:nvPr/>
          </p:nvSpPr>
          <p:spPr>
            <a:xfrm>
              <a:off x="2421325" y="5055125"/>
              <a:ext cx="12550" cy="12525"/>
            </a:xfrm>
            <a:custGeom>
              <a:avLst/>
              <a:gdLst/>
              <a:ahLst/>
              <a:cxnLst/>
              <a:rect l="l" t="t" r="r" b="b"/>
              <a:pathLst>
                <a:path w="502" h="501" extrusionOk="0">
                  <a:moveTo>
                    <a:pt x="250" y="0"/>
                  </a:moveTo>
                  <a:cubicBezTo>
                    <a:pt x="114" y="0"/>
                    <a:pt x="1" y="114"/>
                    <a:pt x="1" y="250"/>
                  </a:cubicBezTo>
                  <a:cubicBezTo>
                    <a:pt x="1" y="387"/>
                    <a:pt x="114" y="501"/>
                    <a:pt x="250" y="501"/>
                  </a:cubicBezTo>
                  <a:cubicBezTo>
                    <a:pt x="395" y="501"/>
                    <a:pt x="501" y="387"/>
                    <a:pt x="501" y="250"/>
                  </a:cubicBezTo>
                  <a:cubicBezTo>
                    <a:pt x="501" y="114"/>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14"/>
            <p:cNvSpPr/>
            <p:nvPr/>
          </p:nvSpPr>
          <p:spPr>
            <a:xfrm>
              <a:off x="2513250" y="5055125"/>
              <a:ext cx="12575" cy="12525"/>
            </a:xfrm>
            <a:custGeom>
              <a:avLst/>
              <a:gdLst/>
              <a:ahLst/>
              <a:cxnLst/>
              <a:rect l="l" t="t" r="r" b="b"/>
              <a:pathLst>
                <a:path w="503" h="501" extrusionOk="0">
                  <a:moveTo>
                    <a:pt x="252" y="0"/>
                  </a:moveTo>
                  <a:cubicBezTo>
                    <a:pt x="109" y="0"/>
                    <a:pt x="0" y="114"/>
                    <a:pt x="0" y="250"/>
                  </a:cubicBezTo>
                  <a:cubicBezTo>
                    <a:pt x="0" y="387"/>
                    <a:pt x="109"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9" name="Google Shape;10069;p14"/>
            <p:cNvSpPr/>
            <p:nvPr/>
          </p:nvSpPr>
          <p:spPr>
            <a:xfrm>
              <a:off x="2605000" y="5055125"/>
              <a:ext cx="12575" cy="12525"/>
            </a:xfrm>
            <a:custGeom>
              <a:avLst/>
              <a:gdLst/>
              <a:ahLst/>
              <a:cxnLst/>
              <a:rect l="l" t="t" r="r" b="b"/>
              <a:pathLst>
                <a:path w="503" h="501" extrusionOk="0">
                  <a:moveTo>
                    <a:pt x="252" y="0"/>
                  </a:moveTo>
                  <a:cubicBezTo>
                    <a:pt x="116" y="0"/>
                    <a:pt x="0" y="114"/>
                    <a:pt x="0" y="250"/>
                  </a:cubicBezTo>
                  <a:cubicBezTo>
                    <a:pt x="0" y="387"/>
                    <a:pt x="116" y="501"/>
                    <a:pt x="252" y="501"/>
                  </a:cubicBezTo>
                  <a:cubicBezTo>
                    <a:pt x="387" y="501"/>
                    <a:pt x="503" y="387"/>
                    <a:pt x="503" y="250"/>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0" name="Google Shape;10070;p14"/>
            <p:cNvSpPr/>
            <p:nvPr/>
          </p:nvSpPr>
          <p:spPr>
            <a:xfrm>
              <a:off x="2696950" y="5055125"/>
              <a:ext cx="12375" cy="12525"/>
            </a:xfrm>
            <a:custGeom>
              <a:avLst/>
              <a:gdLst/>
              <a:ahLst/>
              <a:cxnLst/>
              <a:rect l="l" t="t" r="r" b="b"/>
              <a:pathLst>
                <a:path w="495" h="501" extrusionOk="0">
                  <a:moveTo>
                    <a:pt x="252" y="0"/>
                  </a:moveTo>
                  <a:cubicBezTo>
                    <a:pt x="108" y="0"/>
                    <a:pt x="1" y="114"/>
                    <a:pt x="1" y="250"/>
                  </a:cubicBezTo>
                  <a:cubicBezTo>
                    <a:pt x="1" y="387"/>
                    <a:pt x="108" y="501"/>
                    <a:pt x="252" y="501"/>
                  </a:cubicBezTo>
                  <a:cubicBezTo>
                    <a:pt x="388" y="501"/>
                    <a:pt x="495" y="387"/>
                    <a:pt x="495" y="250"/>
                  </a:cubicBezTo>
                  <a:cubicBezTo>
                    <a:pt x="495"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1" name="Google Shape;10071;p14"/>
            <p:cNvSpPr/>
            <p:nvPr/>
          </p:nvSpPr>
          <p:spPr>
            <a:xfrm>
              <a:off x="2788700" y="50551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2" name="Google Shape;10072;p14"/>
            <p:cNvSpPr/>
            <p:nvPr/>
          </p:nvSpPr>
          <p:spPr>
            <a:xfrm>
              <a:off x="2880675" y="5055125"/>
              <a:ext cx="12375" cy="12525"/>
            </a:xfrm>
            <a:custGeom>
              <a:avLst/>
              <a:gdLst/>
              <a:ahLst/>
              <a:cxnLst/>
              <a:rect l="l" t="t" r="r" b="b"/>
              <a:pathLst>
                <a:path w="495" h="501" extrusionOk="0">
                  <a:moveTo>
                    <a:pt x="243" y="0"/>
                  </a:moveTo>
                  <a:cubicBezTo>
                    <a:pt x="107" y="0"/>
                    <a:pt x="0" y="114"/>
                    <a:pt x="0" y="250"/>
                  </a:cubicBezTo>
                  <a:cubicBezTo>
                    <a:pt x="0" y="387"/>
                    <a:pt x="107" y="501"/>
                    <a:pt x="243" y="501"/>
                  </a:cubicBezTo>
                  <a:cubicBezTo>
                    <a:pt x="387" y="501"/>
                    <a:pt x="494" y="387"/>
                    <a:pt x="494" y="250"/>
                  </a:cubicBezTo>
                  <a:cubicBezTo>
                    <a:pt x="494" y="114"/>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3" name="Google Shape;10073;p14"/>
            <p:cNvSpPr/>
            <p:nvPr/>
          </p:nvSpPr>
          <p:spPr>
            <a:xfrm>
              <a:off x="2972425" y="5055125"/>
              <a:ext cx="12575" cy="12525"/>
            </a:xfrm>
            <a:custGeom>
              <a:avLst/>
              <a:gdLst/>
              <a:ahLst/>
              <a:cxnLst/>
              <a:rect l="l" t="t" r="r" b="b"/>
              <a:pathLst>
                <a:path w="503" h="501" extrusionOk="0">
                  <a:moveTo>
                    <a:pt x="251" y="0"/>
                  </a:moveTo>
                  <a:cubicBezTo>
                    <a:pt x="115" y="0"/>
                    <a:pt x="0" y="114"/>
                    <a:pt x="0" y="250"/>
                  </a:cubicBezTo>
                  <a:cubicBezTo>
                    <a:pt x="0" y="387"/>
                    <a:pt x="115" y="501"/>
                    <a:pt x="251" y="501"/>
                  </a:cubicBezTo>
                  <a:cubicBezTo>
                    <a:pt x="387" y="501"/>
                    <a:pt x="503" y="387"/>
                    <a:pt x="503" y="250"/>
                  </a:cubicBezTo>
                  <a:cubicBezTo>
                    <a:pt x="503"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4" name="Google Shape;10074;p14"/>
            <p:cNvSpPr/>
            <p:nvPr/>
          </p:nvSpPr>
          <p:spPr>
            <a:xfrm>
              <a:off x="3064375" y="5055125"/>
              <a:ext cx="12375" cy="12525"/>
            </a:xfrm>
            <a:custGeom>
              <a:avLst/>
              <a:gdLst/>
              <a:ahLst/>
              <a:cxnLst/>
              <a:rect l="l" t="t" r="r" b="b"/>
              <a:pathLst>
                <a:path w="495" h="501" extrusionOk="0">
                  <a:moveTo>
                    <a:pt x="243" y="0"/>
                  </a:moveTo>
                  <a:cubicBezTo>
                    <a:pt x="107" y="0"/>
                    <a:pt x="1" y="114"/>
                    <a:pt x="1" y="250"/>
                  </a:cubicBezTo>
                  <a:cubicBezTo>
                    <a:pt x="1" y="387"/>
                    <a:pt x="107" y="501"/>
                    <a:pt x="243" y="501"/>
                  </a:cubicBezTo>
                  <a:cubicBezTo>
                    <a:pt x="388" y="501"/>
                    <a:pt x="495" y="387"/>
                    <a:pt x="495" y="250"/>
                  </a:cubicBezTo>
                  <a:cubicBezTo>
                    <a:pt x="495" y="114"/>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5" name="Google Shape;10075;p14"/>
            <p:cNvSpPr/>
            <p:nvPr/>
          </p:nvSpPr>
          <p:spPr>
            <a:xfrm>
              <a:off x="3156125" y="50551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6" name="Google Shape;10076;p14"/>
            <p:cNvSpPr/>
            <p:nvPr/>
          </p:nvSpPr>
          <p:spPr>
            <a:xfrm>
              <a:off x="3247875" y="5055125"/>
              <a:ext cx="12575" cy="12525"/>
            </a:xfrm>
            <a:custGeom>
              <a:avLst/>
              <a:gdLst/>
              <a:ahLst/>
              <a:cxnLst/>
              <a:rect l="l" t="t" r="r" b="b"/>
              <a:pathLst>
                <a:path w="503"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7" name="Google Shape;10077;p14"/>
            <p:cNvSpPr/>
            <p:nvPr/>
          </p:nvSpPr>
          <p:spPr>
            <a:xfrm>
              <a:off x="3339850" y="5055125"/>
              <a:ext cx="12525" cy="12525"/>
            </a:xfrm>
            <a:custGeom>
              <a:avLst/>
              <a:gdLst/>
              <a:ahLst/>
              <a:cxnLst/>
              <a:rect l="l" t="t" r="r" b="b"/>
              <a:pathLst>
                <a:path w="501" h="501" extrusionOk="0">
                  <a:moveTo>
                    <a:pt x="251" y="0"/>
                  </a:moveTo>
                  <a:cubicBezTo>
                    <a:pt x="107" y="0"/>
                    <a:pt x="0" y="114"/>
                    <a:pt x="0" y="250"/>
                  </a:cubicBezTo>
                  <a:cubicBezTo>
                    <a:pt x="0" y="387"/>
                    <a:pt x="107" y="501"/>
                    <a:pt x="251" y="501"/>
                  </a:cubicBezTo>
                  <a:cubicBezTo>
                    <a:pt x="387" y="501"/>
                    <a:pt x="501" y="387"/>
                    <a:pt x="501" y="250"/>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8" name="Google Shape;10078;p14"/>
            <p:cNvSpPr/>
            <p:nvPr/>
          </p:nvSpPr>
          <p:spPr>
            <a:xfrm>
              <a:off x="3431575" y="50551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9" name="Google Shape;10079;p14"/>
            <p:cNvSpPr/>
            <p:nvPr/>
          </p:nvSpPr>
          <p:spPr>
            <a:xfrm>
              <a:off x="3523550" y="5055125"/>
              <a:ext cx="12375" cy="12525"/>
            </a:xfrm>
            <a:custGeom>
              <a:avLst/>
              <a:gdLst/>
              <a:ahLst/>
              <a:cxnLst/>
              <a:rect l="l" t="t" r="r" b="b"/>
              <a:pathLst>
                <a:path w="495" h="501" extrusionOk="0">
                  <a:moveTo>
                    <a:pt x="250" y="0"/>
                  </a:moveTo>
                  <a:cubicBezTo>
                    <a:pt x="107" y="0"/>
                    <a:pt x="0" y="114"/>
                    <a:pt x="0" y="250"/>
                  </a:cubicBezTo>
                  <a:cubicBezTo>
                    <a:pt x="0" y="387"/>
                    <a:pt x="107" y="501"/>
                    <a:pt x="250" y="501"/>
                  </a:cubicBezTo>
                  <a:cubicBezTo>
                    <a:pt x="388" y="501"/>
                    <a:pt x="494" y="387"/>
                    <a:pt x="494" y="250"/>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0" name="Google Shape;10080;p14"/>
            <p:cNvSpPr/>
            <p:nvPr/>
          </p:nvSpPr>
          <p:spPr>
            <a:xfrm>
              <a:off x="676400" y="5147025"/>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1" name="Google Shape;10081;p14"/>
            <p:cNvSpPr/>
            <p:nvPr/>
          </p:nvSpPr>
          <p:spPr>
            <a:xfrm>
              <a:off x="768325" y="5147025"/>
              <a:ext cx="12400" cy="12425"/>
            </a:xfrm>
            <a:custGeom>
              <a:avLst/>
              <a:gdLst/>
              <a:ahLst/>
              <a:cxnLst/>
              <a:rect l="l" t="t" r="r" b="b"/>
              <a:pathLst>
                <a:path w="496" h="497" extrusionOk="0">
                  <a:moveTo>
                    <a:pt x="245" y="1"/>
                  </a:moveTo>
                  <a:cubicBezTo>
                    <a:pt x="109" y="1"/>
                    <a:pt x="0" y="109"/>
                    <a:pt x="0" y="245"/>
                  </a:cubicBezTo>
                  <a:cubicBezTo>
                    <a:pt x="0" y="388"/>
                    <a:pt x="109" y="496"/>
                    <a:pt x="245" y="496"/>
                  </a:cubicBezTo>
                  <a:cubicBezTo>
                    <a:pt x="388" y="496"/>
                    <a:pt x="496" y="388"/>
                    <a:pt x="496" y="245"/>
                  </a:cubicBezTo>
                  <a:cubicBezTo>
                    <a:pt x="496" y="109"/>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2" name="Google Shape;10082;p14"/>
            <p:cNvSpPr/>
            <p:nvPr/>
          </p:nvSpPr>
          <p:spPr>
            <a:xfrm>
              <a:off x="860125" y="5147025"/>
              <a:ext cx="12525" cy="12425"/>
            </a:xfrm>
            <a:custGeom>
              <a:avLst/>
              <a:gdLst/>
              <a:ahLst/>
              <a:cxnLst/>
              <a:rect l="l" t="t" r="r" b="b"/>
              <a:pathLst>
                <a:path w="501" h="497" extrusionOk="0">
                  <a:moveTo>
                    <a:pt x="251" y="1"/>
                  </a:moveTo>
                  <a:cubicBezTo>
                    <a:pt x="114" y="1"/>
                    <a:pt x="0" y="109"/>
                    <a:pt x="0" y="245"/>
                  </a:cubicBezTo>
                  <a:cubicBezTo>
                    <a:pt x="0" y="388"/>
                    <a:pt x="114" y="496"/>
                    <a:pt x="251" y="496"/>
                  </a:cubicBezTo>
                  <a:cubicBezTo>
                    <a:pt x="387" y="496"/>
                    <a:pt x="501" y="388"/>
                    <a:pt x="501" y="245"/>
                  </a:cubicBezTo>
                  <a:cubicBezTo>
                    <a:pt x="501"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3" name="Google Shape;10083;p14"/>
            <p:cNvSpPr/>
            <p:nvPr/>
          </p:nvSpPr>
          <p:spPr>
            <a:xfrm>
              <a:off x="951850" y="5147025"/>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4" name="Google Shape;10084;p14"/>
            <p:cNvSpPr/>
            <p:nvPr/>
          </p:nvSpPr>
          <p:spPr>
            <a:xfrm>
              <a:off x="1043825" y="5147025"/>
              <a:ext cx="12375" cy="12425"/>
            </a:xfrm>
            <a:custGeom>
              <a:avLst/>
              <a:gdLst/>
              <a:ahLst/>
              <a:cxnLst/>
              <a:rect l="l" t="t" r="r" b="b"/>
              <a:pathLst>
                <a:path w="495" h="497" extrusionOk="0">
                  <a:moveTo>
                    <a:pt x="250" y="1"/>
                  </a:moveTo>
                  <a:cubicBezTo>
                    <a:pt x="107" y="1"/>
                    <a:pt x="0" y="109"/>
                    <a:pt x="0" y="245"/>
                  </a:cubicBezTo>
                  <a:cubicBezTo>
                    <a:pt x="0" y="388"/>
                    <a:pt x="107" y="496"/>
                    <a:pt x="250" y="496"/>
                  </a:cubicBezTo>
                  <a:cubicBezTo>
                    <a:pt x="388" y="496"/>
                    <a:pt x="494" y="388"/>
                    <a:pt x="494" y="245"/>
                  </a:cubicBezTo>
                  <a:cubicBezTo>
                    <a:pt x="494"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5" name="Google Shape;10085;p14"/>
            <p:cNvSpPr/>
            <p:nvPr/>
          </p:nvSpPr>
          <p:spPr>
            <a:xfrm>
              <a:off x="1135575" y="5147025"/>
              <a:ext cx="12575" cy="12425"/>
            </a:xfrm>
            <a:custGeom>
              <a:avLst/>
              <a:gdLst/>
              <a:ahLst/>
              <a:cxnLst/>
              <a:rect l="l" t="t" r="r" b="b"/>
              <a:pathLst>
                <a:path w="503" h="497" extrusionOk="0">
                  <a:moveTo>
                    <a:pt x="252" y="1"/>
                  </a:moveTo>
                  <a:cubicBezTo>
                    <a:pt x="116" y="1"/>
                    <a:pt x="0" y="109"/>
                    <a:pt x="0" y="245"/>
                  </a:cubicBezTo>
                  <a:cubicBezTo>
                    <a:pt x="0" y="388"/>
                    <a:pt x="116" y="496"/>
                    <a:pt x="252" y="496"/>
                  </a:cubicBezTo>
                  <a:cubicBezTo>
                    <a:pt x="387" y="496"/>
                    <a:pt x="503" y="388"/>
                    <a:pt x="503" y="245"/>
                  </a:cubicBezTo>
                  <a:cubicBezTo>
                    <a:pt x="503"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6" name="Google Shape;10086;p14"/>
            <p:cNvSpPr/>
            <p:nvPr/>
          </p:nvSpPr>
          <p:spPr>
            <a:xfrm>
              <a:off x="1227500" y="5147025"/>
              <a:ext cx="12400" cy="12425"/>
            </a:xfrm>
            <a:custGeom>
              <a:avLst/>
              <a:gdLst/>
              <a:ahLst/>
              <a:cxnLst/>
              <a:rect l="l" t="t" r="r" b="b"/>
              <a:pathLst>
                <a:path w="496" h="497" extrusionOk="0">
                  <a:moveTo>
                    <a:pt x="251" y="1"/>
                  </a:moveTo>
                  <a:cubicBezTo>
                    <a:pt x="109" y="1"/>
                    <a:pt x="0" y="109"/>
                    <a:pt x="0" y="245"/>
                  </a:cubicBezTo>
                  <a:cubicBezTo>
                    <a:pt x="0" y="388"/>
                    <a:pt x="109" y="496"/>
                    <a:pt x="251" y="496"/>
                  </a:cubicBezTo>
                  <a:cubicBezTo>
                    <a:pt x="387" y="496"/>
                    <a:pt x="496" y="388"/>
                    <a:pt x="496" y="245"/>
                  </a:cubicBezTo>
                  <a:cubicBezTo>
                    <a:pt x="496"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7" name="Google Shape;10087;p14"/>
            <p:cNvSpPr/>
            <p:nvPr/>
          </p:nvSpPr>
          <p:spPr>
            <a:xfrm>
              <a:off x="1319275" y="5147025"/>
              <a:ext cx="12550" cy="12425"/>
            </a:xfrm>
            <a:custGeom>
              <a:avLst/>
              <a:gdLst/>
              <a:ahLst/>
              <a:cxnLst/>
              <a:rect l="l" t="t" r="r" b="b"/>
              <a:pathLst>
                <a:path w="502" h="497" extrusionOk="0">
                  <a:moveTo>
                    <a:pt x="252" y="1"/>
                  </a:moveTo>
                  <a:cubicBezTo>
                    <a:pt x="114" y="1"/>
                    <a:pt x="1" y="109"/>
                    <a:pt x="1" y="245"/>
                  </a:cubicBezTo>
                  <a:cubicBezTo>
                    <a:pt x="1" y="388"/>
                    <a:pt x="114" y="496"/>
                    <a:pt x="252" y="496"/>
                  </a:cubicBezTo>
                  <a:cubicBezTo>
                    <a:pt x="388" y="496"/>
                    <a:pt x="501" y="388"/>
                    <a:pt x="501" y="245"/>
                  </a:cubicBezTo>
                  <a:cubicBezTo>
                    <a:pt x="501"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8" name="Google Shape;10088;p14"/>
            <p:cNvSpPr/>
            <p:nvPr/>
          </p:nvSpPr>
          <p:spPr>
            <a:xfrm>
              <a:off x="1411200" y="5147025"/>
              <a:ext cx="12425" cy="12425"/>
            </a:xfrm>
            <a:custGeom>
              <a:avLst/>
              <a:gdLst/>
              <a:ahLst/>
              <a:cxnLst/>
              <a:rect l="l" t="t" r="r" b="b"/>
              <a:pathLst>
                <a:path w="497" h="497" extrusionOk="0">
                  <a:moveTo>
                    <a:pt x="245" y="1"/>
                  </a:moveTo>
                  <a:cubicBezTo>
                    <a:pt x="109" y="1"/>
                    <a:pt x="1" y="109"/>
                    <a:pt x="1" y="245"/>
                  </a:cubicBezTo>
                  <a:cubicBezTo>
                    <a:pt x="1" y="388"/>
                    <a:pt x="109" y="496"/>
                    <a:pt x="245" y="496"/>
                  </a:cubicBezTo>
                  <a:cubicBezTo>
                    <a:pt x="388" y="496"/>
                    <a:pt x="496" y="388"/>
                    <a:pt x="496" y="245"/>
                  </a:cubicBezTo>
                  <a:cubicBezTo>
                    <a:pt x="496" y="109"/>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9" name="Google Shape;10089;p14"/>
            <p:cNvSpPr/>
            <p:nvPr/>
          </p:nvSpPr>
          <p:spPr>
            <a:xfrm>
              <a:off x="1503000" y="5147025"/>
              <a:ext cx="12525" cy="12425"/>
            </a:xfrm>
            <a:custGeom>
              <a:avLst/>
              <a:gdLst/>
              <a:ahLst/>
              <a:cxnLst/>
              <a:rect l="l" t="t" r="r" b="b"/>
              <a:pathLst>
                <a:path w="501" h="497" extrusionOk="0">
                  <a:moveTo>
                    <a:pt x="250" y="1"/>
                  </a:moveTo>
                  <a:cubicBezTo>
                    <a:pt x="114" y="1"/>
                    <a:pt x="0" y="109"/>
                    <a:pt x="0" y="245"/>
                  </a:cubicBezTo>
                  <a:cubicBezTo>
                    <a:pt x="0" y="388"/>
                    <a:pt x="114" y="496"/>
                    <a:pt x="250" y="496"/>
                  </a:cubicBezTo>
                  <a:cubicBezTo>
                    <a:pt x="387" y="496"/>
                    <a:pt x="501" y="388"/>
                    <a:pt x="501" y="245"/>
                  </a:cubicBezTo>
                  <a:cubicBezTo>
                    <a:pt x="501" y="109"/>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0" name="Google Shape;10090;p14"/>
            <p:cNvSpPr/>
            <p:nvPr/>
          </p:nvSpPr>
          <p:spPr>
            <a:xfrm>
              <a:off x="1594750" y="5147025"/>
              <a:ext cx="12575" cy="12425"/>
            </a:xfrm>
            <a:custGeom>
              <a:avLst/>
              <a:gdLst/>
              <a:ahLst/>
              <a:cxnLst/>
              <a:rect l="l" t="t" r="r" b="b"/>
              <a:pathLst>
                <a:path w="503" h="497" extrusionOk="0">
                  <a:moveTo>
                    <a:pt x="251" y="1"/>
                  </a:moveTo>
                  <a:cubicBezTo>
                    <a:pt x="115" y="1"/>
                    <a:pt x="0" y="109"/>
                    <a:pt x="0" y="245"/>
                  </a:cubicBezTo>
                  <a:cubicBezTo>
                    <a:pt x="0" y="388"/>
                    <a:pt x="115" y="496"/>
                    <a:pt x="251" y="496"/>
                  </a:cubicBezTo>
                  <a:cubicBezTo>
                    <a:pt x="394" y="496"/>
                    <a:pt x="503" y="388"/>
                    <a:pt x="503" y="245"/>
                  </a:cubicBezTo>
                  <a:cubicBezTo>
                    <a:pt x="503" y="109"/>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1" name="Google Shape;10091;p14"/>
            <p:cNvSpPr/>
            <p:nvPr/>
          </p:nvSpPr>
          <p:spPr>
            <a:xfrm>
              <a:off x="1686650" y="5147025"/>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2" name="Google Shape;10092;p14"/>
            <p:cNvSpPr/>
            <p:nvPr/>
          </p:nvSpPr>
          <p:spPr>
            <a:xfrm>
              <a:off x="1778450" y="5147025"/>
              <a:ext cx="12550" cy="12425"/>
            </a:xfrm>
            <a:custGeom>
              <a:avLst/>
              <a:gdLst/>
              <a:ahLst/>
              <a:cxnLst/>
              <a:rect l="l" t="t" r="r" b="b"/>
              <a:pathLst>
                <a:path w="502" h="497" extrusionOk="0">
                  <a:moveTo>
                    <a:pt x="252" y="1"/>
                  </a:moveTo>
                  <a:cubicBezTo>
                    <a:pt x="114" y="1"/>
                    <a:pt x="1" y="109"/>
                    <a:pt x="1" y="245"/>
                  </a:cubicBezTo>
                  <a:cubicBezTo>
                    <a:pt x="1" y="388"/>
                    <a:pt x="114" y="496"/>
                    <a:pt x="252" y="496"/>
                  </a:cubicBezTo>
                  <a:cubicBezTo>
                    <a:pt x="388" y="496"/>
                    <a:pt x="501" y="388"/>
                    <a:pt x="501" y="245"/>
                  </a:cubicBezTo>
                  <a:cubicBezTo>
                    <a:pt x="501"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3" name="Google Shape;10093;p14"/>
            <p:cNvSpPr/>
            <p:nvPr/>
          </p:nvSpPr>
          <p:spPr>
            <a:xfrm>
              <a:off x="1870375" y="5147025"/>
              <a:ext cx="12400" cy="12425"/>
            </a:xfrm>
            <a:custGeom>
              <a:avLst/>
              <a:gdLst/>
              <a:ahLst/>
              <a:cxnLst/>
              <a:rect l="l" t="t" r="r" b="b"/>
              <a:pathLst>
                <a:path w="496" h="497" extrusionOk="0">
                  <a:moveTo>
                    <a:pt x="252" y="1"/>
                  </a:moveTo>
                  <a:cubicBezTo>
                    <a:pt x="109" y="1"/>
                    <a:pt x="0" y="109"/>
                    <a:pt x="0" y="245"/>
                  </a:cubicBezTo>
                  <a:cubicBezTo>
                    <a:pt x="0" y="388"/>
                    <a:pt x="109" y="496"/>
                    <a:pt x="252" y="496"/>
                  </a:cubicBezTo>
                  <a:cubicBezTo>
                    <a:pt x="387" y="496"/>
                    <a:pt x="496" y="388"/>
                    <a:pt x="496" y="245"/>
                  </a:cubicBezTo>
                  <a:cubicBezTo>
                    <a:pt x="496"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4" name="Google Shape;10094;p14"/>
            <p:cNvSpPr/>
            <p:nvPr/>
          </p:nvSpPr>
          <p:spPr>
            <a:xfrm>
              <a:off x="1962150" y="5147025"/>
              <a:ext cx="12550" cy="12425"/>
            </a:xfrm>
            <a:custGeom>
              <a:avLst/>
              <a:gdLst/>
              <a:ahLst/>
              <a:cxnLst/>
              <a:rect l="l" t="t" r="r" b="b"/>
              <a:pathLst>
                <a:path w="502" h="497" extrusionOk="0">
                  <a:moveTo>
                    <a:pt x="250" y="1"/>
                  </a:moveTo>
                  <a:cubicBezTo>
                    <a:pt x="114" y="1"/>
                    <a:pt x="1" y="109"/>
                    <a:pt x="1" y="245"/>
                  </a:cubicBezTo>
                  <a:cubicBezTo>
                    <a:pt x="1" y="388"/>
                    <a:pt x="114" y="496"/>
                    <a:pt x="250" y="496"/>
                  </a:cubicBezTo>
                  <a:cubicBezTo>
                    <a:pt x="388" y="496"/>
                    <a:pt x="502" y="388"/>
                    <a:pt x="502" y="245"/>
                  </a:cubicBezTo>
                  <a:cubicBezTo>
                    <a:pt x="502"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5" name="Google Shape;10095;p14"/>
            <p:cNvSpPr/>
            <p:nvPr/>
          </p:nvSpPr>
          <p:spPr>
            <a:xfrm>
              <a:off x="2054075" y="5147025"/>
              <a:ext cx="12425" cy="12425"/>
            </a:xfrm>
            <a:custGeom>
              <a:avLst/>
              <a:gdLst/>
              <a:ahLst/>
              <a:cxnLst/>
              <a:rect l="l" t="t" r="r" b="b"/>
              <a:pathLst>
                <a:path w="497" h="497" extrusionOk="0">
                  <a:moveTo>
                    <a:pt x="252" y="1"/>
                  </a:moveTo>
                  <a:cubicBezTo>
                    <a:pt x="109" y="1"/>
                    <a:pt x="1" y="109"/>
                    <a:pt x="1" y="245"/>
                  </a:cubicBezTo>
                  <a:cubicBezTo>
                    <a:pt x="1" y="388"/>
                    <a:pt x="109" y="496"/>
                    <a:pt x="252" y="496"/>
                  </a:cubicBezTo>
                  <a:cubicBezTo>
                    <a:pt x="388" y="496"/>
                    <a:pt x="496" y="388"/>
                    <a:pt x="496" y="245"/>
                  </a:cubicBezTo>
                  <a:cubicBezTo>
                    <a:pt x="496"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6" name="Google Shape;10096;p14"/>
            <p:cNvSpPr/>
            <p:nvPr/>
          </p:nvSpPr>
          <p:spPr>
            <a:xfrm>
              <a:off x="2145825" y="5147025"/>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7" name="Google Shape;10097;p14"/>
            <p:cNvSpPr/>
            <p:nvPr/>
          </p:nvSpPr>
          <p:spPr>
            <a:xfrm>
              <a:off x="2237800" y="5147025"/>
              <a:ext cx="12350" cy="12425"/>
            </a:xfrm>
            <a:custGeom>
              <a:avLst/>
              <a:gdLst/>
              <a:ahLst/>
              <a:cxnLst/>
              <a:rect l="l" t="t" r="r" b="b"/>
              <a:pathLst>
                <a:path w="494" h="497" extrusionOk="0">
                  <a:moveTo>
                    <a:pt x="244" y="1"/>
                  </a:moveTo>
                  <a:cubicBezTo>
                    <a:pt x="107" y="1"/>
                    <a:pt x="0" y="109"/>
                    <a:pt x="0" y="245"/>
                  </a:cubicBezTo>
                  <a:cubicBezTo>
                    <a:pt x="0" y="388"/>
                    <a:pt x="107" y="496"/>
                    <a:pt x="244" y="496"/>
                  </a:cubicBezTo>
                  <a:cubicBezTo>
                    <a:pt x="387" y="496"/>
                    <a:pt x="494" y="388"/>
                    <a:pt x="494" y="245"/>
                  </a:cubicBezTo>
                  <a:cubicBezTo>
                    <a:pt x="494" y="109"/>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8" name="Google Shape;10098;p14"/>
            <p:cNvSpPr/>
            <p:nvPr/>
          </p:nvSpPr>
          <p:spPr>
            <a:xfrm>
              <a:off x="2329550" y="5147025"/>
              <a:ext cx="12575" cy="12425"/>
            </a:xfrm>
            <a:custGeom>
              <a:avLst/>
              <a:gdLst/>
              <a:ahLst/>
              <a:cxnLst/>
              <a:rect l="l" t="t" r="r" b="b"/>
              <a:pathLst>
                <a:path w="503" h="497" extrusionOk="0">
                  <a:moveTo>
                    <a:pt x="251" y="1"/>
                  </a:moveTo>
                  <a:cubicBezTo>
                    <a:pt x="115" y="1"/>
                    <a:pt x="0" y="109"/>
                    <a:pt x="0" y="245"/>
                  </a:cubicBezTo>
                  <a:cubicBezTo>
                    <a:pt x="0" y="388"/>
                    <a:pt x="115" y="496"/>
                    <a:pt x="251" y="496"/>
                  </a:cubicBezTo>
                  <a:cubicBezTo>
                    <a:pt x="387" y="496"/>
                    <a:pt x="502" y="388"/>
                    <a:pt x="502" y="245"/>
                  </a:cubicBezTo>
                  <a:cubicBezTo>
                    <a:pt x="502"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9" name="Google Shape;10099;p14"/>
            <p:cNvSpPr/>
            <p:nvPr/>
          </p:nvSpPr>
          <p:spPr>
            <a:xfrm>
              <a:off x="2421325" y="5147025"/>
              <a:ext cx="12550" cy="12425"/>
            </a:xfrm>
            <a:custGeom>
              <a:avLst/>
              <a:gdLst/>
              <a:ahLst/>
              <a:cxnLst/>
              <a:rect l="l" t="t" r="r" b="b"/>
              <a:pathLst>
                <a:path w="502" h="497" extrusionOk="0">
                  <a:moveTo>
                    <a:pt x="250" y="1"/>
                  </a:moveTo>
                  <a:cubicBezTo>
                    <a:pt x="114" y="1"/>
                    <a:pt x="1" y="109"/>
                    <a:pt x="1" y="245"/>
                  </a:cubicBezTo>
                  <a:cubicBezTo>
                    <a:pt x="1" y="388"/>
                    <a:pt x="114" y="496"/>
                    <a:pt x="250" y="496"/>
                  </a:cubicBezTo>
                  <a:cubicBezTo>
                    <a:pt x="395" y="496"/>
                    <a:pt x="501" y="388"/>
                    <a:pt x="501" y="245"/>
                  </a:cubicBezTo>
                  <a:cubicBezTo>
                    <a:pt x="501" y="109"/>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0" name="Google Shape;10100;p14"/>
            <p:cNvSpPr/>
            <p:nvPr/>
          </p:nvSpPr>
          <p:spPr>
            <a:xfrm>
              <a:off x="2513250" y="5147025"/>
              <a:ext cx="12575" cy="12425"/>
            </a:xfrm>
            <a:custGeom>
              <a:avLst/>
              <a:gdLst/>
              <a:ahLst/>
              <a:cxnLst/>
              <a:rect l="l" t="t" r="r" b="b"/>
              <a:pathLst>
                <a:path w="503" h="497" extrusionOk="0">
                  <a:moveTo>
                    <a:pt x="252" y="1"/>
                  </a:moveTo>
                  <a:cubicBezTo>
                    <a:pt x="109" y="1"/>
                    <a:pt x="0" y="109"/>
                    <a:pt x="0" y="245"/>
                  </a:cubicBezTo>
                  <a:cubicBezTo>
                    <a:pt x="0" y="388"/>
                    <a:pt x="109"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1" name="Google Shape;10101;p14"/>
            <p:cNvSpPr/>
            <p:nvPr/>
          </p:nvSpPr>
          <p:spPr>
            <a:xfrm>
              <a:off x="2605000" y="5147025"/>
              <a:ext cx="12575" cy="12425"/>
            </a:xfrm>
            <a:custGeom>
              <a:avLst/>
              <a:gdLst/>
              <a:ahLst/>
              <a:cxnLst/>
              <a:rect l="l" t="t" r="r" b="b"/>
              <a:pathLst>
                <a:path w="503" h="497" extrusionOk="0">
                  <a:moveTo>
                    <a:pt x="252" y="1"/>
                  </a:moveTo>
                  <a:cubicBezTo>
                    <a:pt x="116" y="1"/>
                    <a:pt x="0" y="109"/>
                    <a:pt x="0" y="245"/>
                  </a:cubicBezTo>
                  <a:cubicBezTo>
                    <a:pt x="0" y="388"/>
                    <a:pt x="116" y="496"/>
                    <a:pt x="252" y="496"/>
                  </a:cubicBezTo>
                  <a:cubicBezTo>
                    <a:pt x="387" y="496"/>
                    <a:pt x="503" y="388"/>
                    <a:pt x="503" y="245"/>
                  </a:cubicBezTo>
                  <a:cubicBezTo>
                    <a:pt x="503"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2" name="Google Shape;10102;p14"/>
            <p:cNvSpPr/>
            <p:nvPr/>
          </p:nvSpPr>
          <p:spPr>
            <a:xfrm>
              <a:off x="2696950" y="5147025"/>
              <a:ext cx="12375" cy="12425"/>
            </a:xfrm>
            <a:custGeom>
              <a:avLst/>
              <a:gdLst/>
              <a:ahLst/>
              <a:cxnLst/>
              <a:rect l="l" t="t" r="r" b="b"/>
              <a:pathLst>
                <a:path w="495" h="497" extrusionOk="0">
                  <a:moveTo>
                    <a:pt x="252" y="1"/>
                  </a:moveTo>
                  <a:cubicBezTo>
                    <a:pt x="108" y="1"/>
                    <a:pt x="1" y="109"/>
                    <a:pt x="1" y="245"/>
                  </a:cubicBezTo>
                  <a:cubicBezTo>
                    <a:pt x="1" y="388"/>
                    <a:pt x="108" y="496"/>
                    <a:pt x="252" y="496"/>
                  </a:cubicBezTo>
                  <a:cubicBezTo>
                    <a:pt x="388" y="496"/>
                    <a:pt x="495" y="388"/>
                    <a:pt x="495" y="245"/>
                  </a:cubicBezTo>
                  <a:cubicBezTo>
                    <a:pt x="495"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3" name="Google Shape;10103;p14"/>
            <p:cNvSpPr/>
            <p:nvPr/>
          </p:nvSpPr>
          <p:spPr>
            <a:xfrm>
              <a:off x="2788700" y="5147025"/>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4" name="Google Shape;10104;p14"/>
            <p:cNvSpPr/>
            <p:nvPr/>
          </p:nvSpPr>
          <p:spPr>
            <a:xfrm>
              <a:off x="2880675" y="5147025"/>
              <a:ext cx="12375" cy="12425"/>
            </a:xfrm>
            <a:custGeom>
              <a:avLst/>
              <a:gdLst/>
              <a:ahLst/>
              <a:cxnLst/>
              <a:rect l="l" t="t" r="r" b="b"/>
              <a:pathLst>
                <a:path w="495" h="497" extrusionOk="0">
                  <a:moveTo>
                    <a:pt x="243" y="1"/>
                  </a:moveTo>
                  <a:cubicBezTo>
                    <a:pt x="107" y="1"/>
                    <a:pt x="0" y="109"/>
                    <a:pt x="0" y="245"/>
                  </a:cubicBezTo>
                  <a:cubicBezTo>
                    <a:pt x="0" y="388"/>
                    <a:pt x="107" y="496"/>
                    <a:pt x="243" y="496"/>
                  </a:cubicBezTo>
                  <a:cubicBezTo>
                    <a:pt x="387" y="496"/>
                    <a:pt x="494" y="388"/>
                    <a:pt x="494" y="245"/>
                  </a:cubicBezTo>
                  <a:cubicBezTo>
                    <a:pt x="494" y="109"/>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5" name="Google Shape;10105;p14"/>
            <p:cNvSpPr/>
            <p:nvPr/>
          </p:nvSpPr>
          <p:spPr>
            <a:xfrm>
              <a:off x="2972425" y="5147025"/>
              <a:ext cx="12575" cy="12425"/>
            </a:xfrm>
            <a:custGeom>
              <a:avLst/>
              <a:gdLst/>
              <a:ahLst/>
              <a:cxnLst/>
              <a:rect l="l" t="t" r="r" b="b"/>
              <a:pathLst>
                <a:path w="503" h="497" extrusionOk="0">
                  <a:moveTo>
                    <a:pt x="251" y="1"/>
                  </a:moveTo>
                  <a:cubicBezTo>
                    <a:pt x="115" y="1"/>
                    <a:pt x="0" y="109"/>
                    <a:pt x="0" y="245"/>
                  </a:cubicBezTo>
                  <a:cubicBezTo>
                    <a:pt x="0" y="388"/>
                    <a:pt x="115" y="496"/>
                    <a:pt x="251" y="496"/>
                  </a:cubicBezTo>
                  <a:cubicBezTo>
                    <a:pt x="387" y="496"/>
                    <a:pt x="503" y="388"/>
                    <a:pt x="503" y="245"/>
                  </a:cubicBezTo>
                  <a:cubicBezTo>
                    <a:pt x="503"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6" name="Google Shape;10106;p14"/>
            <p:cNvSpPr/>
            <p:nvPr/>
          </p:nvSpPr>
          <p:spPr>
            <a:xfrm>
              <a:off x="3064375" y="5147025"/>
              <a:ext cx="12375" cy="12425"/>
            </a:xfrm>
            <a:custGeom>
              <a:avLst/>
              <a:gdLst/>
              <a:ahLst/>
              <a:cxnLst/>
              <a:rect l="l" t="t" r="r" b="b"/>
              <a:pathLst>
                <a:path w="495" h="497" extrusionOk="0">
                  <a:moveTo>
                    <a:pt x="243" y="1"/>
                  </a:moveTo>
                  <a:cubicBezTo>
                    <a:pt x="107" y="1"/>
                    <a:pt x="1" y="109"/>
                    <a:pt x="1" y="245"/>
                  </a:cubicBezTo>
                  <a:cubicBezTo>
                    <a:pt x="1" y="388"/>
                    <a:pt x="107" y="496"/>
                    <a:pt x="243" y="496"/>
                  </a:cubicBezTo>
                  <a:cubicBezTo>
                    <a:pt x="388" y="496"/>
                    <a:pt x="495" y="388"/>
                    <a:pt x="495" y="245"/>
                  </a:cubicBezTo>
                  <a:cubicBezTo>
                    <a:pt x="495" y="109"/>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7" name="Google Shape;10107;p14"/>
            <p:cNvSpPr/>
            <p:nvPr/>
          </p:nvSpPr>
          <p:spPr>
            <a:xfrm>
              <a:off x="3156125" y="5147025"/>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8" name="Google Shape;10108;p14"/>
            <p:cNvSpPr/>
            <p:nvPr/>
          </p:nvSpPr>
          <p:spPr>
            <a:xfrm>
              <a:off x="3247875" y="5147025"/>
              <a:ext cx="12575" cy="12425"/>
            </a:xfrm>
            <a:custGeom>
              <a:avLst/>
              <a:gdLst/>
              <a:ahLst/>
              <a:cxnLst/>
              <a:rect l="l" t="t" r="r" b="b"/>
              <a:pathLst>
                <a:path w="503"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9" name="Google Shape;10109;p14"/>
            <p:cNvSpPr/>
            <p:nvPr/>
          </p:nvSpPr>
          <p:spPr>
            <a:xfrm>
              <a:off x="3339850" y="5147025"/>
              <a:ext cx="12525" cy="12425"/>
            </a:xfrm>
            <a:custGeom>
              <a:avLst/>
              <a:gdLst/>
              <a:ahLst/>
              <a:cxnLst/>
              <a:rect l="l" t="t" r="r" b="b"/>
              <a:pathLst>
                <a:path w="501" h="497" extrusionOk="0">
                  <a:moveTo>
                    <a:pt x="251" y="1"/>
                  </a:moveTo>
                  <a:cubicBezTo>
                    <a:pt x="107" y="1"/>
                    <a:pt x="0" y="109"/>
                    <a:pt x="0" y="245"/>
                  </a:cubicBezTo>
                  <a:cubicBezTo>
                    <a:pt x="0" y="388"/>
                    <a:pt x="107" y="496"/>
                    <a:pt x="251" y="496"/>
                  </a:cubicBezTo>
                  <a:cubicBezTo>
                    <a:pt x="387" y="496"/>
                    <a:pt x="501" y="388"/>
                    <a:pt x="501" y="245"/>
                  </a:cubicBezTo>
                  <a:cubicBezTo>
                    <a:pt x="501"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0" name="Google Shape;10110;p14"/>
            <p:cNvSpPr/>
            <p:nvPr/>
          </p:nvSpPr>
          <p:spPr>
            <a:xfrm>
              <a:off x="3431575" y="5147025"/>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1" name="Google Shape;10111;p14"/>
            <p:cNvSpPr/>
            <p:nvPr/>
          </p:nvSpPr>
          <p:spPr>
            <a:xfrm>
              <a:off x="3523550" y="5147025"/>
              <a:ext cx="12375" cy="12425"/>
            </a:xfrm>
            <a:custGeom>
              <a:avLst/>
              <a:gdLst/>
              <a:ahLst/>
              <a:cxnLst/>
              <a:rect l="l" t="t" r="r" b="b"/>
              <a:pathLst>
                <a:path w="495" h="497" extrusionOk="0">
                  <a:moveTo>
                    <a:pt x="250" y="1"/>
                  </a:moveTo>
                  <a:cubicBezTo>
                    <a:pt x="107" y="1"/>
                    <a:pt x="0" y="109"/>
                    <a:pt x="0" y="245"/>
                  </a:cubicBezTo>
                  <a:cubicBezTo>
                    <a:pt x="0" y="388"/>
                    <a:pt x="107" y="496"/>
                    <a:pt x="250" y="496"/>
                  </a:cubicBezTo>
                  <a:cubicBezTo>
                    <a:pt x="388" y="496"/>
                    <a:pt x="494" y="388"/>
                    <a:pt x="494" y="245"/>
                  </a:cubicBezTo>
                  <a:cubicBezTo>
                    <a:pt x="494"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2" name="Google Shape;10112;p14"/>
            <p:cNvSpPr/>
            <p:nvPr/>
          </p:nvSpPr>
          <p:spPr>
            <a:xfrm>
              <a:off x="676400" y="52387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3" name="Google Shape;10113;p14"/>
            <p:cNvSpPr/>
            <p:nvPr/>
          </p:nvSpPr>
          <p:spPr>
            <a:xfrm>
              <a:off x="768325" y="5238775"/>
              <a:ext cx="12400" cy="12600"/>
            </a:xfrm>
            <a:custGeom>
              <a:avLst/>
              <a:gdLst/>
              <a:ahLst/>
              <a:cxnLst/>
              <a:rect l="l" t="t" r="r" b="b"/>
              <a:pathLst>
                <a:path w="496" h="504"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4" name="Google Shape;10114;p14"/>
            <p:cNvSpPr/>
            <p:nvPr/>
          </p:nvSpPr>
          <p:spPr>
            <a:xfrm>
              <a:off x="860125" y="5238775"/>
              <a:ext cx="12525" cy="12600"/>
            </a:xfrm>
            <a:custGeom>
              <a:avLst/>
              <a:gdLst/>
              <a:ahLst/>
              <a:cxnLst/>
              <a:rect l="l" t="t" r="r" b="b"/>
              <a:pathLst>
                <a:path w="501" h="504"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5" name="Google Shape;10115;p14"/>
            <p:cNvSpPr/>
            <p:nvPr/>
          </p:nvSpPr>
          <p:spPr>
            <a:xfrm>
              <a:off x="951850" y="52387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6" name="Google Shape;10116;p14"/>
            <p:cNvSpPr/>
            <p:nvPr/>
          </p:nvSpPr>
          <p:spPr>
            <a:xfrm>
              <a:off x="1043825" y="5238775"/>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7" name="Google Shape;10117;p14"/>
            <p:cNvSpPr/>
            <p:nvPr/>
          </p:nvSpPr>
          <p:spPr>
            <a:xfrm>
              <a:off x="1135575" y="5238775"/>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8" name="Google Shape;10118;p14"/>
            <p:cNvSpPr/>
            <p:nvPr/>
          </p:nvSpPr>
          <p:spPr>
            <a:xfrm>
              <a:off x="1227500" y="5238775"/>
              <a:ext cx="12400" cy="12600"/>
            </a:xfrm>
            <a:custGeom>
              <a:avLst/>
              <a:gdLst/>
              <a:ahLst/>
              <a:cxnLst/>
              <a:rect l="l" t="t" r="r" b="b"/>
              <a:pathLst>
                <a:path w="496" h="504"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9" name="Google Shape;10119;p14"/>
            <p:cNvSpPr/>
            <p:nvPr/>
          </p:nvSpPr>
          <p:spPr>
            <a:xfrm>
              <a:off x="1319275" y="5238775"/>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0" name="Google Shape;10120;p14"/>
            <p:cNvSpPr/>
            <p:nvPr/>
          </p:nvSpPr>
          <p:spPr>
            <a:xfrm>
              <a:off x="1411200" y="5238775"/>
              <a:ext cx="12425" cy="12600"/>
            </a:xfrm>
            <a:custGeom>
              <a:avLst/>
              <a:gdLst/>
              <a:ahLst/>
              <a:cxnLst/>
              <a:rect l="l" t="t" r="r" b="b"/>
              <a:pathLst>
                <a:path w="497" h="504"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14"/>
            <p:cNvSpPr/>
            <p:nvPr/>
          </p:nvSpPr>
          <p:spPr>
            <a:xfrm>
              <a:off x="1503000" y="5238775"/>
              <a:ext cx="12525" cy="12600"/>
            </a:xfrm>
            <a:custGeom>
              <a:avLst/>
              <a:gdLst/>
              <a:ahLst/>
              <a:cxnLst/>
              <a:rect l="l" t="t" r="r" b="b"/>
              <a:pathLst>
                <a:path w="501" h="504"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2" name="Google Shape;10122;p14"/>
            <p:cNvSpPr/>
            <p:nvPr/>
          </p:nvSpPr>
          <p:spPr>
            <a:xfrm>
              <a:off x="1594750" y="5238775"/>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3" name="Google Shape;10123;p14"/>
            <p:cNvSpPr/>
            <p:nvPr/>
          </p:nvSpPr>
          <p:spPr>
            <a:xfrm>
              <a:off x="1686650" y="52387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4" name="Google Shape;10124;p14"/>
            <p:cNvSpPr/>
            <p:nvPr/>
          </p:nvSpPr>
          <p:spPr>
            <a:xfrm>
              <a:off x="1778450" y="5238775"/>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5" name="Google Shape;10125;p14"/>
            <p:cNvSpPr/>
            <p:nvPr/>
          </p:nvSpPr>
          <p:spPr>
            <a:xfrm>
              <a:off x="1870375" y="5238775"/>
              <a:ext cx="12400" cy="12600"/>
            </a:xfrm>
            <a:custGeom>
              <a:avLst/>
              <a:gdLst/>
              <a:ahLst/>
              <a:cxnLst/>
              <a:rect l="l" t="t" r="r" b="b"/>
              <a:pathLst>
                <a:path w="496" h="504"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6" name="Google Shape;10126;p14"/>
            <p:cNvSpPr/>
            <p:nvPr/>
          </p:nvSpPr>
          <p:spPr>
            <a:xfrm>
              <a:off x="1962150" y="5238775"/>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7" name="Google Shape;10127;p14"/>
            <p:cNvSpPr/>
            <p:nvPr/>
          </p:nvSpPr>
          <p:spPr>
            <a:xfrm>
              <a:off x="2054075" y="5238775"/>
              <a:ext cx="12425" cy="12600"/>
            </a:xfrm>
            <a:custGeom>
              <a:avLst/>
              <a:gdLst/>
              <a:ahLst/>
              <a:cxnLst/>
              <a:rect l="l" t="t" r="r" b="b"/>
              <a:pathLst>
                <a:path w="497" h="504"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8" name="Google Shape;10128;p14"/>
            <p:cNvSpPr/>
            <p:nvPr/>
          </p:nvSpPr>
          <p:spPr>
            <a:xfrm>
              <a:off x="2145825" y="52387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9" name="Google Shape;10129;p14"/>
            <p:cNvSpPr/>
            <p:nvPr/>
          </p:nvSpPr>
          <p:spPr>
            <a:xfrm>
              <a:off x="2237800" y="5238775"/>
              <a:ext cx="12350" cy="12600"/>
            </a:xfrm>
            <a:custGeom>
              <a:avLst/>
              <a:gdLst/>
              <a:ahLst/>
              <a:cxnLst/>
              <a:rect l="l" t="t" r="r" b="b"/>
              <a:pathLst>
                <a:path w="494" h="504"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0" name="Google Shape;10130;p14"/>
            <p:cNvSpPr/>
            <p:nvPr/>
          </p:nvSpPr>
          <p:spPr>
            <a:xfrm>
              <a:off x="2329550" y="5238775"/>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1" name="Google Shape;10131;p14"/>
            <p:cNvSpPr/>
            <p:nvPr/>
          </p:nvSpPr>
          <p:spPr>
            <a:xfrm>
              <a:off x="2421325" y="5238775"/>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2" name="Google Shape;10132;p14"/>
            <p:cNvSpPr/>
            <p:nvPr/>
          </p:nvSpPr>
          <p:spPr>
            <a:xfrm>
              <a:off x="2513250" y="5238775"/>
              <a:ext cx="12575" cy="12600"/>
            </a:xfrm>
            <a:custGeom>
              <a:avLst/>
              <a:gdLst/>
              <a:ahLst/>
              <a:cxnLst/>
              <a:rect l="l" t="t" r="r" b="b"/>
              <a:pathLst>
                <a:path w="503" h="504"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3" name="Google Shape;10133;p14"/>
            <p:cNvSpPr/>
            <p:nvPr/>
          </p:nvSpPr>
          <p:spPr>
            <a:xfrm>
              <a:off x="2605000" y="5238775"/>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14"/>
            <p:cNvSpPr/>
            <p:nvPr/>
          </p:nvSpPr>
          <p:spPr>
            <a:xfrm>
              <a:off x="2696950" y="5238775"/>
              <a:ext cx="12375" cy="12600"/>
            </a:xfrm>
            <a:custGeom>
              <a:avLst/>
              <a:gdLst/>
              <a:ahLst/>
              <a:cxnLst/>
              <a:rect l="l" t="t" r="r" b="b"/>
              <a:pathLst>
                <a:path w="495" h="504"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5" name="Google Shape;10135;p14"/>
            <p:cNvSpPr/>
            <p:nvPr/>
          </p:nvSpPr>
          <p:spPr>
            <a:xfrm>
              <a:off x="2788700" y="52387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6" name="Google Shape;10136;p14"/>
            <p:cNvSpPr/>
            <p:nvPr/>
          </p:nvSpPr>
          <p:spPr>
            <a:xfrm>
              <a:off x="2880675" y="5238775"/>
              <a:ext cx="12375" cy="12600"/>
            </a:xfrm>
            <a:custGeom>
              <a:avLst/>
              <a:gdLst/>
              <a:ahLst/>
              <a:cxnLst/>
              <a:rect l="l" t="t" r="r" b="b"/>
              <a:pathLst>
                <a:path w="495" h="504"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7" name="Google Shape;10137;p14"/>
            <p:cNvSpPr/>
            <p:nvPr/>
          </p:nvSpPr>
          <p:spPr>
            <a:xfrm>
              <a:off x="2972425" y="5238775"/>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8" name="Google Shape;10138;p14"/>
            <p:cNvSpPr/>
            <p:nvPr/>
          </p:nvSpPr>
          <p:spPr>
            <a:xfrm>
              <a:off x="3064375" y="5238775"/>
              <a:ext cx="12375" cy="12600"/>
            </a:xfrm>
            <a:custGeom>
              <a:avLst/>
              <a:gdLst/>
              <a:ahLst/>
              <a:cxnLst/>
              <a:rect l="l" t="t" r="r" b="b"/>
              <a:pathLst>
                <a:path w="495" h="504"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9" name="Google Shape;10139;p14"/>
            <p:cNvSpPr/>
            <p:nvPr/>
          </p:nvSpPr>
          <p:spPr>
            <a:xfrm>
              <a:off x="3156125" y="52387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14"/>
            <p:cNvSpPr/>
            <p:nvPr/>
          </p:nvSpPr>
          <p:spPr>
            <a:xfrm>
              <a:off x="3247875" y="5238775"/>
              <a:ext cx="12575" cy="12600"/>
            </a:xfrm>
            <a:custGeom>
              <a:avLst/>
              <a:gdLst/>
              <a:ahLst/>
              <a:cxnLst/>
              <a:rect l="l" t="t" r="r" b="b"/>
              <a:pathLst>
                <a:path w="503"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14"/>
            <p:cNvSpPr/>
            <p:nvPr/>
          </p:nvSpPr>
          <p:spPr>
            <a:xfrm>
              <a:off x="3339850" y="5238775"/>
              <a:ext cx="12525" cy="12600"/>
            </a:xfrm>
            <a:custGeom>
              <a:avLst/>
              <a:gdLst/>
              <a:ahLst/>
              <a:cxnLst/>
              <a:rect l="l" t="t" r="r" b="b"/>
              <a:pathLst>
                <a:path w="501" h="504"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14"/>
            <p:cNvSpPr/>
            <p:nvPr/>
          </p:nvSpPr>
          <p:spPr>
            <a:xfrm>
              <a:off x="3431575" y="52387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3" name="Google Shape;10143;p14"/>
            <p:cNvSpPr/>
            <p:nvPr/>
          </p:nvSpPr>
          <p:spPr>
            <a:xfrm>
              <a:off x="3523550" y="5238775"/>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4" name="Google Shape;10144;p14"/>
            <p:cNvSpPr/>
            <p:nvPr/>
          </p:nvSpPr>
          <p:spPr>
            <a:xfrm>
              <a:off x="676400" y="53305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5" name="Google Shape;10145;p14"/>
            <p:cNvSpPr/>
            <p:nvPr/>
          </p:nvSpPr>
          <p:spPr>
            <a:xfrm>
              <a:off x="768325" y="5330575"/>
              <a:ext cx="12400" cy="12550"/>
            </a:xfrm>
            <a:custGeom>
              <a:avLst/>
              <a:gdLst/>
              <a:ahLst/>
              <a:cxnLst/>
              <a:rect l="l" t="t" r="r" b="b"/>
              <a:pathLst>
                <a:path w="496" h="502" extrusionOk="0">
                  <a:moveTo>
                    <a:pt x="245" y="0"/>
                  </a:moveTo>
                  <a:cubicBezTo>
                    <a:pt x="109" y="0"/>
                    <a:pt x="0" y="114"/>
                    <a:pt x="0" y="252"/>
                  </a:cubicBezTo>
                  <a:cubicBezTo>
                    <a:pt x="0" y="388"/>
                    <a:pt x="109" y="501"/>
                    <a:pt x="245" y="501"/>
                  </a:cubicBezTo>
                  <a:cubicBezTo>
                    <a:pt x="388" y="501"/>
                    <a:pt x="496" y="388"/>
                    <a:pt x="496" y="252"/>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6" name="Google Shape;10146;p14"/>
            <p:cNvSpPr/>
            <p:nvPr/>
          </p:nvSpPr>
          <p:spPr>
            <a:xfrm>
              <a:off x="860125" y="5330575"/>
              <a:ext cx="12525" cy="12550"/>
            </a:xfrm>
            <a:custGeom>
              <a:avLst/>
              <a:gdLst/>
              <a:ahLst/>
              <a:cxnLst/>
              <a:rect l="l" t="t" r="r" b="b"/>
              <a:pathLst>
                <a:path w="501" h="502" extrusionOk="0">
                  <a:moveTo>
                    <a:pt x="251" y="0"/>
                  </a:moveTo>
                  <a:cubicBezTo>
                    <a:pt x="114" y="0"/>
                    <a:pt x="0" y="114"/>
                    <a:pt x="0" y="252"/>
                  </a:cubicBezTo>
                  <a:cubicBezTo>
                    <a:pt x="0" y="388"/>
                    <a:pt x="114" y="501"/>
                    <a:pt x="251" y="501"/>
                  </a:cubicBezTo>
                  <a:cubicBezTo>
                    <a:pt x="387" y="501"/>
                    <a:pt x="501" y="388"/>
                    <a:pt x="501" y="252"/>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7" name="Google Shape;10147;p14"/>
            <p:cNvSpPr/>
            <p:nvPr/>
          </p:nvSpPr>
          <p:spPr>
            <a:xfrm>
              <a:off x="951850" y="53305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8" name="Google Shape;10148;p14"/>
            <p:cNvSpPr/>
            <p:nvPr/>
          </p:nvSpPr>
          <p:spPr>
            <a:xfrm>
              <a:off x="1043825" y="5330575"/>
              <a:ext cx="12375" cy="12550"/>
            </a:xfrm>
            <a:custGeom>
              <a:avLst/>
              <a:gdLst/>
              <a:ahLst/>
              <a:cxnLst/>
              <a:rect l="l" t="t" r="r" b="b"/>
              <a:pathLst>
                <a:path w="495" h="502" extrusionOk="0">
                  <a:moveTo>
                    <a:pt x="250" y="0"/>
                  </a:moveTo>
                  <a:cubicBezTo>
                    <a:pt x="107" y="0"/>
                    <a:pt x="0" y="114"/>
                    <a:pt x="0" y="252"/>
                  </a:cubicBezTo>
                  <a:cubicBezTo>
                    <a:pt x="0" y="388"/>
                    <a:pt x="107" y="501"/>
                    <a:pt x="250" y="501"/>
                  </a:cubicBezTo>
                  <a:cubicBezTo>
                    <a:pt x="388" y="501"/>
                    <a:pt x="494" y="388"/>
                    <a:pt x="494" y="252"/>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9" name="Google Shape;10149;p14"/>
            <p:cNvSpPr/>
            <p:nvPr/>
          </p:nvSpPr>
          <p:spPr>
            <a:xfrm>
              <a:off x="1135575" y="5330575"/>
              <a:ext cx="12575" cy="12550"/>
            </a:xfrm>
            <a:custGeom>
              <a:avLst/>
              <a:gdLst/>
              <a:ahLst/>
              <a:cxnLst/>
              <a:rect l="l" t="t" r="r" b="b"/>
              <a:pathLst>
                <a:path w="503" h="502" extrusionOk="0">
                  <a:moveTo>
                    <a:pt x="252" y="0"/>
                  </a:moveTo>
                  <a:cubicBezTo>
                    <a:pt x="116" y="0"/>
                    <a:pt x="0" y="114"/>
                    <a:pt x="0" y="252"/>
                  </a:cubicBezTo>
                  <a:cubicBezTo>
                    <a:pt x="0" y="388"/>
                    <a:pt x="116" y="501"/>
                    <a:pt x="252" y="501"/>
                  </a:cubicBezTo>
                  <a:cubicBezTo>
                    <a:pt x="387" y="501"/>
                    <a:pt x="503" y="388"/>
                    <a:pt x="503" y="252"/>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0" name="Google Shape;10150;p14"/>
            <p:cNvSpPr/>
            <p:nvPr/>
          </p:nvSpPr>
          <p:spPr>
            <a:xfrm>
              <a:off x="1227500" y="5330575"/>
              <a:ext cx="12400" cy="12550"/>
            </a:xfrm>
            <a:custGeom>
              <a:avLst/>
              <a:gdLst/>
              <a:ahLst/>
              <a:cxnLst/>
              <a:rect l="l" t="t" r="r" b="b"/>
              <a:pathLst>
                <a:path w="496" h="502" extrusionOk="0">
                  <a:moveTo>
                    <a:pt x="251" y="0"/>
                  </a:moveTo>
                  <a:cubicBezTo>
                    <a:pt x="109" y="0"/>
                    <a:pt x="0" y="114"/>
                    <a:pt x="0" y="252"/>
                  </a:cubicBezTo>
                  <a:cubicBezTo>
                    <a:pt x="0" y="388"/>
                    <a:pt x="109" y="501"/>
                    <a:pt x="251" y="501"/>
                  </a:cubicBezTo>
                  <a:cubicBezTo>
                    <a:pt x="387" y="501"/>
                    <a:pt x="496" y="388"/>
                    <a:pt x="496" y="252"/>
                  </a:cubicBezTo>
                  <a:cubicBezTo>
                    <a:pt x="496"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1" name="Google Shape;10151;p14"/>
            <p:cNvSpPr/>
            <p:nvPr/>
          </p:nvSpPr>
          <p:spPr>
            <a:xfrm>
              <a:off x="1319275" y="5330575"/>
              <a:ext cx="12550" cy="12550"/>
            </a:xfrm>
            <a:custGeom>
              <a:avLst/>
              <a:gdLst/>
              <a:ahLst/>
              <a:cxnLst/>
              <a:rect l="l" t="t" r="r" b="b"/>
              <a:pathLst>
                <a:path w="502" h="502" extrusionOk="0">
                  <a:moveTo>
                    <a:pt x="252" y="0"/>
                  </a:moveTo>
                  <a:cubicBezTo>
                    <a:pt x="114" y="0"/>
                    <a:pt x="1" y="114"/>
                    <a:pt x="1" y="252"/>
                  </a:cubicBezTo>
                  <a:cubicBezTo>
                    <a:pt x="1" y="388"/>
                    <a:pt x="114" y="501"/>
                    <a:pt x="252" y="501"/>
                  </a:cubicBezTo>
                  <a:cubicBezTo>
                    <a:pt x="388" y="501"/>
                    <a:pt x="501" y="388"/>
                    <a:pt x="501" y="252"/>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14"/>
            <p:cNvSpPr/>
            <p:nvPr/>
          </p:nvSpPr>
          <p:spPr>
            <a:xfrm>
              <a:off x="1411200" y="5330575"/>
              <a:ext cx="12425" cy="12550"/>
            </a:xfrm>
            <a:custGeom>
              <a:avLst/>
              <a:gdLst/>
              <a:ahLst/>
              <a:cxnLst/>
              <a:rect l="l" t="t" r="r" b="b"/>
              <a:pathLst>
                <a:path w="497" h="502" extrusionOk="0">
                  <a:moveTo>
                    <a:pt x="245" y="0"/>
                  </a:moveTo>
                  <a:cubicBezTo>
                    <a:pt x="109" y="0"/>
                    <a:pt x="1" y="114"/>
                    <a:pt x="1" y="252"/>
                  </a:cubicBezTo>
                  <a:cubicBezTo>
                    <a:pt x="1" y="388"/>
                    <a:pt x="109" y="501"/>
                    <a:pt x="245" y="501"/>
                  </a:cubicBezTo>
                  <a:cubicBezTo>
                    <a:pt x="388" y="501"/>
                    <a:pt x="496" y="388"/>
                    <a:pt x="496" y="252"/>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3" name="Google Shape;10153;p14"/>
            <p:cNvSpPr/>
            <p:nvPr/>
          </p:nvSpPr>
          <p:spPr>
            <a:xfrm>
              <a:off x="1503000" y="5330575"/>
              <a:ext cx="12525" cy="12550"/>
            </a:xfrm>
            <a:custGeom>
              <a:avLst/>
              <a:gdLst/>
              <a:ahLst/>
              <a:cxnLst/>
              <a:rect l="l" t="t" r="r" b="b"/>
              <a:pathLst>
                <a:path w="501" h="502" extrusionOk="0">
                  <a:moveTo>
                    <a:pt x="250" y="0"/>
                  </a:moveTo>
                  <a:cubicBezTo>
                    <a:pt x="114" y="0"/>
                    <a:pt x="0" y="114"/>
                    <a:pt x="0" y="252"/>
                  </a:cubicBezTo>
                  <a:cubicBezTo>
                    <a:pt x="0" y="388"/>
                    <a:pt x="114" y="501"/>
                    <a:pt x="250" y="501"/>
                  </a:cubicBezTo>
                  <a:cubicBezTo>
                    <a:pt x="387" y="501"/>
                    <a:pt x="501" y="388"/>
                    <a:pt x="501" y="252"/>
                  </a:cubicBezTo>
                  <a:cubicBezTo>
                    <a:pt x="501" y="114"/>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4" name="Google Shape;10154;p14"/>
            <p:cNvSpPr/>
            <p:nvPr/>
          </p:nvSpPr>
          <p:spPr>
            <a:xfrm>
              <a:off x="1594750" y="5330575"/>
              <a:ext cx="12575" cy="12550"/>
            </a:xfrm>
            <a:custGeom>
              <a:avLst/>
              <a:gdLst/>
              <a:ahLst/>
              <a:cxnLst/>
              <a:rect l="l" t="t" r="r" b="b"/>
              <a:pathLst>
                <a:path w="503" h="502" extrusionOk="0">
                  <a:moveTo>
                    <a:pt x="251" y="0"/>
                  </a:moveTo>
                  <a:cubicBezTo>
                    <a:pt x="115" y="0"/>
                    <a:pt x="0" y="114"/>
                    <a:pt x="0" y="252"/>
                  </a:cubicBezTo>
                  <a:cubicBezTo>
                    <a:pt x="0" y="388"/>
                    <a:pt x="115" y="501"/>
                    <a:pt x="251" y="501"/>
                  </a:cubicBezTo>
                  <a:cubicBezTo>
                    <a:pt x="394" y="501"/>
                    <a:pt x="503" y="388"/>
                    <a:pt x="503" y="252"/>
                  </a:cubicBezTo>
                  <a:cubicBezTo>
                    <a:pt x="503" y="114"/>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5" name="Google Shape;10155;p14"/>
            <p:cNvSpPr/>
            <p:nvPr/>
          </p:nvSpPr>
          <p:spPr>
            <a:xfrm>
              <a:off x="1686650" y="53305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6" name="Google Shape;10156;p14"/>
            <p:cNvSpPr/>
            <p:nvPr/>
          </p:nvSpPr>
          <p:spPr>
            <a:xfrm>
              <a:off x="1778450" y="5330575"/>
              <a:ext cx="12550" cy="12550"/>
            </a:xfrm>
            <a:custGeom>
              <a:avLst/>
              <a:gdLst/>
              <a:ahLst/>
              <a:cxnLst/>
              <a:rect l="l" t="t" r="r" b="b"/>
              <a:pathLst>
                <a:path w="502" h="502" extrusionOk="0">
                  <a:moveTo>
                    <a:pt x="252" y="0"/>
                  </a:moveTo>
                  <a:cubicBezTo>
                    <a:pt x="114" y="0"/>
                    <a:pt x="1" y="114"/>
                    <a:pt x="1" y="252"/>
                  </a:cubicBezTo>
                  <a:cubicBezTo>
                    <a:pt x="1" y="388"/>
                    <a:pt x="114" y="501"/>
                    <a:pt x="252" y="501"/>
                  </a:cubicBezTo>
                  <a:cubicBezTo>
                    <a:pt x="388" y="501"/>
                    <a:pt x="501" y="388"/>
                    <a:pt x="501" y="252"/>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7" name="Google Shape;10157;p14"/>
            <p:cNvSpPr/>
            <p:nvPr/>
          </p:nvSpPr>
          <p:spPr>
            <a:xfrm>
              <a:off x="1870375" y="5330575"/>
              <a:ext cx="12400" cy="12550"/>
            </a:xfrm>
            <a:custGeom>
              <a:avLst/>
              <a:gdLst/>
              <a:ahLst/>
              <a:cxnLst/>
              <a:rect l="l" t="t" r="r" b="b"/>
              <a:pathLst>
                <a:path w="496" h="502" extrusionOk="0">
                  <a:moveTo>
                    <a:pt x="252" y="0"/>
                  </a:moveTo>
                  <a:cubicBezTo>
                    <a:pt x="109" y="0"/>
                    <a:pt x="0" y="114"/>
                    <a:pt x="0" y="252"/>
                  </a:cubicBezTo>
                  <a:cubicBezTo>
                    <a:pt x="0" y="388"/>
                    <a:pt x="109" y="501"/>
                    <a:pt x="252" y="501"/>
                  </a:cubicBezTo>
                  <a:cubicBezTo>
                    <a:pt x="387" y="501"/>
                    <a:pt x="496" y="388"/>
                    <a:pt x="496" y="252"/>
                  </a:cubicBezTo>
                  <a:cubicBezTo>
                    <a:pt x="496"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14"/>
            <p:cNvSpPr/>
            <p:nvPr/>
          </p:nvSpPr>
          <p:spPr>
            <a:xfrm>
              <a:off x="1962150" y="5330575"/>
              <a:ext cx="12550" cy="12550"/>
            </a:xfrm>
            <a:custGeom>
              <a:avLst/>
              <a:gdLst/>
              <a:ahLst/>
              <a:cxnLst/>
              <a:rect l="l" t="t" r="r" b="b"/>
              <a:pathLst>
                <a:path w="502" h="502" extrusionOk="0">
                  <a:moveTo>
                    <a:pt x="250" y="0"/>
                  </a:moveTo>
                  <a:cubicBezTo>
                    <a:pt x="114" y="0"/>
                    <a:pt x="1" y="114"/>
                    <a:pt x="1" y="252"/>
                  </a:cubicBezTo>
                  <a:cubicBezTo>
                    <a:pt x="1" y="388"/>
                    <a:pt x="114" y="501"/>
                    <a:pt x="250" y="501"/>
                  </a:cubicBezTo>
                  <a:cubicBezTo>
                    <a:pt x="388" y="501"/>
                    <a:pt x="502" y="388"/>
                    <a:pt x="502" y="252"/>
                  </a:cubicBezTo>
                  <a:cubicBezTo>
                    <a:pt x="502"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9" name="Google Shape;10159;p14"/>
            <p:cNvSpPr/>
            <p:nvPr/>
          </p:nvSpPr>
          <p:spPr>
            <a:xfrm>
              <a:off x="2054075" y="5330575"/>
              <a:ext cx="12425" cy="12550"/>
            </a:xfrm>
            <a:custGeom>
              <a:avLst/>
              <a:gdLst/>
              <a:ahLst/>
              <a:cxnLst/>
              <a:rect l="l" t="t" r="r" b="b"/>
              <a:pathLst>
                <a:path w="497" h="502" extrusionOk="0">
                  <a:moveTo>
                    <a:pt x="252" y="0"/>
                  </a:moveTo>
                  <a:cubicBezTo>
                    <a:pt x="109" y="0"/>
                    <a:pt x="1" y="114"/>
                    <a:pt x="1" y="252"/>
                  </a:cubicBezTo>
                  <a:cubicBezTo>
                    <a:pt x="1" y="388"/>
                    <a:pt x="109" y="501"/>
                    <a:pt x="252" y="501"/>
                  </a:cubicBezTo>
                  <a:cubicBezTo>
                    <a:pt x="388" y="501"/>
                    <a:pt x="496" y="388"/>
                    <a:pt x="496" y="252"/>
                  </a:cubicBezTo>
                  <a:cubicBezTo>
                    <a:pt x="496"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0" name="Google Shape;10160;p14"/>
            <p:cNvSpPr/>
            <p:nvPr/>
          </p:nvSpPr>
          <p:spPr>
            <a:xfrm>
              <a:off x="2145825" y="53305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1" name="Google Shape;10161;p14"/>
            <p:cNvSpPr/>
            <p:nvPr/>
          </p:nvSpPr>
          <p:spPr>
            <a:xfrm>
              <a:off x="2237800" y="5330575"/>
              <a:ext cx="12350" cy="12550"/>
            </a:xfrm>
            <a:custGeom>
              <a:avLst/>
              <a:gdLst/>
              <a:ahLst/>
              <a:cxnLst/>
              <a:rect l="l" t="t" r="r" b="b"/>
              <a:pathLst>
                <a:path w="494" h="502" extrusionOk="0">
                  <a:moveTo>
                    <a:pt x="244" y="0"/>
                  </a:moveTo>
                  <a:cubicBezTo>
                    <a:pt x="107" y="0"/>
                    <a:pt x="0" y="114"/>
                    <a:pt x="0" y="252"/>
                  </a:cubicBezTo>
                  <a:cubicBezTo>
                    <a:pt x="0" y="388"/>
                    <a:pt x="107" y="501"/>
                    <a:pt x="244" y="501"/>
                  </a:cubicBezTo>
                  <a:cubicBezTo>
                    <a:pt x="387" y="501"/>
                    <a:pt x="494" y="388"/>
                    <a:pt x="494" y="252"/>
                  </a:cubicBezTo>
                  <a:cubicBezTo>
                    <a:pt x="494" y="114"/>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2" name="Google Shape;10162;p14"/>
            <p:cNvSpPr/>
            <p:nvPr/>
          </p:nvSpPr>
          <p:spPr>
            <a:xfrm>
              <a:off x="2329550" y="5330575"/>
              <a:ext cx="12575" cy="12550"/>
            </a:xfrm>
            <a:custGeom>
              <a:avLst/>
              <a:gdLst/>
              <a:ahLst/>
              <a:cxnLst/>
              <a:rect l="l" t="t" r="r" b="b"/>
              <a:pathLst>
                <a:path w="503" h="502" extrusionOk="0">
                  <a:moveTo>
                    <a:pt x="251" y="0"/>
                  </a:moveTo>
                  <a:cubicBezTo>
                    <a:pt x="115" y="0"/>
                    <a:pt x="0" y="114"/>
                    <a:pt x="0" y="252"/>
                  </a:cubicBezTo>
                  <a:cubicBezTo>
                    <a:pt x="0" y="388"/>
                    <a:pt x="115" y="501"/>
                    <a:pt x="251" y="501"/>
                  </a:cubicBezTo>
                  <a:cubicBezTo>
                    <a:pt x="387" y="501"/>
                    <a:pt x="502" y="388"/>
                    <a:pt x="502" y="252"/>
                  </a:cubicBezTo>
                  <a:cubicBezTo>
                    <a:pt x="502"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3" name="Google Shape;10163;p14"/>
            <p:cNvSpPr/>
            <p:nvPr/>
          </p:nvSpPr>
          <p:spPr>
            <a:xfrm>
              <a:off x="2421325" y="5330575"/>
              <a:ext cx="12550" cy="12550"/>
            </a:xfrm>
            <a:custGeom>
              <a:avLst/>
              <a:gdLst/>
              <a:ahLst/>
              <a:cxnLst/>
              <a:rect l="l" t="t" r="r" b="b"/>
              <a:pathLst>
                <a:path w="502" h="502" extrusionOk="0">
                  <a:moveTo>
                    <a:pt x="250" y="0"/>
                  </a:moveTo>
                  <a:cubicBezTo>
                    <a:pt x="114" y="0"/>
                    <a:pt x="1" y="114"/>
                    <a:pt x="1" y="252"/>
                  </a:cubicBezTo>
                  <a:cubicBezTo>
                    <a:pt x="1" y="388"/>
                    <a:pt x="114" y="501"/>
                    <a:pt x="250" y="501"/>
                  </a:cubicBezTo>
                  <a:cubicBezTo>
                    <a:pt x="395" y="501"/>
                    <a:pt x="501" y="388"/>
                    <a:pt x="501" y="252"/>
                  </a:cubicBezTo>
                  <a:cubicBezTo>
                    <a:pt x="501" y="114"/>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4" name="Google Shape;10164;p14"/>
            <p:cNvSpPr/>
            <p:nvPr/>
          </p:nvSpPr>
          <p:spPr>
            <a:xfrm>
              <a:off x="2513250" y="5330575"/>
              <a:ext cx="12575" cy="12550"/>
            </a:xfrm>
            <a:custGeom>
              <a:avLst/>
              <a:gdLst/>
              <a:ahLst/>
              <a:cxnLst/>
              <a:rect l="l" t="t" r="r" b="b"/>
              <a:pathLst>
                <a:path w="503" h="502" extrusionOk="0">
                  <a:moveTo>
                    <a:pt x="252" y="0"/>
                  </a:moveTo>
                  <a:cubicBezTo>
                    <a:pt x="109" y="0"/>
                    <a:pt x="0" y="114"/>
                    <a:pt x="0" y="252"/>
                  </a:cubicBezTo>
                  <a:cubicBezTo>
                    <a:pt x="0" y="388"/>
                    <a:pt x="109"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5" name="Google Shape;10165;p14"/>
            <p:cNvSpPr/>
            <p:nvPr/>
          </p:nvSpPr>
          <p:spPr>
            <a:xfrm>
              <a:off x="2605000" y="5330575"/>
              <a:ext cx="12575" cy="12550"/>
            </a:xfrm>
            <a:custGeom>
              <a:avLst/>
              <a:gdLst/>
              <a:ahLst/>
              <a:cxnLst/>
              <a:rect l="l" t="t" r="r" b="b"/>
              <a:pathLst>
                <a:path w="503" h="502" extrusionOk="0">
                  <a:moveTo>
                    <a:pt x="252" y="0"/>
                  </a:moveTo>
                  <a:cubicBezTo>
                    <a:pt x="116" y="0"/>
                    <a:pt x="0" y="114"/>
                    <a:pt x="0" y="252"/>
                  </a:cubicBezTo>
                  <a:cubicBezTo>
                    <a:pt x="0" y="388"/>
                    <a:pt x="116" y="501"/>
                    <a:pt x="252" y="501"/>
                  </a:cubicBezTo>
                  <a:cubicBezTo>
                    <a:pt x="387" y="501"/>
                    <a:pt x="503" y="388"/>
                    <a:pt x="503" y="252"/>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6" name="Google Shape;10166;p14"/>
            <p:cNvSpPr/>
            <p:nvPr/>
          </p:nvSpPr>
          <p:spPr>
            <a:xfrm>
              <a:off x="2696950" y="5330575"/>
              <a:ext cx="12375" cy="12550"/>
            </a:xfrm>
            <a:custGeom>
              <a:avLst/>
              <a:gdLst/>
              <a:ahLst/>
              <a:cxnLst/>
              <a:rect l="l" t="t" r="r" b="b"/>
              <a:pathLst>
                <a:path w="495" h="502" extrusionOk="0">
                  <a:moveTo>
                    <a:pt x="252" y="0"/>
                  </a:moveTo>
                  <a:cubicBezTo>
                    <a:pt x="108" y="0"/>
                    <a:pt x="1" y="114"/>
                    <a:pt x="1" y="252"/>
                  </a:cubicBezTo>
                  <a:cubicBezTo>
                    <a:pt x="1" y="388"/>
                    <a:pt x="108" y="501"/>
                    <a:pt x="252" y="501"/>
                  </a:cubicBezTo>
                  <a:cubicBezTo>
                    <a:pt x="388" y="501"/>
                    <a:pt x="495" y="388"/>
                    <a:pt x="495" y="252"/>
                  </a:cubicBezTo>
                  <a:cubicBezTo>
                    <a:pt x="495"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7" name="Google Shape;10167;p14"/>
            <p:cNvSpPr/>
            <p:nvPr/>
          </p:nvSpPr>
          <p:spPr>
            <a:xfrm>
              <a:off x="2788700" y="53305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8" name="Google Shape;10168;p14"/>
            <p:cNvSpPr/>
            <p:nvPr/>
          </p:nvSpPr>
          <p:spPr>
            <a:xfrm>
              <a:off x="2880675" y="5330575"/>
              <a:ext cx="12375" cy="12550"/>
            </a:xfrm>
            <a:custGeom>
              <a:avLst/>
              <a:gdLst/>
              <a:ahLst/>
              <a:cxnLst/>
              <a:rect l="l" t="t" r="r" b="b"/>
              <a:pathLst>
                <a:path w="495" h="502" extrusionOk="0">
                  <a:moveTo>
                    <a:pt x="243" y="0"/>
                  </a:moveTo>
                  <a:cubicBezTo>
                    <a:pt x="107" y="0"/>
                    <a:pt x="0" y="114"/>
                    <a:pt x="0" y="252"/>
                  </a:cubicBezTo>
                  <a:cubicBezTo>
                    <a:pt x="0" y="388"/>
                    <a:pt x="107" y="501"/>
                    <a:pt x="243" y="501"/>
                  </a:cubicBezTo>
                  <a:cubicBezTo>
                    <a:pt x="387" y="501"/>
                    <a:pt x="494" y="388"/>
                    <a:pt x="494" y="252"/>
                  </a:cubicBezTo>
                  <a:cubicBezTo>
                    <a:pt x="494" y="114"/>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14"/>
            <p:cNvSpPr/>
            <p:nvPr/>
          </p:nvSpPr>
          <p:spPr>
            <a:xfrm>
              <a:off x="2972425" y="5330575"/>
              <a:ext cx="12575" cy="12550"/>
            </a:xfrm>
            <a:custGeom>
              <a:avLst/>
              <a:gdLst/>
              <a:ahLst/>
              <a:cxnLst/>
              <a:rect l="l" t="t" r="r" b="b"/>
              <a:pathLst>
                <a:path w="503" h="502" extrusionOk="0">
                  <a:moveTo>
                    <a:pt x="251" y="0"/>
                  </a:moveTo>
                  <a:cubicBezTo>
                    <a:pt x="115" y="0"/>
                    <a:pt x="0" y="114"/>
                    <a:pt x="0" y="252"/>
                  </a:cubicBezTo>
                  <a:cubicBezTo>
                    <a:pt x="0" y="388"/>
                    <a:pt x="115" y="501"/>
                    <a:pt x="251" y="501"/>
                  </a:cubicBezTo>
                  <a:cubicBezTo>
                    <a:pt x="387" y="501"/>
                    <a:pt x="503" y="388"/>
                    <a:pt x="503" y="252"/>
                  </a:cubicBezTo>
                  <a:cubicBezTo>
                    <a:pt x="503"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14"/>
            <p:cNvSpPr/>
            <p:nvPr/>
          </p:nvSpPr>
          <p:spPr>
            <a:xfrm>
              <a:off x="3064375" y="5330575"/>
              <a:ext cx="12375" cy="12550"/>
            </a:xfrm>
            <a:custGeom>
              <a:avLst/>
              <a:gdLst/>
              <a:ahLst/>
              <a:cxnLst/>
              <a:rect l="l" t="t" r="r" b="b"/>
              <a:pathLst>
                <a:path w="495" h="502" extrusionOk="0">
                  <a:moveTo>
                    <a:pt x="243" y="0"/>
                  </a:moveTo>
                  <a:cubicBezTo>
                    <a:pt x="107" y="0"/>
                    <a:pt x="1" y="114"/>
                    <a:pt x="1" y="252"/>
                  </a:cubicBezTo>
                  <a:cubicBezTo>
                    <a:pt x="1" y="388"/>
                    <a:pt x="107" y="501"/>
                    <a:pt x="243" y="501"/>
                  </a:cubicBezTo>
                  <a:cubicBezTo>
                    <a:pt x="388" y="501"/>
                    <a:pt x="495" y="388"/>
                    <a:pt x="495" y="252"/>
                  </a:cubicBezTo>
                  <a:cubicBezTo>
                    <a:pt x="495" y="114"/>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1" name="Google Shape;10171;p14"/>
            <p:cNvSpPr/>
            <p:nvPr/>
          </p:nvSpPr>
          <p:spPr>
            <a:xfrm>
              <a:off x="3156125" y="53305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2" name="Google Shape;10172;p14"/>
            <p:cNvSpPr/>
            <p:nvPr/>
          </p:nvSpPr>
          <p:spPr>
            <a:xfrm>
              <a:off x="3247875" y="5330575"/>
              <a:ext cx="12575" cy="12550"/>
            </a:xfrm>
            <a:custGeom>
              <a:avLst/>
              <a:gdLst/>
              <a:ahLst/>
              <a:cxnLst/>
              <a:rect l="l" t="t" r="r" b="b"/>
              <a:pathLst>
                <a:path w="503"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3" name="Google Shape;10173;p14"/>
            <p:cNvSpPr/>
            <p:nvPr/>
          </p:nvSpPr>
          <p:spPr>
            <a:xfrm>
              <a:off x="3339850" y="5330575"/>
              <a:ext cx="12525" cy="12550"/>
            </a:xfrm>
            <a:custGeom>
              <a:avLst/>
              <a:gdLst/>
              <a:ahLst/>
              <a:cxnLst/>
              <a:rect l="l" t="t" r="r" b="b"/>
              <a:pathLst>
                <a:path w="501" h="502" extrusionOk="0">
                  <a:moveTo>
                    <a:pt x="251" y="0"/>
                  </a:moveTo>
                  <a:cubicBezTo>
                    <a:pt x="107" y="0"/>
                    <a:pt x="0" y="114"/>
                    <a:pt x="0" y="252"/>
                  </a:cubicBezTo>
                  <a:cubicBezTo>
                    <a:pt x="0" y="388"/>
                    <a:pt x="107" y="501"/>
                    <a:pt x="251" y="501"/>
                  </a:cubicBezTo>
                  <a:cubicBezTo>
                    <a:pt x="387" y="501"/>
                    <a:pt x="501" y="388"/>
                    <a:pt x="501" y="252"/>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4" name="Google Shape;10174;p14"/>
            <p:cNvSpPr/>
            <p:nvPr/>
          </p:nvSpPr>
          <p:spPr>
            <a:xfrm>
              <a:off x="3431575" y="53305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5" name="Google Shape;10175;p14"/>
            <p:cNvSpPr/>
            <p:nvPr/>
          </p:nvSpPr>
          <p:spPr>
            <a:xfrm>
              <a:off x="3523550" y="5330575"/>
              <a:ext cx="12375" cy="12550"/>
            </a:xfrm>
            <a:custGeom>
              <a:avLst/>
              <a:gdLst/>
              <a:ahLst/>
              <a:cxnLst/>
              <a:rect l="l" t="t" r="r" b="b"/>
              <a:pathLst>
                <a:path w="495" h="502" extrusionOk="0">
                  <a:moveTo>
                    <a:pt x="250" y="0"/>
                  </a:moveTo>
                  <a:cubicBezTo>
                    <a:pt x="107" y="0"/>
                    <a:pt x="0" y="114"/>
                    <a:pt x="0" y="252"/>
                  </a:cubicBezTo>
                  <a:cubicBezTo>
                    <a:pt x="0" y="388"/>
                    <a:pt x="107" y="501"/>
                    <a:pt x="250" y="501"/>
                  </a:cubicBezTo>
                  <a:cubicBezTo>
                    <a:pt x="388" y="501"/>
                    <a:pt x="494" y="388"/>
                    <a:pt x="494" y="252"/>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6" name="Google Shape;10176;p14"/>
            <p:cNvSpPr/>
            <p:nvPr/>
          </p:nvSpPr>
          <p:spPr>
            <a:xfrm>
              <a:off x="676400" y="5422500"/>
              <a:ext cx="12600" cy="12575"/>
            </a:xfrm>
            <a:custGeom>
              <a:avLst/>
              <a:gdLst/>
              <a:ahLst/>
              <a:cxnLst/>
              <a:rect l="l" t="t" r="r" b="b"/>
              <a:pathLst>
                <a:path w="504" h="503" extrusionOk="0">
                  <a:moveTo>
                    <a:pt x="252" y="0"/>
                  </a:moveTo>
                  <a:cubicBezTo>
                    <a:pt x="116" y="0"/>
                    <a:pt x="1" y="109"/>
                    <a:pt x="1" y="251"/>
                  </a:cubicBezTo>
                  <a:cubicBezTo>
                    <a:pt x="1" y="387"/>
                    <a:pt x="116" y="503"/>
                    <a:pt x="252" y="503"/>
                  </a:cubicBezTo>
                  <a:cubicBezTo>
                    <a:pt x="388" y="503"/>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7" name="Google Shape;10177;p14"/>
            <p:cNvSpPr/>
            <p:nvPr/>
          </p:nvSpPr>
          <p:spPr>
            <a:xfrm>
              <a:off x="768325" y="5422500"/>
              <a:ext cx="12400" cy="12575"/>
            </a:xfrm>
            <a:custGeom>
              <a:avLst/>
              <a:gdLst/>
              <a:ahLst/>
              <a:cxnLst/>
              <a:rect l="l" t="t" r="r" b="b"/>
              <a:pathLst>
                <a:path w="496" h="503" extrusionOk="0">
                  <a:moveTo>
                    <a:pt x="245" y="0"/>
                  </a:moveTo>
                  <a:cubicBezTo>
                    <a:pt x="109" y="0"/>
                    <a:pt x="0" y="109"/>
                    <a:pt x="0" y="251"/>
                  </a:cubicBezTo>
                  <a:cubicBezTo>
                    <a:pt x="0" y="387"/>
                    <a:pt x="109" y="503"/>
                    <a:pt x="245" y="503"/>
                  </a:cubicBezTo>
                  <a:cubicBezTo>
                    <a:pt x="388" y="503"/>
                    <a:pt x="496" y="387"/>
                    <a:pt x="496" y="251"/>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8" name="Google Shape;10178;p14"/>
            <p:cNvSpPr/>
            <p:nvPr/>
          </p:nvSpPr>
          <p:spPr>
            <a:xfrm>
              <a:off x="860125" y="5422500"/>
              <a:ext cx="12525" cy="12575"/>
            </a:xfrm>
            <a:custGeom>
              <a:avLst/>
              <a:gdLst/>
              <a:ahLst/>
              <a:cxnLst/>
              <a:rect l="l" t="t" r="r" b="b"/>
              <a:pathLst>
                <a:path w="501" h="503" extrusionOk="0">
                  <a:moveTo>
                    <a:pt x="251" y="0"/>
                  </a:moveTo>
                  <a:cubicBezTo>
                    <a:pt x="114" y="0"/>
                    <a:pt x="0" y="109"/>
                    <a:pt x="0" y="251"/>
                  </a:cubicBezTo>
                  <a:cubicBezTo>
                    <a:pt x="0" y="387"/>
                    <a:pt x="114" y="503"/>
                    <a:pt x="251" y="503"/>
                  </a:cubicBezTo>
                  <a:cubicBezTo>
                    <a:pt x="387" y="503"/>
                    <a:pt x="501" y="387"/>
                    <a:pt x="501" y="251"/>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14"/>
            <p:cNvSpPr/>
            <p:nvPr/>
          </p:nvSpPr>
          <p:spPr>
            <a:xfrm>
              <a:off x="951850" y="5422500"/>
              <a:ext cx="12600" cy="12575"/>
            </a:xfrm>
            <a:custGeom>
              <a:avLst/>
              <a:gdLst/>
              <a:ahLst/>
              <a:cxnLst/>
              <a:rect l="l" t="t" r="r" b="b"/>
              <a:pathLst>
                <a:path w="504" h="503" extrusionOk="0">
                  <a:moveTo>
                    <a:pt x="252" y="0"/>
                  </a:moveTo>
                  <a:cubicBezTo>
                    <a:pt x="116" y="0"/>
                    <a:pt x="1" y="109"/>
                    <a:pt x="1" y="251"/>
                  </a:cubicBezTo>
                  <a:cubicBezTo>
                    <a:pt x="1" y="387"/>
                    <a:pt x="116" y="503"/>
                    <a:pt x="252" y="503"/>
                  </a:cubicBezTo>
                  <a:cubicBezTo>
                    <a:pt x="388" y="503"/>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0" name="Google Shape;10180;p14"/>
            <p:cNvSpPr/>
            <p:nvPr/>
          </p:nvSpPr>
          <p:spPr>
            <a:xfrm>
              <a:off x="1043825" y="5422500"/>
              <a:ext cx="12375" cy="12575"/>
            </a:xfrm>
            <a:custGeom>
              <a:avLst/>
              <a:gdLst/>
              <a:ahLst/>
              <a:cxnLst/>
              <a:rect l="l" t="t" r="r" b="b"/>
              <a:pathLst>
                <a:path w="495" h="503" extrusionOk="0">
                  <a:moveTo>
                    <a:pt x="250" y="0"/>
                  </a:moveTo>
                  <a:cubicBezTo>
                    <a:pt x="107" y="0"/>
                    <a:pt x="0" y="109"/>
                    <a:pt x="0" y="251"/>
                  </a:cubicBezTo>
                  <a:cubicBezTo>
                    <a:pt x="0" y="387"/>
                    <a:pt x="107" y="503"/>
                    <a:pt x="250" y="503"/>
                  </a:cubicBezTo>
                  <a:cubicBezTo>
                    <a:pt x="388" y="503"/>
                    <a:pt x="494" y="387"/>
                    <a:pt x="494" y="251"/>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1" name="Google Shape;10181;p14"/>
            <p:cNvSpPr/>
            <p:nvPr/>
          </p:nvSpPr>
          <p:spPr>
            <a:xfrm>
              <a:off x="1135575" y="5422500"/>
              <a:ext cx="12575" cy="12575"/>
            </a:xfrm>
            <a:custGeom>
              <a:avLst/>
              <a:gdLst/>
              <a:ahLst/>
              <a:cxnLst/>
              <a:rect l="l" t="t" r="r" b="b"/>
              <a:pathLst>
                <a:path w="503" h="503" extrusionOk="0">
                  <a:moveTo>
                    <a:pt x="252" y="0"/>
                  </a:moveTo>
                  <a:cubicBezTo>
                    <a:pt x="116" y="0"/>
                    <a:pt x="0" y="109"/>
                    <a:pt x="0" y="251"/>
                  </a:cubicBezTo>
                  <a:cubicBezTo>
                    <a:pt x="0" y="387"/>
                    <a:pt x="116" y="503"/>
                    <a:pt x="252" y="503"/>
                  </a:cubicBezTo>
                  <a:cubicBezTo>
                    <a:pt x="387" y="503"/>
                    <a:pt x="503" y="387"/>
                    <a:pt x="503" y="251"/>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14"/>
            <p:cNvSpPr/>
            <p:nvPr/>
          </p:nvSpPr>
          <p:spPr>
            <a:xfrm>
              <a:off x="1227500" y="5422500"/>
              <a:ext cx="12400" cy="12575"/>
            </a:xfrm>
            <a:custGeom>
              <a:avLst/>
              <a:gdLst/>
              <a:ahLst/>
              <a:cxnLst/>
              <a:rect l="l" t="t" r="r" b="b"/>
              <a:pathLst>
                <a:path w="496" h="503" extrusionOk="0">
                  <a:moveTo>
                    <a:pt x="251" y="0"/>
                  </a:moveTo>
                  <a:cubicBezTo>
                    <a:pt x="109" y="0"/>
                    <a:pt x="0" y="109"/>
                    <a:pt x="0" y="251"/>
                  </a:cubicBezTo>
                  <a:cubicBezTo>
                    <a:pt x="0" y="387"/>
                    <a:pt x="109" y="503"/>
                    <a:pt x="251" y="503"/>
                  </a:cubicBezTo>
                  <a:cubicBezTo>
                    <a:pt x="387" y="503"/>
                    <a:pt x="496" y="387"/>
                    <a:pt x="496" y="251"/>
                  </a:cubicBezTo>
                  <a:cubicBezTo>
                    <a:pt x="496"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3" name="Google Shape;10183;p14"/>
            <p:cNvSpPr/>
            <p:nvPr/>
          </p:nvSpPr>
          <p:spPr>
            <a:xfrm>
              <a:off x="1319275" y="5422500"/>
              <a:ext cx="12550" cy="12575"/>
            </a:xfrm>
            <a:custGeom>
              <a:avLst/>
              <a:gdLst/>
              <a:ahLst/>
              <a:cxnLst/>
              <a:rect l="l" t="t" r="r" b="b"/>
              <a:pathLst>
                <a:path w="502" h="503" extrusionOk="0">
                  <a:moveTo>
                    <a:pt x="252" y="0"/>
                  </a:moveTo>
                  <a:cubicBezTo>
                    <a:pt x="114" y="0"/>
                    <a:pt x="1" y="109"/>
                    <a:pt x="1" y="251"/>
                  </a:cubicBezTo>
                  <a:cubicBezTo>
                    <a:pt x="1" y="387"/>
                    <a:pt x="114" y="503"/>
                    <a:pt x="252" y="503"/>
                  </a:cubicBezTo>
                  <a:cubicBezTo>
                    <a:pt x="388" y="503"/>
                    <a:pt x="501" y="387"/>
                    <a:pt x="501" y="251"/>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4" name="Google Shape;10184;p14"/>
            <p:cNvSpPr/>
            <p:nvPr/>
          </p:nvSpPr>
          <p:spPr>
            <a:xfrm>
              <a:off x="1411200" y="5422500"/>
              <a:ext cx="12425" cy="12575"/>
            </a:xfrm>
            <a:custGeom>
              <a:avLst/>
              <a:gdLst/>
              <a:ahLst/>
              <a:cxnLst/>
              <a:rect l="l" t="t" r="r" b="b"/>
              <a:pathLst>
                <a:path w="497" h="503" extrusionOk="0">
                  <a:moveTo>
                    <a:pt x="245" y="0"/>
                  </a:moveTo>
                  <a:cubicBezTo>
                    <a:pt x="109" y="0"/>
                    <a:pt x="1" y="109"/>
                    <a:pt x="1" y="251"/>
                  </a:cubicBezTo>
                  <a:cubicBezTo>
                    <a:pt x="1" y="387"/>
                    <a:pt x="109" y="503"/>
                    <a:pt x="245" y="503"/>
                  </a:cubicBezTo>
                  <a:cubicBezTo>
                    <a:pt x="388" y="503"/>
                    <a:pt x="496" y="387"/>
                    <a:pt x="496" y="251"/>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5" name="Google Shape;10185;p14"/>
            <p:cNvSpPr/>
            <p:nvPr/>
          </p:nvSpPr>
          <p:spPr>
            <a:xfrm>
              <a:off x="1503000" y="5422500"/>
              <a:ext cx="12525" cy="12575"/>
            </a:xfrm>
            <a:custGeom>
              <a:avLst/>
              <a:gdLst/>
              <a:ahLst/>
              <a:cxnLst/>
              <a:rect l="l" t="t" r="r" b="b"/>
              <a:pathLst>
                <a:path w="501" h="503" extrusionOk="0">
                  <a:moveTo>
                    <a:pt x="250" y="0"/>
                  </a:moveTo>
                  <a:cubicBezTo>
                    <a:pt x="114" y="0"/>
                    <a:pt x="0" y="109"/>
                    <a:pt x="0" y="251"/>
                  </a:cubicBezTo>
                  <a:cubicBezTo>
                    <a:pt x="0" y="387"/>
                    <a:pt x="114" y="503"/>
                    <a:pt x="250" y="503"/>
                  </a:cubicBezTo>
                  <a:cubicBezTo>
                    <a:pt x="387" y="503"/>
                    <a:pt x="501" y="387"/>
                    <a:pt x="501" y="251"/>
                  </a:cubicBezTo>
                  <a:cubicBezTo>
                    <a:pt x="501" y="109"/>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6" name="Google Shape;10186;p14"/>
            <p:cNvSpPr/>
            <p:nvPr/>
          </p:nvSpPr>
          <p:spPr>
            <a:xfrm>
              <a:off x="1594750" y="5422500"/>
              <a:ext cx="12575" cy="12575"/>
            </a:xfrm>
            <a:custGeom>
              <a:avLst/>
              <a:gdLst/>
              <a:ahLst/>
              <a:cxnLst/>
              <a:rect l="l" t="t" r="r" b="b"/>
              <a:pathLst>
                <a:path w="503" h="503" extrusionOk="0">
                  <a:moveTo>
                    <a:pt x="251" y="0"/>
                  </a:moveTo>
                  <a:cubicBezTo>
                    <a:pt x="115" y="0"/>
                    <a:pt x="0" y="109"/>
                    <a:pt x="0" y="251"/>
                  </a:cubicBezTo>
                  <a:cubicBezTo>
                    <a:pt x="0" y="387"/>
                    <a:pt x="115" y="503"/>
                    <a:pt x="251" y="503"/>
                  </a:cubicBezTo>
                  <a:cubicBezTo>
                    <a:pt x="394" y="503"/>
                    <a:pt x="503" y="387"/>
                    <a:pt x="503" y="251"/>
                  </a:cubicBezTo>
                  <a:cubicBezTo>
                    <a:pt x="503" y="109"/>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14"/>
            <p:cNvSpPr/>
            <p:nvPr/>
          </p:nvSpPr>
          <p:spPr>
            <a:xfrm>
              <a:off x="1686650" y="5422500"/>
              <a:ext cx="12600" cy="12575"/>
            </a:xfrm>
            <a:custGeom>
              <a:avLst/>
              <a:gdLst/>
              <a:ahLst/>
              <a:cxnLst/>
              <a:rect l="l" t="t" r="r" b="b"/>
              <a:pathLst>
                <a:path w="504" h="503" extrusionOk="0">
                  <a:moveTo>
                    <a:pt x="252" y="0"/>
                  </a:moveTo>
                  <a:cubicBezTo>
                    <a:pt x="116" y="0"/>
                    <a:pt x="1" y="109"/>
                    <a:pt x="1" y="251"/>
                  </a:cubicBezTo>
                  <a:cubicBezTo>
                    <a:pt x="1" y="387"/>
                    <a:pt x="116" y="503"/>
                    <a:pt x="252" y="503"/>
                  </a:cubicBezTo>
                  <a:cubicBezTo>
                    <a:pt x="388" y="503"/>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8" name="Google Shape;10188;p14"/>
            <p:cNvSpPr/>
            <p:nvPr/>
          </p:nvSpPr>
          <p:spPr>
            <a:xfrm>
              <a:off x="1778450" y="5422500"/>
              <a:ext cx="12550" cy="12575"/>
            </a:xfrm>
            <a:custGeom>
              <a:avLst/>
              <a:gdLst/>
              <a:ahLst/>
              <a:cxnLst/>
              <a:rect l="l" t="t" r="r" b="b"/>
              <a:pathLst>
                <a:path w="502" h="503" extrusionOk="0">
                  <a:moveTo>
                    <a:pt x="252" y="0"/>
                  </a:moveTo>
                  <a:cubicBezTo>
                    <a:pt x="114" y="0"/>
                    <a:pt x="1" y="109"/>
                    <a:pt x="1" y="251"/>
                  </a:cubicBezTo>
                  <a:cubicBezTo>
                    <a:pt x="1" y="387"/>
                    <a:pt x="114" y="503"/>
                    <a:pt x="252" y="503"/>
                  </a:cubicBezTo>
                  <a:cubicBezTo>
                    <a:pt x="388" y="503"/>
                    <a:pt x="501" y="387"/>
                    <a:pt x="501" y="251"/>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9" name="Google Shape;10189;p14"/>
            <p:cNvSpPr/>
            <p:nvPr/>
          </p:nvSpPr>
          <p:spPr>
            <a:xfrm>
              <a:off x="1870375" y="5422500"/>
              <a:ext cx="12400" cy="12575"/>
            </a:xfrm>
            <a:custGeom>
              <a:avLst/>
              <a:gdLst/>
              <a:ahLst/>
              <a:cxnLst/>
              <a:rect l="l" t="t" r="r" b="b"/>
              <a:pathLst>
                <a:path w="496" h="503" extrusionOk="0">
                  <a:moveTo>
                    <a:pt x="252" y="0"/>
                  </a:moveTo>
                  <a:cubicBezTo>
                    <a:pt x="109" y="0"/>
                    <a:pt x="0" y="109"/>
                    <a:pt x="0" y="251"/>
                  </a:cubicBezTo>
                  <a:cubicBezTo>
                    <a:pt x="0" y="387"/>
                    <a:pt x="109" y="503"/>
                    <a:pt x="252" y="503"/>
                  </a:cubicBezTo>
                  <a:cubicBezTo>
                    <a:pt x="387" y="503"/>
                    <a:pt x="496" y="387"/>
                    <a:pt x="496" y="251"/>
                  </a:cubicBezTo>
                  <a:cubicBezTo>
                    <a:pt x="496"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0" name="Google Shape;10190;p14"/>
            <p:cNvSpPr/>
            <p:nvPr/>
          </p:nvSpPr>
          <p:spPr>
            <a:xfrm>
              <a:off x="1962150" y="5422500"/>
              <a:ext cx="12550" cy="12575"/>
            </a:xfrm>
            <a:custGeom>
              <a:avLst/>
              <a:gdLst/>
              <a:ahLst/>
              <a:cxnLst/>
              <a:rect l="l" t="t" r="r" b="b"/>
              <a:pathLst>
                <a:path w="502" h="503" extrusionOk="0">
                  <a:moveTo>
                    <a:pt x="250" y="0"/>
                  </a:moveTo>
                  <a:cubicBezTo>
                    <a:pt x="114" y="0"/>
                    <a:pt x="1" y="109"/>
                    <a:pt x="1" y="251"/>
                  </a:cubicBezTo>
                  <a:cubicBezTo>
                    <a:pt x="1" y="387"/>
                    <a:pt x="114" y="503"/>
                    <a:pt x="250" y="503"/>
                  </a:cubicBezTo>
                  <a:cubicBezTo>
                    <a:pt x="388" y="503"/>
                    <a:pt x="502" y="387"/>
                    <a:pt x="502" y="251"/>
                  </a:cubicBezTo>
                  <a:cubicBezTo>
                    <a:pt x="502"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1" name="Google Shape;10191;p14"/>
            <p:cNvSpPr/>
            <p:nvPr/>
          </p:nvSpPr>
          <p:spPr>
            <a:xfrm>
              <a:off x="2054075" y="5422500"/>
              <a:ext cx="12425" cy="12575"/>
            </a:xfrm>
            <a:custGeom>
              <a:avLst/>
              <a:gdLst/>
              <a:ahLst/>
              <a:cxnLst/>
              <a:rect l="l" t="t" r="r" b="b"/>
              <a:pathLst>
                <a:path w="497" h="503" extrusionOk="0">
                  <a:moveTo>
                    <a:pt x="252" y="0"/>
                  </a:moveTo>
                  <a:cubicBezTo>
                    <a:pt x="109" y="0"/>
                    <a:pt x="1" y="109"/>
                    <a:pt x="1" y="251"/>
                  </a:cubicBezTo>
                  <a:cubicBezTo>
                    <a:pt x="1" y="387"/>
                    <a:pt x="109" y="503"/>
                    <a:pt x="252" y="503"/>
                  </a:cubicBezTo>
                  <a:cubicBezTo>
                    <a:pt x="388" y="503"/>
                    <a:pt x="496" y="387"/>
                    <a:pt x="496" y="251"/>
                  </a:cubicBezTo>
                  <a:cubicBezTo>
                    <a:pt x="496"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2" name="Google Shape;10192;p14"/>
            <p:cNvSpPr/>
            <p:nvPr/>
          </p:nvSpPr>
          <p:spPr>
            <a:xfrm>
              <a:off x="2145825" y="5422500"/>
              <a:ext cx="12600" cy="12575"/>
            </a:xfrm>
            <a:custGeom>
              <a:avLst/>
              <a:gdLst/>
              <a:ahLst/>
              <a:cxnLst/>
              <a:rect l="l" t="t" r="r" b="b"/>
              <a:pathLst>
                <a:path w="504" h="503" extrusionOk="0">
                  <a:moveTo>
                    <a:pt x="252" y="0"/>
                  </a:moveTo>
                  <a:cubicBezTo>
                    <a:pt x="116" y="0"/>
                    <a:pt x="1" y="109"/>
                    <a:pt x="1" y="251"/>
                  </a:cubicBezTo>
                  <a:cubicBezTo>
                    <a:pt x="1" y="387"/>
                    <a:pt x="116" y="503"/>
                    <a:pt x="252" y="503"/>
                  </a:cubicBezTo>
                  <a:cubicBezTo>
                    <a:pt x="388" y="503"/>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3" name="Google Shape;10193;p14"/>
            <p:cNvSpPr/>
            <p:nvPr/>
          </p:nvSpPr>
          <p:spPr>
            <a:xfrm>
              <a:off x="2237800" y="5422500"/>
              <a:ext cx="12350" cy="12575"/>
            </a:xfrm>
            <a:custGeom>
              <a:avLst/>
              <a:gdLst/>
              <a:ahLst/>
              <a:cxnLst/>
              <a:rect l="l" t="t" r="r" b="b"/>
              <a:pathLst>
                <a:path w="494" h="503" extrusionOk="0">
                  <a:moveTo>
                    <a:pt x="244" y="0"/>
                  </a:moveTo>
                  <a:cubicBezTo>
                    <a:pt x="107" y="0"/>
                    <a:pt x="0" y="109"/>
                    <a:pt x="0" y="251"/>
                  </a:cubicBezTo>
                  <a:cubicBezTo>
                    <a:pt x="0" y="387"/>
                    <a:pt x="107" y="503"/>
                    <a:pt x="244" y="503"/>
                  </a:cubicBezTo>
                  <a:cubicBezTo>
                    <a:pt x="387" y="503"/>
                    <a:pt x="494" y="387"/>
                    <a:pt x="494" y="251"/>
                  </a:cubicBezTo>
                  <a:cubicBezTo>
                    <a:pt x="494" y="109"/>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4" name="Google Shape;10194;p14"/>
            <p:cNvSpPr/>
            <p:nvPr/>
          </p:nvSpPr>
          <p:spPr>
            <a:xfrm>
              <a:off x="2329550" y="5422500"/>
              <a:ext cx="12575" cy="12575"/>
            </a:xfrm>
            <a:custGeom>
              <a:avLst/>
              <a:gdLst/>
              <a:ahLst/>
              <a:cxnLst/>
              <a:rect l="l" t="t" r="r" b="b"/>
              <a:pathLst>
                <a:path w="503" h="503" extrusionOk="0">
                  <a:moveTo>
                    <a:pt x="251" y="0"/>
                  </a:moveTo>
                  <a:cubicBezTo>
                    <a:pt x="115" y="0"/>
                    <a:pt x="0" y="109"/>
                    <a:pt x="0" y="251"/>
                  </a:cubicBezTo>
                  <a:cubicBezTo>
                    <a:pt x="0" y="387"/>
                    <a:pt x="115" y="503"/>
                    <a:pt x="251" y="503"/>
                  </a:cubicBezTo>
                  <a:cubicBezTo>
                    <a:pt x="387" y="503"/>
                    <a:pt x="502" y="387"/>
                    <a:pt x="502" y="251"/>
                  </a:cubicBezTo>
                  <a:cubicBezTo>
                    <a:pt x="502"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5" name="Google Shape;10195;p14"/>
            <p:cNvSpPr/>
            <p:nvPr/>
          </p:nvSpPr>
          <p:spPr>
            <a:xfrm>
              <a:off x="2421325" y="5422500"/>
              <a:ext cx="12550" cy="12575"/>
            </a:xfrm>
            <a:custGeom>
              <a:avLst/>
              <a:gdLst/>
              <a:ahLst/>
              <a:cxnLst/>
              <a:rect l="l" t="t" r="r" b="b"/>
              <a:pathLst>
                <a:path w="502" h="503" extrusionOk="0">
                  <a:moveTo>
                    <a:pt x="250" y="0"/>
                  </a:moveTo>
                  <a:cubicBezTo>
                    <a:pt x="114" y="0"/>
                    <a:pt x="1" y="109"/>
                    <a:pt x="1" y="251"/>
                  </a:cubicBezTo>
                  <a:cubicBezTo>
                    <a:pt x="1" y="387"/>
                    <a:pt x="114" y="503"/>
                    <a:pt x="250" y="503"/>
                  </a:cubicBezTo>
                  <a:cubicBezTo>
                    <a:pt x="395" y="503"/>
                    <a:pt x="501" y="387"/>
                    <a:pt x="501" y="251"/>
                  </a:cubicBezTo>
                  <a:cubicBezTo>
                    <a:pt x="501" y="109"/>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6" name="Google Shape;10196;p14"/>
            <p:cNvSpPr/>
            <p:nvPr/>
          </p:nvSpPr>
          <p:spPr>
            <a:xfrm>
              <a:off x="2513250" y="5422500"/>
              <a:ext cx="12575" cy="12575"/>
            </a:xfrm>
            <a:custGeom>
              <a:avLst/>
              <a:gdLst/>
              <a:ahLst/>
              <a:cxnLst/>
              <a:rect l="l" t="t" r="r" b="b"/>
              <a:pathLst>
                <a:path w="503" h="503" extrusionOk="0">
                  <a:moveTo>
                    <a:pt x="252" y="0"/>
                  </a:moveTo>
                  <a:cubicBezTo>
                    <a:pt x="109" y="0"/>
                    <a:pt x="0" y="109"/>
                    <a:pt x="0" y="251"/>
                  </a:cubicBezTo>
                  <a:cubicBezTo>
                    <a:pt x="0" y="387"/>
                    <a:pt x="109" y="503"/>
                    <a:pt x="252" y="503"/>
                  </a:cubicBezTo>
                  <a:cubicBezTo>
                    <a:pt x="388" y="503"/>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7" name="Google Shape;10197;p14"/>
            <p:cNvSpPr/>
            <p:nvPr/>
          </p:nvSpPr>
          <p:spPr>
            <a:xfrm>
              <a:off x="2605000" y="5422500"/>
              <a:ext cx="12575" cy="12575"/>
            </a:xfrm>
            <a:custGeom>
              <a:avLst/>
              <a:gdLst/>
              <a:ahLst/>
              <a:cxnLst/>
              <a:rect l="l" t="t" r="r" b="b"/>
              <a:pathLst>
                <a:path w="503" h="503" extrusionOk="0">
                  <a:moveTo>
                    <a:pt x="252" y="0"/>
                  </a:moveTo>
                  <a:cubicBezTo>
                    <a:pt x="116" y="0"/>
                    <a:pt x="0" y="109"/>
                    <a:pt x="0" y="251"/>
                  </a:cubicBezTo>
                  <a:cubicBezTo>
                    <a:pt x="0" y="387"/>
                    <a:pt x="116" y="503"/>
                    <a:pt x="252" y="503"/>
                  </a:cubicBezTo>
                  <a:cubicBezTo>
                    <a:pt x="387" y="503"/>
                    <a:pt x="503" y="387"/>
                    <a:pt x="503" y="251"/>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8" name="Google Shape;10198;p14"/>
            <p:cNvSpPr/>
            <p:nvPr/>
          </p:nvSpPr>
          <p:spPr>
            <a:xfrm>
              <a:off x="2696950" y="5422500"/>
              <a:ext cx="12375" cy="12575"/>
            </a:xfrm>
            <a:custGeom>
              <a:avLst/>
              <a:gdLst/>
              <a:ahLst/>
              <a:cxnLst/>
              <a:rect l="l" t="t" r="r" b="b"/>
              <a:pathLst>
                <a:path w="495" h="503" extrusionOk="0">
                  <a:moveTo>
                    <a:pt x="252" y="0"/>
                  </a:moveTo>
                  <a:cubicBezTo>
                    <a:pt x="108" y="0"/>
                    <a:pt x="1" y="109"/>
                    <a:pt x="1" y="251"/>
                  </a:cubicBezTo>
                  <a:cubicBezTo>
                    <a:pt x="1" y="387"/>
                    <a:pt x="108" y="503"/>
                    <a:pt x="252" y="503"/>
                  </a:cubicBezTo>
                  <a:cubicBezTo>
                    <a:pt x="388" y="503"/>
                    <a:pt x="495" y="387"/>
                    <a:pt x="495" y="251"/>
                  </a:cubicBezTo>
                  <a:cubicBezTo>
                    <a:pt x="495"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9" name="Google Shape;10199;p14"/>
            <p:cNvSpPr/>
            <p:nvPr/>
          </p:nvSpPr>
          <p:spPr>
            <a:xfrm>
              <a:off x="2788700" y="5422500"/>
              <a:ext cx="12600" cy="12575"/>
            </a:xfrm>
            <a:custGeom>
              <a:avLst/>
              <a:gdLst/>
              <a:ahLst/>
              <a:cxnLst/>
              <a:rect l="l" t="t" r="r" b="b"/>
              <a:pathLst>
                <a:path w="504" h="503" extrusionOk="0">
                  <a:moveTo>
                    <a:pt x="252" y="0"/>
                  </a:moveTo>
                  <a:cubicBezTo>
                    <a:pt x="116" y="0"/>
                    <a:pt x="1" y="109"/>
                    <a:pt x="1" y="251"/>
                  </a:cubicBezTo>
                  <a:cubicBezTo>
                    <a:pt x="1" y="387"/>
                    <a:pt x="116" y="503"/>
                    <a:pt x="252" y="503"/>
                  </a:cubicBezTo>
                  <a:cubicBezTo>
                    <a:pt x="388" y="503"/>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0" name="Google Shape;10200;p14"/>
            <p:cNvSpPr/>
            <p:nvPr/>
          </p:nvSpPr>
          <p:spPr>
            <a:xfrm>
              <a:off x="2880675" y="5422500"/>
              <a:ext cx="12375" cy="12575"/>
            </a:xfrm>
            <a:custGeom>
              <a:avLst/>
              <a:gdLst/>
              <a:ahLst/>
              <a:cxnLst/>
              <a:rect l="l" t="t" r="r" b="b"/>
              <a:pathLst>
                <a:path w="495" h="503" extrusionOk="0">
                  <a:moveTo>
                    <a:pt x="243" y="0"/>
                  </a:moveTo>
                  <a:cubicBezTo>
                    <a:pt x="107" y="0"/>
                    <a:pt x="0" y="109"/>
                    <a:pt x="0" y="251"/>
                  </a:cubicBezTo>
                  <a:cubicBezTo>
                    <a:pt x="0" y="387"/>
                    <a:pt x="107" y="503"/>
                    <a:pt x="243" y="503"/>
                  </a:cubicBezTo>
                  <a:cubicBezTo>
                    <a:pt x="387" y="503"/>
                    <a:pt x="494" y="387"/>
                    <a:pt x="494" y="251"/>
                  </a:cubicBezTo>
                  <a:cubicBezTo>
                    <a:pt x="494" y="109"/>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1" name="Google Shape;10201;p14"/>
            <p:cNvSpPr/>
            <p:nvPr/>
          </p:nvSpPr>
          <p:spPr>
            <a:xfrm>
              <a:off x="2972425" y="5422500"/>
              <a:ext cx="12575" cy="12575"/>
            </a:xfrm>
            <a:custGeom>
              <a:avLst/>
              <a:gdLst/>
              <a:ahLst/>
              <a:cxnLst/>
              <a:rect l="l" t="t" r="r" b="b"/>
              <a:pathLst>
                <a:path w="503" h="503" extrusionOk="0">
                  <a:moveTo>
                    <a:pt x="251" y="0"/>
                  </a:moveTo>
                  <a:cubicBezTo>
                    <a:pt x="115" y="0"/>
                    <a:pt x="0" y="109"/>
                    <a:pt x="0" y="251"/>
                  </a:cubicBezTo>
                  <a:cubicBezTo>
                    <a:pt x="0" y="387"/>
                    <a:pt x="115" y="503"/>
                    <a:pt x="251" y="503"/>
                  </a:cubicBezTo>
                  <a:cubicBezTo>
                    <a:pt x="387" y="503"/>
                    <a:pt x="503" y="387"/>
                    <a:pt x="503" y="251"/>
                  </a:cubicBezTo>
                  <a:cubicBezTo>
                    <a:pt x="503"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2" name="Google Shape;10202;p14"/>
            <p:cNvSpPr/>
            <p:nvPr/>
          </p:nvSpPr>
          <p:spPr>
            <a:xfrm>
              <a:off x="3064375" y="5422500"/>
              <a:ext cx="12375" cy="12575"/>
            </a:xfrm>
            <a:custGeom>
              <a:avLst/>
              <a:gdLst/>
              <a:ahLst/>
              <a:cxnLst/>
              <a:rect l="l" t="t" r="r" b="b"/>
              <a:pathLst>
                <a:path w="495" h="503" extrusionOk="0">
                  <a:moveTo>
                    <a:pt x="243" y="0"/>
                  </a:moveTo>
                  <a:cubicBezTo>
                    <a:pt x="107" y="0"/>
                    <a:pt x="1" y="109"/>
                    <a:pt x="1" y="251"/>
                  </a:cubicBezTo>
                  <a:cubicBezTo>
                    <a:pt x="1" y="387"/>
                    <a:pt x="107" y="503"/>
                    <a:pt x="243" y="503"/>
                  </a:cubicBezTo>
                  <a:cubicBezTo>
                    <a:pt x="388" y="503"/>
                    <a:pt x="495" y="387"/>
                    <a:pt x="495" y="251"/>
                  </a:cubicBezTo>
                  <a:cubicBezTo>
                    <a:pt x="495" y="109"/>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14"/>
            <p:cNvSpPr/>
            <p:nvPr/>
          </p:nvSpPr>
          <p:spPr>
            <a:xfrm>
              <a:off x="3156125" y="5422500"/>
              <a:ext cx="12600" cy="12575"/>
            </a:xfrm>
            <a:custGeom>
              <a:avLst/>
              <a:gdLst/>
              <a:ahLst/>
              <a:cxnLst/>
              <a:rect l="l" t="t" r="r" b="b"/>
              <a:pathLst>
                <a:path w="504" h="503" extrusionOk="0">
                  <a:moveTo>
                    <a:pt x="252" y="0"/>
                  </a:moveTo>
                  <a:cubicBezTo>
                    <a:pt x="116" y="0"/>
                    <a:pt x="1" y="109"/>
                    <a:pt x="1" y="251"/>
                  </a:cubicBezTo>
                  <a:cubicBezTo>
                    <a:pt x="1" y="387"/>
                    <a:pt x="116" y="503"/>
                    <a:pt x="252" y="503"/>
                  </a:cubicBezTo>
                  <a:cubicBezTo>
                    <a:pt x="388" y="503"/>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4" name="Google Shape;10204;p14"/>
            <p:cNvSpPr/>
            <p:nvPr/>
          </p:nvSpPr>
          <p:spPr>
            <a:xfrm>
              <a:off x="3247875" y="5422500"/>
              <a:ext cx="12575" cy="12575"/>
            </a:xfrm>
            <a:custGeom>
              <a:avLst/>
              <a:gdLst/>
              <a:ahLst/>
              <a:cxnLst/>
              <a:rect l="l" t="t" r="r" b="b"/>
              <a:pathLst>
                <a:path w="503" h="503" extrusionOk="0">
                  <a:moveTo>
                    <a:pt x="252" y="0"/>
                  </a:moveTo>
                  <a:cubicBezTo>
                    <a:pt x="116" y="0"/>
                    <a:pt x="1" y="109"/>
                    <a:pt x="1" y="251"/>
                  </a:cubicBezTo>
                  <a:cubicBezTo>
                    <a:pt x="1" y="387"/>
                    <a:pt x="116" y="503"/>
                    <a:pt x="252" y="503"/>
                  </a:cubicBezTo>
                  <a:cubicBezTo>
                    <a:pt x="388" y="503"/>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5" name="Google Shape;10205;p14"/>
            <p:cNvSpPr/>
            <p:nvPr/>
          </p:nvSpPr>
          <p:spPr>
            <a:xfrm>
              <a:off x="3339850" y="5422500"/>
              <a:ext cx="12525" cy="12575"/>
            </a:xfrm>
            <a:custGeom>
              <a:avLst/>
              <a:gdLst/>
              <a:ahLst/>
              <a:cxnLst/>
              <a:rect l="l" t="t" r="r" b="b"/>
              <a:pathLst>
                <a:path w="501" h="503" extrusionOk="0">
                  <a:moveTo>
                    <a:pt x="251" y="0"/>
                  </a:moveTo>
                  <a:cubicBezTo>
                    <a:pt x="107" y="0"/>
                    <a:pt x="0" y="109"/>
                    <a:pt x="0" y="251"/>
                  </a:cubicBezTo>
                  <a:cubicBezTo>
                    <a:pt x="0" y="387"/>
                    <a:pt x="107" y="503"/>
                    <a:pt x="251" y="503"/>
                  </a:cubicBezTo>
                  <a:cubicBezTo>
                    <a:pt x="387" y="503"/>
                    <a:pt x="501" y="387"/>
                    <a:pt x="501" y="251"/>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6" name="Google Shape;10206;p14"/>
            <p:cNvSpPr/>
            <p:nvPr/>
          </p:nvSpPr>
          <p:spPr>
            <a:xfrm>
              <a:off x="3431575" y="5422500"/>
              <a:ext cx="12600" cy="12575"/>
            </a:xfrm>
            <a:custGeom>
              <a:avLst/>
              <a:gdLst/>
              <a:ahLst/>
              <a:cxnLst/>
              <a:rect l="l" t="t" r="r" b="b"/>
              <a:pathLst>
                <a:path w="504" h="503" extrusionOk="0">
                  <a:moveTo>
                    <a:pt x="252" y="0"/>
                  </a:moveTo>
                  <a:cubicBezTo>
                    <a:pt x="116" y="0"/>
                    <a:pt x="1" y="109"/>
                    <a:pt x="1" y="251"/>
                  </a:cubicBezTo>
                  <a:cubicBezTo>
                    <a:pt x="1" y="387"/>
                    <a:pt x="116" y="503"/>
                    <a:pt x="252" y="503"/>
                  </a:cubicBezTo>
                  <a:cubicBezTo>
                    <a:pt x="388" y="503"/>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7" name="Google Shape;10207;p14"/>
            <p:cNvSpPr/>
            <p:nvPr/>
          </p:nvSpPr>
          <p:spPr>
            <a:xfrm>
              <a:off x="3523550" y="5422500"/>
              <a:ext cx="12375" cy="12575"/>
            </a:xfrm>
            <a:custGeom>
              <a:avLst/>
              <a:gdLst/>
              <a:ahLst/>
              <a:cxnLst/>
              <a:rect l="l" t="t" r="r" b="b"/>
              <a:pathLst>
                <a:path w="495" h="503" extrusionOk="0">
                  <a:moveTo>
                    <a:pt x="250" y="0"/>
                  </a:moveTo>
                  <a:cubicBezTo>
                    <a:pt x="107" y="0"/>
                    <a:pt x="0" y="109"/>
                    <a:pt x="0" y="251"/>
                  </a:cubicBezTo>
                  <a:cubicBezTo>
                    <a:pt x="0" y="387"/>
                    <a:pt x="107" y="503"/>
                    <a:pt x="250" y="503"/>
                  </a:cubicBezTo>
                  <a:cubicBezTo>
                    <a:pt x="388" y="503"/>
                    <a:pt x="494" y="387"/>
                    <a:pt x="494" y="251"/>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8" name="Google Shape;10208;p14"/>
            <p:cNvSpPr/>
            <p:nvPr/>
          </p:nvSpPr>
          <p:spPr>
            <a:xfrm>
              <a:off x="635875" y="5336650"/>
              <a:ext cx="2940550" cy="1475"/>
            </a:xfrm>
            <a:custGeom>
              <a:avLst/>
              <a:gdLst/>
              <a:ahLst/>
              <a:cxnLst/>
              <a:rect l="l" t="t" r="r" b="b"/>
              <a:pathLst>
                <a:path w="117622" h="59" extrusionOk="0">
                  <a:moveTo>
                    <a:pt x="1" y="0"/>
                  </a:moveTo>
                  <a:lnTo>
                    <a:pt x="1" y="59"/>
                  </a:lnTo>
                  <a:lnTo>
                    <a:pt x="117622" y="59"/>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9" name="Google Shape;10209;p14"/>
            <p:cNvSpPr/>
            <p:nvPr/>
          </p:nvSpPr>
          <p:spPr>
            <a:xfrm>
              <a:off x="635875" y="5428425"/>
              <a:ext cx="2940550" cy="1450"/>
            </a:xfrm>
            <a:custGeom>
              <a:avLst/>
              <a:gdLst/>
              <a:ahLst/>
              <a:cxnLst/>
              <a:rect l="l" t="t" r="r" b="b"/>
              <a:pathLst>
                <a:path w="117622" h="58" extrusionOk="0">
                  <a:moveTo>
                    <a:pt x="1" y="1"/>
                  </a:moveTo>
                  <a:lnTo>
                    <a:pt x="1" y="57"/>
                  </a:lnTo>
                  <a:lnTo>
                    <a:pt x="117622" y="57"/>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0" name="Google Shape;10210;p14"/>
            <p:cNvSpPr/>
            <p:nvPr/>
          </p:nvSpPr>
          <p:spPr>
            <a:xfrm>
              <a:off x="635875" y="5244725"/>
              <a:ext cx="2940550" cy="1450"/>
            </a:xfrm>
            <a:custGeom>
              <a:avLst/>
              <a:gdLst/>
              <a:ahLst/>
              <a:cxnLst/>
              <a:rect l="l" t="t" r="r" b="b"/>
              <a:pathLst>
                <a:path w="117622" h="58"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1" name="Google Shape;10211;p14"/>
            <p:cNvSpPr/>
            <p:nvPr/>
          </p:nvSpPr>
          <p:spPr>
            <a:xfrm>
              <a:off x="635875" y="5152975"/>
              <a:ext cx="2940550" cy="1450"/>
            </a:xfrm>
            <a:custGeom>
              <a:avLst/>
              <a:gdLst/>
              <a:ahLst/>
              <a:cxnLst/>
              <a:rect l="l" t="t" r="r" b="b"/>
              <a:pathLst>
                <a:path w="117622" h="58"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2" name="Google Shape;10212;p14"/>
            <p:cNvSpPr/>
            <p:nvPr/>
          </p:nvSpPr>
          <p:spPr>
            <a:xfrm>
              <a:off x="635875" y="5061000"/>
              <a:ext cx="2940550" cy="1450"/>
            </a:xfrm>
            <a:custGeom>
              <a:avLst/>
              <a:gdLst/>
              <a:ahLst/>
              <a:cxnLst/>
              <a:rect l="l" t="t" r="r" b="b"/>
              <a:pathLst>
                <a:path w="117622" h="58" extrusionOk="0">
                  <a:moveTo>
                    <a:pt x="1" y="1"/>
                  </a:moveTo>
                  <a:lnTo>
                    <a:pt x="1" y="58"/>
                  </a:lnTo>
                  <a:lnTo>
                    <a:pt x="117622" y="58"/>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3" name="Google Shape;10213;p14"/>
            <p:cNvSpPr/>
            <p:nvPr/>
          </p:nvSpPr>
          <p:spPr>
            <a:xfrm>
              <a:off x="635875" y="4969250"/>
              <a:ext cx="2940550" cy="1450"/>
            </a:xfrm>
            <a:custGeom>
              <a:avLst/>
              <a:gdLst/>
              <a:ahLst/>
              <a:cxnLst/>
              <a:rect l="l" t="t" r="r" b="b"/>
              <a:pathLst>
                <a:path w="117622" h="58" extrusionOk="0">
                  <a:moveTo>
                    <a:pt x="1" y="1"/>
                  </a:moveTo>
                  <a:lnTo>
                    <a:pt x="1" y="58"/>
                  </a:lnTo>
                  <a:lnTo>
                    <a:pt x="117622" y="58"/>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4" name="Google Shape;10214;p14"/>
            <p:cNvSpPr/>
            <p:nvPr/>
          </p:nvSpPr>
          <p:spPr>
            <a:xfrm>
              <a:off x="635875" y="4877300"/>
              <a:ext cx="2940550" cy="1650"/>
            </a:xfrm>
            <a:custGeom>
              <a:avLst/>
              <a:gdLst/>
              <a:ahLst/>
              <a:cxnLst/>
              <a:rect l="l" t="t" r="r" b="b"/>
              <a:pathLst>
                <a:path w="117622" h="66" extrusionOk="0">
                  <a:moveTo>
                    <a:pt x="1" y="0"/>
                  </a:moveTo>
                  <a:lnTo>
                    <a:pt x="1" y="66"/>
                  </a:lnTo>
                  <a:lnTo>
                    <a:pt x="117622" y="66"/>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5" name="Google Shape;10215;p14"/>
            <p:cNvSpPr/>
            <p:nvPr/>
          </p:nvSpPr>
          <p:spPr>
            <a:xfrm>
              <a:off x="635875" y="4785550"/>
              <a:ext cx="2940550" cy="1450"/>
            </a:xfrm>
            <a:custGeom>
              <a:avLst/>
              <a:gdLst/>
              <a:ahLst/>
              <a:cxnLst/>
              <a:rect l="l" t="t" r="r" b="b"/>
              <a:pathLst>
                <a:path w="117622" h="58"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6" name="Google Shape;10216;p14"/>
            <p:cNvSpPr/>
            <p:nvPr/>
          </p:nvSpPr>
          <p:spPr>
            <a:xfrm>
              <a:off x="635875" y="4693575"/>
              <a:ext cx="2940550" cy="1675"/>
            </a:xfrm>
            <a:custGeom>
              <a:avLst/>
              <a:gdLst/>
              <a:ahLst/>
              <a:cxnLst/>
              <a:rect l="l" t="t" r="r" b="b"/>
              <a:pathLst>
                <a:path w="117622" h="67" extrusionOk="0">
                  <a:moveTo>
                    <a:pt x="1" y="1"/>
                  </a:moveTo>
                  <a:lnTo>
                    <a:pt x="1" y="66"/>
                  </a:lnTo>
                  <a:lnTo>
                    <a:pt x="117622" y="66"/>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7" name="Google Shape;10217;p14"/>
            <p:cNvSpPr/>
            <p:nvPr/>
          </p:nvSpPr>
          <p:spPr>
            <a:xfrm>
              <a:off x="635875" y="4601850"/>
              <a:ext cx="2940550" cy="1425"/>
            </a:xfrm>
            <a:custGeom>
              <a:avLst/>
              <a:gdLst/>
              <a:ahLst/>
              <a:cxnLst/>
              <a:rect l="l" t="t" r="r" b="b"/>
              <a:pathLst>
                <a:path w="117622" h="57"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8" name="Google Shape;10218;p14"/>
            <p:cNvSpPr/>
            <p:nvPr/>
          </p:nvSpPr>
          <p:spPr>
            <a:xfrm>
              <a:off x="635875" y="4510100"/>
              <a:ext cx="2940550" cy="1425"/>
            </a:xfrm>
            <a:custGeom>
              <a:avLst/>
              <a:gdLst/>
              <a:ahLst/>
              <a:cxnLst/>
              <a:rect l="l" t="t" r="r" b="b"/>
              <a:pathLst>
                <a:path w="117622" h="57"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9" name="Google Shape;10219;p14"/>
            <p:cNvSpPr/>
            <p:nvPr/>
          </p:nvSpPr>
          <p:spPr>
            <a:xfrm>
              <a:off x="635875" y="4418125"/>
              <a:ext cx="2940550" cy="1500"/>
            </a:xfrm>
            <a:custGeom>
              <a:avLst/>
              <a:gdLst/>
              <a:ahLst/>
              <a:cxnLst/>
              <a:rect l="l" t="t" r="r" b="b"/>
              <a:pathLst>
                <a:path w="117622" h="60" extrusionOk="0">
                  <a:moveTo>
                    <a:pt x="1" y="1"/>
                  </a:moveTo>
                  <a:lnTo>
                    <a:pt x="1" y="59"/>
                  </a:lnTo>
                  <a:lnTo>
                    <a:pt x="117622" y="59"/>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0" name="Google Shape;10220;p14"/>
            <p:cNvSpPr/>
            <p:nvPr/>
          </p:nvSpPr>
          <p:spPr>
            <a:xfrm>
              <a:off x="635875" y="4326375"/>
              <a:ext cx="2940550" cy="1450"/>
            </a:xfrm>
            <a:custGeom>
              <a:avLst/>
              <a:gdLst/>
              <a:ahLst/>
              <a:cxnLst/>
              <a:rect l="l" t="t" r="r" b="b"/>
              <a:pathLst>
                <a:path w="117622" h="58" extrusionOk="0">
                  <a:moveTo>
                    <a:pt x="1" y="1"/>
                  </a:moveTo>
                  <a:lnTo>
                    <a:pt x="1" y="57"/>
                  </a:lnTo>
                  <a:lnTo>
                    <a:pt x="117622" y="57"/>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1" name="Google Shape;10221;p14"/>
            <p:cNvSpPr/>
            <p:nvPr/>
          </p:nvSpPr>
          <p:spPr>
            <a:xfrm>
              <a:off x="635875" y="4234425"/>
              <a:ext cx="2940550" cy="1475"/>
            </a:xfrm>
            <a:custGeom>
              <a:avLst/>
              <a:gdLst/>
              <a:ahLst/>
              <a:cxnLst/>
              <a:rect l="l" t="t" r="r" b="b"/>
              <a:pathLst>
                <a:path w="117622" h="59" extrusionOk="0">
                  <a:moveTo>
                    <a:pt x="1" y="0"/>
                  </a:moveTo>
                  <a:lnTo>
                    <a:pt x="1" y="59"/>
                  </a:lnTo>
                  <a:lnTo>
                    <a:pt x="117622" y="59"/>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2" name="Google Shape;10222;p14"/>
            <p:cNvSpPr/>
            <p:nvPr/>
          </p:nvSpPr>
          <p:spPr>
            <a:xfrm>
              <a:off x="635875" y="4142675"/>
              <a:ext cx="2940550" cy="1425"/>
            </a:xfrm>
            <a:custGeom>
              <a:avLst/>
              <a:gdLst/>
              <a:ahLst/>
              <a:cxnLst/>
              <a:rect l="l" t="t" r="r" b="b"/>
              <a:pathLst>
                <a:path w="117622" h="57"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3" name="Google Shape;10223;p14"/>
            <p:cNvSpPr/>
            <p:nvPr/>
          </p:nvSpPr>
          <p:spPr>
            <a:xfrm>
              <a:off x="635875" y="4050750"/>
              <a:ext cx="2940550" cy="1625"/>
            </a:xfrm>
            <a:custGeom>
              <a:avLst/>
              <a:gdLst/>
              <a:ahLst/>
              <a:cxnLst/>
              <a:rect l="l" t="t" r="r" b="b"/>
              <a:pathLst>
                <a:path w="117622" h="65" extrusionOk="0">
                  <a:moveTo>
                    <a:pt x="1" y="0"/>
                  </a:moveTo>
                  <a:lnTo>
                    <a:pt x="1" y="64"/>
                  </a:lnTo>
                  <a:lnTo>
                    <a:pt x="117622" y="64"/>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4" name="Google Shape;10224;p14"/>
            <p:cNvSpPr/>
            <p:nvPr/>
          </p:nvSpPr>
          <p:spPr>
            <a:xfrm>
              <a:off x="635875" y="3958950"/>
              <a:ext cx="2940550" cy="1500"/>
            </a:xfrm>
            <a:custGeom>
              <a:avLst/>
              <a:gdLst/>
              <a:ahLst/>
              <a:cxnLst/>
              <a:rect l="l" t="t" r="r" b="b"/>
              <a:pathLst>
                <a:path w="117622" h="60" extrusionOk="0">
                  <a:moveTo>
                    <a:pt x="1" y="1"/>
                  </a:moveTo>
                  <a:lnTo>
                    <a:pt x="1" y="59"/>
                  </a:lnTo>
                  <a:lnTo>
                    <a:pt x="117622" y="59"/>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5" name="Google Shape;10225;p14"/>
            <p:cNvSpPr/>
            <p:nvPr/>
          </p:nvSpPr>
          <p:spPr>
            <a:xfrm>
              <a:off x="635875" y="3867025"/>
              <a:ext cx="2940550" cy="1625"/>
            </a:xfrm>
            <a:custGeom>
              <a:avLst/>
              <a:gdLst/>
              <a:ahLst/>
              <a:cxnLst/>
              <a:rect l="l" t="t" r="r" b="b"/>
              <a:pathLst>
                <a:path w="117622" h="65" extrusionOk="0">
                  <a:moveTo>
                    <a:pt x="1" y="1"/>
                  </a:moveTo>
                  <a:lnTo>
                    <a:pt x="1" y="65"/>
                  </a:lnTo>
                  <a:lnTo>
                    <a:pt x="117622" y="65"/>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6" name="Google Shape;10226;p14"/>
            <p:cNvSpPr/>
            <p:nvPr/>
          </p:nvSpPr>
          <p:spPr>
            <a:xfrm>
              <a:off x="635875" y="3775250"/>
              <a:ext cx="2940550" cy="1475"/>
            </a:xfrm>
            <a:custGeom>
              <a:avLst/>
              <a:gdLst/>
              <a:ahLst/>
              <a:cxnLst/>
              <a:rect l="l" t="t" r="r" b="b"/>
              <a:pathLst>
                <a:path w="117622" h="59" extrusionOk="0">
                  <a:moveTo>
                    <a:pt x="1" y="0"/>
                  </a:moveTo>
                  <a:lnTo>
                    <a:pt x="1" y="59"/>
                  </a:lnTo>
                  <a:lnTo>
                    <a:pt x="117622" y="59"/>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7" name="Google Shape;10227;p14"/>
            <p:cNvSpPr/>
            <p:nvPr/>
          </p:nvSpPr>
          <p:spPr>
            <a:xfrm>
              <a:off x="635875" y="3683500"/>
              <a:ext cx="2940550" cy="1450"/>
            </a:xfrm>
            <a:custGeom>
              <a:avLst/>
              <a:gdLst/>
              <a:ahLst/>
              <a:cxnLst/>
              <a:rect l="l" t="t" r="r" b="b"/>
              <a:pathLst>
                <a:path w="117622" h="58"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8" name="Google Shape;10228;p14"/>
            <p:cNvSpPr/>
            <p:nvPr/>
          </p:nvSpPr>
          <p:spPr>
            <a:xfrm>
              <a:off x="635875" y="3591575"/>
              <a:ext cx="2940550" cy="1450"/>
            </a:xfrm>
            <a:custGeom>
              <a:avLst/>
              <a:gdLst/>
              <a:ahLst/>
              <a:cxnLst/>
              <a:rect l="l" t="t" r="r" b="b"/>
              <a:pathLst>
                <a:path w="117622" h="58" extrusionOk="0">
                  <a:moveTo>
                    <a:pt x="1" y="1"/>
                  </a:moveTo>
                  <a:lnTo>
                    <a:pt x="1" y="57"/>
                  </a:lnTo>
                  <a:lnTo>
                    <a:pt x="117622" y="57"/>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9" name="Google Shape;10229;p14"/>
            <p:cNvSpPr/>
            <p:nvPr/>
          </p:nvSpPr>
          <p:spPr>
            <a:xfrm>
              <a:off x="635875" y="3499800"/>
              <a:ext cx="2940550" cy="1475"/>
            </a:xfrm>
            <a:custGeom>
              <a:avLst/>
              <a:gdLst/>
              <a:ahLst/>
              <a:cxnLst/>
              <a:rect l="l" t="t" r="r" b="b"/>
              <a:pathLst>
                <a:path w="117622" h="59" extrusionOk="0">
                  <a:moveTo>
                    <a:pt x="1" y="0"/>
                  </a:moveTo>
                  <a:lnTo>
                    <a:pt x="1" y="59"/>
                  </a:lnTo>
                  <a:lnTo>
                    <a:pt x="117622" y="59"/>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0" name="Google Shape;10230;p14"/>
            <p:cNvSpPr/>
            <p:nvPr/>
          </p:nvSpPr>
          <p:spPr>
            <a:xfrm>
              <a:off x="635875" y="3407875"/>
              <a:ext cx="2940550" cy="1425"/>
            </a:xfrm>
            <a:custGeom>
              <a:avLst/>
              <a:gdLst/>
              <a:ahLst/>
              <a:cxnLst/>
              <a:rect l="l" t="t" r="r" b="b"/>
              <a:pathLst>
                <a:path w="117622" h="57"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1" name="Google Shape;10231;p14"/>
            <p:cNvSpPr/>
            <p:nvPr/>
          </p:nvSpPr>
          <p:spPr>
            <a:xfrm>
              <a:off x="635875" y="3316075"/>
              <a:ext cx="2940550" cy="1500"/>
            </a:xfrm>
            <a:custGeom>
              <a:avLst/>
              <a:gdLst/>
              <a:ahLst/>
              <a:cxnLst/>
              <a:rect l="l" t="t" r="r" b="b"/>
              <a:pathLst>
                <a:path w="117622" h="60" extrusionOk="0">
                  <a:moveTo>
                    <a:pt x="1" y="1"/>
                  </a:moveTo>
                  <a:lnTo>
                    <a:pt x="1" y="59"/>
                  </a:lnTo>
                  <a:lnTo>
                    <a:pt x="117622" y="59"/>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14"/>
            <p:cNvSpPr/>
            <p:nvPr/>
          </p:nvSpPr>
          <p:spPr>
            <a:xfrm>
              <a:off x="635875" y="3224150"/>
              <a:ext cx="2940550" cy="1625"/>
            </a:xfrm>
            <a:custGeom>
              <a:avLst/>
              <a:gdLst/>
              <a:ahLst/>
              <a:cxnLst/>
              <a:rect l="l" t="t" r="r" b="b"/>
              <a:pathLst>
                <a:path w="117622" h="65" extrusionOk="0">
                  <a:moveTo>
                    <a:pt x="1" y="1"/>
                  </a:moveTo>
                  <a:lnTo>
                    <a:pt x="1" y="64"/>
                  </a:lnTo>
                  <a:lnTo>
                    <a:pt x="117622" y="64"/>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3" name="Google Shape;10233;p14"/>
            <p:cNvSpPr/>
            <p:nvPr/>
          </p:nvSpPr>
          <p:spPr>
            <a:xfrm>
              <a:off x="635875" y="3132400"/>
              <a:ext cx="2940550" cy="1450"/>
            </a:xfrm>
            <a:custGeom>
              <a:avLst/>
              <a:gdLst/>
              <a:ahLst/>
              <a:cxnLst/>
              <a:rect l="l" t="t" r="r" b="b"/>
              <a:pathLst>
                <a:path w="117622" h="58" extrusionOk="0">
                  <a:moveTo>
                    <a:pt x="1" y="1"/>
                  </a:moveTo>
                  <a:lnTo>
                    <a:pt x="1" y="58"/>
                  </a:lnTo>
                  <a:lnTo>
                    <a:pt x="117622" y="58"/>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4" name="Google Shape;10234;p14"/>
            <p:cNvSpPr/>
            <p:nvPr/>
          </p:nvSpPr>
          <p:spPr>
            <a:xfrm>
              <a:off x="635875" y="3040450"/>
              <a:ext cx="2940550" cy="1650"/>
            </a:xfrm>
            <a:custGeom>
              <a:avLst/>
              <a:gdLst/>
              <a:ahLst/>
              <a:cxnLst/>
              <a:rect l="l" t="t" r="r" b="b"/>
              <a:pathLst>
                <a:path w="117622" h="66" extrusionOk="0">
                  <a:moveTo>
                    <a:pt x="1" y="0"/>
                  </a:moveTo>
                  <a:lnTo>
                    <a:pt x="1" y="66"/>
                  </a:lnTo>
                  <a:lnTo>
                    <a:pt x="117622" y="66"/>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5" name="Google Shape;10235;p14"/>
            <p:cNvSpPr/>
            <p:nvPr/>
          </p:nvSpPr>
          <p:spPr>
            <a:xfrm>
              <a:off x="635875" y="2948700"/>
              <a:ext cx="2940550" cy="1450"/>
            </a:xfrm>
            <a:custGeom>
              <a:avLst/>
              <a:gdLst/>
              <a:ahLst/>
              <a:cxnLst/>
              <a:rect l="l" t="t" r="r" b="b"/>
              <a:pathLst>
                <a:path w="117622" h="58"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6" name="Google Shape;10236;p14"/>
            <p:cNvSpPr/>
            <p:nvPr/>
          </p:nvSpPr>
          <p:spPr>
            <a:xfrm>
              <a:off x="635875" y="2856900"/>
              <a:ext cx="2940550" cy="1500"/>
            </a:xfrm>
            <a:custGeom>
              <a:avLst/>
              <a:gdLst/>
              <a:ahLst/>
              <a:cxnLst/>
              <a:rect l="l" t="t" r="r" b="b"/>
              <a:pathLst>
                <a:path w="117622" h="60" extrusionOk="0">
                  <a:moveTo>
                    <a:pt x="1" y="1"/>
                  </a:moveTo>
                  <a:lnTo>
                    <a:pt x="1" y="59"/>
                  </a:lnTo>
                  <a:lnTo>
                    <a:pt x="117622" y="59"/>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7" name="Google Shape;10237;p14"/>
            <p:cNvSpPr/>
            <p:nvPr/>
          </p:nvSpPr>
          <p:spPr>
            <a:xfrm>
              <a:off x="635875" y="2764975"/>
              <a:ext cx="2940550" cy="1450"/>
            </a:xfrm>
            <a:custGeom>
              <a:avLst/>
              <a:gdLst/>
              <a:ahLst/>
              <a:cxnLst/>
              <a:rect l="l" t="t" r="r" b="b"/>
              <a:pathLst>
                <a:path w="117622" h="58" extrusionOk="0">
                  <a:moveTo>
                    <a:pt x="1" y="1"/>
                  </a:moveTo>
                  <a:lnTo>
                    <a:pt x="1" y="58"/>
                  </a:lnTo>
                  <a:lnTo>
                    <a:pt x="117622" y="58"/>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8" name="Google Shape;10238;p14"/>
            <p:cNvSpPr/>
            <p:nvPr/>
          </p:nvSpPr>
          <p:spPr>
            <a:xfrm>
              <a:off x="635875" y="2673250"/>
              <a:ext cx="2940550" cy="1425"/>
            </a:xfrm>
            <a:custGeom>
              <a:avLst/>
              <a:gdLst/>
              <a:ahLst/>
              <a:cxnLst/>
              <a:rect l="l" t="t" r="r" b="b"/>
              <a:pathLst>
                <a:path w="117622" h="57"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9" name="Google Shape;10239;p14"/>
            <p:cNvSpPr/>
            <p:nvPr/>
          </p:nvSpPr>
          <p:spPr>
            <a:xfrm>
              <a:off x="635875" y="2581275"/>
              <a:ext cx="2940550" cy="1450"/>
            </a:xfrm>
            <a:custGeom>
              <a:avLst/>
              <a:gdLst/>
              <a:ahLst/>
              <a:cxnLst/>
              <a:rect l="l" t="t" r="r" b="b"/>
              <a:pathLst>
                <a:path w="117622" h="58" extrusionOk="0">
                  <a:moveTo>
                    <a:pt x="1" y="1"/>
                  </a:moveTo>
                  <a:lnTo>
                    <a:pt x="1" y="57"/>
                  </a:lnTo>
                  <a:lnTo>
                    <a:pt x="117622" y="57"/>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0" name="Google Shape;10240;p14"/>
            <p:cNvSpPr/>
            <p:nvPr/>
          </p:nvSpPr>
          <p:spPr>
            <a:xfrm>
              <a:off x="635875" y="2489525"/>
              <a:ext cx="2940550" cy="1450"/>
            </a:xfrm>
            <a:custGeom>
              <a:avLst/>
              <a:gdLst/>
              <a:ahLst/>
              <a:cxnLst/>
              <a:rect l="l" t="t" r="r" b="b"/>
              <a:pathLst>
                <a:path w="117622" h="58" extrusionOk="0">
                  <a:moveTo>
                    <a:pt x="1" y="1"/>
                  </a:moveTo>
                  <a:lnTo>
                    <a:pt x="1" y="57"/>
                  </a:lnTo>
                  <a:lnTo>
                    <a:pt x="117622" y="57"/>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1" name="Google Shape;10241;p14"/>
            <p:cNvSpPr/>
            <p:nvPr/>
          </p:nvSpPr>
          <p:spPr>
            <a:xfrm>
              <a:off x="635875" y="2397575"/>
              <a:ext cx="2940550" cy="1650"/>
            </a:xfrm>
            <a:custGeom>
              <a:avLst/>
              <a:gdLst/>
              <a:ahLst/>
              <a:cxnLst/>
              <a:rect l="l" t="t" r="r" b="b"/>
              <a:pathLst>
                <a:path w="117622" h="66" extrusionOk="0">
                  <a:moveTo>
                    <a:pt x="1" y="0"/>
                  </a:moveTo>
                  <a:lnTo>
                    <a:pt x="1" y="65"/>
                  </a:lnTo>
                  <a:lnTo>
                    <a:pt x="117622" y="65"/>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2" name="Google Shape;10242;p14"/>
            <p:cNvSpPr/>
            <p:nvPr/>
          </p:nvSpPr>
          <p:spPr>
            <a:xfrm>
              <a:off x="635875" y="2305825"/>
              <a:ext cx="2940550" cy="1425"/>
            </a:xfrm>
            <a:custGeom>
              <a:avLst/>
              <a:gdLst/>
              <a:ahLst/>
              <a:cxnLst/>
              <a:rect l="l" t="t" r="r" b="b"/>
              <a:pathLst>
                <a:path w="117622" h="57"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3" name="Google Shape;10243;p14"/>
            <p:cNvSpPr/>
            <p:nvPr/>
          </p:nvSpPr>
          <p:spPr>
            <a:xfrm>
              <a:off x="635875" y="2213850"/>
              <a:ext cx="2940550" cy="1675"/>
            </a:xfrm>
            <a:custGeom>
              <a:avLst/>
              <a:gdLst/>
              <a:ahLst/>
              <a:cxnLst/>
              <a:rect l="l" t="t" r="r" b="b"/>
              <a:pathLst>
                <a:path w="117622" h="67" extrusionOk="0">
                  <a:moveTo>
                    <a:pt x="1" y="1"/>
                  </a:moveTo>
                  <a:lnTo>
                    <a:pt x="1" y="66"/>
                  </a:lnTo>
                  <a:lnTo>
                    <a:pt x="117622" y="66"/>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4" name="Google Shape;10244;p14"/>
            <p:cNvSpPr/>
            <p:nvPr/>
          </p:nvSpPr>
          <p:spPr>
            <a:xfrm>
              <a:off x="635875" y="2122100"/>
              <a:ext cx="2940550" cy="1450"/>
            </a:xfrm>
            <a:custGeom>
              <a:avLst/>
              <a:gdLst/>
              <a:ahLst/>
              <a:cxnLst/>
              <a:rect l="l" t="t" r="r" b="b"/>
              <a:pathLst>
                <a:path w="117622" h="58" extrusionOk="0">
                  <a:moveTo>
                    <a:pt x="1" y="1"/>
                  </a:moveTo>
                  <a:lnTo>
                    <a:pt x="1" y="58"/>
                  </a:lnTo>
                  <a:lnTo>
                    <a:pt x="117622" y="58"/>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5" name="Google Shape;10245;p14"/>
            <p:cNvSpPr/>
            <p:nvPr/>
          </p:nvSpPr>
          <p:spPr>
            <a:xfrm>
              <a:off x="635875" y="2030350"/>
              <a:ext cx="2940550" cy="1450"/>
            </a:xfrm>
            <a:custGeom>
              <a:avLst/>
              <a:gdLst/>
              <a:ahLst/>
              <a:cxnLst/>
              <a:rect l="l" t="t" r="r" b="b"/>
              <a:pathLst>
                <a:path w="117622" h="58" extrusionOk="0">
                  <a:moveTo>
                    <a:pt x="1" y="1"/>
                  </a:moveTo>
                  <a:lnTo>
                    <a:pt x="1" y="58"/>
                  </a:lnTo>
                  <a:lnTo>
                    <a:pt x="117622" y="58"/>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6" name="Google Shape;10246;p14"/>
            <p:cNvSpPr/>
            <p:nvPr/>
          </p:nvSpPr>
          <p:spPr>
            <a:xfrm>
              <a:off x="635875" y="1938400"/>
              <a:ext cx="2940550" cy="1475"/>
            </a:xfrm>
            <a:custGeom>
              <a:avLst/>
              <a:gdLst/>
              <a:ahLst/>
              <a:cxnLst/>
              <a:rect l="l" t="t" r="r" b="b"/>
              <a:pathLst>
                <a:path w="117622" h="59" extrusionOk="0">
                  <a:moveTo>
                    <a:pt x="1" y="0"/>
                  </a:moveTo>
                  <a:lnTo>
                    <a:pt x="1" y="59"/>
                  </a:lnTo>
                  <a:lnTo>
                    <a:pt x="117622" y="59"/>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7" name="Google Shape;10247;p14"/>
            <p:cNvSpPr/>
            <p:nvPr/>
          </p:nvSpPr>
          <p:spPr>
            <a:xfrm>
              <a:off x="635875" y="1846650"/>
              <a:ext cx="2940550" cy="1450"/>
            </a:xfrm>
            <a:custGeom>
              <a:avLst/>
              <a:gdLst/>
              <a:ahLst/>
              <a:cxnLst/>
              <a:rect l="l" t="t" r="r" b="b"/>
              <a:pathLst>
                <a:path w="117622" h="58"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8" name="Google Shape;10248;p14"/>
            <p:cNvSpPr/>
            <p:nvPr/>
          </p:nvSpPr>
          <p:spPr>
            <a:xfrm>
              <a:off x="635875" y="1754675"/>
              <a:ext cx="2940550" cy="1500"/>
            </a:xfrm>
            <a:custGeom>
              <a:avLst/>
              <a:gdLst/>
              <a:ahLst/>
              <a:cxnLst/>
              <a:rect l="l" t="t" r="r" b="b"/>
              <a:pathLst>
                <a:path w="117622" h="60" extrusionOk="0">
                  <a:moveTo>
                    <a:pt x="1" y="1"/>
                  </a:moveTo>
                  <a:lnTo>
                    <a:pt x="1" y="59"/>
                  </a:lnTo>
                  <a:lnTo>
                    <a:pt x="117622" y="59"/>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9" name="Google Shape;10249;p14"/>
            <p:cNvSpPr/>
            <p:nvPr/>
          </p:nvSpPr>
          <p:spPr>
            <a:xfrm>
              <a:off x="635875" y="1662925"/>
              <a:ext cx="2940550" cy="1450"/>
            </a:xfrm>
            <a:custGeom>
              <a:avLst/>
              <a:gdLst/>
              <a:ahLst/>
              <a:cxnLst/>
              <a:rect l="l" t="t" r="r" b="b"/>
              <a:pathLst>
                <a:path w="117622" h="58" extrusionOk="0">
                  <a:moveTo>
                    <a:pt x="1" y="1"/>
                  </a:moveTo>
                  <a:lnTo>
                    <a:pt x="1" y="58"/>
                  </a:lnTo>
                  <a:lnTo>
                    <a:pt x="117622" y="58"/>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0" name="Google Shape;10250;p14"/>
            <p:cNvSpPr/>
            <p:nvPr/>
          </p:nvSpPr>
          <p:spPr>
            <a:xfrm>
              <a:off x="635875" y="1571025"/>
              <a:ext cx="2940550" cy="1600"/>
            </a:xfrm>
            <a:custGeom>
              <a:avLst/>
              <a:gdLst/>
              <a:ahLst/>
              <a:cxnLst/>
              <a:rect l="l" t="t" r="r" b="b"/>
              <a:pathLst>
                <a:path w="117622" h="64" extrusionOk="0">
                  <a:moveTo>
                    <a:pt x="1" y="0"/>
                  </a:moveTo>
                  <a:lnTo>
                    <a:pt x="1" y="64"/>
                  </a:lnTo>
                  <a:lnTo>
                    <a:pt x="117622" y="64"/>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1" name="Google Shape;10251;p14"/>
            <p:cNvSpPr/>
            <p:nvPr/>
          </p:nvSpPr>
          <p:spPr>
            <a:xfrm>
              <a:off x="635875" y="1479225"/>
              <a:ext cx="2940550" cy="1500"/>
            </a:xfrm>
            <a:custGeom>
              <a:avLst/>
              <a:gdLst/>
              <a:ahLst/>
              <a:cxnLst/>
              <a:rect l="l" t="t" r="r" b="b"/>
              <a:pathLst>
                <a:path w="117622" h="60" extrusionOk="0">
                  <a:moveTo>
                    <a:pt x="1" y="1"/>
                  </a:moveTo>
                  <a:lnTo>
                    <a:pt x="1" y="59"/>
                  </a:lnTo>
                  <a:lnTo>
                    <a:pt x="117622" y="59"/>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2" name="Google Shape;10252;p14"/>
            <p:cNvSpPr/>
            <p:nvPr/>
          </p:nvSpPr>
          <p:spPr>
            <a:xfrm>
              <a:off x="635875" y="1387475"/>
              <a:ext cx="2940550" cy="1450"/>
            </a:xfrm>
            <a:custGeom>
              <a:avLst/>
              <a:gdLst/>
              <a:ahLst/>
              <a:cxnLst/>
              <a:rect l="l" t="t" r="r" b="b"/>
              <a:pathLst>
                <a:path w="117622" h="58" extrusionOk="0">
                  <a:moveTo>
                    <a:pt x="1" y="1"/>
                  </a:moveTo>
                  <a:lnTo>
                    <a:pt x="1" y="57"/>
                  </a:lnTo>
                  <a:lnTo>
                    <a:pt x="117622" y="57"/>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3" name="Google Shape;10253;p14"/>
            <p:cNvSpPr/>
            <p:nvPr/>
          </p:nvSpPr>
          <p:spPr>
            <a:xfrm>
              <a:off x="635875" y="1295525"/>
              <a:ext cx="2940550" cy="1475"/>
            </a:xfrm>
            <a:custGeom>
              <a:avLst/>
              <a:gdLst/>
              <a:ahLst/>
              <a:cxnLst/>
              <a:rect l="l" t="t" r="r" b="b"/>
              <a:pathLst>
                <a:path w="117622" h="59" extrusionOk="0">
                  <a:moveTo>
                    <a:pt x="1" y="0"/>
                  </a:moveTo>
                  <a:lnTo>
                    <a:pt x="1" y="59"/>
                  </a:lnTo>
                  <a:lnTo>
                    <a:pt x="117622" y="59"/>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4" name="Google Shape;10254;p14"/>
            <p:cNvSpPr/>
            <p:nvPr/>
          </p:nvSpPr>
          <p:spPr>
            <a:xfrm>
              <a:off x="635875" y="1203775"/>
              <a:ext cx="2940550" cy="1425"/>
            </a:xfrm>
            <a:custGeom>
              <a:avLst/>
              <a:gdLst/>
              <a:ahLst/>
              <a:cxnLst/>
              <a:rect l="l" t="t" r="r" b="b"/>
              <a:pathLst>
                <a:path w="117622" h="57"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5" name="Google Shape;10255;p14"/>
            <p:cNvSpPr/>
            <p:nvPr/>
          </p:nvSpPr>
          <p:spPr>
            <a:xfrm>
              <a:off x="635875" y="1111850"/>
              <a:ext cx="2940550" cy="1450"/>
            </a:xfrm>
            <a:custGeom>
              <a:avLst/>
              <a:gdLst/>
              <a:ahLst/>
              <a:cxnLst/>
              <a:rect l="l" t="t" r="r" b="b"/>
              <a:pathLst>
                <a:path w="117622" h="58"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6" name="Google Shape;10256;p14"/>
            <p:cNvSpPr/>
            <p:nvPr/>
          </p:nvSpPr>
          <p:spPr>
            <a:xfrm>
              <a:off x="773700" y="1065050"/>
              <a:ext cx="1475" cy="4410900"/>
            </a:xfrm>
            <a:custGeom>
              <a:avLst/>
              <a:gdLst/>
              <a:ahLst/>
              <a:cxnLst/>
              <a:rect l="l" t="t" r="r" b="b"/>
              <a:pathLst>
                <a:path w="59" h="176436" extrusionOk="0">
                  <a:moveTo>
                    <a:pt x="0" y="0"/>
                  </a:moveTo>
                  <a:lnTo>
                    <a:pt x="0" y="176435"/>
                  </a:lnTo>
                  <a:lnTo>
                    <a:pt x="59" y="176435"/>
                  </a:lnTo>
                  <a:lnTo>
                    <a:pt x="59"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14"/>
            <p:cNvSpPr/>
            <p:nvPr/>
          </p:nvSpPr>
          <p:spPr>
            <a:xfrm>
              <a:off x="681950" y="1065050"/>
              <a:ext cx="1450" cy="4410900"/>
            </a:xfrm>
            <a:custGeom>
              <a:avLst/>
              <a:gdLst/>
              <a:ahLst/>
              <a:cxnLst/>
              <a:rect l="l" t="t" r="r" b="b"/>
              <a:pathLst>
                <a:path w="58" h="176436" extrusionOk="0">
                  <a:moveTo>
                    <a:pt x="1" y="0"/>
                  </a:moveTo>
                  <a:lnTo>
                    <a:pt x="1"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8" name="Google Shape;10258;p14"/>
            <p:cNvSpPr/>
            <p:nvPr/>
          </p:nvSpPr>
          <p:spPr>
            <a:xfrm>
              <a:off x="865650" y="1065050"/>
              <a:ext cx="1450" cy="4410900"/>
            </a:xfrm>
            <a:custGeom>
              <a:avLst/>
              <a:gdLst/>
              <a:ahLst/>
              <a:cxnLst/>
              <a:rect l="l" t="t" r="r" b="b"/>
              <a:pathLst>
                <a:path w="58" h="176436" extrusionOk="0">
                  <a:moveTo>
                    <a:pt x="1" y="0"/>
                  </a:moveTo>
                  <a:lnTo>
                    <a:pt x="1" y="176435"/>
                  </a:lnTo>
                  <a:lnTo>
                    <a:pt x="58" y="176435"/>
                  </a:lnTo>
                  <a:lnTo>
                    <a:pt x="58"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9" name="Google Shape;10259;p14"/>
            <p:cNvSpPr/>
            <p:nvPr/>
          </p:nvSpPr>
          <p:spPr>
            <a:xfrm>
              <a:off x="957400" y="1065050"/>
              <a:ext cx="1500" cy="4410900"/>
            </a:xfrm>
            <a:custGeom>
              <a:avLst/>
              <a:gdLst/>
              <a:ahLst/>
              <a:cxnLst/>
              <a:rect l="l" t="t" r="r" b="b"/>
              <a:pathLst>
                <a:path w="60" h="176436" extrusionOk="0">
                  <a:moveTo>
                    <a:pt x="1" y="0"/>
                  </a:moveTo>
                  <a:lnTo>
                    <a:pt x="1" y="176435"/>
                  </a:lnTo>
                  <a:lnTo>
                    <a:pt x="59" y="176435"/>
                  </a:lnTo>
                  <a:lnTo>
                    <a:pt x="59"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0" name="Google Shape;10260;p14"/>
            <p:cNvSpPr/>
            <p:nvPr/>
          </p:nvSpPr>
          <p:spPr>
            <a:xfrm>
              <a:off x="1049375" y="1065050"/>
              <a:ext cx="1450" cy="4410900"/>
            </a:xfrm>
            <a:custGeom>
              <a:avLst/>
              <a:gdLst/>
              <a:ahLst/>
              <a:cxnLst/>
              <a:rect l="l" t="t" r="r" b="b"/>
              <a:pathLst>
                <a:path w="58" h="176436" extrusionOk="0">
                  <a:moveTo>
                    <a:pt x="0" y="0"/>
                  </a:moveTo>
                  <a:lnTo>
                    <a:pt x="0"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1" name="Google Shape;10261;p14"/>
            <p:cNvSpPr/>
            <p:nvPr/>
          </p:nvSpPr>
          <p:spPr>
            <a:xfrm>
              <a:off x="1141125" y="1065050"/>
              <a:ext cx="1450" cy="4410900"/>
            </a:xfrm>
            <a:custGeom>
              <a:avLst/>
              <a:gdLst/>
              <a:ahLst/>
              <a:cxnLst/>
              <a:rect l="l" t="t" r="r" b="b"/>
              <a:pathLst>
                <a:path w="58" h="176436" extrusionOk="0">
                  <a:moveTo>
                    <a:pt x="0" y="0"/>
                  </a:moveTo>
                  <a:lnTo>
                    <a:pt x="0"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2" name="Google Shape;10262;p14"/>
            <p:cNvSpPr/>
            <p:nvPr/>
          </p:nvSpPr>
          <p:spPr>
            <a:xfrm>
              <a:off x="1232875" y="1065050"/>
              <a:ext cx="1650" cy="4410900"/>
            </a:xfrm>
            <a:custGeom>
              <a:avLst/>
              <a:gdLst/>
              <a:ahLst/>
              <a:cxnLst/>
              <a:rect l="l" t="t" r="r" b="b"/>
              <a:pathLst>
                <a:path w="66" h="176436" extrusionOk="0">
                  <a:moveTo>
                    <a:pt x="0" y="0"/>
                  </a:moveTo>
                  <a:lnTo>
                    <a:pt x="0" y="176435"/>
                  </a:lnTo>
                  <a:lnTo>
                    <a:pt x="66" y="176435"/>
                  </a:lnTo>
                  <a:lnTo>
                    <a:pt x="66"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3" name="Google Shape;10263;p14"/>
            <p:cNvSpPr/>
            <p:nvPr/>
          </p:nvSpPr>
          <p:spPr>
            <a:xfrm>
              <a:off x="1324825" y="1065050"/>
              <a:ext cx="1450" cy="4410900"/>
            </a:xfrm>
            <a:custGeom>
              <a:avLst/>
              <a:gdLst/>
              <a:ahLst/>
              <a:cxnLst/>
              <a:rect l="l" t="t" r="r" b="b"/>
              <a:pathLst>
                <a:path w="58" h="176436" extrusionOk="0">
                  <a:moveTo>
                    <a:pt x="1" y="0"/>
                  </a:moveTo>
                  <a:lnTo>
                    <a:pt x="1" y="176435"/>
                  </a:lnTo>
                  <a:lnTo>
                    <a:pt x="58" y="176435"/>
                  </a:lnTo>
                  <a:lnTo>
                    <a:pt x="58"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4" name="Google Shape;10264;p14"/>
            <p:cNvSpPr/>
            <p:nvPr/>
          </p:nvSpPr>
          <p:spPr>
            <a:xfrm>
              <a:off x="1416575" y="1065050"/>
              <a:ext cx="1500" cy="4410900"/>
            </a:xfrm>
            <a:custGeom>
              <a:avLst/>
              <a:gdLst/>
              <a:ahLst/>
              <a:cxnLst/>
              <a:rect l="l" t="t" r="r" b="b"/>
              <a:pathLst>
                <a:path w="60" h="176436" extrusionOk="0">
                  <a:moveTo>
                    <a:pt x="1" y="0"/>
                  </a:moveTo>
                  <a:lnTo>
                    <a:pt x="1" y="176435"/>
                  </a:lnTo>
                  <a:lnTo>
                    <a:pt x="59" y="176435"/>
                  </a:lnTo>
                  <a:lnTo>
                    <a:pt x="59"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5" name="Google Shape;10265;p14"/>
            <p:cNvSpPr/>
            <p:nvPr/>
          </p:nvSpPr>
          <p:spPr>
            <a:xfrm>
              <a:off x="1508550" y="1065050"/>
              <a:ext cx="1425" cy="4410900"/>
            </a:xfrm>
            <a:custGeom>
              <a:avLst/>
              <a:gdLst/>
              <a:ahLst/>
              <a:cxnLst/>
              <a:rect l="l" t="t" r="r" b="b"/>
              <a:pathLst>
                <a:path w="57" h="176436" extrusionOk="0">
                  <a:moveTo>
                    <a:pt x="0" y="0"/>
                  </a:moveTo>
                  <a:lnTo>
                    <a:pt x="0"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6" name="Google Shape;10266;p14"/>
            <p:cNvSpPr/>
            <p:nvPr/>
          </p:nvSpPr>
          <p:spPr>
            <a:xfrm>
              <a:off x="1600300" y="1065050"/>
              <a:ext cx="1425" cy="4410900"/>
            </a:xfrm>
            <a:custGeom>
              <a:avLst/>
              <a:gdLst/>
              <a:ahLst/>
              <a:cxnLst/>
              <a:rect l="l" t="t" r="r" b="b"/>
              <a:pathLst>
                <a:path w="57" h="176436" extrusionOk="0">
                  <a:moveTo>
                    <a:pt x="0" y="0"/>
                  </a:moveTo>
                  <a:lnTo>
                    <a:pt x="0"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7" name="Google Shape;10267;p14"/>
            <p:cNvSpPr/>
            <p:nvPr/>
          </p:nvSpPr>
          <p:spPr>
            <a:xfrm>
              <a:off x="1692250" y="1065050"/>
              <a:ext cx="1450" cy="4410900"/>
            </a:xfrm>
            <a:custGeom>
              <a:avLst/>
              <a:gdLst/>
              <a:ahLst/>
              <a:cxnLst/>
              <a:rect l="l" t="t" r="r" b="b"/>
              <a:pathLst>
                <a:path w="58" h="176436" extrusionOk="0">
                  <a:moveTo>
                    <a:pt x="1" y="0"/>
                  </a:moveTo>
                  <a:lnTo>
                    <a:pt x="1"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8" name="Google Shape;10268;p14"/>
            <p:cNvSpPr/>
            <p:nvPr/>
          </p:nvSpPr>
          <p:spPr>
            <a:xfrm>
              <a:off x="1784000" y="1065050"/>
              <a:ext cx="1450" cy="4410900"/>
            </a:xfrm>
            <a:custGeom>
              <a:avLst/>
              <a:gdLst/>
              <a:ahLst/>
              <a:cxnLst/>
              <a:rect l="l" t="t" r="r" b="b"/>
              <a:pathLst>
                <a:path w="58" h="176436" extrusionOk="0">
                  <a:moveTo>
                    <a:pt x="0" y="0"/>
                  </a:moveTo>
                  <a:lnTo>
                    <a:pt x="0"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9" name="Google Shape;10269;p14"/>
            <p:cNvSpPr/>
            <p:nvPr/>
          </p:nvSpPr>
          <p:spPr>
            <a:xfrm>
              <a:off x="1875750" y="1065050"/>
              <a:ext cx="1650" cy="4410900"/>
            </a:xfrm>
            <a:custGeom>
              <a:avLst/>
              <a:gdLst/>
              <a:ahLst/>
              <a:cxnLst/>
              <a:rect l="l" t="t" r="r" b="b"/>
              <a:pathLst>
                <a:path w="66" h="176436" extrusionOk="0">
                  <a:moveTo>
                    <a:pt x="0" y="0"/>
                  </a:moveTo>
                  <a:lnTo>
                    <a:pt x="0" y="176435"/>
                  </a:lnTo>
                  <a:lnTo>
                    <a:pt x="66" y="176435"/>
                  </a:lnTo>
                  <a:lnTo>
                    <a:pt x="66"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0" name="Google Shape;10270;p14"/>
            <p:cNvSpPr/>
            <p:nvPr/>
          </p:nvSpPr>
          <p:spPr>
            <a:xfrm>
              <a:off x="1967700" y="1065050"/>
              <a:ext cx="1450" cy="4410900"/>
            </a:xfrm>
            <a:custGeom>
              <a:avLst/>
              <a:gdLst/>
              <a:ahLst/>
              <a:cxnLst/>
              <a:rect l="l" t="t" r="r" b="b"/>
              <a:pathLst>
                <a:path w="58" h="176436" extrusionOk="0">
                  <a:moveTo>
                    <a:pt x="1" y="0"/>
                  </a:moveTo>
                  <a:lnTo>
                    <a:pt x="1" y="176435"/>
                  </a:lnTo>
                  <a:lnTo>
                    <a:pt x="58" y="176435"/>
                  </a:lnTo>
                  <a:lnTo>
                    <a:pt x="58"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1" name="Google Shape;10271;p14"/>
            <p:cNvSpPr/>
            <p:nvPr/>
          </p:nvSpPr>
          <p:spPr>
            <a:xfrm>
              <a:off x="2059450" y="1065050"/>
              <a:ext cx="1675" cy="4410900"/>
            </a:xfrm>
            <a:custGeom>
              <a:avLst/>
              <a:gdLst/>
              <a:ahLst/>
              <a:cxnLst/>
              <a:rect l="l" t="t" r="r" b="b"/>
              <a:pathLst>
                <a:path w="67" h="176436" extrusionOk="0">
                  <a:moveTo>
                    <a:pt x="1" y="0"/>
                  </a:moveTo>
                  <a:lnTo>
                    <a:pt x="1" y="176435"/>
                  </a:lnTo>
                  <a:lnTo>
                    <a:pt x="66" y="176435"/>
                  </a:lnTo>
                  <a:lnTo>
                    <a:pt x="66"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2" name="Google Shape;10272;p14"/>
            <p:cNvSpPr/>
            <p:nvPr/>
          </p:nvSpPr>
          <p:spPr>
            <a:xfrm>
              <a:off x="2151425" y="1065050"/>
              <a:ext cx="1450" cy="4410900"/>
            </a:xfrm>
            <a:custGeom>
              <a:avLst/>
              <a:gdLst/>
              <a:ahLst/>
              <a:cxnLst/>
              <a:rect l="l" t="t" r="r" b="b"/>
              <a:pathLst>
                <a:path w="58" h="176436" extrusionOk="0">
                  <a:moveTo>
                    <a:pt x="0" y="0"/>
                  </a:moveTo>
                  <a:lnTo>
                    <a:pt x="0"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3" name="Google Shape;10273;p14"/>
            <p:cNvSpPr/>
            <p:nvPr/>
          </p:nvSpPr>
          <p:spPr>
            <a:xfrm>
              <a:off x="2243175" y="1065050"/>
              <a:ext cx="1425" cy="4410900"/>
            </a:xfrm>
            <a:custGeom>
              <a:avLst/>
              <a:gdLst/>
              <a:ahLst/>
              <a:cxnLst/>
              <a:rect l="l" t="t" r="r" b="b"/>
              <a:pathLst>
                <a:path w="57" h="176436" extrusionOk="0">
                  <a:moveTo>
                    <a:pt x="0" y="0"/>
                  </a:moveTo>
                  <a:lnTo>
                    <a:pt x="0"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4" name="Google Shape;10274;p14"/>
            <p:cNvSpPr/>
            <p:nvPr/>
          </p:nvSpPr>
          <p:spPr>
            <a:xfrm>
              <a:off x="2335075" y="1065050"/>
              <a:ext cx="1500" cy="4410900"/>
            </a:xfrm>
            <a:custGeom>
              <a:avLst/>
              <a:gdLst/>
              <a:ahLst/>
              <a:cxnLst/>
              <a:rect l="l" t="t" r="r" b="b"/>
              <a:pathLst>
                <a:path w="60" h="176436" extrusionOk="0">
                  <a:moveTo>
                    <a:pt x="1" y="0"/>
                  </a:moveTo>
                  <a:lnTo>
                    <a:pt x="1" y="176435"/>
                  </a:lnTo>
                  <a:lnTo>
                    <a:pt x="59" y="176435"/>
                  </a:lnTo>
                  <a:lnTo>
                    <a:pt x="59"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14"/>
            <p:cNvSpPr/>
            <p:nvPr/>
          </p:nvSpPr>
          <p:spPr>
            <a:xfrm>
              <a:off x="2426875" y="1065050"/>
              <a:ext cx="1450" cy="4410900"/>
            </a:xfrm>
            <a:custGeom>
              <a:avLst/>
              <a:gdLst/>
              <a:ahLst/>
              <a:cxnLst/>
              <a:rect l="l" t="t" r="r" b="b"/>
              <a:pathLst>
                <a:path w="58" h="176436" extrusionOk="0">
                  <a:moveTo>
                    <a:pt x="1" y="0"/>
                  </a:moveTo>
                  <a:lnTo>
                    <a:pt x="1"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6" name="Google Shape;10276;p14"/>
            <p:cNvSpPr/>
            <p:nvPr/>
          </p:nvSpPr>
          <p:spPr>
            <a:xfrm>
              <a:off x="2518800" y="1065050"/>
              <a:ext cx="1475" cy="4410900"/>
            </a:xfrm>
            <a:custGeom>
              <a:avLst/>
              <a:gdLst/>
              <a:ahLst/>
              <a:cxnLst/>
              <a:rect l="l" t="t" r="r" b="b"/>
              <a:pathLst>
                <a:path w="59" h="176436" extrusionOk="0">
                  <a:moveTo>
                    <a:pt x="0" y="0"/>
                  </a:moveTo>
                  <a:lnTo>
                    <a:pt x="0" y="176435"/>
                  </a:lnTo>
                  <a:lnTo>
                    <a:pt x="59" y="176435"/>
                  </a:lnTo>
                  <a:lnTo>
                    <a:pt x="59"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7" name="Google Shape;10277;p14"/>
            <p:cNvSpPr/>
            <p:nvPr/>
          </p:nvSpPr>
          <p:spPr>
            <a:xfrm>
              <a:off x="2610600" y="1065050"/>
              <a:ext cx="1425" cy="4410900"/>
            </a:xfrm>
            <a:custGeom>
              <a:avLst/>
              <a:gdLst/>
              <a:ahLst/>
              <a:cxnLst/>
              <a:rect l="l" t="t" r="r" b="b"/>
              <a:pathLst>
                <a:path w="57" h="176436" extrusionOk="0">
                  <a:moveTo>
                    <a:pt x="0" y="0"/>
                  </a:moveTo>
                  <a:lnTo>
                    <a:pt x="0"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14"/>
            <p:cNvSpPr/>
            <p:nvPr/>
          </p:nvSpPr>
          <p:spPr>
            <a:xfrm>
              <a:off x="2702325" y="1065050"/>
              <a:ext cx="1625" cy="4410900"/>
            </a:xfrm>
            <a:custGeom>
              <a:avLst/>
              <a:gdLst/>
              <a:ahLst/>
              <a:cxnLst/>
              <a:rect l="l" t="t" r="r" b="b"/>
              <a:pathLst>
                <a:path w="65" h="176436" extrusionOk="0">
                  <a:moveTo>
                    <a:pt x="1" y="0"/>
                  </a:moveTo>
                  <a:lnTo>
                    <a:pt x="1" y="176435"/>
                  </a:lnTo>
                  <a:lnTo>
                    <a:pt x="65" y="176435"/>
                  </a:lnTo>
                  <a:lnTo>
                    <a:pt x="65"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9" name="Google Shape;10279;p14"/>
            <p:cNvSpPr/>
            <p:nvPr/>
          </p:nvSpPr>
          <p:spPr>
            <a:xfrm>
              <a:off x="2794250" y="1065050"/>
              <a:ext cx="1500" cy="4410900"/>
            </a:xfrm>
            <a:custGeom>
              <a:avLst/>
              <a:gdLst/>
              <a:ahLst/>
              <a:cxnLst/>
              <a:rect l="l" t="t" r="r" b="b"/>
              <a:pathLst>
                <a:path w="60" h="176436" extrusionOk="0">
                  <a:moveTo>
                    <a:pt x="1" y="0"/>
                  </a:moveTo>
                  <a:lnTo>
                    <a:pt x="1" y="176435"/>
                  </a:lnTo>
                  <a:lnTo>
                    <a:pt x="59" y="176435"/>
                  </a:lnTo>
                  <a:lnTo>
                    <a:pt x="59"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14"/>
            <p:cNvSpPr/>
            <p:nvPr/>
          </p:nvSpPr>
          <p:spPr>
            <a:xfrm>
              <a:off x="2886050" y="1065050"/>
              <a:ext cx="1625" cy="4410900"/>
            </a:xfrm>
            <a:custGeom>
              <a:avLst/>
              <a:gdLst/>
              <a:ahLst/>
              <a:cxnLst/>
              <a:rect l="l" t="t" r="r" b="b"/>
              <a:pathLst>
                <a:path w="65" h="176436" extrusionOk="0">
                  <a:moveTo>
                    <a:pt x="0" y="0"/>
                  </a:moveTo>
                  <a:lnTo>
                    <a:pt x="0" y="176435"/>
                  </a:lnTo>
                  <a:lnTo>
                    <a:pt x="64" y="176435"/>
                  </a:lnTo>
                  <a:lnTo>
                    <a:pt x="64"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1" name="Google Shape;10281;p14"/>
            <p:cNvSpPr/>
            <p:nvPr/>
          </p:nvSpPr>
          <p:spPr>
            <a:xfrm>
              <a:off x="2977975" y="1065050"/>
              <a:ext cx="1475" cy="4410900"/>
            </a:xfrm>
            <a:custGeom>
              <a:avLst/>
              <a:gdLst/>
              <a:ahLst/>
              <a:cxnLst/>
              <a:rect l="l" t="t" r="r" b="b"/>
              <a:pathLst>
                <a:path w="59" h="176436" extrusionOk="0">
                  <a:moveTo>
                    <a:pt x="0" y="0"/>
                  </a:moveTo>
                  <a:lnTo>
                    <a:pt x="0" y="176435"/>
                  </a:lnTo>
                  <a:lnTo>
                    <a:pt x="59" y="176435"/>
                  </a:lnTo>
                  <a:lnTo>
                    <a:pt x="59"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2" name="Google Shape;10282;p14"/>
            <p:cNvSpPr/>
            <p:nvPr/>
          </p:nvSpPr>
          <p:spPr>
            <a:xfrm>
              <a:off x="3069750" y="1065050"/>
              <a:ext cx="1450" cy="4410900"/>
            </a:xfrm>
            <a:custGeom>
              <a:avLst/>
              <a:gdLst/>
              <a:ahLst/>
              <a:cxnLst/>
              <a:rect l="l" t="t" r="r" b="b"/>
              <a:pathLst>
                <a:path w="58" h="176436" extrusionOk="0">
                  <a:moveTo>
                    <a:pt x="1" y="0"/>
                  </a:moveTo>
                  <a:lnTo>
                    <a:pt x="1" y="176435"/>
                  </a:lnTo>
                  <a:lnTo>
                    <a:pt x="58" y="176435"/>
                  </a:lnTo>
                  <a:lnTo>
                    <a:pt x="58"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14"/>
            <p:cNvSpPr/>
            <p:nvPr/>
          </p:nvSpPr>
          <p:spPr>
            <a:xfrm>
              <a:off x="3161675" y="1065050"/>
              <a:ext cx="1450" cy="4410900"/>
            </a:xfrm>
            <a:custGeom>
              <a:avLst/>
              <a:gdLst/>
              <a:ahLst/>
              <a:cxnLst/>
              <a:rect l="l" t="t" r="r" b="b"/>
              <a:pathLst>
                <a:path w="58" h="176436" extrusionOk="0">
                  <a:moveTo>
                    <a:pt x="1" y="0"/>
                  </a:moveTo>
                  <a:lnTo>
                    <a:pt x="1"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14"/>
            <p:cNvSpPr/>
            <p:nvPr/>
          </p:nvSpPr>
          <p:spPr>
            <a:xfrm>
              <a:off x="3253425" y="1065050"/>
              <a:ext cx="1475" cy="4410900"/>
            </a:xfrm>
            <a:custGeom>
              <a:avLst/>
              <a:gdLst/>
              <a:ahLst/>
              <a:cxnLst/>
              <a:rect l="l" t="t" r="r" b="b"/>
              <a:pathLst>
                <a:path w="59" h="176436" extrusionOk="0">
                  <a:moveTo>
                    <a:pt x="0" y="0"/>
                  </a:moveTo>
                  <a:lnTo>
                    <a:pt x="0" y="176435"/>
                  </a:lnTo>
                  <a:lnTo>
                    <a:pt x="59" y="176435"/>
                  </a:lnTo>
                  <a:lnTo>
                    <a:pt x="59"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5" name="Google Shape;10285;p14"/>
            <p:cNvSpPr/>
            <p:nvPr/>
          </p:nvSpPr>
          <p:spPr>
            <a:xfrm>
              <a:off x="3345375" y="1065050"/>
              <a:ext cx="1450" cy="4410900"/>
            </a:xfrm>
            <a:custGeom>
              <a:avLst/>
              <a:gdLst/>
              <a:ahLst/>
              <a:cxnLst/>
              <a:rect l="l" t="t" r="r" b="b"/>
              <a:pathLst>
                <a:path w="58" h="176436" extrusionOk="0">
                  <a:moveTo>
                    <a:pt x="1" y="0"/>
                  </a:moveTo>
                  <a:lnTo>
                    <a:pt x="1" y="176435"/>
                  </a:lnTo>
                  <a:lnTo>
                    <a:pt x="58" y="176435"/>
                  </a:lnTo>
                  <a:lnTo>
                    <a:pt x="58"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6" name="Google Shape;10286;p14"/>
            <p:cNvSpPr/>
            <p:nvPr/>
          </p:nvSpPr>
          <p:spPr>
            <a:xfrm>
              <a:off x="3437125" y="1065050"/>
              <a:ext cx="1500" cy="4410900"/>
            </a:xfrm>
            <a:custGeom>
              <a:avLst/>
              <a:gdLst/>
              <a:ahLst/>
              <a:cxnLst/>
              <a:rect l="l" t="t" r="r" b="b"/>
              <a:pathLst>
                <a:path w="60" h="176436" extrusionOk="0">
                  <a:moveTo>
                    <a:pt x="1" y="0"/>
                  </a:moveTo>
                  <a:lnTo>
                    <a:pt x="1" y="176435"/>
                  </a:lnTo>
                  <a:lnTo>
                    <a:pt x="59" y="176435"/>
                  </a:lnTo>
                  <a:lnTo>
                    <a:pt x="59"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7" name="Google Shape;10287;p14"/>
            <p:cNvSpPr/>
            <p:nvPr/>
          </p:nvSpPr>
          <p:spPr>
            <a:xfrm>
              <a:off x="3528925" y="1065050"/>
              <a:ext cx="1625" cy="4410900"/>
            </a:xfrm>
            <a:custGeom>
              <a:avLst/>
              <a:gdLst/>
              <a:ahLst/>
              <a:cxnLst/>
              <a:rect l="l" t="t" r="r" b="b"/>
              <a:pathLst>
                <a:path w="65" h="176436" extrusionOk="0">
                  <a:moveTo>
                    <a:pt x="1" y="0"/>
                  </a:moveTo>
                  <a:lnTo>
                    <a:pt x="1" y="176435"/>
                  </a:lnTo>
                  <a:lnTo>
                    <a:pt x="64" y="176435"/>
                  </a:lnTo>
                  <a:lnTo>
                    <a:pt x="64"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88" name="Google Shape;10288;p14"/>
          <p:cNvGrpSpPr/>
          <p:nvPr/>
        </p:nvGrpSpPr>
        <p:grpSpPr>
          <a:xfrm rot="5400000">
            <a:off x="2432820" y="2941896"/>
            <a:ext cx="347597" cy="4345456"/>
            <a:chOff x="-136402" y="-175976"/>
            <a:chExt cx="347597" cy="4345456"/>
          </a:xfrm>
        </p:grpSpPr>
        <p:sp>
          <p:nvSpPr>
            <p:cNvPr id="10289" name="Google Shape;10289;p14"/>
            <p:cNvSpPr/>
            <p:nvPr/>
          </p:nvSpPr>
          <p:spPr>
            <a:xfrm>
              <a:off x="-136402" y="-175976"/>
              <a:ext cx="273965" cy="273814"/>
            </a:xfrm>
            <a:custGeom>
              <a:avLst/>
              <a:gdLst/>
              <a:ahLst/>
              <a:cxnLst/>
              <a:rect l="l" t="t" r="r" b="b"/>
              <a:pathLst>
                <a:path w="3624" h="3622" extrusionOk="0">
                  <a:moveTo>
                    <a:pt x="1515" y="0"/>
                  </a:moveTo>
                  <a:lnTo>
                    <a:pt x="1" y="1513"/>
                  </a:lnTo>
                  <a:lnTo>
                    <a:pt x="1" y="3621"/>
                  </a:lnTo>
                  <a:lnTo>
                    <a:pt x="36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0" name="Google Shape;10290;p14"/>
            <p:cNvSpPr/>
            <p:nvPr/>
          </p:nvSpPr>
          <p:spPr>
            <a:xfrm>
              <a:off x="-136402" y="1778994"/>
              <a:ext cx="347597" cy="506503"/>
            </a:xfrm>
            <a:custGeom>
              <a:avLst/>
              <a:gdLst/>
              <a:ahLst/>
              <a:cxnLst/>
              <a:rect l="l" t="t" r="r" b="b"/>
              <a:pathLst>
                <a:path w="4598" h="6700" extrusionOk="0">
                  <a:moveTo>
                    <a:pt x="4597" y="1"/>
                  </a:moveTo>
                  <a:lnTo>
                    <a:pt x="1" y="4597"/>
                  </a:lnTo>
                  <a:lnTo>
                    <a:pt x="1" y="6699"/>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1" name="Google Shape;10291;p14"/>
            <p:cNvSpPr/>
            <p:nvPr/>
          </p:nvSpPr>
          <p:spPr>
            <a:xfrm>
              <a:off x="-136402" y="2326153"/>
              <a:ext cx="347597" cy="506276"/>
            </a:xfrm>
            <a:custGeom>
              <a:avLst/>
              <a:gdLst/>
              <a:ahLst/>
              <a:cxnLst/>
              <a:rect l="l" t="t" r="r" b="b"/>
              <a:pathLst>
                <a:path w="4598" h="6697" extrusionOk="0">
                  <a:moveTo>
                    <a:pt x="4597" y="0"/>
                  </a:moveTo>
                  <a:lnTo>
                    <a:pt x="1" y="4597"/>
                  </a:lnTo>
                  <a:lnTo>
                    <a:pt x="1" y="6697"/>
                  </a:lnTo>
                  <a:lnTo>
                    <a:pt x="4597" y="2108"/>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2" name="Google Shape;10292;p14"/>
            <p:cNvSpPr/>
            <p:nvPr/>
          </p:nvSpPr>
          <p:spPr>
            <a:xfrm>
              <a:off x="-136402" y="-175976"/>
              <a:ext cx="91624" cy="91473"/>
            </a:xfrm>
            <a:custGeom>
              <a:avLst/>
              <a:gdLst/>
              <a:ahLst/>
              <a:cxnLst/>
              <a:rect l="l" t="t" r="r" b="b"/>
              <a:pathLst>
                <a:path w="1212" h="1210" extrusionOk="0">
                  <a:moveTo>
                    <a:pt x="1" y="0"/>
                  </a:moveTo>
                  <a:lnTo>
                    <a:pt x="1" y="1209"/>
                  </a:lnTo>
                  <a:lnTo>
                    <a:pt x="12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3" name="Google Shape;10293;p14"/>
            <p:cNvSpPr/>
            <p:nvPr/>
          </p:nvSpPr>
          <p:spPr>
            <a:xfrm>
              <a:off x="-136402" y="3602504"/>
              <a:ext cx="347597" cy="506428"/>
            </a:xfrm>
            <a:custGeom>
              <a:avLst/>
              <a:gdLst/>
              <a:ahLst/>
              <a:cxnLst/>
              <a:rect l="l" t="t" r="r" b="b"/>
              <a:pathLst>
                <a:path w="4598" h="6699" extrusionOk="0">
                  <a:moveTo>
                    <a:pt x="4597" y="1"/>
                  </a:moveTo>
                  <a:lnTo>
                    <a:pt x="1" y="4597"/>
                  </a:lnTo>
                  <a:lnTo>
                    <a:pt x="1" y="6699"/>
                  </a:lnTo>
                  <a:lnTo>
                    <a:pt x="4597" y="2102"/>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4" name="Google Shape;10294;p14"/>
            <p:cNvSpPr/>
            <p:nvPr/>
          </p:nvSpPr>
          <p:spPr>
            <a:xfrm>
              <a:off x="-136402" y="3420168"/>
              <a:ext cx="347597" cy="506352"/>
            </a:xfrm>
            <a:custGeom>
              <a:avLst/>
              <a:gdLst/>
              <a:ahLst/>
              <a:cxnLst/>
              <a:rect l="l" t="t" r="r" b="b"/>
              <a:pathLst>
                <a:path w="4598" h="6698" extrusionOk="0">
                  <a:moveTo>
                    <a:pt x="4597" y="1"/>
                  </a:moveTo>
                  <a:lnTo>
                    <a:pt x="1" y="4597"/>
                  </a:lnTo>
                  <a:lnTo>
                    <a:pt x="1" y="6697"/>
                  </a:lnTo>
                  <a:lnTo>
                    <a:pt x="4597" y="2103"/>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5" name="Google Shape;10295;p14"/>
            <p:cNvSpPr/>
            <p:nvPr/>
          </p:nvSpPr>
          <p:spPr>
            <a:xfrm>
              <a:off x="-136402" y="3237908"/>
              <a:ext cx="347597" cy="506276"/>
            </a:xfrm>
            <a:custGeom>
              <a:avLst/>
              <a:gdLst/>
              <a:ahLst/>
              <a:cxnLst/>
              <a:rect l="l" t="t" r="r" b="b"/>
              <a:pathLst>
                <a:path w="4598" h="6697" extrusionOk="0">
                  <a:moveTo>
                    <a:pt x="4597" y="0"/>
                  </a:moveTo>
                  <a:lnTo>
                    <a:pt x="1" y="4596"/>
                  </a:lnTo>
                  <a:lnTo>
                    <a:pt x="1" y="6696"/>
                  </a:lnTo>
                  <a:lnTo>
                    <a:pt x="4597" y="2100"/>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6" name="Google Shape;10296;p14"/>
            <p:cNvSpPr/>
            <p:nvPr/>
          </p:nvSpPr>
          <p:spPr>
            <a:xfrm>
              <a:off x="-136402" y="3055572"/>
              <a:ext cx="347597" cy="506276"/>
            </a:xfrm>
            <a:custGeom>
              <a:avLst/>
              <a:gdLst/>
              <a:ahLst/>
              <a:cxnLst/>
              <a:rect l="l" t="t" r="r" b="b"/>
              <a:pathLst>
                <a:path w="4598" h="6697" extrusionOk="0">
                  <a:moveTo>
                    <a:pt x="4597" y="0"/>
                  </a:moveTo>
                  <a:lnTo>
                    <a:pt x="1" y="4595"/>
                  </a:lnTo>
                  <a:lnTo>
                    <a:pt x="1" y="6697"/>
                  </a:lnTo>
                  <a:lnTo>
                    <a:pt x="4597" y="2107"/>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7" name="Google Shape;10297;p14"/>
            <p:cNvSpPr/>
            <p:nvPr/>
          </p:nvSpPr>
          <p:spPr>
            <a:xfrm>
              <a:off x="-136402" y="-175976"/>
              <a:ext cx="347597" cy="456155"/>
            </a:xfrm>
            <a:custGeom>
              <a:avLst/>
              <a:gdLst/>
              <a:ahLst/>
              <a:cxnLst/>
              <a:rect l="l" t="t" r="r" b="b"/>
              <a:pathLst>
                <a:path w="4598" h="6034" extrusionOk="0">
                  <a:moveTo>
                    <a:pt x="3927" y="0"/>
                  </a:moveTo>
                  <a:lnTo>
                    <a:pt x="1" y="3925"/>
                  </a:lnTo>
                  <a:lnTo>
                    <a:pt x="1" y="6033"/>
                  </a:lnTo>
                  <a:lnTo>
                    <a:pt x="4597" y="1437"/>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8" name="Google Shape;10298;p14"/>
            <p:cNvSpPr/>
            <p:nvPr/>
          </p:nvSpPr>
          <p:spPr>
            <a:xfrm>
              <a:off x="-136402" y="2690749"/>
              <a:ext cx="347597" cy="506428"/>
            </a:xfrm>
            <a:custGeom>
              <a:avLst/>
              <a:gdLst/>
              <a:ahLst/>
              <a:cxnLst/>
              <a:rect l="l" t="t" r="r" b="b"/>
              <a:pathLst>
                <a:path w="4598" h="6699" extrusionOk="0">
                  <a:moveTo>
                    <a:pt x="4597" y="1"/>
                  </a:moveTo>
                  <a:lnTo>
                    <a:pt x="1" y="4597"/>
                  </a:lnTo>
                  <a:lnTo>
                    <a:pt x="1" y="6699"/>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9" name="Google Shape;10299;p14"/>
            <p:cNvSpPr/>
            <p:nvPr/>
          </p:nvSpPr>
          <p:spPr>
            <a:xfrm>
              <a:off x="-136402" y="1232062"/>
              <a:ext cx="347597" cy="506957"/>
            </a:xfrm>
            <a:custGeom>
              <a:avLst/>
              <a:gdLst/>
              <a:ahLst/>
              <a:cxnLst/>
              <a:rect l="l" t="t" r="r" b="b"/>
              <a:pathLst>
                <a:path w="4598" h="6706" extrusionOk="0">
                  <a:moveTo>
                    <a:pt x="4597" y="0"/>
                  </a:moveTo>
                  <a:lnTo>
                    <a:pt x="1" y="4597"/>
                  </a:lnTo>
                  <a:lnTo>
                    <a:pt x="1" y="6705"/>
                  </a:lnTo>
                  <a:lnTo>
                    <a:pt x="4597" y="2109"/>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0" name="Google Shape;10300;p14"/>
            <p:cNvSpPr/>
            <p:nvPr/>
          </p:nvSpPr>
          <p:spPr>
            <a:xfrm>
              <a:off x="-136402" y="2508489"/>
              <a:ext cx="347597" cy="506428"/>
            </a:xfrm>
            <a:custGeom>
              <a:avLst/>
              <a:gdLst/>
              <a:ahLst/>
              <a:cxnLst/>
              <a:rect l="l" t="t" r="r" b="b"/>
              <a:pathLst>
                <a:path w="4598" h="6699" extrusionOk="0">
                  <a:moveTo>
                    <a:pt x="4597" y="0"/>
                  </a:moveTo>
                  <a:lnTo>
                    <a:pt x="1" y="4596"/>
                  </a:lnTo>
                  <a:lnTo>
                    <a:pt x="1" y="6698"/>
                  </a:lnTo>
                  <a:lnTo>
                    <a:pt x="4597" y="2108"/>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1" name="Google Shape;10301;p14"/>
            <p:cNvSpPr/>
            <p:nvPr/>
          </p:nvSpPr>
          <p:spPr>
            <a:xfrm>
              <a:off x="-136402" y="1049726"/>
              <a:ext cx="347597" cy="506806"/>
            </a:xfrm>
            <a:custGeom>
              <a:avLst/>
              <a:gdLst/>
              <a:ahLst/>
              <a:cxnLst/>
              <a:rect l="l" t="t" r="r" b="b"/>
              <a:pathLst>
                <a:path w="4598" h="6704" extrusionOk="0">
                  <a:moveTo>
                    <a:pt x="4597" y="1"/>
                  </a:moveTo>
                  <a:lnTo>
                    <a:pt x="1" y="4597"/>
                  </a:lnTo>
                  <a:lnTo>
                    <a:pt x="1" y="6704"/>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2" name="Google Shape;10302;p14"/>
            <p:cNvSpPr/>
            <p:nvPr/>
          </p:nvSpPr>
          <p:spPr>
            <a:xfrm>
              <a:off x="-136402" y="503172"/>
              <a:ext cx="347597" cy="506428"/>
            </a:xfrm>
            <a:custGeom>
              <a:avLst/>
              <a:gdLst/>
              <a:ahLst/>
              <a:cxnLst/>
              <a:rect l="l" t="t" r="r" b="b"/>
              <a:pathLst>
                <a:path w="4598" h="6699" extrusionOk="0">
                  <a:moveTo>
                    <a:pt x="4597" y="0"/>
                  </a:moveTo>
                  <a:lnTo>
                    <a:pt x="1" y="4590"/>
                  </a:lnTo>
                  <a:lnTo>
                    <a:pt x="1" y="6698"/>
                  </a:lnTo>
                  <a:lnTo>
                    <a:pt x="4597" y="2102"/>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3" name="Google Shape;10303;p14"/>
            <p:cNvSpPr/>
            <p:nvPr/>
          </p:nvSpPr>
          <p:spPr>
            <a:xfrm>
              <a:off x="-136402" y="2143817"/>
              <a:ext cx="347597" cy="506276"/>
            </a:xfrm>
            <a:custGeom>
              <a:avLst/>
              <a:gdLst/>
              <a:ahLst/>
              <a:cxnLst/>
              <a:rect l="l" t="t" r="r" b="b"/>
              <a:pathLst>
                <a:path w="4598" h="6697" extrusionOk="0">
                  <a:moveTo>
                    <a:pt x="4597" y="0"/>
                  </a:moveTo>
                  <a:lnTo>
                    <a:pt x="1" y="4597"/>
                  </a:lnTo>
                  <a:lnTo>
                    <a:pt x="1" y="6697"/>
                  </a:lnTo>
                  <a:lnTo>
                    <a:pt x="4597" y="2109"/>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4" name="Google Shape;10304;p14"/>
            <p:cNvSpPr/>
            <p:nvPr/>
          </p:nvSpPr>
          <p:spPr>
            <a:xfrm>
              <a:off x="-136402" y="1596734"/>
              <a:ext cx="347597" cy="506428"/>
            </a:xfrm>
            <a:custGeom>
              <a:avLst/>
              <a:gdLst/>
              <a:ahLst/>
              <a:cxnLst/>
              <a:rect l="l" t="t" r="r" b="b"/>
              <a:pathLst>
                <a:path w="4598" h="6699" extrusionOk="0">
                  <a:moveTo>
                    <a:pt x="4597" y="0"/>
                  </a:moveTo>
                  <a:lnTo>
                    <a:pt x="1" y="4597"/>
                  </a:lnTo>
                  <a:lnTo>
                    <a:pt x="1" y="6698"/>
                  </a:lnTo>
                  <a:lnTo>
                    <a:pt x="4597" y="2108"/>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5" name="Google Shape;10305;p14"/>
            <p:cNvSpPr/>
            <p:nvPr/>
          </p:nvSpPr>
          <p:spPr>
            <a:xfrm>
              <a:off x="-136402" y="320836"/>
              <a:ext cx="347597" cy="506428"/>
            </a:xfrm>
            <a:custGeom>
              <a:avLst/>
              <a:gdLst/>
              <a:ahLst/>
              <a:cxnLst/>
              <a:rect l="l" t="t" r="r" b="b"/>
              <a:pathLst>
                <a:path w="4598" h="6699" extrusionOk="0">
                  <a:moveTo>
                    <a:pt x="4597" y="0"/>
                  </a:moveTo>
                  <a:lnTo>
                    <a:pt x="1" y="4590"/>
                  </a:lnTo>
                  <a:lnTo>
                    <a:pt x="1" y="6698"/>
                  </a:lnTo>
                  <a:lnTo>
                    <a:pt x="4597" y="2102"/>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6" name="Google Shape;10306;p14"/>
            <p:cNvSpPr/>
            <p:nvPr/>
          </p:nvSpPr>
          <p:spPr>
            <a:xfrm>
              <a:off x="-136402" y="3784840"/>
              <a:ext cx="347597" cy="384640"/>
            </a:xfrm>
            <a:custGeom>
              <a:avLst/>
              <a:gdLst/>
              <a:ahLst/>
              <a:cxnLst/>
              <a:rect l="l" t="t" r="r" b="b"/>
              <a:pathLst>
                <a:path w="4598" h="5088" extrusionOk="0">
                  <a:moveTo>
                    <a:pt x="4597" y="1"/>
                  </a:moveTo>
                  <a:lnTo>
                    <a:pt x="1" y="4597"/>
                  </a:lnTo>
                  <a:lnTo>
                    <a:pt x="1" y="5088"/>
                  </a:lnTo>
                  <a:lnTo>
                    <a:pt x="1611" y="5088"/>
                  </a:lnTo>
                  <a:lnTo>
                    <a:pt x="4597" y="2102"/>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7" name="Google Shape;10307;p14"/>
            <p:cNvSpPr/>
            <p:nvPr/>
          </p:nvSpPr>
          <p:spPr>
            <a:xfrm>
              <a:off x="-136402" y="1414398"/>
              <a:ext cx="347597" cy="506957"/>
            </a:xfrm>
            <a:custGeom>
              <a:avLst/>
              <a:gdLst/>
              <a:ahLst/>
              <a:cxnLst/>
              <a:rect l="l" t="t" r="r" b="b"/>
              <a:pathLst>
                <a:path w="4598" h="6706" extrusionOk="0">
                  <a:moveTo>
                    <a:pt x="4597" y="0"/>
                  </a:moveTo>
                  <a:lnTo>
                    <a:pt x="1" y="4597"/>
                  </a:lnTo>
                  <a:lnTo>
                    <a:pt x="1" y="6705"/>
                  </a:lnTo>
                  <a:lnTo>
                    <a:pt x="4597" y="2109"/>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8" name="Google Shape;10308;p14"/>
            <p:cNvSpPr/>
            <p:nvPr/>
          </p:nvSpPr>
          <p:spPr>
            <a:xfrm>
              <a:off x="-136402" y="685583"/>
              <a:ext cx="347597" cy="506276"/>
            </a:xfrm>
            <a:custGeom>
              <a:avLst/>
              <a:gdLst/>
              <a:ahLst/>
              <a:cxnLst/>
              <a:rect l="l" t="t" r="r" b="b"/>
              <a:pathLst>
                <a:path w="4598" h="6697" extrusionOk="0">
                  <a:moveTo>
                    <a:pt x="4597" y="1"/>
                  </a:moveTo>
                  <a:lnTo>
                    <a:pt x="1" y="4589"/>
                  </a:lnTo>
                  <a:lnTo>
                    <a:pt x="1" y="6697"/>
                  </a:lnTo>
                  <a:lnTo>
                    <a:pt x="4597" y="2101"/>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9" name="Google Shape;10309;p14"/>
            <p:cNvSpPr/>
            <p:nvPr/>
          </p:nvSpPr>
          <p:spPr>
            <a:xfrm>
              <a:off x="-136402" y="2873085"/>
              <a:ext cx="347597" cy="506428"/>
            </a:xfrm>
            <a:custGeom>
              <a:avLst/>
              <a:gdLst/>
              <a:ahLst/>
              <a:cxnLst/>
              <a:rect l="l" t="t" r="r" b="b"/>
              <a:pathLst>
                <a:path w="4598" h="6699" extrusionOk="0">
                  <a:moveTo>
                    <a:pt x="4597" y="1"/>
                  </a:moveTo>
                  <a:lnTo>
                    <a:pt x="1" y="4597"/>
                  </a:lnTo>
                  <a:lnTo>
                    <a:pt x="1" y="6699"/>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0" name="Google Shape;10310;p14"/>
            <p:cNvSpPr/>
            <p:nvPr/>
          </p:nvSpPr>
          <p:spPr>
            <a:xfrm>
              <a:off x="-136402" y="-43836"/>
              <a:ext cx="347597" cy="506276"/>
            </a:xfrm>
            <a:custGeom>
              <a:avLst/>
              <a:gdLst/>
              <a:ahLst/>
              <a:cxnLst/>
              <a:rect l="l" t="t" r="r" b="b"/>
              <a:pathLst>
                <a:path w="4598" h="6697" extrusionOk="0">
                  <a:moveTo>
                    <a:pt x="4597" y="1"/>
                  </a:moveTo>
                  <a:lnTo>
                    <a:pt x="1" y="4590"/>
                  </a:lnTo>
                  <a:lnTo>
                    <a:pt x="1" y="6697"/>
                  </a:lnTo>
                  <a:lnTo>
                    <a:pt x="4597" y="2102"/>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1" name="Google Shape;10311;p14"/>
            <p:cNvSpPr/>
            <p:nvPr/>
          </p:nvSpPr>
          <p:spPr>
            <a:xfrm>
              <a:off x="8971" y="3967175"/>
              <a:ext cx="202223" cy="202299"/>
            </a:xfrm>
            <a:custGeom>
              <a:avLst/>
              <a:gdLst/>
              <a:ahLst/>
              <a:cxnLst/>
              <a:rect l="l" t="t" r="r" b="b"/>
              <a:pathLst>
                <a:path w="2675" h="2676" extrusionOk="0">
                  <a:moveTo>
                    <a:pt x="2674" y="0"/>
                  </a:moveTo>
                  <a:lnTo>
                    <a:pt x="0" y="2676"/>
                  </a:lnTo>
                  <a:lnTo>
                    <a:pt x="2100" y="2676"/>
                  </a:lnTo>
                  <a:lnTo>
                    <a:pt x="2674" y="2102"/>
                  </a:lnTo>
                  <a:lnTo>
                    <a:pt x="267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2" name="Google Shape;10312;p14"/>
            <p:cNvSpPr/>
            <p:nvPr/>
          </p:nvSpPr>
          <p:spPr>
            <a:xfrm>
              <a:off x="-136402" y="1961481"/>
              <a:ext cx="347597" cy="506276"/>
            </a:xfrm>
            <a:custGeom>
              <a:avLst/>
              <a:gdLst/>
              <a:ahLst/>
              <a:cxnLst/>
              <a:rect l="l" t="t" r="r" b="b"/>
              <a:pathLst>
                <a:path w="4598" h="6697" extrusionOk="0">
                  <a:moveTo>
                    <a:pt x="4597" y="0"/>
                  </a:moveTo>
                  <a:lnTo>
                    <a:pt x="1" y="4595"/>
                  </a:lnTo>
                  <a:lnTo>
                    <a:pt x="1" y="6697"/>
                  </a:lnTo>
                  <a:lnTo>
                    <a:pt x="4597" y="2107"/>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3" name="Google Shape;10313;p14"/>
            <p:cNvSpPr/>
            <p:nvPr/>
          </p:nvSpPr>
          <p:spPr>
            <a:xfrm>
              <a:off x="-136402" y="867919"/>
              <a:ext cx="347597" cy="506276"/>
            </a:xfrm>
            <a:custGeom>
              <a:avLst/>
              <a:gdLst/>
              <a:ahLst/>
              <a:cxnLst/>
              <a:rect l="l" t="t" r="r" b="b"/>
              <a:pathLst>
                <a:path w="4598" h="6697" extrusionOk="0">
                  <a:moveTo>
                    <a:pt x="4597" y="0"/>
                  </a:moveTo>
                  <a:lnTo>
                    <a:pt x="1" y="4589"/>
                  </a:lnTo>
                  <a:lnTo>
                    <a:pt x="1" y="6697"/>
                  </a:lnTo>
                  <a:lnTo>
                    <a:pt x="4597" y="2100"/>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4" name="Google Shape;10314;p14"/>
            <p:cNvSpPr/>
            <p:nvPr/>
          </p:nvSpPr>
          <p:spPr>
            <a:xfrm>
              <a:off x="-136402" y="138500"/>
              <a:ext cx="347597" cy="506428"/>
            </a:xfrm>
            <a:custGeom>
              <a:avLst/>
              <a:gdLst/>
              <a:ahLst/>
              <a:cxnLst/>
              <a:rect l="l" t="t" r="r" b="b"/>
              <a:pathLst>
                <a:path w="4598" h="6699" extrusionOk="0">
                  <a:moveTo>
                    <a:pt x="4597" y="0"/>
                  </a:moveTo>
                  <a:lnTo>
                    <a:pt x="1" y="4590"/>
                  </a:lnTo>
                  <a:lnTo>
                    <a:pt x="1" y="6698"/>
                  </a:lnTo>
                  <a:lnTo>
                    <a:pt x="4597" y="2102"/>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5" name="Google Shape;10315;p14"/>
            <p:cNvSpPr/>
            <p:nvPr/>
          </p:nvSpPr>
          <p:spPr>
            <a:xfrm>
              <a:off x="191311" y="4149587"/>
              <a:ext cx="19882" cy="19882"/>
            </a:xfrm>
            <a:custGeom>
              <a:avLst/>
              <a:gdLst/>
              <a:ahLst/>
              <a:cxnLst/>
              <a:rect l="l" t="t" r="r" b="b"/>
              <a:pathLst>
                <a:path w="263" h="263" extrusionOk="0">
                  <a:moveTo>
                    <a:pt x="262" y="1"/>
                  </a:moveTo>
                  <a:lnTo>
                    <a:pt x="0" y="263"/>
                  </a:lnTo>
                  <a:lnTo>
                    <a:pt x="262" y="263"/>
                  </a:lnTo>
                  <a:lnTo>
                    <a:pt x="26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6" name="Google Shape;10316;p14"/>
          <p:cNvGrpSpPr/>
          <p:nvPr/>
        </p:nvGrpSpPr>
        <p:grpSpPr>
          <a:xfrm rot="5400000">
            <a:off x="2432822" y="2941898"/>
            <a:ext cx="347597" cy="4345451"/>
            <a:chOff x="-136402" y="-175976"/>
            <a:chExt cx="347597" cy="4345451"/>
          </a:xfrm>
        </p:grpSpPr>
        <p:sp>
          <p:nvSpPr>
            <p:cNvPr id="10317" name="Google Shape;10317;p14"/>
            <p:cNvSpPr/>
            <p:nvPr/>
          </p:nvSpPr>
          <p:spPr>
            <a:xfrm>
              <a:off x="-136402" y="3579069"/>
              <a:ext cx="347597" cy="371033"/>
            </a:xfrm>
            <a:custGeom>
              <a:avLst/>
              <a:gdLst/>
              <a:ahLst/>
              <a:cxnLst/>
              <a:rect l="l" t="t" r="r" b="b"/>
              <a:pathLst>
                <a:path w="4598" h="4908" extrusionOk="0">
                  <a:moveTo>
                    <a:pt x="4597" y="1"/>
                  </a:moveTo>
                  <a:lnTo>
                    <a:pt x="1" y="4595"/>
                  </a:lnTo>
                  <a:lnTo>
                    <a:pt x="1" y="4907"/>
                  </a:lnTo>
                  <a:lnTo>
                    <a:pt x="4597" y="311"/>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8" name="Google Shape;10318;p14"/>
            <p:cNvSpPr/>
            <p:nvPr/>
          </p:nvSpPr>
          <p:spPr>
            <a:xfrm>
              <a:off x="-136402" y="2850179"/>
              <a:ext cx="347597" cy="370503"/>
            </a:xfrm>
            <a:custGeom>
              <a:avLst/>
              <a:gdLst/>
              <a:ahLst/>
              <a:cxnLst/>
              <a:rect l="l" t="t" r="r" b="b"/>
              <a:pathLst>
                <a:path w="4598" h="4901" extrusionOk="0">
                  <a:moveTo>
                    <a:pt x="4597" y="0"/>
                  </a:moveTo>
                  <a:lnTo>
                    <a:pt x="1" y="4590"/>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9" name="Google Shape;10319;p14"/>
            <p:cNvSpPr/>
            <p:nvPr/>
          </p:nvSpPr>
          <p:spPr>
            <a:xfrm>
              <a:off x="-14615" y="3943741"/>
              <a:ext cx="225810" cy="225734"/>
            </a:xfrm>
            <a:custGeom>
              <a:avLst/>
              <a:gdLst/>
              <a:ahLst/>
              <a:cxnLst/>
              <a:rect l="l" t="t" r="r" b="b"/>
              <a:pathLst>
                <a:path w="2987" h="2986" extrusionOk="0">
                  <a:moveTo>
                    <a:pt x="2986" y="0"/>
                  </a:moveTo>
                  <a:lnTo>
                    <a:pt x="0" y="2986"/>
                  </a:lnTo>
                  <a:lnTo>
                    <a:pt x="312" y="2986"/>
                  </a:lnTo>
                  <a:lnTo>
                    <a:pt x="2986" y="310"/>
                  </a:lnTo>
                  <a:lnTo>
                    <a:pt x="29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0" name="Google Shape;10320;p14"/>
            <p:cNvSpPr/>
            <p:nvPr/>
          </p:nvSpPr>
          <p:spPr>
            <a:xfrm>
              <a:off x="-136402" y="3214775"/>
              <a:ext cx="347597" cy="370655"/>
            </a:xfrm>
            <a:custGeom>
              <a:avLst/>
              <a:gdLst/>
              <a:ahLst/>
              <a:cxnLst/>
              <a:rect l="l" t="t" r="r" b="b"/>
              <a:pathLst>
                <a:path w="4598" h="4903" extrusionOk="0">
                  <a:moveTo>
                    <a:pt x="4597" y="1"/>
                  </a:moveTo>
                  <a:lnTo>
                    <a:pt x="1" y="4591"/>
                  </a:lnTo>
                  <a:lnTo>
                    <a:pt x="1" y="4902"/>
                  </a:lnTo>
                  <a:lnTo>
                    <a:pt x="4597" y="306"/>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1" name="Google Shape;10321;p14"/>
            <p:cNvSpPr/>
            <p:nvPr/>
          </p:nvSpPr>
          <p:spPr>
            <a:xfrm>
              <a:off x="-136402" y="2485508"/>
              <a:ext cx="347597" cy="370503"/>
            </a:xfrm>
            <a:custGeom>
              <a:avLst/>
              <a:gdLst/>
              <a:ahLst/>
              <a:cxnLst/>
              <a:rect l="l" t="t" r="r" b="b"/>
              <a:pathLst>
                <a:path w="4598" h="4901" extrusionOk="0">
                  <a:moveTo>
                    <a:pt x="4597" y="0"/>
                  </a:moveTo>
                  <a:lnTo>
                    <a:pt x="1" y="4589"/>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2" name="Google Shape;10322;p14"/>
            <p:cNvSpPr/>
            <p:nvPr/>
          </p:nvSpPr>
          <p:spPr>
            <a:xfrm>
              <a:off x="-136402" y="2120760"/>
              <a:ext cx="347597" cy="370579"/>
            </a:xfrm>
            <a:custGeom>
              <a:avLst/>
              <a:gdLst/>
              <a:ahLst/>
              <a:cxnLst/>
              <a:rect l="l" t="t" r="r" b="b"/>
              <a:pathLst>
                <a:path w="4598" h="4902" extrusionOk="0">
                  <a:moveTo>
                    <a:pt x="4597" y="0"/>
                  </a:moveTo>
                  <a:lnTo>
                    <a:pt x="1" y="4590"/>
                  </a:lnTo>
                  <a:lnTo>
                    <a:pt x="1" y="4902"/>
                  </a:lnTo>
                  <a:lnTo>
                    <a:pt x="4597" y="305"/>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3" name="Google Shape;10323;p14"/>
            <p:cNvSpPr/>
            <p:nvPr/>
          </p:nvSpPr>
          <p:spPr>
            <a:xfrm>
              <a:off x="-136402" y="1756088"/>
              <a:ext cx="347597" cy="370503"/>
            </a:xfrm>
            <a:custGeom>
              <a:avLst/>
              <a:gdLst/>
              <a:ahLst/>
              <a:cxnLst/>
              <a:rect l="l" t="t" r="r" b="b"/>
              <a:pathLst>
                <a:path w="4598" h="4901" extrusionOk="0">
                  <a:moveTo>
                    <a:pt x="4597" y="0"/>
                  </a:moveTo>
                  <a:lnTo>
                    <a:pt x="1" y="4590"/>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4" name="Google Shape;10324;p14"/>
            <p:cNvSpPr/>
            <p:nvPr/>
          </p:nvSpPr>
          <p:spPr>
            <a:xfrm>
              <a:off x="-136402" y="1391417"/>
              <a:ext cx="347597" cy="370503"/>
            </a:xfrm>
            <a:custGeom>
              <a:avLst/>
              <a:gdLst/>
              <a:ahLst/>
              <a:cxnLst/>
              <a:rect l="l" t="t" r="r" b="b"/>
              <a:pathLst>
                <a:path w="4598" h="4901" extrusionOk="0">
                  <a:moveTo>
                    <a:pt x="4597" y="1"/>
                  </a:moveTo>
                  <a:lnTo>
                    <a:pt x="1" y="4597"/>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5" name="Google Shape;10325;p14"/>
            <p:cNvSpPr/>
            <p:nvPr/>
          </p:nvSpPr>
          <p:spPr>
            <a:xfrm>
              <a:off x="-136402" y="1026669"/>
              <a:ext cx="347597" cy="370655"/>
            </a:xfrm>
            <a:custGeom>
              <a:avLst/>
              <a:gdLst/>
              <a:ahLst/>
              <a:cxnLst/>
              <a:rect l="l" t="t" r="r" b="b"/>
              <a:pathLst>
                <a:path w="4598" h="4903" extrusionOk="0">
                  <a:moveTo>
                    <a:pt x="4597" y="0"/>
                  </a:moveTo>
                  <a:lnTo>
                    <a:pt x="1" y="4597"/>
                  </a:lnTo>
                  <a:lnTo>
                    <a:pt x="1" y="4902"/>
                  </a:lnTo>
                  <a:lnTo>
                    <a:pt x="4597" y="306"/>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6" name="Google Shape;10326;p14"/>
            <p:cNvSpPr/>
            <p:nvPr/>
          </p:nvSpPr>
          <p:spPr>
            <a:xfrm>
              <a:off x="-136402" y="661998"/>
              <a:ext cx="347597" cy="370503"/>
            </a:xfrm>
            <a:custGeom>
              <a:avLst/>
              <a:gdLst/>
              <a:ahLst/>
              <a:cxnLst/>
              <a:rect l="l" t="t" r="r" b="b"/>
              <a:pathLst>
                <a:path w="4598" h="4901" extrusionOk="0">
                  <a:moveTo>
                    <a:pt x="4597" y="1"/>
                  </a:moveTo>
                  <a:lnTo>
                    <a:pt x="1" y="4597"/>
                  </a:lnTo>
                  <a:lnTo>
                    <a:pt x="1" y="4901"/>
                  </a:lnTo>
                  <a:lnTo>
                    <a:pt x="4597" y="313"/>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7" name="Google Shape;10327;p14"/>
            <p:cNvSpPr/>
            <p:nvPr/>
          </p:nvSpPr>
          <p:spPr>
            <a:xfrm>
              <a:off x="-136402" y="297402"/>
              <a:ext cx="347597" cy="370503"/>
            </a:xfrm>
            <a:custGeom>
              <a:avLst/>
              <a:gdLst/>
              <a:ahLst/>
              <a:cxnLst/>
              <a:rect l="l" t="t" r="r" b="b"/>
              <a:pathLst>
                <a:path w="4598" h="4901" extrusionOk="0">
                  <a:moveTo>
                    <a:pt x="4597" y="0"/>
                  </a:moveTo>
                  <a:lnTo>
                    <a:pt x="1" y="4596"/>
                  </a:lnTo>
                  <a:lnTo>
                    <a:pt x="1" y="4900"/>
                  </a:lnTo>
                  <a:lnTo>
                    <a:pt x="4597" y="310"/>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8" name="Google Shape;10328;p14"/>
            <p:cNvSpPr/>
            <p:nvPr/>
          </p:nvSpPr>
          <p:spPr>
            <a:xfrm>
              <a:off x="-136402" y="-67421"/>
              <a:ext cx="347597" cy="370655"/>
            </a:xfrm>
            <a:custGeom>
              <a:avLst/>
              <a:gdLst/>
              <a:ahLst/>
              <a:cxnLst/>
              <a:rect l="l" t="t" r="r" b="b"/>
              <a:pathLst>
                <a:path w="4598" h="4903" extrusionOk="0">
                  <a:moveTo>
                    <a:pt x="4597" y="1"/>
                  </a:moveTo>
                  <a:lnTo>
                    <a:pt x="1" y="4597"/>
                  </a:lnTo>
                  <a:lnTo>
                    <a:pt x="1" y="4902"/>
                  </a:lnTo>
                  <a:lnTo>
                    <a:pt x="4597" y="313"/>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9" name="Google Shape;10329;p14"/>
            <p:cNvSpPr/>
            <p:nvPr/>
          </p:nvSpPr>
          <p:spPr>
            <a:xfrm>
              <a:off x="-136402" y="-175976"/>
              <a:ext cx="114606" cy="114379"/>
            </a:xfrm>
            <a:custGeom>
              <a:avLst/>
              <a:gdLst/>
              <a:ahLst/>
              <a:cxnLst/>
              <a:rect l="l" t="t" r="r" b="b"/>
              <a:pathLst>
                <a:path w="1516" h="1513" extrusionOk="0">
                  <a:moveTo>
                    <a:pt x="1212" y="0"/>
                  </a:moveTo>
                  <a:lnTo>
                    <a:pt x="1" y="1209"/>
                  </a:lnTo>
                  <a:lnTo>
                    <a:pt x="1" y="1513"/>
                  </a:lnTo>
                  <a:lnTo>
                    <a:pt x="15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0" name="Google Shape;10330;p14"/>
            <p:cNvSpPr/>
            <p:nvPr/>
          </p:nvSpPr>
          <p:spPr>
            <a:xfrm>
              <a:off x="167725" y="4126077"/>
              <a:ext cx="43469" cy="43393"/>
            </a:xfrm>
            <a:custGeom>
              <a:avLst/>
              <a:gdLst/>
              <a:ahLst/>
              <a:cxnLst/>
              <a:rect l="l" t="t" r="r" b="b"/>
              <a:pathLst>
                <a:path w="575" h="574" extrusionOk="0">
                  <a:moveTo>
                    <a:pt x="574" y="0"/>
                  </a:moveTo>
                  <a:lnTo>
                    <a:pt x="0" y="574"/>
                  </a:lnTo>
                  <a:lnTo>
                    <a:pt x="312" y="574"/>
                  </a:lnTo>
                  <a:lnTo>
                    <a:pt x="574" y="312"/>
                  </a:lnTo>
                  <a:lnTo>
                    <a:pt x="57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1" name="Google Shape;10331;p14"/>
            <p:cNvSpPr/>
            <p:nvPr/>
          </p:nvSpPr>
          <p:spPr>
            <a:xfrm>
              <a:off x="-136402" y="3396658"/>
              <a:ext cx="347597" cy="371108"/>
            </a:xfrm>
            <a:custGeom>
              <a:avLst/>
              <a:gdLst/>
              <a:ahLst/>
              <a:cxnLst/>
              <a:rect l="l" t="t" r="r" b="b"/>
              <a:pathLst>
                <a:path w="4598" h="4909" extrusionOk="0">
                  <a:moveTo>
                    <a:pt x="4597" y="0"/>
                  </a:moveTo>
                  <a:lnTo>
                    <a:pt x="1" y="4596"/>
                  </a:lnTo>
                  <a:lnTo>
                    <a:pt x="1" y="4908"/>
                  </a:lnTo>
                  <a:lnTo>
                    <a:pt x="4597" y="312"/>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2" name="Google Shape;10332;p14"/>
            <p:cNvSpPr/>
            <p:nvPr/>
          </p:nvSpPr>
          <p:spPr>
            <a:xfrm>
              <a:off x="-136402" y="2667843"/>
              <a:ext cx="347597" cy="370503"/>
            </a:xfrm>
            <a:custGeom>
              <a:avLst/>
              <a:gdLst/>
              <a:ahLst/>
              <a:cxnLst/>
              <a:rect l="l" t="t" r="r" b="b"/>
              <a:pathLst>
                <a:path w="4598" h="4901" extrusionOk="0">
                  <a:moveTo>
                    <a:pt x="4597" y="0"/>
                  </a:moveTo>
                  <a:lnTo>
                    <a:pt x="1" y="4590"/>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3" name="Google Shape;10333;p14"/>
            <p:cNvSpPr/>
            <p:nvPr/>
          </p:nvSpPr>
          <p:spPr>
            <a:xfrm>
              <a:off x="-136402" y="1938424"/>
              <a:ext cx="347597" cy="370503"/>
            </a:xfrm>
            <a:custGeom>
              <a:avLst/>
              <a:gdLst/>
              <a:ahLst/>
              <a:cxnLst/>
              <a:rect l="l" t="t" r="r" b="b"/>
              <a:pathLst>
                <a:path w="4598" h="4901" extrusionOk="0">
                  <a:moveTo>
                    <a:pt x="4597" y="0"/>
                  </a:moveTo>
                  <a:lnTo>
                    <a:pt x="1" y="4590"/>
                  </a:lnTo>
                  <a:lnTo>
                    <a:pt x="1" y="4900"/>
                  </a:lnTo>
                  <a:lnTo>
                    <a:pt x="4597" y="305"/>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4" name="Google Shape;10334;p14"/>
            <p:cNvSpPr/>
            <p:nvPr/>
          </p:nvSpPr>
          <p:spPr>
            <a:xfrm>
              <a:off x="-136402" y="1209081"/>
              <a:ext cx="347597" cy="370503"/>
            </a:xfrm>
            <a:custGeom>
              <a:avLst/>
              <a:gdLst/>
              <a:ahLst/>
              <a:cxnLst/>
              <a:rect l="l" t="t" r="r" b="b"/>
              <a:pathLst>
                <a:path w="4598" h="4901" extrusionOk="0">
                  <a:moveTo>
                    <a:pt x="4597" y="1"/>
                  </a:moveTo>
                  <a:lnTo>
                    <a:pt x="1" y="4596"/>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5" name="Google Shape;10335;p14"/>
            <p:cNvSpPr/>
            <p:nvPr/>
          </p:nvSpPr>
          <p:spPr>
            <a:xfrm>
              <a:off x="-136402" y="479662"/>
              <a:ext cx="347597" cy="370503"/>
            </a:xfrm>
            <a:custGeom>
              <a:avLst/>
              <a:gdLst/>
              <a:ahLst/>
              <a:cxnLst/>
              <a:rect l="l" t="t" r="r" b="b"/>
              <a:pathLst>
                <a:path w="4598" h="4901" extrusionOk="0">
                  <a:moveTo>
                    <a:pt x="4597" y="1"/>
                  </a:moveTo>
                  <a:lnTo>
                    <a:pt x="1" y="4597"/>
                  </a:lnTo>
                  <a:lnTo>
                    <a:pt x="1" y="4901"/>
                  </a:lnTo>
                  <a:lnTo>
                    <a:pt x="4597" y="311"/>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6" name="Google Shape;10336;p14"/>
            <p:cNvSpPr/>
            <p:nvPr/>
          </p:nvSpPr>
          <p:spPr>
            <a:xfrm>
              <a:off x="-136402" y="3761405"/>
              <a:ext cx="347597" cy="370957"/>
            </a:xfrm>
            <a:custGeom>
              <a:avLst/>
              <a:gdLst/>
              <a:ahLst/>
              <a:cxnLst/>
              <a:rect l="l" t="t" r="r" b="b"/>
              <a:pathLst>
                <a:path w="4598" h="4907" extrusionOk="0">
                  <a:moveTo>
                    <a:pt x="4597" y="0"/>
                  </a:moveTo>
                  <a:lnTo>
                    <a:pt x="1" y="4597"/>
                  </a:lnTo>
                  <a:lnTo>
                    <a:pt x="1" y="4907"/>
                  </a:lnTo>
                  <a:lnTo>
                    <a:pt x="4597" y="311"/>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7" name="Google Shape;10337;p14"/>
            <p:cNvSpPr/>
            <p:nvPr/>
          </p:nvSpPr>
          <p:spPr>
            <a:xfrm>
              <a:off x="-136402" y="3032440"/>
              <a:ext cx="347597" cy="370503"/>
            </a:xfrm>
            <a:custGeom>
              <a:avLst/>
              <a:gdLst/>
              <a:ahLst/>
              <a:cxnLst/>
              <a:rect l="l" t="t" r="r" b="b"/>
              <a:pathLst>
                <a:path w="4598" h="4901" extrusionOk="0">
                  <a:moveTo>
                    <a:pt x="4597" y="1"/>
                  </a:moveTo>
                  <a:lnTo>
                    <a:pt x="1" y="4591"/>
                  </a:lnTo>
                  <a:lnTo>
                    <a:pt x="1" y="4901"/>
                  </a:lnTo>
                  <a:lnTo>
                    <a:pt x="4597" y="306"/>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8" name="Google Shape;10338;p14"/>
            <p:cNvSpPr/>
            <p:nvPr/>
          </p:nvSpPr>
          <p:spPr>
            <a:xfrm>
              <a:off x="-136402" y="2303172"/>
              <a:ext cx="347597" cy="370503"/>
            </a:xfrm>
            <a:custGeom>
              <a:avLst/>
              <a:gdLst/>
              <a:ahLst/>
              <a:cxnLst/>
              <a:rect l="l" t="t" r="r" b="b"/>
              <a:pathLst>
                <a:path w="4598" h="4901" extrusionOk="0">
                  <a:moveTo>
                    <a:pt x="4597" y="1"/>
                  </a:moveTo>
                  <a:lnTo>
                    <a:pt x="1" y="4589"/>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9" name="Google Shape;10339;p14"/>
            <p:cNvSpPr/>
            <p:nvPr/>
          </p:nvSpPr>
          <p:spPr>
            <a:xfrm>
              <a:off x="-136402" y="1573753"/>
              <a:ext cx="347597" cy="370503"/>
            </a:xfrm>
            <a:custGeom>
              <a:avLst/>
              <a:gdLst/>
              <a:ahLst/>
              <a:cxnLst/>
              <a:rect l="l" t="t" r="r" b="b"/>
              <a:pathLst>
                <a:path w="4598" h="4901" extrusionOk="0">
                  <a:moveTo>
                    <a:pt x="4597" y="1"/>
                  </a:moveTo>
                  <a:lnTo>
                    <a:pt x="1" y="4597"/>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0" name="Google Shape;10340;p14"/>
            <p:cNvSpPr/>
            <p:nvPr/>
          </p:nvSpPr>
          <p:spPr>
            <a:xfrm>
              <a:off x="-136402" y="844334"/>
              <a:ext cx="347597" cy="370503"/>
            </a:xfrm>
            <a:custGeom>
              <a:avLst/>
              <a:gdLst/>
              <a:ahLst/>
              <a:cxnLst/>
              <a:rect l="l" t="t" r="r" b="b"/>
              <a:pathLst>
                <a:path w="4598" h="4901" extrusionOk="0">
                  <a:moveTo>
                    <a:pt x="4597" y="1"/>
                  </a:moveTo>
                  <a:lnTo>
                    <a:pt x="1" y="4597"/>
                  </a:lnTo>
                  <a:lnTo>
                    <a:pt x="1" y="4901"/>
                  </a:lnTo>
                  <a:lnTo>
                    <a:pt x="4597" y="312"/>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1" name="Google Shape;10341;p14"/>
            <p:cNvSpPr/>
            <p:nvPr/>
          </p:nvSpPr>
          <p:spPr>
            <a:xfrm>
              <a:off x="-136402" y="115066"/>
              <a:ext cx="347597" cy="370503"/>
            </a:xfrm>
            <a:custGeom>
              <a:avLst/>
              <a:gdLst/>
              <a:ahLst/>
              <a:cxnLst/>
              <a:rect l="l" t="t" r="r" b="b"/>
              <a:pathLst>
                <a:path w="4598" h="4901" extrusionOk="0">
                  <a:moveTo>
                    <a:pt x="4597" y="0"/>
                  </a:moveTo>
                  <a:lnTo>
                    <a:pt x="1" y="4595"/>
                  </a:lnTo>
                  <a:lnTo>
                    <a:pt x="1" y="4900"/>
                  </a:lnTo>
                  <a:lnTo>
                    <a:pt x="4597" y="310"/>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14"/>
            <p:cNvSpPr/>
            <p:nvPr/>
          </p:nvSpPr>
          <p:spPr>
            <a:xfrm>
              <a:off x="-136402" y="-175976"/>
              <a:ext cx="296947" cy="296720"/>
            </a:xfrm>
            <a:custGeom>
              <a:avLst/>
              <a:gdLst/>
              <a:ahLst/>
              <a:cxnLst/>
              <a:rect l="l" t="t" r="r" b="b"/>
              <a:pathLst>
                <a:path w="3928" h="3925" extrusionOk="0">
                  <a:moveTo>
                    <a:pt x="3624" y="0"/>
                  </a:moveTo>
                  <a:lnTo>
                    <a:pt x="1" y="3621"/>
                  </a:lnTo>
                  <a:lnTo>
                    <a:pt x="1" y="3925"/>
                  </a:lnTo>
                  <a:lnTo>
                    <a:pt x="39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43" name="Google Shape;10343;p14"/>
          <p:cNvSpPr/>
          <p:nvPr/>
        </p:nvSpPr>
        <p:spPr>
          <a:xfrm rot="5400000">
            <a:off x="2432795" y="2941877"/>
            <a:ext cx="347700" cy="43455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44" name="Google Shape;10344;p14"/>
          <p:cNvGrpSpPr/>
          <p:nvPr/>
        </p:nvGrpSpPr>
        <p:grpSpPr>
          <a:xfrm rot="10800000">
            <a:off x="8913498" y="-248025"/>
            <a:ext cx="347597" cy="4345456"/>
            <a:chOff x="-136402" y="-175976"/>
            <a:chExt cx="347597" cy="4345456"/>
          </a:xfrm>
        </p:grpSpPr>
        <p:sp>
          <p:nvSpPr>
            <p:cNvPr id="10345" name="Google Shape;10345;p14"/>
            <p:cNvSpPr/>
            <p:nvPr/>
          </p:nvSpPr>
          <p:spPr>
            <a:xfrm>
              <a:off x="-136402" y="-175976"/>
              <a:ext cx="273965" cy="273814"/>
            </a:xfrm>
            <a:custGeom>
              <a:avLst/>
              <a:gdLst/>
              <a:ahLst/>
              <a:cxnLst/>
              <a:rect l="l" t="t" r="r" b="b"/>
              <a:pathLst>
                <a:path w="3624" h="3622" extrusionOk="0">
                  <a:moveTo>
                    <a:pt x="1515" y="0"/>
                  </a:moveTo>
                  <a:lnTo>
                    <a:pt x="1" y="1513"/>
                  </a:lnTo>
                  <a:lnTo>
                    <a:pt x="1" y="3621"/>
                  </a:lnTo>
                  <a:lnTo>
                    <a:pt x="36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6" name="Google Shape;10346;p14"/>
            <p:cNvSpPr/>
            <p:nvPr/>
          </p:nvSpPr>
          <p:spPr>
            <a:xfrm>
              <a:off x="-136402" y="1778994"/>
              <a:ext cx="347597" cy="506503"/>
            </a:xfrm>
            <a:custGeom>
              <a:avLst/>
              <a:gdLst/>
              <a:ahLst/>
              <a:cxnLst/>
              <a:rect l="l" t="t" r="r" b="b"/>
              <a:pathLst>
                <a:path w="4598" h="6700" extrusionOk="0">
                  <a:moveTo>
                    <a:pt x="4597" y="1"/>
                  </a:moveTo>
                  <a:lnTo>
                    <a:pt x="1" y="4597"/>
                  </a:lnTo>
                  <a:lnTo>
                    <a:pt x="1" y="6699"/>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7" name="Google Shape;10347;p14"/>
            <p:cNvSpPr/>
            <p:nvPr/>
          </p:nvSpPr>
          <p:spPr>
            <a:xfrm>
              <a:off x="-136402" y="2326153"/>
              <a:ext cx="347597" cy="506276"/>
            </a:xfrm>
            <a:custGeom>
              <a:avLst/>
              <a:gdLst/>
              <a:ahLst/>
              <a:cxnLst/>
              <a:rect l="l" t="t" r="r" b="b"/>
              <a:pathLst>
                <a:path w="4598" h="6697" extrusionOk="0">
                  <a:moveTo>
                    <a:pt x="4597" y="0"/>
                  </a:moveTo>
                  <a:lnTo>
                    <a:pt x="1" y="4597"/>
                  </a:lnTo>
                  <a:lnTo>
                    <a:pt x="1" y="6697"/>
                  </a:lnTo>
                  <a:lnTo>
                    <a:pt x="4597" y="2108"/>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8" name="Google Shape;10348;p14"/>
            <p:cNvSpPr/>
            <p:nvPr/>
          </p:nvSpPr>
          <p:spPr>
            <a:xfrm>
              <a:off x="-136402" y="-175976"/>
              <a:ext cx="91624" cy="91473"/>
            </a:xfrm>
            <a:custGeom>
              <a:avLst/>
              <a:gdLst/>
              <a:ahLst/>
              <a:cxnLst/>
              <a:rect l="l" t="t" r="r" b="b"/>
              <a:pathLst>
                <a:path w="1212" h="1210" extrusionOk="0">
                  <a:moveTo>
                    <a:pt x="1" y="0"/>
                  </a:moveTo>
                  <a:lnTo>
                    <a:pt x="1" y="1209"/>
                  </a:lnTo>
                  <a:lnTo>
                    <a:pt x="12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9" name="Google Shape;10349;p14"/>
            <p:cNvSpPr/>
            <p:nvPr/>
          </p:nvSpPr>
          <p:spPr>
            <a:xfrm>
              <a:off x="-136402" y="3602504"/>
              <a:ext cx="347597" cy="506428"/>
            </a:xfrm>
            <a:custGeom>
              <a:avLst/>
              <a:gdLst/>
              <a:ahLst/>
              <a:cxnLst/>
              <a:rect l="l" t="t" r="r" b="b"/>
              <a:pathLst>
                <a:path w="4598" h="6699" extrusionOk="0">
                  <a:moveTo>
                    <a:pt x="4597" y="1"/>
                  </a:moveTo>
                  <a:lnTo>
                    <a:pt x="1" y="4597"/>
                  </a:lnTo>
                  <a:lnTo>
                    <a:pt x="1" y="6699"/>
                  </a:lnTo>
                  <a:lnTo>
                    <a:pt x="4597" y="2102"/>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0" name="Google Shape;10350;p14"/>
            <p:cNvSpPr/>
            <p:nvPr/>
          </p:nvSpPr>
          <p:spPr>
            <a:xfrm>
              <a:off x="-136402" y="3420168"/>
              <a:ext cx="347597" cy="506352"/>
            </a:xfrm>
            <a:custGeom>
              <a:avLst/>
              <a:gdLst/>
              <a:ahLst/>
              <a:cxnLst/>
              <a:rect l="l" t="t" r="r" b="b"/>
              <a:pathLst>
                <a:path w="4598" h="6698" extrusionOk="0">
                  <a:moveTo>
                    <a:pt x="4597" y="1"/>
                  </a:moveTo>
                  <a:lnTo>
                    <a:pt x="1" y="4597"/>
                  </a:lnTo>
                  <a:lnTo>
                    <a:pt x="1" y="6697"/>
                  </a:lnTo>
                  <a:lnTo>
                    <a:pt x="4597" y="2103"/>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1" name="Google Shape;10351;p14"/>
            <p:cNvSpPr/>
            <p:nvPr/>
          </p:nvSpPr>
          <p:spPr>
            <a:xfrm>
              <a:off x="-136402" y="3237908"/>
              <a:ext cx="347597" cy="506276"/>
            </a:xfrm>
            <a:custGeom>
              <a:avLst/>
              <a:gdLst/>
              <a:ahLst/>
              <a:cxnLst/>
              <a:rect l="l" t="t" r="r" b="b"/>
              <a:pathLst>
                <a:path w="4598" h="6697" extrusionOk="0">
                  <a:moveTo>
                    <a:pt x="4597" y="0"/>
                  </a:moveTo>
                  <a:lnTo>
                    <a:pt x="1" y="4596"/>
                  </a:lnTo>
                  <a:lnTo>
                    <a:pt x="1" y="6696"/>
                  </a:lnTo>
                  <a:lnTo>
                    <a:pt x="4597" y="2100"/>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2" name="Google Shape;10352;p14"/>
            <p:cNvSpPr/>
            <p:nvPr/>
          </p:nvSpPr>
          <p:spPr>
            <a:xfrm>
              <a:off x="-136402" y="3055572"/>
              <a:ext cx="347597" cy="506276"/>
            </a:xfrm>
            <a:custGeom>
              <a:avLst/>
              <a:gdLst/>
              <a:ahLst/>
              <a:cxnLst/>
              <a:rect l="l" t="t" r="r" b="b"/>
              <a:pathLst>
                <a:path w="4598" h="6697" extrusionOk="0">
                  <a:moveTo>
                    <a:pt x="4597" y="0"/>
                  </a:moveTo>
                  <a:lnTo>
                    <a:pt x="1" y="4595"/>
                  </a:lnTo>
                  <a:lnTo>
                    <a:pt x="1" y="6697"/>
                  </a:lnTo>
                  <a:lnTo>
                    <a:pt x="4597" y="2107"/>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3" name="Google Shape;10353;p14"/>
            <p:cNvSpPr/>
            <p:nvPr/>
          </p:nvSpPr>
          <p:spPr>
            <a:xfrm>
              <a:off x="-136402" y="-175976"/>
              <a:ext cx="347597" cy="456155"/>
            </a:xfrm>
            <a:custGeom>
              <a:avLst/>
              <a:gdLst/>
              <a:ahLst/>
              <a:cxnLst/>
              <a:rect l="l" t="t" r="r" b="b"/>
              <a:pathLst>
                <a:path w="4598" h="6034" extrusionOk="0">
                  <a:moveTo>
                    <a:pt x="3927" y="0"/>
                  </a:moveTo>
                  <a:lnTo>
                    <a:pt x="1" y="3925"/>
                  </a:lnTo>
                  <a:lnTo>
                    <a:pt x="1" y="6033"/>
                  </a:lnTo>
                  <a:lnTo>
                    <a:pt x="4597" y="1437"/>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4" name="Google Shape;10354;p14"/>
            <p:cNvSpPr/>
            <p:nvPr/>
          </p:nvSpPr>
          <p:spPr>
            <a:xfrm>
              <a:off x="-136402" y="2690749"/>
              <a:ext cx="347597" cy="506428"/>
            </a:xfrm>
            <a:custGeom>
              <a:avLst/>
              <a:gdLst/>
              <a:ahLst/>
              <a:cxnLst/>
              <a:rect l="l" t="t" r="r" b="b"/>
              <a:pathLst>
                <a:path w="4598" h="6699" extrusionOk="0">
                  <a:moveTo>
                    <a:pt x="4597" y="1"/>
                  </a:moveTo>
                  <a:lnTo>
                    <a:pt x="1" y="4597"/>
                  </a:lnTo>
                  <a:lnTo>
                    <a:pt x="1" y="6699"/>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5" name="Google Shape;10355;p14"/>
            <p:cNvSpPr/>
            <p:nvPr/>
          </p:nvSpPr>
          <p:spPr>
            <a:xfrm>
              <a:off x="-136402" y="1232062"/>
              <a:ext cx="347597" cy="506957"/>
            </a:xfrm>
            <a:custGeom>
              <a:avLst/>
              <a:gdLst/>
              <a:ahLst/>
              <a:cxnLst/>
              <a:rect l="l" t="t" r="r" b="b"/>
              <a:pathLst>
                <a:path w="4598" h="6706" extrusionOk="0">
                  <a:moveTo>
                    <a:pt x="4597" y="0"/>
                  </a:moveTo>
                  <a:lnTo>
                    <a:pt x="1" y="4597"/>
                  </a:lnTo>
                  <a:lnTo>
                    <a:pt x="1" y="6705"/>
                  </a:lnTo>
                  <a:lnTo>
                    <a:pt x="4597" y="2109"/>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6" name="Google Shape;10356;p14"/>
            <p:cNvSpPr/>
            <p:nvPr/>
          </p:nvSpPr>
          <p:spPr>
            <a:xfrm>
              <a:off x="-136402" y="2508489"/>
              <a:ext cx="347597" cy="506428"/>
            </a:xfrm>
            <a:custGeom>
              <a:avLst/>
              <a:gdLst/>
              <a:ahLst/>
              <a:cxnLst/>
              <a:rect l="l" t="t" r="r" b="b"/>
              <a:pathLst>
                <a:path w="4598" h="6699" extrusionOk="0">
                  <a:moveTo>
                    <a:pt x="4597" y="0"/>
                  </a:moveTo>
                  <a:lnTo>
                    <a:pt x="1" y="4596"/>
                  </a:lnTo>
                  <a:lnTo>
                    <a:pt x="1" y="6698"/>
                  </a:lnTo>
                  <a:lnTo>
                    <a:pt x="4597" y="2108"/>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7" name="Google Shape;10357;p14"/>
            <p:cNvSpPr/>
            <p:nvPr/>
          </p:nvSpPr>
          <p:spPr>
            <a:xfrm>
              <a:off x="-136402" y="1049726"/>
              <a:ext cx="347597" cy="506806"/>
            </a:xfrm>
            <a:custGeom>
              <a:avLst/>
              <a:gdLst/>
              <a:ahLst/>
              <a:cxnLst/>
              <a:rect l="l" t="t" r="r" b="b"/>
              <a:pathLst>
                <a:path w="4598" h="6704" extrusionOk="0">
                  <a:moveTo>
                    <a:pt x="4597" y="1"/>
                  </a:moveTo>
                  <a:lnTo>
                    <a:pt x="1" y="4597"/>
                  </a:lnTo>
                  <a:lnTo>
                    <a:pt x="1" y="6704"/>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8" name="Google Shape;10358;p14"/>
            <p:cNvSpPr/>
            <p:nvPr/>
          </p:nvSpPr>
          <p:spPr>
            <a:xfrm>
              <a:off x="-136402" y="503172"/>
              <a:ext cx="347597" cy="506428"/>
            </a:xfrm>
            <a:custGeom>
              <a:avLst/>
              <a:gdLst/>
              <a:ahLst/>
              <a:cxnLst/>
              <a:rect l="l" t="t" r="r" b="b"/>
              <a:pathLst>
                <a:path w="4598" h="6699" extrusionOk="0">
                  <a:moveTo>
                    <a:pt x="4597" y="0"/>
                  </a:moveTo>
                  <a:lnTo>
                    <a:pt x="1" y="4590"/>
                  </a:lnTo>
                  <a:lnTo>
                    <a:pt x="1" y="6698"/>
                  </a:lnTo>
                  <a:lnTo>
                    <a:pt x="4597" y="2102"/>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9" name="Google Shape;10359;p14"/>
            <p:cNvSpPr/>
            <p:nvPr/>
          </p:nvSpPr>
          <p:spPr>
            <a:xfrm>
              <a:off x="-136402" y="2143817"/>
              <a:ext cx="347597" cy="506276"/>
            </a:xfrm>
            <a:custGeom>
              <a:avLst/>
              <a:gdLst/>
              <a:ahLst/>
              <a:cxnLst/>
              <a:rect l="l" t="t" r="r" b="b"/>
              <a:pathLst>
                <a:path w="4598" h="6697" extrusionOk="0">
                  <a:moveTo>
                    <a:pt x="4597" y="0"/>
                  </a:moveTo>
                  <a:lnTo>
                    <a:pt x="1" y="4597"/>
                  </a:lnTo>
                  <a:lnTo>
                    <a:pt x="1" y="6697"/>
                  </a:lnTo>
                  <a:lnTo>
                    <a:pt x="4597" y="2109"/>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0" name="Google Shape;10360;p14"/>
            <p:cNvSpPr/>
            <p:nvPr/>
          </p:nvSpPr>
          <p:spPr>
            <a:xfrm>
              <a:off x="-136402" y="1596734"/>
              <a:ext cx="347597" cy="506428"/>
            </a:xfrm>
            <a:custGeom>
              <a:avLst/>
              <a:gdLst/>
              <a:ahLst/>
              <a:cxnLst/>
              <a:rect l="l" t="t" r="r" b="b"/>
              <a:pathLst>
                <a:path w="4598" h="6699" extrusionOk="0">
                  <a:moveTo>
                    <a:pt x="4597" y="0"/>
                  </a:moveTo>
                  <a:lnTo>
                    <a:pt x="1" y="4597"/>
                  </a:lnTo>
                  <a:lnTo>
                    <a:pt x="1" y="6698"/>
                  </a:lnTo>
                  <a:lnTo>
                    <a:pt x="4597" y="2108"/>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1" name="Google Shape;10361;p14"/>
            <p:cNvSpPr/>
            <p:nvPr/>
          </p:nvSpPr>
          <p:spPr>
            <a:xfrm>
              <a:off x="-136402" y="320836"/>
              <a:ext cx="347597" cy="506428"/>
            </a:xfrm>
            <a:custGeom>
              <a:avLst/>
              <a:gdLst/>
              <a:ahLst/>
              <a:cxnLst/>
              <a:rect l="l" t="t" r="r" b="b"/>
              <a:pathLst>
                <a:path w="4598" h="6699" extrusionOk="0">
                  <a:moveTo>
                    <a:pt x="4597" y="0"/>
                  </a:moveTo>
                  <a:lnTo>
                    <a:pt x="1" y="4590"/>
                  </a:lnTo>
                  <a:lnTo>
                    <a:pt x="1" y="6698"/>
                  </a:lnTo>
                  <a:lnTo>
                    <a:pt x="4597" y="2102"/>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2" name="Google Shape;10362;p14"/>
            <p:cNvSpPr/>
            <p:nvPr/>
          </p:nvSpPr>
          <p:spPr>
            <a:xfrm>
              <a:off x="-136402" y="3784840"/>
              <a:ext cx="347597" cy="384640"/>
            </a:xfrm>
            <a:custGeom>
              <a:avLst/>
              <a:gdLst/>
              <a:ahLst/>
              <a:cxnLst/>
              <a:rect l="l" t="t" r="r" b="b"/>
              <a:pathLst>
                <a:path w="4598" h="5088" extrusionOk="0">
                  <a:moveTo>
                    <a:pt x="4597" y="1"/>
                  </a:moveTo>
                  <a:lnTo>
                    <a:pt x="1" y="4597"/>
                  </a:lnTo>
                  <a:lnTo>
                    <a:pt x="1" y="5088"/>
                  </a:lnTo>
                  <a:lnTo>
                    <a:pt x="1611" y="5088"/>
                  </a:lnTo>
                  <a:lnTo>
                    <a:pt x="4597" y="2102"/>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3" name="Google Shape;10363;p14"/>
            <p:cNvSpPr/>
            <p:nvPr/>
          </p:nvSpPr>
          <p:spPr>
            <a:xfrm>
              <a:off x="-136402" y="1414398"/>
              <a:ext cx="347597" cy="506957"/>
            </a:xfrm>
            <a:custGeom>
              <a:avLst/>
              <a:gdLst/>
              <a:ahLst/>
              <a:cxnLst/>
              <a:rect l="l" t="t" r="r" b="b"/>
              <a:pathLst>
                <a:path w="4598" h="6706" extrusionOk="0">
                  <a:moveTo>
                    <a:pt x="4597" y="0"/>
                  </a:moveTo>
                  <a:lnTo>
                    <a:pt x="1" y="4597"/>
                  </a:lnTo>
                  <a:lnTo>
                    <a:pt x="1" y="6705"/>
                  </a:lnTo>
                  <a:lnTo>
                    <a:pt x="4597" y="2109"/>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4" name="Google Shape;10364;p14"/>
            <p:cNvSpPr/>
            <p:nvPr/>
          </p:nvSpPr>
          <p:spPr>
            <a:xfrm>
              <a:off x="-136402" y="685583"/>
              <a:ext cx="347597" cy="506276"/>
            </a:xfrm>
            <a:custGeom>
              <a:avLst/>
              <a:gdLst/>
              <a:ahLst/>
              <a:cxnLst/>
              <a:rect l="l" t="t" r="r" b="b"/>
              <a:pathLst>
                <a:path w="4598" h="6697" extrusionOk="0">
                  <a:moveTo>
                    <a:pt x="4597" y="1"/>
                  </a:moveTo>
                  <a:lnTo>
                    <a:pt x="1" y="4589"/>
                  </a:lnTo>
                  <a:lnTo>
                    <a:pt x="1" y="6697"/>
                  </a:lnTo>
                  <a:lnTo>
                    <a:pt x="4597" y="2101"/>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5" name="Google Shape;10365;p14"/>
            <p:cNvSpPr/>
            <p:nvPr/>
          </p:nvSpPr>
          <p:spPr>
            <a:xfrm>
              <a:off x="-136402" y="2873085"/>
              <a:ext cx="347597" cy="506428"/>
            </a:xfrm>
            <a:custGeom>
              <a:avLst/>
              <a:gdLst/>
              <a:ahLst/>
              <a:cxnLst/>
              <a:rect l="l" t="t" r="r" b="b"/>
              <a:pathLst>
                <a:path w="4598" h="6699" extrusionOk="0">
                  <a:moveTo>
                    <a:pt x="4597" y="1"/>
                  </a:moveTo>
                  <a:lnTo>
                    <a:pt x="1" y="4597"/>
                  </a:lnTo>
                  <a:lnTo>
                    <a:pt x="1" y="6699"/>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6" name="Google Shape;10366;p14"/>
            <p:cNvSpPr/>
            <p:nvPr/>
          </p:nvSpPr>
          <p:spPr>
            <a:xfrm>
              <a:off x="-136402" y="-43836"/>
              <a:ext cx="347597" cy="506276"/>
            </a:xfrm>
            <a:custGeom>
              <a:avLst/>
              <a:gdLst/>
              <a:ahLst/>
              <a:cxnLst/>
              <a:rect l="l" t="t" r="r" b="b"/>
              <a:pathLst>
                <a:path w="4598" h="6697" extrusionOk="0">
                  <a:moveTo>
                    <a:pt x="4597" y="1"/>
                  </a:moveTo>
                  <a:lnTo>
                    <a:pt x="1" y="4590"/>
                  </a:lnTo>
                  <a:lnTo>
                    <a:pt x="1" y="6697"/>
                  </a:lnTo>
                  <a:lnTo>
                    <a:pt x="4597" y="2102"/>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7" name="Google Shape;10367;p14"/>
            <p:cNvSpPr/>
            <p:nvPr/>
          </p:nvSpPr>
          <p:spPr>
            <a:xfrm>
              <a:off x="8971" y="3967175"/>
              <a:ext cx="202223" cy="202299"/>
            </a:xfrm>
            <a:custGeom>
              <a:avLst/>
              <a:gdLst/>
              <a:ahLst/>
              <a:cxnLst/>
              <a:rect l="l" t="t" r="r" b="b"/>
              <a:pathLst>
                <a:path w="2675" h="2676" extrusionOk="0">
                  <a:moveTo>
                    <a:pt x="2674" y="0"/>
                  </a:moveTo>
                  <a:lnTo>
                    <a:pt x="0" y="2676"/>
                  </a:lnTo>
                  <a:lnTo>
                    <a:pt x="2100" y="2676"/>
                  </a:lnTo>
                  <a:lnTo>
                    <a:pt x="2674" y="2102"/>
                  </a:lnTo>
                  <a:lnTo>
                    <a:pt x="267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8" name="Google Shape;10368;p14"/>
            <p:cNvSpPr/>
            <p:nvPr/>
          </p:nvSpPr>
          <p:spPr>
            <a:xfrm>
              <a:off x="-136402" y="1961481"/>
              <a:ext cx="347597" cy="506276"/>
            </a:xfrm>
            <a:custGeom>
              <a:avLst/>
              <a:gdLst/>
              <a:ahLst/>
              <a:cxnLst/>
              <a:rect l="l" t="t" r="r" b="b"/>
              <a:pathLst>
                <a:path w="4598" h="6697" extrusionOk="0">
                  <a:moveTo>
                    <a:pt x="4597" y="0"/>
                  </a:moveTo>
                  <a:lnTo>
                    <a:pt x="1" y="4595"/>
                  </a:lnTo>
                  <a:lnTo>
                    <a:pt x="1" y="6697"/>
                  </a:lnTo>
                  <a:lnTo>
                    <a:pt x="4597" y="2107"/>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9" name="Google Shape;10369;p14"/>
            <p:cNvSpPr/>
            <p:nvPr/>
          </p:nvSpPr>
          <p:spPr>
            <a:xfrm>
              <a:off x="-136402" y="867919"/>
              <a:ext cx="347597" cy="506276"/>
            </a:xfrm>
            <a:custGeom>
              <a:avLst/>
              <a:gdLst/>
              <a:ahLst/>
              <a:cxnLst/>
              <a:rect l="l" t="t" r="r" b="b"/>
              <a:pathLst>
                <a:path w="4598" h="6697" extrusionOk="0">
                  <a:moveTo>
                    <a:pt x="4597" y="0"/>
                  </a:moveTo>
                  <a:lnTo>
                    <a:pt x="1" y="4589"/>
                  </a:lnTo>
                  <a:lnTo>
                    <a:pt x="1" y="6697"/>
                  </a:lnTo>
                  <a:lnTo>
                    <a:pt x="4597" y="2100"/>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0" name="Google Shape;10370;p14"/>
            <p:cNvSpPr/>
            <p:nvPr/>
          </p:nvSpPr>
          <p:spPr>
            <a:xfrm>
              <a:off x="-136402" y="138500"/>
              <a:ext cx="347597" cy="506428"/>
            </a:xfrm>
            <a:custGeom>
              <a:avLst/>
              <a:gdLst/>
              <a:ahLst/>
              <a:cxnLst/>
              <a:rect l="l" t="t" r="r" b="b"/>
              <a:pathLst>
                <a:path w="4598" h="6699" extrusionOk="0">
                  <a:moveTo>
                    <a:pt x="4597" y="0"/>
                  </a:moveTo>
                  <a:lnTo>
                    <a:pt x="1" y="4590"/>
                  </a:lnTo>
                  <a:lnTo>
                    <a:pt x="1" y="6698"/>
                  </a:lnTo>
                  <a:lnTo>
                    <a:pt x="4597" y="2102"/>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1" name="Google Shape;10371;p14"/>
            <p:cNvSpPr/>
            <p:nvPr/>
          </p:nvSpPr>
          <p:spPr>
            <a:xfrm>
              <a:off x="191311" y="4149587"/>
              <a:ext cx="19882" cy="19882"/>
            </a:xfrm>
            <a:custGeom>
              <a:avLst/>
              <a:gdLst/>
              <a:ahLst/>
              <a:cxnLst/>
              <a:rect l="l" t="t" r="r" b="b"/>
              <a:pathLst>
                <a:path w="263" h="263" extrusionOk="0">
                  <a:moveTo>
                    <a:pt x="262" y="1"/>
                  </a:moveTo>
                  <a:lnTo>
                    <a:pt x="0" y="263"/>
                  </a:lnTo>
                  <a:lnTo>
                    <a:pt x="262" y="263"/>
                  </a:lnTo>
                  <a:lnTo>
                    <a:pt x="26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2" name="Google Shape;10372;p14"/>
          <p:cNvGrpSpPr/>
          <p:nvPr/>
        </p:nvGrpSpPr>
        <p:grpSpPr>
          <a:xfrm rot="10800000">
            <a:off x="8913498" y="-248020"/>
            <a:ext cx="347597" cy="4345451"/>
            <a:chOff x="-136402" y="-175976"/>
            <a:chExt cx="347597" cy="4345451"/>
          </a:xfrm>
        </p:grpSpPr>
        <p:sp>
          <p:nvSpPr>
            <p:cNvPr id="10373" name="Google Shape;10373;p14"/>
            <p:cNvSpPr/>
            <p:nvPr/>
          </p:nvSpPr>
          <p:spPr>
            <a:xfrm>
              <a:off x="-136402" y="3579069"/>
              <a:ext cx="347597" cy="371033"/>
            </a:xfrm>
            <a:custGeom>
              <a:avLst/>
              <a:gdLst/>
              <a:ahLst/>
              <a:cxnLst/>
              <a:rect l="l" t="t" r="r" b="b"/>
              <a:pathLst>
                <a:path w="4598" h="4908" extrusionOk="0">
                  <a:moveTo>
                    <a:pt x="4597" y="1"/>
                  </a:moveTo>
                  <a:lnTo>
                    <a:pt x="1" y="4595"/>
                  </a:lnTo>
                  <a:lnTo>
                    <a:pt x="1" y="4907"/>
                  </a:lnTo>
                  <a:lnTo>
                    <a:pt x="4597" y="311"/>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4" name="Google Shape;10374;p14"/>
            <p:cNvSpPr/>
            <p:nvPr/>
          </p:nvSpPr>
          <p:spPr>
            <a:xfrm>
              <a:off x="-136402" y="2850179"/>
              <a:ext cx="347597" cy="370503"/>
            </a:xfrm>
            <a:custGeom>
              <a:avLst/>
              <a:gdLst/>
              <a:ahLst/>
              <a:cxnLst/>
              <a:rect l="l" t="t" r="r" b="b"/>
              <a:pathLst>
                <a:path w="4598" h="4901" extrusionOk="0">
                  <a:moveTo>
                    <a:pt x="4597" y="0"/>
                  </a:moveTo>
                  <a:lnTo>
                    <a:pt x="1" y="4590"/>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5" name="Google Shape;10375;p14"/>
            <p:cNvSpPr/>
            <p:nvPr/>
          </p:nvSpPr>
          <p:spPr>
            <a:xfrm>
              <a:off x="-14615" y="3943741"/>
              <a:ext cx="225810" cy="225734"/>
            </a:xfrm>
            <a:custGeom>
              <a:avLst/>
              <a:gdLst/>
              <a:ahLst/>
              <a:cxnLst/>
              <a:rect l="l" t="t" r="r" b="b"/>
              <a:pathLst>
                <a:path w="2987" h="2986" extrusionOk="0">
                  <a:moveTo>
                    <a:pt x="2986" y="0"/>
                  </a:moveTo>
                  <a:lnTo>
                    <a:pt x="0" y="2986"/>
                  </a:lnTo>
                  <a:lnTo>
                    <a:pt x="312" y="2986"/>
                  </a:lnTo>
                  <a:lnTo>
                    <a:pt x="2986" y="310"/>
                  </a:lnTo>
                  <a:lnTo>
                    <a:pt x="29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6" name="Google Shape;10376;p14"/>
            <p:cNvSpPr/>
            <p:nvPr/>
          </p:nvSpPr>
          <p:spPr>
            <a:xfrm>
              <a:off x="-136402" y="3214775"/>
              <a:ext cx="347597" cy="370655"/>
            </a:xfrm>
            <a:custGeom>
              <a:avLst/>
              <a:gdLst/>
              <a:ahLst/>
              <a:cxnLst/>
              <a:rect l="l" t="t" r="r" b="b"/>
              <a:pathLst>
                <a:path w="4598" h="4903" extrusionOk="0">
                  <a:moveTo>
                    <a:pt x="4597" y="1"/>
                  </a:moveTo>
                  <a:lnTo>
                    <a:pt x="1" y="4591"/>
                  </a:lnTo>
                  <a:lnTo>
                    <a:pt x="1" y="4902"/>
                  </a:lnTo>
                  <a:lnTo>
                    <a:pt x="4597" y="306"/>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7" name="Google Shape;10377;p14"/>
            <p:cNvSpPr/>
            <p:nvPr/>
          </p:nvSpPr>
          <p:spPr>
            <a:xfrm>
              <a:off x="-136402" y="2485508"/>
              <a:ext cx="347597" cy="370503"/>
            </a:xfrm>
            <a:custGeom>
              <a:avLst/>
              <a:gdLst/>
              <a:ahLst/>
              <a:cxnLst/>
              <a:rect l="l" t="t" r="r" b="b"/>
              <a:pathLst>
                <a:path w="4598" h="4901" extrusionOk="0">
                  <a:moveTo>
                    <a:pt x="4597" y="0"/>
                  </a:moveTo>
                  <a:lnTo>
                    <a:pt x="1" y="4589"/>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8" name="Google Shape;10378;p14"/>
            <p:cNvSpPr/>
            <p:nvPr/>
          </p:nvSpPr>
          <p:spPr>
            <a:xfrm>
              <a:off x="-136402" y="2120760"/>
              <a:ext cx="347597" cy="370579"/>
            </a:xfrm>
            <a:custGeom>
              <a:avLst/>
              <a:gdLst/>
              <a:ahLst/>
              <a:cxnLst/>
              <a:rect l="l" t="t" r="r" b="b"/>
              <a:pathLst>
                <a:path w="4598" h="4902" extrusionOk="0">
                  <a:moveTo>
                    <a:pt x="4597" y="0"/>
                  </a:moveTo>
                  <a:lnTo>
                    <a:pt x="1" y="4590"/>
                  </a:lnTo>
                  <a:lnTo>
                    <a:pt x="1" y="4902"/>
                  </a:lnTo>
                  <a:lnTo>
                    <a:pt x="4597" y="305"/>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9" name="Google Shape;10379;p14"/>
            <p:cNvSpPr/>
            <p:nvPr/>
          </p:nvSpPr>
          <p:spPr>
            <a:xfrm>
              <a:off x="-136402" y="1756088"/>
              <a:ext cx="347597" cy="370503"/>
            </a:xfrm>
            <a:custGeom>
              <a:avLst/>
              <a:gdLst/>
              <a:ahLst/>
              <a:cxnLst/>
              <a:rect l="l" t="t" r="r" b="b"/>
              <a:pathLst>
                <a:path w="4598" h="4901" extrusionOk="0">
                  <a:moveTo>
                    <a:pt x="4597" y="0"/>
                  </a:moveTo>
                  <a:lnTo>
                    <a:pt x="1" y="4590"/>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0" name="Google Shape;10380;p14"/>
            <p:cNvSpPr/>
            <p:nvPr/>
          </p:nvSpPr>
          <p:spPr>
            <a:xfrm>
              <a:off x="-136402" y="1391417"/>
              <a:ext cx="347597" cy="370503"/>
            </a:xfrm>
            <a:custGeom>
              <a:avLst/>
              <a:gdLst/>
              <a:ahLst/>
              <a:cxnLst/>
              <a:rect l="l" t="t" r="r" b="b"/>
              <a:pathLst>
                <a:path w="4598" h="4901" extrusionOk="0">
                  <a:moveTo>
                    <a:pt x="4597" y="1"/>
                  </a:moveTo>
                  <a:lnTo>
                    <a:pt x="1" y="4597"/>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1" name="Google Shape;10381;p14"/>
            <p:cNvSpPr/>
            <p:nvPr/>
          </p:nvSpPr>
          <p:spPr>
            <a:xfrm>
              <a:off x="-136402" y="1026669"/>
              <a:ext cx="347597" cy="370655"/>
            </a:xfrm>
            <a:custGeom>
              <a:avLst/>
              <a:gdLst/>
              <a:ahLst/>
              <a:cxnLst/>
              <a:rect l="l" t="t" r="r" b="b"/>
              <a:pathLst>
                <a:path w="4598" h="4903" extrusionOk="0">
                  <a:moveTo>
                    <a:pt x="4597" y="0"/>
                  </a:moveTo>
                  <a:lnTo>
                    <a:pt x="1" y="4597"/>
                  </a:lnTo>
                  <a:lnTo>
                    <a:pt x="1" y="4902"/>
                  </a:lnTo>
                  <a:lnTo>
                    <a:pt x="4597" y="306"/>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2" name="Google Shape;10382;p14"/>
            <p:cNvSpPr/>
            <p:nvPr/>
          </p:nvSpPr>
          <p:spPr>
            <a:xfrm>
              <a:off x="-136402" y="661998"/>
              <a:ext cx="347597" cy="370503"/>
            </a:xfrm>
            <a:custGeom>
              <a:avLst/>
              <a:gdLst/>
              <a:ahLst/>
              <a:cxnLst/>
              <a:rect l="l" t="t" r="r" b="b"/>
              <a:pathLst>
                <a:path w="4598" h="4901" extrusionOk="0">
                  <a:moveTo>
                    <a:pt x="4597" y="1"/>
                  </a:moveTo>
                  <a:lnTo>
                    <a:pt x="1" y="4597"/>
                  </a:lnTo>
                  <a:lnTo>
                    <a:pt x="1" y="4901"/>
                  </a:lnTo>
                  <a:lnTo>
                    <a:pt x="4597" y="313"/>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3" name="Google Shape;10383;p14"/>
            <p:cNvSpPr/>
            <p:nvPr/>
          </p:nvSpPr>
          <p:spPr>
            <a:xfrm>
              <a:off x="-136402" y="297402"/>
              <a:ext cx="347597" cy="370503"/>
            </a:xfrm>
            <a:custGeom>
              <a:avLst/>
              <a:gdLst/>
              <a:ahLst/>
              <a:cxnLst/>
              <a:rect l="l" t="t" r="r" b="b"/>
              <a:pathLst>
                <a:path w="4598" h="4901" extrusionOk="0">
                  <a:moveTo>
                    <a:pt x="4597" y="0"/>
                  </a:moveTo>
                  <a:lnTo>
                    <a:pt x="1" y="4596"/>
                  </a:lnTo>
                  <a:lnTo>
                    <a:pt x="1" y="4900"/>
                  </a:lnTo>
                  <a:lnTo>
                    <a:pt x="4597" y="310"/>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4" name="Google Shape;10384;p14"/>
            <p:cNvSpPr/>
            <p:nvPr/>
          </p:nvSpPr>
          <p:spPr>
            <a:xfrm>
              <a:off x="-136402" y="-67421"/>
              <a:ext cx="347597" cy="370655"/>
            </a:xfrm>
            <a:custGeom>
              <a:avLst/>
              <a:gdLst/>
              <a:ahLst/>
              <a:cxnLst/>
              <a:rect l="l" t="t" r="r" b="b"/>
              <a:pathLst>
                <a:path w="4598" h="4903" extrusionOk="0">
                  <a:moveTo>
                    <a:pt x="4597" y="1"/>
                  </a:moveTo>
                  <a:lnTo>
                    <a:pt x="1" y="4597"/>
                  </a:lnTo>
                  <a:lnTo>
                    <a:pt x="1" y="4902"/>
                  </a:lnTo>
                  <a:lnTo>
                    <a:pt x="4597" y="313"/>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5" name="Google Shape;10385;p14"/>
            <p:cNvSpPr/>
            <p:nvPr/>
          </p:nvSpPr>
          <p:spPr>
            <a:xfrm>
              <a:off x="-136402" y="-175976"/>
              <a:ext cx="114606" cy="114379"/>
            </a:xfrm>
            <a:custGeom>
              <a:avLst/>
              <a:gdLst/>
              <a:ahLst/>
              <a:cxnLst/>
              <a:rect l="l" t="t" r="r" b="b"/>
              <a:pathLst>
                <a:path w="1516" h="1513" extrusionOk="0">
                  <a:moveTo>
                    <a:pt x="1212" y="0"/>
                  </a:moveTo>
                  <a:lnTo>
                    <a:pt x="1" y="1209"/>
                  </a:lnTo>
                  <a:lnTo>
                    <a:pt x="1" y="1513"/>
                  </a:lnTo>
                  <a:lnTo>
                    <a:pt x="15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6" name="Google Shape;10386;p14"/>
            <p:cNvSpPr/>
            <p:nvPr/>
          </p:nvSpPr>
          <p:spPr>
            <a:xfrm>
              <a:off x="167725" y="4126077"/>
              <a:ext cx="43469" cy="43393"/>
            </a:xfrm>
            <a:custGeom>
              <a:avLst/>
              <a:gdLst/>
              <a:ahLst/>
              <a:cxnLst/>
              <a:rect l="l" t="t" r="r" b="b"/>
              <a:pathLst>
                <a:path w="575" h="574" extrusionOk="0">
                  <a:moveTo>
                    <a:pt x="574" y="0"/>
                  </a:moveTo>
                  <a:lnTo>
                    <a:pt x="0" y="574"/>
                  </a:lnTo>
                  <a:lnTo>
                    <a:pt x="312" y="574"/>
                  </a:lnTo>
                  <a:lnTo>
                    <a:pt x="574" y="312"/>
                  </a:lnTo>
                  <a:lnTo>
                    <a:pt x="57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7" name="Google Shape;10387;p14"/>
            <p:cNvSpPr/>
            <p:nvPr/>
          </p:nvSpPr>
          <p:spPr>
            <a:xfrm>
              <a:off x="-136402" y="3396658"/>
              <a:ext cx="347597" cy="371108"/>
            </a:xfrm>
            <a:custGeom>
              <a:avLst/>
              <a:gdLst/>
              <a:ahLst/>
              <a:cxnLst/>
              <a:rect l="l" t="t" r="r" b="b"/>
              <a:pathLst>
                <a:path w="4598" h="4909" extrusionOk="0">
                  <a:moveTo>
                    <a:pt x="4597" y="0"/>
                  </a:moveTo>
                  <a:lnTo>
                    <a:pt x="1" y="4596"/>
                  </a:lnTo>
                  <a:lnTo>
                    <a:pt x="1" y="4908"/>
                  </a:lnTo>
                  <a:lnTo>
                    <a:pt x="4597" y="312"/>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8" name="Google Shape;10388;p14"/>
            <p:cNvSpPr/>
            <p:nvPr/>
          </p:nvSpPr>
          <p:spPr>
            <a:xfrm>
              <a:off x="-136402" y="2667843"/>
              <a:ext cx="347597" cy="370503"/>
            </a:xfrm>
            <a:custGeom>
              <a:avLst/>
              <a:gdLst/>
              <a:ahLst/>
              <a:cxnLst/>
              <a:rect l="l" t="t" r="r" b="b"/>
              <a:pathLst>
                <a:path w="4598" h="4901" extrusionOk="0">
                  <a:moveTo>
                    <a:pt x="4597" y="0"/>
                  </a:moveTo>
                  <a:lnTo>
                    <a:pt x="1" y="4590"/>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9" name="Google Shape;10389;p14"/>
            <p:cNvSpPr/>
            <p:nvPr/>
          </p:nvSpPr>
          <p:spPr>
            <a:xfrm>
              <a:off x="-136402" y="1938424"/>
              <a:ext cx="347597" cy="370503"/>
            </a:xfrm>
            <a:custGeom>
              <a:avLst/>
              <a:gdLst/>
              <a:ahLst/>
              <a:cxnLst/>
              <a:rect l="l" t="t" r="r" b="b"/>
              <a:pathLst>
                <a:path w="4598" h="4901" extrusionOk="0">
                  <a:moveTo>
                    <a:pt x="4597" y="0"/>
                  </a:moveTo>
                  <a:lnTo>
                    <a:pt x="1" y="4590"/>
                  </a:lnTo>
                  <a:lnTo>
                    <a:pt x="1" y="4900"/>
                  </a:lnTo>
                  <a:lnTo>
                    <a:pt x="4597" y="305"/>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0" name="Google Shape;10390;p14"/>
            <p:cNvSpPr/>
            <p:nvPr/>
          </p:nvSpPr>
          <p:spPr>
            <a:xfrm>
              <a:off x="-136402" y="1209081"/>
              <a:ext cx="347597" cy="370503"/>
            </a:xfrm>
            <a:custGeom>
              <a:avLst/>
              <a:gdLst/>
              <a:ahLst/>
              <a:cxnLst/>
              <a:rect l="l" t="t" r="r" b="b"/>
              <a:pathLst>
                <a:path w="4598" h="4901" extrusionOk="0">
                  <a:moveTo>
                    <a:pt x="4597" y="1"/>
                  </a:moveTo>
                  <a:lnTo>
                    <a:pt x="1" y="4596"/>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1" name="Google Shape;10391;p14"/>
            <p:cNvSpPr/>
            <p:nvPr/>
          </p:nvSpPr>
          <p:spPr>
            <a:xfrm>
              <a:off x="-136402" y="479662"/>
              <a:ext cx="347597" cy="370503"/>
            </a:xfrm>
            <a:custGeom>
              <a:avLst/>
              <a:gdLst/>
              <a:ahLst/>
              <a:cxnLst/>
              <a:rect l="l" t="t" r="r" b="b"/>
              <a:pathLst>
                <a:path w="4598" h="4901" extrusionOk="0">
                  <a:moveTo>
                    <a:pt x="4597" y="1"/>
                  </a:moveTo>
                  <a:lnTo>
                    <a:pt x="1" y="4597"/>
                  </a:lnTo>
                  <a:lnTo>
                    <a:pt x="1" y="4901"/>
                  </a:lnTo>
                  <a:lnTo>
                    <a:pt x="4597" y="311"/>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2" name="Google Shape;10392;p14"/>
            <p:cNvSpPr/>
            <p:nvPr/>
          </p:nvSpPr>
          <p:spPr>
            <a:xfrm>
              <a:off x="-136402" y="3761405"/>
              <a:ext cx="347597" cy="370957"/>
            </a:xfrm>
            <a:custGeom>
              <a:avLst/>
              <a:gdLst/>
              <a:ahLst/>
              <a:cxnLst/>
              <a:rect l="l" t="t" r="r" b="b"/>
              <a:pathLst>
                <a:path w="4598" h="4907" extrusionOk="0">
                  <a:moveTo>
                    <a:pt x="4597" y="0"/>
                  </a:moveTo>
                  <a:lnTo>
                    <a:pt x="1" y="4597"/>
                  </a:lnTo>
                  <a:lnTo>
                    <a:pt x="1" y="4907"/>
                  </a:lnTo>
                  <a:lnTo>
                    <a:pt x="4597" y="311"/>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3" name="Google Shape;10393;p14"/>
            <p:cNvSpPr/>
            <p:nvPr/>
          </p:nvSpPr>
          <p:spPr>
            <a:xfrm>
              <a:off x="-136402" y="3032440"/>
              <a:ext cx="347597" cy="370503"/>
            </a:xfrm>
            <a:custGeom>
              <a:avLst/>
              <a:gdLst/>
              <a:ahLst/>
              <a:cxnLst/>
              <a:rect l="l" t="t" r="r" b="b"/>
              <a:pathLst>
                <a:path w="4598" h="4901" extrusionOk="0">
                  <a:moveTo>
                    <a:pt x="4597" y="1"/>
                  </a:moveTo>
                  <a:lnTo>
                    <a:pt x="1" y="4591"/>
                  </a:lnTo>
                  <a:lnTo>
                    <a:pt x="1" y="4901"/>
                  </a:lnTo>
                  <a:lnTo>
                    <a:pt x="4597" y="306"/>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4" name="Google Shape;10394;p14"/>
            <p:cNvSpPr/>
            <p:nvPr/>
          </p:nvSpPr>
          <p:spPr>
            <a:xfrm>
              <a:off x="-136402" y="2303172"/>
              <a:ext cx="347597" cy="370503"/>
            </a:xfrm>
            <a:custGeom>
              <a:avLst/>
              <a:gdLst/>
              <a:ahLst/>
              <a:cxnLst/>
              <a:rect l="l" t="t" r="r" b="b"/>
              <a:pathLst>
                <a:path w="4598" h="4901" extrusionOk="0">
                  <a:moveTo>
                    <a:pt x="4597" y="1"/>
                  </a:moveTo>
                  <a:lnTo>
                    <a:pt x="1" y="4589"/>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5" name="Google Shape;10395;p14"/>
            <p:cNvSpPr/>
            <p:nvPr/>
          </p:nvSpPr>
          <p:spPr>
            <a:xfrm>
              <a:off x="-136402" y="1573753"/>
              <a:ext cx="347597" cy="370503"/>
            </a:xfrm>
            <a:custGeom>
              <a:avLst/>
              <a:gdLst/>
              <a:ahLst/>
              <a:cxnLst/>
              <a:rect l="l" t="t" r="r" b="b"/>
              <a:pathLst>
                <a:path w="4598" h="4901" extrusionOk="0">
                  <a:moveTo>
                    <a:pt x="4597" y="1"/>
                  </a:moveTo>
                  <a:lnTo>
                    <a:pt x="1" y="4597"/>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6" name="Google Shape;10396;p14"/>
            <p:cNvSpPr/>
            <p:nvPr/>
          </p:nvSpPr>
          <p:spPr>
            <a:xfrm>
              <a:off x="-136402" y="844334"/>
              <a:ext cx="347597" cy="370503"/>
            </a:xfrm>
            <a:custGeom>
              <a:avLst/>
              <a:gdLst/>
              <a:ahLst/>
              <a:cxnLst/>
              <a:rect l="l" t="t" r="r" b="b"/>
              <a:pathLst>
                <a:path w="4598" h="4901" extrusionOk="0">
                  <a:moveTo>
                    <a:pt x="4597" y="1"/>
                  </a:moveTo>
                  <a:lnTo>
                    <a:pt x="1" y="4597"/>
                  </a:lnTo>
                  <a:lnTo>
                    <a:pt x="1" y="4901"/>
                  </a:lnTo>
                  <a:lnTo>
                    <a:pt x="4597" y="312"/>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7" name="Google Shape;10397;p14"/>
            <p:cNvSpPr/>
            <p:nvPr/>
          </p:nvSpPr>
          <p:spPr>
            <a:xfrm>
              <a:off x="-136402" y="115066"/>
              <a:ext cx="347597" cy="370503"/>
            </a:xfrm>
            <a:custGeom>
              <a:avLst/>
              <a:gdLst/>
              <a:ahLst/>
              <a:cxnLst/>
              <a:rect l="l" t="t" r="r" b="b"/>
              <a:pathLst>
                <a:path w="4598" h="4901" extrusionOk="0">
                  <a:moveTo>
                    <a:pt x="4597" y="0"/>
                  </a:moveTo>
                  <a:lnTo>
                    <a:pt x="1" y="4595"/>
                  </a:lnTo>
                  <a:lnTo>
                    <a:pt x="1" y="4900"/>
                  </a:lnTo>
                  <a:lnTo>
                    <a:pt x="4597" y="310"/>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8" name="Google Shape;10398;p14"/>
            <p:cNvSpPr/>
            <p:nvPr/>
          </p:nvSpPr>
          <p:spPr>
            <a:xfrm>
              <a:off x="-136402" y="-175976"/>
              <a:ext cx="296947" cy="296720"/>
            </a:xfrm>
            <a:custGeom>
              <a:avLst/>
              <a:gdLst/>
              <a:ahLst/>
              <a:cxnLst/>
              <a:rect l="l" t="t" r="r" b="b"/>
              <a:pathLst>
                <a:path w="3928" h="3925" extrusionOk="0">
                  <a:moveTo>
                    <a:pt x="3624" y="0"/>
                  </a:moveTo>
                  <a:lnTo>
                    <a:pt x="1" y="3621"/>
                  </a:lnTo>
                  <a:lnTo>
                    <a:pt x="1" y="3925"/>
                  </a:lnTo>
                  <a:lnTo>
                    <a:pt x="39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99" name="Google Shape;10399;p14"/>
          <p:cNvSpPr/>
          <p:nvPr/>
        </p:nvSpPr>
        <p:spPr>
          <a:xfrm rot="10800000">
            <a:off x="8913443" y="-248020"/>
            <a:ext cx="347700" cy="43455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752690817"/>
      </p:ext>
    </p:extLst>
  </p:cSld>
  <p:clrMapOvr>
    <a:masterClrMapping/>
  </p:clrMapOvr>
  <p:hf sldNum="0" hdr="0" ftr="0" dt="0"/>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and text">
  <p:cSld name="Title and text">
    <p:spTree>
      <p:nvGrpSpPr>
        <p:cNvPr id="1" name="Shape 10400"/>
        <p:cNvGrpSpPr/>
        <p:nvPr/>
      </p:nvGrpSpPr>
      <p:grpSpPr>
        <a:xfrm>
          <a:off x="0" y="0"/>
          <a:ext cx="0" cy="0"/>
          <a:chOff x="0" y="0"/>
          <a:chExt cx="0" cy="0"/>
        </a:xfrm>
      </p:grpSpPr>
      <p:sp>
        <p:nvSpPr>
          <p:cNvPr id="10401" name="Google Shape;10401;p15"/>
          <p:cNvSpPr txBox="1">
            <a:spLocks noGrp="1"/>
          </p:cNvSpPr>
          <p:nvPr>
            <p:ph type="title"/>
          </p:nvPr>
        </p:nvSpPr>
        <p:spPr>
          <a:xfrm>
            <a:off x="967038" y="799475"/>
            <a:ext cx="3296400" cy="2559000"/>
          </a:xfrm>
          <a:prstGeom prst="rect">
            <a:avLst/>
          </a:prstGeom>
        </p:spPr>
        <p:txBody>
          <a:bodyPr spcFirstLastPara="1" wrap="square" lIns="91425" tIns="91425" rIns="91425" bIns="91425" anchor="b" anchorCtr="0">
            <a:noAutofit/>
          </a:bodyPr>
          <a:lstStyle>
            <a:lvl1pPr lvl="0" rtl="0">
              <a:lnSpc>
                <a:spcPct val="115000"/>
              </a:lnSpc>
              <a:spcBef>
                <a:spcPts val="0"/>
              </a:spcBef>
              <a:spcAft>
                <a:spcPts val="0"/>
              </a:spcAft>
              <a:buSzPts val="3500"/>
              <a:buNone/>
              <a:defRPr/>
            </a:lvl1pPr>
            <a:lvl2pPr lvl="1" rtl="0">
              <a:lnSpc>
                <a:spcPct val="115000"/>
              </a:lnSpc>
              <a:spcBef>
                <a:spcPts val="0"/>
              </a:spcBef>
              <a:spcAft>
                <a:spcPts val="0"/>
              </a:spcAft>
              <a:buSzPts val="3500"/>
              <a:buNone/>
              <a:defRPr/>
            </a:lvl2pPr>
            <a:lvl3pPr lvl="2" rtl="0">
              <a:lnSpc>
                <a:spcPct val="115000"/>
              </a:lnSpc>
              <a:spcBef>
                <a:spcPts val="0"/>
              </a:spcBef>
              <a:spcAft>
                <a:spcPts val="0"/>
              </a:spcAft>
              <a:buSzPts val="3500"/>
              <a:buNone/>
              <a:defRPr/>
            </a:lvl3pPr>
            <a:lvl4pPr lvl="3" rtl="0">
              <a:lnSpc>
                <a:spcPct val="115000"/>
              </a:lnSpc>
              <a:spcBef>
                <a:spcPts val="0"/>
              </a:spcBef>
              <a:spcAft>
                <a:spcPts val="0"/>
              </a:spcAft>
              <a:buSzPts val="3500"/>
              <a:buNone/>
              <a:defRPr/>
            </a:lvl4pPr>
            <a:lvl5pPr lvl="4" rtl="0">
              <a:lnSpc>
                <a:spcPct val="115000"/>
              </a:lnSpc>
              <a:spcBef>
                <a:spcPts val="0"/>
              </a:spcBef>
              <a:spcAft>
                <a:spcPts val="0"/>
              </a:spcAft>
              <a:buSzPts val="3500"/>
              <a:buNone/>
              <a:defRPr/>
            </a:lvl5pPr>
            <a:lvl6pPr lvl="5" rtl="0">
              <a:lnSpc>
                <a:spcPct val="115000"/>
              </a:lnSpc>
              <a:spcBef>
                <a:spcPts val="0"/>
              </a:spcBef>
              <a:spcAft>
                <a:spcPts val="0"/>
              </a:spcAft>
              <a:buSzPts val="3500"/>
              <a:buNone/>
              <a:defRPr/>
            </a:lvl6pPr>
            <a:lvl7pPr lvl="6" rtl="0">
              <a:lnSpc>
                <a:spcPct val="115000"/>
              </a:lnSpc>
              <a:spcBef>
                <a:spcPts val="0"/>
              </a:spcBef>
              <a:spcAft>
                <a:spcPts val="0"/>
              </a:spcAft>
              <a:buSzPts val="3500"/>
              <a:buNone/>
              <a:defRPr/>
            </a:lvl7pPr>
            <a:lvl8pPr lvl="7" rtl="0">
              <a:lnSpc>
                <a:spcPct val="115000"/>
              </a:lnSpc>
              <a:spcBef>
                <a:spcPts val="0"/>
              </a:spcBef>
              <a:spcAft>
                <a:spcPts val="0"/>
              </a:spcAft>
              <a:buSzPts val="3500"/>
              <a:buNone/>
              <a:defRPr/>
            </a:lvl8pPr>
            <a:lvl9pPr lvl="8" rtl="0">
              <a:lnSpc>
                <a:spcPct val="115000"/>
              </a:lnSpc>
              <a:spcBef>
                <a:spcPts val="0"/>
              </a:spcBef>
              <a:spcAft>
                <a:spcPts val="0"/>
              </a:spcAft>
              <a:buSzPts val="3500"/>
              <a:buNone/>
              <a:defRPr/>
            </a:lvl9pPr>
          </a:lstStyle>
          <a:p>
            <a:r>
              <a:rPr lang="en-US"/>
              <a:t>Click to edit Master title style</a:t>
            </a:r>
            <a:endParaRPr/>
          </a:p>
        </p:txBody>
      </p:sp>
      <p:sp>
        <p:nvSpPr>
          <p:cNvPr id="10402" name="Google Shape;10402;p15"/>
          <p:cNvSpPr txBox="1">
            <a:spLocks noGrp="1"/>
          </p:cNvSpPr>
          <p:nvPr>
            <p:ph type="subTitle" idx="1"/>
          </p:nvPr>
        </p:nvSpPr>
        <p:spPr>
          <a:xfrm>
            <a:off x="967038" y="3301290"/>
            <a:ext cx="3296400" cy="11580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SzPts val="1400"/>
              <a:buNone/>
              <a:defRPr/>
            </a:lvl1pPr>
            <a:lvl2pPr lvl="1" algn="ctr" rtl="0">
              <a:lnSpc>
                <a:spcPct val="100000"/>
              </a:lnSpc>
              <a:spcBef>
                <a:spcPts val="160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r>
              <a:rPr lang="en-US"/>
              <a:t>Click to edit Master subtitle style</a:t>
            </a:r>
            <a:endParaRPr/>
          </a:p>
        </p:txBody>
      </p:sp>
      <p:sp>
        <p:nvSpPr>
          <p:cNvPr id="10403" name="Google Shape;10403;p15"/>
          <p:cNvSpPr>
            <a:spLocks noGrp="1"/>
          </p:cNvSpPr>
          <p:nvPr>
            <p:ph type="pic" idx="2"/>
          </p:nvPr>
        </p:nvSpPr>
        <p:spPr>
          <a:xfrm>
            <a:off x="4729963" y="984450"/>
            <a:ext cx="3177300" cy="3174600"/>
          </a:xfrm>
          <a:prstGeom prst="ellipse">
            <a:avLst/>
          </a:prstGeom>
          <a:noFill/>
          <a:ln>
            <a:noFill/>
          </a:ln>
        </p:spPr>
      </p:sp>
      <p:grpSp>
        <p:nvGrpSpPr>
          <p:cNvPr id="10404" name="Google Shape;10404;p15"/>
          <p:cNvGrpSpPr/>
          <p:nvPr/>
        </p:nvGrpSpPr>
        <p:grpSpPr>
          <a:xfrm rot="5400000">
            <a:off x="4568820" y="2952196"/>
            <a:ext cx="347597" cy="4345456"/>
            <a:chOff x="-136402" y="-175976"/>
            <a:chExt cx="347597" cy="4345456"/>
          </a:xfrm>
        </p:grpSpPr>
        <p:sp>
          <p:nvSpPr>
            <p:cNvPr id="10405" name="Google Shape;10405;p15"/>
            <p:cNvSpPr/>
            <p:nvPr/>
          </p:nvSpPr>
          <p:spPr>
            <a:xfrm>
              <a:off x="-136402" y="-175976"/>
              <a:ext cx="273965" cy="273814"/>
            </a:xfrm>
            <a:custGeom>
              <a:avLst/>
              <a:gdLst/>
              <a:ahLst/>
              <a:cxnLst/>
              <a:rect l="l" t="t" r="r" b="b"/>
              <a:pathLst>
                <a:path w="3624" h="3622" extrusionOk="0">
                  <a:moveTo>
                    <a:pt x="1515" y="0"/>
                  </a:moveTo>
                  <a:lnTo>
                    <a:pt x="1" y="1513"/>
                  </a:lnTo>
                  <a:lnTo>
                    <a:pt x="1" y="3621"/>
                  </a:lnTo>
                  <a:lnTo>
                    <a:pt x="36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6" name="Google Shape;10406;p15"/>
            <p:cNvSpPr/>
            <p:nvPr/>
          </p:nvSpPr>
          <p:spPr>
            <a:xfrm>
              <a:off x="-136402" y="1778994"/>
              <a:ext cx="347597" cy="506503"/>
            </a:xfrm>
            <a:custGeom>
              <a:avLst/>
              <a:gdLst/>
              <a:ahLst/>
              <a:cxnLst/>
              <a:rect l="l" t="t" r="r" b="b"/>
              <a:pathLst>
                <a:path w="4598" h="6700" extrusionOk="0">
                  <a:moveTo>
                    <a:pt x="4597" y="1"/>
                  </a:moveTo>
                  <a:lnTo>
                    <a:pt x="1" y="4597"/>
                  </a:lnTo>
                  <a:lnTo>
                    <a:pt x="1" y="6699"/>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7" name="Google Shape;10407;p15"/>
            <p:cNvSpPr/>
            <p:nvPr/>
          </p:nvSpPr>
          <p:spPr>
            <a:xfrm>
              <a:off x="-136402" y="2326153"/>
              <a:ext cx="347597" cy="506276"/>
            </a:xfrm>
            <a:custGeom>
              <a:avLst/>
              <a:gdLst/>
              <a:ahLst/>
              <a:cxnLst/>
              <a:rect l="l" t="t" r="r" b="b"/>
              <a:pathLst>
                <a:path w="4598" h="6697" extrusionOk="0">
                  <a:moveTo>
                    <a:pt x="4597" y="0"/>
                  </a:moveTo>
                  <a:lnTo>
                    <a:pt x="1" y="4597"/>
                  </a:lnTo>
                  <a:lnTo>
                    <a:pt x="1" y="6697"/>
                  </a:lnTo>
                  <a:lnTo>
                    <a:pt x="4597" y="2108"/>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8" name="Google Shape;10408;p15"/>
            <p:cNvSpPr/>
            <p:nvPr/>
          </p:nvSpPr>
          <p:spPr>
            <a:xfrm>
              <a:off x="-136402" y="-175976"/>
              <a:ext cx="91624" cy="91473"/>
            </a:xfrm>
            <a:custGeom>
              <a:avLst/>
              <a:gdLst/>
              <a:ahLst/>
              <a:cxnLst/>
              <a:rect l="l" t="t" r="r" b="b"/>
              <a:pathLst>
                <a:path w="1212" h="1210" extrusionOk="0">
                  <a:moveTo>
                    <a:pt x="1" y="0"/>
                  </a:moveTo>
                  <a:lnTo>
                    <a:pt x="1" y="1209"/>
                  </a:lnTo>
                  <a:lnTo>
                    <a:pt x="12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9" name="Google Shape;10409;p15"/>
            <p:cNvSpPr/>
            <p:nvPr/>
          </p:nvSpPr>
          <p:spPr>
            <a:xfrm>
              <a:off x="-136402" y="3602504"/>
              <a:ext cx="347597" cy="506428"/>
            </a:xfrm>
            <a:custGeom>
              <a:avLst/>
              <a:gdLst/>
              <a:ahLst/>
              <a:cxnLst/>
              <a:rect l="l" t="t" r="r" b="b"/>
              <a:pathLst>
                <a:path w="4598" h="6699" extrusionOk="0">
                  <a:moveTo>
                    <a:pt x="4597" y="1"/>
                  </a:moveTo>
                  <a:lnTo>
                    <a:pt x="1" y="4597"/>
                  </a:lnTo>
                  <a:lnTo>
                    <a:pt x="1" y="6699"/>
                  </a:lnTo>
                  <a:lnTo>
                    <a:pt x="4597" y="2102"/>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0" name="Google Shape;10410;p15"/>
            <p:cNvSpPr/>
            <p:nvPr/>
          </p:nvSpPr>
          <p:spPr>
            <a:xfrm>
              <a:off x="-136402" y="3420168"/>
              <a:ext cx="347597" cy="506352"/>
            </a:xfrm>
            <a:custGeom>
              <a:avLst/>
              <a:gdLst/>
              <a:ahLst/>
              <a:cxnLst/>
              <a:rect l="l" t="t" r="r" b="b"/>
              <a:pathLst>
                <a:path w="4598" h="6698" extrusionOk="0">
                  <a:moveTo>
                    <a:pt x="4597" y="1"/>
                  </a:moveTo>
                  <a:lnTo>
                    <a:pt x="1" y="4597"/>
                  </a:lnTo>
                  <a:lnTo>
                    <a:pt x="1" y="6697"/>
                  </a:lnTo>
                  <a:lnTo>
                    <a:pt x="4597" y="2103"/>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1" name="Google Shape;10411;p15"/>
            <p:cNvSpPr/>
            <p:nvPr/>
          </p:nvSpPr>
          <p:spPr>
            <a:xfrm>
              <a:off x="-136402" y="3237908"/>
              <a:ext cx="347597" cy="506276"/>
            </a:xfrm>
            <a:custGeom>
              <a:avLst/>
              <a:gdLst/>
              <a:ahLst/>
              <a:cxnLst/>
              <a:rect l="l" t="t" r="r" b="b"/>
              <a:pathLst>
                <a:path w="4598" h="6697" extrusionOk="0">
                  <a:moveTo>
                    <a:pt x="4597" y="0"/>
                  </a:moveTo>
                  <a:lnTo>
                    <a:pt x="1" y="4596"/>
                  </a:lnTo>
                  <a:lnTo>
                    <a:pt x="1" y="6696"/>
                  </a:lnTo>
                  <a:lnTo>
                    <a:pt x="4597" y="2100"/>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2" name="Google Shape;10412;p15"/>
            <p:cNvSpPr/>
            <p:nvPr/>
          </p:nvSpPr>
          <p:spPr>
            <a:xfrm>
              <a:off x="-136402" y="3055572"/>
              <a:ext cx="347597" cy="506276"/>
            </a:xfrm>
            <a:custGeom>
              <a:avLst/>
              <a:gdLst/>
              <a:ahLst/>
              <a:cxnLst/>
              <a:rect l="l" t="t" r="r" b="b"/>
              <a:pathLst>
                <a:path w="4598" h="6697" extrusionOk="0">
                  <a:moveTo>
                    <a:pt x="4597" y="0"/>
                  </a:moveTo>
                  <a:lnTo>
                    <a:pt x="1" y="4595"/>
                  </a:lnTo>
                  <a:lnTo>
                    <a:pt x="1" y="6697"/>
                  </a:lnTo>
                  <a:lnTo>
                    <a:pt x="4597" y="2107"/>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3" name="Google Shape;10413;p15"/>
            <p:cNvSpPr/>
            <p:nvPr/>
          </p:nvSpPr>
          <p:spPr>
            <a:xfrm>
              <a:off x="-136402" y="-175976"/>
              <a:ext cx="347597" cy="456155"/>
            </a:xfrm>
            <a:custGeom>
              <a:avLst/>
              <a:gdLst/>
              <a:ahLst/>
              <a:cxnLst/>
              <a:rect l="l" t="t" r="r" b="b"/>
              <a:pathLst>
                <a:path w="4598" h="6034" extrusionOk="0">
                  <a:moveTo>
                    <a:pt x="3927" y="0"/>
                  </a:moveTo>
                  <a:lnTo>
                    <a:pt x="1" y="3925"/>
                  </a:lnTo>
                  <a:lnTo>
                    <a:pt x="1" y="6033"/>
                  </a:lnTo>
                  <a:lnTo>
                    <a:pt x="4597" y="1437"/>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4" name="Google Shape;10414;p15"/>
            <p:cNvSpPr/>
            <p:nvPr/>
          </p:nvSpPr>
          <p:spPr>
            <a:xfrm>
              <a:off x="-136402" y="2690749"/>
              <a:ext cx="347597" cy="506428"/>
            </a:xfrm>
            <a:custGeom>
              <a:avLst/>
              <a:gdLst/>
              <a:ahLst/>
              <a:cxnLst/>
              <a:rect l="l" t="t" r="r" b="b"/>
              <a:pathLst>
                <a:path w="4598" h="6699" extrusionOk="0">
                  <a:moveTo>
                    <a:pt x="4597" y="1"/>
                  </a:moveTo>
                  <a:lnTo>
                    <a:pt x="1" y="4597"/>
                  </a:lnTo>
                  <a:lnTo>
                    <a:pt x="1" y="6699"/>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5" name="Google Shape;10415;p15"/>
            <p:cNvSpPr/>
            <p:nvPr/>
          </p:nvSpPr>
          <p:spPr>
            <a:xfrm>
              <a:off x="-136402" y="1232062"/>
              <a:ext cx="347597" cy="506957"/>
            </a:xfrm>
            <a:custGeom>
              <a:avLst/>
              <a:gdLst/>
              <a:ahLst/>
              <a:cxnLst/>
              <a:rect l="l" t="t" r="r" b="b"/>
              <a:pathLst>
                <a:path w="4598" h="6706" extrusionOk="0">
                  <a:moveTo>
                    <a:pt x="4597" y="0"/>
                  </a:moveTo>
                  <a:lnTo>
                    <a:pt x="1" y="4597"/>
                  </a:lnTo>
                  <a:lnTo>
                    <a:pt x="1" y="6705"/>
                  </a:lnTo>
                  <a:lnTo>
                    <a:pt x="4597" y="2109"/>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6" name="Google Shape;10416;p15"/>
            <p:cNvSpPr/>
            <p:nvPr/>
          </p:nvSpPr>
          <p:spPr>
            <a:xfrm>
              <a:off x="-136402" y="2508489"/>
              <a:ext cx="347597" cy="506428"/>
            </a:xfrm>
            <a:custGeom>
              <a:avLst/>
              <a:gdLst/>
              <a:ahLst/>
              <a:cxnLst/>
              <a:rect l="l" t="t" r="r" b="b"/>
              <a:pathLst>
                <a:path w="4598" h="6699" extrusionOk="0">
                  <a:moveTo>
                    <a:pt x="4597" y="0"/>
                  </a:moveTo>
                  <a:lnTo>
                    <a:pt x="1" y="4596"/>
                  </a:lnTo>
                  <a:lnTo>
                    <a:pt x="1" y="6698"/>
                  </a:lnTo>
                  <a:lnTo>
                    <a:pt x="4597" y="2108"/>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7" name="Google Shape;10417;p15"/>
            <p:cNvSpPr/>
            <p:nvPr/>
          </p:nvSpPr>
          <p:spPr>
            <a:xfrm>
              <a:off x="-136402" y="1049726"/>
              <a:ext cx="347597" cy="506806"/>
            </a:xfrm>
            <a:custGeom>
              <a:avLst/>
              <a:gdLst/>
              <a:ahLst/>
              <a:cxnLst/>
              <a:rect l="l" t="t" r="r" b="b"/>
              <a:pathLst>
                <a:path w="4598" h="6704" extrusionOk="0">
                  <a:moveTo>
                    <a:pt x="4597" y="1"/>
                  </a:moveTo>
                  <a:lnTo>
                    <a:pt x="1" y="4597"/>
                  </a:lnTo>
                  <a:lnTo>
                    <a:pt x="1" y="6704"/>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8" name="Google Shape;10418;p15"/>
            <p:cNvSpPr/>
            <p:nvPr/>
          </p:nvSpPr>
          <p:spPr>
            <a:xfrm>
              <a:off x="-136402" y="503172"/>
              <a:ext cx="347597" cy="506428"/>
            </a:xfrm>
            <a:custGeom>
              <a:avLst/>
              <a:gdLst/>
              <a:ahLst/>
              <a:cxnLst/>
              <a:rect l="l" t="t" r="r" b="b"/>
              <a:pathLst>
                <a:path w="4598" h="6699" extrusionOk="0">
                  <a:moveTo>
                    <a:pt x="4597" y="0"/>
                  </a:moveTo>
                  <a:lnTo>
                    <a:pt x="1" y="4590"/>
                  </a:lnTo>
                  <a:lnTo>
                    <a:pt x="1" y="6698"/>
                  </a:lnTo>
                  <a:lnTo>
                    <a:pt x="4597" y="2102"/>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9" name="Google Shape;10419;p15"/>
            <p:cNvSpPr/>
            <p:nvPr/>
          </p:nvSpPr>
          <p:spPr>
            <a:xfrm>
              <a:off x="-136402" y="2143817"/>
              <a:ext cx="347597" cy="506276"/>
            </a:xfrm>
            <a:custGeom>
              <a:avLst/>
              <a:gdLst/>
              <a:ahLst/>
              <a:cxnLst/>
              <a:rect l="l" t="t" r="r" b="b"/>
              <a:pathLst>
                <a:path w="4598" h="6697" extrusionOk="0">
                  <a:moveTo>
                    <a:pt x="4597" y="0"/>
                  </a:moveTo>
                  <a:lnTo>
                    <a:pt x="1" y="4597"/>
                  </a:lnTo>
                  <a:lnTo>
                    <a:pt x="1" y="6697"/>
                  </a:lnTo>
                  <a:lnTo>
                    <a:pt x="4597" y="2109"/>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0" name="Google Shape;10420;p15"/>
            <p:cNvSpPr/>
            <p:nvPr/>
          </p:nvSpPr>
          <p:spPr>
            <a:xfrm>
              <a:off x="-136402" y="1596734"/>
              <a:ext cx="347597" cy="506428"/>
            </a:xfrm>
            <a:custGeom>
              <a:avLst/>
              <a:gdLst/>
              <a:ahLst/>
              <a:cxnLst/>
              <a:rect l="l" t="t" r="r" b="b"/>
              <a:pathLst>
                <a:path w="4598" h="6699" extrusionOk="0">
                  <a:moveTo>
                    <a:pt x="4597" y="0"/>
                  </a:moveTo>
                  <a:lnTo>
                    <a:pt x="1" y="4597"/>
                  </a:lnTo>
                  <a:lnTo>
                    <a:pt x="1" y="6698"/>
                  </a:lnTo>
                  <a:lnTo>
                    <a:pt x="4597" y="2108"/>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1" name="Google Shape;10421;p15"/>
            <p:cNvSpPr/>
            <p:nvPr/>
          </p:nvSpPr>
          <p:spPr>
            <a:xfrm>
              <a:off x="-136402" y="320836"/>
              <a:ext cx="347597" cy="506428"/>
            </a:xfrm>
            <a:custGeom>
              <a:avLst/>
              <a:gdLst/>
              <a:ahLst/>
              <a:cxnLst/>
              <a:rect l="l" t="t" r="r" b="b"/>
              <a:pathLst>
                <a:path w="4598" h="6699" extrusionOk="0">
                  <a:moveTo>
                    <a:pt x="4597" y="0"/>
                  </a:moveTo>
                  <a:lnTo>
                    <a:pt x="1" y="4590"/>
                  </a:lnTo>
                  <a:lnTo>
                    <a:pt x="1" y="6698"/>
                  </a:lnTo>
                  <a:lnTo>
                    <a:pt x="4597" y="2102"/>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2" name="Google Shape;10422;p15"/>
            <p:cNvSpPr/>
            <p:nvPr/>
          </p:nvSpPr>
          <p:spPr>
            <a:xfrm>
              <a:off x="-136402" y="3784840"/>
              <a:ext cx="347597" cy="384640"/>
            </a:xfrm>
            <a:custGeom>
              <a:avLst/>
              <a:gdLst/>
              <a:ahLst/>
              <a:cxnLst/>
              <a:rect l="l" t="t" r="r" b="b"/>
              <a:pathLst>
                <a:path w="4598" h="5088" extrusionOk="0">
                  <a:moveTo>
                    <a:pt x="4597" y="1"/>
                  </a:moveTo>
                  <a:lnTo>
                    <a:pt x="1" y="4597"/>
                  </a:lnTo>
                  <a:lnTo>
                    <a:pt x="1" y="5088"/>
                  </a:lnTo>
                  <a:lnTo>
                    <a:pt x="1611" y="5088"/>
                  </a:lnTo>
                  <a:lnTo>
                    <a:pt x="4597" y="2102"/>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3" name="Google Shape;10423;p15"/>
            <p:cNvSpPr/>
            <p:nvPr/>
          </p:nvSpPr>
          <p:spPr>
            <a:xfrm>
              <a:off x="-136402" y="1414398"/>
              <a:ext cx="347597" cy="506957"/>
            </a:xfrm>
            <a:custGeom>
              <a:avLst/>
              <a:gdLst/>
              <a:ahLst/>
              <a:cxnLst/>
              <a:rect l="l" t="t" r="r" b="b"/>
              <a:pathLst>
                <a:path w="4598" h="6706" extrusionOk="0">
                  <a:moveTo>
                    <a:pt x="4597" y="0"/>
                  </a:moveTo>
                  <a:lnTo>
                    <a:pt x="1" y="4597"/>
                  </a:lnTo>
                  <a:lnTo>
                    <a:pt x="1" y="6705"/>
                  </a:lnTo>
                  <a:lnTo>
                    <a:pt x="4597" y="2109"/>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4" name="Google Shape;10424;p15"/>
            <p:cNvSpPr/>
            <p:nvPr/>
          </p:nvSpPr>
          <p:spPr>
            <a:xfrm>
              <a:off x="-136402" y="685583"/>
              <a:ext cx="347597" cy="506276"/>
            </a:xfrm>
            <a:custGeom>
              <a:avLst/>
              <a:gdLst/>
              <a:ahLst/>
              <a:cxnLst/>
              <a:rect l="l" t="t" r="r" b="b"/>
              <a:pathLst>
                <a:path w="4598" h="6697" extrusionOk="0">
                  <a:moveTo>
                    <a:pt x="4597" y="1"/>
                  </a:moveTo>
                  <a:lnTo>
                    <a:pt x="1" y="4589"/>
                  </a:lnTo>
                  <a:lnTo>
                    <a:pt x="1" y="6697"/>
                  </a:lnTo>
                  <a:lnTo>
                    <a:pt x="4597" y="2101"/>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5" name="Google Shape;10425;p15"/>
            <p:cNvSpPr/>
            <p:nvPr/>
          </p:nvSpPr>
          <p:spPr>
            <a:xfrm>
              <a:off x="-136402" y="2873085"/>
              <a:ext cx="347597" cy="506428"/>
            </a:xfrm>
            <a:custGeom>
              <a:avLst/>
              <a:gdLst/>
              <a:ahLst/>
              <a:cxnLst/>
              <a:rect l="l" t="t" r="r" b="b"/>
              <a:pathLst>
                <a:path w="4598" h="6699" extrusionOk="0">
                  <a:moveTo>
                    <a:pt x="4597" y="1"/>
                  </a:moveTo>
                  <a:lnTo>
                    <a:pt x="1" y="4597"/>
                  </a:lnTo>
                  <a:lnTo>
                    <a:pt x="1" y="6699"/>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6" name="Google Shape;10426;p15"/>
            <p:cNvSpPr/>
            <p:nvPr/>
          </p:nvSpPr>
          <p:spPr>
            <a:xfrm>
              <a:off x="-136402" y="-43836"/>
              <a:ext cx="347597" cy="506276"/>
            </a:xfrm>
            <a:custGeom>
              <a:avLst/>
              <a:gdLst/>
              <a:ahLst/>
              <a:cxnLst/>
              <a:rect l="l" t="t" r="r" b="b"/>
              <a:pathLst>
                <a:path w="4598" h="6697" extrusionOk="0">
                  <a:moveTo>
                    <a:pt x="4597" y="1"/>
                  </a:moveTo>
                  <a:lnTo>
                    <a:pt x="1" y="4590"/>
                  </a:lnTo>
                  <a:lnTo>
                    <a:pt x="1" y="6697"/>
                  </a:lnTo>
                  <a:lnTo>
                    <a:pt x="4597" y="2102"/>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7" name="Google Shape;10427;p15"/>
            <p:cNvSpPr/>
            <p:nvPr/>
          </p:nvSpPr>
          <p:spPr>
            <a:xfrm>
              <a:off x="8971" y="3967175"/>
              <a:ext cx="202223" cy="202299"/>
            </a:xfrm>
            <a:custGeom>
              <a:avLst/>
              <a:gdLst/>
              <a:ahLst/>
              <a:cxnLst/>
              <a:rect l="l" t="t" r="r" b="b"/>
              <a:pathLst>
                <a:path w="2675" h="2676" extrusionOk="0">
                  <a:moveTo>
                    <a:pt x="2674" y="0"/>
                  </a:moveTo>
                  <a:lnTo>
                    <a:pt x="0" y="2676"/>
                  </a:lnTo>
                  <a:lnTo>
                    <a:pt x="2100" y="2676"/>
                  </a:lnTo>
                  <a:lnTo>
                    <a:pt x="2674" y="2102"/>
                  </a:lnTo>
                  <a:lnTo>
                    <a:pt x="267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8" name="Google Shape;10428;p15"/>
            <p:cNvSpPr/>
            <p:nvPr/>
          </p:nvSpPr>
          <p:spPr>
            <a:xfrm>
              <a:off x="-136402" y="1961481"/>
              <a:ext cx="347597" cy="506276"/>
            </a:xfrm>
            <a:custGeom>
              <a:avLst/>
              <a:gdLst/>
              <a:ahLst/>
              <a:cxnLst/>
              <a:rect l="l" t="t" r="r" b="b"/>
              <a:pathLst>
                <a:path w="4598" h="6697" extrusionOk="0">
                  <a:moveTo>
                    <a:pt x="4597" y="0"/>
                  </a:moveTo>
                  <a:lnTo>
                    <a:pt x="1" y="4595"/>
                  </a:lnTo>
                  <a:lnTo>
                    <a:pt x="1" y="6697"/>
                  </a:lnTo>
                  <a:lnTo>
                    <a:pt x="4597" y="2107"/>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9" name="Google Shape;10429;p15"/>
            <p:cNvSpPr/>
            <p:nvPr/>
          </p:nvSpPr>
          <p:spPr>
            <a:xfrm>
              <a:off x="-136402" y="867919"/>
              <a:ext cx="347597" cy="506276"/>
            </a:xfrm>
            <a:custGeom>
              <a:avLst/>
              <a:gdLst/>
              <a:ahLst/>
              <a:cxnLst/>
              <a:rect l="l" t="t" r="r" b="b"/>
              <a:pathLst>
                <a:path w="4598" h="6697" extrusionOk="0">
                  <a:moveTo>
                    <a:pt x="4597" y="0"/>
                  </a:moveTo>
                  <a:lnTo>
                    <a:pt x="1" y="4589"/>
                  </a:lnTo>
                  <a:lnTo>
                    <a:pt x="1" y="6697"/>
                  </a:lnTo>
                  <a:lnTo>
                    <a:pt x="4597" y="2100"/>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0" name="Google Shape;10430;p15"/>
            <p:cNvSpPr/>
            <p:nvPr/>
          </p:nvSpPr>
          <p:spPr>
            <a:xfrm>
              <a:off x="-136402" y="138500"/>
              <a:ext cx="347597" cy="506428"/>
            </a:xfrm>
            <a:custGeom>
              <a:avLst/>
              <a:gdLst/>
              <a:ahLst/>
              <a:cxnLst/>
              <a:rect l="l" t="t" r="r" b="b"/>
              <a:pathLst>
                <a:path w="4598" h="6699" extrusionOk="0">
                  <a:moveTo>
                    <a:pt x="4597" y="0"/>
                  </a:moveTo>
                  <a:lnTo>
                    <a:pt x="1" y="4590"/>
                  </a:lnTo>
                  <a:lnTo>
                    <a:pt x="1" y="6698"/>
                  </a:lnTo>
                  <a:lnTo>
                    <a:pt x="4597" y="2102"/>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1" name="Google Shape;10431;p15"/>
            <p:cNvSpPr/>
            <p:nvPr/>
          </p:nvSpPr>
          <p:spPr>
            <a:xfrm>
              <a:off x="191311" y="4149587"/>
              <a:ext cx="19882" cy="19882"/>
            </a:xfrm>
            <a:custGeom>
              <a:avLst/>
              <a:gdLst/>
              <a:ahLst/>
              <a:cxnLst/>
              <a:rect l="l" t="t" r="r" b="b"/>
              <a:pathLst>
                <a:path w="263" h="263" extrusionOk="0">
                  <a:moveTo>
                    <a:pt x="262" y="1"/>
                  </a:moveTo>
                  <a:lnTo>
                    <a:pt x="0" y="263"/>
                  </a:lnTo>
                  <a:lnTo>
                    <a:pt x="262" y="263"/>
                  </a:lnTo>
                  <a:lnTo>
                    <a:pt x="26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2" name="Google Shape;10432;p15"/>
          <p:cNvGrpSpPr/>
          <p:nvPr/>
        </p:nvGrpSpPr>
        <p:grpSpPr>
          <a:xfrm rot="5400000">
            <a:off x="4568822" y="2952198"/>
            <a:ext cx="347597" cy="4345451"/>
            <a:chOff x="-136402" y="-175976"/>
            <a:chExt cx="347597" cy="4345451"/>
          </a:xfrm>
        </p:grpSpPr>
        <p:sp>
          <p:nvSpPr>
            <p:cNvPr id="10433" name="Google Shape;10433;p15"/>
            <p:cNvSpPr/>
            <p:nvPr/>
          </p:nvSpPr>
          <p:spPr>
            <a:xfrm>
              <a:off x="-136402" y="3579069"/>
              <a:ext cx="347597" cy="371033"/>
            </a:xfrm>
            <a:custGeom>
              <a:avLst/>
              <a:gdLst/>
              <a:ahLst/>
              <a:cxnLst/>
              <a:rect l="l" t="t" r="r" b="b"/>
              <a:pathLst>
                <a:path w="4598" h="4908" extrusionOk="0">
                  <a:moveTo>
                    <a:pt x="4597" y="1"/>
                  </a:moveTo>
                  <a:lnTo>
                    <a:pt x="1" y="4595"/>
                  </a:lnTo>
                  <a:lnTo>
                    <a:pt x="1" y="4907"/>
                  </a:lnTo>
                  <a:lnTo>
                    <a:pt x="4597" y="311"/>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4" name="Google Shape;10434;p15"/>
            <p:cNvSpPr/>
            <p:nvPr/>
          </p:nvSpPr>
          <p:spPr>
            <a:xfrm>
              <a:off x="-136402" y="2850179"/>
              <a:ext cx="347597" cy="370503"/>
            </a:xfrm>
            <a:custGeom>
              <a:avLst/>
              <a:gdLst/>
              <a:ahLst/>
              <a:cxnLst/>
              <a:rect l="l" t="t" r="r" b="b"/>
              <a:pathLst>
                <a:path w="4598" h="4901" extrusionOk="0">
                  <a:moveTo>
                    <a:pt x="4597" y="0"/>
                  </a:moveTo>
                  <a:lnTo>
                    <a:pt x="1" y="4590"/>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5" name="Google Shape;10435;p15"/>
            <p:cNvSpPr/>
            <p:nvPr/>
          </p:nvSpPr>
          <p:spPr>
            <a:xfrm>
              <a:off x="-14615" y="3943741"/>
              <a:ext cx="225810" cy="225734"/>
            </a:xfrm>
            <a:custGeom>
              <a:avLst/>
              <a:gdLst/>
              <a:ahLst/>
              <a:cxnLst/>
              <a:rect l="l" t="t" r="r" b="b"/>
              <a:pathLst>
                <a:path w="2987" h="2986" extrusionOk="0">
                  <a:moveTo>
                    <a:pt x="2986" y="0"/>
                  </a:moveTo>
                  <a:lnTo>
                    <a:pt x="0" y="2986"/>
                  </a:lnTo>
                  <a:lnTo>
                    <a:pt x="312" y="2986"/>
                  </a:lnTo>
                  <a:lnTo>
                    <a:pt x="2986" y="310"/>
                  </a:lnTo>
                  <a:lnTo>
                    <a:pt x="29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6" name="Google Shape;10436;p15"/>
            <p:cNvSpPr/>
            <p:nvPr/>
          </p:nvSpPr>
          <p:spPr>
            <a:xfrm>
              <a:off x="-136402" y="3214775"/>
              <a:ext cx="347597" cy="370655"/>
            </a:xfrm>
            <a:custGeom>
              <a:avLst/>
              <a:gdLst/>
              <a:ahLst/>
              <a:cxnLst/>
              <a:rect l="l" t="t" r="r" b="b"/>
              <a:pathLst>
                <a:path w="4598" h="4903" extrusionOk="0">
                  <a:moveTo>
                    <a:pt x="4597" y="1"/>
                  </a:moveTo>
                  <a:lnTo>
                    <a:pt x="1" y="4591"/>
                  </a:lnTo>
                  <a:lnTo>
                    <a:pt x="1" y="4902"/>
                  </a:lnTo>
                  <a:lnTo>
                    <a:pt x="4597" y="306"/>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7" name="Google Shape;10437;p15"/>
            <p:cNvSpPr/>
            <p:nvPr/>
          </p:nvSpPr>
          <p:spPr>
            <a:xfrm>
              <a:off x="-136402" y="2485508"/>
              <a:ext cx="347597" cy="370503"/>
            </a:xfrm>
            <a:custGeom>
              <a:avLst/>
              <a:gdLst/>
              <a:ahLst/>
              <a:cxnLst/>
              <a:rect l="l" t="t" r="r" b="b"/>
              <a:pathLst>
                <a:path w="4598" h="4901" extrusionOk="0">
                  <a:moveTo>
                    <a:pt x="4597" y="0"/>
                  </a:moveTo>
                  <a:lnTo>
                    <a:pt x="1" y="4589"/>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8" name="Google Shape;10438;p15"/>
            <p:cNvSpPr/>
            <p:nvPr/>
          </p:nvSpPr>
          <p:spPr>
            <a:xfrm>
              <a:off x="-136402" y="2120760"/>
              <a:ext cx="347597" cy="370579"/>
            </a:xfrm>
            <a:custGeom>
              <a:avLst/>
              <a:gdLst/>
              <a:ahLst/>
              <a:cxnLst/>
              <a:rect l="l" t="t" r="r" b="b"/>
              <a:pathLst>
                <a:path w="4598" h="4902" extrusionOk="0">
                  <a:moveTo>
                    <a:pt x="4597" y="0"/>
                  </a:moveTo>
                  <a:lnTo>
                    <a:pt x="1" y="4590"/>
                  </a:lnTo>
                  <a:lnTo>
                    <a:pt x="1" y="4902"/>
                  </a:lnTo>
                  <a:lnTo>
                    <a:pt x="4597" y="305"/>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9" name="Google Shape;10439;p15"/>
            <p:cNvSpPr/>
            <p:nvPr/>
          </p:nvSpPr>
          <p:spPr>
            <a:xfrm>
              <a:off x="-136402" y="1756088"/>
              <a:ext cx="347597" cy="370503"/>
            </a:xfrm>
            <a:custGeom>
              <a:avLst/>
              <a:gdLst/>
              <a:ahLst/>
              <a:cxnLst/>
              <a:rect l="l" t="t" r="r" b="b"/>
              <a:pathLst>
                <a:path w="4598" h="4901" extrusionOk="0">
                  <a:moveTo>
                    <a:pt x="4597" y="0"/>
                  </a:moveTo>
                  <a:lnTo>
                    <a:pt x="1" y="4590"/>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0" name="Google Shape;10440;p15"/>
            <p:cNvSpPr/>
            <p:nvPr/>
          </p:nvSpPr>
          <p:spPr>
            <a:xfrm>
              <a:off x="-136402" y="1391417"/>
              <a:ext cx="347597" cy="370503"/>
            </a:xfrm>
            <a:custGeom>
              <a:avLst/>
              <a:gdLst/>
              <a:ahLst/>
              <a:cxnLst/>
              <a:rect l="l" t="t" r="r" b="b"/>
              <a:pathLst>
                <a:path w="4598" h="4901" extrusionOk="0">
                  <a:moveTo>
                    <a:pt x="4597" y="1"/>
                  </a:moveTo>
                  <a:lnTo>
                    <a:pt x="1" y="4597"/>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1" name="Google Shape;10441;p15"/>
            <p:cNvSpPr/>
            <p:nvPr/>
          </p:nvSpPr>
          <p:spPr>
            <a:xfrm>
              <a:off x="-136402" y="1026669"/>
              <a:ext cx="347597" cy="370655"/>
            </a:xfrm>
            <a:custGeom>
              <a:avLst/>
              <a:gdLst/>
              <a:ahLst/>
              <a:cxnLst/>
              <a:rect l="l" t="t" r="r" b="b"/>
              <a:pathLst>
                <a:path w="4598" h="4903" extrusionOk="0">
                  <a:moveTo>
                    <a:pt x="4597" y="0"/>
                  </a:moveTo>
                  <a:lnTo>
                    <a:pt x="1" y="4597"/>
                  </a:lnTo>
                  <a:lnTo>
                    <a:pt x="1" y="4902"/>
                  </a:lnTo>
                  <a:lnTo>
                    <a:pt x="4597" y="306"/>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2" name="Google Shape;10442;p15"/>
            <p:cNvSpPr/>
            <p:nvPr/>
          </p:nvSpPr>
          <p:spPr>
            <a:xfrm>
              <a:off x="-136402" y="661998"/>
              <a:ext cx="347597" cy="370503"/>
            </a:xfrm>
            <a:custGeom>
              <a:avLst/>
              <a:gdLst/>
              <a:ahLst/>
              <a:cxnLst/>
              <a:rect l="l" t="t" r="r" b="b"/>
              <a:pathLst>
                <a:path w="4598" h="4901" extrusionOk="0">
                  <a:moveTo>
                    <a:pt x="4597" y="1"/>
                  </a:moveTo>
                  <a:lnTo>
                    <a:pt x="1" y="4597"/>
                  </a:lnTo>
                  <a:lnTo>
                    <a:pt x="1" y="4901"/>
                  </a:lnTo>
                  <a:lnTo>
                    <a:pt x="4597" y="313"/>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3" name="Google Shape;10443;p15"/>
            <p:cNvSpPr/>
            <p:nvPr/>
          </p:nvSpPr>
          <p:spPr>
            <a:xfrm>
              <a:off x="-136402" y="297402"/>
              <a:ext cx="347597" cy="370503"/>
            </a:xfrm>
            <a:custGeom>
              <a:avLst/>
              <a:gdLst/>
              <a:ahLst/>
              <a:cxnLst/>
              <a:rect l="l" t="t" r="r" b="b"/>
              <a:pathLst>
                <a:path w="4598" h="4901" extrusionOk="0">
                  <a:moveTo>
                    <a:pt x="4597" y="0"/>
                  </a:moveTo>
                  <a:lnTo>
                    <a:pt x="1" y="4596"/>
                  </a:lnTo>
                  <a:lnTo>
                    <a:pt x="1" y="4900"/>
                  </a:lnTo>
                  <a:lnTo>
                    <a:pt x="4597" y="310"/>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4" name="Google Shape;10444;p15"/>
            <p:cNvSpPr/>
            <p:nvPr/>
          </p:nvSpPr>
          <p:spPr>
            <a:xfrm>
              <a:off x="-136402" y="-67421"/>
              <a:ext cx="347597" cy="370655"/>
            </a:xfrm>
            <a:custGeom>
              <a:avLst/>
              <a:gdLst/>
              <a:ahLst/>
              <a:cxnLst/>
              <a:rect l="l" t="t" r="r" b="b"/>
              <a:pathLst>
                <a:path w="4598" h="4903" extrusionOk="0">
                  <a:moveTo>
                    <a:pt x="4597" y="1"/>
                  </a:moveTo>
                  <a:lnTo>
                    <a:pt x="1" y="4597"/>
                  </a:lnTo>
                  <a:lnTo>
                    <a:pt x="1" y="4902"/>
                  </a:lnTo>
                  <a:lnTo>
                    <a:pt x="4597" y="313"/>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5" name="Google Shape;10445;p15"/>
            <p:cNvSpPr/>
            <p:nvPr/>
          </p:nvSpPr>
          <p:spPr>
            <a:xfrm>
              <a:off x="-136402" y="-175976"/>
              <a:ext cx="114606" cy="114379"/>
            </a:xfrm>
            <a:custGeom>
              <a:avLst/>
              <a:gdLst/>
              <a:ahLst/>
              <a:cxnLst/>
              <a:rect l="l" t="t" r="r" b="b"/>
              <a:pathLst>
                <a:path w="1516" h="1513" extrusionOk="0">
                  <a:moveTo>
                    <a:pt x="1212" y="0"/>
                  </a:moveTo>
                  <a:lnTo>
                    <a:pt x="1" y="1209"/>
                  </a:lnTo>
                  <a:lnTo>
                    <a:pt x="1" y="1513"/>
                  </a:lnTo>
                  <a:lnTo>
                    <a:pt x="15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6" name="Google Shape;10446;p15"/>
            <p:cNvSpPr/>
            <p:nvPr/>
          </p:nvSpPr>
          <p:spPr>
            <a:xfrm>
              <a:off x="167725" y="4126077"/>
              <a:ext cx="43469" cy="43393"/>
            </a:xfrm>
            <a:custGeom>
              <a:avLst/>
              <a:gdLst/>
              <a:ahLst/>
              <a:cxnLst/>
              <a:rect l="l" t="t" r="r" b="b"/>
              <a:pathLst>
                <a:path w="575" h="574" extrusionOk="0">
                  <a:moveTo>
                    <a:pt x="574" y="0"/>
                  </a:moveTo>
                  <a:lnTo>
                    <a:pt x="0" y="574"/>
                  </a:lnTo>
                  <a:lnTo>
                    <a:pt x="312" y="574"/>
                  </a:lnTo>
                  <a:lnTo>
                    <a:pt x="574" y="312"/>
                  </a:lnTo>
                  <a:lnTo>
                    <a:pt x="57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7" name="Google Shape;10447;p15"/>
            <p:cNvSpPr/>
            <p:nvPr/>
          </p:nvSpPr>
          <p:spPr>
            <a:xfrm>
              <a:off x="-136402" y="3396658"/>
              <a:ext cx="347597" cy="371108"/>
            </a:xfrm>
            <a:custGeom>
              <a:avLst/>
              <a:gdLst/>
              <a:ahLst/>
              <a:cxnLst/>
              <a:rect l="l" t="t" r="r" b="b"/>
              <a:pathLst>
                <a:path w="4598" h="4909" extrusionOk="0">
                  <a:moveTo>
                    <a:pt x="4597" y="0"/>
                  </a:moveTo>
                  <a:lnTo>
                    <a:pt x="1" y="4596"/>
                  </a:lnTo>
                  <a:lnTo>
                    <a:pt x="1" y="4908"/>
                  </a:lnTo>
                  <a:lnTo>
                    <a:pt x="4597" y="312"/>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8" name="Google Shape;10448;p15"/>
            <p:cNvSpPr/>
            <p:nvPr/>
          </p:nvSpPr>
          <p:spPr>
            <a:xfrm>
              <a:off x="-136402" y="2667843"/>
              <a:ext cx="347597" cy="370503"/>
            </a:xfrm>
            <a:custGeom>
              <a:avLst/>
              <a:gdLst/>
              <a:ahLst/>
              <a:cxnLst/>
              <a:rect l="l" t="t" r="r" b="b"/>
              <a:pathLst>
                <a:path w="4598" h="4901" extrusionOk="0">
                  <a:moveTo>
                    <a:pt x="4597" y="0"/>
                  </a:moveTo>
                  <a:lnTo>
                    <a:pt x="1" y="4590"/>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9" name="Google Shape;10449;p15"/>
            <p:cNvSpPr/>
            <p:nvPr/>
          </p:nvSpPr>
          <p:spPr>
            <a:xfrm>
              <a:off x="-136402" y="1938424"/>
              <a:ext cx="347597" cy="370503"/>
            </a:xfrm>
            <a:custGeom>
              <a:avLst/>
              <a:gdLst/>
              <a:ahLst/>
              <a:cxnLst/>
              <a:rect l="l" t="t" r="r" b="b"/>
              <a:pathLst>
                <a:path w="4598" h="4901" extrusionOk="0">
                  <a:moveTo>
                    <a:pt x="4597" y="0"/>
                  </a:moveTo>
                  <a:lnTo>
                    <a:pt x="1" y="4590"/>
                  </a:lnTo>
                  <a:lnTo>
                    <a:pt x="1" y="4900"/>
                  </a:lnTo>
                  <a:lnTo>
                    <a:pt x="4597" y="305"/>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0" name="Google Shape;10450;p15"/>
            <p:cNvSpPr/>
            <p:nvPr/>
          </p:nvSpPr>
          <p:spPr>
            <a:xfrm>
              <a:off x="-136402" y="1209081"/>
              <a:ext cx="347597" cy="370503"/>
            </a:xfrm>
            <a:custGeom>
              <a:avLst/>
              <a:gdLst/>
              <a:ahLst/>
              <a:cxnLst/>
              <a:rect l="l" t="t" r="r" b="b"/>
              <a:pathLst>
                <a:path w="4598" h="4901" extrusionOk="0">
                  <a:moveTo>
                    <a:pt x="4597" y="1"/>
                  </a:moveTo>
                  <a:lnTo>
                    <a:pt x="1" y="4596"/>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1" name="Google Shape;10451;p15"/>
            <p:cNvSpPr/>
            <p:nvPr/>
          </p:nvSpPr>
          <p:spPr>
            <a:xfrm>
              <a:off x="-136402" y="479662"/>
              <a:ext cx="347597" cy="370503"/>
            </a:xfrm>
            <a:custGeom>
              <a:avLst/>
              <a:gdLst/>
              <a:ahLst/>
              <a:cxnLst/>
              <a:rect l="l" t="t" r="r" b="b"/>
              <a:pathLst>
                <a:path w="4598" h="4901" extrusionOk="0">
                  <a:moveTo>
                    <a:pt x="4597" y="1"/>
                  </a:moveTo>
                  <a:lnTo>
                    <a:pt x="1" y="4597"/>
                  </a:lnTo>
                  <a:lnTo>
                    <a:pt x="1" y="4901"/>
                  </a:lnTo>
                  <a:lnTo>
                    <a:pt x="4597" y="311"/>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2" name="Google Shape;10452;p15"/>
            <p:cNvSpPr/>
            <p:nvPr/>
          </p:nvSpPr>
          <p:spPr>
            <a:xfrm>
              <a:off x="-136402" y="3761405"/>
              <a:ext cx="347597" cy="370957"/>
            </a:xfrm>
            <a:custGeom>
              <a:avLst/>
              <a:gdLst/>
              <a:ahLst/>
              <a:cxnLst/>
              <a:rect l="l" t="t" r="r" b="b"/>
              <a:pathLst>
                <a:path w="4598" h="4907" extrusionOk="0">
                  <a:moveTo>
                    <a:pt x="4597" y="0"/>
                  </a:moveTo>
                  <a:lnTo>
                    <a:pt x="1" y="4597"/>
                  </a:lnTo>
                  <a:lnTo>
                    <a:pt x="1" y="4907"/>
                  </a:lnTo>
                  <a:lnTo>
                    <a:pt x="4597" y="311"/>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3" name="Google Shape;10453;p15"/>
            <p:cNvSpPr/>
            <p:nvPr/>
          </p:nvSpPr>
          <p:spPr>
            <a:xfrm>
              <a:off x="-136402" y="3032440"/>
              <a:ext cx="347597" cy="370503"/>
            </a:xfrm>
            <a:custGeom>
              <a:avLst/>
              <a:gdLst/>
              <a:ahLst/>
              <a:cxnLst/>
              <a:rect l="l" t="t" r="r" b="b"/>
              <a:pathLst>
                <a:path w="4598" h="4901" extrusionOk="0">
                  <a:moveTo>
                    <a:pt x="4597" y="1"/>
                  </a:moveTo>
                  <a:lnTo>
                    <a:pt x="1" y="4591"/>
                  </a:lnTo>
                  <a:lnTo>
                    <a:pt x="1" y="4901"/>
                  </a:lnTo>
                  <a:lnTo>
                    <a:pt x="4597" y="306"/>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4" name="Google Shape;10454;p15"/>
            <p:cNvSpPr/>
            <p:nvPr/>
          </p:nvSpPr>
          <p:spPr>
            <a:xfrm>
              <a:off x="-136402" y="2303172"/>
              <a:ext cx="347597" cy="370503"/>
            </a:xfrm>
            <a:custGeom>
              <a:avLst/>
              <a:gdLst/>
              <a:ahLst/>
              <a:cxnLst/>
              <a:rect l="l" t="t" r="r" b="b"/>
              <a:pathLst>
                <a:path w="4598" h="4901" extrusionOk="0">
                  <a:moveTo>
                    <a:pt x="4597" y="1"/>
                  </a:moveTo>
                  <a:lnTo>
                    <a:pt x="1" y="4589"/>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15"/>
            <p:cNvSpPr/>
            <p:nvPr/>
          </p:nvSpPr>
          <p:spPr>
            <a:xfrm>
              <a:off x="-136402" y="1573753"/>
              <a:ext cx="347597" cy="370503"/>
            </a:xfrm>
            <a:custGeom>
              <a:avLst/>
              <a:gdLst/>
              <a:ahLst/>
              <a:cxnLst/>
              <a:rect l="l" t="t" r="r" b="b"/>
              <a:pathLst>
                <a:path w="4598" h="4901" extrusionOk="0">
                  <a:moveTo>
                    <a:pt x="4597" y="1"/>
                  </a:moveTo>
                  <a:lnTo>
                    <a:pt x="1" y="4597"/>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6" name="Google Shape;10456;p15"/>
            <p:cNvSpPr/>
            <p:nvPr/>
          </p:nvSpPr>
          <p:spPr>
            <a:xfrm>
              <a:off x="-136402" y="844334"/>
              <a:ext cx="347597" cy="370503"/>
            </a:xfrm>
            <a:custGeom>
              <a:avLst/>
              <a:gdLst/>
              <a:ahLst/>
              <a:cxnLst/>
              <a:rect l="l" t="t" r="r" b="b"/>
              <a:pathLst>
                <a:path w="4598" h="4901" extrusionOk="0">
                  <a:moveTo>
                    <a:pt x="4597" y="1"/>
                  </a:moveTo>
                  <a:lnTo>
                    <a:pt x="1" y="4597"/>
                  </a:lnTo>
                  <a:lnTo>
                    <a:pt x="1" y="4901"/>
                  </a:lnTo>
                  <a:lnTo>
                    <a:pt x="4597" y="312"/>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7" name="Google Shape;10457;p15"/>
            <p:cNvSpPr/>
            <p:nvPr/>
          </p:nvSpPr>
          <p:spPr>
            <a:xfrm>
              <a:off x="-136402" y="115066"/>
              <a:ext cx="347597" cy="370503"/>
            </a:xfrm>
            <a:custGeom>
              <a:avLst/>
              <a:gdLst/>
              <a:ahLst/>
              <a:cxnLst/>
              <a:rect l="l" t="t" r="r" b="b"/>
              <a:pathLst>
                <a:path w="4598" h="4901" extrusionOk="0">
                  <a:moveTo>
                    <a:pt x="4597" y="0"/>
                  </a:moveTo>
                  <a:lnTo>
                    <a:pt x="1" y="4595"/>
                  </a:lnTo>
                  <a:lnTo>
                    <a:pt x="1" y="4900"/>
                  </a:lnTo>
                  <a:lnTo>
                    <a:pt x="4597" y="310"/>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8" name="Google Shape;10458;p15"/>
            <p:cNvSpPr/>
            <p:nvPr/>
          </p:nvSpPr>
          <p:spPr>
            <a:xfrm>
              <a:off x="-136402" y="-175976"/>
              <a:ext cx="296947" cy="296720"/>
            </a:xfrm>
            <a:custGeom>
              <a:avLst/>
              <a:gdLst/>
              <a:ahLst/>
              <a:cxnLst/>
              <a:rect l="l" t="t" r="r" b="b"/>
              <a:pathLst>
                <a:path w="3928" h="3925" extrusionOk="0">
                  <a:moveTo>
                    <a:pt x="3624" y="0"/>
                  </a:moveTo>
                  <a:lnTo>
                    <a:pt x="1" y="3621"/>
                  </a:lnTo>
                  <a:lnTo>
                    <a:pt x="1" y="3925"/>
                  </a:lnTo>
                  <a:lnTo>
                    <a:pt x="39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59" name="Google Shape;10459;p15"/>
          <p:cNvSpPr/>
          <p:nvPr/>
        </p:nvSpPr>
        <p:spPr>
          <a:xfrm rot="5400000">
            <a:off x="4568795" y="2952177"/>
            <a:ext cx="347700" cy="43455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0" name="Google Shape;10460;p15"/>
          <p:cNvSpPr/>
          <p:nvPr/>
        </p:nvSpPr>
        <p:spPr>
          <a:xfrm>
            <a:off x="-167150" y="1180050"/>
            <a:ext cx="646800" cy="29790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1" name="Google Shape;10461;p15"/>
          <p:cNvSpPr/>
          <p:nvPr/>
        </p:nvSpPr>
        <p:spPr>
          <a:xfrm>
            <a:off x="299813" y="3036962"/>
            <a:ext cx="355580" cy="373786"/>
          </a:xfrm>
          <a:custGeom>
            <a:avLst/>
            <a:gdLst/>
            <a:ahLst/>
            <a:cxnLst/>
            <a:rect l="l" t="t" r="r" b="b"/>
            <a:pathLst>
              <a:path w="16581" h="17432" extrusionOk="0">
                <a:moveTo>
                  <a:pt x="8431" y="4679"/>
                </a:moveTo>
                <a:cubicBezTo>
                  <a:pt x="9068" y="4707"/>
                  <a:pt x="9697" y="4879"/>
                  <a:pt x="10256" y="5191"/>
                </a:cubicBezTo>
                <a:cubicBezTo>
                  <a:pt x="10264" y="5191"/>
                  <a:pt x="10264" y="5198"/>
                  <a:pt x="10271" y="5198"/>
                </a:cubicBezTo>
                <a:cubicBezTo>
                  <a:pt x="10298" y="5211"/>
                  <a:pt x="10319" y="5226"/>
                  <a:pt x="10339" y="5239"/>
                </a:cubicBezTo>
                <a:cubicBezTo>
                  <a:pt x="10367" y="5253"/>
                  <a:pt x="10389" y="5267"/>
                  <a:pt x="10415" y="5281"/>
                </a:cubicBezTo>
                <a:cubicBezTo>
                  <a:pt x="10415" y="5287"/>
                  <a:pt x="10422" y="5287"/>
                  <a:pt x="10430" y="5294"/>
                </a:cubicBezTo>
                <a:cubicBezTo>
                  <a:pt x="10969" y="5632"/>
                  <a:pt x="11426" y="6097"/>
                  <a:pt x="11757" y="6643"/>
                </a:cubicBezTo>
                <a:cubicBezTo>
                  <a:pt x="11757" y="6649"/>
                  <a:pt x="11764" y="6656"/>
                  <a:pt x="11764" y="6663"/>
                </a:cubicBezTo>
                <a:cubicBezTo>
                  <a:pt x="11777" y="6684"/>
                  <a:pt x="11790" y="6704"/>
                  <a:pt x="11805" y="6732"/>
                </a:cubicBezTo>
                <a:cubicBezTo>
                  <a:pt x="11819" y="6752"/>
                  <a:pt x="11832" y="6780"/>
                  <a:pt x="11847" y="6802"/>
                </a:cubicBezTo>
                <a:cubicBezTo>
                  <a:pt x="11847" y="6808"/>
                  <a:pt x="11854" y="6815"/>
                  <a:pt x="11854" y="6822"/>
                </a:cubicBezTo>
                <a:cubicBezTo>
                  <a:pt x="12150" y="7382"/>
                  <a:pt x="12316" y="8018"/>
                  <a:pt x="12330" y="8653"/>
                </a:cubicBezTo>
                <a:lnTo>
                  <a:pt x="12330" y="8675"/>
                </a:lnTo>
                <a:cubicBezTo>
                  <a:pt x="12330" y="8701"/>
                  <a:pt x="12330" y="8723"/>
                  <a:pt x="12323" y="8751"/>
                </a:cubicBezTo>
                <a:lnTo>
                  <a:pt x="12323" y="8834"/>
                </a:lnTo>
                <a:lnTo>
                  <a:pt x="12323" y="8854"/>
                </a:lnTo>
                <a:cubicBezTo>
                  <a:pt x="12303" y="9497"/>
                  <a:pt x="12131" y="10119"/>
                  <a:pt x="11819" y="10678"/>
                </a:cubicBezTo>
                <a:cubicBezTo>
                  <a:pt x="11812" y="10685"/>
                  <a:pt x="11812" y="10692"/>
                  <a:pt x="11805" y="10700"/>
                </a:cubicBezTo>
                <a:cubicBezTo>
                  <a:pt x="11799" y="10720"/>
                  <a:pt x="11784" y="10741"/>
                  <a:pt x="11771" y="10761"/>
                </a:cubicBezTo>
                <a:cubicBezTo>
                  <a:pt x="11757" y="10790"/>
                  <a:pt x="11742" y="10809"/>
                  <a:pt x="11722" y="10838"/>
                </a:cubicBezTo>
                <a:cubicBezTo>
                  <a:pt x="11722" y="10844"/>
                  <a:pt x="11716" y="10851"/>
                  <a:pt x="11716" y="10851"/>
                </a:cubicBezTo>
                <a:cubicBezTo>
                  <a:pt x="11376" y="11397"/>
                  <a:pt x="10913" y="11853"/>
                  <a:pt x="10361" y="12178"/>
                </a:cubicBezTo>
                <a:cubicBezTo>
                  <a:pt x="10361" y="12185"/>
                  <a:pt x="10354" y="12185"/>
                  <a:pt x="10347" y="12193"/>
                </a:cubicBezTo>
                <a:cubicBezTo>
                  <a:pt x="10319" y="12206"/>
                  <a:pt x="10298" y="12219"/>
                  <a:pt x="10271" y="12234"/>
                </a:cubicBezTo>
                <a:cubicBezTo>
                  <a:pt x="10249" y="12248"/>
                  <a:pt x="10230" y="12261"/>
                  <a:pt x="10201" y="12267"/>
                </a:cubicBezTo>
                <a:cubicBezTo>
                  <a:pt x="10201" y="12276"/>
                  <a:pt x="10195" y="12276"/>
                  <a:pt x="10188" y="12282"/>
                </a:cubicBezTo>
                <a:cubicBezTo>
                  <a:pt x="9621" y="12579"/>
                  <a:pt x="8992" y="12739"/>
                  <a:pt x="8357" y="12752"/>
                </a:cubicBezTo>
                <a:lnTo>
                  <a:pt x="8150" y="12752"/>
                </a:lnTo>
                <a:cubicBezTo>
                  <a:pt x="7513" y="12724"/>
                  <a:pt x="6884" y="12551"/>
                  <a:pt x="6325" y="12241"/>
                </a:cubicBezTo>
                <a:cubicBezTo>
                  <a:pt x="6325" y="12241"/>
                  <a:pt x="6317" y="12234"/>
                  <a:pt x="6310" y="12234"/>
                </a:cubicBezTo>
                <a:cubicBezTo>
                  <a:pt x="6283" y="12219"/>
                  <a:pt x="6262" y="12206"/>
                  <a:pt x="6234" y="12193"/>
                </a:cubicBezTo>
                <a:cubicBezTo>
                  <a:pt x="6214" y="12178"/>
                  <a:pt x="6192" y="12165"/>
                  <a:pt x="6172" y="12151"/>
                </a:cubicBezTo>
                <a:cubicBezTo>
                  <a:pt x="6166" y="12143"/>
                  <a:pt x="6159" y="12143"/>
                  <a:pt x="6151" y="12136"/>
                </a:cubicBezTo>
                <a:cubicBezTo>
                  <a:pt x="5612" y="11798"/>
                  <a:pt x="5155" y="11335"/>
                  <a:pt x="4824" y="10790"/>
                </a:cubicBezTo>
                <a:cubicBezTo>
                  <a:pt x="4824" y="10783"/>
                  <a:pt x="4817" y="10775"/>
                  <a:pt x="4817" y="10768"/>
                </a:cubicBezTo>
                <a:cubicBezTo>
                  <a:pt x="4804" y="10748"/>
                  <a:pt x="4791" y="10720"/>
                  <a:pt x="4776" y="10700"/>
                </a:cubicBezTo>
                <a:cubicBezTo>
                  <a:pt x="4762" y="10672"/>
                  <a:pt x="4749" y="10650"/>
                  <a:pt x="4734" y="10630"/>
                </a:cubicBezTo>
                <a:cubicBezTo>
                  <a:pt x="4734" y="10624"/>
                  <a:pt x="4727" y="10617"/>
                  <a:pt x="4727" y="10609"/>
                </a:cubicBezTo>
                <a:cubicBezTo>
                  <a:pt x="4431" y="10050"/>
                  <a:pt x="4265" y="9421"/>
                  <a:pt x="4258" y="8777"/>
                </a:cubicBezTo>
                <a:lnTo>
                  <a:pt x="4258" y="8758"/>
                </a:lnTo>
                <a:lnTo>
                  <a:pt x="4258" y="8675"/>
                </a:lnTo>
                <a:lnTo>
                  <a:pt x="4258" y="8598"/>
                </a:lnTo>
                <a:lnTo>
                  <a:pt x="4258" y="8577"/>
                </a:lnTo>
                <a:cubicBezTo>
                  <a:pt x="4278" y="7935"/>
                  <a:pt x="4450" y="7313"/>
                  <a:pt x="4762" y="6752"/>
                </a:cubicBezTo>
                <a:cubicBezTo>
                  <a:pt x="4769" y="6745"/>
                  <a:pt x="4769" y="6739"/>
                  <a:pt x="4776" y="6732"/>
                </a:cubicBezTo>
                <a:cubicBezTo>
                  <a:pt x="4791" y="6711"/>
                  <a:pt x="4804" y="6684"/>
                  <a:pt x="4817" y="6663"/>
                </a:cubicBezTo>
                <a:cubicBezTo>
                  <a:pt x="4832" y="6636"/>
                  <a:pt x="4845" y="6614"/>
                  <a:pt x="4859" y="6594"/>
                </a:cubicBezTo>
                <a:cubicBezTo>
                  <a:pt x="4859" y="6586"/>
                  <a:pt x="4865" y="6586"/>
                  <a:pt x="4865" y="6580"/>
                </a:cubicBezTo>
                <a:cubicBezTo>
                  <a:pt x="5205" y="6034"/>
                  <a:pt x="5675" y="5578"/>
                  <a:pt x="6220" y="5253"/>
                </a:cubicBezTo>
                <a:cubicBezTo>
                  <a:pt x="6227" y="5246"/>
                  <a:pt x="6227" y="5246"/>
                  <a:pt x="6234" y="5239"/>
                </a:cubicBezTo>
                <a:cubicBezTo>
                  <a:pt x="6255" y="5226"/>
                  <a:pt x="6283" y="5218"/>
                  <a:pt x="6303" y="5204"/>
                </a:cubicBezTo>
                <a:cubicBezTo>
                  <a:pt x="6332" y="5191"/>
                  <a:pt x="6351" y="5176"/>
                  <a:pt x="6380" y="5163"/>
                </a:cubicBezTo>
                <a:cubicBezTo>
                  <a:pt x="6386" y="5156"/>
                  <a:pt x="6386" y="5156"/>
                  <a:pt x="6393" y="5150"/>
                </a:cubicBezTo>
                <a:cubicBezTo>
                  <a:pt x="6960" y="4853"/>
                  <a:pt x="7589" y="4694"/>
                  <a:pt x="8232" y="4679"/>
                </a:cubicBezTo>
                <a:close/>
                <a:moveTo>
                  <a:pt x="6932" y="1"/>
                </a:moveTo>
                <a:lnTo>
                  <a:pt x="6317" y="2544"/>
                </a:lnTo>
                <a:cubicBezTo>
                  <a:pt x="6096" y="2613"/>
                  <a:pt x="5889" y="2688"/>
                  <a:pt x="5681" y="2779"/>
                </a:cubicBezTo>
                <a:cubicBezTo>
                  <a:pt x="5537" y="2841"/>
                  <a:pt x="5398" y="2910"/>
                  <a:pt x="5253" y="2987"/>
                </a:cubicBezTo>
                <a:cubicBezTo>
                  <a:pt x="5247" y="2993"/>
                  <a:pt x="5238" y="3000"/>
                  <a:pt x="5225" y="3000"/>
                </a:cubicBezTo>
                <a:cubicBezTo>
                  <a:pt x="5218" y="3007"/>
                  <a:pt x="5218" y="3007"/>
                  <a:pt x="5212" y="3013"/>
                </a:cubicBezTo>
                <a:cubicBezTo>
                  <a:pt x="5170" y="3035"/>
                  <a:pt x="5136" y="3048"/>
                  <a:pt x="5101" y="3070"/>
                </a:cubicBezTo>
                <a:cubicBezTo>
                  <a:pt x="5101" y="3076"/>
                  <a:pt x="5094" y="3076"/>
                  <a:pt x="5087" y="3076"/>
                </a:cubicBezTo>
                <a:cubicBezTo>
                  <a:pt x="5059" y="3096"/>
                  <a:pt x="5031" y="3111"/>
                  <a:pt x="4998" y="3131"/>
                </a:cubicBezTo>
                <a:cubicBezTo>
                  <a:pt x="4990" y="3131"/>
                  <a:pt x="4990" y="3138"/>
                  <a:pt x="4983" y="3144"/>
                </a:cubicBezTo>
                <a:cubicBezTo>
                  <a:pt x="4928" y="3172"/>
                  <a:pt x="4873" y="3207"/>
                  <a:pt x="4817" y="3242"/>
                </a:cubicBezTo>
                <a:cubicBezTo>
                  <a:pt x="4776" y="3269"/>
                  <a:pt x="4734" y="3297"/>
                  <a:pt x="4686" y="3325"/>
                </a:cubicBezTo>
                <a:cubicBezTo>
                  <a:pt x="4459" y="3476"/>
                  <a:pt x="4236" y="3650"/>
                  <a:pt x="4023" y="3836"/>
                </a:cubicBezTo>
                <a:lnTo>
                  <a:pt x="1528" y="3048"/>
                </a:lnTo>
                <a:lnTo>
                  <a:pt x="63" y="5536"/>
                </a:lnTo>
                <a:lnTo>
                  <a:pt x="1956" y="7341"/>
                </a:lnTo>
                <a:cubicBezTo>
                  <a:pt x="1921" y="7507"/>
                  <a:pt x="1888" y="7673"/>
                  <a:pt x="1866" y="7830"/>
                </a:cubicBezTo>
                <a:cubicBezTo>
                  <a:pt x="1859" y="7893"/>
                  <a:pt x="1853" y="7948"/>
                  <a:pt x="1846" y="8011"/>
                </a:cubicBezTo>
                <a:cubicBezTo>
                  <a:pt x="1831" y="8107"/>
                  <a:pt x="1825" y="8212"/>
                  <a:pt x="1818" y="8315"/>
                </a:cubicBezTo>
                <a:lnTo>
                  <a:pt x="1818" y="8328"/>
                </a:lnTo>
                <a:cubicBezTo>
                  <a:pt x="1818" y="8391"/>
                  <a:pt x="1811" y="8452"/>
                  <a:pt x="1811" y="8509"/>
                </a:cubicBezTo>
                <a:lnTo>
                  <a:pt x="1811" y="8535"/>
                </a:lnTo>
                <a:lnTo>
                  <a:pt x="1811" y="8633"/>
                </a:lnTo>
                <a:lnTo>
                  <a:pt x="1811" y="8653"/>
                </a:lnTo>
                <a:lnTo>
                  <a:pt x="1811" y="8771"/>
                </a:lnTo>
                <a:lnTo>
                  <a:pt x="1811" y="8799"/>
                </a:lnTo>
                <a:cubicBezTo>
                  <a:pt x="1811" y="9185"/>
                  <a:pt x="1853" y="9580"/>
                  <a:pt x="1929" y="9967"/>
                </a:cubicBezTo>
                <a:lnTo>
                  <a:pt x="0" y="11743"/>
                </a:lnTo>
                <a:lnTo>
                  <a:pt x="1423" y="14251"/>
                </a:lnTo>
                <a:lnTo>
                  <a:pt x="3933" y="13512"/>
                </a:lnTo>
                <a:cubicBezTo>
                  <a:pt x="4140" y="13706"/>
                  <a:pt x="4354" y="13878"/>
                  <a:pt x="4583" y="14037"/>
                </a:cubicBezTo>
                <a:cubicBezTo>
                  <a:pt x="4673" y="14092"/>
                  <a:pt x="4756" y="14155"/>
                  <a:pt x="4845" y="14210"/>
                </a:cubicBezTo>
                <a:cubicBezTo>
                  <a:pt x="4852" y="14217"/>
                  <a:pt x="4865" y="14217"/>
                  <a:pt x="4873" y="14225"/>
                </a:cubicBezTo>
                <a:cubicBezTo>
                  <a:pt x="4880" y="14231"/>
                  <a:pt x="4887" y="14231"/>
                  <a:pt x="4893" y="14238"/>
                </a:cubicBezTo>
                <a:cubicBezTo>
                  <a:pt x="4928" y="14258"/>
                  <a:pt x="4963" y="14280"/>
                  <a:pt x="4998" y="14299"/>
                </a:cubicBezTo>
                <a:cubicBezTo>
                  <a:pt x="5031" y="14321"/>
                  <a:pt x="5066" y="14341"/>
                  <a:pt x="5101" y="14362"/>
                </a:cubicBezTo>
                <a:cubicBezTo>
                  <a:pt x="5107" y="14362"/>
                  <a:pt x="5114" y="14369"/>
                  <a:pt x="5122" y="14369"/>
                </a:cubicBezTo>
                <a:cubicBezTo>
                  <a:pt x="5129" y="14376"/>
                  <a:pt x="5136" y="14382"/>
                  <a:pt x="5149" y="14382"/>
                </a:cubicBezTo>
                <a:cubicBezTo>
                  <a:pt x="5280" y="14459"/>
                  <a:pt x="5426" y="14535"/>
                  <a:pt x="5563" y="14598"/>
                </a:cubicBezTo>
                <a:cubicBezTo>
                  <a:pt x="5771" y="14694"/>
                  <a:pt x="5978" y="14777"/>
                  <a:pt x="6192" y="14853"/>
                </a:cubicBezTo>
                <a:lnTo>
                  <a:pt x="6766" y="17403"/>
                </a:lnTo>
                <a:lnTo>
                  <a:pt x="9649" y="17431"/>
                </a:lnTo>
                <a:lnTo>
                  <a:pt x="10271" y="14888"/>
                </a:lnTo>
                <a:cubicBezTo>
                  <a:pt x="10485" y="14819"/>
                  <a:pt x="10692" y="14742"/>
                  <a:pt x="10900" y="14653"/>
                </a:cubicBezTo>
                <a:cubicBezTo>
                  <a:pt x="11044" y="14590"/>
                  <a:pt x="11190" y="14522"/>
                  <a:pt x="11328" y="14445"/>
                </a:cubicBezTo>
                <a:cubicBezTo>
                  <a:pt x="11334" y="14439"/>
                  <a:pt x="11343" y="14439"/>
                  <a:pt x="11356" y="14432"/>
                </a:cubicBezTo>
                <a:cubicBezTo>
                  <a:pt x="11363" y="14424"/>
                  <a:pt x="11369" y="14424"/>
                  <a:pt x="11369" y="14417"/>
                </a:cubicBezTo>
                <a:cubicBezTo>
                  <a:pt x="11411" y="14404"/>
                  <a:pt x="11445" y="14382"/>
                  <a:pt x="11480" y="14362"/>
                </a:cubicBezTo>
                <a:cubicBezTo>
                  <a:pt x="11480" y="14356"/>
                  <a:pt x="11487" y="14356"/>
                  <a:pt x="11494" y="14356"/>
                </a:cubicBezTo>
                <a:cubicBezTo>
                  <a:pt x="11522" y="14334"/>
                  <a:pt x="11550" y="14321"/>
                  <a:pt x="11583" y="14299"/>
                </a:cubicBezTo>
                <a:cubicBezTo>
                  <a:pt x="11591" y="14299"/>
                  <a:pt x="11598" y="14293"/>
                  <a:pt x="11605" y="14293"/>
                </a:cubicBezTo>
                <a:cubicBezTo>
                  <a:pt x="11936" y="14092"/>
                  <a:pt x="12262" y="13858"/>
                  <a:pt x="12558" y="13603"/>
                </a:cubicBezTo>
                <a:lnTo>
                  <a:pt x="15053" y="14382"/>
                </a:lnTo>
                <a:lnTo>
                  <a:pt x="16518" y="11903"/>
                </a:lnTo>
                <a:lnTo>
                  <a:pt x="14625" y="10091"/>
                </a:lnTo>
                <a:cubicBezTo>
                  <a:pt x="14652" y="9973"/>
                  <a:pt x="14673" y="9856"/>
                  <a:pt x="14693" y="9738"/>
                </a:cubicBezTo>
                <a:cubicBezTo>
                  <a:pt x="14708" y="9628"/>
                  <a:pt x="14722" y="9524"/>
                  <a:pt x="14735" y="9421"/>
                </a:cubicBezTo>
                <a:cubicBezTo>
                  <a:pt x="14743" y="9373"/>
                  <a:pt x="14750" y="9317"/>
                  <a:pt x="14750" y="9268"/>
                </a:cubicBezTo>
                <a:cubicBezTo>
                  <a:pt x="14763" y="9166"/>
                  <a:pt x="14763" y="9054"/>
                  <a:pt x="14770" y="8950"/>
                </a:cubicBezTo>
                <a:lnTo>
                  <a:pt x="14770" y="8923"/>
                </a:lnTo>
                <a:lnTo>
                  <a:pt x="14770" y="8895"/>
                </a:lnTo>
                <a:cubicBezTo>
                  <a:pt x="14770" y="8860"/>
                  <a:pt x="14776" y="8819"/>
                  <a:pt x="14776" y="8777"/>
                </a:cubicBezTo>
                <a:lnTo>
                  <a:pt x="14776" y="8660"/>
                </a:lnTo>
                <a:lnTo>
                  <a:pt x="14776" y="8633"/>
                </a:lnTo>
                <a:cubicBezTo>
                  <a:pt x="14770" y="8245"/>
                  <a:pt x="14728" y="7852"/>
                  <a:pt x="14652" y="7465"/>
                </a:cubicBezTo>
                <a:lnTo>
                  <a:pt x="16581" y="5695"/>
                </a:lnTo>
                <a:lnTo>
                  <a:pt x="15164" y="3179"/>
                </a:lnTo>
                <a:lnTo>
                  <a:pt x="12648" y="3919"/>
                </a:lnTo>
                <a:cubicBezTo>
                  <a:pt x="12558" y="3836"/>
                  <a:pt x="12469" y="3753"/>
                  <a:pt x="12379" y="3677"/>
                </a:cubicBezTo>
                <a:cubicBezTo>
                  <a:pt x="12296" y="3615"/>
                  <a:pt x="12213" y="3552"/>
                  <a:pt x="12122" y="3491"/>
                </a:cubicBezTo>
                <a:cubicBezTo>
                  <a:pt x="12081" y="3456"/>
                  <a:pt x="12039" y="3428"/>
                  <a:pt x="11998" y="3393"/>
                </a:cubicBezTo>
                <a:cubicBezTo>
                  <a:pt x="11908" y="3338"/>
                  <a:pt x="11825" y="3277"/>
                  <a:pt x="11736" y="3221"/>
                </a:cubicBezTo>
                <a:cubicBezTo>
                  <a:pt x="11729" y="3214"/>
                  <a:pt x="11716" y="3214"/>
                  <a:pt x="11708" y="3207"/>
                </a:cubicBezTo>
                <a:cubicBezTo>
                  <a:pt x="11701" y="3201"/>
                  <a:pt x="11694" y="3201"/>
                  <a:pt x="11688" y="3194"/>
                </a:cubicBezTo>
                <a:cubicBezTo>
                  <a:pt x="11653" y="3172"/>
                  <a:pt x="11618" y="3153"/>
                  <a:pt x="11583" y="3131"/>
                </a:cubicBezTo>
                <a:cubicBezTo>
                  <a:pt x="11550" y="3111"/>
                  <a:pt x="11515" y="3090"/>
                  <a:pt x="11480" y="3076"/>
                </a:cubicBezTo>
                <a:cubicBezTo>
                  <a:pt x="11474" y="3070"/>
                  <a:pt x="11467" y="3070"/>
                  <a:pt x="11467" y="3061"/>
                </a:cubicBezTo>
                <a:cubicBezTo>
                  <a:pt x="11452" y="3055"/>
                  <a:pt x="11445" y="3048"/>
                  <a:pt x="11439" y="3048"/>
                </a:cubicBezTo>
                <a:cubicBezTo>
                  <a:pt x="11301" y="2972"/>
                  <a:pt x="11155" y="2895"/>
                  <a:pt x="11018" y="2834"/>
                </a:cubicBezTo>
                <a:cubicBezTo>
                  <a:pt x="10810" y="2738"/>
                  <a:pt x="10603" y="2655"/>
                  <a:pt x="10389" y="2579"/>
                </a:cubicBezTo>
                <a:lnTo>
                  <a:pt x="9815" y="27"/>
                </a:lnTo>
                <a:lnTo>
                  <a:pt x="6932" y="1"/>
                </a:lnTo>
                <a:close/>
              </a:path>
            </a:pathLst>
          </a:custGeom>
          <a:solidFill>
            <a:schemeClr val="dk1"/>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868690106"/>
      </p:ext>
    </p:extLst>
  </p:cSld>
  <p:clrMapOvr>
    <a:masterClrMapping/>
  </p:clrMapOvr>
  <p:hf sldNum="0" hdr="0" ftr="0" dt="0"/>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text 1">
  <p:cSld name="Title and text 1">
    <p:spTree>
      <p:nvGrpSpPr>
        <p:cNvPr id="1" name="Shape 10462"/>
        <p:cNvGrpSpPr/>
        <p:nvPr/>
      </p:nvGrpSpPr>
      <p:grpSpPr>
        <a:xfrm>
          <a:off x="0" y="0"/>
          <a:ext cx="0" cy="0"/>
          <a:chOff x="0" y="0"/>
          <a:chExt cx="0" cy="0"/>
        </a:xfrm>
      </p:grpSpPr>
      <p:sp>
        <p:nvSpPr>
          <p:cNvPr id="10463" name="Google Shape;10463;p16"/>
          <p:cNvSpPr txBox="1">
            <a:spLocks noGrp="1"/>
          </p:cNvSpPr>
          <p:nvPr>
            <p:ph type="title"/>
          </p:nvPr>
        </p:nvSpPr>
        <p:spPr>
          <a:xfrm>
            <a:off x="720000" y="1620638"/>
            <a:ext cx="3287400" cy="1273500"/>
          </a:xfrm>
          <a:prstGeom prst="rect">
            <a:avLst/>
          </a:prstGeom>
        </p:spPr>
        <p:txBody>
          <a:bodyPr spcFirstLastPara="1" wrap="square" lIns="91425" tIns="91425" rIns="91425" bIns="91425" anchor="b" anchorCtr="0">
            <a:noAutofit/>
          </a:bodyPr>
          <a:lstStyle>
            <a:lvl1pPr lvl="0" rtl="0">
              <a:lnSpc>
                <a:spcPct val="115000"/>
              </a:lnSpc>
              <a:spcBef>
                <a:spcPts val="0"/>
              </a:spcBef>
              <a:spcAft>
                <a:spcPts val="0"/>
              </a:spcAft>
              <a:buSzPts val="3500"/>
              <a:buNone/>
              <a:defRPr/>
            </a:lvl1pPr>
            <a:lvl2pPr lvl="1" rtl="0">
              <a:lnSpc>
                <a:spcPct val="115000"/>
              </a:lnSpc>
              <a:spcBef>
                <a:spcPts val="0"/>
              </a:spcBef>
              <a:spcAft>
                <a:spcPts val="0"/>
              </a:spcAft>
              <a:buSzPts val="3500"/>
              <a:buNone/>
              <a:defRPr/>
            </a:lvl2pPr>
            <a:lvl3pPr lvl="2" rtl="0">
              <a:lnSpc>
                <a:spcPct val="115000"/>
              </a:lnSpc>
              <a:spcBef>
                <a:spcPts val="0"/>
              </a:spcBef>
              <a:spcAft>
                <a:spcPts val="0"/>
              </a:spcAft>
              <a:buSzPts val="3500"/>
              <a:buNone/>
              <a:defRPr/>
            </a:lvl3pPr>
            <a:lvl4pPr lvl="3" rtl="0">
              <a:lnSpc>
                <a:spcPct val="115000"/>
              </a:lnSpc>
              <a:spcBef>
                <a:spcPts val="0"/>
              </a:spcBef>
              <a:spcAft>
                <a:spcPts val="0"/>
              </a:spcAft>
              <a:buSzPts val="3500"/>
              <a:buNone/>
              <a:defRPr/>
            </a:lvl4pPr>
            <a:lvl5pPr lvl="4" rtl="0">
              <a:lnSpc>
                <a:spcPct val="115000"/>
              </a:lnSpc>
              <a:spcBef>
                <a:spcPts val="0"/>
              </a:spcBef>
              <a:spcAft>
                <a:spcPts val="0"/>
              </a:spcAft>
              <a:buSzPts val="3500"/>
              <a:buNone/>
              <a:defRPr/>
            </a:lvl5pPr>
            <a:lvl6pPr lvl="5" rtl="0">
              <a:lnSpc>
                <a:spcPct val="115000"/>
              </a:lnSpc>
              <a:spcBef>
                <a:spcPts val="0"/>
              </a:spcBef>
              <a:spcAft>
                <a:spcPts val="0"/>
              </a:spcAft>
              <a:buSzPts val="3500"/>
              <a:buNone/>
              <a:defRPr/>
            </a:lvl6pPr>
            <a:lvl7pPr lvl="6" rtl="0">
              <a:lnSpc>
                <a:spcPct val="115000"/>
              </a:lnSpc>
              <a:spcBef>
                <a:spcPts val="0"/>
              </a:spcBef>
              <a:spcAft>
                <a:spcPts val="0"/>
              </a:spcAft>
              <a:buSzPts val="3500"/>
              <a:buNone/>
              <a:defRPr/>
            </a:lvl7pPr>
            <a:lvl8pPr lvl="7" rtl="0">
              <a:lnSpc>
                <a:spcPct val="115000"/>
              </a:lnSpc>
              <a:spcBef>
                <a:spcPts val="0"/>
              </a:spcBef>
              <a:spcAft>
                <a:spcPts val="0"/>
              </a:spcAft>
              <a:buSzPts val="3500"/>
              <a:buNone/>
              <a:defRPr/>
            </a:lvl8pPr>
            <a:lvl9pPr lvl="8" rtl="0">
              <a:lnSpc>
                <a:spcPct val="115000"/>
              </a:lnSpc>
              <a:spcBef>
                <a:spcPts val="0"/>
              </a:spcBef>
              <a:spcAft>
                <a:spcPts val="0"/>
              </a:spcAft>
              <a:buSzPts val="3500"/>
              <a:buNone/>
              <a:defRPr/>
            </a:lvl9pPr>
          </a:lstStyle>
          <a:p>
            <a:r>
              <a:rPr lang="en-US"/>
              <a:t>Click to edit Master title style</a:t>
            </a:r>
            <a:endParaRPr/>
          </a:p>
        </p:txBody>
      </p:sp>
      <p:sp>
        <p:nvSpPr>
          <p:cNvPr id="10464" name="Google Shape;10464;p16"/>
          <p:cNvSpPr txBox="1">
            <a:spLocks noGrp="1"/>
          </p:cNvSpPr>
          <p:nvPr>
            <p:ph type="subTitle" idx="1"/>
          </p:nvPr>
        </p:nvSpPr>
        <p:spPr>
          <a:xfrm>
            <a:off x="720000" y="2703098"/>
            <a:ext cx="3287400" cy="11751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r>
              <a:rPr lang="en-US"/>
              <a:t>Click to edit Master subtitle style</a:t>
            </a:r>
            <a:endParaRPr/>
          </a:p>
        </p:txBody>
      </p:sp>
      <p:grpSp>
        <p:nvGrpSpPr>
          <p:cNvPr id="10465" name="Google Shape;10465;p16"/>
          <p:cNvGrpSpPr/>
          <p:nvPr/>
        </p:nvGrpSpPr>
        <p:grpSpPr>
          <a:xfrm rot="5400000">
            <a:off x="4091220" y="2906246"/>
            <a:ext cx="347597" cy="4345456"/>
            <a:chOff x="-136402" y="-175976"/>
            <a:chExt cx="347597" cy="4345456"/>
          </a:xfrm>
        </p:grpSpPr>
        <p:sp>
          <p:nvSpPr>
            <p:cNvPr id="10466" name="Google Shape;10466;p16"/>
            <p:cNvSpPr/>
            <p:nvPr/>
          </p:nvSpPr>
          <p:spPr>
            <a:xfrm>
              <a:off x="-136402" y="-175976"/>
              <a:ext cx="273965" cy="273814"/>
            </a:xfrm>
            <a:custGeom>
              <a:avLst/>
              <a:gdLst/>
              <a:ahLst/>
              <a:cxnLst/>
              <a:rect l="l" t="t" r="r" b="b"/>
              <a:pathLst>
                <a:path w="3624" h="3622" extrusionOk="0">
                  <a:moveTo>
                    <a:pt x="1515" y="0"/>
                  </a:moveTo>
                  <a:lnTo>
                    <a:pt x="1" y="1513"/>
                  </a:lnTo>
                  <a:lnTo>
                    <a:pt x="1" y="3621"/>
                  </a:lnTo>
                  <a:lnTo>
                    <a:pt x="36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7" name="Google Shape;10467;p16"/>
            <p:cNvSpPr/>
            <p:nvPr/>
          </p:nvSpPr>
          <p:spPr>
            <a:xfrm>
              <a:off x="-136402" y="1778994"/>
              <a:ext cx="347597" cy="506503"/>
            </a:xfrm>
            <a:custGeom>
              <a:avLst/>
              <a:gdLst/>
              <a:ahLst/>
              <a:cxnLst/>
              <a:rect l="l" t="t" r="r" b="b"/>
              <a:pathLst>
                <a:path w="4598" h="6700" extrusionOk="0">
                  <a:moveTo>
                    <a:pt x="4597" y="1"/>
                  </a:moveTo>
                  <a:lnTo>
                    <a:pt x="1" y="4597"/>
                  </a:lnTo>
                  <a:lnTo>
                    <a:pt x="1" y="6699"/>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8" name="Google Shape;10468;p16"/>
            <p:cNvSpPr/>
            <p:nvPr/>
          </p:nvSpPr>
          <p:spPr>
            <a:xfrm>
              <a:off x="-136402" y="2326153"/>
              <a:ext cx="347597" cy="506276"/>
            </a:xfrm>
            <a:custGeom>
              <a:avLst/>
              <a:gdLst/>
              <a:ahLst/>
              <a:cxnLst/>
              <a:rect l="l" t="t" r="r" b="b"/>
              <a:pathLst>
                <a:path w="4598" h="6697" extrusionOk="0">
                  <a:moveTo>
                    <a:pt x="4597" y="0"/>
                  </a:moveTo>
                  <a:lnTo>
                    <a:pt x="1" y="4597"/>
                  </a:lnTo>
                  <a:lnTo>
                    <a:pt x="1" y="6697"/>
                  </a:lnTo>
                  <a:lnTo>
                    <a:pt x="4597" y="2108"/>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9" name="Google Shape;10469;p16"/>
            <p:cNvSpPr/>
            <p:nvPr/>
          </p:nvSpPr>
          <p:spPr>
            <a:xfrm>
              <a:off x="-136402" y="-175976"/>
              <a:ext cx="91624" cy="91473"/>
            </a:xfrm>
            <a:custGeom>
              <a:avLst/>
              <a:gdLst/>
              <a:ahLst/>
              <a:cxnLst/>
              <a:rect l="l" t="t" r="r" b="b"/>
              <a:pathLst>
                <a:path w="1212" h="1210" extrusionOk="0">
                  <a:moveTo>
                    <a:pt x="1" y="0"/>
                  </a:moveTo>
                  <a:lnTo>
                    <a:pt x="1" y="1209"/>
                  </a:lnTo>
                  <a:lnTo>
                    <a:pt x="12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0" name="Google Shape;10470;p16"/>
            <p:cNvSpPr/>
            <p:nvPr/>
          </p:nvSpPr>
          <p:spPr>
            <a:xfrm>
              <a:off x="-136402" y="3602504"/>
              <a:ext cx="347597" cy="506428"/>
            </a:xfrm>
            <a:custGeom>
              <a:avLst/>
              <a:gdLst/>
              <a:ahLst/>
              <a:cxnLst/>
              <a:rect l="l" t="t" r="r" b="b"/>
              <a:pathLst>
                <a:path w="4598" h="6699" extrusionOk="0">
                  <a:moveTo>
                    <a:pt x="4597" y="1"/>
                  </a:moveTo>
                  <a:lnTo>
                    <a:pt x="1" y="4597"/>
                  </a:lnTo>
                  <a:lnTo>
                    <a:pt x="1" y="6699"/>
                  </a:lnTo>
                  <a:lnTo>
                    <a:pt x="4597" y="2102"/>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1" name="Google Shape;10471;p16"/>
            <p:cNvSpPr/>
            <p:nvPr/>
          </p:nvSpPr>
          <p:spPr>
            <a:xfrm>
              <a:off x="-136402" y="3420168"/>
              <a:ext cx="347597" cy="506352"/>
            </a:xfrm>
            <a:custGeom>
              <a:avLst/>
              <a:gdLst/>
              <a:ahLst/>
              <a:cxnLst/>
              <a:rect l="l" t="t" r="r" b="b"/>
              <a:pathLst>
                <a:path w="4598" h="6698" extrusionOk="0">
                  <a:moveTo>
                    <a:pt x="4597" y="1"/>
                  </a:moveTo>
                  <a:lnTo>
                    <a:pt x="1" y="4597"/>
                  </a:lnTo>
                  <a:lnTo>
                    <a:pt x="1" y="6697"/>
                  </a:lnTo>
                  <a:lnTo>
                    <a:pt x="4597" y="2103"/>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16"/>
            <p:cNvSpPr/>
            <p:nvPr/>
          </p:nvSpPr>
          <p:spPr>
            <a:xfrm>
              <a:off x="-136402" y="3237908"/>
              <a:ext cx="347597" cy="506276"/>
            </a:xfrm>
            <a:custGeom>
              <a:avLst/>
              <a:gdLst/>
              <a:ahLst/>
              <a:cxnLst/>
              <a:rect l="l" t="t" r="r" b="b"/>
              <a:pathLst>
                <a:path w="4598" h="6697" extrusionOk="0">
                  <a:moveTo>
                    <a:pt x="4597" y="0"/>
                  </a:moveTo>
                  <a:lnTo>
                    <a:pt x="1" y="4596"/>
                  </a:lnTo>
                  <a:lnTo>
                    <a:pt x="1" y="6696"/>
                  </a:lnTo>
                  <a:lnTo>
                    <a:pt x="4597" y="2100"/>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3" name="Google Shape;10473;p16"/>
            <p:cNvSpPr/>
            <p:nvPr/>
          </p:nvSpPr>
          <p:spPr>
            <a:xfrm>
              <a:off x="-136402" y="3055572"/>
              <a:ext cx="347597" cy="506276"/>
            </a:xfrm>
            <a:custGeom>
              <a:avLst/>
              <a:gdLst/>
              <a:ahLst/>
              <a:cxnLst/>
              <a:rect l="l" t="t" r="r" b="b"/>
              <a:pathLst>
                <a:path w="4598" h="6697" extrusionOk="0">
                  <a:moveTo>
                    <a:pt x="4597" y="0"/>
                  </a:moveTo>
                  <a:lnTo>
                    <a:pt x="1" y="4595"/>
                  </a:lnTo>
                  <a:lnTo>
                    <a:pt x="1" y="6697"/>
                  </a:lnTo>
                  <a:lnTo>
                    <a:pt x="4597" y="2107"/>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4" name="Google Shape;10474;p16"/>
            <p:cNvSpPr/>
            <p:nvPr/>
          </p:nvSpPr>
          <p:spPr>
            <a:xfrm>
              <a:off x="-136402" y="-175976"/>
              <a:ext cx="347597" cy="456155"/>
            </a:xfrm>
            <a:custGeom>
              <a:avLst/>
              <a:gdLst/>
              <a:ahLst/>
              <a:cxnLst/>
              <a:rect l="l" t="t" r="r" b="b"/>
              <a:pathLst>
                <a:path w="4598" h="6034" extrusionOk="0">
                  <a:moveTo>
                    <a:pt x="3927" y="0"/>
                  </a:moveTo>
                  <a:lnTo>
                    <a:pt x="1" y="3925"/>
                  </a:lnTo>
                  <a:lnTo>
                    <a:pt x="1" y="6033"/>
                  </a:lnTo>
                  <a:lnTo>
                    <a:pt x="4597" y="1437"/>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16"/>
            <p:cNvSpPr/>
            <p:nvPr/>
          </p:nvSpPr>
          <p:spPr>
            <a:xfrm>
              <a:off x="-136402" y="2690749"/>
              <a:ext cx="347597" cy="506428"/>
            </a:xfrm>
            <a:custGeom>
              <a:avLst/>
              <a:gdLst/>
              <a:ahLst/>
              <a:cxnLst/>
              <a:rect l="l" t="t" r="r" b="b"/>
              <a:pathLst>
                <a:path w="4598" h="6699" extrusionOk="0">
                  <a:moveTo>
                    <a:pt x="4597" y="1"/>
                  </a:moveTo>
                  <a:lnTo>
                    <a:pt x="1" y="4597"/>
                  </a:lnTo>
                  <a:lnTo>
                    <a:pt x="1" y="6699"/>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16"/>
            <p:cNvSpPr/>
            <p:nvPr/>
          </p:nvSpPr>
          <p:spPr>
            <a:xfrm>
              <a:off x="-136402" y="1232062"/>
              <a:ext cx="347597" cy="506957"/>
            </a:xfrm>
            <a:custGeom>
              <a:avLst/>
              <a:gdLst/>
              <a:ahLst/>
              <a:cxnLst/>
              <a:rect l="l" t="t" r="r" b="b"/>
              <a:pathLst>
                <a:path w="4598" h="6706" extrusionOk="0">
                  <a:moveTo>
                    <a:pt x="4597" y="0"/>
                  </a:moveTo>
                  <a:lnTo>
                    <a:pt x="1" y="4597"/>
                  </a:lnTo>
                  <a:lnTo>
                    <a:pt x="1" y="6705"/>
                  </a:lnTo>
                  <a:lnTo>
                    <a:pt x="4597" y="2109"/>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16"/>
            <p:cNvSpPr/>
            <p:nvPr/>
          </p:nvSpPr>
          <p:spPr>
            <a:xfrm>
              <a:off x="-136402" y="2508489"/>
              <a:ext cx="347597" cy="506428"/>
            </a:xfrm>
            <a:custGeom>
              <a:avLst/>
              <a:gdLst/>
              <a:ahLst/>
              <a:cxnLst/>
              <a:rect l="l" t="t" r="r" b="b"/>
              <a:pathLst>
                <a:path w="4598" h="6699" extrusionOk="0">
                  <a:moveTo>
                    <a:pt x="4597" y="0"/>
                  </a:moveTo>
                  <a:lnTo>
                    <a:pt x="1" y="4596"/>
                  </a:lnTo>
                  <a:lnTo>
                    <a:pt x="1" y="6698"/>
                  </a:lnTo>
                  <a:lnTo>
                    <a:pt x="4597" y="2108"/>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8" name="Google Shape;10478;p16"/>
            <p:cNvSpPr/>
            <p:nvPr/>
          </p:nvSpPr>
          <p:spPr>
            <a:xfrm>
              <a:off x="-136402" y="1049726"/>
              <a:ext cx="347597" cy="506806"/>
            </a:xfrm>
            <a:custGeom>
              <a:avLst/>
              <a:gdLst/>
              <a:ahLst/>
              <a:cxnLst/>
              <a:rect l="l" t="t" r="r" b="b"/>
              <a:pathLst>
                <a:path w="4598" h="6704" extrusionOk="0">
                  <a:moveTo>
                    <a:pt x="4597" y="1"/>
                  </a:moveTo>
                  <a:lnTo>
                    <a:pt x="1" y="4597"/>
                  </a:lnTo>
                  <a:lnTo>
                    <a:pt x="1" y="6704"/>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9" name="Google Shape;10479;p16"/>
            <p:cNvSpPr/>
            <p:nvPr/>
          </p:nvSpPr>
          <p:spPr>
            <a:xfrm>
              <a:off x="-136402" y="503172"/>
              <a:ext cx="347597" cy="506428"/>
            </a:xfrm>
            <a:custGeom>
              <a:avLst/>
              <a:gdLst/>
              <a:ahLst/>
              <a:cxnLst/>
              <a:rect l="l" t="t" r="r" b="b"/>
              <a:pathLst>
                <a:path w="4598" h="6699" extrusionOk="0">
                  <a:moveTo>
                    <a:pt x="4597" y="0"/>
                  </a:moveTo>
                  <a:lnTo>
                    <a:pt x="1" y="4590"/>
                  </a:lnTo>
                  <a:lnTo>
                    <a:pt x="1" y="6698"/>
                  </a:lnTo>
                  <a:lnTo>
                    <a:pt x="4597" y="2102"/>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0" name="Google Shape;10480;p16"/>
            <p:cNvSpPr/>
            <p:nvPr/>
          </p:nvSpPr>
          <p:spPr>
            <a:xfrm>
              <a:off x="-136402" y="2143817"/>
              <a:ext cx="347597" cy="506276"/>
            </a:xfrm>
            <a:custGeom>
              <a:avLst/>
              <a:gdLst/>
              <a:ahLst/>
              <a:cxnLst/>
              <a:rect l="l" t="t" r="r" b="b"/>
              <a:pathLst>
                <a:path w="4598" h="6697" extrusionOk="0">
                  <a:moveTo>
                    <a:pt x="4597" y="0"/>
                  </a:moveTo>
                  <a:lnTo>
                    <a:pt x="1" y="4597"/>
                  </a:lnTo>
                  <a:lnTo>
                    <a:pt x="1" y="6697"/>
                  </a:lnTo>
                  <a:lnTo>
                    <a:pt x="4597" y="2109"/>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1" name="Google Shape;10481;p16"/>
            <p:cNvSpPr/>
            <p:nvPr/>
          </p:nvSpPr>
          <p:spPr>
            <a:xfrm>
              <a:off x="-136402" y="1596734"/>
              <a:ext cx="347597" cy="506428"/>
            </a:xfrm>
            <a:custGeom>
              <a:avLst/>
              <a:gdLst/>
              <a:ahLst/>
              <a:cxnLst/>
              <a:rect l="l" t="t" r="r" b="b"/>
              <a:pathLst>
                <a:path w="4598" h="6699" extrusionOk="0">
                  <a:moveTo>
                    <a:pt x="4597" y="0"/>
                  </a:moveTo>
                  <a:lnTo>
                    <a:pt x="1" y="4597"/>
                  </a:lnTo>
                  <a:lnTo>
                    <a:pt x="1" y="6698"/>
                  </a:lnTo>
                  <a:lnTo>
                    <a:pt x="4597" y="2108"/>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2" name="Google Shape;10482;p16"/>
            <p:cNvSpPr/>
            <p:nvPr/>
          </p:nvSpPr>
          <p:spPr>
            <a:xfrm>
              <a:off x="-136402" y="320836"/>
              <a:ext cx="347597" cy="506428"/>
            </a:xfrm>
            <a:custGeom>
              <a:avLst/>
              <a:gdLst/>
              <a:ahLst/>
              <a:cxnLst/>
              <a:rect l="l" t="t" r="r" b="b"/>
              <a:pathLst>
                <a:path w="4598" h="6699" extrusionOk="0">
                  <a:moveTo>
                    <a:pt x="4597" y="0"/>
                  </a:moveTo>
                  <a:lnTo>
                    <a:pt x="1" y="4590"/>
                  </a:lnTo>
                  <a:lnTo>
                    <a:pt x="1" y="6698"/>
                  </a:lnTo>
                  <a:lnTo>
                    <a:pt x="4597" y="2102"/>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16"/>
            <p:cNvSpPr/>
            <p:nvPr/>
          </p:nvSpPr>
          <p:spPr>
            <a:xfrm>
              <a:off x="-136402" y="3784840"/>
              <a:ext cx="347597" cy="384640"/>
            </a:xfrm>
            <a:custGeom>
              <a:avLst/>
              <a:gdLst/>
              <a:ahLst/>
              <a:cxnLst/>
              <a:rect l="l" t="t" r="r" b="b"/>
              <a:pathLst>
                <a:path w="4598" h="5088" extrusionOk="0">
                  <a:moveTo>
                    <a:pt x="4597" y="1"/>
                  </a:moveTo>
                  <a:lnTo>
                    <a:pt x="1" y="4597"/>
                  </a:lnTo>
                  <a:lnTo>
                    <a:pt x="1" y="5088"/>
                  </a:lnTo>
                  <a:lnTo>
                    <a:pt x="1611" y="5088"/>
                  </a:lnTo>
                  <a:lnTo>
                    <a:pt x="4597" y="2102"/>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4" name="Google Shape;10484;p16"/>
            <p:cNvSpPr/>
            <p:nvPr/>
          </p:nvSpPr>
          <p:spPr>
            <a:xfrm>
              <a:off x="-136402" y="1414398"/>
              <a:ext cx="347597" cy="506957"/>
            </a:xfrm>
            <a:custGeom>
              <a:avLst/>
              <a:gdLst/>
              <a:ahLst/>
              <a:cxnLst/>
              <a:rect l="l" t="t" r="r" b="b"/>
              <a:pathLst>
                <a:path w="4598" h="6706" extrusionOk="0">
                  <a:moveTo>
                    <a:pt x="4597" y="0"/>
                  </a:moveTo>
                  <a:lnTo>
                    <a:pt x="1" y="4597"/>
                  </a:lnTo>
                  <a:lnTo>
                    <a:pt x="1" y="6705"/>
                  </a:lnTo>
                  <a:lnTo>
                    <a:pt x="4597" y="2109"/>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5" name="Google Shape;10485;p16"/>
            <p:cNvSpPr/>
            <p:nvPr/>
          </p:nvSpPr>
          <p:spPr>
            <a:xfrm>
              <a:off x="-136402" y="685583"/>
              <a:ext cx="347597" cy="506276"/>
            </a:xfrm>
            <a:custGeom>
              <a:avLst/>
              <a:gdLst/>
              <a:ahLst/>
              <a:cxnLst/>
              <a:rect l="l" t="t" r="r" b="b"/>
              <a:pathLst>
                <a:path w="4598" h="6697" extrusionOk="0">
                  <a:moveTo>
                    <a:pt x="4597" y="1"/>
                  </a:moveTo>
                  <a:lnTo>
                    <a:pt x="1" y="4589"/>
                  </a:lnTo>
                  <a:lnTo>
                    <a:pt x="1" y="6697"/>
                  </a:lnTo>
                  <a:lnTo>
                    <a:pt x="4597" y="2101"/>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6" name="Google Shape;10486;p16"/>
            <p:cNvSpPr/>
            <p:nvPr/>
          </p:nvSpPr>
          <p:spPr>
            <a:xfrm>
              <a:off x="-136402" y="2873085"/>
              <a:ext cx="347597" cy="506428"/>
            </a:xfrm>
            <a:custGeom>
              <a:avLst/>
              <a:gdLst/>
              <a:ahLst/>
              <a:cxnLst/>
              <a:rect l="l" t="t" r="r" b="b"/>
              <a:pathLst>
                <a:path w="4598" h="6699" extrusionOk="0">
                  <a:moveTo>
                    <a:pt x="4597" y="1"/>
                  </a:moveTo>
                  <a:lnTo>
                    <a:pt x="1" y="4597"/>
                  </a:lnTo>
                  <a:lnTo>
                    <a:pt x="1" y="6699"/>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7" name="Google Shape;10487;p16"/>
            <p:cNvSpPr/>
            <p:nvPr/>
          </p:nvSpPr>
          <p:spPr>
            <a:xfrm>
              <a:off x="-136402" y="-43836"/>
              <a:ext cx="347597" cy="506276"/>
            </a:xfrm>
            <a:custGeom>
              <a:avLst/>
              <a:gdLst/>
              <a:ahLst/>
              <a:cxnLst/>
              <a:rect l="l" t="t" r="r" b="b"/>
              <a:pathLst>
                <a:path w="4598" h="6697" extrusionOk="0">
                  <a:moveTo>
                    <a:pt x="4597" y="1"/>
                  </a:moveTo>
                  <a:lnTo>
                    <a:pt x="1" y="4590"/>
                  </a:lnTo>
                  <a:lnTo>
                    <a:pt x="1" y="6697"/>
                  </a:lnTo>
                  <a:lnTo>
                    <a:pt x="4597" y="2102"/>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8" name="Google Shape;10488;p16"/>
            <p:cNvSpPr/>
            <p:nvPr/>
          </p:nvSpPr>
          <p:spPr>
            <a:xfrm>
              <a:off x="8971" y="3967175"/>
              <a:ext cx="202223" cy="202299"/>
            </a:xfrm>
            <a:custGeom>
              <a:avLst/>
              <a:gdLst/>
              <a:ahLst/>
              <a:cxnLst/>
              <a:rect l="l" t="t" r="r" b="b"/>
              <a:pathLst>
                <a:path w="2675" h="2676" extrusionOk="0">
                  <a:moveTo>
                    <a:pt x="2674" y="0"/>
                  </a:moveTo>
                  <a:lnTo>
                    <a:pt x="0" y="2676"/>
                  </a:lnTo>
                  <a:lnTo>
                    <a:pt x="2100" y="2676"/>
                  </a:lnTo>
                  <a:lnTo>
                    <a:pt x="2674" y="2102"/>
                  </a:lnTo>
                  <a:lnTo>
                    <a:pt x="267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9" name="Google Shape;10489;p16"/>
            <p:cNvSpPr/>
            <p:nvPr/>
          </p:nvSpPr>
          <p:spPr>
            <a:xfrm>
              <a:off x="-136402" y="1961481"/>
              <a:ext cx="347597" cy="506276"/>
            </a:xfrm>
            <a:custGeom>
              <a:avLst/>
              <a:gdLst/>
              <a:ahLst/>
              <a:cxnLst/>
              <a:rect l="l" t="t" r="r" b="b"/>
              <a:pathLst>
                <a:path w="4598" h="6697" extrusionOk="0">
                  <a:moveTo>
                    <a:pt x="4597" y="0"/>
                  </a:moveTo>
                  <a:lnTo>
                    <a:pt x="1" y="4595"/>
                  </a:lnTo>
                  <a:lnTo>
                    <a:pt x="1" y="6697"/>
                  </a:lnTo>
                  <a:lnTo>
                    <a:pt x="4597" y="2107"/>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0" name="Google Shape;10490;p16"/>
            <p:cNvSpPr/>
            <p:nvPr/>
          </p:nvSpPr>
          <p:spPr>
            <a:xfrm>
              <a:off x="-136402" y="867919"/>
              <a:ext cx="347597" cy="506276"/>
            </a:xfrm>
            <a:custGeom>
              <a:avLst/>
              <a:gdLst/>
              <a:ahLst/>
              <a:cxnLst/>
              <a:rect l="l" t="t" r="r" b="b"/>
              <a:pathLst>
                <a:path w="4598" h="6697" extrusionOk="0">
                  <a:moveTo>
                    <a:pt x="4597" y="0"/>
                  </a:moveTo>
                  <a:lnTo>
                    <a:pt x="1" y="4589"/>
                  </a:lnTo>
                  <a:lnTo>
                    <a:pt x="1" y="6697"/>
                  </a:lnTo>
                  <a:lnTo>
                    <a:pt x="4597" y="2100"/>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1" name="Google Shape;10491;p16"/>
            <p:cNvSpPr/>
            <p:nvPr/>
          </p:nvSpPr>
          <p:spPr>
            <a:xfrm>
              <a:off x="-136402" y="138500"/>
              <a:ext cx="347597" cy="506428"/>
            </a:xfrm>
            <a:custGeom>
              <a:avLst/>
              <a:gdLst/>
              <a:ahLst/>
              <a:cxnLst/>
              <a:rect l="l" t="t" r="r" b="b"/>
              <a:pathLst>
                <a:path w="4598" h="6699" extrusionOk="0">
                  <a:moveTo>
                    <a:pt x="4597" y="0"/>
                  </a:moveTo>
                  <a:lnTo>
                    <a:pt x="1" y="4590"/>
                  </a:lnTo>
                  <a:lnTo>
                    <a:pt x="1" y="6698"/>
                  </a:lnTo>
                  <a:lnTo>
                    <a:pt x="4597" y="2102"/>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2" name="Google Shape;10492;p16"/>
            <p:cNvSpPr/>
            <p:nvPr/>
          </p:nvSpPr>
          <p:spPr>
            <a:xfrm>
              <a:off x="191311" y="4149587"/>
              <a:ext cx="19882" cy="19882"/>
            </a:xfrm>
            <a:custGeom>
              <a:avLst/>
              <a:gdLst/>
              <a:ahLst/>
              <a:cxnLst/>
              <a:rect l="l" t="t" r="r" b="b"/>
              <a:pathLst>
                <a:path w="263" h="263" extrusionOk="0">
                  <a:moveTo>
                    <a:pt x="262" y="1"/>
                  </a:moveTo>
                  <a:lnTo>
                    <a:pt x="0" y="263"/>
                  </a:lnTo>
                  <a:lnTo>
                    <a:pt x="262" y="263"/>
                  </a:lnTo>
                  <a:lnTo>
                    <a:pt x="26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3" name="Google Shape;10493;p16"/>
          <p:cNvGrpSpPr/>
          <p:nvPr/>
        </p:nvGrpSpPr>
        <p:grpSpPr>
          <a:xfrm rot="5400000">
            <a:off x="4091222" y="2906248"/>
            <a:ext cx="347597" cy="4345451"/>
            <a:chOff x="-136402" y="-175976"/>
            <a:chExt cx="347597" cy="4345451"/>
          </a:xfrm>
        </p:grpSpPr>
        <p:sp>
          <p:nvSpPr>
            <p:cNvPr id="10494" name="Google Shape;10494;p16"/>
            <p:cNvSpPr/>
            <p:nvPr/>
          </p:nvSpPr>
          <p:spPr>
            <a:xfrm>
              <a:off x="-136402" y="3579069"/>
              <a:ext cx="347597" cy="371033"/>
            </a:xfrm>
            <a:custGeom>
              <a:avLst/>
              <a:gdLst/>
              <a:ahLst/>
              <a:cxnLst/>
              <a:rect l="l" t="t" r="r" b="b"/>
              <a:pathLst>
                <a:path w="4598" h="4908" extrusionOk="0">
                  <a:moveTo>
                    <a:pt x="4597" y="1"/>
                  </a:moveTo>
                  <a:lnTo>
                    <a:pt x="1" y="4595"/>
                  </a:lnTo>
                  <a:lnTo>
                    <a:pt x="1" y="4907"/>
                  </a:lnTo>
                  <a:lnTo>
                    <a:pt x="4597" y="311"/>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16"/>
            <p:cNvSpPr/>
            <p:nvPr/>
          </p:nvSpPr>
          <p:spPr>
            <a:xfrm>
              <a:off x="-136402" y="2850179"/>
              <a:ext cx="347597" cy="370503"/>
            </a:xfrm>
            <a:custGeom>
              <a:avLst/>
              <a:gdLst/>
              <a:ahLst/>
              <a:cxnLst/>
              <a:rect l="l" t="t" r="r" b="b"/>
              <a:pathLst>
                <a:path w="4598" h="4901" extrusionOk="0">
                  <a:moveTo>
                    <a:pt x="4597" y="0"/>
                  </a:moveTo>
                  <a:lnTo>
                    <a:pt x="1" y="4590"/>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6" name="Google Shape;10496;p16"/>
            <p:cNvSpPr/>
            <p:nvPr/>
          </p:nvSpPr>
          <p:spPr>
            <a:xfrm>
              <a:off x="-14615" y="3943741"/>
              <a:ext cx="225810" cy="225734"/>
            </a:xfrm>
            <a:custGeom>
              <a:avLst/>
              <a:gdLst/>
              <a:ahLst/>
              <a:cxnLst/>
              <a:rect l="l" t="t" r="r" b="b"/>
              <a:pathLst>
                <a:path w="2987" h="2986" extrusionOk="0">
                  <a:moveTo>
                    <a:pt x="2986" y="0"/>
                  </a:moveTo>
                  <a:lnTo>
                    <a:pt x="0" y="2986"/>
                  </a:lnTo>
                  <a:lnTo>
                    <a:pt x="312" y="2986"/>
                  </a:lnTo>
                  <a:lnTo>
                    <a:pt x="2986" y="310"/>
                  </a:lnTo>
                  <a:lnTo>
                    <a:pt x="29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7" name="Google Shape;10497;p16"/>
            <p:cNvSpPr/>
            <p:nvPr/>
          </p:nvSpPr>
          <p:spPr>
            <a:xfrm>
              <a:off x="-136402" y="3214775"/>
              <a:ext cx="347597" cy="370655"/>
            </a:xfrm>
            <a:custGeom>
              <a:avLst/>
              <a:gdLst/>
              <a:ahLst/>
              <a:cxnLst/>
              <a:rect l="l" t="t" r="r" b="b"/>
              <a:pathLst>
                <a:path w="4598" h="4903" extrusionOk="0">
                  <a:moveTo>
                    <a:pt x="4597" y="1"/>
                  </a:moveTo>
                  <a:lnTo>
                    <a:pt x="1" y="4591"/>
                  </a:lnTo>
                  <a:lnTo>
                    <a:pt x="1" y="4902"/>
                  </a:lnTo>
                  <a:lnTo>
                    <a:pt x="4597" y="306"/>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16"/>
            <p:cNvSpPr/>
            <p:nvPr/>
          </p:nvSpPr>
          <p:spPr>
            <a:xfrm>
              <a:off x="-136402" y="2485508"/>
              <a:ext cx="347597" cy="370503"/>
            </a:xfrm>
            <a:custGeom>
              <a:avLst/>
              <a:gdLst/>
              <a:ahLst/>
              <a:cxnLst/>
              <a:rect l="l" t="t" r="r" b="b"/>
              <a:pathLst>
                <a:path w="4598" h="4901" extrusionOk="0">
                  <a:moveTo>
                    <a:pt x="4597" y="0"/>
                  </a:moveTo>
                  <a:lnTo>
                    <a:pt x="1" y="4589"/>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9" name="Google Shape;10499;p16"/>
            <p:cNvSpPr/>
            <p:nvPr/>
          </p:nvSpPr>
          <p:spPr>
            <a:xfrm>
              <a:off x="-136402" y="2120760"/>
              <a:ext cx="347597" cy="370579"/>
            </a:xfrm>
            <a:custGeom>
              <a:avLst/>
              <a:gdLst/>
              <a:ahLst/>
              <a:cxnLst/>
              <a:rect l="l" t="t" r="r" b="b"/>
              <a:pathLst>
                <a:path w="4598" h="4902" extrusionOk="0">
                  <a:moveTo>
                    <a:pt x="4597" y="0"/>
                  </a:moveTo>
                  <a:lnTo>
                    <a:pt x="1" y="4590"/>
                  </a:lnTo>
                  <a:lnTo>
                    <a:pt x="1" y="4902"/>
                  </a:lnTo>
                  <a:lnTo>
                    <a:pt x="4597" y="305"/>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0" name="Google Shape;10500;p16"/>
            <p:cNvSpPr/>
            <p:nvPr/>
          </p:nvSpPr>
          <p:spPr>
            <a:xfrm>
              <a:off x="-136402" y="1756088"/>
              <a:ext cx="347597" cy="370503"/>
            </a:xfrm>
            <a:custGeom>
              <a:avLst/>
              <a:gdLst/>
              <a:ahLst/>
              <a:cxnLst/>
              <a:rect l="l" t="t" r="r" b="b"/>
              <a:pathLst>
                <a:path w="4598" h="4901" extrusionOk="0">
                  <a:moveTo>
                    <a:pt x="4597" y="0"/>
                  </a:moveTo>
                  <a:lnTo>
                    <a:pt x="1" y="4590"/>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1" name="Google Shape;10501;p16"/>
            <p:cNvSpPr/>
            <p:nvPr/>
          </p:nvSpPr>
          <p:spPr>
            <a:xfrm>
              <a:off x="-136402" y="1391417"/>
              <a:ext cx="347597" cy="370503"/>
            </a:xfrm>
            <a:custGeom>
              <a:avLst/>
              <a:gdLst/>
              <a:ahLst/>
              <a:cxnLst/>
              <a:rect l="l" t="t" r="r" b="b"/>
              <a:pathLst>
                <a:path w="4598" h="4901" extrusionOk="0">
                  <a:moveTo>
                    <a:pt x="4597" y="1"/>
                  </a:moveTo>
                  <a:lnTo>
                    <a:pt x="1" y="4597"/>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2" name="Google Shape;10502;p16"/>
            <p:cNvSpPr/>
            <p:nvPr/>
          </p:nvSpPr>
          <p:spPr>
            <a:xfrm>
              <a:off x="-136402" y="1026669"/>
              <a:ext cx="347597" cy="370655"/>
            </a:xfrm>
            <a:custGeom>
              <a:avLst/>
              <a:gdLst/>
              <a:ahLst/>
              <a:cxnLst/>
              <a:rect l="l" t="t" r="r" b="b"/>
              <a:pathLst>
                <a:path w="4598" h="4903" extrusionOk="0">
                  <a:moveTo>
                    <a:pt x="4597" y="0"/>
                  </a:moveTo>
                  <a:lnTo>
                    <a:pt x="1" y="4597"/>
                  </a:lnTo>
                  <a:lnTo>
                    <a:pt x="1" y="4902"/>
                  </a:lnTo>
                  <a:lnTo>
                    <a:pt x="4597" y="306"/>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16"/>
            <p:cNvSpPr/>
            <p:nvPr/>
          </p:nvSpPr>
          <p:spPr>
            <a:xfrm>
              <a:off x="-136402" y="661998"/>
              <a:ext cx="347597" cy="370503"/>
            </a:xfrm>
            <a:custGeom>
              <a:avLst/>
              <a:gdLst/>
              <a:ahLst/>
              <a:cxnLst/>
              <a:rect l="l" t="t" r="r" b="b"/>
              <a:pathLst>
                <a:path w="4598" h="4901" extrusionOk="0">
                  <a:moveTo>
                    <a:pt x="4597" y="1"/>
                  </a:moveTo>
                  <a:lnTo>
                    <a:pt x="1" y="4597"/>
                  </a:lnTo>
                  <a:lnTo>
                    <a:pt x="1" y="4901"/>
                  </a:lnTo>
                  <a:lnTo>
                    <a:pt x="4597" y="313"/>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4" name="Google Shape;10504;p16"/>
            <p:cNvSpPr/>
            <p:nvPr/>
          </p:nvSpPr>
          <p:spPr>
            <a:xfrm>
              <a:off x="-136402" y="297402"/>
              <a:ext cx="347597" cy="370503"/>
            </a:xfrm>
            <a:custGeom>
              <a:avLst/>
              <a:gdLst/>
              <a:ahLst/>
              <a:cxnLst/>
              <a:rect l="l" t="t" r="r" b="b"/>
              <a:pathLst>
                <a:path w="4598" h="4901" extrusionOk="0">
                  <a:moveTo>
                    <a:pt x="4597" y="0"/>
                  </a:moveTo>
                  <a:lnTo>
                    <a:pt x="1" y="4596"/>
                  </a:lnTo>
                  <a:lnTo>
                    <a:pt x="1" y="4900"/>
                  </a:lnTo>
                  <a:lnTo>
                    <a:pt x="4597" y="310"/>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5" name="Google Shape;10505;p16"/>
            <p:cNvSpPr/>
            <p:nvPr/>
          </p:nvSpPr>
          <p:spPr>
            <a:xfrm>
              <a:off x="-136402" y="-67421"/>
              <a:ext cx="347597" cy="370655"/>
            </a:xfrm>
            <a:custGeom>
              <a:avLst/>
              <a:gdLst/>
              <a:ahLst/>
              <a:cxnLst/>
              <a:rect l="l" t="t" r="r" b="b"/>
              <a:pathLst>
                <a:path w="4598" h="4903" extrusionOk="0">
                  <a:moveTo>
                    <a:pt x="4597" y="1"/>
                  </a:moveTo>
                  <a:lnTo>
                    <a:pt x="1" y="4597"/>
                  </a:lnTo>
                  <a:lnTo>
                    <a:pt x="1" y="4902"/>
                  </a:lnTo>
                  <a:lnTo>
                    <a:pt x="4597" y="313"/>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6" name="Google Shape;10506;p16"/>
            <p:cNvSpPr/>
            <p:nvPr/>
          </p:nvSpPr>
          <p:spPr>
            <a:xfrm>
              <a:off x="-136402" y="-175976"/>
              <a:ext cx="114606" cy="114379"/>
            </a:xfrm>
            <a:custGeom>
              <a:avLst/>
              <a:gdLst/>
              <a:ahLst/>
              <a:cxnLst/>
              <a:rect l="l" t="t" r="r" b="b"/>
              <a:pathLst>
                <a:path w="1516" h="1513" extrusionOk="0">
                  <a:moveTo>
                    <a:pt x="1212" y="0"/>
                  </a:moveTo>
                  <a:lnTo>
                    <a:pt x="1" y="1209"/>
                  </a:lnTo>
                  <a:lnTo>
                    <a:pt x="1" y="1513"/>
                  </a:lnTo>
                  <a:lnTo>
                    <a:pt x="15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7" name="Google Shape;10507;p16"/>
            <p:cNvSpPr/>
            <p:nvPr/>
          </p:nvSpPr>
          <p:spPr>
            <a:xfrm>
              <a:off x="167725" y="4126077"/>
              <a:ext cx="43469" cy="43393"/>
            </a:xfrm>
            <a:custGeom>
              <a:avLst/>
              <a:gdLst/>
              <a:ahLst/>
              <a:cxnLst/>
              <a:rect l="l" t="t" r="r" b="b"/>
              <a:pathLst>
                <a:path w="575" h="574" extrusionOk="0">
                  <a:moveTo>
                    <a:pt x="574" y="0"/>
                  </a:moveTo>
                  <a:lnTo>
                    <a:pt x="0" y="574"/>
                  </a:lnTo>
                  <a:lnTo>
                    <a:pt x="312" y="574"/>
                  </a:lnTo>
                  <a:lnTo>
                    <a:pt x="574" y="312"/>
                  </a:lnTo>
                  <a:lnTo>
                    <a:pt x="57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8" name="Google Shape;10508;p16"/>
            <p:cNvSpPr/>
            <p:nvPr/>
          </p:nvSpPr>
          <p:spPr>
            <a:xfrm>
              <a:off x="-136402" y="3396658"/>
              <a:ext cx="347597" cy="371108"/>
            </a:xfrm>
            <a:custGeom>
              <a:avLst/>
              <a:gdLst/>
              <a:ahLst/>
              <a:cxnLst/>
              <a:rect l="l" t="t" r="r" b="b"/>
              <a:pathLst>
                <a:path w="4598" h="4909" extrusionOk="0">
                  <a:moveTo>
                    <a:pt x="4597" y="0"/>
                  </a:moveTo>
                  <a:lnTo>
                    <a:pt x="1" y="4596"/>
                  </a:lnTo>
                  <a:lnTo>
                    <a:pt x="1" y="4908"/>
                  </a:lnTo>
                  <a:lnTo>
                    <a:pt x="4597" y="312"/>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9" name="Google Shape;10509;p16"/>
            <p:cNvSpPr/>
            <p:nvPr/>
          </p:nvSpPr>
          <p:spPr>
            <a:xfrm>
              <a:off x="-136402" y="2667843"/>
              <a:ext cx="347597" cy="370503"/>
            </a:xfrm>
            <a:custGeom>
              <a:avLst/>
              <a:gdLst/>
              <a:ahLst/>
              <a:cxnLst/>
              <a:rect l="l" t="t" r="r" b="b"/>
              <a:pathLst>
                <a:path w="4598" h="4901" extrusionOk="0">
                  <a:moveTo>
                    <a:pt x="4597" y="0"/>
                  </a:moveTo>
                  <a:lnTo>
                    <a:pt x="1" y="4590"/>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0" name="Google Shape;10510;p16"/>
            <p:cNvSpPr/>
            <p:nvPr/>
          </p:nvSpPr>
          <p:spPr>
            <a:xfrm>
              <a:off x="-136402" y="1938424"/>
              <a:ext cx="347597" cy="370503"/>
            </a:xfrm>
            <a:custGeom>
              <a:avLst/>
              <a:gdLst/>
              <a:ahLst/>
              <a:cxnLst/>
              <a:rect l="l" t="t" r="r" b="b"/>
              <a:pathLst>
                <a:path w="4598" h="4901" extrusionOk="0">
                  <a:moveTo>
                    <a:pt x="4597" y="0"/>
                  </a:moveTo>
                  <a:lnTo>
                    <a:pt x="1" y="4590"/>
                  </a:lnTo>
                  <a:lnTo>
                    <a:pt x="1" y="4900"/>
                  </a:lnTo>
                  <a:lnTo>
                    <a:pt x="4597" y="305"/>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16"/>
            <p:cNvSpPr/>
            <p:nvPr/>
          </p:nvSpPr>
          <p:spPr>
            <a:xfrm>
              <a:off x="-136402" y="1209081"/>
              <a:ext cx="347597" cy="370503"/>
            </a:xfrm>
            <a:custGeom>
              <a:avLst/>
              <a:gdLst/>
              <a:ahLst/>
              <a:cxnLst/>
              <a:rect l="l" t="t" r="r" b="b"/>
              <a:pathLst>
                <a:path w="4598" h="4901" extrusionOk="0">
                  <a:moveTo>
                    <a:pt x="4597" y="1"/>
                  </a:moveTo>
                  <a:lnTo>
                    <a:pt x="1" y="4596"/>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16"/>
            <p:cNvSpPr/>
            <p:nvPr/>
          </p:nvSpPr>
          <p:spPr>
            <a:xfrm>
              <a:off x="-136402" y="479662"/>
              <a:ext cx="347597" cy="370503"/>
            </a:xfrm>
            <a:custGeom>
              <a:avLst/>
              <a:gdLst/>
              <a:ahLst/>
              <a:cxnLst/>
              <a:rect l="l" t="t" r="r" b="b"/>
              <a:pathLst>
                <a:path w="4598" h="4901" extrusionOk="0">
                  <a:moveTo>
                    <a:pt x="4597" y="1"/>
                  </a:moveTo>
                  <a:lnTo>
                    <a:pt x="1" y="4597"/>
                  </a:lnTo>
                  <a:lnTo>
                    <a:pt x="1" y="4901"/>
                  </a:lnTo>
                  <a:lnTo>
                    <a:pt x="4597" y="311"/>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3" name="Google Shape;10513;p16"/>
            <p:cNvSpPr/>
            <p:nvPr/>
          </p:nvSpPr>
          <p:spPr>
            <a:xfrm>
              <a:off x="-136402" y="3761405"/>
              <a:ext cx="347597" cy="370957"/>
            </a:xfrm>
            <a:custGeom>
              <a:avLst/>
              <a:gdLst/>
              <a:ahLst/>
              <a:cxnLst/>
              <a:rect l="l" t="t" r="r" b="b"/>
              <a:pathLst>
                <a:path w="4598" h="4907" extrusionOk="0">
                  <a:moveTo>
                    <a:pt x="4597" y="0"/>
                  </a:moveTo>
                  <a:lnTo>
                    <a:pt x="1" y="4597"/>
                  </a:lnTo>
                  <a:lnTo>
                    <a:pt x="1" y="4907"/>
                  </a:lnTo>
                  <a:lnTo>
                    <a:pt x="4597" y="311"/>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4" name="Google Shape;10514;p16"/>
            <p:cNvSpPr/>
            <p:nvPr/>
          </p:nvSpPr>
          <p:spPr>
            <a:xfrm>
              <a:off x="-136402" y="3032440"/>
              <a:ext cx="347597" cy="370503"/>
            </a:xfrm>
            <a:custGeom>
              <a:avLst/>
              <a:gdLst/>
              <a:ahLst/>
              <a:cxnLst/>
              <a:rect l="l" t="t" r="r" b="b"/>
              <a:pathLst>
                <a:path w="4598" h="4901" extrusionOk="0">
                  <a:moveTo>
                    <a:pt x="4597" y="1"/>
                  </a:moveTo>
                  <a:lnTo>
                    <a:pt x="1" y="4591"/>
                  </a:lnTo>
                  <a:lnTo>
                    <a:pt x="1" y="4901"/>
                  </a:lnTo>
                  <a:lnTo>
                    <a:pt x="4597" y="306"/>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5" name="Google Shape;10515;p16"/>
            <p:cNvSpPr/>
            <p:nvPr/>
          </p:nvSpPr>
          <p:spPr>
            <a:xfrm>
              <a:off x="-136402" y="2303172"/>
              <a:ext cx="347597" cy="370503"/>
            </a:xfrm>
            <a:custGeom>
              <a:avLst/>
              <a:gdLst/>
              <a:ahLst/>
              <a:cxnLst/>
              <a:rect l="l" t="t" r="r" b="b"/>
              <a:pathLst>
                <a:path w="4598" h="4901" extrusionOk="0">
                  <a:moveTo>
                    <a:pt x="4597" y="1"/>
                  </a:moveTo>
                  <a:lnTo>
                    <a:pt x="1" y="4589"/>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6" name="Google Shape;10516;p16"/>
            <p:cNvSpPr/>
            <p:nvPr/>
          </p:nvSpPr>
          <p:spPr>
            <a:xfrm>
              <a:off x="-136402" y="1573753"/>
              <a:ext cx="347597" cy="370503"/>
            </a:xfrm>
            <a:custGeom>
              <a:avLst/>
              <a:gdLst/>
              <a:ahLst/>
              <a:cxnLst/>
              <a:rect l="l" t="t" r="r" b="b"/>
              <a:pathLst>
                <a:path w="4598" h="4901" extrusionOk="0">
                  <a:moveTo>
                    <a:pt x="4597" y="1"/>
                  </a:moveTo>
                  <a:lnTo>
                    <a:pt x="1" y="4597"/>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7" name="Google Shape;10517;p16"/>
            <p:cNvSpPr/>
            <p:nvPr/>
          </p:nvSpPr>
          <p:spPr>
            <a:xfrm>
              <a:off x="-136402" y="844334"/>
              <a:ext cx="347597" cy="370503"/>
            </a:xfrm>
            <a:custGeom>
              <a:avLst/>
              <a:gdLst/>
              <a:ahLst/>
              <a:cxnLst/>
              <a:rect l="l" t="t" r="r" b="b"/>
              <a:pathLst>
                <a:path w="4598" h="4901" extrusionOk="0">
                  <a:moveTo>
                    <a:pt x="4597" y="1"/>
                  </a:moveTo>
                  <a:lnTo>
                    <a:pt x="1" y="4597"/>
                  </a:lnTo>
                  <a:lnTo>
                    <a:pt x="1" y="4901"/>
                  </a:lnTo>
                  <a:lnTo>
                    <a:pt x="4597" y="312"/>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8" name="Google Shape;10518;p16"/>
            <p:cNvSpPr/>
            <p:nvPr/>
          </p:nvSpPr>
          <p:spPr>
            <a:xfrm>
              <a:off x="-136402" y="115066"/>
              <a:ext cx="347597" cy="370503"/>
            </a:xfrm>
            <a:custGeom>
              <a:avLst/>
              <a:gdLst/>
              <a:ahLst/>
              <a:cxnLst/>
              <a:rect l="l" t="t" r="r" b="b"/>
              <a:pathLst>
                <a:path w="4598" h="4901" extrusionOk="0">
                  <a:moveTo>
                    <a:pt x="4597" y="0"/>
                  </a:moveTo>
                  <a:lnTo>
                    <a:pt x="1" y="4595"/>
                  </a:lnTo>
                  <a:lnTo>
                    <a:pt x="1" y="4900"/>
                  </a:lnTo>
                  <a:lnTo>
                    <a:pt x="4597" y="310"/>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9" name="Google Shape;10519;p16"/>
            <p:cNvSpPr/>
            <p:nvPr/>
          </p:nvSpPr>
          <p:spPr>
            <a:xfrm>
              <a:off x="-136402" y="-175976"/>
              <a:ext cx="296947" cy="296720"/>
            </a:xfrm>
            <a:custGeom>
              <a:avLst/>
              <a:gdLst/>
              <a:ahLst/>
              <a:cxnLst/>
              <a:rect l="l" t="t" r="r" b="b"/>
              <a:pathLst>
                <a:path w="3928" h="3925" extrusionOk="0">
                  <a:moveTo>
                    <a:pt x="3624" y="0"/>
                  </a:moveTo>
                  <a:lnTo>
                    <a:pt x="1" y="3621"/>
                  </a:lnTo>
                  <a:lnTo>
                    <a:pt x="1" y="3925"/>
                  </a:lnTo>
                  <a:lnTo>
                    <a:pt x="39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20" name="Google Shape;10520;p16"/>
          <p:cNvSpPr/>
          <p:nvPr/>
        </p:nvSpPr>
        <p:spPr>
          <a:xfrm rot="5400000">
            <a:off x="4091195" y="2906227"/>
            <a:ext cx="347700" cy="43455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1" name="Google Shape;10521;p16"/>
          <p:cNvSpPr/>
          <p:nvPr/>
        </p:nvSpPr>
        <p:spPr>
          <a:xfrm rot="5400000">
            <a:off x="5873525" y="-1188650"/>
            <a:ext cx="1019100" cy="20310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2" name="Google Shape;10522;p16"/>
          <p:cNvSpPr/>
          <p:nvPr/>
        </p:nvSpPr>
        <p:spPr>
          <a:xfrm rot="5400000">
            <a:off x="4638272" y="-421105"/>
            <a:ext cx="960600" cy="9606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869134285"/>
      </p:ext>
    </p:extLst>
  </p:cSld>
  <p:clrMapOvr>
    <a:masterClrMapping/>
  </p:clrMapOvr>
  <p:hf sldNum="0" hdr="0" ftr="0" dt="0"/>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text 2">
  <p:cSld name="Title and text 2">
    <p:spTree>
      <p:nvGrpSpPr>
        <p:cNvPr id="1" name="Shape 10523"/>
        <p:cNvGrpSpPr/>
        <p:nvPr/>
      </p:nvGrpSpPr>
      <p:grpSpPr>
        <a:xfrm>
          <a:off x="0" y="0"/>
          <a:ext cx="0" cy="0"/>
          <a:chOff x="0" y="0"/>
          <a:chExt cx="0" cy="0"/>
        </a:xfrm>
      </p:grpSpPr>
      <p:sp>
        <p:nvSpPr>
          <p:cNvPr id="10524" name="Google Shape;10524;p17"/>
          <p:cNvSpPr txBox="1">
            <a:spLocks noGrp="1"/>
          </p:cNvSpPr>
          <p:nvPr>
            <p:ph type="title"/>
          </p:nvPr>
        </p:nvSpPr>
        <p:spPr>
          <a:xfrm>
            <a:off x="4539175" y="1393675"/>
            <a:ext cx="3891600" cy="597600"/>
          </a:xfrm>
          <a:prstGeom prst="rect">
            <a:avLst/>
          </a:prstGeom>
        </p:spPr>
        <p:txBody>
          <a:bodyPr spcFirstLastPara="1" wrap="square" lIns="91425" tIns="91425" rIns="91425" bIns="91425" anchor="b" anchorCtr="0">
            <a:noAutofit/>
          </a:bodyPr>
          <a:lstStyle>
            <a:lvl1pPr lvl="0" algn="r" rtl="0">
              <a:lnSpc>
                <a:spcPct val="115000"/>
              </a:lnSpc>
              <a:spcBef>
                <a:spcPts val="0"/>
              </a:spcBef>
              <a:spcAft>
                <a:spcPts val="0"/>
              </a:spcAft>
              <a:buSzPts val="3500"/>
              <a:buNone/>
              <a:defRPr/>
            </a:lvl1pPr>
            <a:lvl2pPr lvl="1" algn="r" rtl="0">
              <a:lnSpc>
                <a:spcPct val="115000"/>
              </a:lnSpc>
              <a:spcBef>
                <a:spcPts val="0"/>
              </a:spcBef>
              <a:spcAft>
                <a:spcPts val="0"/>
              </a:spcAft>
              <a:buSzPts val="3500"/>
              <a:buNone/>
              <a:defRPr/>
            </a:lvl2pPr>
            <a:lvl3pPr lvl="2" algn="r" rtl="0">
              <a:lnSpc>
                <a:spcPct val="115000"/>
              </a:lnSpc>
              <a:spcBef>
                <a:spcPts val="0"/>
              </a:spcBef>
              <a:spcAft>
                <a:spcPts val="0"/>
              </a:spcAft>
              <a:buSzPts val="3500"/>
              <a:buNone/>
              <a:defRPr/>
            </a:lvl3pPr>
            <a:lvl4pPr lvl="3" algn="r" rtl="0">
              <a:lnSpc>
                <a:spcPct val="115000"/>
              </a:lnSpc>
              <a:spcBef>
                <a:spcPts val="0"/>
              </a:spcBef>
              <a:spcAft>
                <a:spcPts val="0"/>
              </a:spcAft>
              <a:buSzPts val="3500"/>
              <a:buNone/>
              <a:defRPr/>
            </a:lvl4pPr>
            <a:lvl5pPr lvl="4" algn="r" rtl="0">
              <a:lnSpc>
                <a:spcPct val="115000"/>
              </a:lnSpc>
              <a:spcBef>
                <a:spcPts val="0"/>
              </a:spcBef>
              <a:spcAft>
                <a:spcPts val="0"/>
              </a:spcAft>
              <a:buSzPts val="3500"/>
              <a:buNone/>
              <a:defRPr/>
            </a:lvl5pPr>
            <a:lvl6pPr lvl="5" algn="r" rtl="0">
              <a:lnSpc>
                <a:spcPct val="115000"/>
              </a:lnSpc>
              <a:spcBef>
                <a:spcPts val="0"/>
              </a:spcBef>
              <a:spcAft>
                <a:spcPts val="0"/>
              </a:spcAft>
              <a:buSzPts val="3500"/>
              <a:buNone/>
              <a:defRPr/>
            </a:lvl6pPr>
            <a:lvl7pPr lvl="6" algn="r" rtl="0">
              <a:lnSpc>
                <a:spcPct val="115000"/>
              </a:lnSpc>
              <a:spcBef>
                <a:spcPts val="0"/>
              </a:spcBef>
              <a:spcAft>
                <a:spcPts val="0"/>
              </a:spcAft>
              <a:buSzPts val="3500"/>
              <a:buNone/>
              <a:defRPr/>
            </a:lvl7pPr>
            <a:lvl8pPr lvl="7" algn="r" rtl="0">
              <a:lnSpc>
                <a:spcPct val="115000"/>
              </a:lnSpc>
              <a:spcBef>
                <a:spcPts val="0"/>
              </a:spcBef>
              <a:spcAft>
                <a:spcPts val="0"/>
              </a:spcAft>
              <a:buSzPts val="3500"/>
              <a:buNone/>
              <a:defRPr/>
            </a:lvl8pPr>
            <a:lvl9pPr lvl="8" algn="r" rtl="0">
              <a:lnSpc>
                <a:spcPct val="115000"/>
              </a:lnSpc>
              <a:spcBef>
                <a:spcPts val="0"/>
              </a:spcBef>
              <a:spcAft>
                <a:spcPts val="0"/>
              </a:spcAft>
              <a:buSzPts val="3500"/>
              <a:buNone/>
              <a:defRPr/>
            </a:lvl9pPr>
          </a:lstStyle>
          <a:p>
            <a:r>
              <a:rPr lang="en-US"/>
              <a:t>Click to edit Master title style</a:t>
            </a:r>
            <a:endParaRPr/>
          </a:p>
        </p:txBody>
      </p:sp>
      <p:sp>
        <p:nvSpPr>
          <p:cNvPr id="10525" name="Google Shape;10525;p17"/>
          <p:cNvSpPr txBox="1">
            <a:spLocks noGrp="1"/>
          </p:cNvSpPr>
          <p:nvPr>
            <p:ph type="subTitle" idx="1"/>
          </p:nvPr>
        </p:nvSpPr>
        <p:spPr>
          <a:xfrm>
            <a:off x="4539150" y="1800275"/>
            <a:ext cx="3891600" cy="939000"/>
          </a:xfrm>
          <a:prstGeom prst="rect">
            <a:avLst/>
          </a:prstGeom>
        </p:spPr>
        <p:txBody>
          <a:bodyPr spcFirstLastPara="1" wrap="square" lIns="91425" tIns="91425" rIns="91425" bIns="91425" anchor="t" anchorCtr="0">
            <a:noAutofit/>
          </a:bodyPr>
          <a:lstStyle>
            <a:lvl1pPr lvl="0" algn="r" rtl="0">
              <a:lnSpc>
                <a:spcPct val="115000"/>
              </a:lnSpc>
              <a:spcBef>
                <a:spcPts val="0"/>
              </a:spcBef>
              <a:spcAft>
                <a:spcPts val="0"/>
              </a:spcAft>
              <a:buSzPts val="1400"/>
              <a:buNone/>
              <a:defRPr/>
            </a:lvl1pPr>
            <a:lvl2pPr lvl="1" algn="r" rtl="0">
              <a:lnSpc>
                <a:spcPct val="100000"/>
              </a:lnSpc>
              <a:spcBef>
                <a:spcPts val="0"/>
              </a:spcBef>
              <a:spcAft>
                <a:spcPts val="0"/>
              </a:spcAft>
              <a:buSzPts val="1400"/>
              <a:buNone/>
              <a:defRPr/>
            </a:lvl2pPr>
            <a:lvl3pPr lvl="2" algn="r" rtl="0">
              <a:lnSpc>
                <a:spcPct val="100000"/>
              </a:lnSpc>
              <a:spcBef>
                <a:spcPts val="1600"/>
              </a:spcBef>
              <a:spcAft>
                <a:spcPts val="0"/>
              </a:spcAft>
              <a:buSzPts val="1400"/>
              <a:buNone/>
              <a:defRPr/>
            </a:lvl3pPr>
            <a:lvl4pPr lvl="3" algn="r" rtl="0">
              <a:lnSpc>
                <a:spcPct val="100000"/>
              </a:lnSpc>
              <a:spcBef>
                <a:spcPts val="1600"/>
              </a:spcBef>
              <a:spcAft>
                <a:spcPts val="0"/>
              </a:spcAft>
              <a:buSzPts val="1400"/>
              <a:buNone/>
              <a:defRPr/>
            </a:lvl4pPr>
            <a:lvl5pPr lvl="4" algn="r" rtl="0">
              <a:lnSpc>
                <a:spcPct val="100000"/>
              </a:lnSpc>
              <a:spcBef>
                <a:spcPts val="1600"/>
              </a:spcBef>
              <a:spcAft>
                <a:spcPts val="0"/>
              </a:spcAft>
              <a:buSzPts val="1400"/>
              <a:buNone/>
              <a:defRPr/>
            </a:lvl5pPr>
            <a:lvl6pPr lvl="5" algn="r" rtl="0">
              <a:lnSpc>
                <a:spcPct val="100000"/>
              </a:lnSpc>
              <a:spcBef>
                <a:spcPts val="1600"/>
              </a:spcBef>
              <a:spcAft>
                <a:spcPts val="0"/>
              </a:spcAft>
              <a:buSzPts val="1400"/>
              <a:buNone/>
              <a:defRPr/>
            </a:lvl6pPr>
            <a:lvl7pPr lvl="6" algn="r" rtl="0">
              <a:lnSpc>
                <a:spcPct val="100000"/>
              </a:lnSpc>
              <a:spcBef>
                <a:spcPts val="1600"/>
              </a:spcBef>
              <a:spcAft>
                <a:spcPts val="0"/>
              </a:spcAft>
              <a:buSzPts val="1400"/>
              <a:buNone/>
              <a:defRPr/>
            </a:lvl7pPr>
            <a:lvl8pPr lvl="7" algn="r" rtl="0">
              <a:lnSpc>
                <a:spcPct val="100000"/>
              </a:lnSpc>
              <a:spcBef>
                <a:spcPts val="1600"/>
              </a:spcBef>
              <a:spcAft>
                <a:spcPts val="0"/>
              </a:spcAft>
              <a:buSzPts val="1400"/>
              <a:buNone/>
              <a:defRPr/>
            </a:lvl8pPr>
            <a:lvl9pPr lvl="8" algn="r" rtl="0">
              <a:lnSpc>
                <a:spcPct val="100000"/>
              </a:lnSpc>
              <a:spcBef>
                <a:spcPts val="1600"/>
              </a:spcBef>
              <a:spcAft>
                <a:spcPts val="1600"/>
              </a:spcAft>
              <a:buSzPts val="1400"/>
              <a:buNone/>
              <a:defRPr/>
            </a:lvl9pPr>
          </a:lstStyle>
          <a:p>
            <a:r>
              <a:rPr lang="en-US"/>
              <a:t>Click to edit Master subtitle style</a:t>
            </a:r>
            <a:endParaRPr/>
          </a:p>
        </p:txBody>
      </p:sp>
    </p:spTree>
    <p:extLst>
      <p:ext uri="{BB962C8B-B14F-4D97-AF65-F5344CB8AC3E}">
        <p14:creationId xmlns:p14="http://schemas.microsoft.com/office/powerpoint/2010/main" val="257916265"/>
      </p:ext>
    </p:extLst>
  </p:cSld>
  <p:clrMapOvr>
    <a:masterClrMapping/>
  </p:clrMapOvr>
  <p:hf sldNum="0" hdr="0" ftr="0" dt="0"/>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text 3">
  <p:cSld name="Title and text 3">
    <p:spTree>
      <p:nvGrpSpPr>
        <p:cNvPr id="1" name="Shape 10526"/>
        <p:cNvGrpSpPr/>
        <p:nvPr/>
      </p:nvGrpSpPr>
      <p:grpSpPr>
        <a:xfrm>
          <a:off x="0" y="0"/>
          <a:ext cx="0" cy="0"/>
          <a:chOff x="0" y="0"/>
          <a:chExt cx="0" cy="0"/>
        </a:xfrm>
      </p:grpSpPr>
      <p:sp>
        <p:nvSpPr>
          <p:cNvPr id="10527" name="Google Shape;10527;p1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lnSpc>
                <a:spcPct val="115000"/>
              </a:lnSpc>
              <a:spcBef>
                <a:spcPts val="0"/>
              </a:spcBef>
              <a:spcAft>
                <a:spcPts val="0"/>
              </a:spcAft>
              <a:buClr>
                <a:schemeClr val="dk2"/>
              </a:buClr>
              <a:buSzPts val="3500"/>
              <a:buNone/>
              <a:defRPr>
                <a:solidFill>
                  <a:schemeClr val="dk2"/>
                </a:solidFill>
              </a:defRPr>
            </a:lvl1pPr>
            <a:lvl2pPr lvl="1" rtl="0">
              <a:lnSpc>
                <a:spcPct val="115000"/>
              </a:lnSpc>
              <a:spcBef>
                <a:spcPts val="0"/>
              </a:spcBef>
              <a:spcAft>
                <a:spcPts val="0"/>
              </a:spcAft>
              <a:buClr>
                <a:schemeClr val="dk2"/>
              </a:buClr>
              <a:buSzPts val="3500"/>
              <a:buNone/>
              <a:defRPr>
                <a:solidFill>
                  <a:schemeClr val="dk2"/>
                </a:solidFill>
              </a:defRPr>
            </a:lvl2pPr>
            <a:lvl3pPr lvl="2" rtl="0">
              <a:lnSpc>
                <a:spcPct val="115000"/>
              </a:lnSpc>
              <a:spcBef>
                <a:spcPts val="0"/>
              </a:spcBef>
              <a:spcAft>
                <a:spcPts val="0"/>
              </a:spcAft>
              <a:buClr>
                <a:schemeClr val="dk2"/>
              </a:buClr>
              <a:buSzPts val="3500"/>
              <a:buNone/>
              <a:defRPr>
                <a:solidFill>
                  <a:schemeClr val="dk2"/>
                </a:solidFill>
              </a:defRPr>
            </a:lvl3pPr>
            <a:lvl4pPr lvl="3" rtl="0">
              <a:lnSpc>
                <a:spcPct val="115000"/>
              </a:lnSpc>
              <a:spcBef>
                <a:spcPts val="0"/>
              </a:spcBef>
              <a:spcAft>
                <a:spcPts val="0"/>
              </a:spcAft>
              <a:buClr>
                <a:schemeClr val="dk2"/>
              </a:buClr>
              <a:buSzPts val="3500"/>
              <a:buNone/>
              <a:defRPr>
                <a:solidFill>
                  <a:schemeClr val="dk2"/>
                </a:solidFill>
              </a:defRPr>
            </a:lvl4pPr>
            <a:lvl5pPr lvl="4" rtl="0">
              <a:lnSpc>
                <a:spcPct val="115000"/>
              </a:lnSpc>
              <a:spcBef>
                <a:spcPts val="0"/>
              </a:spcBef>
              <a:spcAft>
                <a:spcPts val="0"/>
              </a:spcAft>
              <a:buClr>
                <a:schemeClr val="dk2"/>
              </a:buClr>
              <a:buSzPts val="3500"/>
              <a:buNone/>
              <a:defRPr>
                <a:solidFill>
                  <a:schemeClr val="dk2"/>
                </a:solidFill>
              </a:defRPr>
            </a:lvl5pPr>
            <a:lvl6pPr lvl="5" rtl="0">
              <a:lnSpc>
                <a:spcPct val="115000"/>
              </a:lnSpc>
              <a:spcBef>
                <a:spcPts val="0"/>
              </a:spcBef>
              <a:spcAft>
                <a:spcPts val="0"/>
              </a:spcAft>
              <a:buClr>
                <a:schemeClr val="dk2"/>
              </a:buClr>
              <a:buSzPts val="3500"/>
              <a:buNone/>
              <a:defRPr>
                <a:solidFill>
                  <a:schemeClr val="dk2"/>
                </a:solidFill>
              </a:defRPr>
            </a:lvl6pPr>
            <a:lvl7pPr lvl="6" rtl="0">
              <a:lnSpc>
                <a:spcPct val="115000"/>
              </a:lnSpc>
              <a:spcBef>
                <a:spcPts val="0"/>
              </a:spcBef>
              <a:spcAft>
                <a:spcPts val="0"/>
              </a:spcAft>
              <a:buClr>
                <a:schemeClr val="dk2"/>
              </a:buClr>
              <a:buSzPts val="3500"/>
              <a:buNone/>
              <a:defRPr>
                <a:solidFill>
                  <a:schemeClr val="dk2"/>
                </a:solidFill>
              </a:defRPr>
            </a:lvl7pPr>
            <a:lvl8pPr lvl="7" rtl="0">
              <a:lnSpc>
                <a:spcPct val="115000"/>
              </a:lnSpc>
              <a:spcBef>
                <a:spcPts val="0"/>
              </a:spcBef>
              <a:spcAft>
                <a:spcPts val="0"/>
              </a:spcAft>
              <a:buClr>
                <a:schemeClr val="dk2"/>
              </a:buClr>
              <a:buSzPts val="3500"/>
              <a:buNone/>
              <a:defRPr>
                <a:solidFill>
                  <a:schemeClr val="dk2"/>
                </a:solidFill>
              </a:defRPr>
            </a:lvl8pPr>
            <a:lvl9pPr lvl="8" rtl="0">
              <a:lnSpc>
                <a:spcPct val="115000"/>
              </a:lnSpc>
              <a:spcBef>
                <a:spcPts val="0"/>
              </a:spcBef>
              <a:spcAft>
                <a:spcPts val="0"/>
              </a:spcAft>
              <a:buClr>
                <a:schemeClr val="dk2"/>
              </a:buClr>
              <a:buSzPts val="3500"/>
              <a:buNone/>
              <a:defRPr>
                <a:solidFill>
                  <a:schemeClr val="dk2"/>
                </a:solidFill>
              </a:defRPr>
            </a:lvl9pPr>
          </a:lstStyle>
          <a:p>
            <a:r>
              <a:rPr lang="en-US"/>
              <a:t>Click to edit Master title style</a:t>
            </a:r>
            <a:endParaRPr/>
          </a:p>
        </p:txBody>
      </p:sp>
      <p:grpSp>
        <p:nvGrpSpPr>
          <p:cNvPr id="10528" name="Google Shape;10528;p18"/>
          <p:cNvGrpSpPr/>
          <p:nvPr/>
        </p:nvGrpSpPr>
        <p:grpSpPr>
          <a:xfrm>
            <a:off x="8870898" y="929774"/>
            <a:ext cx="347597" cy="4345456"/>
            <a:chOff x="-136402" y="-175976"/>
            <a:chExt cx="347597" cy="4345456"/>
          </a:xfrm>
        </p:grpSpPr>
        <p:sp>
          <p:nvSpPr>
            <p:cNvPr id="10529" name="Google Shape;10529;p18"/>
            <p:cNvSpPr/>
            <p:nvPr/>
          </p:nvSpPr>
          <p:spPr>
            <a:xfrm>
              <a:off x="-136402" y="-175976"/>
              <a:ext cx="273965" cy="273814"/>
            </a:xfrm>
            <a:custGeom>
              <a:avLst/>
              <a:gdLst/>
              <a:ahLst/>
              <a:cxnLst/>
              <a:rect l="l" t="t" r="r" b="b"/>
              <a:pathLst>
                <a:path w="3624" h="3622" extrusionOk="0">
                  <a:moveTo>
                    <a:pt x="1515" y="0"/>
                  </a:moveTo>
                  <a:lnTo>
                    <a:pt x="1" y="1513"/>
                  </a:lnTo>
                  <a:lnTo>
                    <a:pt x="1" y="3621"/>
                  </a:lnTo>
                  <a:lnTo>
                    <a:pt x="36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0" name="Google Shape;10530;p18"/>
            <p:cNvSpPr/>
            <p:nvPr/>
          </p:nvSpPr>
          <p:spPr>
            <a:xfrm>
              <a:off x="-136402" y="1778994"/>
              <a:ext cx="347597" cy="506503"/>
            </a:xfrm>
            <a:custGeom>
              <a:avLst/>
              <a:gdLst/>
              <a:ahLst/>
              <a:cxnLst/>
              <a:rect l="l" t="t" r="r" b="b"/>
              <a:pathLst>
                <a:path w="4598" h="6700" extrusionOk="0">
                  <a:moveTo>
                    <a:pt x="4597" y="1"/>
                  </a:moveTo>
                  <a:lnTo>
                    <a:pt x="1" y="4597"/>
                  </a:lnTo>
                  <a:lnTo>
                    <a:pt x="1" y="6699"/>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1" name="Google Shape;10531;p18"/>
            <p:cNvSpPr/>
            <p:nvPr/>
          </p:nvSpPr>
          <p:spPr>
            <a:xfrm>
              <a:off x="-136402" y="2326153"/>
              <a:ext cx="347597" cy="506276"/>
            </a:xfrm>
            <a:custGeom>
              <a:avLst/>
              <a:gdLst/>
              <a:ahLst/>
              <a:cxnLst/>
              <a:rect l="l" t="t" r="r" b="b"/>
              <a:pathLst>
                <a:path w="4598" h="6697" extrusionOk="0">
                  <a:moveTo>
                    <a:pt x="4597" y="0"/>
                  </a:moveTo>
                  <a:lnTo>
                    <a:pt x="1" y="4597"/>
                  </a:lnTo>
                  <a:lnTo>
                    <a:pt x="1" y="6697"/>
                  </a:lnTo>
                  <a:lnTo>
                    <a:pt x="4597" y="2108"/>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2" name="Google Shape;10532;p18"/>
            <p:cNvSpPr/>
            <p:nvPr/>
          </p:nvSpPr>
          <p:spPr>
            <a:xfrm>
              <a:off x="-136402" y="-175976"/>
              <a:ext cx="91624" cy="91473"/>
            </a:xfrm>
            <a:custGeom>
              <a:avLst/>
              <a:gdLst/>
              <a:ahLst/>
              <a:cxnLst/>
              <a:rect l="l" t="t" r="r" b="b"/>
              <a:pathLst>
                <a:path w="1212" h="1210" extrusionOk="0">
                  <a:moveTo>
                    <a:pt x="1" y="0"/>
                  </a:moveTo>
                  <a:lnTo>
                    <a:pt x="1" y="1209"/>
                  </a:lnTo>
                  <a:lnTo>
                    <a:pt x="12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3" name="Google Shape;10533;p18"/>
            <p:cNvSpPr/>
            <p:nvPr/>
          </p:nvSpPr>
          <p:spPr>
            <a:xfrm>
              <a:off x="-136402" y="3602504"/>
              <a:ext cx="347597" cy="506428"/>
            </a:xfrm>
            <a:custGeom>
              <a:avLst/>
              <a:gdLst/>
              <a:ahLst/>
              <a:cxnLst/>
              <a:rect l="l" t="t" r="r" b="b"/>
              <a:pathLst>
                <a:path w="4598" h="6699" extrusionOk="0">
                  <a:moveTo>
                    <a:pt x="4597" y="1"/>
                  </a:moveTo>
                  <a:lnTo>
                    <a:pt x="1" y="4597"/>
                  </a:lnTo>
                  <a:lnTo>
                    <a:pt x="1" y="6699"/>
                  </a:lnTo>
                  <a:lnTo>
                    <a:pt x="4597" y="2102"/>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4" name="Google Shape;10534;p18"/>
            <p:cNvSpPr/>
            <p:nvPr/>
          </p:nvSpPr>
          <p:spPr>
            <a:xfrm>
              <a:off x="-136402" y="3420168"/>
              <a:ext cx="347597" cy="506352"/>
            </a:xfrm>
            <a:custGeom>
              <a:avLst/>
              <a:gdLst/>
              <a:ahLst/>
              <a:cxnLst/>
              <a:rect l="l" t="t" r="r" b="b"/>
              <a:pathLst>
                <a:path w="4598" h="6698" extrusionOk="0">
                  <a:moveTo>
                    <a:pt x="4597" y="1"/>
                  </a:moveTo>
                  <a:lnTo>
                    <a:pt x="1" y="4597"/>
                  </a:lnTo>
                  <a:lnTo>
                    <a:pt x="1" y="6697"/>
                  </a:lnTo>
                  <a:lnTo>
                    <a:pt x="4597" y="2103"/>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5" name="Google Shape;10535;p18"/>
            <p:cNvSpPr/>
            <p:nvPr/>
          </p:nvSpPr>
          <p:spPr>
            <a:xfrm>
              <a:off x="-136402" y="3237908"/>
              <a:ext cx="347597" cy="506276"/>
            </a:xfrm>
            <a:custGeom>
              <a:avLst/>
              <a:gdLst/>
              <a:ahLst/>
              <a:cxnLst/>
              <a:rect l="l" t="t" r="r" b="b"/>
              <a:pathLst>
                <a:path w="4598" h="6697" extrusionOk="0">
                  <a:moveTo>
                    <a:pt x="4597" y="0"/>
                  </a:moveTo>
                  <a:lnTo>
                    <a:pt x="1" y="4596"/>
                  </a:lnTo>
                  <a:lnTo>
                    <a:pt x="1" y="6696"/>
                  </a:lnTo>
                  <a:lnTo>
                    <a:pt x="4597" y="2100"/>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6" name="Google Shape;10536;p18"/>
            <p:cNvSpPr/>
            <p:nvPr/>
          </p:nvSpPr>
          <p:spPr>
            <a:xfrm>
              <a:off x="-136402" y="3055572"/>
              <a:ext cx="347597" cy="506276"/>
            </a:xfrm>
            <a:custGeom>
              <a:avLst/>
              <a:gdLst/>
              <a:ahLst/>
              <a:cxnLst/>
              <a:rect l="l" t="t" r="r" b="b"/>
              <a:pathLst>
                <a:path w="4598" h="6697" extrusionOk="0">
                  <a:moveTo>
                    <a:pt x="4597" y="0"/>
                  </a:moveTo>
                  <a:lnTo>
                    <a:pt x="1" y="4595"/>
                  </a:lnTo>
                  <a:lnTo>
                    <a:pt x="1" y="6697"/>
                  </a:lnTo>
                  <a:lnTo>
                    <a:pt x="4597" y="2107"/>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7" name="Google Shape;10537;p18"/>
            <p:cNvSpPr/>
            <p:nvPr/>
          </p:nvSpPr>
          <p:spPr>
            <a:xfrm>
              <a:off x="-136402" y="-175976"/>
              <a:ext cx="347597" cy="456155"/>
            </a:xfrm>
            <a:custGeom>
              <a:avLst/>
              <a:gdLst/>
              <a:ahLst/>
              <a:cxnLst/>
              <a:rect l="l" t="t" r="r" b="b"/>
              <a:pathLst>
                <a:path w="4598" h="6034" extrusionOk="0">
                  <a:moveTo>
                    <a:pt x="3927" y="0"/>
                  </a:moveTo>
                  <a:lnTo>
                    <a:pt x="1" y="3925"/>
                  </a:lnTo>
                  <a:lnTo>
                    <a:pt x="1" y="6033"/>
                  </a:lnTo>
                  <a:lnTo>
                    <a:pt x="4597" y="1437"/>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8" name="Google Shape;10538;p18"/>
            <p:cNvSpPr/>
            <p:nvPr/>
          </p:nvSpPr>
          <p:spPr>
            <a:xfrm>
              <a:off x="-136402" y="2690749"/>
              <a:ext cx="347597" cy="506428"/>
            </a:xfrm>
            <a:custGeom>
              <a:avLst/>
              <a:gdLst/>
              <a:ahLst/>
              <a:cxnLst/>
              <a:rect l="l" t="t" r="r" b="b"/>
              <a:pathLst>
                <a:path w="4598" h="6699" extrusionOk="0">
                  <a:moveTo>
                    <a:pt x="4597" y="1"/>
                  </a:moveTo>
                  <a:lnTo>
                    <a:pt x="1" y="4597"/>
                  </a:lnTo>
                  <a:lnTo>
                    <a:pt x="1" y="6699"/>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18"/>
            <p:cNvSpPr/>
            <p:nvPr/>
          </p:nvSpPr>
          <p:spPr>
            <a:xfrm>
              <a:off x="-136402" y="1232062"/>
              <a:ext cx="347597" cy="506957"/>
            </a:xfrm>
            <a:custGeom>
              <a:avLst/>
              <a:gdLst/>
              <a:ahLst/>
              <a:cxnLst/>
              <a:rect l="l" t="t" r="r" b="b"/>
              <a:pathLst>
                <a:path w="4598" h="6706" extrusionOk="0">
                  <a:moveTo>
                    <a:pt x="4597" y="0"/>
                  </a:moveTo>
                  <a:lnTo>
                    <a:pt x="1" y="4597"/>
                  </a:lnTo>
                  <a:lnTo>
                    <a:pt x="1" y="6705"/>
                  </a:lnTo>
                  <a:lnTo>
                    <a:pt x="4597" y="2109"/>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0" name="Google Shape;10540;p18"/>
            <p:cNvSpPr/>
            <p:nvPr/>
          </p:nvSpPr>
          <p:spPr>
            <a:xfrm>
              <a:off x="-136402" y="2508489"/>
              <a:ext cx="347597" cy="506428"/>
            </a:xfrm>
            <a:custGeom>
              <a:avLst/>
              <a:gdLst/>
              <a:ahLst/>
              <a:cxnLst/>
              <a:rect l="l" t="t" r="r" b="b"/>
              <a:pathLst>
                <a:path w="4598" h="6699" extrusionOk="0">
                  <a:moveTo>
                    <a:pt x="4597" y="0"/>
                  </a:moveTo>
                  <a:lnTo>
                    <a:pt x="1" y="4596"/>
                  </a:lnTo>
                  <a:lnTo>
                    <a:pt x="1" y="6698"/>
                  </a:lnTo>
                  <a:lnTo>
                    <a:pt x="4597" y="2108"/>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1" name="Google Shape;10541;p18"/>
            <p:cNvSpPr/>
            <p:nvPr/>
          </p:nvSpPr>
          <p:spPr>
            <a:xfrm>
              <a:off x="-136402" y="1049726"/>
              <a:ext cx="347597" cy="506806"/>
            </a:xfrm>
            <a:custGeom>
              <a:avLst/>
              <a:gdLst/>
              <a:ahLst/>
              <a:cxnLst/>
              <a:rect l="l" t="t" r="r" b="b"/>
              <a:pathLst>
                <a:path w="4598" h="6704" extrusionOk="0">
                  <a:moveTo>
                    <a:pt x="4597" y="1"/>
                  </a:moveTo>
                  <a:lnTo>
                    <a:pt x="1" y="4597"/>
                  </a:lnTo>
                  <a:lnTo>
                    <a:pt x="1" y="6704"/>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2" name="Google Shape;10542;p18"/>
            <p:cNvSpPr/>
            <p:nvPr/>
          </p:nvSpPr>
          <p:spPr>
            <a:xfrm>
              <a:off x="-136402" y="503172"/>
              <a:ext cx="347597" cy="506428"/>
            </a:xfrm>
            <a:custGeom>
              <a:avLst/>
              <a:gdLst/>
              <a:ahLst/>
              <a:cxnLst/>
              <a:rect l="l" t="t" r="r" b="b"/>
              <a:pathLst>
                <a:path w="4598" h="6699" extrusionOk="0">
                  <a:moveTo>
                    <a:pt x="4597" y="0"/>
                  </a:moveTo>
                  <a:lnTo>
                    <a:pt x="1" y="4590"/>
                  </a:lnTo>
                  <a:lnTo>
                    <a:pt x="1" y="6698"/>
                  </a:lnTo>
                  <a:lnTo>
                    <a:pt x="4597" y="2102"/>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3" name="Google Shape;10543;p18"/>
            <p:cNvSpPr/>
            <p:nvPr/>
          </p:nvSpPr>
          <p:spPr>
            <a:xfrm>
              <a:off x="-136402" y="2143817"/>
              <a:ext cx="347597" cy="506276"/>
            </a:xfrm>
            <a:custGeom>
              <a:avLst/>
              <a:gdLst/>
              <a:ahLst/>
              <a:cxnLst/>
              <a:rect l="l" t="t" r="r" b="b"/>
              <a:pathLst>
                <a:path w="4598" h="6697" extrusionOk="0">
                  <a:moveTo>
                    <a:pt x="4597" y="0"/>
                  </a:moveTo>
                  <a:lnTo>
                    <a:pt x="1" y="4597"/>
                  </a:lnTo>
                  <a:lnTo>
                    <a:pt x="1" y="6697"/>
                  </a:lnTo>
                  <a:lnTo>
                    <a:pt x="4597" y="2109"/>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4" name="Google Shape;10544;p18"/>
            <p:cNvSpPr/>
            <p:nvPr/>
          </p:nvSpPr>
          <p:spPr>
            <a:xfrm>
              <a:off x="-136402" y="1596734"/>
              <a:ext cx="347597" cy="506428"/>
            </a:xfrm>
            <a:custGeom>
              <a:avLst/>
              <a:gdLst/>
              <a:ahLst/>
              <a:cxnLst/>
              <a:rect l="l" t="t" r="r" b="b"/>
              <a:pathLst>
                <a:path w="4598" h="6699" extrusionOk="0">
                  <a:moveTo>
                    <a:pt x="4597" y="0"/>
                  </a:moveTo>
                  <a:lnTo>
                    <a:pt x="1" y="4597"/>
                  </a:lnTo>
                  <a:lnTo>
                    <a:pt x="1" y="6698"/>
                  </a:lnTo>
                  <a:lnTo>
                    <a:pt x="4597" y="2108"/>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5" name="Google Shape;10545;p18"/>
            <p:cNvSpPr/>
            <p:nvPr/>
          </p:nvSpPr>
          <p:spPr>
            <a:xfrm>
              <a:off x="-136402" y="320836"/>
              <a:ext cx="347597" cy="506428"/>
            </a:xfrm>
            <a:custGeom>
              <a:avLst/>
              <a:gdLst/>
              <a:ahLst/>
              <a:cxnLst/>
              <a:rect l="l" t="t" r="r" b="b"/>
              <a:pathLst>
                <a:path w="4598" h="6699" extrusionOk="0">
                  <a:moveTo>
                    <a:pt x="4597" y="0"/>
                  </a:moveTo>
                  <a:lnTo>
                    <a:pt x="1" y="4590"/>
                  </a:lnTo>
                  <a:lnTo>
                    <a:pt x="1" y="6698"/>
                  </a:lnTo>
                  <a:lnTo>
                    <a:pt x="4597" y="2102"/>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6" name="Google Shape;10546;p18"/>
            <p:cNvSpPr/>
            <p:nvPr/>
          </p:nvSpPr>
          <p:spPr>
            <a:xfrm>
              <a:off x="-136402" y="3784840"/>
              <a:ext cx="347597" cy="384640"/>
            </a:xfrm>
            <a:custGeom>
              <a:avLst/>
              <a:gdLst/>
              <a:ahLst/>
              <a:cxnLst/>
              <a:rect l="l" t="t" r="r" b="b"/>
              <a:pathLst>
                <a:path w="4598" h="5088" extrusionOk="0">
                  <a:moveTo>
                    <a:pt x="4597" y="1"/>
                  </a:moveTo>
                  <a:lnTo>
                    <a:pt x="1" y="4597"/>
                  </a:lnTo>
                  <a:lnTo>
                    <a:pt x="1" y="5088"/>
                  </a:lnTo>
                  <a:lnTo>
                    <a:pt x="1611" y="5088"/>
                  </a:lnTo>
                  <a:lnTo>
                    <a:pt x="4597" y="2102"/>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7" name="Google Shape;10547;p18"/>
            <p:cNvSpPr/>
            <p:nvPr/>
          </p:nvSpPr>
          <p:spPr>
            <a:xfrm>
              <a:off x="-136402" y="1414398"/>
              <a:ext cx="347597" cy="506957"/>
            </a:xfrm>
            <a:custGeom>
              <a:avLst/>
              <a:gdLst/>
              <a:ahLst/>
              <a:cxnLst/>
              <a:rect l="l" t="t" r="r" b="b"/>
              <a:pathLst>
                <a:path w="4598" h="6706" extrusionOk="0">
                  <a:moveTo>
                    <a:pt x="4597" y="0"/>
                  </a:moveTo>
                  <a:lnTo>
                    <a:pt x="1" y="4597"/>
                  </a:lnTo>
                  <a:lnTo>
                    <a:pt x="1" y="6705"/>
                  </a:lnTo>
                  <a:lnTo>
                    <a:pt x="4597" y="2109"/>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8" name="Google Shape;10548;p18"/>
            <p:cNvSpPr/>
            <p:nvPr/>
          </p:nvSpPr>
          <p:spPr>
            <a:xfrm>
              <a:off x="-136402" y="685583"/>
              <a:ext cx="347597" cy="506276"/>
            </a:xfrm>
            <a:custGeom>
              <a:avLst/>
              <a:gdLst/>
              <a:ahLst/>
              <a:cxnLst/>
              <a:rect l="l" t="t" r="r" b="b"/>
              <a:pathLst>
                <a:path w="4598" h="6697" extrusionOk="0">
                  <a:moveTo>
                    <a:pt x="4597" y="1"/>
                  </a:moveTo>
                  <a:lnTo>
                    <a:pt x="1" y="4589"/>
                  </a:lnTo>
                  <a:lnTo>
                    <a:pt x="1" y="6697"/>
                  </a:lnTo>
                  <a:lnTo>
                    <a:pt x="4597" y="2101"/>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9" name="Google Shape;10549;p18"/>
            <p:cNvSpPr/>
            <p:nvPr/>
          </p:nvSpPr>
          <p:spPr>
            <a:xfrm>
              <a:off x="-136402" y="2873085"/>
              <a:ext cx="347597" cy="506428"/>
            </a:xfrm>
            <a:custGeom>
              <a:avLst/>
              <a:gdLst/>
              <a:ahLst/>
              <a:cxnLst/>
              <a:rect l="l" t="t" r="r" b="b"/>
              <a:pathLst>
                <a:path w="4598" h="6699" extrusionOk="0">
                  <a:moveTo>
                    <a:pt x="4597" y="1"/>
                  </a:moveTo>
                  <a:lnTo>
                    <a:pt x="1" y="4597"/>
                  </a:lnTo>
                  <a:lnTo>
                    <a:pt x="1" y="6699"/>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0" name="Google Shape;10550;p18"/>
            <p:cNvSpPr/>
            <p:nvPr/>
          </p:nvSpPr>
          <p:spPr>
            <a:xfrm>
              <a:off x="-136402" y="-43836"/>
              <a:ext cx="347597" cy="506276"/>
            </a:xfrm>
            <a:custGeom>
              <a:avLst/>
              <a:gdLst/>
              <a:ahLst/>
              <a:cxnLst/>
              <a:rect l="l" t="t" r="r" b="b"/>
              <a:pathLst>
                <a:path w="4598" h="6697" extrusionOk="0">
                  <a:moveTo>
                    <a:pt x="4597" y="1"/>
                  </a:moveTo>
                  <a:lnTo>
                    <a:pt x="1" y="4590"/>
                  </a:lnTo>
                  <a:lnTo>
                    <a:pt x="1" y="6697"/>
                  </a:lnTo>
                  <a:lnTo>
                    <a:pt x="4597" y="2102"/>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1" name="Google Shape;10551;p18"/>
            <p:cNvSpPr/>
            <p:nvPr/>
          </p:nvSpPr>
          <p:spPr>
            <a:xfrm>
              <a:off x="8971" y="3967175"/>
              <a:ext cx="202223" cy="202299"/>
            </a:xfrm>
            <a:custGeom>
              <a:avLst/>
              <a:gdLst/>
              <a:ahLst/>
              <a:cxnLst/>
              <a:rect l="l" t="t" r="r" b="b"/>
              <a:pathLst>
                <a:path w="2675" h="2676" extrusionOk="0">
                  <a:moveTo>
                    <a:pt x="2674" y="0"/>
                  </a:moveTo>
                  <a:lnTo>
                    <a:pt x="0" y="2676"/>
                  </a:lnTo>
                  <a:lnTo>
                    <a:pt x="2100" y="2676"/>
                  </a:lnTo>
                  <a:lnTo>
                    <a:pt x="2674" y="2102"/>
                  </a:lnTo>
                  <a:lnTo>
                    <a:pt x="267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2" name="Google Shape;10552;p18"/>
            <p:cNvSpPr/>
            <p:nvPr/>
          </p:nvSpPr>
          <p:spPr>
            <a:xfrm>
              <a:off x="-136402" y="1961481"/>
              <a:ext cx="347597" cy="506276"/>
            </a:xfrm>
            <a:custGeom>
              <a:avLst/>
              <a:gdLst/>
              <a:ahLst/>
              <a:cxnLst/>
              <a:rect l="l" t="t" r="r" b="b"/>
              <a:pathLst>
                <a:path w="4598" h="6697" extrusionOk="0">
                  <a:moveTo>
                    <a:pt x="4597" y="0"/>
                  </a:moveTo>
                  <a:lnTo>
                    <a:pt x="1" y="4595"/>
                  </a:lnTo>
                  <a:lnTo>
                    <a:pt x="1" y="6697"/>
                  </a:lnTo>
                  <a:lnTo>
                    <a:pt x="4597" y="2107"/>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3" name="Google Shape;10553;p18"/>
            <p:cNvSpPr/>
            <p:nvPr/>
          </p:nvSpPr>
          <p:spPr>
            <a:xfrm>
              <a:off x="-136402" y="867919"/>
              <a:ext cx="347597" cy="506276"/>
            </a:xfrm>
            <a:custGeom>
              <a:avLst/>
              <a:gdLst/>
              <a:ahLst/>
              <a:cxnLst/>
              <a:rect l="l" t="t" r="r" b="b"/>
              <a:pathLst>
                <a:path w="4598" h="6697" extrusionOk="0">
                  <a:moveTo>
                    <a:pt x="4597" y="0"/>
                  </a:moveTo>
                  <a:lnTo>
                    <a:pt x="1" y="4589"/>
                  </a:lnTo>
                  <a:lnTo>
                    <a:pt x="1" y="6697"/>
                  </a:lnTo>
                  <a:lnTo>
                    <a:pt x="4597" y="2100"/>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4" name="Google Shape;10554;p18"/>
            <p:cNvSpPr/>
            <p:nvPr/>
          </p:nvSpPr>
          <p:spPr>
            <a:xfrm>
              <a:off x="-136402" y="138500"/>
              <a:ext cx="347597" cy="506428"/>
            </a:xfrm>
            <a:custGeom>
              <a:avLst/>
              <a:gdLst/>
              <a:ahLst/>
              <a:cxnLst/>
              <a:rect l="l" t="t" r="r" b="b"/>
              <a:pathLst>
                <a:path w="4598" h="6699" extrusionOk="0">
                  <a:moveTo>
                    <a:pt x="4597" y="0"/>
                  </a:moveTo>
                  <a:lnTo>
                    <a:pt x="1" y="4590"/>
                  </a:lnTo>
                  <a:lnTo>
                    <a:pt x="1" y="6698"/>
                  </a:lnTo>
                  <a:lnTo>
                    <a:pt x="4597" y="2102"/>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5" name="Google Shape;10555;p18"/>
            <p:cNvSpPr/>
            <p:nvPr/>
          </p:nvSpPr>
          <p:spPr>
            <a:xfrm>
              <a:off x="191311" y="4149587"/>
              <a:ext cx="19882" cy="19882"/>
            </a:xfrm>
            <a:custGeom>
              <a:avLst/>
              <a:gdLst/>
              <a:ahLst/>
              <a:cxnLst/>
              <a:rect l="l" t="t" r="r" b="b"/>
              <a:pathLst>
                <a:path w="263" h="263" extrusionOk="0">
                  <a:moveTo>
                    <a:pt x="262" y="1"/>
                  </a:moveTo>
                  <a:lnTo>
                    <a:pt x="0" y="263"/>
                  </a:lnTo>
                  <a:lnTo>
                    <a:pt x="262" y="263"/>
                  </a:lnTo>
                  <a:lnTo>
                    <a:pt x="26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6" name="Google Shape;10556;p18"/>
          <p:cNvGrpSpPr/>
          <p:nvPr/>
        </p:nvGrpSpPr>
        <p:grpSpPr>
          <a:xfrm>
            <a:off x="8870898" y="929774"/>
            <a:ext cx="347597" cy="4345451"/>
            <a:chOff x="-136402" y="-175976"/>
            <a:chExt cx="347597" cy="4345451"/>
          </a:xfrm>
        </p:grpSpPr>
        <p:sp>
          <p:nvSpPr>
            <p:cNvPr id="10557" name="Google Shape;10557;p18"/>
            <p:cNvSpPr/>
            <p:nvPr/>
          </p:nvSpPr>
          <p:spPr>
            <a:xfrm>
              <a:off x="-136402" y="3579069"/>
              <a:ext cx="347597" cy="371033"/>
            </a:xfrm>
            <a:custGeom>
              <a:avLst/>
              <a:gdLst/>
              <a:ahLst/>
              <a:cxnLst/>
              <a:rect l="l" t="t" r="r" b="b"/>
              <a:pathLst>
                <a:path w="4598" h="4908" extrusionOk="0">
                  <a:moveTo>
                    <a:pt x="4597" y="1"/>
                  </a:moveTo>
                  <a:lnTo>
                    <a:pt x="1" y="4595"/>
                  </a:lnTo>
                  <a:lnTo>
                    <a:pt x="1" y="4907"/>
                  </a:lnTo>
                  <a:lnTo>
                    <a:pt x="4597" y="311"/>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8" name="Google Shape;10558;p18"/>
            <p:cNvSpPr/>
            <p:nvPr/>
          </p:nvSpPr>
          <p:spPr>
            <a:xfrm>
              <a:off x="-136402" y="2850179"/>
              <a:ext cx="347597" cy="370503"/>
            </a:xfrm>
            <a:custGeom>
              <a:avLst/>
              <a:gdLst/>
              <a:ahLst/>
              <a:cxnLst/>
              <a:rect l="l" t="t" r="r" b="b"/>
              <a:pathLst>
                <a:path w="4598" h="4901" extrusionOk="0">
                  <a:moveTo>
                    <a:pt x="4597" y="0"/>
                  </a:moveTo>
                  <a:lnTo>
                    <a:pt x="1" y="4590"/>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9" name="Google Shape;10559;p18"/>
            <p:cNvSpPr/>
            <p:nvPr/>
          </p:nvSpPr>
          <p:spPr>
            <a:xfrm>
              <a:off x="-14615" y="3943741"/>
              <a:ext cx="225810" cy="225734"/>
            </a:xfrm>
            <a:custGeom>
              <a:avLst/>
              <a:gdLst/>
              <a:ahLst/>
              <a:cxnLst/>
              <a:rect l="l" t="t" r="r" b="b"/>
              <a:pathLst>
                <a:path w="2987" h="2986" extrusionOk="0">
                  <a:moveTo>
                    <a:pt x="2986" y="0"/>
                  </a:moveTo>
                  <a:lnTo>
                    <a:pt x="0" y="2986"/>
                  </a:lnTo>
                  <a:lnTo>
                    <a:pt x="312" y="2986"/>
                  </a:lnTo>
                  <a:lnTo>
                    <a:pt x="2986" y="310"/>
                  </a:lnTo>
                  <a:lnTo>
                    <a:pt x="29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0" name="Google Shape;10560;p18"/>
            <p:cNvSpPr/>
            <p:nvPr/>
          </p:nvSpPr>
          <p:spPr>
            <a:xfrm>
              <a:off x="-136402" y="3214775"/>
              <a:ext cx="347597" cy="370655"/>
            </a:xfrm>
            <a:custGeom>
              <a:avLst/>
              <a:gdLst/>
              <a:ahLst/>
              <a:cxnLst/>
              <a:rect l="l" t="t" r="r" b="b"/>
              <a:pathLst>
                <a:path w="4598" h="4903" extrusionOk="0">
                  <a:moveTo>
                    <a:pt x="4597" y="1"/>
                  </a:moveTo>
                  <a:lnTo>
                    <a:pt x="1" y="4591"/>
                  </a:lnTo>
                  <a:lnTo>
                    <a:pt x="1" y="4902"/>
                  </a:lnTo>
                  <a:lnTo>
                    <a:pt x="4597" y="306"/>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18"/>
            <p:cNvSpPr/>
            <p:nvPr/>
          </p:nvSpPr>
          <p:spPr>
            <a:xfrm>
              <a:off x="-136402" y="2485508"/>
              <a:ext cx="347597" cy="370503"/>
            </a:xfrm>
            <a:custGeom>
              <a:avLst/>
              <a:gdLst/>
              <a:ahLst/>
              <a:cxnLst/>
              <a:rect l="l" t="t" r="r" b="b"/>
              <a:pathLst>
                <a:path w="4598" h="4901" extrusionOk="0">
                  <a:moveTo>
                    <a:pt x="4597" y="0"/>
                  </a:moveTo>
                  <a:lnTo>
                    <a:pt x="1" y="4589"/>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2" name="Google Shape;10562;p18"/>
            <p:cNvSpPr/>
            <p:nvPr/>
          </p:nvSpPr>
          <p:spPr>
            <a:xfrm>
              <a:off x="-136402" y="2120760"/>
              <a:ext cx="347597" cy="370579"/>
            </a:xfrm>
            <a:custGeom>
              <a:avLst/>
              <a:gdLst/>
              <a:ahLst/>
              <a:cxnLst/>
              <a:rect l="l" t="t" r="r" b="b"/>
              <a:pathLst>
                <a:path w="4598" h="4902" extrusionOk="0">
                  <a:moveTo>
                    <a:pt x="4597" y="0"/>
                  </a:moveTo>
                  <a:lnTo>
                    <a:pt x="1" y="4590"/>
                  </a:lnTo>
                  <a:lnTo>
                    <a:pt x="1" y="4902"/>
                  </a:lnTo>
                  <a:lnTo>
                    <a:pt x="4597" y="305"/>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3" name="Google Shape;10563;p18"/>
            <p:cNvSpPr/>
            <p:nvPr/>
          </p:nvSpPr>
          <p:spPr>
            <a:xfrm>
              <a:off x="-136402" y="1756088"/>
              <a:ext cx="347597" cy="370503"/>
            </a:xfrm>
            <a:custGeom>
              <a:avLst/>
              <a:gdLst/>
              <a:ahLst/>
              <a:cxnLst/>
              <a:rect l="l" t="t" r="r" b="b"/>
              <a:pathLst>
                <a:path w="4598" h="4901" extrusionOk="0">
                  <a:moveTo>
                    <a:pt x="4597" y="0"/>
                  </a:moveTo>
                  <a:lnTo>
                    <a:pt x="1" y="4590"/>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4" name="Google Shape;10564;p18"/>
            <p:cNvSpPr/>
            <p:nvPr/>
          </p:nvSpPr>
          <p:spPr>
            <a:xfrm>
              <a:off x="-136402" y="1391417"/>
              <a:ext cx="347597" cy="370503"/>
            </a:xfrm>
            <a:custGeom>
              <a:avLst/>
              <a:gdLst/>
              <a:ahLst/>
              <a:cxnLst/>
              <a:rect l="l" t="t" r="r" b="b"/>
              <a:pathLst>
                <a:path w="4598" h="4901" extrusionOk="0">
                  <a:moveTo>
                    <a:pt x="4597" y="1"/>
                  </a:moveTo>
                  <a:lnTo>
                    <a:pt x="1" y="4597"/>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5" name="Google Shape;10565;p18"/>
            <p:cNvSpPr/>
            <p:nvPr/>
          </p:nvSpPr>
          <p:spPr>
            <a:xfrm>
              <a:off x="-136402" y="1026669"/>
              <a:ext cx="347597" cy="370655"/>
            </a:xfrm>
            <a:custGeom>
              <a:avLst/>
              <a:gdLst/>
              <a:ahLst/>
              <a:cxnLst/>
              <a:rect l="l" t="t" r="r" b="b"/>
              <a:pathLst>
                <a:path w="4598" h="4903" extrusionOk="0">
                  <a:moveTo>
                    <a:pt x="4597" y="0"/>
                  </a:moveTo>
                  <a:lnTo>
                    <a:pt x="1" y="4597"/>
                  </a:lnTo>
                  <a:lnTo>
                    <a:pt x="1" y="4902"/>
                  </a:lnTo>
                  <a:lnTo>
                    <a:pt x="4597" y="306"/>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6" name="Google Shape;10566;p18"/>
            <p:cNvSpPr/>
            <p:nvPr/>
          </p:nvSpPr>
          <p:spPr>
            <a:xfrm>
              <a:off x="-136402" y="661998"/>
              <a:ext cx="347597" cy="370503"/>
            </a:xfrm>
            <a:custGeom>
              <a:avLst/>
              <a:gdLst/>
              <a:ahLst/>
              <a:cxnLst/>
              <a:rect l="l" t="t" r="r" b="b"/>
              <a:pathLst>
                <a:path w="4598" h="4901" extrusionOk="0">
                  <a:moveTo>
                    <a:pt x="4597" y="1"/>
                  </a:moveTo>
                  <a:lnTo>
                    <a:pt x="1" y="4597"/>
                  </a:lnTo>
                  <a:lnTo>
                    <a:pt x="1" y="4901"/>
                  </a:lnTo>
                  <a:lnTo>
                    <a:pt x="4597" y="313"/>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7" name="Google Shape;10567;p18"/>
            <p:cNvSpPr/>
            <p:nvPr/>
          </p:nvSpPr>
          <p:spPr>
            <a:xfrm>
              <a:off x="-136402" y="297402"/>
              <a:ext cx="347597" cy="370503"/>
            </a:xfrm>
            <a:custGeom>
              <a:avLst/>
              <a:gdLst/>
              <a:ahLst/>
              <a:cxnLst/>
              <a:rect l="l" t="t" r="r" b="b"/>
              <a:pathLst>
                <a:path w="4598" h="4901" extrusionOk="0">
                  <a:moveTo>
                    <a:pt x="4597" y="0"/>
                  </a:moveTo>
                  <a:lnTo>
                    <a:pt x="1" y="4596"/>
                  </a:lnTo>
                  <a:lnTo>
                    <a:pt x="1" y="4900"/>
                  </a:lnTo>
                  <a:lnTo>
                    <a:pt x="4597" y="310"/>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8" name="Google Shape;10568;p18"/>
            <p:cNvSpPr/>
            <p:nvPr/>
          </p:nvSpPr>
          <p:spPr>
            <a:xfrm>
              <a:off x="-136402" y="-67421"/>
              <a:ext cx="347597" cy="370655"/>
            </a:xfrm>
            <a:custGeom>
              <a:avLst/>
              <a:gdLst/>
              <a:ahLst/>
              <a:cxnLst/>
              <a:rect l="l" t="t" r="r" b="b"/>
              <a:pathLst>
                <a:path w="4598" h="4903" extrusionOk="0">
                  <a:moveTo>
                    <a:pt x="4597" y="1"/>
                  </a:moveTo>
                  <a:lnTo>
                    <a:pt x="1" y="4597"/>
                  </a:lnTo>
                  <a:lnTo>
                    <a:pt x="1" y="4902"/>
                  </a:lnTo>
                  <a:lnTo>
                    <a:pt x="4597" y="313"/>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9" name="Google Shape;10569;p18"/>
            <p:cNvSpPr/>
            <p:nvPr/>
          </p:nvSpPr>
          <p:spPr>
            <a:xfrm>
              <a:off x="-136402" y="-175976"/>
              <a:ext cx="114606" cy="114379"/>
            </a:xfrm>
            <a:custGeom>
              <a:avLst/>
              <a:gdLst/>
              <a:ahLst/>
              <a:cxnLst/>
              <a:rect l="l" t="t" r="r" b="b"/>
              <a:pathLst>
                <a:path w="1516" h="1513" extrusionOk="0">
                  <a:moveTo>
                    <a:pt x="1212" y="0"/>
                  </a:moveTo>
                  <a:lnTo>
                    <a:pt x="1" y="1209"/>
                  </a:lnTo>
                  <a:lnTo>
                    <a:pt x="1" y="1513"/>
                  </a:lnTo>
                  <a:lnTo>
                    <a:pt x="15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0" name="Google Shape;10570;p18"/>
            <p:cNvSpPr/>
            <p:nvPr/>
          </p:nvSpPr>
          <p:spPr>
            <a:xfrm>
              <a:off x="167725" y="4126077"/>
              <a:ext cx="43469" cy="43393"/>
            </a:xfrm>
            <a:custGeom>
              <a:avLst/>
              <a:gdLst/>
              <a:ahLst/>
              <a:cxnLst/>
              <a:rect l="l" t="t" r="r" b="b"/>
              <a:pathLst>
                <a:path w="575" h="574" extrusionOk="0">
                  <a:moveTo>
                    <a:pt x="574" y="0"/>
                  </a:moveTo>
                  <a:lnTo>
                    <a:pt x="0" y="574"/>
                  </a:lnTo>
                  <a:lnTo>
                    <a:pt x="312" y="574"/>
                  </a:lnTo>
                  <a:lnTo>
                    <a:pt x="574" y="312"/>
                  </a:lnTo>
                  <a:lnTo>
                    <a:pt x="57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1" name="Google Shape;10571;p18"/>
            <p:cNvSpPr/>
            <p:nvPr/>
          </p:nvSpPr>
          <p:spPr>
            <a:xfrm>
              <a:off x="-136402" y="3396658"/>
              <a:ext cx="347597" cy="371108"/>
            </a:xfrm>
            <a:custGeom>
              <a:avLst/>
              <a:gdLst/>
              <a:ahLst/>
              <a:cxnLst/>
              <a:rect l="l" t="t" r="r" b="b"/>
              <a:pathLst>
                <a:path w="4598" h="4909" extrusionOk="0">
                  <a:moveTo>
                    <a:pt x="4597" y="0"/>
                  </a:moveTo>
                  <a:lnTo>
                    <a:pt x="1" y="4596"/>
                  </a:lnTo>
                  <a:lnTo>
                    <a:pt x="1" y="4908"/>
                  </a:lnTo>
                  <a:lnTo>
                    <a:pt x="4597" y="312"/>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2" name="Google Shape;10572;p18"/>
            <p:cNvSpPr/>
            <p:nvPr/>
          </p:nvSpPr>
          <p:spPr>
            <a:xfrm>
              <a:off x="-136402" y="2667843"/>
              <a:ext cx="347597" cy="370503"/>
            </a:xfrm>
            <a:custGeom>
              <a:avLst/>
              <a:gdLst/>
              <a:ahLst/>
              <a:cxnLst/>
              <a:rect l="l" t="t" r="r" b="b"/>
              <a:pathLst>
                <a:path w="4598" h="4901" extrusionOk="0">
                  <a:moveTo>
                    <a:pt x="4597" y="0"/>
                  </a:moveTo>
                  <a:lnTo>
                    <a:pt x="1" y="4590"/>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3" name="Google Shape;10573;p18"/>
            <p:cNvSpPr/>
            <p:nvPr/>
          </p:nvSpPr>
          <p:spPr>
            <a:xfrm>
              <a:off x="-136402" y="1938424"/>
              <a:ext cx="347597" cy="370503"/>
            </a:xfrm>
            <a:custGeom>
              <a:avLst/>
              <a:gdLst/>
              <a:ahLst/>
              <a:cxnLst/>
              <a:rect l="l" t="t" r="r" b="b"/>
              <a:pathLst>
                <a:path w="4598" h="4901" extrusionOk="0">
                  <a:moveTo>
                    <a:pt x="4597" y="0"/>
                  </a:moveTo>
                  <a:lnTo>
                    <a:pt x="1" y="4590"/>
                  </a:lnTo>
                  <a:lnTo>
                    <a:pt x="1" y="4900"/>
                  </a:lnTo>
                  <a:lnTo>
                    <a:pt x="4597" y="305"/>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4" name="Google Shape;10574;p18"/>
            <p:cNvSpPr/>
            <p:nvPr/>
          </p:nvSpPr>
          <p:spPr>
            <a:xfrm>
              <a:off x="-136402" y="1209081"/>
              <a:ext cx="347597" cy="370503"/>
            </a:xfrm>
            <a:custGeom>
              <a:avLst/>
              <a:gdLst/>
              <a:ahLst/>
              <a:cxnLst/>
              <a:rect l="l" t="t" r="r" b="b"/>
              <a:pathLst>
                <a:path w="4598" h="4901" extrusionOk="0">
                  <a:moveTo>
                    <a:pt x="4597" y="1"/>
                  </a:moveTo>
                  <a:lnTo>
                    <a:pt x="1" y="4596"/>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5" name="Google Shape;10575;p18"/>
            <p:cNvSpPr/>
            <p:nvPr/>
          </p:nvSpPr>
          <p:spPr>
            <a:xfrm>
              <a:off x="-136402" y="479662"/>
              <a:ext cx="347597" cy="370503"/>
            </a:xfrm>
            <a:custGeom>
              <a:avLst/>
              <a:gdLst/>
              <a:ahLst/>
              <a:cxnLst/>
              <a:rect l="l" t="t" r="r" b="b"/>
              <a:pathLst>
                <a:path w="4598" h="4901" extrusionOk="0">
                  <a:moveTo>
                    <a:pt x="4597" y="1"/>
                  </a:moveTo>
                  <a:lnTo>
                    <a:pt x="1" y="4597"/>
                  </a:lnTo>
                  <a:lnTo>
                    <a:pt x="1" y="4901"/>
                  </a:lnTo>
                  <a:lnTo>
                    <a:pt x="4597" y="311"/>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6" name="Google Shape;10576;p18"/>
            <p:cNvSpPr/>
            <p:nvPr/>
          </p:nvSpPr>
          <p:spPr>
            <a:xfrm>
              <a:off x="-136402" y="3761405"/>
              <a:ext cx="347597" cy="370957"/>
            </a:xfrm>
            <a:custGeom>
              <a:avLst/>
              <a:gdLst/>
              <a:ahLst/>
              <a:cxnLst/>
              <a:rect l="l" t="t" r="r" b="b"/>
              <a:pathLst>
                <a:path w="4598" h="4907" extrusionOk="0">
                  <a:moveTo>
                    <a:pt x="4597" y="0"/>
                  </a:moveTo>
                  <a:lnTo>
                    <a:pt x="1" y="4597"/>
                  </a:lnTo>
                  <a:lnTo>
                    <a:pt x="1" y="4907"/>
                  </a:lnTo>
                  <a:lnTo>
                    <a:pt x="4597" y="311"/>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7" name="Google Shape;10577;p18"/>
            <p:cNvSpPr/>
            <p:nvPr/>
          </p:nvSpPr>
          <p:spPr>
            <a:xfrm>
              <a:off x="-136402" y="3032440"/>
              <a:ext cx="347597" cy="370503"/>
            </a:xfrm>
            <a:custGeom>
              <a:avLst/>
              <a:gdLst/>
              <a:ahLst/>
              <a:cxnLst/>
              <a:rect l="l" t="t" r="r" b="b"/>
              <a:pathLst>
                <a:path w="4598" h="4901" extrusionOk="0">
                  <a:moveTo>
                    <a:pt x="4597" y="1"/>
                  </a:moveTo>
                  <a:lnTo>
                    <a:pt x="1" y="4591"/>
                  </a:lnTo>
                  <a:lnTo>
                    <a:pt x="1" y="4901"/>
                  </a:lnTo>
                  <a:lnTo>
                    <a:pt x="4597" y="306"/>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8" name="Google Shape;10578;p18"/>
            <p:cNvSpPr/>
            <p:nvPr/>
          </p:nvSpPr>
          <p:spPr>
            <a:xfrm>
              <a:off x="-136402" y="2303172"/>
              <a:ext cx="347597" cy="370503"/>
            </a:xfrm>
            <a:custGeom>
              <a:avLst/>
              <a:gdLst/>
              <a:ahLst/>
              <a:cxnLst/>
              <a:rect l="l" t="t" r="r" b="b"/>
              <a:pathLst>
                <a:path w="4598" h="4901" extrusionOk="0">
                  <a:moveTo>
                    <a:pt x="4597" y="1"/>
                  </a:moveTo>
                  <a:lnTo>
                    <a:pt x="1" y="4589"/>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9" name="Google Shape;10579;p18"/>
            <p:cNvSpPr/>
            <p:nvPr/>
          </p:nvSpPr>
          <p:spPr>
            <a:xfrm>
              <a:off x="-136402" y="1573753"/>
              <a:ext cx="347597" cy="370503"/>
            </a:xfrm>
            <a:custGeom>
              <a:avLst/>
              <a:gdLst/>
              <a:ahLst/>
              <a:cxnLst/>
              <a:rect l="l" t="t" r="r" b="b"/>
              <a:pathLst>
                <a:path w="4598" h="4901" extrusionOk="0">
                  <a:moveTo>
                    <a:pt x="4597" y="1"/>
                  </a:moveTo>
                  <a:lnTo>
                    <a:pt x="1" y="4597"/>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0" name="Google Shape;10580;p18"/>
            <p:cNvSpPr/>
            <p:nvPr/>
          </p:nvSpPr>
          <p:spPr>
            <a:xfrm>
              <a:off x="-136402" y="844334"/>
              <a:ext cx="347597" cy="370503"/>
            </a:xfrm>
            <a:custGeom>
              <a:avLst/>
              <a:gdLst/>
              <a:ahLst/>
              <a:cxnLst/>
              <a:rect l="l" t="t" r="r" b="b"/>
              <a:pathLst>
                <a:path w="4598" h="4901" extrusionOk="0">
                  <a:moveTo>
                    <a:pt x="4597" y="1"/>
                  </a:moveTo>
                  <a:lnTo>
                    <a:pt x="1" y="4597"/>
                  </a:lnTo>
                  <a:lnTo>
                    <a:pt x="1" y="4901"/>
                  </a:lnTo>
                  <a:lnTo>
                    <a:pt x="4597" y="312"/>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1" name="Google Shape;10581;p18"/>
            <p:cNvSpPr/>
            <p:nvPr/>
          </p:nvSpPr>
          <p:spPr>
            <a:xfrm>
              <a:off x="-136402" y="115066"/>
              <a:ext cx="347597" cy="370503"/>
            </a:xfrm>
            <a:custGeom>
              <a:avLst/>
              <a:gdLst/>
              <a:ahLst/>
              <a:cxnLst/>
              <a:rect l="l" t="t" r="r" b="b"/>
              <a:pathLst>
                <a:path w="4598" h="4901" extrusionOk="0">
                  <a:moveTo>
                    <a:pt x="4597" y="0"/>
                  </a:moveTo>
                  <a:lnTo>
                    <a:pt x="1" y="4595"/>
                  </a:lnTo>
                  <a:lnTo>
                    <a:pt x="1" y="4900"/>
                  </a:lnTo>
                  <a:lnTo>
                    <a:pt x="4597" y="310"/>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2" name="Google Shape;10582;p18"/>
            <p:cNvSpPr/>
            <p:nvPr/>
          </p:nvSpPr>
          <p:spPr>
            <a:xfrm>
              <a:off x="-136402" y="-175976"/>
              <a:ext cx="296947" cy="296720"/>
            </a:xfrm>
            <a:custGeom>
              <a:avLst/>
              <a:gdLst/>
              <a:ahLst/>
              <a:cxnLst/>
              <a:rect l="l" t="t" r="r" b="b"/>
              <a:pathLst>
                <a:path w="3928" h="3925" extrusionOk="0">
                  <a:moveTo>
                    <a:pt x="3624" y="0"/>
                  </a:moveTo>
                  <a:lnTo>
                    <a:pt x="1" y="3621"/>
                  </a:lnTo>
                  <a:lnTo>
                    <a:pt x="1" y="3925"/>
                  </a:lnTo>
                  <a:lnTo>
                    <a:pt x="39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83" name="Google Shape;10583;p18"/>
          <p:cNvSpPr/>
          <p:nvPr/>
        </p:nvSpPr>
        <p:spPr>
          <a:xfrm>
            <a:off x="8870850" y="929725"/>
            <a:ext cx="347700" cy="43455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4" name="Google Shape;10584;p18"/>
          <p:cNvSpPr/>
          <p:nvPr/>
        </p:nvSpPr>
        <p:spPr>
          <a:xfrm>
            <a:off x="-770275" y="-449275"/>
            <a:ext cx="1540800" cy="15408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5" name="Google Shape;10585;p18"/>
          <p:cNvSpPr/>
          <p:nvPr/>
        </p:nvSpPr>
        <p:spPr>
          <a:xfrm>
            <a:off x="-437725" y="-116725"/>
            <a:ext cx="875700" cy="8757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6" name="Google Shape;10586;p18"/>
          <p:cNvSpPr/>
          <p:nvPr/>
        </p:nvSpPr>
        <p:spPr>
          <a:xfrm>
            <a:off x="-260868" y="4310950"/>
            <a:ext cx="1206475" cy="1268396"/>
          </a:xfrm>
          <a:custGeom>
            <a:avLst/>
            <a:gdLst/>
            <a:ahLst/>
            <a:cxnLst/>
            <a:rect l="l" t="t" r="r" b="b"/>
            <a:pathLst>
              <a:path w="16581" h="17432" extrusionOk="0">
                <a:moveTo>
                  <a:pt x="8431" y="4679"/>
                </a:moveTo>
                <a:cubicBezTo>
                  <a:pt x="9068" y="4707"/>
                  <a:pt x="9697" y="4879"/>
                  <a:pt x="10256" y="5191"/>
                </a:cubicBezTo>
                <a:cubicBezTo>
                  <a:pt x="10264" y="5191"/>
                  <a:pt x="10264" y="5198"/>
                  <a:pt x="10271" y="5198"/>
                </a:cubicBezTo>
                <a:cubicBezTo>
                  <a:pt x="10298" y="5211"/>
                  <a:pt x="10319" y="5226"/>
                  <a:pt x="10339" y="5239"/>
                </a:cubicBezTo>
                <a:cubicBezTo>
                  <a:pt x="10367" y="5253"/>
                  <a:pt x="10389" y="5267"/>
                  <a:pt x="10415" y="5281"/>
                </a:cubicBezTo>
                <a:cubicBezTo>
                  <a:pt x="10415" y="5287"/>
                  <a:pt x="10422" y="5287"/>
                  <a:pt x="10430" y="5294"/>
                </a:cubicBezTo>
                <a:cubicBezTo>
                  <a:pt x="10969" y="5632"/>
                  <a:pt x="11426" y="6097"/>
                  <a:pt x="11757" y="6643"/>
                </a:cubicBezTo>
                <a:cubicBezTo>
                  <a:pt x="11757" y="6649"/>
                  <a:pt x="11764" y="6656"/>
                  <a:pt x="11764" y="6663"/>
                </a:cubicBezTo>
                <a:cubicBezTo>
                  <a:pt x="11777" y="6684"/>
                  <a:pt x="11790" y="6704"/>
                  <a:pt x="11805" y="6732"/>
                </a:cubicBezTo>
                <a:cubicBezTo>
                  <a:pt x="11819" y="6752"/>
                  <a:pt x="11832" y="6780"/>
                  <a:pt x="11847" y="6802"/>
                </a:cubicBezTo>
                <a:cubicBezTo>
                  <a:pt x="11847" y="6808"/>
                  <a:pt x="11854" y="6815"/>
                  <a:pt x="11854" y="6822"/>
                </a:cubicBezTo>
                <a:cubicBezTo>
                  <a:pt x="12150" y="7382"/>
                  <a:pt x="12316" y="8018"/>
                  <a:pt x="12330" y="8653"/>
                </a:cubicBezTo>
                <a:lnTo>
                  <a:pt x="12330" y="8675"/>
                </a:lnTo>
                <a:cubicBezTo>
                  <a:pt x="12330" y="8701"/>
                  <a:pt x="12330" y="8723"/>
                  <a:pt x="12323" y="8751"/>
                </a:cubicBezTo>
                <a:lnTo>
                  <a:pt x="12323" y="8834"/>
                </a:lnTo>
                <a:lnTo>
                  <a:pt x="12323" y="8854"/>
                </a:lnTo>
                <a:cubicBezTo>
                  <a:pt x="12303" y="9497"/>
                  <a:pt x="12131" y="10119"/>
                  <a:pt x="11819" y="10678"/>
                </a:cubicBezTo>
                <a:cubicBezTo>
                  <a:pt x="11812" y="10685"/>
                  <a:pt x="11812" y="10692"/>
                  <a:pt x="11805" y="10700"/>
                </a:cubicBezTo>
                <a:cubicBezTo>
                  <a:pt x="11799" y="10720"/>
                  <a:pt x="11784" y="10741"/>
                  <a:pt x="11771" y="10761"/>
                </a:cubicBezTo>
                <a:cubicBezTo>
                  <a:pt x="11757" y="10790"/>
                  <a:pt x="11742" y="10809"/>
                  <a:pt x="11722" y="10838"/>
                </a:cubicBezTo>
                <a:cubicBezTo>
                  <a:pt x="11722" y="10844"/>
                  <a:pt x="11716" y="10851"/>
                  <a:pt x="11716" y="10851"/>
                </a:cubicBezTo>
                <a:cubicBezTo>
                  <a:pt x="11376" y="11397"/>
                  <a:pt x="10913" y="11853"/>
                  <a:pt x="10361" y="12178"/>
                </a:cubicBezTo>
                <a:cubicBezTo>
                  <a:pt x="10361" y="12185"/>
                  <a:pt x="10354" y="12185"/>
                  <a:pt x="10347" y="12193"/>
                </a:cubicBezTo>
                <a:cubicBezTo>
                  <a:pt x="10319" y="12206"/>
                  <a:pt x="10298" y="12219"/>
                  <a:pt x="10271" y="12234"/>
                </a:cubicBezTo>
                <a:cubicBezTo>
                  <a:pt x="10249" y="12248"/>
                  <a:pt x="10230" y="12261"/>
                  <a:pt x="10201" y="12267"/>
                </a:cubicBezTo>
                <a:cubicBezTo>
                  <a:pt x="10201" y="12276"/>
                  <a:pt x="10195" y="12276"/>
                  <a:pt x="10188" y="12282"/>
                </a:cubicBezTo>
                <a:cubicBezTo>
                  <a:pt x="9621" y="12579"/>
                  <a:pt x="8992" y="12739"/>
                  <a:pt x="8357" y="12752"/>
                </a:cubicBezTo>
                <a:lnTo>
                  <a:pt x="8150" y="12752"/>
                </a:lnTo>
                <a:cubicBezTo>
                  <a:pt x="7513" y="12724"/>
                  <a:pt x="6884" y="12551"/>
                  <a:pt x="6325" y="12241"/>
                </a:cubicBezTo>
                <a:cubicBezTo>
                  <a:pt x="6325" y="12241"/>
                  <a:pt x="6317" y="12234"/>
                  <a:pt x="6310" y="12234"/>
                </a:cubicBezTo>
                <a:cubicBezTo>
                  <a:pt x="6283" y="12219"/>
                  <a:pt x="6262" y="12206"/>
                  <a:pt x="6234" y="12193"/>
                </a:cubicBezTo>
                <a:cubicBezTo>
                  <a:pt x="6214" y="12178"/>
                  <a:pt x="6192" y="12165"/>
                  <a:pt x="6172" y="12151"/>
                </a:cubicBezTo>
                <a:cubicBezTo>
                  <a:pt x="6166" y="12143"/>
                  <a:pt x="6159" y="12143"/>
                  <a:pt x="6151" y="12136"/>
                </a:cubicBezTo>
                <a:cubicBezTo>
                  <a:pt x="5612" y="11798"/>
                  <a:pt x="5155" y="11335"/>
                  <a:pt x="4824" y="10790"/>
                </a:cubicBezTo>
                <a:cubicBezTo>
                  <a:pt x="4824" y="10783"/>
                  <a:pt x="4817" y="10775"/>
                  <a:pt x="4817" y="10768"/>
                </a:cubicBezTo>
                <a:cubicBezTo>
                  <a:pt x="4804" y="10748"/>
                  <a:pt x="4791" y="10720"/>
                  <a:pt x="4776" y="10700"/>
                </a:cubicBezTo>
                <a:cubicBezTo>
                  <a:pt x="4762" y="10672"/>
                  <a:pt x="4749" y="10650"/>
                  <a:pt x="4734" y="10630"/>
                </a:cubicBezTo>
                <a:cubicBezTo>
                  <a:pt x="4734" y="10624"/>
                  <a:pt x="4727" y="10617"/>
                  <a:pt x="4727" y="10609"/>
                </a:cubicBezTo>
                <a:cubicBezTo>
                  <a:pt x="4431" y="10050"/>
                  <a:pt x="4265" y="9421"/>
                  <a:pt x="4258" y="8777"/>
                </a:cubicBezTo>
                <a:lnTo>
                  <a:pt x="4258" y="8758"/>
                </a:lnTo>
                <a:lnTo>
                  <a:pt x="4258" y="8675"/>
                </a:lnTo>
                <a:lnTo>
                  <a:pt x="4258" y="8598"/>
                </a:lnTo>
                <a:lnTo>
                  <a:pt x="4258" y="8577"/>
                </a:lnTo>
                <a:cubicBezTo>
                  <a:pt x="4278" y="7935"/>
                  <a:pt x="4450" y="7313"/>
                  <a:pt x="4762" y="6752"/>
                </a:cubicBezTo>
                <a:cubicBezTo>
                  <a:pt x="4769" y="6745"/>
                  <a:pt x="4769" y="6739"/>
                  <a:pt x="4776" y="6732"/>
                </a:cubicBezTo>
                <a:cubicBezTo>
                  <a:pt x="4791" y="6711"/>
                  <a:pt x="4804" y="6684"/>
                  <a:pt x="4817" y="6663"/>
                </a:cubicBezTo>
                <a:cubicBezTo>
                  <a:pt x="4832" y="6636"/>
                  <a:pt x="4845" y="6614"/>
                  <a:pt x="4859" y="6594"/>
                </a:cubicBezTo>
                <a:cubicBezTo>
                  <a:pt x="4859" y="6586"/>
                  <a:pt x="4865" y="6586"/>
                  <a:pt x="4865" y="6580"/>
                </a:cubicBezTo>
                <a:cubicBezTo>
                  <a:pt x="5205" y="6034"/>
                  <a:pt x="5675" y="5578"/>
                  <a:pt x="6220" y="5253"/>
                </a:cubicBezTo>
                <a:cubicBezTo>
                  <a:pt x="6227" y="5246"/>
                  <a:pt x="6227" y="5246"/>
                  <a:pt x="6234" y="5239"/>
                </a:cubicBezTo>
                <a:cubicBezTo>
                  <a:pt x="6255" y="5226"/>
                  <a:pt x="6283" y="5218"/>
                  <a:pt x="6303" y="5204"/>
                </a:cubicBezTo>
                <a:cubicBezTo>
                  <a:pt x="6332" y="5191"/>
                  <a:pt x="6351" y="5176"/>
                  <a:pt x="6380" y="5163"/>
                </a:cubicBezTo>
                <a:cubicBezTo>
                  <a:pt x="6386" y="5156"/>
                  <a:pt x="6386" y="5156"/>
                  <a:pt x="6393" y="5150"/>
                </a:cubicBezTo>
                <a:cubicBezTo>
                  <a:pt x="6960" y="4853"/>
                  <a:pt x="7589" y="4694"/>
                  <a:pt x="8232" y="4679"/>
                </a:cubicBezTo>
                <a:close/>
                <a:moveTo>
                  <a:pt x="6932" y="1"/>
                </a:moveTo>
                <a:lnTo>
                  <a:pt x="6317" y="2544"/>
                </a:lnTo>
                <a:cubicBezTo>
                  <a:pt x="6096" y="2613"/>
                  <a:pt x="5889" y="2688"/>
                  <a:pt x="5681" y="2779"/>
                </a:cubicBezTo>
                <a:cubicBezTo>
                  <a:pt x="5537" y="2841"/>
                  <a:pt x="5398" y="2910"/>
                  <a:pt x="5253" y="2987"/>
                </a:cubicBezTo>
                <a:cubicBezTo>
                  <a:pt x="5247" y="2993"/>
                  <a:pt x="5238" y="3000"/>
                  <a:pt x="5225" y="3000"/>
                </a:cubicBezTo>
                <a:cubicBezTo>
                  <a:pt x="5218" y="3007"/>
                  <a:pt x="5218" y="3007"/>
                  <a:pt x="5212" y="3013"/>
                </a:cubicBezTo>
                <a:cubicBezTo>
                  <a:pt x="5170" y="3035"/>
                  <a:pt x="5136" y="3048"/>
                  <a:pt x="5101" y="3070"/>
                </a:cubicBezTo>
                <a:cubicBezTo>
                  <a:pt x="5101" y="3076"/>
                  <a:pt x="5094" y="3076"/>
                  <a:pt x="5087" y="3076"/>
                </a:cubicBezTo>
                <a:cubicBezTo>
                  <a:pt x="5059" y="3096"/>
                  <a:pt x="5031" y="3111"/>
                  <a:pt x="4998" y="3131"/>
                </a:cubicBezTo>
                <a:cubicBezTo>
                  <a:pt x="4990" y="3131"/>
                  <a:pt x="4990" y="3138"/>
                  <a:pt x="4983" y="3144"/>
                </a:cubicBezTo>
                <a:cubicBezTo>
                  <a:pt x="4928" y="3172"/>
                  <a:pt x="4873" y="3207"/>
                  <a:pt x="4817" y="3242"/>
                </a:cubicBezTo>
                <a:cubicBezTo>
                  <a:pt x="4776" y="3269"/>
                  <a:pt x="4734" y="3297"/>
                  <a:pt x="4686" y="3325"/>
                </a:cubicBezTo>
                <a:cubicBezTo>
                  <a:pt x="4459" y="3476"/>
                  <a:pt x="4236" y="3650"/>
                  <a:pt x="4023" y="3836"/>
                </a:cubicBezTo>
                <a:lnTo>
                  <a:pt x="1528" y="3048"/>
                </a:lnTo>
                <a:lnTo>
                  <a:pt x="63" y="5536"/>
                </a:lnTo>
                <a:lnTo>
                  <a:pt x="1956" y="7341"/>
                </a:lnTo>
                <a:cubicBezTo>
                  <a:pt x="1921" y="7507"/>
                  <a:pt x="1888" y="7673"/>
                  <a:pt x="1866" y="7830"/>
                </a:cubicBezTo>
                <a:cubicBezTo>
                  <a:pt x="1859" y="7893"/>
                  <a:pt x="1853" y="7948"/>
                  <a:pt x="1846" y="8011"/>
                </a:cubicBezTo>
                <a:cubicBezTo>
                  <a:pt x="1831" y="8107"/>
                  <a:pt x="1825" y="8212"/>
                  <a:pt x="1818" y="8315"/>
                </a:cubicBezTo>
                <a:lnTo>
                  <a:pt x="1818" y="8328"/>
                </a:lnTo>
                <a:cubicBezTo>
                  <a:pt x="1818" y="8391"/>
                  <a:pt x="1811" y="8452"/>
                  <a:pt x="1811" y="8509"/>
                </a:cubicBezTo>
                <a:lnTo>
                  <a:pt x="1811" y="8535"/>
                </a:lnTo>
                <a:lnTo>
                  <a:pt x="1811" y="8633"/>
                </a:lnTo>
                <a:lnTo>
                  <a:pt x="1811" y="8653"/>
                </a:lnTo>
                <a:lnTo>
                  <a:pt x="1811" y="8771"/>
                </a:lnTo>
                <a:lnTo>
                  <a:pt x="1811" y="8799"/>
                </a:lnTo>
                <a:cubicBezTo>
                  <a:pt x="1811" y="9185"/>
                  <a:pt x="1853" y="9580"/>
                  <a:pt x="1929" y="9967"/>
                </a:cubicBezTo>
                <a:lnTo>
                  <a:pt x="0" y="11743"/>
                </a:lnTo>
                <a:lnTo>
                  <a:pt x="1423" y="14251"/>
                </a:lnTo>
                <a:lnTo>
                  <a:pt x="3933" y="13512"/>
                </a:lnTo>
                <a:cubicBezTo>
                  <a:pt x="4140" y="13706"/>
                  <a:pt x="4354" y="13878"/>
                  <a:pt x="4583" y="14037"/>
                </a:cubicBezTo>
                <a:cubicBezTo>
                  <a:pt x="4673" y="14092"/>
                  <a:pt x="4756" y="14155"/>
                  <a:pt x="4845" y="14210"/>
                </a:cubicBezTo>
                <a:cubicBezTo>
                  <a:pt x="4852" y="14217"/>
                  <a:pt x="4865" y="14217"/>
                  <a:pt x="4873" y="14225"/>
                </a:cubicBezTo>
                <a:cubicBezTo>
                  <a:pt x="4880" y="14231"/>
                  <a:pt x="4887" y="14231"/>
                  <a:pt x="4893" y="14238"/>
                </a:cubicBezTo>
                <a:cubicBezTo>
                  <a:pt x="4928" y="14258"/>
                  <a:pt x="4963" y="14280"/>
                  <a:pt x="4998" y="14299"/>
                </a:cubicBezTo>
                <a:cubicBezTo>
                  <a:pt x="5031" y="14321"/>
                  <a:pt x="5066" y="14341"/>
                  <a:pt x="5101" y="14362"/>
                </a:cubicBezTo>
                <a:cubicBezTo>
                  <a:pt x="5107" y="14362"/>
                  <a:pt x="5114" y="14369"/>
                  <a:pt x="5122" y="14369"/>
                </a:cubicBezTo>
                <a:cubicBezTo>
                  <a:pt x="5129" y="14376"/>
                  <a:pt x="5136" y="14382"/>
                  <a:pt x="5149" y="14382"/>
                </a:cubicBezTo>
                <a:cubicBezTo>
                  <a:pt x="5280" y="14459"/>
                  <a:pt x="5426" y="14535"/>
                  <a:pt x="5563" y="14598"/>
                </a:cubicBezTo>
                <a:cubicBezTo>
                  <a:pt x="5771" y="14694"/>
                  <a:pt x="5978" y="14777"/>
                  <a:pt x="6192" y="14853"/>
                </a:cubicBezTo>
                <a:lnTo>
                  <a:pt x="6766" y="17403"/>
                </a:lnTo>
                <a:lnTo>
                  <a:pt x="9649" y="17431"/>
                </a:lnTo>
                <a:lnTo>
                  <a:pt x="10271" y="14888"/>
                </a:lnTo>
                <a:cubicBezTo>
                  <a:pt x="10485" y="14819"/>
                  <a:pt x="10692" y="14742"/>
                  <a:pt x="10900" y="14653"/>
                </a:cubicBezTo>
                <a:cubicBezTo>
                  <a:pt x="11044" y="14590"/>
                  <a:pt x="11190" y="14522"/>
                  <a:pt x="11328" y="14445"/>
                </a:cubicBezTo>
                <a:cubicBezTo>
                  <a:pt x="11334" y="14439"/>
                  <a:pt x="11343" y="14439"/>
                  <a:pt x="11356" y="14432"/>
                </a:cubicBezTo>
                <a:cubicBezTo>
                  <a:pt x="11363" y="14424"/>
                  <a:pt x="11369" y="14424"/>
                  <a:pt x="11369" y="14417"/>
                </a:cubicBezTo>
                <a:cubicBezTo>
                  <a:pt x="11411" y="14404"/>
                  <a:pt x="11445" y="14382"/>
                  <a:pt x="11480" y="14362"/>
                </a:cubicBezTo>
                <a:cubicBezTo>
                  <a:pt x="11480" y="14356"/>
                  <a:pt x="11487" y="14356"/>
                  <a:pt x="11494" y="14356"/>
                </a:cubicBezTo>
                <a:cubicBezTo>
                  <a:pt x="11522" y="14334"/>
                  <a:pt x="11550" y="14321"/>
                  <a:pt x="11583" y="14299"/>
                </a:cubicBezTo>
                <a:cubicBezTo>
                  <a:pt x="11591" y="14299"/>
                  <a:pt x="11598" y="14293"/>
                  <a:pt x="11605" y="14293"/>
                </a:cubicBezTo>
                <a:cubicBezTo>
                  <a:pt x="11936" y="14092"/>
                  <a:pt x="12262" y="13858"/>
                  <a:pt x="12558" y="13603"/>
                </a:cubicBezTo>
                <a:lnTo>
                  <a:pt x="15053" y="14382"/>
                </a:lnTo>
                <a:lnTo>
                  <a:pt x="16518" y="11903"/>
                </a:lnTo>
                <a:lnTo>
                  <a:pt x="14625" y="10091"/>
                </a:lnTo>
                <a:cubicBezTo>
                  <a:pt x="14652" y="9973"/>
                  <a:pt x="14673" y="9856"/>
                  <a:pt x="14693" y="9738"/>
                </a:cubicBezTo>
                <a:cubicBezTo>
                  <a:pt x="14708" y="9628"/>
                  <a:pt x="14722" y="9524"/>
                  <a:pt x="14735" y="9421"/>
                </a:cubicBezTo>
                <a:cubicBezTo>
                  <a:pt x="14743" y="9373"/>
                  <a:pt x="14750" y="9317"/>
                  <a:pt x="14750" y="9268"/>
                </a:cubicBezTo>
                <a:cubicBezTo>
                  <a:pt x="14763" y="9166"/>
                  <a:pt x="14763" y="9054"/>
                  <a:pt x="14770" y="8950"/>
                </a:cubicBezTo>
                <a:lnTo>
                  <a:pt x="14770" y="8923"/>
                </a:lnTo>
                <a:lnTo>
                  <a:pt x="14770" y="8895"/>
                </a:lnTo>
                <a:cubicBezTo>
                  <a:pt x="14770" y="8860"/>
                  <a:pt x="14776" y="8819"/>
                  <a:pt x="14776" y="8777"/>
                </a:cubicBezTo>
                <a:lnTo>
                  <a:pt x="14776" y="8660"/>
                </a:lnTo>
                <a:lnTo>
                  <a:pt x="14776" y="8633"/>
                </a:lnTo>
                <a:cubicBezTo>
                  <a:pt x="14770" y="8245"/>
                  <a:pt x="14728" y="7852"/>
                  <a:pt x="14652" y="7465"/>
                </a:cubicBezTo>
                <a:lnTo>
                  <a:pt x="16581" y="5695"/>
                </a:lnTo>
                <a:lnTo>
                  <a:pt x="15164" y="3179"/>
                </a:lnTo>
                <a:lnTo>
                  <a:pt x="12648" y="3919"/>
                </a:lnTo>
                <a:cubicBezTo>
                  <a:pt x="12558" y="3836"/>
                  <a:pt x="12469" y="3753"/>
                  <a:pt x="12379" y="3677"/>
                </a:cubicBezTo>
                <a:cubicBezTo>
                  <a:pt x="12296" y="3615"/>
                  <a:pt x="12213" y="3552"/>
                  <a:pt x="12122" y="3491"/>
                </a:cubicBezTo>
                <a:cubicBezTo>
                  <a:pt x="12081" y="3456"/>
                  <a:pt x="12039" y="3428"/>
                  <a:pt x="11998" y="3393"/>
                </a:cubicBezTo>
                <a:cubicBezTo>
                  <a:pt x="11908" y="3338"/>
                  <a:pt x="11825" y="3277"/>
                  <a:pt x="11736" y="3221"/>
                </a:cubicBezTo>
                <a:cubicBezTo>
                  <a:pt x="11729" y="3214"/>
                  <a:pt x="11716" y="3214"/>
                  <a:pt x="11708" y="3207"/>
                </a:cubicBezTo>
                <a:cubicBezTo>
                  <a:pt x="11701" y="3201"/>
                  <a:pt x="11694" y="3201"/>
                  <a:pt x="11688" y="3194"/>
                </a:cubicBezTo>
                <a:cubicBezTo>
                  <a:pt x="11653" y="3172"/>
                  <a:pt x="11618" y="3153"/>
                  <a:pt x="11583" y="3131"/>
                </a:cubicBezTo>
                <a:cubicBezTo>
                  <a:pt x="11550" y="3111"/>
                  <a:pt x="11515" y="3090"/>
                  <a:pt x="11480" y="3076"/>
                </a:cubicBezTo>
                <a:cubicBezTo>
                  <a:pt x="11474" y="3070"/>
                  <a:pt x="11467" y="3070"/>
                  <a:pt x="11467" y="3061"/>
                </a:cubicBezTo>
                <a:cubicBezTo>
                  <a:pt x="11452" y="3055"/>
                  <a:pt x="11445" y="3048"/>
                  <a:pt x="11439" y="3048"/>
                </a:cubicBezTo>
                <a:cubicBezTo>
                  <a:pt x="11301" y="2972"/>
                  <a:pt x="11155" y="2895"/>
                  <a:pt x="11018" y="2834"/>
                </a:cubicBezTo>
                <a:cubicBezTo>
                  <a:pt x="10810" y="2738"/>
                  <a:pt x="10603" y="2655"/>
                  <a:pt x="10389" y="2579"/>
                </a:cubicBezTo>
                <a:lnTo>
                  <a:pt x="9815" y="27"/>
                </a:lnTo>
                <a:lnTo>
                  <a:pt x="693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7" name="Google Shape;10587;p18"/>
          <p:cNvSpPr txBox="1">
            <a:spLocks noGrp="1"/>
          </p:cNvSpPr>
          <p:nvPr>
            <p:ph type="subTitle" idx="1"/>
          </p:nvPr>
        </p:nvSpPr>
        <p:spPr>
          <a:xfrm>
            <a:off x="1252500" y="1091525"/>
            <a:ext cx="6639000" cy="603000"/>
          </a:xfrm>
          <a:prstGeom prst="rect">
            <a:avLst/>
          </a:prstGeom>
        </p:spPr>
        <p:txBody>
          <a:bodyPr spcFirstLastPara="1" wrap="square" lIns="91425" tIns="91425" rIns="91425" bIns="91425" anchor="t" anchorCtr="0">
            <a:noAutofit/>
          </a:bodyPr>
          <a:lstStyle>
            <a:lvl1pPr lvl="0" algn="ctr" rtl="0">
              <a:lnSpc>
                <a:spcPct val="115000"/>
              </a:lnSpc>
              <a:spcBef>
                <a:spcPts val="0"/>
              </a:spcBef>
              <a:spcAft>
                <a:spcPts val="0"/>
              </a:spcAft>
              <a:buClr>
                <a:schemeClr val="dk2"/>
              </a:buClr>
              <a:buSzPts val="1400"/>
              <a:buNone/>
              <a:defRPr sz="1400">
                <a:solidFill>
                  <a:schemeClr val="dk2"/>
                </a:solidFill>
              </a:defRPr>
            </a:lvl1pPr>
            <a:lvl2pPr lvl="1" algn="ctr" rtl="0">
              <a:lnSpc>
                <a:spcPct val="115000"/>
              </a:lnSpc>
              <a:spcBef>
                <a:spcPts val="0"/>
              </a:spcBef>
              <a:spcAft>
                <a:spcPts val="0"/>
              </a:spcAft>
              <a:buClr>
                <a:schemeClr val="dk2"/>
              </a:buClr>
              <a:buSzPts val="1400"/>
              <a:buNone/>
              <a:defRPr>
                <a:solidFill>
                  <a:schemeClr val="dk2"/>
                </a:solidFill>
              </a:defRPr>
            </a:lvl2pPr>
            <a:lvl3pPr lvl="2" algn="ctr" rtl="0">
              <a:lnSpc>
                <a:spcPct val="115000"/>
              </a:lnSpc>
              <a:spcBef>
                <a:spcPts val="1600"/>
              </a:spcBef>
              <a:spcAft>
                <a:spcPts val="0"/>
              </a:spcAft>
              <a:buClr>
                <a:schemeClr val="dk2"/>
              </a:buClr>
              <a:buSzPts val="1400"/>
              <a:buNone/>
              <a:defRPr>
                <a:solidFill>
                  <a:schemeClr val="dk2"/>
                </a:solidFill>
              </a:defRPr>
            </a:lvl3pPr>
            <a:lvl4pPr lvl="3" algn="ctr" rtl="0">
              <a:lnSpc>
                <a:spcPct val="115000"/>
              </a:lnSpc>
              <a:spcBef>
                <a:spcPts val="1600"/>
              </a:spcBef>
              <a:spcAft>
                <a:spcPts val="0"/>
              </a:spcAft>
              <a:buClr>
                <a:schemeClr val="dk2"/>
              </a:buClr>
              <a:buSzPts val="1400"/>
              <a:buNone/>
              <a:defRPr>
                <a:solidFill>
                  <a:schemeClr val="dk2"/>
                </a:solidFill>
              </a:defRPr>
            </a:lvl4pPr>
            <a:lvl5pPr lvl="4" algn="ctr" rtl="0">
              <a:lnSpc>
                <a:spcPct val="115000"/>
              </a:lnSpc>
              <a:spcBef>
                <a:spcPts val="1600"/>
              </a:spcBef>
              <a:spcAft>
                <a:spcPts val="0"/>
              </a:spcAft>
              <a:buClr>
                <a:schemeClr val="dk2"/>
              </a:buClr>
              <a:buSzPts val="1400"/>
              <a:buNone/>
              <a:defRPr>
                <a:solidFill>
                  <a:schemeClr val="dk2"/>
                </a:solidFill>
              </a:defRPr>
            </a:lvl5pPr>
            <a:lvl6pPr lvl="5" algn="ctr" rtl="0">
              <a:lnSpc>
                <a:spcPct val="115000"/>
              </a:lnSpc>
              <a:spcBef>
                <a:spcPts val="1600"/>
              </a:spcBef>
              <a:spcAft>
                <a:spcPts val="0"/>
              </a:spcAft>
              <a:buClr>
                <a:schemeClr val="dk2"/>
              </a:buClr>
              <a:buSzPts val="1400"/>
              <a:buNone/>
              <a:defRPr>
                <a:solidFill>
                  <a:schemeClr val="dk2"/>
                </a:solidFill>
              </a:defRPr>
            </a:lvl6pPr>
            <a:lvl7pPr lvl="6" algn="ctr" rtl="0">
              <a:lnSpc>
                <a:spcPct val="115000"/>
              </a:lnSpc>
              <a:spcBef>
                <a:spcPts val="1600"/>
              </a:spcBef>
              <a:spcAft>
                <a:spcPts val="0"/>
              </a:spcAft>
              <a:buClr>
                <a:schemeClr val="dk2"/>
              </a:buClr>
              <a:buSzPts val="1400"/>
              <a:buNone/>
              <a:defRPr>
                <a:solidFill>
                  <a:schemeClr val="dk2"/>
                </a:solidFill>
              </a:defRPr>
            </a:lvl7pPr>
            <a:lvl8pPr lvl="7" algn="ctr" rtl="0">
              <a:lnSpc>
                <a:spcPct val="115000"/>
              </a:lnSpc>
              <a:spcBef>
                <a:spcPts val="1600"/>
              </a:spcBef>
              <a:spcAft>
                <a:spcPts val="0"/>
              </a:spcAft>
              <a:buClr>
                <a:schemeClr val="dk2"/>
              </a:buClr>
              <a:buSzPts val="1400"/>
              <a:buNone/>
              <a:defRPr>
                <a:solidFill>
                  <a:schemeClr val="dk2"/>
                </a:solidFill>
              </a:defRPr>
            </a:lvl8pPr>
            <a:lvl9pPr lvl="8" algn="ctr" rtl="0">
              <a:lnSpc>
                <a:spcPct val="115000"/>
              </a:lnSpc>
              <a:spcBef>
                <a:spcPts val="1600"/>
              </a:spcBef>
              <a:spcAft>
                <a:spcPts val="1600"/>
              </a:spcAft>
              <a:buClr>
                <a:schemeClr val="dk2"/>
              </a:buClr>
              <a:buSzPts val="1400"/>
              <a:buNone/>
              <a:defRPr>
                <a:solidFill>
                  <a:schemeClr val="dk2"/>
                </a:solidFill>
              </a:defRPr>
            </a:lvl9pPr>
          </a:lstStyle>
          <a:p>
            <a:r>
              <a:rPr lang="en-US"/>
              <a:t>Click to edit Master subtitle style</a:t>
            </a:r>
            <a:endParaRPr/>
          </a:p>
        </p:txBody>
      </p:sp>
      <p:sp>
        <p:nvSpPr>
          <p:cNvPr id="10588" name="Google Shape;10588;p18"/>
          <p:cNvSpPr txBox="1">
            <a:spLocks noGrp="1"/>
          </p:cNvSpPr>
          <p:nvPr>
            <p:ph type="subTitle" idx="2"/>
          </p:nvPr>
        </p:nvSpPr>
        <p:spPr>
          <a:xfrm>
            <a:off x="720000" y="1758275"/>
            <a:ext cx="4173600" cy="20130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Clr>
                <a:schemeClr val="dk2"/>
              </a:buClr>
              <a:buSzPts val="1400"/>
              <a:buChar char="●"/>
              <a:defRPr sz="1400">
                <a:solidFill>
                  <a:schemeClr val="dk2"/>
                </a:solidFill>
              </a:defRPr>
            </a:lvl1pPr>
            <a:lvl2pPr lvl="1" rtl="0">
              <a:lnSpc>
                <a:spcPct val="115000"/>
              </a:lnSpc>
              <a:spcBef>
                <a:spcPts val="0"/>
              </a:spcBef>
              <a:spcAft>
                <a:spcPts val="0"/>
              </a:spcAft>
              <a:buClr>
                <a:schemeClr val="dk2"/>
              </a:buClr>
              <a:buSzPts val="1400"/>
              <a:buChar char="○"/>
              <a:defRPr>
                <a:solidFill>
                  <a:schemeClr val="dk2"/>
                </a:solidFill>
              </a:defRPr>
            </a:lvl2pPr>
            <a:lvl3pPr lvl="2" rtl="0">
              <a:lnSpc>
                <a:spcPct val="115000"/>
              </a:lnSpc>
              <a:spcBef>
                <a:spcPts val="1600"/>
              </a:spcBef>
              <a:spcAft>
                <a:spcPts val="0"/>
              </a:spcAft>
              <a:buClr>
                <a:schemeClr val="dk2"/>
              </a:buClr>
              <a:buSzPts val="1400"/>
              <a:buChar char="■"/>
              <a:defRPr>
                <a:solidFill>
                  <a:schemeClr val="dk2"/>
                </a:solidFill>
              </a:defRPr>
            </a:lvl3pPr>
            <a:lvl4pPr lvl="3" rtl="0">
              <a:lnSpc>
                <a:spcPct val="115000"/>
              </a:lnSpc>
              <a:spcBef>
                <a:spcPts val="1600"/>
              </a:spcBef>
              <a:spcAft>
                <a:spcPts val="0"/>
              </a:spcAft>
              <a:buClr>
                <a:schemeClr val="dk2"/>
              </a:buClr>
              <a:buSzPts val="1400"/>
              <a:buChar char="●"/>
              <a:defRPr>
                <a:solidFill>
                  <a:schemeClr val="dk2"/>
                </a:solidFill>
              </a:defRPr>
            </a:lvl4pPr>
            <a:lvl5pPr lvl="4" rtl="0">
              <a:lnSpc>
                <a:spcPct val="115000"/>
              </a:lnSpc>
              <a:spcBef>
                <a:spcPts val="1600"/>
              </a:spcBef>
              <a:spcAft>
                <a:spcPts val="0"/>
              </a:spcAft>
              <a:buClr>
                <a:schemeClr val="dk2"/>
              </a:buClr>
              <a:buSzPts val="1400"/>
              <a:buChar char="○"/>
              <a:defRPr>
                <a:solidFill>
                  <a:schemeClr val="dk2"/>
                </a:solidFill>
              </a:defRPr>
            </a:lvl5pPr>
            <a:lvl6pPr lvl="5" rtl="0">
              <a:lnSpc>
                <a:spcPct val="115000"/>
              </a:lnSpc>
              <a:spcBef>
                <a:spcPts val="1600"/>
              </a:spcBef>
              <a:spcAft>
                <a:spcPts val="0"/>
              </a:spcAft>
              <a:buClr>
                <a:schemeClr val="dk2"/>
              </a:buClr>
              <a:buSzPts val="1400"/>
              <a:buChar char="■"/>
              <a:defRPr>
                <a:solidFill>
                  <a:schemeClr val="dk2"/>
                </a:solidFill>
              </a:defRPr>
            </a:lvl6pPr>
            <a:lvl7pPr lvl="6" rtl="0">
              <a:lnSpc>
                <a:spcPct val="115000"/>
              </a:lnSpc>
              <a:spcBef>
                <a:spcPts val="1600"/>
              </a:spcBef>
              <a:spcAft>
                <a:spcPts val="0"/>
              </a:spcAft>
              <a:buClr>
                <a:schemeClr val="dk2"/>
              </a:buClr>
              <a:buSzPts val="1400"/>
              <a:buChar char="●"/>
              <a:defRPr>
                <a:solidFill>
                  <a:schemeClr val="dk2"/>
                </a:solidFill>
              </a:defRPr>
            </a:lvl7pPr>
            <a:lvl8pPr lvl="7" rtl="0">
              <a:lnSpc>
                <a:spcPct val="115000"/>
              </a:lnSpc>
              <a:spcBef>
                <a:spcPts val="1600"/>
              </a:spcBef>
              <a:spcAft>
                <a:spcPts val="0"/>
              </a:spcAft>
              <a:buClr>
                <a:schemeClr val="dk2"/>
              </a:buClr>
              <a:buSzPts val="1400"/>
              <a:buChar char="○"/>
              <a:defRPr>
                <a:solidFill>
                  <a:schemeClr val="dk2"/>
                </a:solidFill>
              </a:defRPr>
            </a:lvl8pPr>
            <a:lvl9pPr lvl="8" rtl="0">
              <a:lnSpc>
                <a:spcPct val="115000"/>
              </a:lnSpc>
              <a:spcBef>
                <a:spcPts val="1600"/>
              </a:spcBef>
              <a:spcAft>
                <a:spcPts val="1600"/>
              </a:spcAft>
              <a:buClr>
                <a:schemeClr val="dk2"/>
              </a:buClr>
              <a:buSzPts val="1400"/>
              <a:buChar char="■"/>
              <a:defRPr>
                <a:solidFill>
                  <a:schemeClr val="dk2"/>
                </a:solidFill>
              </a:defRPr>
            </a:lvl9pPr>
          </a:lstStyle>
          <a:p>
            <a:r>
              <a:rPr lang="en-US"/>
              <a:t>Click to edit Master subtitle style</a:t>
            </a:r>
            <a:endParaRPr/>
          </a:p>
        </p:txBody>
      </p:sp>
    </p:spTree>
    <p:extLst>
      <p:ext uri="{BB962C8B-B14F-4D97-AF65-F5344CB8AC3E}">
        <p14:creationId xmlns:p14="http://schemas.microsoft.com/office/powerpoint/2010/main" val="3310037297"/>
      </p:ext>
    </p:extLst>
  </p:cSld>
  <p:clrMapOvr>
    <a:masterClrMapping/>
  </p:clrMapOvr>
  <p:hf sldNum="0" hdr="0" ftr="0" dt="0"/>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text 4">
  <p:cSld name="Title and text 4">
    <p:spTree>
      <p:nvGrpSpPr>
        <p:cNvPr id="1" name="Shape 10589"/>
        <p:cNvGrpSpPr/>
        <p:nvPr/>
      </p:nvGrpSpPr>
      <p:grpSpPr>
        <a:xfrm>
          <a:off x="0" y="0"/>
          <a:ext cx="0" cy="0"/>
          <a:chOff x="0" y="0"/>
          <a:chExt cx="0" cy="0"/>
        </a:xfrm>
      </p:grpSpPr>
      <p:sp>
        <p:nvSpPr>
          <p:cNvPr id="10590" name="Google Shape;10590;p19"/>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lnSpc>
                <a:spcPct val="115000"/>
              </a:lnSpc>
              <a:spcBef>
                <a:spcPts val="0"/>
              </a:spcBef>
              <a:spcAft>
                <a:spcPts val="0"/>
              </a:spcAft>
              <a:buClr>
                <a:schemeClr val="dk2"/>
              </a:buClr>
              <a:buSzPts val="3500"/>
              <a:buNone/>
              <a:defRPr>
                <a:solidFill>
                  <a:schemeClr val="dk2"/>
                </a:solidFill>
              </a:defRPr>
            </a:lvl1pPr>
            <a:lvl2pPr lvl="1" rtl="0">
              <a:lnSpc>
                <a:spcPct val="115000"/>
              </a:lnSpc>
              <a:spcBef>
                <a:spcPts val="0"/>
              </a:spcBef>
              <a:spcAft>
                <a:spcPts val="0"/>
              </a:spcAft>
              <a:buClr>
                <a:schemeClr val="dk2"/>
              </a:buClr>
              <a:buSzPts val="3500"/>
              <a:buNone/>
              <a:defRPr>
                <a:solidFill>
                  <a:schemeClr val="dk2"/>
                </a:solidFill>
              </a:defRPr>
            </a:lvl2pPr>
            <a:lvl3pPr lvl="2" rtl="0">
              <a:lnSpc>
                <a:spcPct val="115000"/>
              </a:lnSpc>
              <a:spcBef>
                <a:spcPts val="0"/>
              </a:spcBef>
              <a:spcAft>
                <a:spcPts val="0"/>
              </a:spcAft>
              <a:buClr>
                <a:schemeClr val="dk2"/>
              </a:buClr>
              <a:buSzPts val="3500"/>
              <a:buNone/>
              <a:defRPr>
                <a:solidFill>
                  <a:schemeClr val="dk2"/>
                </a:solidFill>
              </a:defRPr>
            </a:lvl3pPr>
            <a:lvl4pPr lvl="3" rtl="0">
              <a:lnSpc>
                <a:spcPct val="115000"/>
              </a:lnSpc>
              <a:spcBef>
                <a:spcPts val="0"/>
              </a:spcBef>
              <a:spcAft>
                <a:spcPts val="0"/>
              </a:spcAft>
              <a:buClr>
                <a:schemeClr val="dk2"/>
              </a:buClr>
              <a:buSzPts val="3500"/>
              <a:buNone/>
              <a:defRPr>
                <a:solidFill>
                  <a:schemeClr val="dk2"/>
                </a:solidFill>
              </a:defRPr>
            </a:lvl4pPr>
            <a:lvl5pPr lvl="4" rtl="0">
              <a:lnSpc>
                <a:spcPct val="115000"/>
              </a:lnSpc>
              <a:spcBef>
                <a:spcPts val="0"/>
              </a:spcBef>
              <a:spcAft>
                <a:spcPts val="0"/>
              </a:spcAft>
              <a:buClr>
                <a:schemeClr val="dk2"/>
              </a:buClr>
              <a:buSzPts val="3500"/>
              <a:buNone/>
              <a:defRPr>
                <a:solidFill>
                  <a:schemeClr val="dk2"/>
                </a:solidFill>
              </a:defRPr>
            </a:lvl5pPr>
            <a:lvl6pPr lvl="5" rtl="0">
              <a:lnSpc>
                <a:spcPct val="115000"/>
              </a:lnSpc>
              <a:spcBef>
                <a:spcPts val="0"/>
              </a:spcBef>
              <a:spcAft>
                <a:spcPts val="0"/>
              </a:spcAft>
              <a:buClr>
                <a:schemeClr val="dk2"/>
              </a:buClr>
              <a:buSzPts val="3500"/>
              <a:buNone/>
              <a:defRPr>
                <a:solidFill>
                  <a:schemeClr val="dk2"/>
                </a:solidFill>
              </a:defRPr>
            </a:lvl6pPr>
            <a:lvl7pPr lvl="6" rtl="0">
              <a:lnSpc>
                <a:spcPct val="115000"/>
              </a:lnSpc>
              <a:spcBef>
                <a:spcPts val="0"/>
              </a:spcBef>
              <a:spcAft>
                <a:spcPts val="0"/>
              </a:spcAft>
              <a:buClr>
                <a:schemeClr val="dk2"/>
              </a:buClr>
              <a:buSzPts val="3500"/>
              <a:buNone/>
              <a:defRPr>
                <a:solidFill>
                  <a:schemeClr val="dk2"/>
                </a:solidFill>
              </a:defRPr>
            </a:lvl7pPr>
            <a:lvl8pPr lvl="7" rtl="0">
              <a:lnSpc>
                <a:spcPct val="115000"/>
              </a:lnSpc>
              <a:spcBef>
                <a:spcPts val="0"/>
              </a:spcBef>
              <a:spcAft>
                <a:spcPts val="0"/>
              </a:spcAft>
              <a:buClr>
                <a:schemeClr val="dk2"/>
              </a:buClr>
              <a:buSzPts val="3500"/>
              <a:buNone/>
              <a:defRPr>
                <a:solidFill>
                  <a:schemeClr val="dk2"/>
                </a:solidFill>
              </a:defRPr>
            </a:lvl8pPr>
            <a:lvl9pPr lvl="8" rtl="0">
              <a:lnSpc>
                <a:spcPct val="115000"/>
              </a:lnSpc>
              <a:spcBef>
                <a:spcPts val="0"/>
              </a:spcBef>
              <a:spcAft>
                <a:spcPts val="0"/>
              </a:spcAft>
              <a:buClr>
                <a:schemeClr val="dk2"/>
              </a:buClr>
              <a:buSzPts val="3500"/>
              <a:buNone/>
              <a:defRPr>
                <a:solidFill>
                  <a:schemeClr val="dk2"/>
                </a:solidFill>
              </a:defRPr>
            </a:lvl9pPr>
          </a:lstStyle>
          <a:p>
            <a:r>
              <a:rPr lang="en-US"/>
              <a:t>Click to edit Master title style</a:t>
            </a:r>
            <a:endParaRPr/>
          </a:p>
        </p:txBody>
      </p:sp>
      <p:grpSp>
        <p:nvGrpSpPr>
          <p:cNvPr id="10591" name="Google Shape;10591;p19"/>
          <p:cNvGrpSpPr/>
          <p:nvPr/>
        </p:nvGrpSpPr>
        <p:grpSpPr>
          <a:xfrm rot="5400000">
            <a:off x="7098202" y="-2115604"/>
            <a:ext cx="347597" cy="4345456"/>
            <a:chOff x="-136402" y="-175976"/>
            <a:chExt cx="347597" cy="4345456"/>
          </a:xfrm>
        </p:grpSpPr>
        <p:sp>
          <p:nvSpPr>
            <p:cNvPr id="10592" name="Google Shape;10592;p19"/>
            <p:cNvSpPr/>
            <p:nvPr/>
          </p:nvSpPr>
          <p:spPr>
            <a:xfrm>
              <a:off x="-136402" y="-175976"/>
              <a:ext cx="273965" cy="273814"/>
            </a:xfrm>
            <a:custGeom>
              <a:avLst/>
              <a:gdLst/>
              <a:ahLst/>
              <a:cxnLst/>
              <a:rect l="l" t="t" r="r" b="b"/>
              <a:pathLst>
                <a:path w="3624" h="3622" extrusionOk="0">
                  <a:moveTo>
                    <a:pt x="1515" y="0"/>
                  </a:moveTo>
                  <a:lnTo>
                    <a:pt x="1" y="1513"/>
                  </a:lnTo>
                  <a:lnTo>
                    <a:pt x="1" y="3621"/>
                  </a:lnTo>
                  <a:lnTo>
                    <a:pt x="36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3" name="Google Shape;10593;p19"/>
            <p:cNvSpPr/>
            <p:nvPr/>
          </p:nvSpPr>
          <p:spPr>
            <a:xfrm>
              <a:off x="-136402" y="1778994"/>
              <a:ext cx="347597" cy="506503"/>
            </a:xfrm>
            <a:custGeom>
              <a:avLst/>
              <a:gdLst/>
              <a:ahLst/>
              <a:cxnLst/>
              <a:rect l="l" t="t" r="r" b="b"/>
              <a:pathLst>
                <a:path w="4598" h="6700" extrusionOk="0">
                  <a:moveTo>
                    <a:pt x="4597" y="1"/>
                  </a:moveTo>
                  <a:lnTo>
                    <a:pt x="1" y="4597"/>
                  </a:lnTo>
                  <a:lnTo>
                    <a:pt x="1" y="6699"/>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4" name="Google Shape;10594;p19"/>
            <p:cNvSpPr/>
            <p:nvPr/>
          </p:nvSpPr>
          <p:spPr>
            <a:xfrm>
              <a:off x="-136402" y="2326153"/>
              <a:ext cx="347597" cy="506276"/>
            </a:xfrm>
            <a:custGeom>
              <a:avLst/>
              <a:gdLst/>
              <a:ahLst/>
              <a:cxnLst/>
              <a:rect l="l" t="t" r="r" b="b"/>
              <a:pathLst>
                <a:path w="4598" h="6697" extrusionOk="0">
                  <a:moveTo>
                    <a:pt x="4597" y="0"/>
                  </a:moveTo>
                  <a:lnTo>
                    <a:pt x="1" y="4597"/>
                  </a:lnTo>
                  <a:lnTo>
                    <a:pt x="1" y="6697"/>
                  </a:lnTo>
                  <a:lnTo>
                    <a:pt x="4597" y="2108"/>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5" name="Google Shape;10595;p19"/>
            <p:cNvSpPr/>
            <p:nvPr/>
          </p:nvSpPr>
          <p:spPr>
            <a:xfrm>
              <a:off x="-136402" y="-175976"/>
              <a:ext cx="91624" cy="91473"/>
            </a:xfrm>
            <a:custGeom>
              <a:avLst/>
              <a:gdLst/>
              <a:ahLst/>
              <a:cxnLst/>
              <a:rect l="l" t="t" r="r" b="b"/>
              <a:pathLst>
                <a:path w="1212" h="1210" extrusionOk="0">
                  <a:moveTo>
                    <a:pt x="1" y="0"/>
                  </a:moveTo>
                  <a:lnTo>
                    <a:pt x="1" y="1209"/>
                  </a:lnTo>
                  <a:lnTo>
                    <a:pt x="12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6" name="Google Shape;10596;p19"/>
            <p:cNvSpPr/>
            <p:nvPr/>
          </p:nvSpPr>
          <p:spPr>
            <a:xfrm>
              <a:off x="-136402" y="3602504"/>
              <a:ext cx="347597" cy="506428"/>
            </a:xfrm>
            <a:custGeom>
              <a:avLst/>
              <a:gdLst/>
              <a:ahLst/>
              <a:cxnLst/>
              <a:rect l="l" t="t" r="r" b="b"/>
              <a:pathLst>
                <a:path w="4598" h="6699" extrusionOk="0">
                  <a:moveTo>
                    <a:pt x="4597" y="1"/>
                  </a:moveTo>
                  <a:lnTo>
                    <a:pt x="1" y="4597"/>
                  </a:lnTo>
                  <a:lnTo>
                    <a:pt x="1" y="6699"/>
                  </a:lnTo>
                  <a:lnTo>
                    <a:pt x="4597" y="2102"/>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7" name="Google Shape;10597;p19"/>
            <p:cNvSpPr/>
            <p:nvPr/>
          </p:nvSpPr>
          <p:spPr>
            <a:xfrm>
              <a:off x="-136402" y="3420168"/>
              <a:ext cx="347597" cy="506352"/>
            </a:xfrm>
            <a:custGeom>
              <a:avLst/>
              <a:gdLst/>
              <a:ahLst/>
              <a:cxnLst/>
              <a:rect l="l" t="t" r="r" b="b"/>
              <a:pathLst>
                <a:path w="4598" h="6698" extrusionOk="0">
                  <a:moveTo>
                    <a:pt x="4597" y="1"/>
                  </a:moveTo>
                  <a:lnTo>
                    <a:pt x="1" y="4597"/>
                  </a:lnTo>
                  <a:lnTo>
                    <a:pt x="1" y="6697"/>
                  </a:lnTo>
                  <a:lnTo>
                    <a:pt x="4597" y="2103"/>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8" name="Google Shape;10598;p19"/>
            <p:cNvSpPr/>
            <p:nvPr/>
          </p:nvSpPr>
          <p:spPr>
            <a:xfrm>
              <a:off x="-136402" y="3237908"/>
              <a:ext cx="347597" cy="506276"/>
            </a:xfrm>
            <a:custGeom>
              <a:avLst/>
              <a:gdLst/>
              <a:ahLst/>
              <a:cxnLst/>
              <a:rect l="l" t="t" r="r" b="b"/>
              <a:pathLst>
                <a:path w="4598" h="6697" extrusionOk="0">
                  <a:moveTo>
                    <a:pt x="4597" y="0"/>
                  </a:moveTo>
                  <a:lnTo>
                    <a:pt x="1" y="4596"/>
                  </a:lnTo>
                  <a:lnTo>
                    <a:pt x="1" y="6696"/>
                  </a:lnTo>
                  <a:lnTo>
                    <a:pt x="4597" y="2100"/>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9" name="Google Shape;10599;p19"/>
            <p:cNvSpPr/>
            <p:nvPr/>
          </p:nvSpPr>
          <p:spPr>
            <a:xfrm>
              <a:off x="-136402" y="3055572"/>
              <a:ext cx="347597" cy="506276"/>
            </a:xfrm>
            <a:custGeom>
              <a:avLst/>
              <a:gdLst/>
              <a:ahLst/>
              <a:cxnLst/>
              <a:rect l="l" t="t" r="r" b="b"/>
              <a:pathLst>
                <a:path w="4598" h="6697" extrusionOk="0">
                  <a:moveTo>
                    <a:pt x="4597" y="0"/>
                  </a:moveTo>
                  <a:lnTo>
                    <a:pt x="1" y="4595"/>
                  </a:lnTo>
                  <a:lnTo>
                    <a:pt x="1" y="6697"/>
                  </a:lnTo>
                  <a:lnTo>
                    <a:pt x="4597" y="2107"/>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0" name="Google Shape;10600;p19"/>
            <p:cNvSpPr/>
            <p:nvPr/>
          </p:nvSpPr>
          <p:spPr>
            <a:xfrm>
              <a:off x="-136402" y="-175976"/>
              <a:ext cx="347597" cy="456155"/>
            </a:xfrm>
            <a:custGeom>
              <a:avLst/>
              <a:gdLst/>
              <a:ahLst/>
              <a:cxnLst/>
              <a:rect l="l" t="t" r="r" b="b"/>
              <a:pathLst>
                <a:path w="4598" h="6034" extrusionOk="0">
                  <a:moveTo>
                    <a:pt x="3927" y="0"/>
                  </a:moveTo>
                  <a:lnTo>
                    <a:pt x="1" y="3925"/>
                  </a:lnTo>
                  <a:lnTo>
                    <a:pt x="1" y="6033"/>
                  </a:lnTo>
                  <a:lnTo>
                    <a:pt x="4597" y="1437"/>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1" name="Google Shape;10601;p19"/>
            <p:cNvSpPr/>
            <p:nvPr/>
          </p:nvSpPr>
          <p:spPr>
            <a:xfrm>
              <a:off x="-136402" y="2690749"/>
              <a:ext cx="347597" cy="506428"/>
            </a:xfrm>
            <a:custGeom>
              <a:avLst/>
              <a:gdLst/>
              <a:ahLst/>
              <a:cxnLst/>
              <a:rect l="l" t="t" r="r" b="b"/>
              <a:pathLst>
                <a:path w="4598" h="6699" extrusionOk="0">
                  <a:moveTo>
                    <a:pt x="4597" y="1"/>
                  </a:moveTo>
                  <a:lnTo>
                    <a:pt x="1" y="4597"/>
                  </a:lnTo>
                  <a:lnTo>
                    <a:pt x="1" y="6699"/>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2" name="Google Shape;10602;p19"/>
            <p:cNvSpPr/>
            <p:nvPr/>
          </p:nvSpPr>
          <p:spPr>
            <a:xfrm>
              <a:off x="-136402" y="1232062"/>
              <a:ext cx="347597" cy="506957"/>
            </a:xfrm>
            <a:custGeom>
              <a:avLst/>
              <a:gdLst/>
              <a:ahLst/>
              <a:cxnLst/>
              <a:rect l="l" t="t" r="r" b="b"/>
              <a:pathLst>
                <a:path w="4598" h="6706" extrusionOk="0">
                  <a:moveTo>
                    <a:pt x="4597" y="0"/>
                  </a:moveTo>
                  <a:lnTo>
                    <a:pt x="1" y="4597"/>
                  </a:lnTo>
                  <a:lnTo>
                    <a:pt x="1" y="6705"/>
                  </a:lnTo>
                  <a:lnTo>
                    <a:pt x="4597" y="2109"/>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3" name="Google Shape;10603;p19"/>
            <p:cNvSpPr/>
            <p:nvPr/>
          </p:nvSpPr>
          <p:spPr>
            <a:xfrm>
              <a:off x="-136402" y="2508489"/>
              <a:ext cx="347597" cy="506428"/>
            </a:xfrm>
            <a:custGeom>
              <a:avLst/>
              <a:gdLst/>
              <a:ahLst/>
              <a:cxnLst/>
              <a:rect l="l" t="t" r="r" b="b"/>
              <a:pathLst>
                <a:path w="4598" h="6699" extrusionOk="0">
                  <a:moveTo>
                    <a:pt x="4597" y="0"/>
                  </a:moveTo>
                  <a:lnTo>
                    <a:pt x="1" y="4596"/>
                  </a:lnTo>
                  <a:lnTo>
                    <a:pt x="1" y="6698"/>
                  </a:lnTo>
                  <a:lnTo>
                    <a:pt x="4597" y="2108"/>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4" name="Google Shape;10604;p19"/>
            <p:cNvSpPr/>
            <p:nvPr/>
          </p:nvSpPr>
          <p:spPr>
            <a:xfrm>
              <a:off x="-136402" y="1049726"/>
              <a:ext cx="347597" cy="506806"/>
            </a:xfrm>
            <a:custGeom>
              <a:avLst/>
              <a:gdLst/>
              <a:ahLst/>
              <a:cxnLst/>
              <a:rect l="l" t="t" r="r" b="b"/>
              <a:pathLst>
                <a:path w="4598" h="6704" extrusionOk="0">
                  <a:moveTo>
                    <a:pt x="4597" y="1"/>
                  </a:moveTo>
                  <a:lnTo>
                    <a:pt x="1" y="4597"/>
                  </a:lnTo>
                  <a:lnTo>
                    <a:pt x="1" y="6704"/>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5" name="Google Shape;10605;p19"/>
            <p:cNvSpPr/>
            <p:nvPr/>
          </p:nvSpPr>
          <p:spPr>
            <a:xfrm>
              <a:off x="-136402" y="503172"/>
              <a:ext cx="347597" cy="506428"/>
            </a:xfrm>
            <a:custGeom>
              <a:avLst/>
              <a:gdLst/>
              <a:ahLst/>
              <a:cxnLst/>
              <a:rect l="l" t="t" r="r" b="b"/>
              <a:pathLst>
                <a:path w="4598" h="6699" extrusionOk="0">
                  <a:moveTo>
                    <a:pt x="4597" y="0"/>
                  </a:moveTo>
                  <a:lnTo>
                    <a:pt x="1" y="4590"/>
                  </a:lnTo>
                  <a:lnTo>
                    <a:pt x="1" y="6698"/>
                  </a:lnTo>
                  <a:lnTo>
                    <a:pt x="4597" y="2102"/>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6" name="Google Shape;10606;p19"/>
            <p:cNvSpPr/>
            <p:nvPr/>
          </p:nvSpPr>
          <p:spPr>
            <a:xfrm>
              <a:off x="-136402" y="2143817"/>
              <a:ext cx="347597" cy="506276"/>
            </a:xfrm>
            <a:custGeom>
              <a:avLst/>
              <a:gdLst/>
              <a:ahLst/>
              <a:cxnLst/>
              <a:rect l="l" t="t" r="r" b="b"/>
              <a:pathLst>
                <a:path w="4598" h="6697" extrusionOk="0">
                  <a:moveTo>
                    <a:pt x="4597" y="0"/>
                  </a:moveTo>
                  <a:lnTo>
                    <a:pt x="1" y="4597"/>
                  </a:lnTo>
                  <a:lnTo>
                    <a:pt x="1" y="6697"/>
                  </a:lnTo>
                  <a:lnTo>
                    <a:pt x="4597" y="2109"/>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7" name="Google Shape;10607;p19"/>
            <p:cNvSpPr/>
            <p:nvPr/>
          </p:nvSpPr>
          <p:spPr>
            <a:xfrm>
              <a:off x="-136402" y="1596734"/>
              <a:ext cx="347597" cy="506428"/>
            </a:xfrm>
            <a:custGeom>
              <a:avLst/>
              <a:gdLst/>
              <a:ahLst/>
              <a:cxnLst/>
              <a:rect l="l" t="t" r="r" b="b"/>
              <a:pathLst>
                <a:path w="4598" h="6699" extrusionOk="0">
                  <a:moveTo>
                    <a:pt x="4597" y="0"/>
                  </a:moveTo>
                  <a:lnTo>
                    <a:pt x="1" y="4597"/>
                  </a:lnTo>
                  <a:lnTo>
                    <a:pt x="1" y="6698"/>
                  </a:lnTo>
                  <a:lnTo>
                    <a:pt x="4597" y="2108"/>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8" name="Google Shape;10608;p19"/>
            <p:cNvSpPr/>
            <p:nvPr/>
          </p:nvSpPr>
          <p:spPr>
            <a:xfrm>
              <a:off x="-136402" y="320836"/>
              <a:ext cx="347597" cy="506428"/>
            </a:xfrm>
            <a:custGeom>
              <a:avLst/>
              <a:gdLst/>
              <a:ahLst/>
              <a:cxnLst/>
              <a:rect l="l" t="t" r="r" b="b"/>
              <a:pathLst>
                <a:path w="4598" h="6699" extrusionOk="0">
                  <a:moveTo>
                    <a:pt x="4597" y="0"/>
                  </a:moveTo>
                  <a:lnTo>
                    <a:pt x="1" y="4590"/>
                  </a:lnTo>
                  <a:lnTo>
                    <a:pt x="1" y="6698"/>
                  </a:lnTo>
                  <a:lnTo>
                    <a:pt x="4597" y="2102"/>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9" name="Google Shape;10609;p19"/>
            <p:cNvSpPr/>
            <p:nvPr/>
          </p:nvSpPr>
          <p:spPr>
            <a:xfrm>
              <a:off x="-136402" y="3784840"/>
              <a:ext cx="347597" cy="384640"/>
            </a:xfrm>
            <a:custGeom>
              <a:avLst/>
              <a:gdLst/>
              <a:ahLst/>
              <a:cxnLst/>
              <a:rect l="l" t="t" r="r" b="b"/>
              <a:pathLst>
                <a:path w="4598" h="5088" extrusionOk="0">
                  <a:moveTo>
                    <a:pt x="4597" y="1"/>
                  </a:moveTo>
                  <a:lnTo>
                    <a:pt x="1" y="4597"/>
                  </a:lnTo>
                  <a:lnTo>
                    <a:pt x="1" y="5088"/>
                  </a:lnTo>
                  <a:lnTo>
                    <a:pt x="1611" y="5088"/>
                  </a:lnTo>
                  <a:lnTo>
                    <a:pt x="4597" y="2102"/>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0" name="Google Shape;10610;p19"/>
            <p:cNvSpPr/>
            <p:nvPr/>
          </p:nvSpPr>
          <p:spPr>
            <a:xfrm>
              <a:off x="-136402" y="1414398"/>
              <a:ext cx="347597" cy="506957"/>
            </a:xfrm>
            <a:custGeom>
              <a:avLst/>
              <a:gdLst/>
              <a:ahLst/>
              <a:cxnLst/>
              <a:rect l="l" t="t" r="r" b="b"/>
              <a:pathLst>
                <a:path w="4598" h="6706" extrusionOk="0">
                  <a:moveTo>
                    <a:pt x="4597" y="0"/>
                  </a:moveTo>
                  <a:lnTo>
                    <a:pt x="1" y="4597"/>
                  </a:lnTo>
                  <a:lnTo>
                    <a:pt x="1" y="6705"/>
                  </a:lnTo>
                  <a:lnTo>
                    <a:pt x="4597" y="2109"/>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1" name="Google Shape;10611;p19"/>
            <p:cNvSpPr/>
            <p:nvPr/>
          </p:nvSpPr>
          <p:spPr>
            <a:xfrm>
              <a:off x="-136402" y="685583"/>
              <a:ext cx="347597" cy="506276"/>
            </a:xfrm>
            <a:custGeom>
              <a:avLst/>
              <a:gdLst/>
              <a:ahLst/>
              <a:cxnLst/>
              <a:rect l="l" t="t" r="r" b="b"/>
              <a:pathLst>
                <a:path w="4598" h="6697" extrusionOk="0">
                  <a:moveTo>
                    <a:pt x="4597" y="1"/>
                  </a:moveTo>
                  <a:lnTo>
                    <a:pt x="1" y="4589"/>
                  </a:lnTo>
                  <a:lnTo>
                    <a:pt x="1" y="6697"/>
                  </a:lnTo>
                  <a:lnTo>
                    <a:pt x="4597" y="2101"/>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2" name="Google Shape;10612;p19"/>
            <p:cNvSpPr/>
            <p:nvPr/>
          </p:nvSpPr>
          <p:spPr>
            <a:xfrm>
              <a:off x="-136402" y="2873085"/>
              <a:ext cx="347597" cy="506428"/>
            </a:xfrm>
            <a:custGeom>
              <a:avLst/>
              <a:gdLst/>
              <a:ahLst/>
              <a:cxnLst/>
              <a:rect l="l" t="t" r="r" b="b"/>
              <a:pathLst>
                <a:path w="4598" h="6699" extrusionOk="0">
                  <a:moveTo>
                    <a:pt x="4597" y="1"/>
                  </a:moveTo>
                  <a:lnTo>
                    <a:pt x="1" y="4597"/>
                  </a:lnTo>
                  <a:lnTo>
                    <a:pt x="1" y="6699"/>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3" name="Google Shape;10613;p19"/>
            <p:cNvSpPr/>
            <p:nvPr/>
          </p:nvSpPr>
          <p:spPr>
            <a:xfrm>
              <a:off x="-136402" y="-43836"/>
              <a:ext cx="347597" cy="506276"/>
            </a:xfrm>
            <a:custGeom>
              <a:avLst/>
              <a:gdLst/>
              <a:ahLst/>
              <a:cxnLst/>
              <a:rect l="l" t="t" r="r" b="b"/>
              <a:pathLst>
                <a:path w="4598" h="6697" extrusionOk="0">
                  <a:moveTo>
                    <a:pt x="4597" y="1"/>
                  </a:moveTo>
                  <a:lnTo>
                    <a:pt x="1" y="4590"/>
                  </a:lnTo>
                  <a:lnTo>
                    <a:pt x="1" y="6697"/>
                  </a:lnTo>
                  <a:lnTo>
                    <a:pt x="4597" y="2102"/>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4" name="Google Shape;10614;p19"/>
            <p:cNvSpPr/>
            <p:nvPr/>
          </p:nvSpPr>
          <p:spPr>
            <a:xfrm>
              <a:off x="8971" y="3967175"/>
              <a:ext cx="202223" cy="202299"/>
            </a:xfrm>
            <a:custGeom>
              <a:avLst/>
              <a:gdLst/>
              <a:ahLst/>
              <a:cxnLst/>
              <a:rect l="l" t="t" r="r" b="b"/>
              <a:pathLst>
                <a:path w="2675" h="2676" extrusionOk="0">
                  <a:moveTo>
                    <a:pt x="2674" y="0"/>
                  </a:moveTo>
                  <a:lnTo>
                    <a:pt x="0" y="2676"/>
                  </a:lnTo>
                  <a:lnTo>
                    <a:pt x="2100" y="2676"/>
                  </a:lnTo>
                  <a:lnTo>
                    <a:pt x="2674" y="2102"/>
                  </a:lnTo>
                  <a:lnTo>
                    <a:pt x="267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5" name="Google Shape;10615;p19"/>
            <p:cNvSpPr/>
            <p:nvPr/>
          </p:nvSpPr>
          <p:spPr>
            <a:xfrm>
              <a:off x="-136402" y="1961481"/>
              <a:ext cx="347597" cy="506276"/>
            </a:xfrm>
            <a:custGeom>
              <a:avLst/>
              <a:gdLst/>
              <a:ahLst/>
              <a:cxnLst/>
              <a:rect l="l" t="t" r="r" b="b"/>
              <a:pathLst>
                <a:path w="4598" h="6697" extrusionOk="0">
                  <a:moveTo>
                    <a:pt x="4597" y="0"/>
                  </a:moveTo>
                  <a:lnTo>
                    <a:pt x="1" y="4595"/>
                  </a:lnTo>
                  <a:lnTo>
                    <a:pt x="1" y="6697"/>
                  </a:lnTo>
                  <a:lnTo>
                    <a:pt x="4597" y="2107"/>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6" name="Google Shape;10616;p19"/>
            <p:cNvSpPr/>
            <p:nvPr/>
          </p:nvSpPr>
          <p:spPr>
            <a:xfrm>
              <a:off x="-136402" y="867919"/>
              <a:ext cx="347597" cy="506276"/>
            </a:xfrm>
            <a:custGeom>
              <a:avLst/>
              <a:gdLst/>
              <a:ahLst/>
              <a:cxnLst/>
              <a:rect l="l" t="t" r="r" b="b"/>
              <a:pathLst>
                <a:path w="4598" h="6697" extrusionOk="0">
                  <a:moveTo>
                    <a:pt x="4597" y="0"/>
                  </a:moveTo>
                  <a:lnTo>
                    <a:pt x="1" y="4589"/>
                  </a:lnTo>
                  <a:lnTo>
                    <a:pt x="1" y="6697"/>
                  </a:lnTo>
                  <a:lnTo>
                    <a:pt x="4597" y="2100"/>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7" name="Google Shape;10617;p19"/>
            <p:cNvSpPr/>
            <p:nvPr/>
          </p:nvSpPr>
          <p:spPr>
            <a:xfrm>
              <a:off x="-136402" y="138500"/>
              <a:ext cx="347597" cy="506428"/>
            </a:xfrm>
            <a:custGeom>
              <a:avLst/>
              <a:gdLst/>
              <a:ahLst/>
              <a:cxnLst/>
              <a:rect l="l" t="t" r="r" b="b"/>
              <a:pathLst>
                <a:path w="4598" h="6699" extrusionOk="0">
                  <a:moveTo>
                    <a:pt x="4597" y="0"/>
                  </a:moveTo>
                  <a:lnTo>
                    <a:pt x="1" y="4590"/>
                  </a:lnTo>
                  <a:lnTo>
                    <a:pt x="1" y="6698"/>
                  </a:lnTo>
                  <a:lnTo>
                    <a:pt x="4597" y="2102"/>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8" name="Google Shape;10618;p19"/>
            <p:cNvSpPr/>
            <p:nvPr/>
          </p:nvSpPr>
          <p:spPr>
            <a:xfrm>
              <a:off x="191311" y="4149587"/>
              <a:ext cx="19882" cy="19882"/>
            </a:xfrm>
            <a:custGeom>
              <a:avLst/>
              <a:gdLst/>
              <a:ahLst/>
              <a:cxnLst/>
              <a:rect l="l" t="t" r="r" b="b"/>
              <a:pathLst>
                <a:path w="263" h="263" extrusionOk="0">
                  <a:moveTo>
                    <a:pt x="262" y="1"/>
                  </a:moveTo>
                  <a:lnTo>
                    <a:pt x="0" y="263"/>
                  </a:lnTo>
                  <a:lnTo>
                    <a:pt x="262" y="263"/>
                  </a:lnTo>
                  <a:lnTo>
                    <a:pt x="26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9" name="Google Shape;10619;p19"/>
          <p:cNvGrpSpPr/>
          <p:nvPr/>
        </p:nvGrpSpPr>
        <p:grpSpPr>
          <a:xfrm rot="5400000">
            <a:off x="7098204" y="-2115602"/>
            <a:ext cx="347597" cy="4345451"/>
            <a:chOff x="-136402" y="-175976"/>
            <a:chExt cx="347597" cy="4345451"/>
          </a:xfrm>
        </p:grpSpPr>
        <p:sp>
          <p:nvSpPr>
            <p:cNvPr id="10620" name="Google Shape;10620;p19"/>
            <p:cNvSpPr/>
            <p:nvPr/>
          </p:nvSpPr>
          <p:spPr>
            <a:xfrm>
              <a:off x="-136402" y="3579069"/>
              <a:ext cx="347597" cy="371033"/>
            </a:xfrm>
            <a:custGeom>
              <a:avLst/>
              <a:gdLst/>
              <a:ahLst/>
              <a:cxnLst/>
              <a:rect l="l" t="t" r="r" b="b"/>
              <a:pathLst>
                <a:path w="4598" h="4908" extrusionOk="0">
                  <a:moveTo>
                    <a:pt x="4597" y="1"/>
                  </a:moveTo>
                  <a:lnTo>
                    <a:pt x="1" y="4595"/>
                  </a:lnTo>
                  <a:lnTo>
                    <a:pt x="1" y="4907"/>
                  </a:lnTo>
                  <a:lnTo>
                    <a:pt x="4597" y="311"/>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1" name="Google Shape;10621;p19"/>
            <p:cNvSpPr/>
            <p:nvPr/>
          </p:nvSpPr>
          <p:spPr>
            <a:xfrm>
              <a:off x="-136402" y="2850179"/>
              <a:ext cx="347597" cy="370503"/>
            </a:xfrm>
            <a:custGeom>
              <a:avLst/>
              <a:gdLst/>
              <a:ahLst/>
              <a:cxnLst/>
              <a:rect l="l" t="t" r="r" b="b"/>
              <a:pathLst>
                <a:path w="4598" h="4901" extrusionOk="0">
                  <a:moveTo>
                    <a:pt x="4597" y="0"/>
                  </a:moveTo>
                  <a:lnTo>
                    <a:pt x="1" y="4590"/>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2" name="Google Shape;10622;p19"/>
            <p:cNvSpPr/>
            <p:nvPr/>
          </p:nvSpPr>
          <p:spPr>
            <a:xfrm>
              <a:off x="-14615" y="3943741"/>
              <a:ext cx="225810" cy="225734"/>
            </a:xfrm>
            <a:custGeom>
              <a:avLst/>
              <a:gdLst/>
              <a:ahLst/>
              <a:cxnLst/>
              <a:rect l="l" t="t" r="r" b="b"/>
              <a:pathLst>
                <a:path w="2987" h="2986" extrusionOk="0">
                  <a:moveTo>
                    <a:pt x="2986" y="0"/>
                  </a:moveTo>
                  <a:lnTo>
                    <a:pt x="0" y="2986"/>
                  </a:lnTo>
                  <a:lnTo>
                    <a:pt x="312" y="2986"/>
                  </a:lnTo>
                  <a:lnTo>
                    <a:pt x="2986" y="310"/>
                  </a:lnTo>
                  <a:lnTo>
                    <a:pt x="29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3" name="Google Shape;10623;p19"/>
            <p:cNvSpPr/>
            <p:nvPr/>
          </p:nvSpPr>
          <p:spPr>
            <a:xfrm>
              <a:off x="-136402" y="3214775"/>
              <a:ext cx="347597" cy="370655"/>
            </a:xfrm>
            <a:custGeom>
              <a:avLst/>
              <a:gdLst/>
              <a:ahLst/>
              <a:cxnLst/>
              <a:rect l="l" t="t" r="r" b="b"/>
              <a:pathLst>
                <a:path w="4598" h="4903" extrusionOk="0">
                  <a:moveTo>
                    <a:pt x="4597" y="1"/>
                  </a:moveTo>
                  <a:lnTo>
                    <a:pt x="1" y="4591"/>
                  </a:lnTo>
                  <a:lnTo>
                    <a:pt x="1" y="4902"/>
                  </a:lnTo>
                  <a:lnTo>
                    <a:pt x="4597" y="306"/>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4" name="Google Shape;10624;p19"/>
            <p:cNvSpPr/>
            <p:nvPr/>
          </p:nvSpPr>
          <p:spPr>
            <a:xfrm>
              <a:off x="-136402" y="2485508"/>
              <a:ext cx="347597" cy="370503"/>
            </a:xfrm>
            <a:custGeom>
              <a:avLst/>
              <a:gdLst/>
              <a:ahLst/>
              <a:cxnLst/>
              <a:rect l="l" t="t" r="r" b="b"/>
              <a:pathLst>
                <a:path w="4598" h="4901" extrusionOk="0">
                  <a:moveTo>
                    <a:pt x="4597" y="0"/>
                  </a:moveTo>
                  <a:lnTo>
                    <a:pt x="1" y="4589"/>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5" name="Google Shape;10625;p19"/>
            <p:cNvSpPr/>
            <p:nvPr/>
          </p:nvSpPr>
          <p:spPr>
            <a:xfrm>
              <a:off x="-136402" y="2120760"/>
              <a:ext cx="347597" cy="370579"/>
            </a:xfrm>
            <a:custGeom>
              <a:avLst/>
              <a:gdLst/>
              <a:ahLst/>
              <a:cxnLst/>
              <a:rect l="l" t="t" r="r" b="b"/>
              <a:pathLst>
                <a:path w="4598" h="4902" extrusionOk="0">
                  <a:moveTo>
                    <a:pt x="4597" y="0"/>
                  </a:moveTo>
                  <a:lnTo>
                    <a:pt x="1" y="4590"/>
                  </a:lnTo>
                  <a:lnTo>
                    <a:pt x="1" y="4902"/>
                  </a:lnTo>
                  <a:lnTo>
                    <a:pt x="4597" y="305"/>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6" name="Google Shape;10626;p19"/>
            <p:cNvSpPr/>
            <p:nvPr/>
          </p:nvSpPr>
          <p:spPr>
            <a:xfrm>
              <a:off x="-136402" y="1756088"/>
              <a:ext cx="347597" cy="370503"/>
            </a:xfrm>
            <a:custGeom>
              <a:avLst/>
              <a:gdLst/>
              <a:ahLst/>
              <a:cxnLst/>
              <a:rect l="l" t="t" r="r" b="b"/>
              <a:pathLst>
                <a:path w="4598" h="4901" extrusionOk="0">
                  <a:moveTo>
                    <a:pt x="4597" y="0"/>
                  </a:moveTo>
                  <a:lnTo>
                    <a:pt x="1" y="4590"/>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7" name="Google Shape;10627;p19"/>
            <p:cNvSpPr/>
            <p:nvPr/>
          </p:nvSpPr>
          <p:spPr>
            <a:xfrm>
              <a:off x="-136402" y="1391417"/>
              <a:ext cx="347597" cy="370503"/>
            </a:xfrm>
            <a:custGeom>
              <a:avLst/>
              <a:gdLst/>
              <a:ahLst/>
              <a:cxnLst/>
              <a:rect l="l" t="t" r="r" b="b"/>
              <a:pathLst>
                <a:path w="4598" h="4901" extrusionOk="0">
                  <a:moveTo>
                    <a:pt x="4597" y="1"/>
                  </a:moveTo>
                  <a:lnTo>
                    <a:pt x="1" y="4597"/>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8" name="Google Shape;10628;p19"/>
            <p:cNvSpPr/>
            <p:nvPr/>
          </p:nvSpPr>
          <p:spPr>
            <a:xfrm>
              <a:off x="-136402" y="1026669"/>
              <a:ext cx="347597" cy="370655"/>
            </a:xfrm>
            <a:custGeom>
              <a:avLst/>
              <a:gdLst/>
              <a:ahLst/>
              <a:cxnLst/>
              <a:rect l="l" t="t" r="r" b="b"/>
              <a:pathLst>
                <a:path w="4598" h="4903" extrusionOk="0">
                  <a:moveTo>
                    <a:pt x="4597" y="0"/>
                  </a:moveTo>
                  <a:lnTo>
                    <a:pt x="1" y="4597"/>
                  </a:lnTo>
                  <a:lnTo>
                    <a:pt x="1" y="4902"/>
                  </a:lnTo>
                  <a:lnTo>
                    <a:pt x="4597" y="306"/>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9" name="Google Shape;10629;p19"/>
            <p:cNvSpPr/>
            <p:nvPr/>
          </p:nvSpPr>
          <p:spPr>
            <a:xfrm>
              <a:off x="-136402" y="661998"/>
              <a:ext cx="347597" cy="370503"/>
            </a:xfrm>
            <a:custGeom>
              <a:avLst/>
              <a:gdLst/>
              <a:ahLst/>
              <a:cxnLst/>
              <a:rect l="l" t="t" r="r" b="b"/>
              <a:pathLst>
                <a:path w="4598" h="4901" extrusionOk="0">
                  <a:moveTo>
                    <a:pt x="4597" y="1"/>
                  </a:moveTo>
                  <a:lnTo>
                    <a:pt x="1" y="4597"/>
                  </a:lnTo>
                  <a:lnTo>
                    <a:pt x="1" y="4901"/>
                  </a:lnTo>
                  <a:lnTo>
                    <a:pt x="4597" y="313"/>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0" name="Google Shape;10630;p19"/>
            <p:cNvSpPr/>
            <p:nvPr/>
          </p:nvSpPr>
          <p:spPr>
            <a:xfrm>
              <a:off x="-136402" y="297402"/>
              <a:ext cx="347597" cy="370503"/>
            </a:xfrm>
            <a:custGeom>
              <a:avLst/>
              <a:gdLst/>
              <a:ahLst/>
              <a:cxnLst/>
              <a:rect l="l" t="t" r="r" b="b"/>
              <a:pathLst>
                <a:path w="4598" h="4901" extrusionOk="0">
                  <a:moveTo>
                    <a:pt x="4597" y="0"/>
                  </a:moveTo>
                  <a:lnTo>
                    <a:pt x="1" y="4596"/>
                  </a:lnTo>
                  <a:lnTo>
                    <a:pt x="1" y="4900"/>
                  </a:lnTo>
                  <a:lnTo>
                    <a:pt x="4597" y="310"/>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1" name="Google Shape;10631;p19"/>
            <p:cNvSpPr/>
            <p:nvPr/>
          </p:nvSpPr>
          <p:spPr>
            <a:xfrm>
              <a:off x="-136402" y="-67421"/>
              <a:ext cx="347597" cy="370655"/>
            </a:xfrm>
            <a:custGeom>
              <a:avLst/>
              <a:gdLst/>
              <a:ahLst/>
              <a:cxnLst/>
              <a:rect l="l" t="t" r="r" b="b"/>
              <a:pathLst>
                <a:path w="4598" h="4903" extrusionOk="0">
                  <a:moveTo>
                    <a:pt x="4597" y="1"/>
                  </a:moveTo>
                  <a:lnTo>
                    <a:pt x="1" y="4597"/>
                  </a:lnTo>
                  <a:lnTo>
                    <a:pt x="1" y="4902"/>
                  </a:lnTo>
                  <a:lnTo>
                    <a:pt x="4597" y="313"/>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2" name="Google Shape;10632;p19"/>
            <p:cNvSpPr/>
            <p:nvPr/>
          </p:nvSpPr>
          <p:spPr>
            <a:xfrm>
              <a:off x="-136402" y="-175976"/>
              <a:ext cx="114606" cy="114379"/>
            </a:xfrm>
            <a:custGeom>
              <a:avLst/>
              <a:gdLst/>
              <a:ahLst/>
              <a:cxnLst/>
              <a:rect l="l" t="t" r="r" b="b"/>
              <a:pathLst>
                <a:path w="1516" h="1513" extrusionOk="0">
                  <a:moveTo>
                    <a:pt x="1212" y="0"/>
                  </a:moveTo>
                  <a:lnTo>
                    <a:pt x="1" y="1209"/>
                  </a:lnTo>
                  <a:lnTo>
                    <a:pt x="1" y="1513"/>
                  </a:lnTo>
                  <a:lnTo>
                    <a:pt x="15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3" name="Google Shape;10633;p19"/>
            <p:cNvSpPr/>
            <p:nvPr/>
          </p:nvSpPr>
          <p:spPr>
            <a:xfrm>
              <a:off x="167725" y="4126077"/>
              <a:ext cx="43469" cy="43393"/>
            </a:xfrm>
            <a:custGeom>
              <a:avLst/>
              <a:gdLst/>
              <a:ahLst/>
              <a:cxnLst/>
              <a:rect l="l" t="t" r="r" b="b"/>
              <a:pathLst>
                <a:path w="575" h="574" extrusionOk="0">
                  <a:moveTo>
                    <a:pt x="574" y="0"/>
                  </a:moveTo>
                  <a:lnTo>
                    <a:pt x="0" y="574"/>
                  </a:lnTo>
                  <a:lnTo>
                    <a:pt x="312" y="574"/>
                  </a:lnTo>
                  <a:lnTo>
                    <a:pt x="574" y="312"/>
                  </a:lnTo>
                  <a:lnTo>
                    <a:pt x="57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4" name="Google Shape;10634;p19"/>
            <p:cNvSpPr/>
            <p:nvPr/>
          </p:nvSpPr>
          <p:spPr>
            <a:xfrm>
              <a:off x="-136402" y="3396658"/>
              <a:ext cx="347597" cy="371108"/>
            </a:xfrm>
            <a:custGeom>
              <a:avLst/>
              <a:gdLst/>
              <a:ahLst/>
              <a:cxnLst/>
              <a:rect l="l" t="t" r="r" b="b"/>
              <a:pathLst>
                <a:path w="4598" h="4909" extrusionOk="0">
                  <a:moveTo>
                    <a:pt x="4597" y="0"/>
                  </a:moveTo>
                  <a:lnTo>
                    <a:pt x="1" y="4596"/>
                  </a:lnTo>
                  <a:lnTo>
                    <a:pt x="1" y="4908"/>
                  </a:lnTo>
                  <a:lnTo>
                    <a:pt x="4597" y="312"/>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5" name="Google Shape;10635;p19"/>
            <p:cNvSpPr/>
            <p:nvPr/>
          </p:nvSpPr>
          <p:spPr>
            <a:xfrm>
              <a:off x="-136402" y="2667843"/>
              <a:ext cx="347597" cy="370503"/>
            </a:xfrm>
            <a:custGeom>
              <a:avLst/>
              <a:gdLst/>
              <a:ahLst/>
              <a:cxnLst/>
              <a:rect l="l" t="t" r="r" b="b"/>
              <a:pathLst>
                <a:path w="4598" h="4901" extrusionOk="0">
                  <a:moveTo>
                    <a:pt x="4597" y="0"/>
                  </a:moveTo>
                  <a:lnTo>
                    <a:pt x="1" y="4590"/>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6" name="Google Shape;10636;p19"/>
            <p:cNvSpPr/>
            <p:nvPr/>
          </p:nvSpPr>
          <p:spPr>
            <a:xfrm>
              <a:off x="-136402" y="1938424"/>
              <a:ext cx="347597" cy="370503"/>
            </a:xfrm>
            <a:custGeom>
              <a:avLst/>
              <a:gdLst/>
              <a:ahLst/>
              <a:cxnLst/>
              <a:rect l="l" t="t" r="r" b="b"/>
              <a:pathLst>
                <a:path w="4598" h="4901" extrusionOk="0">
                  <a:moveTo>
                    <a:pt x="4597" y="0"/>
                  </a:moveTo>
                  <a:lnTo>
                    <a:pt x="1" y="4590"/>
                  </a:lnTo>
                  <a:lnTo>
                    <a:pt x="1" y="4900"/>
                  </a:lnTo>
                  <a:lnTo>
                    <a:pt x="4597" y="305"/>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7" name="Google Shape;10637;p19"/>
            <p:cNvSpPr/>
            <p:nvPr/>
          </p:nvSpPr>
          <p:spPr>
            <a:xfrm>
              <a:off x="-136402" y="1209081"/>
              <a:ext cx="347597" cy="370503"/>
            </a:xfrm>
            <a:custGeom>
              <a:avLst/>
              <a:gdLst/>
              <a:ahLst/>
              <a:cxnLst/>
              <a:rect l="l" t="t" r="r" b="b"/>
              <a:pathLst>
                <a:path w="4598" h="4901" extrusionOk="0">
                  <a:moveTo>
                    <a:pt x="4597" y="1"/>
                  </a:moveTo>
                  <a:lnTo>
                    <a:pt x="1" y="4596"/>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8" name="Google Shape;10638;p19"/>
            <p:cNvSpPr/>
            <p:nvPr/>
          </p:nvSpPr>
          <p:spPr>
            <a:xfrm>
              <a:off x="-136402" y="479662"/>
              <a:ext cx="347597" cy="370503"/>
            </a:xfrm>
            <a:custGeom>
              <a:avLst/>
              <a:gdLst/>
              <a:ahLst/>
              <a:cxnLst/>
              <a:rect l="l" t="t" r="r" b="b"/>
              <a:pathLst>
                <a:path w="4598" h="4901" extrusionOk="0">
                  <a:moveTo>
                    <a:pt x="4597" y="1"/>
                  </a:moveTo>
                  <a:lnTo>
                    <a:pt x="1" y="4597"/>
                  </a:lnTo>
                  <a:lnTo>
                    <a:pt x="1" y="4901"/>
                  </a:lnTo>
                  <a:lnTo>
                    <a:pt x="4597" y="311"/>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9" name="Google Shape;10639;p19"/>
            <p:cNvSpPr/>
            <p:nvPr/>
          </p:nvSpPr>
          <p:spPr>
            <a:xfrm>
              <a:off x="-136402" y="3761405"/>
              <a:ext cx="347597" cy="370957"/>
            </a:xfrm>
            <a:custGeom>
              <a:avLst/>
              <a:gdLst/>
              <a:ahLst/>
              <a:cxnLst/>
              <a:rect l="l" t="t" r="r" b="b"/>
              <a:pathLst>
                <a:path w="4598" h="4907" extrusionOk="0">
                  <a:moveTo>
                    <a:pt x="4597" y="0"/>
                  </a:moveTo>
                  <a:lnTo>
                    <a:pt x="1" y="4597"/>
                  </a:lnTo>
                  <a:lnTo>
                    <a:pt x="1" y="4907"/>
                  </a:lnTo>
                  <a:lnTo>
                    <a:pt x="4597" y="311"/>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0" name="Google Shape;10640;p19"/>
            <p:cNvSpPr/>
            <p:nvPr/>
          </p:nvSpPr>
          <p:spPr>
            <a:xfrm>
              <a:off x="-136402" y="3032440"/>
              <a:ext cx="347597" cy="370503"/>
            </a:xfrm>
            <a:custGeom>
              <a:avLst/>
              <a:gdLst/>
              <a:ahLst/>
              <a:cxnLst/>
              <a:rect l="l" t="t" r="r" b="b"/>
              <a:pathLst>
                <a:path w="4598" h="4901" extrusionOk="0">
                  <a:moveTo>
                    <a:pt x="4597" y="1"/>
                  </a:moveTo>
                  <a:lnTo>
                    <a:pt x="1" y="4591"/>
                  </a:lnTo>
                  <a:lnTo>
                    <a:pt x="1" y="4901"/>
                  </a:lnTo>
                  <a:lnTo>
                    <a:pt x="4597" y="306"/>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1" name="Google Shape;10641;p19"/>
            <p:cNvSpPr/>
            <p:nvPr/>
          </p:nvSpPr>
          <p:spPr>
            <a:xfrm>
              <a:off x="-136402" y="2303172"/>
              <a:ext cx="347597" cy="370503"/>
            </a:xfrm>
            <a:custGeom>
              <a:avLst/>
              <a:gdLst/>
              <a:ahLst/>
              <a:cxnLst/>
              <a:rect l="l" t="t" r="r" b="b"/>
              <a:pathLst>
                <a:path w="4598" h="4901" extrusionOk="0">
                  <a:moveTo>
                    <a:pt x="4597" y="1"/>
                  </a:moveTo>
                  <a:lnTo>
                    <a:pt x="1" y="4589"/>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2" name="Google Shape;10642;p19"/>
            <p:cNvSpPr/>
            <p:nvPr/>
          </p:nvSpPr>
          <p:spPr>
            <a:xfrm>
              <a:off x="-136402" y="1573753"/>
              <a:ext cx="347597" cy="370503"/>
            </a:xfrm>
            <a:custGeom>
              <a:avLst/>
              <a:gdLst/>
              <a:ahLst/>
              <a:cxnLst/>
              <a:rect l="l" t="t" r="r" b="b"/>
              <a:pathLst>
                <a:path w="4598" h="4901" extrusionOk="0">
                  <a:moveTo>
                    <a:pt x="4597" y="1"/>
                  </a:moveTo>
                  <a:lnTo>
                    <a:pt x="1" y="4597"/>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3" name="Google Shape;10643;p19"/>
            <p:cNvSpPr/>
            <p:nvPr/>
          </p:nvSpPr>
          <p:spPr>
            <a:xfrm>
              <a:off x="-136402" y="844334"/>
              <a:ext cx="347597" cy="370503"/>
            </a:xfrm>
            <a:custGeom>
              <a:avLst/>
              <a:gdLst/>
              <a:ahLst/>
              <a:cxnLst/>
              <a:rect l="l" t="t" r="r" b="b"/>
              <a:pathLst>
                <a:path w="4598" h="4901" extrusionOk="0">
                  <a:moveTo>
                    <a:pt x="4597" y="1"/>
                  </a:moveTo>
                  <a:lnTo>
                    <a:pt x="1" y="4597"/>
                  </a:lnTo>
                  <a:lnTo>
                    <a:pt x="1" y="4901"/>
                  </a:lnTo>
                  <a:lnTo>
                    <a:pt x="4597" y="312"/>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4" name="Google Shape;10644;p19"/>
            <p:cNvSpPr/>
            <p:nvPr/>
          </p:nvSpPr>
          <p:spPr>
            <a:xfrm>
              <a:off x="-136402" y="115066"/>
              <a:ext cx="347597" cy="370503"/>
            </a:xfrm>
            <a:custGeom>
              <a:avLst/>
              <a:gdLst/>
              <a:ahLst/>
              <a:cxnLst/>
              <a:rect l="l" t="t" r="r" b="b"/>
              <a:pathLst>
                <a:path w="4598" h="4901" extrusionOk="0">
                  <a:moveTo>
                    <a:pt x="4597" y="0"/>
                  </a:moveTo>
                  <a:lnTo>
                    <a:pt x="1" y="4595"/>
                  </a:lnTo>
                  <a:lnTo>
                    <a:pt x="1" y="4900"/>
                  </a:lnTo>
                  <a:lnTo>
                    <a:pt x="4597" y="310"/>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5" name="Google Shape;10645;p19"/>
            <p:cNvSpPr/>
            <p:nvPr/>
          </p:nvSpPr>
          <p:spPr>
            <a:xfrm>
              <a:off x="-136402" y="-175976"/>
              <a:ext cx="296947" cy="296720"/>
            </a:xfrm>
            <a:custGeom>
              <a:avLst/>
              <a:gdLst/>
              <a:ahLst/>
              <a:cxnLst/>
              <a:rect l="l" t="t" r="r" b="b"/>
              <a:pathLst>
                <a:path w="3928" h="3925" extrusionOk="0">
                  <a:moveTo>
                    <a:pt x="3624" y="0"/>
                  </a:moveTo>
                  <a:lnTo>
                    <a:pt x="1" y="3621"/>
                  </a:lnTo>
                  <a:lnTo>
                    <a:pt x="1" y="3925"/>
                  </a:lnTo>
                  <a:lnTo>
                    <a:pt x="39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46" name="Google Shape;10646;p19"/>
          <p:cNvSpPr/>
          <p:nvPr/>
        </p:nvSpPr>
        <p:spPr>
          <a:xfrm rot="5400000">
            <a:off x="7098177" y="-2115623"/>
            <a:ext cx="347700" cy="43455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7" name="Google Shape;10647;p19"/>
          <p:cNvSpPr/>
          <p:nvPr/>
        </p:nvSpPr>
        <p:spPr>
          <a:xfrm>
            <a:off x="8176025" y="4174750"/>
            <a:ext cx="1540800" cy="15408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8" name="Google Shape;10648;p19"/>
          <p:cNvSpPr/>
          <p:nvPr/>
        </p:nvSpPr>
        <p:spPr>
          <a:xfrm>
            <a:off x="8508575" y="4507300"/>
            <a:ext cx="875700" cy="8757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9" name="Google Shape;10649;p19"/>
          <p:cNvSpPr/>
          <p:nvPr/>
        </p:nvSpPr>
        <p:spPr>
          <a:xfrm>
            <a:off x="-364673" y="2450899"/>
            <a:ext cx="913945" cy="960808"/>
          </a:xfrm>
          <a:custGeom>
            <a:avLst/>
            <a:gdLst/>
            <a:ahLst/>
            <a:cxnLst/>
            <a:rect l="l" t="t" r="r" b="b"/>
            <a:pathLst>
              <a:path w="16581" h="17432" extrusionOk="0">
                <a:moveTo>
                  <a:pt x="8431" y="4679"/>
                </a:moveTo>
                <a:cubicBezTo>
                  <a:pt x="9068" y="4707"/>
                  <a:pt x="9697" y="4879"/>
                  <a:pt x="10256" y="5191"/>
                </a:cubicBezTo>
                <a:cubicBezTo>
                  <a:pt x="10264" y="5191"/>
                  <a:pt x="10264" y="5198"/>
                  <a:pt x="10271" y="5198"/>
                </a:cubicBezTo>
                <a:cubicBezTo>
                  <a:pt x="10298" y="5211"/>
                  <a:pt x="10319" y="5226"/>
                  <a:pt x="10339" y="5239"/>
                </a:cubicBezTo>
                <a:cubicBezTo>
                  <a:pt x="10367" y="5253"/>
                  <a:pt x="10389" y="5267"/>
                  <a:pt x="10415" y="5281"/>
                </a:cubicBezTo>
                <a:cubicBezTo>
                  <a:pt x="10415" y="5287"/>
                  <a:pt x="10422" y="5287"/>
                  <a:pt x="10430" y="5294"/>
                </a:cubicBezTo>
                <a:cubicBezTo>
                  <a:pt x="10969" y="5632"/>
                  <a:pt x="11426" y="6097"/>
                  <a:pt x="11757" y="6643"/>
                </a:cubicBezTo>
                <a:cubicBezTo>
                  <a:pt x="11757" y="6649"/>
                  <a:pt x="11764" y="6656"/>
                  <a:pt x="11764" y="6663"/>
                </a:cubicBezTo>
                <a:cubicBezTo>
                  <a:pt x="11777" y="6684"/>
                  <a:pt x="11790" y="6704"/>
                  <a:pt x="11805" y="6732"/>
                </a:cubicBezTo>
                <a:cubicBezTo>
                  <a:pt x="11819" y="6752"/>
                  <a:pt x="11832" y="6780"/>
                  <a:pt x="11847" y="6802"/>
                </a:cubicBezTo>
                <a:cubicBezTo>
                  <a:pt x="11847" y="6808"/>
                  <a:pt x="11854" y="6815"/>
                  <a:pt x="11854" y="6822"/>
                </a:cubicBezTo>
                <a:cubicBezTo>
                  <a:pt x="12150" y="7382"/>
                  <a:pt x="12316" y="8018"/>
                  <a:pt x="12330" y="8653"/>
                </a:cubicBezTo>
                <a:lnTo>
                  <a:pt x="12330" y="8675"/>
                </a:lnTo>
                <a:cubicBezTo>
                  <a:pt x="12330" y="8701"/>
                  <a:pt x="12330" y="8723"/>
                  <a:pt x="12323" y="8751"/>
                </a:cubicBezTo>
                <a:lnTo>
                  <a:pt x="12323" y="8834"/>
                </a:lnTo>
                <a:lnTo>
                  <a:pt x="12323" y="8854"/>
                </a:lnTo>
                <a:cubicBezTo>
                  <a:pt x="12303" y="9497"/>
                  <a:pt x="12131" y="10119"/>
                  <a:pt x="11819" y="10678"/>
                </a:cubicBezTo>
                <a:cubicBezTo>
                  <a:pt x="11812" y="10685"/>
                  <a:pt x="11812" y="10692"/>
                  <a:pt x="11805" y="10700"/>
                </a:cubicBezTo>
                <a:cubicBezTo>
                  <a:pt x="11799" y="10720"/>
                  <a:pt x="11784" y="10741"/>
                  <a:pt x="11771" y="10761"/>
                </a:cubicBezTo>
                <a:cubicBezTo>
                  <a:pt x="11757" y="10790"/>
                  <a:pt x="11742" y="10809"/>
                  <a:pt x="11722" y="10838"/>
                </a:cubicBezTo>
                <a:cubicBezTo>
                  <a:pt x="11722" y="10844"/>
                  <a:pt x="11716" y="10851"/>
                  <a:pt x="11716" y="10851"/>
                </a:cubicBezTo>
                <a:cubicBezTo>
                  <a:pt x="11376" y="11397"/>
                  <a:pt x="10913" y="11853"/>
                  <a:pt x="10361" y="12178"/>
                </a:cubicBezTo>
                <a:cubicBezTo>
                  <a:pt x="10361" y="12185"/>
                  <a:pt x="10354" y="12185"/>
                  <a:pt x="10347" y="12193"/>
                </a:cubicBezTo>
                <a:cubicBezTo>
                  <a:pt x="10319" y="12206"/>
                  <a:pt x="10298" y="12219"/>
                  <a:pt x="10271" y="12234"/>
                </a:cubicBezTo>
                <a:cubicBezTo>
                  <a:pt x="10249" y="12248"/>
                  <a:pt x="10230" y="12261"/>
                  <a:pt x="10201" y="12267"/>
                </a:cubicBezTo>
                <a:cubicBezTo>
                  <a:pt x="10201" y="12276"/>
                  <a:pt x="10195" y="12276"/>
                  <a:pt x="10188" y="12282"/>
                </a:cubicBezTo>
                <a:cubicBezTo>
                  <a:pt x="9621" y="12579"/>
                  <a:pt x="8992" y="12739"/>
                  <a:pt x="8357" y="12752"/>
                </a:cubicBezTo>
                <a:lnTo>
                  <a:pt x="8150" y="12752"/>
                </a:lnTo>
                <a:cubicBezTo>
                  <a:pt x="7513" y="12724"/>
                  <a:pt x="6884" y="12551"/>
                  <a:pt x="6325" y="12241"/>
                </a:cubicBezTo>
                <a:cubicBezTo>
                  <a:pt x="6325" y="12241"/>
                  <a:pt x="6317" y="12234"/>
                  <a:pt x="6310" y="12234"/>
                </a:cubicBezTo>
                <a:cubicBezTo>
                  <a:pt x="6283" y="12219"/>
                  <a:pt x="6262" y="12206"/>
                  <a:pt x="6234" y="12193"/>
                </a:cubicBezTo>
                <a:cubicBezTo>
                  <a:pt x="6214" y="12178"/>
                  <a:pt x="6192" y="12165"/>
                  <a:pt x="6172" y="12151"/>
                </a:cubicBezTo>
                <a:cubicBezTo>
                  <a:pt x="6166" y="12143"/>
                  <a:pt x="6159" y="12143"/>
                  <a:pt x="6151" y="12136"/>
                </a:cubicBezTo>
                <a:cubicBezTo>
                  <a:pt x="5612" y="11798"/>
                  <a:pt x="5155" y="11335"/>
                  <a:pt x="4824" y="10790"/>
                </a:cubicBezTo>
                <a:cubicBezTo>
                  <a:pt x="4824" y="10783"/>
                  <a:pt x="4817" y="10775"/>
                  <a:pt x="4817" y="10768"/>
                </a:cubicBezTo>
                <a:cubicBezTo>
                  <a:pt x="4804" y="10748"/>
                  <a:pt x="4791" y="10720"/>
                  <a:pt x="4776" y="10700"/>
                </a:cubicBezTo>
                <a:cubicBezTo>
                  <a:pt x="4762" y="10672"/>
                  <a:pt x="4749" y="10650"/>
                  <a:pt x="4734" y="10630"/>
                </a:cubicBezTo>
                <a:cubicBezTo>
                  <a:pt x="4734" y="10624"/>
                  <a:pt x="4727" y="10617"/>
                  <a:pt x="4727" y="10609"/>
                </a:cubicBezTo>
                <a:cubicBezTo>
                  <a:pt x="4431" y="10050"/>
                  <a:pt x="4265" y="9421"/>
                  <a:pt x="4258" y="8777"/>
                </a:cubicBezTo>
                <a:lnTo>
                  <a:pt x="4258" y="8758"/>
                </a:lnTo>
                <a:lnTo>
                  <a:pt x="4258" y="8675"/>
                </a:lnTo>
                <a:lnTo>
                  <a:pt x="4258" y="8598"/>
                </a:lnTo>
                <a:lnTo>
                  <a:pt x="4258" y="8577"/>
                </a:lnTo>
                <a:cubicBezTo>
                  <a:pt x="4278" y="7935"/>
                  <a:pt x="4450" y="7313"/>
                  <a:pt x="4762" y="6752"/>
                </a:cubicBezTo>
                <a:cubicBezTo>
                  <a:pt x="4769" y="6745"/>
                  <a:pt x="4769" y="6739"/>
                  <a:pt x="4776" y="6732"/>
                </a:cubicBezTo>
                <a:cubicBezTo>
                  <a:pt x="4791" y="6711"/>
                  <a:pt x="4804" y="6684"/>
                  <a:pt x="4817" y="6663"/>
                </a:cubicBezTo>
                <a:cubicBezTo>
                  <a:pt x="4832" y="6636"/>
                  <a:pt x="4845" y="6614"/>
                  <a:pt x="4859" y="6594"/>
                </a:cubicBezTo>
                <a:cubicBezTo>
                  <a:pt x="4859" y="6586"/>
                  <a:pt x="4865" y="6586"/>
                  <a:pt x="4865" y="6580"/>
                </a:cubicBezTo>
                <a:cubicBezTo>
                  <a:pt x="5205" y="6034"/>
                  <a:pt x="5675" y="5578"/>
                  <a:pt x="6220" y="5253"/>
                </a:cubicBezTo>
                <a:cubicBezTo>
                  <a:pt x="6227" y="5246"/>
                  <a:pt x="6227" y="5246"/>
                  <a:pt x="6234" y="5239"/>
                </a:cubicBezTo>
                <a:cubicBezTo>
                  <a:pt x="6255" y="5226"/>
                  <a:pt x="6283" y="5218"/>
                  <a:pt x="6303" y="5204"/>
                </a:cubicBezTo>
                <a:cubicBezTo>
                  <a:pt x="6332" y="5191"/>
                  <a:pt x="6351" y="5176"/>
                  <a:pt x="6380" y="5163"/>
                </a:cubicBezTo>
                <a:cubicBezTo>
                  <a:pt x="6386" y="5156"/>
                  <a:pt x="6386" y="5156"/>
                  <a:pt x="6393" y="5150"/>
                </a:cubicBezTo>
                <a:cubicBezTo>
                  <a:pt x="6960" y="4853"/>
                  <a:pt x="7589" y="4694"/>
                  <a:pt x="8232" y="4679"/>
                </a:cubicBezTo>
                <a:close/>
                <a:moveTo>
                  <a:pt x="6932" y="1"/>
                </a:moveTo>
                <a:lnTo>
                  <a:pt x="6317" y="2544"/>
                </a:lnTo>
                <a:cubicBezTo>
                  <a:pt x="6096" y="2613"/>
                  <a:pt x="5889" y="2688"/>
                  <a:pt x="5681" y="2779"/>
                </a:cubicBezTo>
                <a:cubicBezTo>
                  <a:pt x="5537" y="2841"/>
                  <a:pt x="5398" y="2910"/>
                  <a:pt x="5253" y="2987"/>
                </a:cubicBezTo>
                <a:cubicBezTo>
                  <a:pt x="5247" y="2993"/>
                  <a:pt x="5238" y="3000"/>
                  <a:pt x="5225" y="3000"/>
                </a:cubicBezTo>
                <a:cubicBezTo>
                  <a:pt x="5218" y="3007"/>
                  <a:pt x="5218" y="3007"/>
                  <a:pt x="5212" y="3013"/>
                </a:cubicBezTo>
                <a:cubicBezTo>
                  <a:pt x="5170" y="3035"/>
                  <a:pt x="5136" y="3048"/>
                  <a:pt x="5101" y="3070"/>
                </a:cubicBezTo>
                <a:cubicBezTo>
                  <a:pt x="5101" y="3076"/>
                  <a:pt x="5094" y="3076"/>
                  <a:pt x="5087" y="3076"/>
                </a:cubicBezTo>
                <a:cubicBezTo>
                  <a:pt x="5059" y="3096"/>
                  <a:pt x="5031" y="3111"/>
                  <a:pt x="4998" y="3131"/>
                </a:cubicBezTo>
                <a:cubicBezTo>
                  <a:pt x="4990" y="3131"/>
                  <a:pt x="4990" y="3138"/>
                  <a:pt x="4983" y="3144"/>
                </a:cubicBezTo>
                <a:cubicBezTo>
                  <a:pt x="4928" y="3172"/>
                  <a:pt x="4873" y="3207"/>
                  <a:pt x="4817" y="3242"/>
                </a:cubicBezTo>
                <a:cubicBezTo>
                  <a:pt x="4776" y="3269"/>
                  <a:pt x="4734" y="3297"/>
                  <a:pt x="4686" y="3325"/>
                </a:cubicBezTo>
                <a:cubicBezTo>
                  <a:pt x="4459" y="3476"/>
                  <a:pt x="4236" y="3650"/>
                  <a:pt x="4023" y="3836"/>
                </a:cubicBezTo>
                <a:lnTo>
                  <a:pt x="1528" y="3048"/>
                </a:lnTo>
                <a:lnTo>
                  <a:pt x="63" y="5536"/>
                </a:lnTo>
                <a:lnTo>
                  <a:pt x="1956" y="7341"/>
                </a:lnTo>
                <a:cubicBezTo>
                  <a:pt x="1921" y="7507"/>
                  <a:pt x="1888" y="7673"/>
                  <a:pt x="1866" y="7830"/>
                </a:cubicBezTo>
                <a:cubicBezTo>
                  <a:pt x="1859" y="7893"/>
                  <a:pt x="1853" y="7948"/>
                  <a:pt x="1846" y="8011"/>
                </a:cubicBezTo>
                <a:cubicBezTo>
                  <a:pt x="1831" y="8107"/>
                  <a:pt x="1825" y="8212"/>
                  <a:pt x="1818" y="8315"/>
                </a:cubicBezTo>
                <a:lnTo>
                  <a:pt x="1818" y="8328"/>
                </a:lnTo>
                <a:cubicBezTo>
                  <a:pt x="1818" y="8391"/>
                  <a:pt x="1811" y="8452"/>
                  <a:pt x="1811" y="8509"/>
                </a:cubicBezTo>
                <a:lnTo>
                  <a:pt x="1811" y="8535"/>
                </a:lnTo>
                <a:lnTo>
                  <a:pt x="1811" y="8633"/>
                </a:lnTo>
                <a:lnTo>
                  <a:pt x="1811" y="8653"/>
                </a:lnTo>
                <a:lnTo>
                  <a:pt x="1811" y="8771"/>
                </a:lnTo>
                <a:lnTo>
                  <a:pt x="1811" y="8799"/>
                </a:lnTo>
                <a:cubicBezTo>
                  <a:pt x="1811" y="9185"/>
                  <a:pt x="1853" y="9580"/>
                  <a:pt x="1929" y="9967"/>
                </a:cubicBezTo>
                <a:lnTo>
                  <a:pt x="0" y="11743"/>
                </a:lnTo>
                <a:lnTo>
                  <a:pt x="1423" y="14251"/>
                </a:lnTo>
                <a:lnTo>
                  <a:pt x="3933" y="13512"/>
                </a:lnTo>
                <a:cubicBezTo>
                  <a:pt x="4140" y="13706"/>
                  <a:pt x="4354" y="13878"/>
                  <a:pt x="4583" y="14037"/>
                </a:cubicBezTo>
                <a:cubicBezTo>
                  <a:pt x="4673" y="14092"/>
                  <a:pt x="4756" y="14155"/>
                  <a:pt x="4845" y="14210"/>
                </a:cubicBezTo>
                <a:cubicBezTo>
                  <a:pt x="4852" y="14217"/>
                  <a:pt x="4865" y="14217"/>
                  <a:pt x="4873" y="14225"/>
                </a:cubicBezTo>
                <a:cubicBezTo>
                  <a:pt x="4880" y="14231"/>
                  <a:pt x="4887" y="14231"/>
                  <a:pt x="4893" y="14238"/>
                </a:cubicBezTo>
                <a:cubicBezTo>
                  <a:pt x="4928" y="14258"/>
                  <a:pt x="4963" y="14280"/>
                  <a:pt x="4998" y="14299"/>
                </a:cubicBezTo>
                <a:cubicBezTo>
                  <a:pt x="5031" y="14321"/>
                  <a:pt x="5066" y="14341"/>
                  <a:pt x="5101" y="14362"/>
                </a:cubicBezTo>
                <a:cubicBezTo>
                  <a:pt x="5107" y="14362"/>
                  <a:pt x="5114" y="14369"/>
                  <a:pt x="5122" y="14369"/>
                </a:cubicBezTo>
                <a:cubicBezTo>
                  <a:pt x="5129" y="14376"/>
                  <a:pt x="5136" y="14382"/>
                  <a:pt x="5149" y="14382"/>
                </a:cubicBezTo>
                <a:cubicBezTo>
                  <a:pt x="5280" y="14459"/>
                  <a:pt x="5426" y="14535"/>
                  <a:pt x="5563" y="14598"/>
                </a:cubicBezTo>
                <a:cubicBezTo>
                  <a:pt x="5771" y="14694"/>
                  <a:pt x="5978" y="14777"/>
                  <a:pt x="6192" y="14853"/>
                </a:cubicBezTo>
                <a:lnTo>
                  <a:pt x="6766" y="17403"/>
                </a:lnTo>
                <a:lnTo>
                  <a:pt x="9649" y="17431"/>
                </a:lnTo>
                <a:lnTo>
                  <a:pt x="10271" y="14888"/>
                </a:lnTo>
                <a:cubicBezTo>
                  <a:pt x="10485" y="14819"/>
                  <a:pt x="10692" y="14742"/>
                  <a:pt x="10900" y="14653"/>
                </a:cubicBezTo>
                <a:cubicBezTo>
                  <a:pt x="11044" y="14590"/>
                  <a:pt x="11190" y="14522"/>
                  <a:pt x="11328" y="14445"/>
                </a:cubicBezTo>
                <a:cubicBezTo>
                  <a:pt x="11334" y="14439"/>
                  <a:pt x="11343" y="14439"/>
                  <a:pt x="11356" y="14432"/>
                </a:cubicBezTo>
                <a:cubicBezTo>
                  <a:pt x="11363" y="14424"/>
                  <a:pt x="11369" y="14424"/>
                  <a:pt x="11369" y="14417"/>
                </a:cubicBezTo>
                <a:cubicBezTo>
                  <a:pt x="11411" y="14404"/>
                  <a:pt x="11445" y="14382"/>
                  <a:pt x="11480" y="14362"/>
                </a:cubicBezTo>
                <a:cubicBezTo>
                  <a:pt x="11480" y="14356"/>
                  <a:pt x="11487" y="14356"/>
                  <a:pt x="11494" y="14356"/>
                </a:cubicBezTo>
                <a:cubicBezTo>
                  <a:pt x="11522" y="14334"/>
                  <a:pt x="11550" y="14321"/>
                  <a:pt x="11583" y="14299"/>
                </a:cubicBezTo>
                <a:cubicBezTo>
                  <a:pt x="11591" y="14299"/>
                  <a:pt x="11598" y="14293"/>
                  <a:pt x="11605" y="14293"/>
                </a:cubicBezTo>
                <a:cubicBezTo>
                  <a:pt x="11936" y="14092"/>
                  <a:pt x="12262" y="13858"/>
                  <a:pt x="12558" y="13603"/>
                </a:cubicBezTo>
                <a:lnTo>
                  <a:pt x="15053" y="14382"/>
                </a:lnTo>
                <a:lnTo>
                  <a:pt x="16518" y="11903"/>
                </a:lnTo>
                <a:lnTo>
                  <a:pt x="14625" y="10091"/>
                </a:lnTo>
                <a:cubicBezTo>
                  <a:pt x="14652" y="9973"/>
                  <a:pt x="14673" y="9856"/>
                  <a:pt x="14693" y="9738"/>
                </a:cubicBezTo>
                <a:cubicBezTo>
                  <a:pt x="14708" y="9628"/>
                  <a:pt x="14722" y="9524"/>
                  <a:pt x="14735" y="9421"/>
                </a:cubicBezTo>
                <a:cubicBezTo>
                  <a:pt x="14743" y="9373"/>
                  <a:pt x="14750" y="9317"/>
                  <a:pt x="14750" y="9268"/>
                </a:cubicBezTo>
                <a:cubicBezTo>
                  <a:pt x="14763" y="9166"/>
                  <a:pt x="14763" y="9054"/>
                  <a:pt x="14770" y="8950"/>
                </a:cubicBezTo>
                <a:lnTo>
                  <a:pt x="14770" y="8923"/>
                </a:lnTo>
                <a:lnTo>
                  <a:pt x="14770" y="8895"/>
                </a:lnTo>
                <a:cubicBezTo>
                  <a:pt x="14770" y="8860"/>
                  <a:pt x="14776" y="8819"/>
                  <a:pt x="14776" y="8777"/>
                </a:cubicBezTo>
                <a:lnTo>
                  <a:pt x="14776" y="8660"/>
                </a:lnTo>
                <a:lnTo>
                  <a:pt x="14776" y="8633"/>
                </a:lnTo>
                <a:cubicBezTo>
                  <a:pt x="14770" y="8245"/>
                  <a:pt x="14728" y="7852"/>
                  <a:pt x="14652" y="7465"/>
                </a:cubicBezTo>
                <a:lnTo>
                  <a:pt x="16581" y="5695"/>
                </a:lnTo>
                <a:lnTo>
                  <a:pt x="15164" y="3179"/>
                </a:lnTo>
                <a:lnTo>
                  <a:pt x="12648" y="3919"/>
                </a:lnTo>
                <a:cubicBezTo>
                  <a:pt x="12558" y="3836"/>
                  <a:pt x="12469" y="3753"/>
                  <a:pt x="12379" y="3677"/>
                </a:cubicBezTo>
                <a:cubicBezTo>
                  <a:pt x="12296" y="3615"/>
                  <a:pt x="12213" y="3552"/>
                  <a:pt x="12122" y="3491"/>
                </a:cubicBezTo>
                <a:cubicBezTo>
                  <a:pt x="12081" y="3456"/>
                  <a:pt x="12039" y="3428"/>
                  <a:pt x="11998" y="3393"/>
                </a:cubicBezTo>
                <a:cubicBezTo>
                  <a:pt x="11908" y="3338"/>
                  <a:pt x="11825" y="3277"/>
                  <a:pt x="11736" y="3221"/>
                </a:cubicBezTo>
                <a:cubicBezTo>
                  <a:pt x="11729" y="3214"/>
                  <a:pt x="11716" y="3214"/>
                  <a:pt x="11708" y="3207"/>
                </a:cubicBezTo>
                <a:cubicBezTo>
                  <a:pt x="11701" y="3201"/>
                  <a:pt x="11694" y="3201"/>
                  <a:pt x="11688" y="3194"/>
                </a:cubicBezTo>
                <a:cubicBezTo>
                  <a:pt x="11653" y="3172"/>
                  <a:pt x="11618" y="3153"/>
                  <a:pt x="11583" y="3131"/>
                </a:cubicBezTo>
                <a:cubicBezTo>
                  <a:pt x="11550" y="3111"/>
                  <a:pt x="11515" y="3090"/>
                  <a:pt x="11480" y="3076"/>
                </a:cubicBezTo>
                <a:cubicBezTo>
                  <a:pt x="11474" y="3070"/>
                  <a:pt x="11467" y="3070"/>
                  <a:pt x="11467" y="3061"/>
                </a:cubicBezTo>
                <a:cubicBezTo>
                  <a:pt x="11452" y="3055"/>
                  <a:pt x="11445" y="3048"/>
                  <a:pt x="11439" y="3048"/>
                </a:cubicBezTo>
                <a:cubicBezTo>
                  <a:pt x="11301" y="2972"/>
                  <a:pt x="11155" y="2895"/>
                  <a:pt x="11018" y="2834"/>
                </a:cubicBezTo>
                <a:cubicBezTo>
                  <a:pt x="10810" y="2738"/>
                  <a:pt x="10603" y="2655"/>
                  <a:pt x="10389" y="2579"/>
                </a:cubicBezTo>
                <a:lnTo>
                  <a:pt x="9815" y="27"/>
                </a:lnTo>
                <a:lnTo>
                  <a:pt x="693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0" name="Google Shape;10650;p19"/>
          <p:cNvSpPr txBox="1">
            <a:spLocks noGrp="1"/>
          </p:cNvSpPr>
          <p:nvPr>
            <p:ph type="subTitle" idx="1"/>
          </p:nvPr>
        </p:nvSpPr>
        <p:spPr>
          <a:xfrm>
            <a:off x="720000" y="1091525"/>
            <a:ext cx="7704000" cy="495600"/>
          </a:xfrm>
          <a:prstGeom prst="rect">
            <a:avLst/>
          </a:prstGeom>
        </p:spPr>
        <p:txBody>
          <a:bodyPr spcFirstLastPara="1" wrap="square" lIns="91425" tIns="91425" rIns="91425" bIns="91425" anchor="t" anchorCtr="0">
            <a:noAutofit/>
          </a:bodyPr>
          <a:lstStyle>
            <a:lvl1pPr lvl="0" algn="ctr" rtl="0">
              <a:lnSpc>
                <a:spcPct val="115000"/>
              </a:lnSpc>
              <a:spcBef>
                <a:spcPts val="0"/>
              </a:spcBef>
              <a:spcAft>
                <a:spcPts val="0"/>
              </a:spcAft>
              <a:buClr>
                <a:schemeClr val="dk2"/>
              </a:buClr>
              <a:buSzPts val="1400"/>
              <a:buNone/>
              <a:defRPr sz="1400">
                <a:solidFill>
                  <a:schemeClr val="dk2"/>
                </a:solidFill>
              </a:defRPr>
            </a:lvl1pPr>
            <a:lvl2pPr lvl="1" algn="ctr" rtl="0">
              <a:lnSpc>
                <a:spcPct val="115000"/>
              </a:lnSpc>
              <a:spcBef>
                <a:spcPts val="0"/>
              </a:spcBef>
              <a:spcAft>
                <a:spcPts val="0"/>
              </a:spcAft>
              <a:buClr>
                <a:schemeClr val="dk2"/>
              </a:buClr>
              <a:buSzPts val="1400"/>
              <a:buNone/>
              <a:defRPr>
                <a:solidFill>
                  <a:schemeClr val="dk2"/>
                </a:solidFill>
              </a:defRPr>
            </a:lvl2pPr>
            <a:lvl3pPr lvl="2" algn="ctr" rtl="0">
              <a:lnSpc>
                <a:spcPct val="115000"/>
              </a:lnSpc>
              <a:spcBef>
                <a:spcPts val="1600"/>
              </a:spcBef>
              <a:spcAft>
                <a:spcPts val="0"/>
              </a:spcAft>
              <a:buClr>
                <a:schemeClr val="dk2"/>
              </a:buClr>
              <a:buSzPts val="1400"/>
              <a:buNone/>
              <a:defRPr>
                <a:solidFill>
                  <a:schemeClr val="dk2"/>
                </a:solidFill>
              </a:defRPr>
            </a:lvl3pPr>
            <a:lvl4pPr lvl="3" algn="ctr" rtl="0">
              <a:lnSpc>
                <a:spcPct val="115000"/>
              </a:lnSpc>
              <a:spcBef>
                <a:spcPts val="1600"/>
              </a:spcBef>
              <a:spcAft>
                <a:spcPts val="0"/>
              </a:spcAft>
              <a:buClr>
                <a:schemeClr val="dk2"/>
              </a:buClr>
              <a:buSzPts val="1400"/>
              <a:buNone/>
              <a:defRPr>
                <a:solidFill>
                  <a:schemeClr val="dk2"/>
                </a:solidFill>
              </a:defRPr>
            </a:lvl4pPr>
            <a:lvl5pPr lvl="4" algn="ctr" rtl="0">
              <a:lnSpc>
                <a:spcPct val="115000"/>
              </a:lnSpc>
              <a:spcBef>
                <a:spcPts val="1600"/>
              </a:spcBef>
              <a:spcAft>
                <a:spcPts val="0"/>
              </a:spcAft>
              <a:buClr>
                <a:schemeClr val="dk2"/>
              </a:buClr>
              <a:buSzPts val="1400"/>
              <a:buNone/>
              <a:defRPr>
                <a:solidFill>
                  <a:schemeClr val="dk2"/>
                </a:solidFill>
              </a:defRPr>
            </a:lvl5pPr>
            <a:lvl6pPr lvl="5" algn="ctr" rtl="0">
              <a:lnSpc>
                <a:spcPct val="115000"/>
              </a:lnSpc>
              <a:spcBef>
                <a:spcPts val="1600"/>
              </a:spcBef>
              <a:spcAft>
                <a:spcPts val="0"/>
              </a:spcAft>
              <a:buClr>
                <a:schemeClr val="dk2"/>
              </a:buClr>
              <a:buSzPts val="1400"/>
              <a:buNone/>
              <a:defRPr>
                <a:solidFill>
                  <a:schemeClr val="dk2"/>
                </a:solidFill>
              </a:defRPr>
            </a:lvl6pPr>
            <a:lvl7pPr lvl="6" algn="ctr" rtl="0">
              <a:lnSpc>
                <a:spcPct val="115000"/>
              </a:lnSpc>
              <a:spcBef>
                <a:spcPts val="1600"/>
              </a:spcBef>
              <a:spcAft>
                <a:spcPts val="0"/>
              </a:spcAft>
              <a:buClr>
                <a:schemeClr val="dk2"/>
              </a:buClr>
              <a:buSzPts val="1400"/>
              <a:buNone/>
              <a:defRPr>
                <a:solidFill>
                  <a:schemeClr val="dk2"/>
                </a:solidFill>
              </a:defRPr>
            </a:lvl7pPr>
            <a:lvl8pPr lvl="7" algn="ctr" rtl="0">
              <a:lnSpc>
                <a:spcPct val="115000"/>
              </a:lnSpc>
              <a:spcBef>
                <a:spcPts val="1600"/>
              </a:spcBef>
              <a:spcAft>
                <a:spcPts val="0"/>
              </a:spcAft>
              <a:buClr>
                <a:schemeClr val="dk2"/>
              </a:buClr>
              <a:buSzPts val="1400"/>
              <a:buNone/>
              <a:defRPr>
                <a:solidFill>
                  <a:schemeClr val="dk2"/>
                </a:solidFill>
              </a:defRPr>
            </a:lvl8pPr>
            <a:lvl9pPr lvl="8" algn="ctr" rtl="0">
              <a:lnSpc>
                <a:spcPct val="115000"/>
              </a:lnSpc>
              <a:spcBef>
                <a:spcPts val="1600"/>
              </a:spcBef>
              <a:spcAft>
                <a:spcPts val="1600"/>
              </a:spcAft>
              <a:buClr>
                <a:schemeClr val="dk2"/>
              </a:buClr>
              <a:buSzPts val="1400"/>
              <a:buNone/>
              <a:defRPr>
                <a:solidFill>
                  <a:schemeClr val="dk2"/>
                </a:solidFill>
              </a:defRPr>
            </a:lvl9pPr>
          </a:lstStyle>
          <a:p>
            <a:r>
              <a:rPr lang="en-US"/>
              <a:t>Click to edit Master subtitle style</a:t>
            </a:r>
            <a:endParaRPr/>
          </a:p>
        </p:txBody>
      </p:sp>
      <p:sp>
        <p:nvSpPr>
          <p:cNvPr id="10651" name="Google Shape;10651;p19"/>
          <p:cNvSpPr txBox="1">
            <a:spLocks noGrp="1"/>
          </p:cNvSpPr>
          <p:nvPr>
            <p:ph type="subTitle" idx="2"/>
          </p:nvPr>
        </p:nvSpPr>
        <p:spPr>
          <a:xfrm>
            <a:off x="720000" y="1758275"/>
            <a:ext cx="3782400" cy="26535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Clr>
                <a:schemeClr val="dk2"/>
              </a:buClr>
              <a:buSzPts val="1400"/>
              <a:buChar char="●"/>
              <a:defRPr sz="1400">
                <a:solidFill>
                  <a:schemeClr val="dk2"/>
                </a:solidFill>
              </a:defRPr>
            </a:lvl1pPr>
            <a:lvl2pPr lvl="1" rtl="0">
              <a:lnSpc>
                <a:spcPct val="115000"/>
              </a:lnSpc>
              <a:spcBef>
                <a:spcPts val="0"/>
              </a:spcBef>
              <a:spcAft>
                <a:spcPts val="0"/>
              </a:spcAft>
              <a:buClr>
                <a:schemeClr val="dk2"/>
              </a:buClr>
              <a:buSzPts val="1400"/>
              <a:buChar char="○"/>
              <a:defRPr>
                <a:solidFill>
                  <a:schemeClr val="dk2"/>
                </a:solidFill>
              </a:defRPr>
            </a:lvl2pPr>
            <a:lvl3pPr lvl="2" rtl="0">
              <a:lnSpc>
                <a:spcPct val="115000"/>
              </a:lnSpc>
              <a:spcBef>
                <a:spcPts val="1600"/>
              </a:spcBef>
              <a:spcAft>
                <a:spcPts val="0"/>
              </a:spcAft>
              <a:buClr>
                <a:schemeClr val="dk2"/>
              </a:buClr>
              <a:buSzPts val="1400"/>
              <a:buChar char="■"/>
              <a:defRPr>
                <a:solidFill>
                  <a:schemeClr val="dk2"/>
                </a:solidFill>
              </a:defRPr>
            </a:lvl3pPr>
            <a:lvl4pPr lvl="3" rtl="0">
              <a:lnSpc>
                <a:spcPct val="115000"/>
              </a:lnSpc>
              <a:spcBef>
                <a:spcPts val="1600"/>
              </a:spcBef>
              <a:spcAft>
                <a:spcPts val="0"/>
              </a:spcAft>
              <a:buClr>
                <a:schemeClr val="dk2"/>
              </a:buClr>
              <a:buSzPts val="1400"/>
              <a:buChar char="●"/>
              <a:defRPr>
                <a:solidFill>
                  <a:schemeClr val="dk2"/>
                </a:solidFill>
              </a:defRPr>
            </a:lvl4pPr>
            <a:lvl5pPr lvl="4" rtl="0">
              <a:lnSpc>
                <a:spcPct val="115000"/>
              </a:lnSpc>
              <a:spcBef>
                <a:spcPts val="1600"/>
              </a:spcBef>
              <a:spcAft>
                <a:spcPts val="0"/>
              </a:spcAft>
              <a:buClr>
                <a:schemeClr val="dk2"/>
              </a:buClr>
              <a:buSzPts val="1400"/>
              <a:buChar char="○"/>
              <a:defRPr>
                <a:solidFill>
                  <a:schemeClr val="dk2"/>
                </a:solidFill>
              </a:defRPr>
            </a:lvl5pPr>
            <a:lvl6pPr lvl="5" rtl="0">
              <a:lnSpc>
                <a:spcPct val="115000"/>
              </a:lnSpc>
              <a:spcBef>
                <a:spcPts val="1600"/>
              </a:spcBef>
              <a:spcAft>
                <a:spcPts val="0"/>
              </a:spcAft>
              <a:buClr>
                <a:schemeClr val="dk2"/>
              </a:buClr>
              <a:buSzPts val="1400"/>
              <a:buChar char="■"/>
              <a:defRPr>
                <a:solidFill>
                  <a:schemeClr val="dk2"/>
                </a:solidFill>
              </a:defRPr>
            </a:lvl6pPr>
            <a:lvl7pPr lvl="6" rtl="0">
              <a:lnSpc>
                <a:spcPct val="115000"/>
              </a:lnSpc>
              <a:spcBef>
                <a:spcPts val="1600"/>
              </a:spcBef>
              <a:spcAft>
                <a:spcPts val="0"/>
              </a:spcAft>
              <a:buClr>
                <a:schemeClr val="dk2"/>
              </a:buClr>
              <a:buSzPts val="1400"/>
              <a:buChar char="●"/>
              <a:defRPr>
                <a:solidFill>
                  <a:schemeClr val="dk2"/>
                </a:solidFill>
              </a:defRPr>
            </a:lvl7pPr>
            <a:lvl8pPr lvl="7" rtl="0">
              <a:lnSpc>
                <a:spcPct val="115000"/>
              </a:lnSpc>
              <a:spcBef>
                <a:spcPts val="1600"/>
              </a:spcBef>
              <a:spcAft>
                <a:spcPts val="0"/>
              </a:spcAft>
              <a:buClr>
                <a:schemeClr val="dk2"/>
              </a:buClr>
              <a:buSzPts val="1400"/>
              <a:buChar char="○"/>
              <a:defRPr>
                <a:solidFill>
                  <a:schemeClr val="dk2"/>
                </a:solidFill>
              </a:defRPr>
            </a:lvl8pPr>
            <a:lvl9pPr lvl="8" rtl="0">
              <a:lnSpc>
                <a:spcPct val="115000"/>
              </a:lnSpc>
              <a:spcBef>
                <a:spcPts val="1600"/>
              </a:spcBef>
              <a:spcAft>
                <a:spcPts val="1600"/>
              </a:spcAft>
              <a:buClr>
                <a:schemeClr val="dk2"/>
              </a:buClr>
              <a:buSzPts val="1400"/>
              <a:buChar char="■"/>
              <a:defRPr>
                <a:solidFill>
                  <a:schemeClr val="dk2"/>
                </a:solidFill>
              </a:defRPr>
            </a:lvl9pPr>
          </a:lstStyle>
          <a:p>
            <a:r>
              <a:rPr lang="en-US"/>
              <a:t>Click to edit Master subtitle style</a:t>
            </a:r>
            <a:endParaRPr/>
          </a:p>
        </p:txBody>
      </p:sp>
      <p:sp>
        <p:nvSpPr>
          <p:cNvPr id="10652" name="Google Shape;10652;p19"/>
          <p:cNvSpPr txBox="1">
            <a:spLocks noGrp="1"/>
          </p:cNvSpPr>
          <p:nvPr>
            <p:ph type="subTitle" idx="3"/>
          </p:nvPr>
        </p:nvSpPr>
        <p:spPr>
          <a:xfrm>
            <a:off x="4645075" y="1758275"/>
            <a:ext cx="3785700" cy="22242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Clr>
                <a:schemeClr val="dk2"/>
              </a:buClr>
              <a:buSzPts val="1400"/>
              <a:buChar char="●"/>
              <a:defRPr sz="1400">
                <a:solidFill>
                  <a:schemeClr val="dk2"/>
                </a:solidFill>
              </a:defRPr>
            </a:lvl1pPr>
            <a:lvl2pPr lvl="1" rtl="0">
              <a:lnSpc>
                <a:spcPct val="115000"/>
              </a:lnSpc>
              <a:spcBef>
                <a:spcPts val="0"/>
              </a:spcBef>
              <a:spcAft>
                <a:spcPts val="0"/>
              </a:spcAft>
              <a:buClr>
                <a:schemeClr val="dk2"/>
              </a:buClr>
              <a:buSzPts val="1400"/>
              <a:buChar char="○"/>
              <a:defRPr>
                <a:solidFill>
                  <a:schemeClr val="dk2"/>
                </a:solidFill>
              </a:defRPr>
            </a:lvl2pPr>
            <a:lvl3pPr lvl="2" rtl="0">
              <a:lnSpc>
                <a:spcPct val="115000"/>
              </a:lnSpc>
              <a:spcBef>
                <a:spcPts val="1600"/>
              </a:spcBef>
              <a:spcAft>
                <a:spcPts val="0"/>
              </a:spcAft>
              <a:buClr>
                <a:schemeClr val="dk2"/>
              </a:buClr>
              <a:buSzPts val="1400"/>
              <a:buChar char="■"/>
              <a:defRPr>
                <a:solidFill>
                  <a:schemeClr val="dk2"/>
                </a:solidFill>
              </a:defRPr>
            </a:lvl3pPr>
            <a:lvl4pPr lvl="3" rtl="0">
              <a:lnSpc>
                <a:spcPct val="115000"/>
              </a:lnSpc>
              <a:spcBef>
                <a:spcPts val="1600"/>
              </a:spcBef>
              <a:spcAft>
                <a:spcPts val="0"/>
              </a:spcAft>
              <a:buClr>
                <a:schemeClr val="dk2"/>
              </a:buClr>
              <a:buSzPts val="1400"/>
              <a:buChar char="●"/>
              <a:defRPr>
                <a:solidFill>
                  <a:schemeClr val="dk2"/>
                </a:solidFill>
              </a:defRPr>
            </a:lvl4pPr>
            <a:lvl5pPr lvl="4" rtl="0">
              <a:lnSpc>
                <a:spcPct val="115000"/>
              </a:lnSpc>
              <a:spcBef>
                <a:spcPts val="1600"/>
              </a:spcBef>
              <a:spcAft>
                <a:spcPts val="0"/>
              </a:spcAft>
              <a:buClr>
                <a:schemeClr val="dk2"/>
              </a:buClr>
              <a:buSzPts val="1400"/>
              <a:buChar char="○"/>
              <a:defRPr>
                <a:solidFill>
                  <a:schemeClr val="dk2"/>
                </a:solidFill>
              </a:defRPr>
            </a:lvl5pPr>
            <a:lvl6pPr lvl="5" rtl="0">
              <a:lnSpc>
                <a:spcPct val="115000"/>
              </a:lnSpc>
              <a:spcBef>
                <a:spcPts val="1600"/>
              </a:spcBef>
              <a:spcAft>
                <a:spcPts val="0"/>
              </a:spcAft>
              <a:buClr>
                <a:schemeClr val="dk2"/>
              </a:buClr>
              <a:buSzPts val="1400"/>
              <a:buChar char="■"/>
              <a:defRPr>
                <a:solidFill>
                  <a:schemeClr val="dk2"/>
                </a:solidFill>
              </a:defRPr>
            </a:lvl6pPr>
            <a:lvl7pPr lvl="6" rtl="0">
              <a:lnSpc>
                <a:spcPct val="115000"/>
              </a:lnSpc>
              <a:spcBef>
                <a:spcPts val="1600"/>
              </a:spcBef>
              <a:spcAft>
                <a:spcPts val="0"/>
              </a:spcAft>
              <a:buClr>
                <a:schemeClr val="dk2"/>
              </a:buClr>
              <a:buSzPts val="1400"/>
              <a:buChar char="●"/>
              <a:defRPr>
                <a:solidFill>
                  <a:schemeClr val="dk2"/>
                </a:solidFill>
              </a:defRPr>
            </a:lvl7pPr>
            <a:lvl8pPr lvl="7" rtl="0">
              <a:lnSpc>
                <a:spcPct val="115000"/>
              </a:lnSpc>
              <a:spcBef>
                <a:spcPts val="1600"/>
              </a:spcBef>
              <a:spcAft>
                <a:spcPts val="0"/>
              </a:spcAft>
              <a:buClr>
                <a:schemeClr val="dk2"/>
              </a:buClr>
              <a:buSzPts val="1400"/>
              <a:buChar char="○"/>
              <a:defRPr>
                <a:solidFill>
                  <a:schemeClr val="dk2"/>
                </a:solidFill>
              </a:defRPr>
            </a:lvl8pPr>
            <a:lvl9pPr lvl="8" rtl="0">
              <a:lnSpc>
                <a:spcPct val="115000"/>
              </a:lnSpc>
              <a:spcBef>
                <a:spcPts val="1600"/>
              </a:spcBef>
              <a:spcAft>
                <a:spcPts val="1600"/>
              </a:spcAft>
              <a:buClr>
                <a:schemeClr val="dk2"/>
              </a:buClr>
              <a:buSzPts val="1400"/>
              <a:buChar char="■"/>
              <a:defRPr>
                <a:solidFill>
                  <a:schemeClr val="dk2"/>
                </a:solidFill>
              </a:defRPr>
            </a:lvl9pPr>
          </a:lstStyle>
          <a:p>
            <a:r>
              <a:rPr lang="en-US"/>
              <a:t>Click to edit Master subtitle style</a:t>
            </a:r>
            <a:endParaRPr/>
          </a:p>
        </p:txBody>
      </p:sp>
    </p:spTree>
    <p:extLst>
      <p:ext uri="{BB962C8B-B14F-4D97-AF65-F5344CB8AC3E}">
        <p14:creationId xmlns:p14="http://schemas.microsoft.com/office/powerpoint/2010/main" val="174287153"/>
      </p:ext>
    </p:extLst>
  </p:cSld>
  <p:clrMapOvr>
    <a:masterClrMapping/>
  </p:clrMapOvr>
  <p:hf sldNum="0" hdr="0" ftr="0" dt="0"/>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text 5">
  <p:cSld name="Title and text 5">
    <p:spTree>
      <p:nvGrpSpPr>
        <p:cNvPr id="1" name="Shape 10653"/>
        <p:cNvGrpSpPr/>
        <p:nvPr/>
      </p:nvGrpSpPr>
      <p:grpSpPr>
        <a:xfrm>
          <a:off x="0" y="0"/>
          <a:ext cx="0" cy="0"/>
          <a:chOff x="0" y="0"/>
          <a:chExt cx="0" cy="0"/>
        </a:xfrm>
      </p:grpSpPr>
      <p:sp>
        <p:nvSpPr>
          <p:cNvPr id="10654" name="Google Shape;10654;p20"/>
          <p:cNvSpPr txBox="1">
            <a:spLocks noGrp="1"/>
          </p:cNvSpPr>
          <p:nvPr>
            <p:ph type="title"/>
          </p:nvPr>
        </p:nvSpPr>
        <p:spPr>
          <a:xfrm>
            <a:off x="720000" y="1735988"/>
            <a:ext cx="3929400" cy="730200"/>
          </a:xfrm>
          <a:prstGeom prst="rect">
            <a:avLst/>
          </a:prstGeom>
        </p:spPr>
        <p:txBody>
          <a:bodyPr spcFirstLastPara="1" wrap="square" lIns="91425" tIns="91425" rIns="91425" bIns="91425" anchor="b" anchorCtr="0">
            <a:noAutofit/>
          </a:bodyPr>
          <a:lstStyle>
            <a:lvl1pPr lvl="0" rtl="0">
              <a:lnSpc>
                <a:spcPct val="115000"/>
              </a:lnSpc>
              <a:spcBef>
                <a:spcPts val="0"/>
              </a:spcBef>
              <a:spcAft>
                <a:spcPts val="0"/>
              </a:spcAft>
              <a:buSzPts val="3500"/>
              <a:buNone/>
              <a:defRPr/>
            </a:lvl1pPr>
            <a:lvl2pPr lvl="1" rtl="0">
              <a:lnSpc>
                <a:spcPct val="115000"/>
              </a:lnSpc>
              <a:spcBef>
                <a:spcPts val="0"/>
              </a:spcBef>
              <a:spcAft>
                <a:spcPts val="0"/>
              </a:spcAft>
              <a:buSzPts val="3500"/>
              <a:buNone/>
              <a:defRPr/>
            </a:lvl2pPr>
            <a:lvl3pPr lvl="2" rtl="0">
              <a:lnSpc>
                <a:spcPct val="115000"/>
              </a:lnSpc>
              <a:spcBef>
                <a:spcPts val="0"/>
              </a:spcBef>
              <a:spcAft>
                <a:spcPts val="0"/>
              </a:spcAft>
              <a:buSzPts val="3500"/>
              <a:buNone/>
              <a:defRPr/>
            </a:lvl3pPr>
            <a:lvl4pPr lvl="3" rtl="0">
              <a:lnSpc>
                <a:spcPct val="115000"/>
              </a:lnSpc>
              <a:spcBef>
                <a:spcPts val="0"/>
              </a:spcBef>
              <a:spcAft>
                <a:spcPts val="0"/>
              </a:spcAft>
              <a:buSzPts val="3500"/>
              <a:buNone/>
              <a:defRPr/>
            </a:lvl4pPr>
            <a:lvl5pPr lvl="4" rtl="0">
              <a:lnSpc>
                <a:spcPct val="115000"/>
              </a:lnSpc>
              <a:spcBef>
                <a:spcPts val="0"/>
              </a:spcBef>
              <a:spcAft>
                <a:spcPts val="0"/>
              </a:spcAft>
              <a:buSzPts val="3500"/>
              <a:buNone/>
              <a:defRPr/>
            </a:lvl5pPr>
            <a:lvl6pPr lvl="5" rtl="0">
              <a:lnSpc>
                <a:spcPct val="115000"/>
              </a:lnSpc>
              <a:spcBef>
                <a:spcPts val="0"/>
              </a:spcBef>
              <a:spcAft>
                <a:spcPts val="0"/>
              </a:spcAft>
              <a:buSzPts val="3500"/>
              <a:buNone/>
              <a:defRPr/>
            </a:lvl6pPr>
            <a:lvl7pPr lvl="6" rtl="0">
              <a:lnSpc>
                <a:spcPct val="115000"/>
              </a:lnSpc>
              <a:spcBef>
                <a:spcPts val="0"/>
              </a:spcBef>
              <a:spcAft>
                <a:spcPts val="0"/>
              </a:spcAft>
              <a:buSzPts val="3500"/>
              <a:buNone/>
              <a:defRPr/>
            </a:lvl7pPr>
            <a:lvl8pPr lvl="7" rtl="0">
              <a:lnSpc>
                <a:spcPct val="115000"/>
              </a:lnSpc>
              <a:spcBef>
                <a:spcPts val="0"/>
              </a:spcBef>
              <a:spcAft>
                <a:spcPts val="0"/>
              </a:spcAft>
              <a:buSzPts val="3500"/>
              <a:buNone/>
              <a:defRPr/>
            </a:lvl8pPr>
            <a:lvl9pPr lvl="8" rtl="0">
              <a:lnSpc>
                <a:spcPct val="115000"/>
              </a:lnSpc>
              <a:spcBef>
                <a:spcPts val="0"/>
              </a:spcBef>
              <a:spcAft>
                <a:spcPts val="0"/>
              </a:spcAft>
              <a:buSzPts val="3500"/>
              <a:buNone/>
              <a:defRPr/>
            </a:lvl9pPr>
          </a:lstStyle>
          <a:p>
            <a:r>
              <a:rPr lang="en-US"/>
              <a:t>Click to edit Master title style</a:t>
            </a:r>
            <a:endParaRPr/>
          </a:p>
        </p:txBody>
      </p:sp>
      <p:sp>
        <p:nvSpPr>
          <p:cNvPr id="10655" name="Google Shape;10655;p20"/>
          <p:cNvSpPr txBox="1">
            <a:spLocks noGrp="1"/>
          </p:cNvSpPr>
          <p:nvPr>
            <p:ph type="subTitle" idx="1"/>
          </p:nvPr>
        </p:nvSpPr>
        <p:spPr>
          <a:xfrm>
            <a:off x="720000" y="2275163"/>
            <a:ext cx="3929400" cy="9489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r>
              <a:rPr lang="en-US"/>
              <a:t>Click to edit Master subtitle style</a:t>
            </a:r>
            <a:endParaRPr/>
          </a:p>
        </p:txBody>
      </p:sp>
      <p:grpSp>
        <p:nvGrpSpPr>
          <p:cNvPr id="10656" name="Google Shape;10656;p20"/>
          <p:cNvGrpSpPr/>
          <p:nvPr/>
        </p:nvGrpSpPr>
        <p:grpSpPr>
          <a:xfrm rot="5400000">
            <a:off x="6412545" y="2906246"/>
            <a:ext cx="347597" cy="4345456"/>
            <a:chOff x="-136402" y="-175976"/>
            <a:chExt cx="347597" cy="4345456"/>
          </a:xfrm>
        </p:grpSpPr>
        <p:sp>
          <p:nvSpPr>
            <p:cNvPr id="10657" name="Google Shape;10657;p20"/>
            <p:cNvSpPr/>
            <p:nvPr/>
          </p:nvSpPr>
          <p:spPr>
            <a:xfrm>
              <a:off x="-136402" y="-175976"/>
              <a:ext cx="273965" cy="273814"/>
            </a:xfrm>
            <a:custGeom>
              <a:avLst/>
              <a:gdLst/>
              <a:ahLst/>
              <a:cxnLst/>
              <a:rect l="l" t="t" r="r" b="b"/>
              <a:pathLst>
                <a:path w="3624" h="3622" extrusionOk="0">
                  <a:moveTo>
                    <a:pt x="1515" y="0"/>
                  </a:moveTo>
                  <a:lnTo>
                    <a:pt x="1" y="1513"/>
                  </a:lnTo>
                  <a:lnTo>
                    <a:pt x="1" y="3621"/>
                  </a:lnTo>
                  <a:lnTo>
                    <a:pt x="36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8" name="Google Shape;10658;p20"/>
            <p:cNvSpPr/>
            <p:nvPr/>
          </p:nvSpPr>
          <p:spPr>
            <a:xfrm>
              <a:off x="-136402" y="1778994"/>
              <a:ext cx="347597" cy="506503"/>
            </a:xfrm>
            <a:custGeom>
              <a:avLst/>
              <a:gdLst/>
              <a:ahLst/>
              <a:cxnLst/>
              <a:rect l="l" t="t" r="r" b="b"/>
              <a:pathLst>
                <a:path w="4598" h="6700" extrusionOk="0">
                  <a:moveTo>
                    <a:pt x="4597" y="1"/>
                  </a:moveTo>
                  <a:lnTo>
                    <a:pt x="1" y="4597"/>
                  </a:lnTo>
                  <a:lnTo>
                    <a:pt x="1" y="6699"/>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9" name="Google Shape;10659;p20"/>
            <p:cNvSpPr/>
            <p:nvPr/>
          </p:nvSpPr>
          <p:spPr>
            <a:xfrm>
              <a:off x="-136402" y="2326153"/>
              <a:ext cx="347597" cy="506276"/>
            </a:xfrm>
            <a:custGeom>
              <a:avLst/>
              <a:gdLst/>
              <a:ahLst/>
              <a:cxnLst/>
              <a:rect l="l" t="t" r="r" b="b"/>
              <a:pathLst>
                <a:path w="4598" h="6697" extrusionOk="0">
                  <a:moveTo>
                    <a:pt x="4597" y="0"/>
                  </a:moveTo>
                  <a:lnTo>
                    <a:pt x="1" y="4597"/>
                  </a:lnTo>
                  <a:lnTo>
                    <a:pt x="1" y="6697"/>
                  </a:lnTo>
                  <a:lnTo>
                    <a:pt x="4597" y="2108"/>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0" name="Google Shape;10660;p20"/>
            <p:cNvSpPr/>
            <p:nvPr/>
          </p:nvSpPr>
          <p:spPr>
            <a:xfrm>
              <a:off x="-136402" y="-175976"/>
              <a:ext cx="91624" cy="91473"/>
            </a:xfrm>
            <a:custGeom>
              <a:avLst/>
              <a:gdLst/>
              <a:ahLst/>
              <a:cxnLst/>
              <a:rect l="l" t="t" r="r" b="b"/>
              <a:pathLst>
                <a:path w="1212" h="1210" extrusionOk="0">
                  <a:moveTo>
                    <a:pt x="1" y="0"/>
                  </a:moveTo>
                  <a:lnTo>
                    <a:pt x="1" y="1209"/>
                  </a:lnTo>
                  <a:lnTo>
                    <a:pt x="12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1" name="Google Shape;10661;p20"/>
            <p:cNvSpPr/>
            <p:nvPr/>
          </p:nvSpPr>
          <p:spPr>
            <a:xfrm>
              <a:off x="-136402" y="3602504"/>
              <a:ext cx="347597" cy="506428"/>
            </a:xfrm>
            <a:custGeom>
              <a:avLst/>
              <a:gdLst/>
              <a:ahLst/>
              <a:cxnLst/>
              <a:rect l="l" t="t" r="r" b="b"/>
              <a:pathLst>
                <a:path w="4598" h="6699" extrusionOk="0">
                  <a:moveTo>
                    <a:pt x="4597" y="1"/>
                  </a:moveTo>
                  <a:lnTo>
                    <a:pt x="1" y="4597"/>
                  </a:lnTo>
                  <a:lnTo>
                    <a:pt x="1" y="6699"/>
                  </a:lnTo>
                  <a:lnTo>
                    <a:pt x="4597" y="2102"/>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2" name="Google Shape;10662;p20"/>
            <p:cNvSpPr/>
            <p:nvPr/>
          </p:nvSpPr>
          <p:spPr>
            <a:xfrm>
              <a:off x="-136402" y="3420168"/>
              <a:ext cx="347597" cy="506352"/>
            </a:xfrm>
            <a:custGeom>
              <a:avLst/>
              <a:gdLst/>
              <a:ahLst/>
              <a:cxnLst/>
              <a:rect l="l" t="t" r="r" b="b"/>
              <a:pathLst>
                <a:path w="4598" h="6698" extrusionOk="0">
                  <a:moveTo>
                    <a:pt x="4597" y="1"/>
                  </a:moveTo>
                  <a:lnTo>
                    <a:pt x="1" y="4597"/>
                  </a:lnTo>
                  <a:lnTo>
                    <a:pt x="1" y="6697"/>
                  </a:lnTo>
                  <a:lnTo>
                    <a:pt x="4597" y="2103"/>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3" name="Google Shape;10663;p20"/>
            <p:cNvSpPr/>
            <p:nvPr/>
          </p:nvSpPr>
          <p:spPr>
            <a:xfrm>
              <a:off x="-136402" y="3237908"/>
              <a:ext cx="347597" cy="506276"/>
            </a:xfrm>
            <a:custGeom>
              <a:avLst/>
              <a:gdLst/>
              <a:ahLst/>
              <a:cxnLst/>
              <a:rect l="l" t="t" r="r" b="b"/>
              <a:pathLst>
                <a:path w="4598" h="6697" extrusionOk="0">
                  <a:moveTo>
                    <a:pt x="4597" y="0"/>
                  </a:moveTo>
                  <a:lnTo>
                    <a:pt x="1" y="4596"/>
                  </a:lnTo>
                  <a:lnTo>
                    <a:pt x="1" y="6696"/>
                  </a:lnTo>
                  <a:lnTo>
                    <a:pt x="4597" y="2100"/>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4" name="Google Shape;10664;p20"/>
            <p:cNvSpPr/>
            <p:nvPr/>
          </p:nvSpPr>
          <p:spPr>
            <a:xfrm>
              <a:off x="-136402" y="3055572"/>
              <a:ext cx="347597" cy="506276"/>
            </a:xfrm>
            <a:custGeom>
              <a:avLst/>
              <a:gdLst/>
              <a:ahLst/>
              <a:cxnLst/>
              <a:rect l="l" t="t" r="r" b="b"/>
              <a:pathLst>
                <a:path w="4598" h="6697" extrusionOk="0">
                  <a:moveTo>
                    <a:pt x="4597" y="0"/>
                  </a:moveTo>
                  <a:lnTo>
                    <a:pt x="1" y="4595"/>
                  </a:lnTo>
                  <a:lnTo>
                    <a:pt x="1" y="6697"/>
                  </a:lnTo>
                  <a:lnTo>
                    <a:pt x="4597" y="2107"/>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5" name="Google Shape;10665;p20"/>
            <p:cNvSpPr/>
            <p:nvPr/>
          </p:nvSpPr>
          <p:spPr>
            <a:xfrm>
              <a:off x="-136402" y="-175976"/>
              <a:ext cx="347597" cy="456155"/>
            </a:xfrm>
            <a:custGeom>
              <a:avLst/>
              <a:gdLst/>
              <a:ahLst/>
              <a:cxnLst/>
              <a:rect l="l" t="t" r="r" b="b"/>
              <a:pathLst>
                <a:path w="4598" h="6034" extrusionOk="0">
                  <a:moveTo>
                    <a:pt x="3927" y="0"/>
                  </a:moveTo>
                  <a:lnTo>
                    <a:pt x="1" y="3925"/>
                  </a:lnTo>
                  <a:lnTo>
                    <a:pt x="1" y="6033"/>
                  </a:lnTo>
                  <a:lnTo>
                    <a:pt x="4597" y="1437"/>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6" name="Google Shape;10666;p20"/>
            <p:cNvSpPr/>
            <p:nvPr/>
          </p:nvSpPr>
          <p:spPr>
            <a:xfrm>
              <a:off x="-136402" y="2690749"/>
              <a:ext cx="347597" cy="506428"/>
            </a:xfrm>
            <a:custGeom>
              <a:avLst/>
              <a:gdLst/>
              <a:ahLst/>
              <a:cxnLst/>
              <a:rect l="l" t="t" r="r" b="b"/>
              <a:pathLst>
                <a:path w="4598" h="6699" extrusionOk="0">
                  <a:moveTo>
                    <a:pt x="4597" y="1"/>
                  </a:moveTo>
                  <a:lnTo>
                    <a:pt x="1" y="4597"/>
                  </a:lnTo>
                  <a:lnTo>
                    <a:pt x="1" y="6699"/>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7" name="Google Shape;10667;p20"/>
            <p:cNvSpPr/>
            <p:nvPr/>
          </p:nvSpPr>
          <p:spPr>
            <a:xfrm>
              <a:off x="-136402" y="1232062"/>
              <a:ext cx="347597" cy="506957"/>
            </a:xfrm>
            <a:custGeom>
              <a:avLst/>
              <a:gdLst/>
              <a:ahLst/>
              <a:cxnLst/>
              <a:rect l="l" t="t" r="r" b="b"/>
              <a:pathLst>
                <a:path w="4598" h="6706" extrusionOk="0">
                  <a:moveTo>
                    <a:pt x="4597" y="0"/>
                  </a:moveTo>
                  <a:lnTo>
                    <a:pt x="1" y="4597"/>
                  </a:lnTo>
                  <a:lnTo>
                    <a:pt x="1" y="6705"/>
                  </a:lnTo>
                  <a:lnTo>
                    <a:pt x="4597" y="2109"/>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8" name="Google Shape;10668;p20"/>
            <p:cNvSpPr/>
            <p:nvPr/>
          </p:nvSpPr>
          <p:spPr>
            <a:xfrm>
              <a:off x="-136402" y="2508489"/>
              <a:ext cx="347597" cy="506428"/>
            </a:xfrm>
            <a:custGeom>
              <a:avLst/>
              <a:gdLst/>
              <a:ahLst/>
              <a:cxnLst/>
              <a:rect l="l" t="t" r="r" b="b"/>
              <a:pathLst>
                <a:path w="4598" h="6699" extrusionOk="0">
                  <a:moveTo>
                    <a:pt x="4597" y="0"/>
                  </a:moveTo>
                  <a:lnTo>
                    <a:pt x="1" y="4596"/>
                  </a:lnTo>
                  <a:lnTo>
                    <a:pt x="1" y="6698"/>
                  </a:lnTo>
                  <a:lnTo>
                    <a:pt x="4597" y="2108"/>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9" name="Google Shape;10669;p20"/>
            <p:cNvSpPr/>
            <p:nvPr/>
          </p:nvSpPr>
          <p:spPr>
            <a:xfrm>
              <a:off x="-136402" y="1049726"/>
              <a:ext cx="347597" cy="506806"/>
            </a:xfrm>
            <a:custGeom>
              <a:avLst/>
              <a:gdLst/>
              <a:ahLst/>
              <a:cxnLst/>
              <a:rect l="l" t="t" r="r" b="b"/>
              <a:pathLst>
                <a:path w="4598" h="6704" extrusionOk="0">
                  <a:moveTo>
                    <a:pt x="4597" y="1"/>
                  </a:moveTo>
                  <a:lnTo>
                    <a:pt x="1" y="4597"/>
                  </a:lnTo>
                  <a:lnTo>
                    <a:pt x="1" y="6704"/>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0" name="Google Shape;10670;p20"/>
            <p:cNvSpPr/>
            <p:nvPr/>
          </p:nvSpPr>
          <p:spPr>
            <a:xfrm>
              <a:off x="-136402" y="503172"/>
              <a:ext cx="347597" cy="506428"/>
            </a:xfrm>
            <a:custGeom>
              <a:avLst/>
              <a:gdLst/>
              <a:ahLst/>
              <a:cxnLst/>
              <a:rect l="l" t="t" r="r" b="b"/>
              <a:pathLst>
                <a:path w="4598" h="6699" extrusionOk="0">
                  <a:moveTo>
                    <a:pt x="4597" y="0"/>
                  </a:moveTo>
                  <a:lnTo>
                    <a:pt x="1" y="4590"/>
                  </a:lnTo>
                  <a:lnTo>
                    <a:pt x="1" y="6698"/>
                  </a:lnTo>
                  <a:lnTo>
                    <a:pt x="4597" y="2102"/>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1" name="Google Shape;10671;p20"/>
            <p:cNvSpPr/>
            <p:nvPr/>
          </p:nvSpPr>
          <p:spPr>
            <a:xfrm>
              <a:off x="-136402" y="2143817"/>
              <a:ext cx="347597" cy="506276"/>
            </a:xfrm>
            <a:custGeom>
              <a:avLst/>
              <a:gdLst/>
              <a:ahLst/>
              <a:cxnLst/>
              <a:rect l="l" t="t" r="r" b="b"/>
              <a:pathLst>
                <a:path w="4598" h="6697" extrusionOk="0">
                  <a:moveTo>
                    <a:pt x="4597" y="0"/>
                  </a:moveTo>
                  <a:lnTo>
                    <a:pt x="1" y="4597"/>
                  </a:lnTo>
                  <a:lnTo>
                    <a:pt x="1" y="6697"/>
                  </a:lnTo>
                  <a:lnTo>
                    <a:pt x="4597" y="2109"/>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2" name="Google Shape;10672;p20"/>
            <p:cNvSpPr/>
            <p:nvPr/>
          </p:nvSpPr>
          <p:spPr>
            <a:xfrm>
              <a:off x="-136402" y="1596734"/>
              <a:ext cx="347597" cy="506428"/>
            </a:xfrm>
            <a:custGeom>
              <a:avLst/>
              <a:gdLst/>
              <a:ahLst/>
              <a:cxnLst/>
              <a:rect l="l" t="t" r="r" b="b"/>
              <a:pathLst>
                <a:path w="4598" h="6699" extrusionOk="0">
                  <a:moveTo>
                    <a:pt x="4597" y="0"/>
                  </a:moveTo>
                  <a:lnTo>
                    <a:pt x="1" y="4597"/>
                  </a:lnTo>
                  <a:lnTo>
                    <a:pt x="1" y="6698"/>
                  </a:lnTo>
                  <a:lnTo>
                    <a:pt x="4597" y="2108"/>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3" name="Google Shape;10673;p20"/>
            <p:cNvSpPr/>
            <p:nvPr/>
          </p:nvSpPr>
          <p:spPr>
            <a:xfrm>
              <a:off x="-136402" y="320836"/>
              <a:ext cx="347597" cy="506428"/>
            </a:xfrm>
            <a:custGeom>
              <a:avLst/>
              <a:gdLst/>
              <a:ahLst/>
              <a:cxnLst/>
              <a:rect l="l" t="t" r="r" b="b"/>
              <a:pathLst>
                <a:path w="4598" h="6699" extrusionOk="0">
                  <a:moveTo>
                    <a:pt x="4597" y="0"/>
                  </a:moveTo>
                  <a:lnTo>
                    <a:pt x="1" y="4590"/>
                  </a:lnTo>
                  <a:lnTo>
                    <a:pt x="1" y="6698"/>
                  </a:lnTo>
                  <a:lnTo>
                    <a:pt x="4597" y="2102"/>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4" name="Google Shape;10674;p20"/>
            <p:cNvSpPr/>
            <p:nvPr/>
          </p:nvSpPr>
          <p:spPr>
            <a:xfrm>
              <a:off x="-136402" y="3784840"/>
              <a:ext cx="347597" cy="384640"/>
            </a:xfrm>
            <a:custGeom>
              <a:avLst/>
              <a:gdLst/>
              <a:ahLst/>
              <a:cxnLst/>
              <a:rect l="l" t="t" r="r" b="b"/>
              <a:pathLst>
                <a:path w="4598" h="5088" extrusionOk="0">
                  <a:moveTo>
                    <a:pt x="4597" y="1"/>
                  </a:moveTo>
                  <a:lnTo>
                    <a:pt x="1" y="4597"/>
                  </a:lnTo>
                  <a:lnTo>
                    <a:pt x="1" y="5088"/>
                  </a:lnTo>
                  <a:lnTo>
                    <a:pt x="1611" y="5088"/>
                  </a:lnTo>
                  <a:lnTo>
                    <a:pt x="4597" y="2102"/>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5" name="Google Shape;10675;p20"/>
            <p:cNvSpPr/>
            <p:nvPr/>
          </p:nvSpPr>
          <p:spPr>
            <a:xfrm>
              <a:off x="-136402" y="1414398"/>
              <a:ext cx="347597" cy="506957"/>
            </a:xfrm>
            <a:custGeom>
              <a:avLst/>
              <a:gdLst/>
              <a:ahLst/>
              <a:cxnLst/>
              <a:rect l="l" t="t" r="r" b="b"/>
              <a:pathLst>
                <a:path w="4598" h="6706" extrusionOk="0">
                  <a:moveTo>
                    <a:pt x="4597" y="0"/>
                  </a:moveTo>
                  <a:lnTo>
                    <a:pt x="1" y="4597"/>
                  </a:lnTo>
                  <a:lnTo>
                    <a:pt x="1" y="6705"/>
                  </a:lnTo>
                  <a:lnTo>
                    <a:pt x="4597" y="2109"/>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6" name="Google Shape;10676;p20"/>
            <p:cNvSpPr/>
            <p:nvPr/>
          </p:nvSpPr>
          <p:spPr>
            <a:xfrm>
              <a:off x="-136402" y="685583"/>
              <a:ext cx="347597" cy="506276"/>
            </a:xfrm>
            <a:custGeom>
              <a:avLst/>
              <a:gdLst/>
              <a:ahLst/>
              <a:cxnLst/>
              <a:rect l="l" t="t" r="r" b="b"/>
              <a:pathLst>
                <a:path w="4598" h="6697" extrusionOk="0">
                  <a:moveTo>
                    <a:pt x="4597" y="1"/>
                  </a:moveTo>
                  <a:lnTo>
                    <a:pt x="1" y="4589"/>
                  </a:lnTo>
                  <a:lnTo>
                    <a:pt x="1" y="6697"/>
                  </a:lnTo>
                  <a:lnTo>
                    <a:pt x="4597" y="2101"/>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7" name="Google Shape;10677;p20"/>
            <p:cNvSpPr/>
            <p:nvPr/>
          </p:nvSpPr>
          <p:spPr>
            <a:xfrm>
              <a:off x="-136402" y="2873085"/>
              <a:ext cx="347597" cy="506428"/>
            </a:xfrm>
            <a:custGeom>
              <a:avLst/>
              <a:gdLst/>
              <a:ahLst/>
              <a:cxnLst/>
              <a:rect l="l" t="t" r="r" b="b"/>
              <a:pathLst>
                <a:path w="4598" h="6699" extrusionOk="0">
                  <a:moveTo>
                    <a:pt x="4597" y="1"/>
                  </a:moveTo>
                  <a:lnTo>
                    <a:pt x="1" y="4597"/>
                  </a:lnTo>
                  <a:lnTo>
                    <a:pt x="1" y="6699"/>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8" name="Google Shape;10678;p20"/>
            <p:cNvSpPr/>
            <p:nvPr/>
          </p:nvSpPr>
          <p:spPr>
            <a:xfrm>
              <a:off x="-136402" y="-43836"/>
              <a:ext cx="347597" cy="506276"/>
            </a:xfrm>
            <a:custGeom>
              <a:avLst/>
              <a:gdLst/>
              <a:ahLst/>
              <a:cxnLst/>
              <a:rect l="l" t="t" r="r" b="b"/>
              <a:pathLst>
                <a:path w="4598" h="6697" extrusionOk="0">
                  <a:moveTo>
                    <a:pt x="4597" y="1"/>
                  </a:moveTo>
                  <a:lnTo>
                    <a:pt x="1" y="4590"/>
                  </a:lnTo>
                  <a:lnTo>
                    <a:pt x="1" y="6697"/>
                  </a:lnTo>
                  <a:lnTo>
                    <a:pt x="4597" y="2102"/>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9" name="Google Shape;10679;p20"/>
            <p:cNvSpPr/>
            <p:nvPr/>
          </p:nvSpPr>
          <p:spPr>
            <a:xfrm>
              <a:off x="8971" y="3967175"/>
              <a:ext cx="202223" cy="202299"/>
            </a:xfrm>
            <a:custGeom>
              <a:avLst/>
              <a:gdLst/>
              <a:ahLst/>
              <a:cxnLst/>
              <a:rect l="l" t="t" r="r" b="b"/>
              <a:pathLst>
                <a:path w="2675" h="2676" extrusionOk="0">
                  <a:moveTo>
                    <a:pt x="2674" y="0"/>
                  </a:moveTo>
                  <a:lnTo>
                    <a:pt x="0" y="2676"/>
                  </a:lnTo>
                  <a:lnTo>
                    <a:pt x="2100" y="2676"/>
                  </a:lnTo>
                  <a:lnTo>
                    <a:pt x="2674" y="2102"/>
                  </a:lnTo>
                  <a:lnTo>
                    <a:pt x="267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0" name="Google Shape;10680;p20"/>
            <p:cNvSpPr/>
            <p:nvPr/>
          </p:nvSpPr>
          <p:spPr>
            <a:xfrm>
              <a:off x="-136402" y="1961481"/>
              <a:ext cx="347597" cy="506276"/>
            </a:xfrm>
            <a:custGeom>
              <a:avLst/>
              <a:gdLst/>
              <a:ahLst/>
              <a:cxnLst/>
              <a:rect l="l" t="t" r="r" b="b"/>
              <a:pathLst>
                <a:path w="4598" h="6697" extrusionOk="0">
                  <a:moveTo>
                    <a:pt x="4597" y="0"/>
                  </a:moveTo>
                  <a:lnTo>
                    <a:pt x="1" y="4595"/>
                  </a:lnTo>
                  <a:lnTo>
                    <a:pt x="1" y="6697"/>
                  </a:lnTo>
                  <a:lnTo>
                    <a:pt x="4597" y="2107"/>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1" name="Google Shape;10681;p20"/>
            <p:cNvSpPr/>
            <p:nvPr/>
          </p:nvSpPr>
          <p:spPr>
            <a:xfrm>
              <a:off x="-136402" y="867919"/>
              <a:ext cx="347597" cy="506276"/>
            </a:xfrm>
            <a:custGeom>
              <a:avLst/>
              <a:gdLst/>
              <a:ahLst/>
              <a:cxnLst/>
              <a:rect l="l" t="t" r="r" b="b"/>
              <a:pathLst>
                <a:path w="4598" h="6697" extrusionOk="0">
                  <a:moveTo>
                    <a:pt x="4597" y="0"/>
                  </a:moveTo>
                  <a:lnTo>
                    <a:pt x="1" y="4589"/>
                  </a:lnTo>
                  <a:lnTo>
                    <a:pt x="1" y="6697"/>
                  </a:lnTo>
                  <a:lnTo>
                    <a:pt x="4597" y="2100"/>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2" name="Google Shape;10682;p20"/>
            <p:cNvSpPr/>
            <p:nvPr/>
          </p:nvSpPr>
          <p:spPr>
            <a:xfrm>
              <a:off x="-136402" y="138500"/>
              <a:ext cx="347597" cy="506428"/>
            </a:xfrm>
            <a:custGeom>
              <a:avLst/>
              <a:gdLst/>
              <a:ahLst/>
              <a:cxnLst/>
              <a:rect l="l" t="t" r="r" b="b"/>
              <a:pathLst>
                <a:path w="4598" h="6699" extrusionOk="0">
                  <a:moveTo>
                    <a:pt x="4597" y="0"/>
                  </a:moveTo>
                  <a:lnTo>
                    <a:pt x="1" y="4590"/>
                  </a:lnTo>
                  <a:lnTo>
                    <a:pt x="1" y="6698"/>
                  </a:lnTo>
                  <a:lnTo>
                    <a:pt x="4597" y="2102"/>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3" name="Google Shape;10683;p20"/>
            <p:cNvSpPr/>
            <p:nvPr/>
          </p:nvSpPr>
          <p:spPr>
            <a:xfrm>
              <a:off x="191311" y="4149587"/>
              <a:ext cx="19882" cy="19882"/>
            </a:xfrm>
            <a:custGeom>
              <a:avLst/>
              <a:gdLst/>
              <a:ahLst/>
              <a:cxnLst/>
              <a:rect l="l" t="t" r="r" b="b"/>
              <a:pathLst>
                <a:path w="263" h="263" extrusionOk="0">
                  <a:moveTo>
                    <a:pt x="262" y="1"/>
                  </a:moveTo>
                  <a:lnTo>
                    <a:pt x="0" y="263"/>
                  </a:lnTo>
                  <a:lnTo>
                    <a:pt x="262" y="263"/>
                  </a:lnTo>
                  <a:lnTo>
                    <a:pt x="26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4" name="Google Shape;10684;p20"/>
          <p:cNvGrpSpPr/>
          <p:nvPr/>
        </p:nvGrpSpPr>
        <p:grpSpPr>
          <a:xfrm rot="5400000">
            <a:off x="6412547" y="2906248"/>
            <a:ext cx="347597" cy="4345451"/>
            <a:chOff x="-136402" y="-175976"/>
            <a:chExt cx="347597" cy="4345451"/>
          </a:xfrm>
        </p:grpSpPr>
        <p:sp>
          <p:nvSpPr>
            <p:cNvPr id="10685" name="Google Shape;10685;p20"/>
            <p:cNvSpPr/>
            <p:nvPr/>
          </p:nvSpPr>
          <p:spPr>
            <a:xfrm>
              <a:off x="-136402" y="3579069"/>
              <a:ext cx="347597" cy="371033"/>
            </a:xfrm>
            <a:custGeom>
              <a:avLst/>
              <a:gdLst/>
              <a:ahLst/>
              <a:cxnLst/>
              <a:rect l="l" t="t" r="r" b="b"/>
              <a:pathLst>
                <a:path w="4598" h="4908" extrusionOk="0">
                  <a:moveTo>
                    <a:pt x="4597" y="1"/>
                  </a:moveTo>
                  <a:lnTo>
                    <a:pt x="1" y="4595"/>
                  </a:lnTo>
                  <a:lnTo>
                    <a:pt x="1" y="4907"/>
                  </a:lnTo>
                  <a:lnTo>
                    <a:pt x="4597" y="311"/>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6" name="Google Shape;10686;p20"/>
            <p:cNvSpPr/>
            <p:nvPr/>
          </p:nvSpPr>
          <p:spPr>
            <a:xfrm>
              <a:off x="-136402" y="2850179"/>
              <a:ext cx="347597" cy="370503"/>
            </a:xfrm>
            <a:custGeom>
              <a:avLst/>
              <a:gdLst/>
              <a:ahLst/>
              <a:cxnLst/>
              <a:rect l="l" t="t" r="r" b="b"/>
              <a:pathLst>
                <a:path w="4598" h="4901" extrusionOk="0">
                  <a:moveTo>
                    <a:pt x="4597" y="0"/>
                  </a:moveTo>
                  <a:lnTo>
                    <a:pt x="1" y="4590"/>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7" name="Google Shape;10687;p20"/>
            <p:cNvSpPr/>
            <p:nvPr/>
          </p:nvSpPr>
          <p:spPr>
            <a:xfrm>
              <a:off x="-14615" y="3943741"/>
              <a:ext cx="225810" cy="225734"/>
            </a:xfrm>
            <a:custGeom>
              <a:avLst/>
              <a:gdLst/>
              <a:ahLst/>
              <a:cxnLst/>
              <a:rect l="l" t="t" r="r" b="b"/>
              <a:pathLst>
                <a:path w="2987" h="2986" extrusionOk="0">
                  <a:moveTo>
                    <a:pt x="2986" y="0"/>
                  </a:moveTo>
                  <a:lnTo>
                    <a:pt x="0" y="2986"/>
                  </a:lnTo>
                  <a:lnTo>
                    <a:pt x="312" y="2986"/>
                  </a:lnTo>
                  <a:lnTo>
                    <a:pt x="2986" y="310"/>
                  </a:lnTo>
                  <a:lnTo>
                    <a:pt x="29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8" name="Google Shape;10688;p20"/>
            <p:cNvSpPr/>
            <p:nvPr/>
          </p:nvSpPr>
          <p:spPr>
            <a:xfrm>
              <a:off x="-136402" y="3214775"/>
              <a:ext cx="347597" cy="370655"/>
            </a:xfrm>
            <a:custGeom>
              <a:avLst/>
              <a:gdLst/>
              <a:ahLst/>
              <a:cxnLst/>
              <a:rect l="l" t="t" r="r" b="b"/>
              <a:pathLst>
                <a:path w="4598" h="4903" extrusionOk="0">
                  <a:moveTo>
                    <a:pt x="4597" y="1"/>
                  </a:moveTo>
                  <a:lnTo>
                    <a:pt x="1" y="4591"/>
                  </a:lnTo>
                  <a:lnTo>
                    <a:pt x="1" y="4902"/>
                  </a:lnTo>
                  <a:lnTo>
                    <a:pt x="4597" y="306"/>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9" name="Google Shape;10689;p20"/>
            <p:cNvSpPr/>
            <p:nvPr/>
          </p:nvSpPr>
          <p:spPr>
            <a:xfrm>
              <a:off x="-136402" y="2485508"/>
              <a:ext cx="347597" cy="370503"/>
            </a:xfrm>
            <a:custGeom>
              <a:avLst/>
              <a:gdLst/>
              <a:ahLst/>
              <a:cxnLst/>
              <a:rect l="l" t="t" r="r" b="b"/>
              <a:pathLst>
                <a:path w="4598" h="4901" extrusionOk="0">
                  <a:moveTo>
                    <a:pt x="4597" y="0"/>
                  </a:moveTo>
                  <a:lnTo>
                    <a:pt x="1" y="4589"/>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0" name="Google Shape;10690;p20"/>
            <p:cNvSpPr/>
            <p:nvPr/>
          </p:nvSpPr>
          <p:spPr>
            <a:xfrm>
              <a:off x="-136402" y="2120760"/>
              <a:ext cx="347597" cy="370579"/>
            </a:xfrm>
            <a:custGeom>
              <a:avLst/>
              <a:gdLst/>
              <a:ahLst/>
              <a:cxnLst/>
              <a:rect l="l" t="t" r="r" b="b"/>
              <a:pathLst>
                <a:path w="4598" h="4902" extrusionOk="0">
                  <a:moveTo>
                    <a:pt x="4597" y="0"/>
                  </a:moveTo>
                  <a:lnTo>
                    <a:pt x="1" y="4590"/>
                  </a:lnTo>
                  <a:lnTo>
                    <a:pt x="1" y="4902"/>
                  </a:lnTo>
                  <a:lnTo>
                    <a:pt x="4597" y="305"/>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1" name="Google Shape;10691;p20"/>
            <p:cNvSpPr/>
            <p:nvPr/>
          </p:nvSpPr>
          <p:spPr>
            <a:xfrm>
              <a:off x="-136402" y="1756088"/>
              <a:ext cx="347597" cy="370503"/>
            </a:xfrm>
            <a:custGeom>
              <a:avLst/>
              <a:gdLst/>
              <a:ahLst/>
              <a:cxnLst/>
              <a:rect l="l" t="t" r="r" b="b"/>
              <a:pathLst>
                <a:path w="4598" h="4901" extrusionOk="0">
                  <a:moveTo>
                    <a:pt x="4597" y="0"/>
                  </a:moveTo>
                  <a:lnTo>
                    <a:pt x="1" y="4590"/>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2" name="Google Shape;10692;p20"/>
            <p:cNvSpPr/>
            <p:nvPr/>
          </p:nvSpPr>
          <p:spPr>
            <a:xfrm>
              <a:off x="-136402" y="1391417"/>
              <a:ext cx="347597" cy="370503"/>
            </a:xfrm>
            <a:custGeom>
              <a:avLst/>
              <a:gdLst/>
              <a:ahLst/>
              <a:cxnLst/>
              <a:rect l="l" t="t" r="r" b="b"/>
              <a:pathLst>
                <a:path w="4598" h="4901" extrusionOk="0">
                  <a:moveTo>
                    <a:pt x="4597" y="1"/>
                  </a:moveTo>
                  <a:lnTo>
                    <a:pt x="1" y="4597"/>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3" name="Google Shape;10693;p20"/>
            <p:cNvSpPr/>
            <p:nvPr/>
          </p:nvSpPr>
          <p:spPr>
            <a:xfrm>
              <a:off x="-136402" y="1026669"/>
              <a:ext cx="347597" cy="370655"/>
            </a:xfrm>
            <a:custGeom>
              <a:avLst/>
              <a:gdLst/>
              <a:ahLst/>
              <a:cxnLst/>
              <a:rect l="l" t="t" r="r" b="b"/>
              <a:pathLst>
                <a:path w="4598" h="4903" extrusionOk="0">
                  <a:moveTo>
                    <a:pt x="4597" y="0"/>
                  </a:moveTo>
                  <a:lnTo>
                    <a:pt x="1" y="4597"/>
                  </a:lnTo>
                  <a:lnTo>
                    <a:pt x="1" y="4902"/>
                  </a:lnTo>
                  <a:lnTo>
                    <a:pt x="4597" y="306"/>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4" name="Google Shape;10694;p20"/>
            <p:cNvSpPr/>
            <p:nvPr/>
          </p:nvSpPr>
          <p:spPr>
            <a:xfrm>
              <a:off x="-136402" y="661998"/>
              <a:ext cx="347597" cy="370503"/>
            </a:xfrm>
            <a:custGeom>
              <a:avLst/>
              <a:gdLst/>
              <a:ahLst/>
              <a:cxnLst/>
              <a:rect l="l" t="t" r="r" b="b"/>
              <a:pathLst>
                <a:path w="4598" h="4901" extrusionOk="0">
                  <a:moveTo>
                    <a:pt x="4597" y="1"/>
                  </a:moveTo>
                  <a:lnTo>
                    <a:pt x="1" y="4597"/>
                  </a:lnTo>
                  <a:lnTo>
                    <a:pt x="1" y="4901"/>
                  </a:lnTo>
                  <a:lnTo>
                    <a:pt x="4597" y="313"/>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5" name="Google Shape;10695;p20"/>
            <p:cNvSpPr/>
            <p:nvPr/>
          </p:nvSpPr>
          <p:spPr>
            <a:xfrm>
              <a:off x="-136402" y="297402"/>
              <a:ext cx="347597" cy="370503"/>
            </a:xfrm>
            <a:custGeom>
              <a:avLst/>
              <a:gdLst/>
              <a:ahLst/>
              <a:cxnLst/>
              <a:rect l="l" t="t" r="r" b="b"/>
              <a:pathLst>
                <a:path w="4598" h="4901" extrusionOk="0">
                  <a:moveTo>
                    <a:pt x="4597" y="0"/>
                  </a:moveTo>
                  <a:lnTo>
                    <a:pt x="1" y="4596"/>
                  </a:lnTo>
                  <a:lnTo>
                    <a:pt x="1" y="4900"/>
                  </a:lnTo>
                  <a:lnTo>
                    <a:pt x="4597" y="310"/>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6" name="Google Shape;10696;p20"/>
            <p:cNvSpPr/>
            <p:nvPr/>
          </p:nvSpPr>
          <p:spPr>
            <a:xfrm>
              <a:off x="-136402" y="-67421"/>
              <a:ext cx="347597" cy="370655"/>
            </a:xfrm>
            <a:custGeom>
              <a:avLst/>
              <a:gdLst/>
              <a:ahLst/>
              <a:cxnLst/>
              <a:rect l="l" t="t" r="r" b="b"/>
              <a:pathLst>
                <a:path w="4598" h="4903" extrusionOk="0">
                  <a:moveTo>
                    <a:pt x="4597" y="1"/>
                  </a:moveTo>
                  <a:lnTo>
                    <a:pt x="1" y="4597"/>
                  </a:lnTo>
                  <a:lnTo>
                    <a:pt x="1" y="4902"/>
                  </a:lnTo>
                  <a:lnTo>
                    <a:pt x="4597" y="313"/>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7" name="Google Shape;10697;p20"/>
            <p:cNvSpPr/>
            <p:nvPr/>
          </p:nvSpPr>
          <p:spPr>
            <a:xfrm>
              <a:off x="-136402" y="-175976"/>
              <a:ext cx="114606" cy="114379"/>
            </a:xfrm>
            <a:custGeom>
              <a:avLst/>
              <a:gdLst/>
              <a:ahLst/>
              <a:cxnLst/>
              <a:rect l="l" t="t" r="r" b="b"/>
              <a:pathLst>
                <a:path w="1516" h="1513" extrusionOk="0">
                  <a:moveTo>
                    <a:pt x="1212" y="0"/>
                  </a:moveTo>
                  <a:lnTo>
                    <a:pt x="1" y="1209"/>
                  </a:lnTo>
                  <a:lnTo>
                    <a:pt x="1" y="1513"/>
                  </a:lnTo>
                  <a:lnTo>
                    <a:pt x="15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8" name="Google Shape;10698;p20"/>
            <p:cNvSpPr/>
            <p:nvPr/>
          </p:nvSpPr>
          <p:spPr>
            <a:xfrm>
              <a:off x="167725" y="4126077"/>
              <a:ext cx="43469" cy="43393"/>
            </a:xfrm>
            <a:custGeom>
              <a:avLst/>
              <a:gdLst/>
              <a:ahLst/>
              <a:cxnLst/>
              <a:rect l="l" t="t" r="r" b="b"/>
              <a:pathLst>
                <a:path w="575" h="574" extrusionOk="0">
                  <a:moveTo>
                    <a:pt x="574" y="0"/>
                  </a:moveTo>
                  <a:lnTo>
                    <a:pt x="0" y="574"/>
                  </a:lnTo>
                  <a:lnTo>
                    <a:pt x="312" y="574"/>
                  </a:lnTo>
                  <a:lnTo>
                    <a:pt x="574" y="312"/>
                  </a:lnTo>
                  <a:lnTo>
                    <a:pt x="57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9" name="Google Shape;10699;p20"/>
            <p:cNvSpPr/>
            <p:nvPr/>
          </p:nvSpPr>
          <p:spPr>
            <a:xfrm>
              <a:off x="-136402" y="3396658"/>
              <a:ext cx="347597" cy="371108"/>
            </a:xfrm>
            <a:custGeom>
              <a:avLst/>
              <a:gdLst/>
              <a:ahLst/>
              <a:cxnLst/>
              <a:rect l="l" t="t" r="r" b="b"/>
              <a:pathLst>
                <a:path w="4598" h="4909" extrusionOk="0">
                  <a:moveTo>
                    <a:pt x="4597" y="0"/>
                  </a:moveTo>
                  <a:lnTo>
                    <a:pt x="1" y="4596"/>
                  </a:lnTo>
                  <a:lnTo>
                    <a:pt x="1" y="4908"/>
                  </a:lnTo>
                  <a:lnTo>
                    <a:pt x="4597" y="312"/>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0" name="Google Shape;10700;p20"/>
            <p:cNvSpPr/>
            <p:nvPr/>
          </p:nvSpPr>
          <p:spPr>
            <a:xfrm>
              <a:off x="-136402" y="2667843"/>
              <a:ext cx="347597" cy="370503"/>
            </a:xfrm>
            <a:custGeom>
              <a:avLst/>
              <a:gdLst/>
              <a:ahLst/>
              <a:cxnLst/>
              <a:rect l="l" t="t" r="r" b="b"/>
              <a:pathLst>
                <a:path w="4598" h="4901" extrusionOk="0">
                  <a:moveTo>
                    <a:pt x="4597" y="0"/>
                  </a:moveTo>
                  <a:lnTo>
                    <a:pt x="1" y="4590"/>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1" name="Google Shape;10701;p20"/>
            <p:cNvSpPr/>
            <p:nvPr/>
          </p:nvSpPr>
          <p:spPr>
            <a:xfrm>
              <a:off x="-136402" y="1938424"/>
              <a:ext cx="347597" cy="370503"/>
            </a:xfrm>
            <a:custGeom>
              <a:avLst/>
              <a:gdLst/>
              <a:ahLst/>
              <a:cxnLst/>
              <a:rect l="l" t="t" r="r" b="b"/>
              <a:pathLst>
                <a:path w="4598" h="4901" extrusionOk="0">
                  <a:moveTo>
                    <a:pt x="4597" y="0"/>
                  </a:moveTo>
                  <a:lnTo>
                    <a:pt x="1" y="4590"/>
                  </a:lnTo>
                  <a:lnTo>
                    <a:pt x="1" y="4900"/>
                  </a:lnTo>
                  <a:lnTo>
                    <a:pt x="4597" y="305"/>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2" name="Google Shape;10702;p20"/>
            <p:cNvSpPr/>
            <p:nvPr/>
          </p:nvSpPr>
          <p:spPr>
            <a:xfrm>
              <a:off x="-136402" y="1209081"/>
              <a:ext cx="347597" cy="370503"/>
            </a:xfrm>
            <a:custGeom>
              <a:avLst/>
              <a:gdLst/>
              <a:ahLst/>
              <a:cxnLst/>
              <a:rect l="l" t="t" r="r" b="b"/>
              <a:pathLst>
                <a:path w="4598" h="4901" extrusionOk="0">
                  <a:moveTo>
                    <a:pt x="4597" y="1"/>
                  </a:moveTo>
                  <a:lnTo>
                    <a:pt x="1" y="4596"/>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3" name="Google Shape;10703;p20"/>
            <p:cNvSpPr/>
            <p:nvPr/>
          </p:nvSpPr>
          <p:spPr>
            <a:xfrm>
              <a:off x="-136402" y="479662"/>
              <a:ext cx="347597" cy="370503"/>
            </a:xfrm>
            <a:custGeom>
              <a:avLst/>
              <a:gdLst/>
              <a:ahLst/>
              <a:cxnLst/>
              <a:rect l="l" t="t" r="r" b="b"/>
              <a:pathLst>
                <a:path w="4598" h="4901" extrusionOk="0">
                  <a:moveTo>
                    <a:pt x="4597" y="1"/>
                  </a:moveTo>
                  <a:lnTo>
                    <a:pt x="1" y="4597"/>
                  </a:lnTo>
                  <a:lnTo>
                    <a:pt x="1" y="4901"/>
                  </a:lnTo>
                  <a:lnTo>
                    <a:pt x="4597" y="311"/>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4" name="Google Shape;10704;p20"/>
            <p:cNvSpPr/>
            <p:nvPr/>
          </p:nvSpPr>
          <p:spPr>
            <a:xfrm>
              <a:off x="-136402" y="3761405"/>
              <a:ext cx="347597" cy="370957"/>
            </a:xfrm>
            <a:custGeom>
              <a:avLst/>
              <a:gdLst/>
              <a:ahLst/>
              <a:cxnLst/>
              <a:rect l="l" t="t" r="r" b="b"/>
              <a:pathLst>
                <a:path w="4598" h="4907" extrusionOk="0">
                  <a:moveTo>
                    <a:pt x="4597" y="0"/>
                  </a:moveTo>
                  <a:lnTo>
                    <a:pt x="1" y="4597"/>
                  </a:lnTo>
                  <a:lnTo>
                    <a:pt x="1" y="4907"/>
                  </a:lnTo>
                  <a:lnTo>
                    <a:pt x="4597" y="311"/>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5" name="Google Shape;10705;p20"/>
            <p:cNvSpPr/>
            <p:nvPr/>
          </p:nvSpPr>
          <p:spPr>
            <a:xfrm>
              <a:off x="-136402" y="3032440"/>
              <a:ext cx="347597" cy="370503"/>
            </a:xfrm>
            <a:custGeom>
              <a:avLst/>
              <a:gdLst/>
              <a:ahLst/>
              <a:cxnLst/>
              <a:rect l="l" t="t" r="r" b="b"/>
              <a:pathLst>
                <a:path w="4598" h="4901" extrusionOk="0">
                  <a:moveTo>
                    <a:pt x="4597" y="1"/>
                  </a:moveTo>
                  <a:lnTo>
                    <a:pt x="1" y="4591"/>
                  </a:lnTo>
                  <a:lnTo>
                    <a:pt x="1" y="4901"/>
                  </a:lnTo>
                  <a:lnTo>
                    <a:pt x="4597" y="306"/>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6" name="Google Shape;10706;p20"/>
            <p:cNvSpPr/>
            <p:nvPr/>
          </p:nvSpPr>
          <p:spPr>
            <a:xfrm>
              <a:off x="-136402" y="2303172"/>
              <a:ext cx="347597" cy="370503"/>
            </a:xfrm>
            <a:custGeom>
              <a:avLst/>
              <a:gdLst/>
              <a:ahLst/>
              <a:cxnLst/>
              <a:rect l="l" t="t" r="r" b="b"/>
              <a:pathLst>
                <a:path w="4598" h="4901" extrusionOk="0">
                  <a:moveTo>
                    <a:pt x="4597" y="1"/>
                  </a:moveTo>
                  <a:lnTo>
                    <a:pt x="1" y="4589"/>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7" name="Google Shape;10707;p20"/>
            <p:cNvSpPr/>
            <p:nvPr/>
          </p:nvSpPr>
          <p:spPr>
            <a:xfrm>
              <a:off x="-136402" y="1573753"/>
              <a:ext cx="347597" cy="370503"/>
            </a:xfrm>
            <a:custGeom>
              <a:avLst/>
              <a:gdLst/>
              <a:ahLst/>
              <a:cxnLst/>
              <a:rect l="l" t="t" r="r" b="b"/>
              <a:pathLst>
                <a:path w="4598" h="4901" extrusionOk="0">
                  <a:moveTo>
                    <a:pt x="4597" y="1"/>
                  </a:moveTo>
                  <a:lnTo>
                    <a:pt x="1" y="4597"/>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8" name="Google Shape;10708;p20"/>
            <p:cNvSpPr/>
            <p:nvPr/>
          </p:nvSpPr>
          <p:spPr>
            <a:xfrm>
              <a:off x="-136402" y="844334"/>
              <a:ext cx="347597" cy="370503"/>
            </a:xfrm>
            <a:custGeom>
              <a:avLst/>
              <a:gdLst/>
              <a:ahLst/>
              <a:cxnLst/>
              <a:rect l="l" t="t" r="r" b="b"/>
              <a:pathLst>
                <a:path w="4598" h="4901" extrusionOk="0">
                  <a:moveTo>
                    <a:pt x="4597" y="1"/>
                  </a:moveTo>
                  <a:lnTo>
                    <a:pt x="1" y="4597"/>
                  </a:lnTo>
                  <a:lnTo>
                    <a:pt x="1" y="4901"/>
                  </a:lnTo>
                  <a:lnTo>
                    <a:pt x="4597" y="312"/>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9" name="Google Shape;10709;p20"/>
            <p:cNvSpPr/>
            <p:nvPr/>
          </p:nvSpPr>
          <p:spPr>
            <a:xfrm>
              <a:off x="-136402" y="115066"/>
              <a:ext cx="347597" cy="370503"/>
            </a:xfrm>
            <a:custGeom>
              <a:avLst/>
              <a:gdLst/>
              <a:ahLst/>
              <a:cxnLst/>
              <a:rect l="l" t="t" r="r" b="b"/>
              <a:pathLst>
                <a:path w="4598" h="4901" extrusionOk="0">
                  <a:moveTo>
                    <a:pt x="4597" y="0"/>
                  </a:moveTo>
                  <a:lnTo>
                    <a:pt x="1" y="4595"/>
                  </a:lnTo>
                  <a:lnTo>
                    <a:pt x="1" y="4900"/>
                  </a:lnTo>
                  <a:lnTo>
                    <a:pt x="4597" y="310"/>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0" name="Google Shape;10710;p20"/>
            <p:cNvSpPr/>
            <p:nvPr/>
          </p:nvSpPr>
          <p:spPr>
            <a:xfrm>
              <a:off x="-136402" y="-175976"/>
              <a:ext cx="296947" cy="296720"/>
            </a:xfrm>
            <a:custGeom>
              <a:avLst/>
              <a:gdLst/>
              <a:ahLst/>
              <a:cxnLst/>
              <a:rect l="l" t="t" r="r" b="b"/>
              <a:pathLst>
                <a:path w="3928" h="3925" extrusionOk="0">
                  <a:moveTo>
                    <a:pt x="3624" y="0"/>
                  </a:moveTo>
                  <a:lnTo>
                    <a:pt x="1" y="3621"/>
                  </a:lnTo>
                  <a:lnTo>
                    <a:pt x="1" y="3925"/>
                  </a:lnTo>
                  <a:lnTo>
                    <a:pt x="39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11" name="Google Shape;10711;p20"/>
          <p:cNvSpPr/>
          <p:nvPr/>
        </p:nvSpPr>
        <p:spPr>
          <a:xfrm rot="5400000">
            <a:off x="6412520" y="2906227"/>
            <a:ext cx="347700" cy="43455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2" name="Google Shape;10712;p20"/>
          <p:cNvSpPr/>
          <p:nvPr/>
        </p:nvSpPr>
        <p:spPr>
          <a:xfrm rot="5400000">
            <a:off x="2791275" y="-1188650"/>
            <a:ext cx="1019100" cy="20310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3" name="Google Shape;10713;p20"/>
          <p:cNvSpPr/>
          <p:nvPr/>
        </p:nvSpPr>
        <p:spPr>
          <a:xfrm rot="5400000">
            <a:off x="1556022" y="-421105"/>
            <a:ext cx="960600" cy="9606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47834694"/>
      </p:ext>
    </p:extLst>
  </p:cSld>
  <p:clrMapOvr>
    <a:masterClrMapping/>
  </p:clrMapOvr>
  <p:hf sldNum="0" hdr="0" ftr="0" dt="0"/>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two columns 1">
  <p:cSld name="Title and two columns 1">
    <p:spTree>
      <p:nvGrpSpPr>
        <p:cNvPr id="1" name="Shape 10714"/>
        <p:cNvGrpSpPr/>
        <p:nvPr/>
      </p:nvGrpSpPr>
      <p:grpSpPr>
        <a:xfrm>
          <a:off x="0" y="0"/>
          <a:ext cx="0" cy="0"/>
          <a:chOff x="0" y="0"/>
          <a:chExt cx="0" cy="0"/>
        </a:xfrm>
      </p:grpSpPr>
      <p:sp>
        <p:nvSpPr>
          <p:cNvPr id="10715" name="Google Shape;10715;p21"/>
          <p:cNvSpPr txBox="1">
            <a:spLocks noGrp="1"/>
          </p:cNvSpPr>
          <p:nvPr>
            <p:ph type="title"/>
          </p:nvPr>
        </p:nvSpPr>
        <p:spPr>
          <a:xfrm>
            <a:off x="720000" y="445025"/>
            <a:ext cx="7704000" cy="576000"/>
          </a:xfrm>
          <a:prstGeom prst="rect">
            <a:avLst/>
          </a:prstGeom>
        </p:spPr>
        <p:txBody>
          <a:bodyPr spcFirstLastPara="1" wrap="square" lIns="91425" tIns="91425" rIns="91425" bIns="91425" anchor="t" anchorCtr="0">
            <a:noAutofit/>
          </a:bodyPr>
          <a:lstStyle>
            <a:lvl1pPr lvl="0" algn="ctr" rtl="0">
              <a:lnSpc>
                <a:spcPct val="115000"/>
              </a:lnSpc>
              <a:spcBef>
                <a:spcPts val="0"/>
              </a:spcBef>
              <a:spcAft>
                <a:spcPts val="0"/>
              </a:spcAft>
              <a:buClr>
                <a:schemeClr val="dk2"/>
              </a:buClr>
              <a:buSzPts val="3500"/>
              <a:buNone/>
              <a:defRPr>
                <a:solidFill>
                  <a:schemeClr val="dk2"/>
                </a:solidFill>
              </a:defRPr>
            </a:lvl1pPr>
            <a:lvl2pPr lvl="1" rtl="0">
              <a:lnSpc>
                <a:spcPct val="115000"/>
              </a:lnSpc>
              <a:spcBef>
                <a:spcPts val="0"/>
              </a:spcBef>
              <a:spcAft>
                <a:spcPts val="0"/>
              </a:spcAft>
              <a:buClr>
                <a:schemeClr val="dk2"/>
              </a:buClr>
              <a:buSzPts val="3500"/>
              <a:buNone/>
              <a:defRPr>
                <a:solidFill>
                  <a:schemeClr val="dk2"/>
                </a:solidFill>
              </a:defRPr>
            </a:lvl2pPr>
            <a:lvl3pPr lvl="2" rtl="0">
              <a:lnSpc>
                <a:spcPct val="115000"/>
              </a:lnSpc>
              <a:spcBef>
                <a:spcPts val="0"/>
              </a:spcBef>
              <a:spcAft>
                <a:spcPts val="0"/>
              </a:spcAft>
              <a:buClr>
                <a:schemeClr val="dk2"/>
              </a:buClr>
              <a:buSzPts val="3500"/>
              <a:buNone/>
              <a:defRPr>
                <a:solidFill>
                  <a:schemeClr val="dk2"/>
                </a:solidFill>
              </a:defRPr>
            </a:lvl3pPr>
            <a:lvl4pPr lvl="3" rtl="0">
              <a:lnSpc>
                <a:spcPct val="115000"/>
              </a:lnSpc>
              <a:spcBef>
                <a:spcPts val="0"/>
              </a:spcBef>
              <a:spcAft>
                <a:spcPts val="0"/>
              </a:spcAft>
              <a:buClr>
                <a:schemeClr val="dk2"/>
              </a:buClr>
              <a:buSzPts val="3500"/>
              <a:buNone/>
              <a:defRPr>
                <a:solidFill>
                  <a:schemeClr val="dk2"/>
                </a:solidFill>
              </a:defRPr>
            </a:lvl4pPr>
            <a:lvl5pPr lvl="4" rtl="0">
              <a:lnSpc>
                <a:spcPct val="115000"/>
              </a:lnSpc>
              <a:spcBef>
                <a:spcPts val="0"/>
              </a:spcBef>
              <a:spcAft>
                <a:spcPts val="0"/>
              </a:spcAft>
              <a:buClr>
                <a:schemeClr val="dk2"/>
              </a:buClr>
              <a:buSzPts val="3500"/>
              <a:buNone/>
              <a:defRPr>
                <a:solidFill>
                  <a:schemeClr val="dk2"/>
                </a:solidFill>
              </a:defRPr>
            </a:lvl5pPr>
            <a:lvl6pPr lvl="5" rtl="0">
              <a:lnSpc>
                <a:spcPct val="115000"/>
              </a:lnSpc>
              <a:spcBef>
                <a:spcPts val="0"/>
              </a:spcBef>
              <a:spcAft>
                <a:spcPts val="0"/>
              </a:spcAft>
              <a:buClr>
                <a:schemeClr val="dk2"/>
              </a:buClr>
              <a:buSzPts val="3500"/>
              <a:buNone/>
              <a:defRPr>
                <a:solidFill>
                  <a:schemeClr val="dk2"/>
                </a:solidFill>
              </a:defRPr>
            </a:lvl6pPr>
            <a:lvl7pPr lvl="6" rtl="0">
              <a:lnSpc>
                <a:spcPct val="115000"/>
              </a:lnSpc>
              <a:spcBef>
                <a:spcPts val="0"/>
              </a:spcBef>
              <a:spcAft>
                <a:spcPts val="0"/>
              </a:spcAft>
              <a:buClr>
                <a:schemeClr val="dk2"/>
              </a:buClr>
              <a:buSzPts val="3500"/>
              <a:buNone/>
              <a:defRPr>
                <a:solidFill>
                  <a:schemeClr val="dk2"/>
                </a:solidFill>
              </a:defRPr>
            </a:lvl7pPr>
            <a:lvl8pPr lvl="7" rtl="0">
              <a:lnSpc>
                <a:spcPct val="115000"/>
              </a:lnSpc>
              <a:spcBef>
                <a:spcPts val="0"/>
              </a:spcBef>
              <a:spcAft>
                <a:spcPts val="0"/>
              </a:spcAft>
              <a:buClr>
                <a:schemeClr val="dk2"/>
              </a:buClr>
              <a:buSzPts val="3500"/>
              <a:buNone/>
              <a:defRPr>
                <a:solidFill>
                  <a:schemeClr val="dk2"/>
                </a:solidFill>
              </a:defRPr>
            </a:lvl8pPr>
            <a:lvl9pPr lvl="8" rtl="0">
              <a:lnSpc>
                <a:spcPct val="115000"/>
              </a:lnSpc>
              <a:spcBef>
                <a:spcPts val="0"/>
              </a:spcBef>
              <a:spcAft>
                <a:spcPts val="0"/>
              </a:spcAft>
              <a:buClr>
                <a:schemeClr val="dk2"/>
              </a:buClr>
              <a:buSzPts val="3500"/>
              <a:buNone/>
              <a:defRPr>
                <a:solidFill>
                  <a:schemeClr val="dk2"/>
                </a:solidFill>
              </a:defRPr>
            </a:lvl9pPr>
          </a:lstStyle>
          <a:p>
            <a:r>
              <a:rPr lang="en-US"/>
              <a:t>Click to edit Master title style</a:t>
            </a:r>
            <a:endParaRPr/>
          </a:p>
        </p:txBody>
      </p:sp>
      <p:sp>
        <p:nvSpPr>
          <p:cNvPr id="10716" name="Google Shape;10716;p21"/>
          <p:cNvSpPr txBox="1">
            <a:spLocks noGrp="1"/>
          </p:cNvSpPr>
          <p:nvPr>
            <p:ph type="subTitle" idx="1"/>
          </p:nvPr>
        </p:nvSpPr>
        <p:spPr>
          <a:xfrm>
            <a:off x="1080725" y="2660275"/>
            <a:ext cx="2979900" cy="1292400"/>
          </a:xfrm>
          <a:prstGeom prst="rect">
            <a:avLst/>
          </a:prstGeom>
        </p:spPr>
        <p:txBody>
          <a:bodyPr spcFirstLastPara="1" wrap="square" lIns="91425" tIns="91425" rIns="91425" bIns="91425" anchor="t" anchorCtr="0">
            <a:noAutofit/>
          </a:bodyPr>
          <a:lstStyle>
            <a:lvl1pPr lvl="0" algn="ctr" rtl="0">
              <a:lnSpc>
                <a:spcPct val="115000"/>
              </a:lnSpc>
              <a:spcBef>
                <a:spcPts val="0"/>
              </a:spcBef>
              <a:spcAft>
                <a:spcPts val="0"/>
              </a:spcAft>
              <a:buClr>
                <a:schemeClr val="dk2"/>
              </a:buClr>
              <a:buSzPts val="1400"/>
              <a:buNone/>
              <a:defRPr sz="1400">
                <a:solidFill>
                  <a:schemeClr val="dk2"/>
                </a:solidFill>
              </a:defRPr>
            </a:lvl1pPr>
            <a:lvl2pPr lvl="1" algn="ctr" rtl="0">
              <a:lnSpc>
                <a:spcPct val="115000"/>
              </a:lnSpc>
              <a:spcBef>
                <a:spcPts val="0"/>
              </a:spcBef>
              <a:spcAft>
                <a:spcPts val="0"/>
              </a:spcAft>
              <a:buClr>
                <a:schemeClr val="dk2"/>
              </a:buClr>
              <a:buSzPts val="1400"/>
              <a:buNone/>
              <a:defRPr>
                <a:solidFill>
                  <a:schemeClr val="dk2"/>
                </a:solidFill>
              </a:defRPr>
            </a:lvl2pPr>
            <a:lvl3pPr lvl="2" algn="ctr" rtl="0">
              <a:lnSpc>
                <a:spcPct val="115000"/>
              </a:lnSpc>
              <a:spcBef>
                <a:spcPts val="1600"/>
              </a:spcBef>
              <a:spcAft>
                <a:spcPts val="0"/>
              </a:spcAft>
              <a:buClr>
                <a:schemeClr val="dk2"/>
              </a:buClr>
              <a:buSzPts val="1400"/>
              <a:buNone/>
              <a:defRPr>
                <a:solidFill>
                  <a:schemeClr val="dk2"/>
                </a:solidFill>
              </a:defRPr>
            </a:lvl3pPr>
            <a:lvl4pPr lvl="3" algn="ctr" rtl="0">
              <a:lnSpc>
                <a:spcPct val="115000"/>
              </a:lnSpc>
              <a:spcBef>
                <a:spcPts val="1600"/>
              </a:spcBef>
              <a:spcAft>
                <a:spcPts val="0"/>
              </a:spcAft>
              <a:buClr>
                <a:schemeClr val="dk2"/>
              </a:buClr>
              <a:buSzPts val="1400"/>
              <a:buNone/>
              <a:defRPr>
                <a:solidFill>
                  <a:schemeClr val="dk2"/>
                </a:solidFill>
              </a:defRPr>
            </a:lvl4pPr>
            <a:lvl5pPr lvl="4" algn="ctr" rtl="0">
              <a:lnSpc>
                <a:spcPct val="115000"/>
              </a:lnSpc>
              <a:spcBef>
                <a:spcPts val="1600"/>
              </a:spcBef>
              <a:spcAft>
                <a:spcPts val="0"/>
              </a:spcAft>
              <a:buClr>
                <a:schemeClr val="dk2"/>
              </a:buClr>
              <a:buSzPts val="1400"/>
              <a:buNone/>
              <a:defRPr>
                <a:solidFill>
                  <a:schemeClr val="dk2"/>
                </a:solidFill>
              </a:defRPr>
            </a:lvl5pPr>
            <a:lvl6pPr lvl="5" algn="ctr" rtl="0">
              <a:lnSpc>
                <a:spcPct val="115000"/>
              </a:lnSpc>
              <a:spcBef>
                <a:spcPts val="1600"/>
              </a:spcBef>
              <a:spcAft>
                <a:spcPts val="0"/>
              </a:spcAft>
              <a:buClr>
                <a:schemeClr val="dk2"/>
              </a:buClr>
              <a:buSzPts val="1400"/>
              <a:buNone/>
              <a:defRPr>
                <a:solidFill>
                  <a:schemeClr val="dk2"/>
                </a:solidFill>
              </a:defRPr>
            </a:lvl6pPr>
            <a:lvl7pPr lvl="6" algn="ctr" rtl="0">
              <a:lnSpc>
                <a:spcPct val="115000"/>
              </a:lnSpc>
              <a:spcBef>
                <a:spcPts val="1600"/>
              </a:spcBef>
              <a:spcAft>
                <a:spcPts val="0"/>
              </a:spcAft>
              <a:buClr>
                <a:schemeClr val="dk2"/>
              </a:buClr>
              <a:buSzPts val="1400"/>
              <a:buNone/>
              <a:defRPr>
                <a:solidFill>
                  <a:schemeClr val="dk2"/>
                </a:solidFill>
              </a:defRPr>
            </a:lvl7pPr>
            <a:lvl8pPr lvl="7" algn="ctr" rtl="0">
              <a:lnSpc>
                <a:spcPct val="115000"/>
              </a:lnSpc>
              <a:spcBef>
                <a:spcPts val="1600"/>
              </a:spcBef>
              <a:spcAft>
                <a:spcPts val="0"/>
              </a:spcAft>
              <a:buClr>
                <a:schemeClr val="dk2"/>
              </a:buClr>
              <a:buSzPts val="1400"/>
              <a:buNone/>
              <a:defRPr>
                <a:solidFill>
                  <a:schemeClr val="dk2"/>
                </a:solidFill>
              </a:defRPr>
            </a:lvl8pPr>
            <a:lvl9pPr lvl="8" algn="ctr" rtl="0">
              <a:lnSpc>
                <a:spcPct val="115000"/>
              </a:lnSpc>
              <a:spcBef>
                <a:spcPts val="1600"/>
              </a:spcBef>
              <a:spcAft>
                <a:spcPts val="1600"/>
              </a:spcAft>
              <a:buClr>
                <a:schemeClr val="dk2"/>
              </a:buClr>
              <a:buSzPts val="1400"/>
              <a:buNone/>
              <a:defRPr>
                <a:solidFill>
                  <a:schemeClr val="dk2"/>
                </a:solidFill>
              </a:defRPr>
            </a:lvl9pPr>
          </a:lstStyle>
          <a:p>
            <a:r>
              <a:rPr lang="en-US"/>
              <a:t>Click to edit Master subtitle style</a:t>
            </a:r>
            <a:endParaRPr/>
          </a:p>
        </p:txBody>
      </p:sp>
      <p:sp>
        <p:nvSpPr>
          <p:cNvPr id="10717" name="Google Shape;10717;p21"/>
          <p:cNvSpPr txBox="1">
            <a:spLocks noGrp="1"/>
          </p:cNvSpPr>
          <p:nvPr>
            <p:ph type="subTitle" idx="2"/>
          </p:nvPr>
        </p:nvSpPr>
        <p:spPr>
          <a:xfrm>
            <a:off x="1080725" y="2305450"/>
            <a:ext cx="2979900" cy="484200"/>
          </a:xfrm>
          <a:prstGeom prst="rect">
            <a:avLst/>
          </a:prstGeom>
        </p:spPr>
        <p:txBody>
          <a:bodyPr spcFirstLastPara="1" wrap="square" lIns="91425" tIns="91425" rIns="91425" bIns="91425" anchor="b" anchorCtr="0">
            <a:noAutofit/>
          </a:bodyPr>
          <a:lstStyle>
            <a:lvl1pPr lvl="0" algn="ctr" rtl="0">
              <a:lnSpc>
                <a:spcPct val="115000"/>
              </a:lnSpc>
              <a:spcBef>
                <a:spcPts val="0"/>
              </a:spcBef>
              <a:spcAft>
                <a:spcPts val="0"/>
              </a:spcAft>
              <a:buClr>
                <a:schemeClr val="dk2"/>
              </a:buClr>
              <a:buSzPts val="2400"/>
              <a:buFont typeface="Poppins Medium"/>
              <a:buNone/>
              <a:defRPr sz="2400">
                <a:solidFill>
                  <a:schemeClr val="dk2"/>
                </a:solidFill>
                <a:latin typeface="Poppins SemiBold"/>
                <a:ea typeface="Poppins SemiBold"/>
                <a:cs typeface="Poppins SemiBold"/>
                <a:sym typeface="Poppins SemiBold"/>
              </a:defRPr>
            </a:lvl1pPr>
            <a:lvl2pPr lvl="1"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2pPr>
            <a:lvl3pPr lvl="2"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3pPr>
            <a:lvl4pPr lvl="3"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4pPr>
            <a:lvl5pPr lvl="4"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5pPr>
            <a:lvl6pPr lvl="5"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6pPr>
            <a:lvl7pPr lvl="6"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7pPr>
            <a:lvl8pPr lvl="7"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8pPr>
            <a:lvl9pPr lvl="8"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9pPr>
          </a:lstStyle>
          <a:p>
            <a:r>
              <a:rPr lang="en-US"/>
              <a:t>Click to edit Master subtitle style</a:t>
            </a:r>
            <a:endParaRPr/>
          </a:p>
        </p:txBody>
      </p:sp>
      <p:sp>
        <p:nvSpPr>
          <p:cNvPr id="10718" name="Google Shape;10718;p21"/>
          <p:cNvSpPr txBox="1">
            <a:spLocks noGrp="1"/>
          </p:cNvSpPr>
          <p:nvPr>
            <p:ph type="subTitle" idx="3"/>
          </p:nvPr>
        </p:nvSpPr>
        <p:spPr>
          <a:xfrm>
            <a:off x="5083355" y="2660275"/>
            <a:ext cx="2979900" cy="1292400"/>
          </a:xfrm>
          <a:prstGeom prst="rect">
            <a:avLst/>
          </a:prstGeom>
        </p:spPr>
        <p:txBody>
          <a:bodyPr spcFirstLastPara="1" wrap="square" lIns="91425" tIns="91425" rIns="91425" bIns="91425" anchor="t" anchorCtr="0">
            <a:noAutofit/>
          </a:bodyPr>
          <a:lstStyle>
            <a:lvl1pPr lvl="0" algn="ctr" rtl="0">
              <a:lnSpc>
                <a:spcPct val="115000"/>
              </a:lnSpc>
              <a:spcBef>
                <a:spcPts val="0"/>
              </a:spcBef>
              <a:spcAft>
                <a:spcPts val="0"/>
              </a:spcAft>
              <a:buClr>
                <a:schemeClr val="dk2"/>
              </a:buClr>
              <a:buSzPts val="1400"/>
              <a:buNone/>
              <a:defRPr sz="1400">
                <a:solidFill>
                  <a:schemeClr val="dk2"/>
                </a:solidFill>
              </a:defRPr>
            </a:lvl1pPr>
            <a:lvl2pPr lvl="1" algn="ctr" rtl="0">
              <a:lnSpc>
                <a:spcPct val="115000"/>
              </a:lnSpc>
              <a:spcBef>
                <a:spcPts val="0"/>
              </a:spcBef>
              <a:spcAft>
                <a:spcPts val="0"/>
              </a:spcAft>
              <a:buClr>
                <a:schemeClr val="dk2"/>
              </a:buClr>
              <a:buSzPts val="1400"/>
              <a:buNone/>
              <a:defRPr>
                <a:solidFill>
                  <a:schemeClr val="dk2"/>
                </a:solidFill>
              </a:defRPr>
            </a:lvl2pPr>
            <a:lvl3pPr lvl="2" algn="ctr" rtl="0">
              <a:lnSpc>
                <a:spcPct val="115000"/>
              </a:lnSpc>
              <a:spcBef>
                <a:spcPts val="1600"/>
              </a:spcBef>
              <a:spcAft>
                <a:spcPts val="0"/>
              </a:spcAft>
              <a:buClr>
                <a:schemeClr val="dk2"/>
              </a:buClr>
              <a:buSzPts val="1400"/>
              <a:buNone/>
              <a:defRPr>
                <a:solidFill>
                  <a:schemeClr val="dk2"/>
                </a:solidFill>
              </a:defRPr>
            </a:lvl3pPr>
            <a:lvl4pPr lvl="3" algn="ctr" rtl="0">
              <a:lnSpc>
                <a:spcPct val="115000"/>
              </a:lnSpc>
              <a:spcBef>
                <a:spcPts val="1600"/>
              </a:spcBef>
              <a:spcAft>
                <a:spcPts val="0"/>
              </a:spcAft>
              <a:buClr>
                <a:schemeClr val="dk2"/>
              </a:buClr>
              <a:buSzPts val="1400"/>
              <a:buNone/>
              <a:defRPr>
                <a:solidFill>
                  <a:schemeClr val="dk2"/>
                </a:solidFill>
              </a:defRPr>
            </a:lvl4pPr>
            <a:lvl5pPr lvl="4" algn="ctr" rtl="0">
              <a:lnSpc>
                <a:spcPct val="115000"/>
              </a:lnSpc>
              <a:spcBef>
                <a:spcPts val="1600"/>
              </a:spcBef>
              <a:spcAft>
                <a:spcPts val="0"/>
              </a:spcAft>
              <a:buClr>
                <a:schemeClr val="dk2"/>
              </a:buClr>
              <a:buSzPts val="1400"/>
              <a:buNone/>
              <a:defRPr>
                <a:solidFill>
                  <a:schemeClr val="dk2"/>
                </a:solidFill>
              </a:defRPr>
            </a:lvl5pPr>
            <a:lvl6pPr lvl="5" algn="ctr" rtl="0">
              <a:lnSpc>
                <a:spcPct val="115000"/>
              </a:lnSpc>
              <a:spcBef>
                <a:spcPts val="1600"/>
              </a:spcBef>
              <a:spcAft>
                <a:spcPts val="0"/>
              </a:spcAft>
              <a:buClr>
                <a:schemeClr val="dk2"/>
              </a:buClr>
              <a:buSzPts val="1400"/>
              <a:buNone/>
              <a:defRPr>
                <a:solidFill>
                  <a:schemeClr val="dk2"/>
                </a:solidFill>
              </a:defRPr>
            </a:lvl6pPr>
            <a:lvl7pPr lvl="6" algn="ctr" rtl="0">
              <a:lnSpc>
                <a:spcPct val="115000"/>
              </a:lnSpc>
              <a:spcBef>
                <a:spcPts val="1600"/>
              </a:spcBef>
              <a:spcAft>
                <a:spcPts val="0"/>
              </a:spcAft>
              <a:buClr>
                <a:schemeClr val="dk2"/>
              </a:buClr>
              <a:buSzPts val="1400"/>
              <a:buNone/>
              <a:defRPr>
                <a:solidFill>
                  <a:schemeClr val="dk2"/>
                </a:solidFill>
              </a:defRPr>
            </a:lvl7pPr>
            <a:lvl8pPr lvl="7" algn="ctr" rtl="0">
              <a:lnSpc>
                <a:spcPct val="115000"/>
              </a:lnSpc>
              <a:spcBef>
                <a:spcPts val="1600"/>
              </a:spcBef>
              <a:spcAft>
                <a:spcPts val="0"/>
              </a:spcAft>
              <a:buClr>
                <a:schemeClr val="dk2"/>
              </a:buClr>
              <a:buSzPts val="1400"/>
              <a:buNone/>
              <a:defRPr>
                <a:solidFill>
                  <a:schemeClr val="dk2"/>
                </a:solidFill>
              </a:defRPr>
            </a:lvl8pPr>
            <a:lvl9pPr lvl="8" algn="ctr" rtl="0">
              <a:lnSpc>
                <a:spcPct val="115000"/>
              </a:lnSpc>
              <a:spcBef>
                <a:spcPts val="1600"/>
              </a:spcBef>
              <a:spcAft>
                <a:spcPts val="1600"/>
              </a:spcAft>
              <a:buClr>
                <a:schemeClr val="dk2"/>
              </a:buClr>
              <a:buSzPts val="1400"/>
              <a:buNone/>
              <a:defRPr>
                <a:solidFill>
                  <a:schemeClr val="dk2"/>
                </a:solidFill>
              </a:defRPr>
            </a:lvl9pPr>
          </a:lstStyle>
          <a:p>
            <a:r>
              <a:rPr lang="en-US"/>
              <a:t>Click to edit Master subtitle style</a:t>
            </a:r>
            <a:endParaRPr/>
          </a:p>
        </p:txBody>
      </p:sp>
      <p:sp>
        <p:nvSpPr>
          <p:cNvPr id="10719" name="Google Shape;10719;p21"/>
          <p:cNvSpPr txBox="1">
            <a:spLocks noGrp="1"/>
          </p:cNvSpPr>
          <p:nvPr>
            <p:ph type="subTitle" idx="4"/>
          </p:nvPr>
        </p:nvSpPr>
        <p:spPr>
          <a:xfrm>
            <a:off x="5083355" y="2305450"/>
            <a:ext cx="2979900" cy="484200"/>
          </a:xfrm>
          <a:prstGeom prst="rect">
            <a:avLst/>
          </a:prstGeom>
        </p:spPr>
        <p:txBody>
          <a:bodyPr spcFirstLastPara="1" wrap="square" lIns="91425" tIns="91425" rIns="91425" bIns="91425" anchor="b" anchorCtr="0">
            <a:noAutofit/>
          </a:bodyPr>
          <a:lstStyle>
            <a:lvl1pPr lvl="0" algn="ctr" rtl="0">
              <a:lnSpc>
                <a:spcPct val="115000"/>
              </a:lnSpc>
              <a:spcBef>
                <a:spcPts val="0"/>
              </a:spcBef>
              <a:spcAft>
                <a:spcPts val="0"/>
              </a:spcAft>
              <a:buClr>
                <a:schemeClr val="dk2"/>
              </a:buClr>
              <a:buSzPts val="2400"/>
              <a:buFont typeface="Poppins Medium"/>
              <a:buNone/>
              <a:defRPr sz="2400">
                <a:solidFill>
                  <a:schemeClr val="dk2"/>
                </a:solidFill>
                <a:latin typeface="Poppins SemiBold"/>
                <a:ea typeface="Poppins SemiBold"/>
                <a:cs typeface="Poppins SemiBold"/>
                <a:sym typeface="Poppins SemiBold"/>
              </a:defRPr>
            </a:lvl1pPr>
            <a:lvl2pPr lvl="1"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2pPr>
            <a:lvl3pPr lvl="2"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3pPr>
            <a:lvl4pPr lvl="3"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4pPr>
            <a:lvl5pPr lvl="4"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5pPr>
            <a:lvl6pPr lvl="5"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6pPr>
            <a:lvl7pPr lvl="6"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7pPr>
            <a:lvl8pPr lvl="7"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8pPr>
            <a:lvl9pPr lvl="8"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9pPr>
          </a:lstStyle>
          <a:p>
            <a:r>
              <a:rPr lang="en-US"/>
              <a:t>Click to edit Master subtitle style</a:t>
            </a:r>
            <a:endParaRPr/>
          </a:p>
        </p:txBody>
      </p:sp>
      <p:sp>
        <p:nvSpPr>
          <p:cNvPr id="10720" name="Google Shape;10720;p21"/>
          <p:cNvSpPr/>
          <p:nvPr/>
        </p:nvSpPr>
        <p:spPr>
          <a:xfrm>
            <a:off x="-149000" y="4777950"/>
            <a:ext cx="2895900" cy="11802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1" name="Google Shape;10721;p21"/>
          <p:cNvSpPr/>
          <p:nvPr/>
        </p:nvSpPr>
        <p:spPr>
          <a:xfrm>
            <a:off x="1164785" y="4482086"/>
            <a:ext cx="491917" cy="517164"/>
          </a:xfrm>
          <a:custGeom>
            <a:avLst/>
            <a:gdLst/>
            <a:ahLst/>
            <a:cxnLst/>
            <a:rect l="l" t="t" r="r" b="b"/>
            <a:pathLst>
              <a:path w="16581" h="17432" extrusionOk="0">
                <a:moveTo>
                  <a:pt x="8431" y="4679"/>
                </a:moveTo>
                <a:cubicBezTo>
                  <a:pt x="9068" y="4707"/>
                  <a:pt x="9697" y="4879"/>
                  <a:pt x="10256" y="5191"/>
                </a:cubicBezTo>
                <a:cubicBezTo>
                  <a:pt x="10264" y="5191"/>
                  <a:pt x="10264" y="5198"/>
                  <a:pt x="10271" y="5198"/>
                </a:cubicBezTo>
                <a:cubicBezTo>
                  <a:pt x="10298" y="5211"/>
                  <a:pt x="10319" y="5226"/>
                  <a:pt x="10339" y="5239"/>
                </a:cubicBezTo>
                <a:cubicBezTo>
                  <a:pt x="10367" y="5253"/>
                  <a:pt x="10389" y="5267"/>
                  <a:pt x="10415" y="5281"/>
                </a:cubicBezTo>
                <a:cubicBezTo>
                  <a:pt x="10415" y="5287"/>
                  <a:pt x="10422" y="5287"/>
                  <a:pt x="10430" y="5294"/>
                </a:cubicBezTo>
                <a:cubicBezTo>
                  <a:pt x="10969" y="5632"/>
                  <a:pt x="11426" y="6097"/>
                  <a:pt x="11757" y="6643"/>
                </a:cubicBezTo>
                <a:cubicBezTo>
                  <a:pt x="11757" y="6649"/>
                  <a:pt x="11764" y="6656"/>
                  <a:pt x="11764" y="6663"/>
                </a:cubicBezTo>
                <a:cubicBezTo>
                  <a:pt x="11777" y="6684"/>
                  <a:pt x="11790" y="6704"/>
                  <a:pt x="11805" y="6732"/>
                </a:cubicBezTo>
                <a:cubicBezTo>
                  <a:pt x="11819" y="6752"/>
                  <a:pt x="11832" y="6780"/>
                  <a:pt x="11847" y="6802"/>
                </a:cubicBezTo>
                <a:cubicBezTo>
                  <a:pt x="11847" y="6808"/>
                  <a:pt x="11854" y="6815"/>
                  <a:pt x="11854" y="6822"/>
                </a:cubicBezTo>
                <a:cubicBezTo>
                  <a:pt x="12150" y="7382"/>
                  <a:pt x="12316" y="8018"/>
                  <a:pt x="12330" y="8653"/>
                </a:cubicBezTo>
                <a:lnTo>
                  <a:pt x="12330" y="8675"/>
                </a:lnTo>
                <a:cubicBezTo>
                  <a:pt x="12330" y="8701"/>
                  <a:pt x="12330" y="8723"/>
                  <a:pt x="12323" y="8751"/>
                </a:cubicBezTo>
                <a:lnTo>
                  <a:pt x="12323" y="8834"/>
                </a:lnTo>
                <a:lnTo>
                  <a:pt x="12323" y="8854"/>
                </a:lnTo>
                <a:cubicBezTo>
                  <a:pt x="12303" y="9497"/>
                  <a:pt x="12131" y="10119"/>
                  <a:pt x="11819" y="10678"/>
                </a:cubicBezTo>
                <a:cubicBezTo>
                  <a:pt x="11812" y="10685"/>
                  <a:pt x="11812" y="10692"/>
                  <a:pt x="11805" y="10700"/>
                </a:cubicBezTo>
                <a:cubicBezTo>
                  <a:pt x="11799" y="10720"/>
                  <a:pt x="11784" y="10741"/>
                  <a:pt x="11771" y="10761"/>
                </a:cubicBezTo>
                <a:cubicBezTo>
                  <a:pt x="11757" y="10790"/>
                  <a:pt x="11742" y="10809"/>
                  <a:pt x="11722" y="10838"/>
                </a:cubicBezTo>
                <a:cubicBezTo>
                  <a:pt x="11722" y="10844"/>
                  <a:pt x="11716" y="10851"/>
                  <a:pt x="11716" y="10851"/>
                </a:cubicBezTo>
                <a:cubicBezTo>
                  <a:pt x="11376" y="11397"/>
                  <a:pt x="10913" y="11853"/>
                  <a:pt x="10361" y="12178"/>
                </a:cubicBezTo>
                <a:cubicBezTo>
                  <a:pt x="10361" y="12185"/>
                  <a:pt x="10354" y="12185"/>
                  <a:pt x="10347" y="12193"/>
                </a:cubicBezTo>
                <a:cubicBezTo>
                  <a:pt x="10319" y="12206"/>
                  <a:pt x="10298" y="12219"/>
                  <a:pt x="10271" y="12234"/>
                </a:cubicBezTo>
                <a:cubicBezTo>
                  <a:pt x="10249" y="12248"/>
                  <a:pt x="10230" y="12261"/>
                  <a:pt x="10201" y="12267"/>
                </a:cubicBezTo>
                <a:cubicBezTo>
                  <a:pt x="10201" y="12276"/>
                  <a:pt x="10195" y="12276"/>
                  <a:pt x="10188" y="12282"/>
                </a:cubicBezTo>
                <a:cubicBezTo>
                  <a:pt x="9621" y="12579"/>
                  <a:pt x="8992" y="12739"/>
                  <a:pt x="8357" y="12752"/>
                </a:cubicBezTo>
                <a:lnTo>
                  <a:pt x="8150" y="12752"/>
                </a:lnTo>
                <a:cubicBezTo>
                  <a:pt x="7513" y="12724"/>
                  <a:pt x="6884" y="12551"/>
                  <a:pt x="6325" y="12241"/>
                </a:cubicBezTo>
                <a:cubicBezTo>
                  <a:pt x="6325" y="12241"/>
                  <a:pt x="6317" y="12234"/>
                  <a:pt x="6310" y="12234"/>
                </a:cubicBezTo>
                <a:cubicBezTo>
                  <a:pt x="6283" y="12219"/>
                  <a:pt x="6262" y="12206"/>
                  <a:pt x="6234" y="12193"/>
                </a:cubicBezTo>
                <a:cubicBezTo>
                  <a:pt x="6214" y="12178"/>
                  <a:pt x="6192" y="12165"/>
                  <a:pt x="6172" y="12151"/>
                </a:cubicBezTo>
                <a:cubicBezTo>
                  <a:pt x="6166" y="12143"/>
                  <a:pt x="6159" y="12143"/>
                  <a:pt x="6151" y="12136"/>
                </a:cubicBezTo>
                <a:cubicBezTo>
                  <a:pt x="5612" y="11798"/>
                  <a:pt x="5155" y="11335"/>
                  <a:pt x="4824" y="10790"/>
                </a:cubicBezTo>
                <a:cubicBezTo>
                  <a:pt x="4824" y="10783"/>
                  <a:pt x="4817" y="10775"/>
                  <a:pt x="4817" y="10768"/>
                </a:cubicBezTo>
                <a:cubicBezTo>
                  <a:pt x="4804" y="10748"/>
                  <a:pt x="4791" y="10720"/>
                  <a:pt x="4776" y="10700"/>
                </a:cubicBezTo>
                <a:cubicBezTo>
                  <a:pt x="4762" y="10672"/>
                  <a:pt x="4749" y="10650"/>
                  <a:pt x="4734" y="10630"/>
                </a:cubicBezTo>
                <a:cubicBezTo>
                  <a:pt x="4734" y="10624"/>
                  <a:pt x="4727" y="10617"/>
                  <a:pt x="4727" y="10609"/>
                </a:cubicBezTo>
                <a:cubicBezTo>
                  <a:pt x="4431" y="10050"/>
                  <a:pt x="4265" y="9421"/>
                  <a:pt x="4258" y="8777"/>
                </a:cubicBezTo>
                <a:lnTo>
                  <a:pt x="4258" y="8758"/>
                </a:lnTo>
                <a:lnTo>
                  <a:pt x="4258" y="8675"/>
                </a:lnTo>
                <a:lnTo>
                  <a:pt x="4258" y="8598"/>
                </a:lnTo>
                <a:lnTo>
                  <a:pt x="4258" y="8577"/>
                </a:lnTo>
                <a:cubicBezTo>
                  <a:pt x="4278" y="7935"/>
                  <a:pt x="4450" y="7313"/>
                  <a:pt x="4762" y="6752"/>
                </a:cubicBezTo>
                <a:cubicBezTo>
                  <a:pt x="4769" y="6745"/>
                  <a:pt x="4769" y="6739"/>
                  <a:pt x="4776" y="6732"/>
                </a:cubicBezTo>
                <a:cubicBezTo>
                  <a:pt x="4791" y="6711"/>
                  <a:pt x="4804" y="6684"/>
                  <a:pt x="4817" y="6663"/>
                </a:cubicBezTo>
                <a:cubicBezTo>
                  <a:pt x="4832" y="6636"/>
                  <a:pt x="4845" y="6614"/>
                  <a:pt x="4859" y="6594"/>
                </a:cubicBezTo>
                <a:cubicBezTo>
                  <a:pt x="4859" y="6586"/>
                  <a:pt x="4865" y="6586"/>
                  <a:pt x="4865" y="6580"/>
                </a:cubicBezTo>
                <a:cubicBezTo>
                  <a:pt x="5205" y="6034"/>
                  <a:pt x="5675" y="5578"/>
                  <a:pt x="6220" y="5253"/>
                </a:cubicBezTo>
                <a:cubicBezTo>
                  <a:pt x="6227" y="5246"/>
                  <a:pt x="6227" y="5246"/>
                  <a:pt x="6234" y="5239"/>
                </a:cubicBezTo>
                <a:cubicBezTo>
                  <a:pt x="6255" y="5226"/>
                  <a:pt x="6283" y="5218"/>
                  <a:pt x="6303" y="5204"/>
                </a:cubicBezTo>
                <a:cubicBezTo>
                  <a:pt x="6332" y="5191"/>
                  <a:pt x="6351" y="5176"/>
                  <a:pt x="6380" y="5163"/>
                </a:cubicBezTo>
                <a:cubicBezTo>
                  <a:pt x="6386" y="5156"/>
                  <a:pt x="6386" y="5156"/>
                  <a:pt x="6393" y="5150"/>
                </a:cubicBezTo>
                <a:cubicBezTo>
                  <a:pt x="6960" y="4853"/>
                  <a:pt x="7589" y="4694"/>
                  <a:pt x="8232" y="4679"/>
                </a:cubicBezTo>
                <a:close/>
                <a:moveTo>
                  <a:pt x="6932" y="1"/>
                </a:moveTo>
                <a:lnTo>
                  <a:pt x="6317" y="2544"/>
                </a:lnTo>
                <a:cubicBezTo>
                  <a:pt x="6096" y="2613"/>
                  <a:pt x="5889" y="2688"/>
                  <a:pt x="5681" y="2779"/>
                </a:cubicBezTo>
                <a:cubicBezTo>
                  <a:pt x="5537" y="2841"/>
                  <a:pt x="5398" y="2910"/>
                  <a:pt x="5253" y="2987"/>
                </a:cubicBezTo>
                <a:cubicBezTo>
                  <a:pt x="5247" y="2993"/>
                  <a:pt x="5238" y="3000"/>
                  <a:pt x="5225" y="3000"/>
                </a:cubicBezTo>
                <a:cubicBezTo>
                  <a:pt x="5218" y="3007"/>
                  <a:pt x="5218" y="3007"/>
                  <a:pt x="5212" y="3013"/>
                </a:cubicBezTo>
                <a:cubicBezTo>
                  <a:pt x="5170" y="3035"/>
                  <a:pt x="5136" y="3048"/>
                  <a:pt x="5101" y="3070"/>
                </a:cubicBezTo>
                <a:cubicBezTo>
                  <a:pt x="5101" y="3076"/>
                  <a:pt x="5094" y="3076"/>
                  <a:pt x="5087" y="3076"/>
                </a:cubicBezTo>
                <a:cubicBezTo>
                  <a:pt x="5059" y="3096"/>
                  <a:pt x="5031" y="3111"/>
                  <a:pt x="4998" y="3131"/>
                </a:cubicBezTo>
                <a:cubicBezTo>
                  <a:pt x="4990" y="3131"/>
                  <a:pt x="4990" y="3138"/>
                  <a:pt x="4983" y="3144"/>
                </a:cubicBezTo>
                <a:cubicBezTo>
                  <a:pt x="4928" y="3172"/>
                  <a:pt x="4873" y="3207"/>
                  <a:pt x="4817" y="3242"/>
                </a:cubicBezTo>
                <a:cubicBezTo>
                  <a:pt x="4776" y="3269"/>
                  <a:pt x="4734" y="3297"/>
                  <a:pt x="4686" y="3325"/>
                </a:cubicBezTo>
                <a:cubicBezTo>
                  <a:pt x="4459" y="3476"/>
                  <a:pt x="4236" y="3650"/>
                  <a:pt x="4023" y="3836"/>
                </a:cubicBezTo>
                <a:lnTo>
                  <a:pt x="1528" y="3048"/>
                </a:lnTo>
                <a:lnTo>
                  <a:pt x="63" y="5536"/>
                </a:lnTo>
                <a:lnTo>
                  <a:pt x="1956" y="7341"/>
                </a:lnTo>
                <a:cubicBezTo>
                  <a:pt x="1921" y="7507"/>
                  <a:pt x="1888" y="7673"/>
                  <a:pt x="1866" y="7830"/>
                </a:cubicBezTo>
                <a:cubicBezTo>
                  <a:pt x="1859" y="7893"/>
                  <a:pt x="1853" y="7948"/>
                  <a:pt x="1846" y="8011"/>
                </a:cubicBezTo>
                <a:cubicBezTo>
                  <a:pt x="1831" y="8107"/>
                  <a:pt x="1825" y="8212"/>
                  <a:pt x="1818" y="8315"/>
                </a:cubicBezTo>
                <a:lnTo>
                  <a:pt x="1818" y="8328"/>
                </a:lnTo>
                <a:cubicBezTo>
                  <a:pt x="1818" y="8391"/>
                  <a:pt x="1811" y="8452"/>
                  <a:pt x="1811" y="8509"/>
                </a:cubicBezTo>
                <a:lnTo>
                  <a:pt x="1811" y="8535"/>
                </a:lnTo>
                <a:lnTo>
                  <a:pt x="1811" y="8633"/>
                </a:lnTo>
                <a:lnTo>
                  <a:pt x="1811" y="8653"/>
                </a:lnTo>
                <a:lnTo>
                  <a:pt x="1811" y="8771"/>
                </a:lnTo>
                <a:lnTo>
                  <a:pt x="1811" y="8799"/>
                </a:lnTo>
                <a:cubicBezTo>
                  <a:pt x="1811" y="9185"/>
                  <a:pt x="1853" y="9580"/>
                  <a:pt x="1929" y="9967"/>
                </a:cubicBezTo>
                <a:lnTo>
                  <a:pt x="0" y="11743"/>
                </a:lnTo>
                <a:lnTo>
                  <a:pt x="1423" y="14251"/>
                </a:lnTo>
                <a:lnTo>
                  <a:pt x="3933" y="13512"/>
                </a:lnTo>
                <a:cubicBezTo>
                  <a:pt x="4140" y="13706"/>
                  <a:pt x="4354" y="13878"/>
                  <a:pt x="4583" y="14037"/>
                </a:cubicBezTo>
                <a:cubicBezTo>
                  <a:pt x="4673" y="14092"/>
                  <a:pt x="4756" y="14155"/>
                  <a:pt x="4845" y="14210"/>
                </a:cubicBezTo>
                <a:cubicBezTo>
                  <a:pt x="4852" y="14217"/>
                  <a:pt x="4865" y="14217"/>
                  <a:pt x="4873" y="14225"/>
                </a:cubicBezTo>
                <a:cubicBezTo>
                  <a:pt x="4880" y="14231"/>
                  <a:pt x="4887" y="14231"/>
                  <a:pt x="4893" y="14238"/>
                </a:cubicBezTo>
                <a:cubicBezTo>
                  <a:pt x="4928" y="14258"/>
                  <a:pt x="4963" y="14280"/>
                  <a:pt x="4998" y="14299"/>
                </a:cubicBezTo>
                <a:cubicBezTo>
                  <a:pt x="5031" y="14321"/>
                  <a:pt x="5066" y="14341"/>
                  <a:pt x="5101" y="14362"/>
                </a:cubicBezTo>
                <a:cubicBezTo>
                  <a:pt x="5107" y="14362"/>
                  <a:pt x="5114" y="14369"/>
                  <a:pt x="5122" y="14369"/>
                </a:cubicBezTo>
                <a:cubicBezTo>
                  <a:pt x="5129" y="14376"/>
                  <a:pt x="5136" y="14382"/>
                  <a:pt x="5149" y="14382"/>
                </a:cubicBezTo>
                <a:cubicBezTo>
                  <a:pt x="5280" y="14459"/>
                  <a:pt x="5426" y="14535"/>
                  <a:pt x="5563" y="14598"/>
                </a:cubicBezTo>
                <a:cubicBezTo>
                  <a:pt x="5771" y="14694"/>
                  <a:pt x="5978" y="14777"/>
                  <a:pt x="6192" y="14853"/>
                </a:cubicBezTo>
                <a:lnTo>
                  <a:pt x="6766" y="17403"/>
                </a:lnTo>
                <a:lnTo>
                  <a:pt x="9649" y="17431"/>
                </a:lnTo>
                <a:lnTo>
                  <a:pt x="10271" y="14888"/>
                </a:lnTo>
                <a:cubicBezTo>
                  <a:pt x="10485" y="14819"/>
                  <a:pt x="10692" y="14742"/>
                  <a:pt x="10900" y="14653"/>
                </a:cubicBezTo>
                <a:cubicBezTo>
                  <a:pt x="11044" y="14590"/>
                  <a:pt x="11190" y="14522"/>
                  <a:pt x="11328" y="14445"/>
                </a:cubicBezTo>
                <a:cubicBezTo>
                  <a:pt x="11334" y="14439"/>
                  <a:pt x="11343" y="14439"/>
                  <a:pt x="11356" y="14432"/>
                </a:cubicBezTo>
                <a:cubicBezTo>
                  <a:pt x="11363" y="14424"/>
                  <a:pt x="11369" y="14424"/>
                  <a:pt x="11369" y="14417"/>
                </a:cubicBezTo>
                <a:cubicBezTo>
                  <a:pt x="11411" y="14404"/>
                  <a:pt x="11445" y="14382"/>
                  <a:pt x="11480" y="14362"/>
                </a:cubicBezTo>
                <a:cubicBezTo>
                  <a:pt x="11480" y="14356"/>
                  <a:pt x="11487" y="14356"/>
                  <a:pt x="11494" y="14356"/>
                </a:cubicBezTo>
                <a:cubicBezTo>
                  <a:pt x="11522" y="14334"/>
                  <a:pt x="11550" y="14321"/>
                  <a:pt x="11583" y="14299"/>
                </a:cubicBezTo>
                <a:cubicBezTo>
                  <a:pt x="11591" y="14299"/>
                  <a:pt x="11598" y="14293"/>
                  <a:pt x="11605" y="14293"/>
                </a:cubicBezTo>
                <a:cubicBezTo>
                  <a:pt x="11936" y="14092"/>
                  <a:pt x="12262" y="13858"/>
                  <a:pt x="12558" y="13603"/>
                </a:cubicBezTo>
                <a:lnTo>
                  <a:pt x="15053" y="14382"/>
                </a:lnTo>
                <a:lnTo>
                  <a:pt x="16518" y="11903"/>
                </a:lnTo>
                <a:lnTo>
                  <a:pt x="14625" y="10091"/>
                </a:lnTo>
                <a:cubicBezTo>
                  <a:pt x="14652" y="9973"/>
                  <a:pt x="14673" y="9856"/>
                  <a:pt x="14693" y="9738"/>
                </a:cubicBezTo>
                <a:cubicBezTo>
                  <a:pt x="14708" y="9628"/>
                  <a:pt x="14722" y="9524"/>
                  <a:pt x="14735" y="9421"/>
                </a:cubicBezTo>
                <a:cubicBezTo>
                  <a:pt x="14743" y="9373"/>
                  <a:pt x="14750" y="9317"/>
                  <a:pt x="14750" y="9268"/>
                </a:cubicBezTo>
                <a:cubicBezTo>
                  <a:pt x="14763" y="9166"/>
                  <a:pt x="14763" y="9054"/>
                  <a:pt x="14770" y="8950"/>
                </a:cubicBezTo>
                <a:lnTo>
                  <a:pt x="14770" y="8923"/>
                </a:lnTo>
                <a:lnTo>
                  <a:pt x="14770" y="8895"/>
                </a:lnTo>
                <a:cubicBezTo>
                  <a:pt x="14770" y="8860"/>
                  <a:pt x="14776" y="8819"/>
                  <a:pt x="14776" y="8777"/>
                </a:cubicBezTo>
                <a:lnTo>
                  <a:pt x="14776" y="8660"/>
                </a:lnTo>
                <a:lnTo>
                  <a:pt x="14776" y="8633"/>
                </a:lnTo>
                <a:cubicBezTo>
                  <a:pt x="14770" y="8245"/>
                  <a:pt x="14728" y="7852"/>
                  <a:pt x="14652" y="7465"/>
                </a:cubicBezTo>
                <a:lnTo>
                  <a:pt x="16581" y="5695"/>
                </a:lnTo>
                <a:lnTo>
                  <a:pt x="15164" y="3179"/>
                </a:lnTo>
                <a:lnTo>
                  <a:pt x="12648" y="3919"/>
                </a:lnTo>
                <a:cubicBezTo>
                  <a:pt x="12558" y="3836"/>
                  <a:pt x="12469" y="3753"/>
                  <a:pt x="12379" y="3677"/>
                </a:cubicBezTo>
                <a:cubicBezTo>
                  <a:pt x="12296" y="3615"/>
                  <a:pt x="12213" y="3552"/>
                  <a:pt x="12122" y="3491"/>
                </a:cubicBezTo>
                <a:cubicBezTo>
                  <a:pt x="12081" y="3456"/>
                  <a:pt x="12039" y="3428"/>
                  <a:pt x="11998" y="3393"/>
                </a:cubicBezTo>
                <a:cubicBezTo>
                  <a:pt x="11908" y="3338"/>
                  <a:pt x="11825" y="3277"/>
                  <a:pt x="11736" y="3221"/>
                </a:cubicBezTo>
                <a:cubicBezTo>
                  <a:pt x="11729" y="3214"/>
                  <a:pt x="11716" y="3214"/>
                  <a:pt x="11708" y="3207"/>
                </a:cubicBezTo>
                <a:cubicBezTo>
                  <a:pt x="11701" y="3201"/>
                  <a:pt x="11694" y="3201"/>
                  <a:pt x="11688" y="3194"/>
                </a:cubicBezTo>
                <a:cubicBezTo>
                  <a:pt x="11653" y="3172"/>
                  <a:pt x="11618" y="3153"/>
                  <a:pt x="11583" y="3131"/>
                </a:cubicBezTo>
                <a:cubicBezTo>
                  <a:pt x="11550" y="3111"/>
                  <a:pt x="11515" y="3090"/>
                  <a:pt x="11480" y="3076"/>
                </a:cubicBezTo>
                <a:cubicBezTo>
                  <a:pt x="11474" y="3070"/>
                  <a:pt x="11467" y="3070"/>
                  <a:pt x="11467" y="3061"/>
                </a:cubicBezTo>
                <a:cubicBezTo>
                  <a:pt x="11452" y="3055"/>
                  <a:pt x="11445" y="3048"/>
                  <a:pt x="11439" y="3048"/>
                </a:cubicBezTo>
                <a:cubicBezTo>
                  <a:pt x="11301" y="2972"/>
                  <a:pt x="11155" y="2895"/>
                  <a:pt x="11018" y="2834"/>
                </a:cubicBezTo>
                <a:cubicBezTo>
                  <a:pt x="10810" y="2738"/>
                  <a:pt x="10603" y="2655"/>
                  <a:pt x="10389" y="2579"/>
                </a:cubicBezTo>
                <a:lnTo>
                  <a:pt x="9815" y="27"/>
                </a:lnTo>
                <a:lnTo>
                  <a:pt x="693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2" name="Google Shape;10722;p21"/>
          <p:cNvSpPr/>
          <p:nvPr/>
        </p:nvSpPr>
        <p:spPr>
          <a:xfrm>
            <a:off x="170075" y="137047"/>
            <a:ext cx="592820" cy="592943"/>
          </a:xfrm>
          <a:custGeom>
            <a:avLst/>
            <a:gdLst/>
            <a:ahLst/>
            <a:cxnLst/>
            <a:rect l="l" t="t" r="r" b="b"/>
            <a:pathLst>
              <a:path w="17675" h="17680" extrusionOk="0">
                <a:moveTo>
                  <a:pt x="8861" y="3255"/>
                </a:moveTo>
                <a:cubicBezTo>
                  <a:pt x="9025" y="3255"/>
                  <a:pt x="9189" y="3262"/>
                  <a:pt x="9352" y="3276"/>
                </a:cubicBezTo>
                <a:cubicBezTo>
                  <a:pt x="9359" y="3276"/>
                  <a:pt x="9366" y="3283"/>
                  <a:pt x="9380" y="3283"/>
                </a:cubicBezTo>
                <a:cubicBezTo>
                  <a:pt x="9414" y="3283"/>
                  <a:pt x="9455" y="3290"/>
                  <a:pt x="9497" y="3296"/>
                </a:cubicBezTo>
                <a:cubicBezTo>
                  <a:pt x="9531" y="3296"/>
                  <a:pt x="9566" y="3303"/>
                  <a:pt x="9601" y="3303"/>
                </a:cubicBezTo>
                <a:cubicBezTo>
                  <a:pt x="9608" y="3309"/>
                  <a:pt x="9621" y="3309"/>
                  <a:pt x="9629" y="3309"/>
                </a:cubicBezTo>
                <a:cubicBezTo>
                  <a:pt x="10507" y="3434"/>
                  <a:pt x="11343" y="3774"/>
                  <a:pt x="12061" y="4278"/>
                </a:cubicBezTo>
                <a:lnTo>
                  <a:pt x="12083" y="4298"/>
                </a:lnTo>
                <a:cubicBezTo>
                  <a:pt x="12117" y="4320"/>
                  <a:pt x="12144" y="4340"/>
                  <a:pt x="12179" y="4368"/>
                </a:cubicBezTo>
                <a:cubicBezTo>
                  <a:pt x="12207" y="4388"/>
                  <a:pt x="12234" y="4409"/>
                  <a:pt x="12262" y="4429"/>
                </a:cubicBezTo>
                <a:cubicBezTo>
                  <a:pt x="12268" y="4437"/>
                  <a:pt x="12283" y="4444"/>
                  <a:pt x="12290" y="4444"/>
                </a:cubicBezTo>
                <a:cubicBezTo>
                  <a:pt x="12980" y="4996"/>
                  <a:pt x="13541" y="5701"/>
                  <a:pt x="13914" y="6503"/>
                </a:cubicBezTo>
                <a:cubicBezTo>
                  <a:pt x="13914" y="6511"/>
                  <a:pt x="13920" y="6518"/>
                  <a:pt x="13920" y="6531"/>
                </a:cubicBezTo>
                <a:cubicBezTo>
                  <a:pt x="13942" y="6566"/>
                  <a:pt x="13955" y="6600"/>
                  <a:pt x="13969" y="6635"/>
                </a:cubicBezTo>
                <a:cubicBezTo>
                  <a:pt x="13983" y="6668"/>
                  <a:pt x="13997" y="6703"/>
                  <a:pt x="14010" y="6732"/>
                </a:cubicBezTo>
                <a:cubicBezTo>
                  <a:pt x="14017" y="6745"/>
                  <a:pt x="14017" y="6751"/>
                  <a:pt x="14017" y="6760"/>
                </a:cubicBezTo>
                <a:cubicBezTo>
                  <a:pt x="14348" y="7581"/>
                  <a:pt x="14481" y="8473"/>
                  <a:pt x="14398" y="9357"/>
                </a:cubicBezTo>
                <a:lnTo>
                  <a:pt x="14398" y="9379"/>
                </a:lnTo>
                <a:cubicBezTo>
                  <a:pt x="14390" y="9420"/>
                  <a:pt x="14390" y="9462"/>
                  <a:pt x="14383" y="9497"/>
                </a:cubicBezTo>
                <a:cubicBezTo>
                  <a:pt x="14377" y="9530"/>
                  <a:pt x="14377" y="9571"/>
                  <a:pt x="14370" y="9606"/>
                </a:cubicBezTo>
                <a:cubicBezTo>
                  <a:pt x="14370" y="9613"/>
                  <a:pt x="14370" y="9621"/>
                  <a:pt x="14363" y="9628"/>
                </a:cubicBezTo>
                <a:cubicBezTo>
                  <a:pt x="14239" y="10505"/>
                  <a:pt x="13907" y="11341"/>
                  <a:pt x="13395" y="12068"/>
                </a:cubicBezTo>
                <a:cubicBezTo>
                  <a:pt x="13388" y="12074"/>
                  <a:pt x="13388" y="12081"/>
                  <a:pt x="13381" y="12088"/>
                </a:cubicBezTo>
                <a:cubicBezTo>
                  <a:pt x="13361" y="12116"/>
                  <a:pt x="13340" y="12142"/>
                  <a:pt x="13320" y="12177"/>
                </a:cubicBezTo>
                <a:cubicBezTo>
                  <a:pt x="13292" y="12205"/>
                  <a:pt x="13270" y="12240"/>
                  <a:pt x="13244" y="12267"/>
                </a:cubicBezTo>
                <a:cubicBezTo>
                  <a:pt x="13244" y="12275"/>
                  <a:pt x="13237" y="12282"/>
                  <a:pt x="13229" y="12288"/>
                </a:cubicBezTo>
                <a:cubicBezTo>
                  <a:pt x="12683" y="12987"/>
                  <a:pt x="11978" y="13539"/>
                  <a:pt x="11170" y="13912"/>
                </a:cubicBezTo>
                <a:cubicBezTo>
                  <a:pt x="11164" y="13919"/>
                  <a:pt x="11155" y="13919"/>
                  <a:pt x="11149" y="13926"/>
                </a:cubicBezTo>
                <a:cubicBezTo>
                  <a:pt x="11114" y="13940"/>
                  <a:pt x="11081" y="13954"/>
                  <a:pt x="11046" y="13967"/>
                </a:cubicBezTo>
                <a:cubicBezTo>
                  <a:pt x="11011" y="13982"/>
                  <a:pt x="10976" y="14002"/>
                  <a:pt x="10941" y="14017"/>
                </a:cubicBezTo>
                <a:cubicBezTo>
                  <a:pt x="10935" y="14017"/>
                  <a:pt x="10928" y="14023"/>
                  <a:pt x="10915" y="14023"/>
                </a:cubicBezTo>
                <a:cubicBezTo>
                  <a:pt x="10248" y="14292"/>
                  <a:pt x="9540" y="14425"/>
                  <a:pt x="8824" y="14425"/>
                </a:cubicBezTo>
                <a:cubicBezTo>
                  <a:pt x="8657" y="14425"/>
                  <a:pt x="8490" y="14418"/>
                  <a:pt x="8322" y="14403"/>
                </a:cubicBezTo>
                <a:cubicBezTo>
                  <a:pt x="8316" y="14403"/>
                  <a:pt x="8302" y="14403"/>
                  <a:pt x="8294" y="14397"/>
                </a:cubicBezTo>
                <a:cubicBezTo>
                  <a:pt x="8261" y="14397"/>
                  <a:pt x="8219" y="14390"/>
                  <a:pt x="8184" y="14390"/>
                </a:cubicBezTo>
                <a:cubicBezTo>
                  <a:pt x="8150" y="14382"/>
                  <a:pt x="8108" y="14375"/>
                  <a:pt x="8073" y="14375"/>
                </a:cubicBezTo>
                <a:cubicBezTo>
                  <a:pt x="8067" y="14368"/>
                  <a:pt x="8053" y="14368"/>
                  <a:pt x="8045" y="14368"/>
                </a:cubicBezTo>
                <a:cubicBezTo>
                  <a:pt x="7168" y="14244"/>
                  <a:pt x="6332" y="13912"/>
                  <a:pt x="5613" y="13401"/>
                </a:cubicBezTo>
                <a:cubicBezTo>
                  <a:pt x="5607" y="13395"/>
                  <a:pt x="5592" y="13386"/>
                  <a:pt x="5585" y="13386"/>
                </a:cubicBezTo>
                <a:cubicBezTo>
                  <a:pt x="5557" y="13360"/>
                  <a:pt x="5530" y="13338"/>
                  <a:pt x="5502" y="13318"/>
                </a:cubicBezTo>
                <a:cubicBezTo>
                  <a:pt x="5467" y="13297"/>
                  <a:pt x="5441" y="13270"/>
                  <a:pt x="5406" y="13249"/>
                </a:cubicBezTo>
                <a:cubicBezTo>
                  <a:pt x="5399" y="13242"/>
                  <a:pt x="5391" y="13236"/>
                  <a:pt x="5384" y="13236"/>
                </a:cubicBezTo>
                <a:cubicBezTo>
                  <a:pt x="4694" y="12681"/>
                  <a:pt x="4134" y="11977"/>
                  <a:pt x="3761" y="11175"/>
                </a:cubicBezTo>
                <a:cubicBezTo>
                  <a:pt x="3761" y="11169"/>
                  <a:pt x="3754" y="11162"/>
                  <a:pt x="3754" y="11147"/>
                </a:cubicBezTo>
                <a:cubicBezTo>
                  <a:pt x="3741" y="11121"/>
                  <a:pt x="3726" y="11086"/>
                  <a:pt x="3712" y="11051"/>
                </a:cubicBezTo>
                <a:cubicBezTo>
                  <a:pt x="3691" y="11016"/>
                  <a:pt x="3678" y="10981"/>
                  <a:pt x="3664" y="10940"/>
                </a:cubicBezTo>
                <a:cubicBezTo>
                  <a:pt x="3658" y="10933"/>
                  <a:pt x="3658" y="10927"/>
                  <a:pt x="3649" y="10920"/>
                </a:cubicBezTo>
                <a:cubicBezTo>
                  <a:pt x="3326" y="10097"/>
                  <a:pt x="3193" y="9206"/>
                  <a:pt x="3276" y="8327"/>
                </a:cubicBezTo>
                <a:lnTo>
                  <a:pt x="3276" y="8301"/>
                </a:lnTo>
                <a:cubicBezTo>
                  <a:pt x="3284" y="8259"/>
                  <a:pt x="3284" y="8224"/>
                  <a:pt x="3291" y="8190"/>
                </a:cubicBezTo>
                <a:cubicBezTo>
                  <a:pt x="3291" y="8155"/>
                  <a:pt x="3298" y="8113"/>
                  <a:pt x="3304" y="8078"/>
                </a:cubicBezTo>
                <a:lnTo>
                  <a:pt x="3304" y="8045"/>
                </a:lnTo>
                <a:cubicBezTo>
                  <a:pt x="3435" y="7174"/>
                  <a:pt x="3767" y="6337"/>
                  <a:pt x="4280" y="5612"/>
                </a:cubicBezTo>
                <a:cubicBezTo>
                  <a:pt x="4280" y="5605"/>
                  <a:pt x="4286" y="5599"/>
                  <a:pt x="4293" y="5590"/>
                </a:cubicBezTo>
                <a:cubicBezTo>
                  <a:pt x="4313" y="5557"/>
                  <a:pt x="4341" y="5529"/>
                  <a:pt x="4363" y="5494"/>
                </a:cubicBezTo>
                <a:cubicBezTo>
                  <a:pt x="4383" y="5466"/>
                  <a:pt x="4404" y="5439"/>
                  <a:pt x="4424" y="5411"/>
                </a:cubicBezTo>
                <a:lnTo>
                  <a:pt x="4446" y="5391"/>
                </a:lnTo>
                <a:cubicBezTo>
                  <a:pt x="4991" y="4693"/>
                  <a:pt x="5696" y="4139"/>
                  <a:pt x="6498" y="3766"/>
                </a:cubicBezTo>
                <a:cubicBezTo>
                  <a:pt x="6511" y="3759"/>
                  <a:pt x="6519" y="3759"/>
                  <a:pt x="6526" y="3752"/>
                </a:cubicBezTo>
                <a:cubicBezTo>
                  <a:pt x="6561" y="3739"/>
                  <a:pt x="6594" y="3724"/>
                  <a:pt x="6635" y="3711"/>
                </a:cubicBezTo>
                <a:cubicBezTo>
                  <a:pt x="6663" y="3698"/>
                  <a:pt x="6698" y="3676"/>
                  <a:pt x="6733" y="3663"/>
                </a:cubicBezTo>
                <a:cubicBezTo>
                  <a:pt x="6740" y="3663"/>
                  <a:pt x="6746" y="3656"/>
                  <a:pt x="6760" y="3656"/>
                </a:cubicBezTo>
                <a:cubicBezTo>
                  <a:pt x="7425" y="3391"/>
                  <a:pt x="8140" y="3255"/>
                  <a:pt x="8861" y="3255"/>
                </a:cubicBezTo>
                <a:close/>
                <a:moveTo>
                  <a:pt x="9165" y="0"/>
                </a:moveTo>
                <a:lnTo>
                  <a:pt x="8578" y="2004"/>
                </a:lnTo>
                <a:cubicBezTo>
                  <a:pt x="8412" y="2011"/>
                  <a:pt x="8252" y="2024"/>
                  <a:pt x="8087" y="2039"/>
                </a:cubicBezTo>
                <a:cubicBezTo>
                  <a:pt x="8080" y="2039"/>
                  <a:pt x="8073" y="2039"/>
                  <a:pt x="8060" y="2045"/>
                </a:cubicBezTo>
                <a:cubicBezTo>
                  <a:pt x="8025" y="2045"/>
                  <a:pt x="7990" y="2052"/>
                  <a:pt x="7956" y="2052"/>
                </a:cubicBezTo>
                <a:cubicBezTo>
                  <a:pt x="7949" y="2059"/>
                  <a:pt x="7936" y="2059"/>
                  <a:pt x="7929" y="2059"/>
                </a:cubicBezTo>
                <a:cubicBezTo>
                  <a:pt x="7901" y="2059"/>
                  <a:pt x="7879" y="2065"/>
                  <a:pt x="7853" y="2074"/>
                </a:cubicBezTo>
                <a:cubicBezTo>
                  <a:pt x="7825" y="2074"/>
                  <a:pt x="7796" y="2080"/>
                  <a:pt x="7770" y="2080"/>
                </a:cubicBezTo>
                <a:cubicBezTo>
                  <a:pt x="7728" y="2087"/>
                  <a:pt x="7687" y="2094"/>
                  <a:pt x="7639" y="2100"/>
                </a:cubicBezTo>
                <a:cubicBezTo>
                  <a:pt x="7630" y="2107"/>
                  <a:pt x="7624" y="2107"/>
                  <a:pt x="7617" y="2107"/>
                </a:cubicBezTo>
                <a:cubicBezTo>
                  <a:pt x="7451" y="2135"/>
                  <a:pt x="7292" y="2170"/>
                  <a:pt x="7133" y="2211"/>
                </a:cubicBezTo>
                <a:lnTo>
                  <a:pt x="6000" y="463"/>
                </a:lnTo>
                <a:lnTo>
                  <a:pt x="4708" y="1022"/>
                </a:lnTo>
                <a:lnTo>
                  <a:pt x="5199" y="3047"/>
                </a:lnTo>
                <a:cubicBezTo>
                  <a:pt x="5053" y="3137"/>
                  <a:pt x="4922" y="3227"/>
                  <a:pt x="4784" y="3324"/>
                </a:cubicBezTo>
                <a:lnTo>
                  <a:pt x="4784" y="3331"/>
                </a:lnTo>
                <a:cubicBezTo>
                  <a:pt x="4777" y="3331"/>
                  <a:pt x="4777" y="3338"/>
                  <a:pt x="4769" y="3338"/>
                </a:cubicBezTo>
                <a:cubicBezTo>
                  <a:pt x="4736" y="3366"/>
                  <a:pt x="4694" y="3392"/>
                  <a:pt x="4660" y="3421"/>
                </a:cubicBezTo>
                <a:cubicBezTo>
                  <a:pt x="4638" y="3434"/>
                  <a:pt x="4618" y="3455"/>
                  <a:pt x="4597" y="3469"/>
                </a:cubicBezTo>
                <a:cubicBezTo>
                  <a:pt x="4577" y="3484"/>
                  <a:pt x="4555" y="3504"/>
                  <a:pt x="4535" y="3517"/>
                </a:cubicBezTo>
                <a:lnTo>
                  <a:pt x="4514" y="3538"/>
                </a:lnTo>
                <a:cubicBezTo>
                  <a:pt x="4487" y="3558"/>
                  <a:pt x="4459" y="3580"/>
                  <a:pt x="4431" y="3608"/>
                </a:cubicBezTo>
                <a:cubicBezTo>
                  <a:pt x="4424" y="3608"/>
                  <a:pt x="4417" y="3615"/>
                  <a:pt x="4411" y="3621"/>
                </a:cubicBezTo>
                <a:cubicBezTo>
                  <a:pt x="4286" y="3724"/>
                  <a:pt x="4169" y="3835"/>
                  <a:pt x="4051" y="3953"/>
                </a:cubicBezTo>
                <a:lnTo>
                  <a:pt x="2191" y="3006"/>
                </a:lnTo>
                <a:lnTo>
                  <a:pt x="1349" y="4132"/>
                </a:lnTo>
                <a:lnTo>
                  <a:pt x="2787" y="5647"/>
                </a:lnTo>
                <a:cubicBezTo>
                  <a:pt x="2711" y="5791"/>
                  <a:pt x="2641" y="5937"/>
                  <a:pt x="2571" y="6088"/>
                </a:cubicBezTo>
                <a:cubicBezTo>
                  <a:pt x="2571" y="6096"/>
                  <a:pt x="2565" y="6103"/>
                  <a:pt x="2565" y="6109"/>
                </a:cubicBezTo>
                <a:cubicBezTo>
                  <a:pt x="2545" y="6151"/>
                  <a:pt x="2530" y="6192"/>
                  <a:pt x="2510" y="6234"/>
                </a:cubicBezTo>
                <a:lnTo>
                  <a:pt x="2510" y="6241"/>
                </a:lnTo>
                <a:lnTo>
                  <a:pt x="2503" y="6247"/>
                </a:lnTo>
                <a:cubicBezTo>
                  <a:pt x="2497" y="6269"/>
                  <a:pt x="2488" y="6289"/>
                  <a:pt x="2482" y="6310"/>
                </a:cubicBezTo>
                <a:cubicBezTo>
                  <a:pt x="2468" y="6330"/>
                  <a:pt x="2462" y="6358"/>
                  <a:pt x="2455" y="6378"/>
                </a:cubicBezTo>
                <a:cubicBezTo>
                  <a:pt x="2434" y="6428"/>
                  <a:pt x="2420" y="6469"/>
                  <a:pt x="2405" y="6511"/>
                </a:cubicBezTo>
                <a:cubicBezTo>
                  <a:pt x="2399" y="6518"/>
                  <a:pt x="2399" y="6524"/>
                  <a:pt x="2399" y="6531"/>
                </a:cubicBezTo>
                <a:cubicBezTo>
                  <a:pt x="2344" y="6690"/>
                  <a:pt x="2289" y="6843"/>
                  <a:pt x="2248" y="7000"/>
                </a:cubicBezTo>
                <a:lnTo>
                  <a:pt x="166" y="7111"/>
                </a:lnTo>
                <a:lnTo>
                  <a:pt x="0" y="8508"/>
                </a:lnTo>
                <a:lnTo>
                  <a:pt x="1999" y="9095"/>
                </a:lnTo>
                <a:cubicBezTo>
                  <a:pt x="2006" y="9261"/>
                  <a:pt x="2019" y="9427"/>
                  <a:pt x="2040" y="9593"/>
                </a:cubicBezTo>
                <a:lnTo>
                  <a:pt x="2040" y="9613"/>
                </a:lnTo>
                <a:cubicBezTo>
                  <a:pt x="2047" y="9654"/>
                  <a:pt x="2047" y="9704"/>
                  <a:pt x="2054" y="9745"/>
                </a:cubicBezTo>
                <a:cubicBezTo>
                  <a:pt x="2060" y="9772"/>
                  <a:pt x="2060" y="9800"/>
                  <a:pt x="2067" y="9828"/>
                </a:cubicBezTo>
                <a:cubicBezTo>
                  <a:pt x="2067" y="9855"/>
                  <a:pt x="2074" y="9877"/>
                  <a:pt x="2082" y="9903"/>
                </a:cubicBezTo>
                <a:cubicBezTo>
                  <a:pt x="2089" y="9945"/>
                  <a:pt x="2095" y="9994"/>
                  <a:pt x="2102" y="10036"/>
                </a:cubicBezTo>
                <a:lnTo>
                  <a:pt x="2102" y="10062"/>
                </a:lnTo>
                <a:cubicBezTo>
                  <a:pt x="2108" y="10069"/>
                  <a:pt x="2108" y="10084"/>
                  <a:pt x="2108" y="10097"/>
                </a:cubicBezTo>
                <a:cubicBezTo>
                  <a:pt x="2130" y="10208"/>
                  <a:pt x="2157" y="10318"/>
                  <a:pt x="2178" y="10422"/>
                </a:cubicBezTo>
                <a:cubicBezTo>
                  <a:pt x="2191" y="10464"/>
                  <a:pt x="2198" y="10505"/>
                  <a:pt x="2213" y="10547"/>
                </a:cubicBezTo>
                <a:lnTo>
                  <a:pt x="465" y="11680"/>
                </a:lnTo>
                <a:lnTo>
                  <a:pt x="1017" y="12972"/>
                </a:lnTo>
                <a:lnTo>
                  <a:pt x="3042" y="12482"/>
                </a:lnTo>
                <a:cubicBezTo>
                  <a:pt x="3132" y="12620"/>
                  <a:pt x="3221" y="12758"/>
                  <a:pt x="3326" y="12889"/>
                </a:cubicBezTo>
                <a:cubicBezTo>
                  <a:pt x="3326" y="12897"/>
                  <a:pt x="3333" y="12904"/>
                  <a:pt x="3339" y="12910"/>
                </a:cubicBezTo>
                <a:cubicBezTo>
                  <a:pt x="3367" y="12945"/>
                  <a:pt x="3387" y="12980"/>
                  <a:pt x="3416" y="13013"/>
                </a:cubicBezTo>
                <a:cubicBezTo>
                  <a:pt x="3435" y="13035"/>
                  <a:pt x="3450" y="13055"/>
                  <a:pt x="3464" y="13076"/>
                </a:cubicBezTo>
                <a:cubicBezTo>
                  <a:pt x="3484" y="13096"/>
                  <a:pt x="3498" y="13118"/>
                  <a:pt x="3518" y="13138"/>
                </a:cubicBezTo>
                <a:cubicBezTo>
                  <a:pt x="3547" y="13172"/>
                  <a:pt x="3575" y="13207"/>
                  <a:pt x="3601" y="13242"/>
                </a:cubicBezTo>
                <a:cubicBezTo>
                  <a:pt x="3608" y="13249"/>
                  <a:pt x="3608" y="13255"/>
                  <a:pt x="3616" y="13262"/>
                </a:cubicBezTo>
                <a:cubicBezTo>
                  <a:pt x="3726" y="13386"/>
                  <a:pt x="3837" y="13511"/>
                  <a:pt x="3948" y="13629"/>
                </a:cubicBezTo>
                <a:lnTo>
                  <a:pt x="3001" y="15488"/>
                </a:lnTo>
                <a:lnTo>
                  <a:pt x="4134" y="16324"/>
                </a:lnTo>
                <a:lnTo>
                  <a:pt x="5640" y="14888"/>
                </a:lnTo>
                <a:cubicBezTo>
                  <a:pt x="5786" y="14962"/>
                  <a:pt x="5939" y="15039"/>
                  <a:pt x="6083" y="15102"/>
                </a:cubicBezTo>
                <a:cubicBezTo>
                  <a:pt x="6096" y="15108"/>
                  <a:pt x="6104" y="15108"/>
                  <a:pt x="6111" y="15115"/>
                </a:cubicBezTo>
                <a:cubicBezTo>
                  <a:pt x="6152" y="15128"/>
                  <a:pt x="6194" y="15150"/>
                  <a:pt x="6235" y="15163"/>
                </a:cubicBezTo>
                <a:cubicBezTo>
                  <a:pt x="6255" y="15178"/>
                  <a:pt x="6284" y="15185"/>
                  <a:pt x="6303" y="15198"/>
                </a:cubicBezTo>
                <a:cubicBezTo>
                  <a:pt x="6332" y="15204"/>
                  <a:pt x="6353" y="15211"/>
                  <a:pt x="6380" y="15226"/>
                </a:cubicBezTo>
                <a:cubicBezTo>
                  <a:pt x="6421" y="15239"/>
                  <a:pt x="6463" y="15253"/>
                  <a:pt x="6504" y="15274"/>
                </a:cubicBezTo>
                <a:cubicBezTo>
                  <a:pt x="6511" y="15274"/>
                  <a:pt x="6519" y="15274"/>
                  <a:pt x="6526" y="15281"/>
                </a:cubicBezTo>
                <a:cubicBezTo>
                  <a:pt x="6685" y="15336"/>
                  <a:pt x="6843" y="15385"/>
                  <a:pt x="7002" y="15433"/>
                </a:cubicBezTo>
                <a:lnTo>
                  <a:pt x="7106" y="17513"/>
                </a:lnTo>
                <a:lnTo>
                  <a:pt x="8501" y="17679"/>
                </a:lnTo>
                <a:lnTo>
                  <a:pt x="9097" y="15676"/>
                </a:lnTo>
                <a:cubicBezTo>
                  <a:pt x="9256" y="15667"/>
                  <a:pt x="9422" y="15661"/>
                  <a:pt x="9588" y="15641"/>
                </a:cubicBezTo>
                <a:lnTo>
                  <a:pt x="9608" y="15641"/>
                </a:lnTo>
                <a:cubicBezTo>
                  <a:pt x="9649" y="15634"/>
                  <a:pt x="9684" y="15626"/>
                  <a:pt x="9719" y="15626"/>
                </a:cubicBezTo>
                <a:cubicBezTo>
                  <a:pt x="9725" y="15626"/>
                  <a:pt x="9732" y="15619"/>
                  <a:pt x="9745" y="15619"/>
                </a:cubicBezTo>
                <a:cubicBezTo>
                  <a:pt x="9774" y="15619"/>
                  <a:pt x="9795" y="15613"/>
                  <a:pt x="9822" y="15613"/>
                </a:cubicBezTo>
                <a:cubicBezTo>
                  <a:pt x="9850" y="15606"/>
                  <a:pt x="9878" y="15599"/>
                  <a:pt x="9898" y="15599"/>
                </a:cubicBezTo>
                <a:cubicBezTo>
                  <a:pt x="9946" y="15593"/>
                  <a:pt x="9988" y="15584"/>
                  <a:pt x="10036" y="15578"/>
                </a:cubicBezTo>
                <a:cubicBezTo>
                  <a:pt x="10044" y="15571"/>
                  <a:pt x="10044" y="15571"/>
                  <a:pt x="10051" y="15571"/>
                </a:cubicBezTo>
                <a:lnTo>
                  <a:pt x="10057" y="15571"/>
                </a:lnTo>
                <a:cubicBezTo>
                  <a:pt x="10223" y="15543"/>
                  <a:pt x="10382" y="15510"/>
                  <a:pt x="10542" y="15468"/>
                </a:cubicBezTo>
                <a:lnTo>
                  <a:pt x="11675" y="17217"/>
                </a:lnTo>
                <a:lnTo>
                  <a:pt x="12967" y="16656"/>
                </a:lnTo>
                <a:lnTo>
                  <a:pt x="12476" y="14631"/>
                </a:lnTo>
                <a:cubicBezTo>
                  <a:pt x="12511" y="14611"/>
                  <a:pt x="12545" y="14589"/>
                  <a:pt x="12580" y="14569"/>
                </a:cubicBezTo>
                <a:cubicBezTo>
                  <a:pt x="12676" y="14506"/>
                  <a:pt x="12766" y="14445"/>
                  <a:pt x="12856" y="14375"/>
                </a:cubicBezTo>
                <a:cubicBezTo>
                  <a:pt x="12870" y="14368"/>
                  <a:pt x="12877" y="14362"/>
                  <a:pt x="12884" y="14355"/>
                </a:cubicBezTo>
                <a:cubicBezTo>
                  <a:pt x="12890" y="14355"/>
                  <a:pt x="12890" y="14355"/>
                  <a:pt x="12890" y="14349"/>
                </a:cubicBezTo>
                <a:cubicBezTo>
                  <a:pt x="12897" y="14349"/>
                  <a:pt x="12897" y="14340"/>
                  <a:pt x="12905" y="14340"/>
                </a:cubicBezTo>
                <a:cubicBezTo>
                  <a:pt x="12938" y="14314"/>
                  <a:pt x="12980" y="14286"/>
                  <a:pt x="13015" y="14257"/>
                </a:cubicBezTo>
                <a:cubicBezTo>
                  <a:pt x="13036" y="14244"/>
                  <a:pt x="13056" y="14224"/>
                  <a:pt x="13078" y="14209"/>
                </a:cubicBezTo>
                <a:cubicBezTo>
                  <a:pt x="13098" y="14196"/>
                  <a:pt x="13119" y="14174"/>
                  <a:pt x="13139" y="14161"/>
                </a:cubicBezTo>
                <a:cubicBezTo>
                  <a:pt x="13146" y="14154"/>
                  <a:pt x="13154" y="14148"/>
                  <a:pt x="13161" y="14141"/>
                </a:cubicBezTo>
                <a:cubicBezTo>
                  <a:pt x="13187" y="14120"/>
                  <a:pt x="13215" y="14100"/>
                  <a:pt x="13244" y="14072"/>
                </a:cubicBezTo>
                <a:cubicBezTo>
                  <a:pt x="13250" y="14072"/>
                  <a:pt x="13250" y="14065"/>
                  <a:pt x="13257" y="14058"/>
                </a:cubicBezTo>
                <a:cubicBezTo>
                  <a:pt x="13388" y="13954"/>
                  <a:pt x="13506" y="13843"/>
                  <a:pt x="13624" y="13727"/>
                </a:cubicBezTo>
                <a:lnTo>
                  <a:pt x="15483" y="14672"/>
                </a:lnTo>
                <a:lnTo>
                  <a:pt x="16326" y="13546"/>
                </a:lnTo>
                <a:lnTo>
                  <a:pt x="14888" y="12033"/>
                </a:lnTo>
                <a:cubicBezTo>
                  <a:pt x="14964" y="11887"/>
                  <a:pt x="15033" y="11743"/>
                  <a:pt x="15103" y="11590"/>
                </a:cubicBezTo>
                <a:cubicBezTo>
                  <a:pt x="15103" y="11583"/>
                  <a:pt x="15110" y="11577"/>
                  <a:pt x="15110" y="11570"/>
                </a:cubicBezTo>
                <a:cubicBezTo>
                  <a:pt x="15130" y="11529"/>
                  <a:pt x="15145" y="11487"/>
                  <a:pt x="15165" y="11446"/>
                </a:cubicBezTo>
                <a:cubicBezTo>
                  <a:pt x="15171" y="11418"/>
                  <a:pt x="15186" y="11396"/>
                  <a:pt x="15193" y="11369"/>
                </a:cubicBezTo>
                <a:cubicBezTo>
                  <a:pt x="15199" y="11348"/>
                  <a:pt x="15213" y="11321"/>
                  <a:pt x="15219" y="11300"/>
                </a:cubicBezTo>
                <a:cubicBezTo>
                  <a:pt x="15241" y="11258"/>
                  <a:pt x="15254" y="11210"/>
                  <a:pt x="15269" y="11169"/>
                </a:cubicBezTo>
                <a:cubicBezTo>
                  <a:pt x="15269" y="11162"/>
                  <a:pt x="15276" y="11155"/>
                  <a:pt x="15276" y="11147"/>
                </a:cubicBezTo>
                <a:cubicBezTo>
                  <a:pt x="15330" y="10996"/>
                  <a:pt x="15385" y="10837"/>
                  <a:pt x="15427" y="10678"/>
                </a:cubicBezTo>
                <a:lnTo>
                  <a:pt x="17508" y="10567"/>
                </a:lnTo>
                <a:lnTo>
                  <a:pt x="17674" y="9172"/>
                </a:lnTo>
                <a:lnTo>
                  <a:pt x="15675" y="8584"/>
                </a:lnTo>
                <a:cubicBezTo>
                  <a:pt x="15669" y="8418"/>
                  <a:pt x="15656" y="8253"/>
                  <a:pt x="15634" y="8087"/>
                </a:cubicBezTo>
                <a:lnTo>
                  <a:pt x="15634" y="8065"/>
                </a:lnTo>
                <a:cubicBezTo>
                  <a:pt x="15627" y="8024"/>
                  <a:pt x="15621" y="7976"/>
                  <a:pt x="15621" y="7934"/>
                </a:cubicBezTo>
                <a:cubicBezTo>
                  <a:pt x="15614" y="7906"/>
                  <a:pt x="15607" y="7879"/>
                  <a:pt x="15607" y="7851"/>
                </a:cubicBezTo>
                <a:cubicBezTo>
                  <a:pt x="15601" y="7830"/>
                  <a:pt x="15601" y="7803"/>
                  <a:pt x="15592" y="7775"/>
                </a:cubicBezTo>
                <a:cubicBezTo>
                  <a:pt x="15586" y="7733"/>
                  <a:pt x="15579" y="7685"/>
                  <a:pt x="15573" y="7644"/>
                </a:cubicBezTo>
                <a:cubicBezTo>
                  <a:pt x="15573" y="7637"/>
                  <a:pt x="15573" y="7631"/>
                  <a:pt x="15566" y="7616"/>
                </a:cubicBezTo>
                <a:cubicBezTo>
                  <a:pt x="15538" y="7456"/>
                  <a:pt x="15503" y="7299"/>
                  <a:pt x="15461" y="7140"/>
                </a:cubicBezTo>
                <a:lnTo>
                  <a:pt x="17210" y="5998"/>
                </a:lnTo>
                <a:lnTo>
                  <a:pt x="16657" y="4706"/>
                </a:lnTo>
                <a:lnTo>
                  <a:pt x="14625" y="5197"/>
                </a:lnTo>
                <a:cubicBezTo>
                  <a:pt x="14542" y="5059"/>
                  <a:pt x="14446" y="4920"/>
                  <a:pt x="14348" y="4789"/>
                </a:cubicBezTo>
                <a:cubicBezTo>
                  <a:pt x="14348" y="4782"/>
                  <a:pt x="14342" y="4776"/>
                  <a:pt x="14335" y="4769"/>
                </a:cubicBezTo>
                <a:cubicBezTo>
                  <a:pt x="14307" y="4734"/>
                  <a:pt x="14280" y="4700"/>
                  <a:pt x="14252" y="4665"/>
                </a:cubicBezTo>
                <a:cubicBezTo>
                  <a:pt x="14239" y="4645"/>
                  <a:pt x="14224" y="4623"/>
                  <a:pt x="14204" y="4603"/>
                </a:cubicBezTo>
                <a:cubicBezTo>
                  <a:pt x="14191" y="4582"/>
                  <a:pt x="14176" y="4562"/>
                  <a:pt x="14156" y="4540"/>
                </a:cubicBezTo>
                <a:cubicBezTo>
                  <a:pt x="14128" y="4505"/>
                  <a:pt x="14100" y="4471"/>
                  <a:pt x="14073" y="4437"/>
                </a:cubicBezTo>
                <a:cubicBezTo>
                  <a:pt x="14066" y="4429"/>
                  <a:pt x="14058" y="4423"/>
                  <a:pt x="14058" y="4416"/>
                </a:cubicBezTo>
                <a:cubicBezTo>
                  <a:pt x="13949" y="4291"/>
                  <a:pt x="13838" y="4167"/>
                  <a:pt x="13720" y="4049"/>
                </a:cubicBezTo>
                <a:lnTo>
                  <a:pt x="14674" y="2198"/>
                </a:lnTo>
                <a:lnTo>
                  <a:pt x="13541" y="1354"/>
                </a:lnTo>
                <a:lnTo>
                  <a:pt x="12034" y="2792"/>
                </a:lnTo>
                <a:cubicBezTo>
                  <a:pt x="11888" y="2716"/>
                  <a:pt x="11736" y="2639"/>
                  <a:pt x="11585" y="2578"/>
                </a:cubicBezTo>
                <a:cubicBezTo>
                  <a:pt x="11578" y="2571"/>
                  <a:pt x="11570" y="2571"/>
                  <a:pt x="11563" y="2563"/>
                </a:cubicBezTo>
                <a:cubicBezTo>
                  <a:pt x="11522" y="2550"/>
                  <a:pt x="11480" y="2530"/>
                  <a:pt x="11439" y="2515"/>
                </a:cubicBezTo>
                <a:cubicBezTo>
                  <a:pt x="11419" y="2502"/>
                  <a:pt x="11391" y="2495"/>
                  <a:pt x="11371" y="2480"/>
                </a:cubicBezTo>
                <a:cubicBezTo>
                  <a:pt x="11343" y="2473"/>
                  <a:pt x="11321" y="2467"/>
                  <a:pt x="11295" y="2454"/>
                </a:cubicBezTo>
                <a:cubicBezTo>
                  <a:pt x="11253" y="2439"/>
                  <a:pt x="11212" y="2425"/>
                  <a:pt x="11170" y="2405"/>
                </a:cubicBezTo>
                <a:cubicBezTo>
                  <a:pt x="11164" y="2405"/>
                  <a:pt x="11155" y="2405"/>
                  <a:pt x="11142" y="2397"/>
                </a:cubicBezTo>
                <a:cubicBezTo>
                  <a:pt x="10989" y="2342"/>
                  <a:pt x="10832" y="2294"/>
                  <a:pt x="10673" y="2253"/>
                </a:cubicBezTo>
                <a:lnTo>
                  <a:pt x="10568" y="166"/>
                </a:lnTo>
                <a:lnTo>
                  <a:pt x="91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365348732"/>
      </p:ext>
    </p:extLst>
  </p:cSld>
  <p:clrMapOvr>
    <a:masterClrMapping/>
  </p:clrMapOvr>
  <p:hf sldNum="0" hdr="0" ftr="0" dt="0"/>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itle and two columns 2">
  <p:cSld name="Title and two columns 2">
    <p:bg>
      <p:bgPr>
        <a:solidFill>
          <a:schemeClr val="dk1"/>
        </a:solidFill>
        <a:effectLst/>
      </p:bgPr>
    </p:bg>
    <p:spTree>
      <p:nvGrpSpPr>
        <p:cNvPr id="1" name="Shape 10723"/>
        <p:cNvGrpSpPr/>
        <p:nvPr/>
      </p:nvGrpSpPr>
      <p:grpSpPr>
        <a:xfrm>
          <a:off x="0" y="0"/>
          <a:ext cx="0" cy="0"/>
          <a:chOff x="0" y="0"/>
          <a:chExt cx="0" cy="0"/>
        </a:xfrm>
      </p:grpSpPr>
      <p:sp>
        <p:nvSpPr>
          <p:cNvPr id="10724" name="Google Shape;10724;p22"/>
          <p:cNvSpPr txBox="1">
            <a:spLocks noGrp="1"/>
          </p:cNvSpPr>
          <p:nvPr>
            <p:ph type="title"/>
          </p:nvPr>
        </p:nvSpPr>
        <p:spPr>
          <a:xfrm>
            <a:off x="720000" y="445025"/>
            <a:ext cx="7704000" cy="576000"/>
          </a:xfrm>
          <a:prstGeom prst="rect">
            <a:avLst/>
          </a:prstGeom>
        </p:spPr>
        <p:txBody>
          <a:bodyPr spcFirstLastPara="1" wrap="square" lIns="91425" tIns="91425" rIns="91425" bIns="91425" anchor="t" anchorCtr="0">
            <a:noAutofit/>
          </a:bodyPr>
          <a:lstStyle>
            <a:lvl1pPr lvl="0" algn="ctr" rtl="0">
              <a:lnSpc>
                <a:spcPct val="115000"/>
              </a:lnSpc>
              <a:spcBef>
                <a:spcPts val="0"/>
              </a:spcBef>
              <a:spcAft>
                <a:spcPts val="0"/>
              </a:spcAft>
              <a:buClr>
                <a:schemeClr val="dk2"/>
              </a:buClr>
              <a:buSzPts val="3500"/>
              <a:buNone/>
              <a:defRPr>
                <a:solidFill>
                  <a:schemeClr val="dk2"/>
                </a:solidFill>
              </a:defRPr>
            </a:lvl1pPr>
            <a:lvl2pPr lvl="1" algn="ctr" rtl="0">
              <a:lnSpc>
                <a:spcPct val="115000"/>
              </a:lnSpc>
              <a:spcBef>
                <a:spcPts val="0"/>
              </a:spcBef>
              <a:spcAft>
                <a:spcPts val="0"/>
              </a:spcAft>
              <a:buClr>
                <a:schemeClr val="dk2"/>
              </a:buClr>
              <a:buSzPts val="3500"/>
              <a:buNone/>
              <a:defRPr>
                <a:solidFill>
                  <a:schemeClr val="dk2"/>
                </a:solidFill>
              </a:defRPr>
            </a:lvl2pPr>
            <a:lvl3pPr lvl="2" algn="ctr" rtl="0">
              <a:lnSpc>
                <a:spcPct val="115000"/>
              </a:lnSpc>
              <a:spcBef>
                <a:spcPts val="0"/>
              </a:spcBef>
              <a:spcAft>
                <a:spcPts val="0"/>
              </a:spcAft>
              <a:buClr>
                <a:schemeClr val="dk2"/>
              </a:buClr>
              <a:buSzPts val="3500"/>
              <a:buNone/>
              <a:defRPr>
                <a:solidFill>
                  <a:schemeClr val="dk2"/>
                </a:solidFill>
              </a:defRPr>
            </a:lvl3pPr>
            <a:lvl4pPr lvl="3" algn="ctr" rtl="0">
              <a:lnSpc>
                <a:spcPct val="115000"/>
              </a:lnSpc>
              <a:spcBef>
                <a:spcPts val="0"/>
              </a:spcBef>
              <a:spcAft>
                <a:spcPts val="0"/>
              </a:spcAft>
              <a:buClr>
                <a:schemeClr val="dk2"/>
              </a:buClr>
              <a:buSzPts val="3500"/>
              <a:buNone/>
              <a:defRPr>
                <a:solidFill>
                  <a:schemeClr val="dk2"/>
                </a:solidFill>
              </a:defRPr>
            </a:lvl4pPr>
            <a:lvl5pPr lvl="4" algn="ctr" rtl="0">
              <a:lnSpc>
                <a:spcPct val="115000"/>
              </a:lnSpc>
              <a:spcBef>
                <a:spcPts val="0"/>
              </a:spcBef>
              <a:spcAft>
                <a:spcPts val="0"/>
              </a:spcAft>
              <a:buClr>
                <a:schemeClr val="dk2"/>
              </a:buClr>
              <a:buSzPts val="3500"/>
              <a:buNone/>
              <a:defRPr>
                <a:solidFill>
                  <a:schemeClr val="dk2"/>
                </a:solidFill>
              </a:defRPr>
            </a:lvl5pPr>
            <a:lvl6pPr lvl="5" algn="ctr" rtl="0">
              <a:lnSpc>
                <a:spcPct val="115000"/>
              </a:lnSpc>
              <a:spcBef>
                <a:spcPts val="0"/>
              </a:spcBef>
              <a:spcAft>
                <a:spcPts val="0"/>
              </a:spcAft>
              <a:buClr>
                <a:schemeClr val="dk2"/>
              </a:buClr>
              <a:buSzPts val="3500"/>
              <a:buNone/>
              <a:defRPr>
                <a:solidFill>
                  <a:schemeClr val="dk2"/>
                </a:solidFill>
              </a:defRPr>
            </a:lvl6pPr>
            <a:lvl7pPr lvl="6" algn="ctr" rtl="0">
              <a:lnSpc>
                <a:spcPct val="115000"/>
              </a:lnSpc>
              <a:spcBef>
                <a:spcPts val="0"/>
              </a:spcBef>
              <a:spcAft>
                <a:spcPts val="0"/>
              </a:spcAft>
              <a:buClr>
                <a:schemeClr val="dk2"/>
              </a:buClr>
              <a:buSzPts val="3500"/>
              <a:buNone/>
              <a:defRPr>
                <a:solidFill>
                  <a:schemeClr val="dk2"/>
                </a:solidFill>
              </a:defRPr>
            </a:lvl7pPr>
            <a:lvl8pPr lvl="7" algn="ctr" rtl="0">
              <a:lnSpc>
                <a:spcPct val="115000"/>
              </a:lnSpc>
              <a:spcBef>
                <a:spcPts val="0"/>
              </a:spcBef>
              <a:spcAft>
                <a:spcPts val="0"/>
              </a:spcAft>
              <a:buClr>
                <a:schemeClr val="dk2"/>
              </a:buClr>
              <a:buSzPts val="3500"/>
              <a:buNone/>
              <a:defRPr>
                <a:solidFill>
                  <a:schemeClr val="dk2"/>
                </a:solidFill>
              </a:defRPr>
            </a:lvl8pPr>
            <a:lvl9pPr lvl="8" algn="ctr" rtl="0">
              <a:lnSpc>
                <a:spcPct val="115000"/>
              </a:lnSpc>
              <a:spcBef>
                <a:spcPts val="0"/>
              </a:spcBef>
              <a:spcAft>
                <a:spcPts val="0"/>
              </a:spcAft>
              <a:buClr>
                <a:schemeClr val="dk2"/>
              </a:buClr>
              <a:buSzPts val="3500"/>
              <a:buNone/>
              <a:defRPr>
                <a:solidFill>
                  <a:schemeClr val="dk2"/>
                </a:solidFill>
              </a:defRPr>
            </a:lvl9pPr>
          </a:lstStyle>
          <a:p>
            <a:r>
              <a:rPr lang="en-US"/>
              <a:t>Click to edit Master title style</a:t>
            </a:r>
            <a:endParaRPr/>
          </a:p>
        </p:txBody>
      </p:sp>
      <p:sp>
        <p:nvSpPr>
          <p:cNvPr id="10725" name="Google Shape;10725;p22"/>
          <p:cNvSpPr txBox="1">
            <a:spLocks noGrp="1"/>
          </p:cNvSpPr>
          <p:nvPr>
            <p:ph type="subTitle" idx="1"/>
          </p:nvPr>
        </p:nvSpPr>
        <p:spPr>
          <a:xfrm>
            <a:off x="4756186" y="2056225"/>
            <a:ext cx="3154800" cy="22845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Clr>
                <a:schemeClr val="dk2"/>
              </a:buClr>
              <a:buSzPts val="1400"/>
              <a:buNone/>
              <a:defRPr b="0">
                <a:solidFill>
                  <a:schemeClr val="dk2"/>
                </a:solidFill>
              </a:defRPr>
            </a:lvl1pPr>
            <a:lvl2pPr lvl="1" algn="ctr" rtl="0">
              <a:lnSpc>
                <a:spcPct val="100000"/>
              </a:lnSpc>
              <a:spcBef>
                <a:spcPts val="0"/>
              </a:spcBef>
              <a:spcAft>
                <a:spcPts val="0"/>
              </a:spcAft>
              <a:buClr>
                <a:schemeClr val="dk2"/>
              </a:buClr>
              <a:buSzPts val="1400"/>
              <a:buNone/>
              <a:defRPr>
                <a:solidFill>
                  <a:schemeClr val="dk2"/>
                </a:solidFill>
              </a:defRPr>
            </a:lvl2pPr>
            <a:lvl3pPr lvl="2" algn="ctr" rtl="0">
              <a:lnSpc>
                <a:spcPct val="100000"/>
              </a:lnSpc>
              <a:spcBef>
                <a:spcPts val="0"/>
              </a:spcBef>
              <a:spcAft>
                <a:spcPts val="0"/>
              </a:spcAft>
              <a:buClr>
                <a:schemeClr val="dk2"/>
              </a:buClr>
              <a:buSzPts val="1400"/>
              <a:buNone/>
              <a:defRPr>
                <a:solidFill>
                  <a:schemeClr val="dk2"/>
                </a:solidFill>
              </a:defRPr>
            </a:lvl3pPr>
            <a:lvl4pPr lvl="3" algn="ctr" rtl="0">
              <a:lnSpc>
                <a:spcPct val="100000"/>
              </a:lnSpc>
              <a:spcBef>
                <a:spcPts val="0"/>
              </a:spcBef>
              <a:spcAft>
                <a:spcPts val="0"/>
              </a:spcAft>
              <a:buClr>
                <a:schemeClr val="dk2"/>
              </a:buClr>
              <a:buSzPts val="1400"/>
              <a:buNone/>
              <a:defRPr>
                <a:solidFill>
                  <a:schemeClr val="dk2"/>
                </a:solidFill>
              </a:defRPr>
            </a:lvl4pPr>
            <a:lvl5pPr lvl="4" algn="ctr" rtl="0">
              <a:lnSpc>
                <a:spcPct val="100000"/>
              </a:lnSpc>
              <a:spcBef>
                <a:spcPts val="0"/>
              </a:spcBef>
              <a:spcAft>
                <a:spcPts val="0"/>
              </a:spcAft>
              <a:buClr>
                <a:schemeClr val="dk2"/>
              </a:buClr>
              <a:buSzPts val="1400"/>
              <a:buNone/>
              <a:defRPr>
                <a:solidFill>
                  <a:schemeClr val="dk2"/>
                </a:solidFill>
              </a:defRPr>
            </a:lvl5pPr>
            <a:lvl6pPr lvl="5" algn="ctr" rtl="0">
              <a:lnSpc>
                <a:spcPct val="100000"/>
              </a:lnSpc>
              <a:spcBef>
                <a:spcPts val="0"/>
              </a:spcBef>
              <a:spcAft>
                <a:spcPts val="0"/>
              </a:spcAft>
              <a:buClr>
                <a:schemeClr val="dk2"/>
              </a:buClr>
              <a:buSzPts val="1400"/>
              <a:buNone/>
              <a:defRPr>
                <a:solidFill>
                  <a:schemeClr val="dk2"/>
                </a:solidFill>
              </a:defRPr>
            </a:lvl6pPr>
            <a:lvl7pPr lvl="6" algn="ctr" rtl="0">
              <a:lnSpc>
                <a:spcPct val="100000"/>
              </a:lnSpc>
              <a:spcBef>
                <a:spcPts val="0"/>
              </a:spcBef>
              <a:spcAft>
                <a:spcPts val="0"/>
              </a:spcAft>
              <a:buClr>
                <a:schemeClr val="dk2"/>
              </a:buClr>
              <a:buSzPts val="1400"/>
              <a:buNone/>
              <a:defRPr>
                <a:solidFill>
                  <a:schemeClr val="dk2"/>
                </a:solidFill>
              </a:defRPr>
            </a:lvl7pPr>
            <a:lvl8pPr lvl="7" algn="ctr" rtl="0">
              <a:lnSpc>
                <a:spcPct val="100000"/>
              </a:lnSpc>
              <a:spcBef>
                <a:spcPts val="0"/>
              </a:spcBef>
              <a:spcAft>
                <a:spcPts val="0"/>
              </a:spcAft>
              <a:buClr>
                <a:schemeClr val="dk2"/>
              </a:buClr>
              <a:buSzPts val="1400"/>
              <a:buNone/>
              <a:defRPr>
                <a:solidFill>
                  <a:schemeClr val="dk2"/>
                </a:solidFill>
              </a:defRPr>
            </a:lvl8pPr>
            <a:lvl9pPr lvl="8" algn="ctr" rtl="0">
              <a:lnSpc>
                <a:spcPct val="100000"/>
              </a:lnSpc>
              <a:spcBef>
                <a:spcPts val="0"/>
              </a:spcBef>
              <a:spcAft>
                <a:spcPts val="0"/>
              </a:spcAft>
              <a:buClr>
                <a:schemeClr val="dk2"/>
              </a:buClr>
              <a:buSzPts val="1400"/>
              <a:buNone/>
              <a:defRPr>
                <a:solidFill>
                  <a:schemeClr val="dk2"/>
                </a:solidFill>
              </a:defRPr>
            </a:lvl9pPr>
          </a:lstStyle>
          <a:p>
            <a:r>
              <a:rPr lang="en-US"/>
              <a:t>Click to edit Master subtitle style</a:t>
            </a:r>
            <a:endParaRPr/>
          </a:p>
        </p:txBody>
      </p:sp>
      <p:sp>
        <p:nvSpPr>
          <p:cNvPr id="10726" name="Google Shape;10726;p22"/>
          <p:cNvSpPr txBox="1">
            <a:spLocks noGrp="1"/>
          </p:cNvSpPr>
          <p:nvPr>
            <p:ph type="subTitle" idx="2"/>
          </p:nvPr>
        </p:nvSpPr>
        <p:spPr>
          <a:xfrm>
            <a:off x="1233025" y="2056225"/>
            <a:ext cx="3150600" cy="22845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Clr>
                <a:schemeClr val="dk2"/>
              </a:buClr>
              <a:buSzPts val="1400"/>
              <a:buNone/>
              <a:defRPr b="0">
                <a:solidFill>
                  <a:schemeClr val="dk2"/>
                </a:solidFill>
              </a:defRPr>
            </a:lvl1pPr>
            <a:lvl2pPr lvl="1" algn="ctr" rtl="0">
              <a:lnSpc>
                <a:spcPct val="100000"/>
              </a:lnSpc>
              <a:spcBef>
                <a:spcPts val="0"/>
              </a:spcBef>
              <a:spcAft>
                <a:spcPts val="0"/>
              </a:spcAft>
              <a:buClr>
                <a:schemeClr val="dk2"/>
              </a:buClr>
              <a:buSzPts val="1400"/>
              <a:buNone/>
              <a:defRPr>
                <a:solidFill>
                  <a:schemeClr val="dk2"/>
                </a:solidFill>
              </a:defRPr>
            </a:lvl2pPr>
            <a:lvl3pPr lvl="2" algn="ctr" rtl="0">
              <a:lnSpc>
                <a:spcPct val="100000"/>
              </a:lnSpc>
              <a:spcBef>
                <a:spcPts val="0"/>
              </a:spcBef>
              <a:spcAft>
                <a:spcPts val="0"/>
              </a:spcAft>
              <a:buClr>
                <a:schemeClr val="dk2"/>
              </a:buClr>
              <a:buSzPts val="1400"/>
              <a:buNone/>
              <a:defRPr>
                <a:solidFill>
                  <a:schemeClr val="dk2"/>
                </a:solidFill>
              </a:defRPr>
            </a:lvl3pPr>
            <a:lvl4pPr lvl="3" algn="ctr" rtl="0">
              <a:lnSpc>
                <a:spcPct val="100000"/>
              </a:lnSpc>
              <a:spcBef>
                <a:spcPts val="0"/>
              </a:spcBef>
              <a:spcAft>
                <a:spcPts val="0"/>
              </a:spcAft>
              <a:buClr>
                <a:schemeClr val="dk2"/>
              </a:buClr>
              <a:buSzPts val="1400"/>
              <a:buNone/>
              <a:defRPr>
                <a:solidFill>
                  <a:schemeClr val="dk2"/>
                </a:solidFill>
              </a:defRPr>
            </a:lvl4pPr>
            <a:lvl5pPr lvl="4" algn="ctr" rtl="0">
              <a:lnSpc>
                <a:spcPct val="100000"/>
              </a:lnSpc>
              <a:spcBef>
                <a:spcPts val="0"/>
              </a:spcBef>
              <a:spcAft>
                <a:spcPts val="0"/>
              </a:spcAft>
              <a:buClr>
                <a:schemeClr val="dk2"/>
              </a:buClr>
              <a:buSzPts val="1400"/>
              <a:buNone/>
              <a:defRPr>
                <a:solidFill>
                  <a:schemeClr val="dk2"/>
                </a:solidFill>
              </a:defRPr>
            </a:lvl5pPr>
            <a:lvl6pPr lvl="5" algn="ctr" rtl="0">
              <a:lnSpc>
                <a:spcPct val="100000"/>
              </a:lnSpc>
              <a:spcBef>
                <a:spcPts val="0"/>
              </a:spcBef>
              <a:spcAft>
                <a:spcPts val="0"/>
              </a:spcAft>
              <a:buClr>
                <a:schemeClr val="dk2"/>
              </a:buClr>
              <a:buSzPts val="1400"/>
              <a:buNone/>
              <a:defRPr>
                <a:solidFill>
                  <a:schemeClr val="dk2"/>
                </a:solidFill>
              </a:defRPr>
            </a:lvl6pPr>
            <a:lvl7pPr lvl="6" algn="ctr" rtl="0">
              <a:lnSpc>
                <a:spcPct val="100000"/>
              </a:lnSpc>
              <a:spcBef>
                <a:spcPts val="0"/>
              </a:spcBef>
              <a:spcAft>
                <a:spcPts val="0"/>
              </a:spcAft>
              <a:buClr>
                <a:schemeClr val="dk2"/>
              </a:buClr>
              <a:buSzPts val="1400"/>
              <a:buNone/>
              <a:defRPr>
                <a:solidFill>
                  <a:schemeClr val="dk2"/>
                </a:solidFill>
              </a:defRPr>
            </a:lvl7pPr>
            <a:lvl8pPr lvl="7" algn="ctr" rtl="0">
              <a:lnSpc>
                <a:spcPct val="100000"/>
              </a:lnSpc>
              <a:spcBef>
                <a:spcPts val="0"/>
              </a:spcBef>
              <a:spcAft>
                <a:spcPts val="0"/>
              </a:spcAft>
              <a:buClr>
                <a:schemeClr val="dk2"/>
              </a:buClr>
              <a:buSzPts val="1400"/>
              <a:buNone/>
              <a:defRPr>
                <a:solidFill>
                  <a:schemeClr val="dk2"/>
                </a:solidFill>
              </a:defRPr>
            </a:lvl8pPr>
            <a:lvl9pPr lvl="8" algn="ctr" rtl="0">
              <a:lnSpc>
                <a:spcPct val="100000"/>
              </a:lnSpc>
              <a:spcBef>
                <a:spcPts val="0"/>
              </a:spcBef>
              <a:spcAft>
                <a:spcPts val="0"/>
              </a:spcAft>
              <a:buClr>
                <a:schemeClr val="dk2"/>
              </a:buClr>
              <a:buSzPts val="1400"/>
              <a:buNone/>
              <a:defRPr>
                <a:solidFill>
                  <a:schemeClr val="dk2"/>
                </a:solidFill>
              </a:defRPr>
            </a:lvl9pPr>
          </a:lstStyle>
          <a:p>
            <a:r>
              <a:rPr lang="en-US"/>
              <a:t>Click to edit Master subtitle style</a:t>
            </a:r>
            <a:endParaRPr/>
          </a:p>
        </p:txBody>
      </p:sp>
      <p:sp>
        <p:nvSpPr>
          <p:cNvPr id="10727" name="Google Shape;10727;p22"/>
          <p:cNvSpPr/>
          <p:nvPr/>
        </p:nvSpPr>
        <p:spPr>
          <a:xfrm>
            <a:off x="-147675" y="160787"/>
            <a:ext cx="720486" cy="757420"/>
          </a:xfrm>
          <a:custGeom>
            <a:avLst/>
            <a:gdLst/>
            <a:ahLst/>
            <a:cxnLst/>
            <a:rect l="l" t="t" r="r" b="b"/>
            <a:pathLst>
              <a:path w="16581" h="17432" extrusionOk="0">
                <a:moveTo>
                  <a:pt x="8431" y="4679"/>
                </a:moveTo>
                <a:cubicBezTo>
                  <a:pt x="9068" y="4707"/>
                  <a:pt x="9697" y="4879"/>
                  <a:pt x="10256" y="5191"/>
                </a:cubicBezTo>
                <a:cubicBezTo>
                  <a:pt x="10264" y="5191"/>
                  <a:pt x="10264" y="5198"/>
                  <a:pt x="10271" y="5198"/>
                </a:cubicBezTo>
                <a:cubicBezTo>
                  <a:pt x="10298" y="5211"/>
                  <a:pt x="10319" y="5226"/>
                  <a:pt x="10339" y="5239"/>
                </a:cubicBezTo>
                <a:cubicBezTo>
                  <a:pt x="10367" y="5253"/>
                  <a:pt x="10389" y="5267"/>
                  <a:pt x="10415" y="5281"/>
                </a:cubicBezTo>
                <a:cubicBezTo>
                  <a:pt x="10415" y="5287"/>
                  <a:pt x="10422" y="5287"/>
                  <a:pt x="10430" y="5294"/>
                </a:cubicBezTo>
                <a:cubicBezTo>
                  <a:pt x="10969" y="5632"/>
                  <a:pt x="11426" y="6097"/>
                  <a:pt x="11757" y="6643"/>
                </a:cubicBezTo>
                <a:cubicBezTo>
                  <a:pt x="11757" y="6649"/>
                  <a:pt x="11764" y="6656"/>
                  <a:pt x="11764" y="6663"/>
                </a:cubicBezTo>
                <a:cubicBezTo>
                  <a:pt x="11777" y="6684"/>
                  <a:pt x="11790" y="6704"/>
                  <a:pt x="11805" y="6732"/>
                </a:cubicBezTo>
                <a:cubicBezTo>
                  <a:pt x="11819" y="6752"/>
                  <a:pt x="11832" y="6780"/>
                  <a:pt x="11847" y="6802"/>
                </a:cubicBezTo>
                <a:cubicBezTo>
                  <a:pt x="11847" y="6808"/>
                  <a:pt x="11854" y="6815"/>
                  <a:pt x="11854" y="6822"/>
                </a:cubicBezTo>
                <a:cubicBezTo>
                  <a:pt x="12150" y="7382"/>
                  <a:pt x="12316" y="8018"/>
                  <a:pt x="12330" y="8653"/>
                </a:cubicBezTo>
                <a:lnTo>
                  <a:pt x="12330" y="8675"/>
                </a:lnTo>
                <a:cubicBezTo>
                  <a:pt x="12330" y="8701"/>
                  <a:pt x="12330" y="8723"/>
                  <a:pt x="12323" y="8751"/>
                </a:cubicBezTo>
                <a:lnTo>
                  <a:pt x="12323" y="8834"/>
                </a:lnTo>
                <a:lnTo>
                  <a:pt x="12323" y="8854"/>
                </a:lnTo>
                <a:cubicBezTo>
                  <a:pt x="12303" y="9497"/>
                  <a:pt x="12131" y="10119"/>
                  <a:pt x="11819" y="10678"/>
                </a:cubicBezTo>
                <a:cubicBezTo>
                  <a:pt x="11812" y="10685"/>
                  <a:pt x="11812" y="10692"/>
                  <a:pt x="11805" y="10700"/>
                </a:cubicBezTo>
                <a:cubicBezTo>
                  <a:pt x="11799" y="10720"/>
                  <a:pt x="11784" y="10741"/>
                  <a:pt x="11771" y="10761"/>
                </a:cubicBezTo>
                <a:cubicBezTo>
                  <a:pt x="11757" y="10790"/>
                  <a:pt x="11742" y="10809"/>
                  <a:pt x="11722" y="10838"/>
                </a:cubicBezTo>
                <a:cubicBezTo>
                  <a:pt x="11722" y="10844"/>
                  <a:pt x="11716" y="10851"/>
                  <a:pt x="11716" y="10851"/>
                </a:cubicBezTo>
                <a:cubicBezTo>
                  <a:pt x="11376" y="11397"/>
                  <a:pt x="10913" y="11853"/>
                  <a:pt x="10361" y="12178"/>
                </a:cubicBezTo>
                <a:cubicBezTo>
                  <a:pt x="10361" y="12185"/>
                  <a:pt x="10354" y="12185"/>
                  <a:pt x="10347" y="12193"/>
                </a:cubicBezTo>
                <a:cubicBezTo>
                  <a:pt x="10319" y="12206"/>
                  <a:pt x="10298" y="12219"/>
                  <a:pt x="10271" y="12234"/>
                </a:cubicBezTo>
                <a:cubicBezTo>
                  <a:pt x="10249" y="12248"/>
                  <a:pt x="10230" y="12261"/>
                  <a:pt x="10201" y="12267"/>
                </a:cubicBezTo>
                <a:cubicBezTo>
                  <a:pt x="10201" y="12276"/>
                  <a:pt x="10195" y="12276"/>
                  <a:pt x="10188" y="12282"/>
                </a:cubicBezTo>
                <a:cubicBezTo>
                  <a:pt x="9621" y="12579"/>
                  <a:pt x="8992" y="12739"/>
                  <a:pt x="8357" y="12752"/>
                </a:cubicBezTo>
                <a:lnTo>
                  <a:pt x="8150" y="12752"/>
                </a:lnTo>
                <a:cubicBezTo>
                  <a:pt x="7513" y="12724"/>
                  <a:pt x="6884" y="12551"/>
                  <a:pt x="6325" y="12241"/>
                </a:cubicBezTo>
                <a:cubicBezTo>
                  <a:pt x="6325" y="12241"/>
                  <a:pt x="6317" y="12234"/>
                  <a:pt x="6310" y="12234"/>
                </a:cubicBezTo>
                <a:cubicBezTo>
                  <a:pt x="6283" y="12219"/>
                  <a:pt x="6262" y="12206"/>
                  <a:pt x="6234" y="12193"/>
                </a:cubicBezTo>
                <a:cubicBezTo>
                  <a:pt x="6214" y="12178"/>
                  <a:pt x="6192" y="12165"/>
                  <a:pt x="6172" y="12151"/>
                </a:cubicBezTo>
                <a:cubicBezTo>
                  <a:pt x="6166" y="12143"/>
                  <a:pt x="6159" y="12143"/>
                  <a:pt x="6151" y="12136"/>
                </a:cubicBezTo>
                <a:cubicBezTo>
                  <a:pt x="5612" y="11798"/>
                  <a:pt x="5155" y="11335"/>
                  <a:pt x="4824" y="10790"/>
                </a:cubicBezTo>
                <a:cubicBezTo>
                  <a:pt x="4824" y="10783"/>
                  <a:pt x="4817" y="10775"/>
                  <a:pt x="4817" y="10768"/>
                </a:cubicBezTo>
                <a:cubicBezTo>
                  <a:pt x="4804" y="10748"/>
                  <a:pt x="4791" y="10720"/>
                  <a:pt x="4776" y="10700"/>
                </a:cubicBezTo>
                <a:cubicBezTo>
                  <a:pt x="4762" y="10672"/>
                  <a:pt x="4749" y="10650"/>
                  <a:pt x="4734" y="10630"/>
                </a:cubicBezTo>
                <a:cubicBezTo>
                  <a:pt x="4734" y="10624"/>
                  <a:pt x="4727" y="10617"/>
                  <a:pt x="4727" y="10609"/>
                </a:cubicBezTo>
                <a:cubicBezTo>
                  <a:pt x="4431" y="10050"/>
                  <a:pt x="4265" y="9421"/>
                  <a:pt x="4258" y="8777"/>
                </a:cubicBezTo>
                <a:lnTo>
                  <a:pt x="4258" y="8758"/>
                </a:lnTo>
                <a:lnTo>
                  <a:pt x="4258" y="8675"/>
                </a:lnTo>
                <a:lnTo>
                  <a:pt x="4258" y="8598"/>
                </a:lnTo>
                <a:lnTo>
                  <a:pt x="4258" y="8577"/>
                </a:lnTo>
                <a:cubicBezTo>
                  <a:pt x="4278" y="7935"/>
                  <a:pt x="4450" y="7313"/>
                  <a:pt x="4762" y="6752"/>
                </a:cubicBezTo>
                <a:cubicBezTo>
                  <a:pt x="4769" y="6745"/>
                  <a:pt x="4769" y="6739"/>
                  <a:pt x="4776" y="6732"/>
                </a:cubicBezTo>
                <a:cubicBezTo>
                  <a:pt x="4791" y="6711"/>
                  <a:pt x="4804" y="6684"/>
                  <a:pt x="4817" y="6663"/>
                </a:cubicBezTo>
                <a:cubicBezTo>
                  <a:pt x="4832" y="6636"/>
                  <a:pt x="4845" y="6614"/>
                  <a:pt x="4859" y="6594"/>
                </a:cubicBezTo>
                <a:cubicBezTo>
                  <a:pt x="4859" y="6586"/>
                  <a:pt x="4865" y="6586"/>
                  <a:pt x="4865" y="6580"/>
                </a:cubicBezTo>
                <a:cubicBezTo>
                  <a:pt x="5205" y="6034"/>
                  <a:pt x="5675" y="5578"/>
                  <a:pt x="6220" y="5253"/>
                </a:cubicBezTo>
                <a:cubicBezTo>
                  <a:pt x="6227" y="5246"/>
                  <a:pt x="6227" y="5246"/>
                  <a:pt x="6234" y="5239"/>
                </a:cubicBezTo>
                <a:cubicBezTo>
                  <a:pt x="6255" y="5226"/>
                  <a:pt x="6283" y="5218"/>
                  <a:pt x="6303" y="5204"/>
                </a:cubicBezTo>
                <a:cubicBezTo>
                  <a:pt x="6332" y="5191"/>
                  <a:pt x="6351" y="5176"/>
                  <a:pt x="6380" y="5163"/>
                </a:cubicBezTo>
                <a:cubicBezTo>
                  <a:pt x="6386" y="5156"/>
                  <a:pt x="6386" y="5156"/>
                  <a:pt x="6393" y="5150"/>
                </a:cubicBezTo>
                <a:cubicBezTo>
                  <a:pt x="6960" y="4853"/>
                  <a:pt x="7589" y="4694"/>
                  <a:pt x="8232" y="4679"/>
                </a:cubicBezTo>
                <a:close/>
                <a:moveTo>
                  <a:pt x="6932" y="1"/>
                </a:moveTo>
                <a:lnTo>
                  <a:pt x="6317" y="2544"/>
                </a:lnTo>
                <a:cubicBezTo>
                  <a:pt x="6096" y="2613"/>
                  <a:pt x="5889" y="2688"/>
                  <a:pt x="5681" y="2779"/>
                </a:cubicBezTo>
                <a:cubicBezTo>
                  <a:pt x="5537" y="2841"/>
                  <a:pt x="5398" y="2910"/>
                  <a:pt x="5253" y="2987"/>
                </a:cubicBezTo>
                <a:cubicBezTo>
                  <a:pt x="5247" y="2993"/>
                  <a:pt x="5238" y="3000"/>
                  <a:pt x="5225" y="3000"/>
                </a:cubicBezTo>
                <a:cubicBezTo>
                  <a:pt x="5218" y="3007"/>
                  <a:pt x="5218" y="3007"/>
                  <a:pt x="5212" y="3013"/>
                </a:cubicBezTo>
                <a:cubicBezTo>
                  <a:pt x="5170" y="3035"/>
                  <a:pt x="5136" y="3048"/>
                  <a:pt x="5101" y="3070"/>
                </a:cubicBezTo>
                <a:cubicBezTo>
                  <a:pt x="5101" y="3076"/>
                  <a:pt x="5094" y="3076"/>
                  <a:pt x="5087" y="3076"/>
                </a:cubicBezTo>
                <a:cubicBezTo>
                  <a:pt x="5059" y="3096"/>
                  <a:pt x="5031" y="3111"/>
                  <a:pt x="4998" y="3131"/>
                </a:cubicBezTo>
                <a:cubicBezTo>
                  <a:pt x="4990" y="3131"/>
                  <a:pt x="4990" y="3138"/>
                  <a:pt x="4983" y="3144"/>
                </a:cubicBezTo>
                <a:cubicBezTo>
                  <a:pt x="4928" y="3172"/>
                  <a:pt x="4873" y="3207"/>
                  <a:pt x="4817" y="3242"/>
                </a:cubicBezTo>
                <a:cubicBezTo>
                  <a:pt x="4776" y="3269"/>
                  <a:pt x="4734" y="3297"/>
                  <a:pt x="4686" y="3325"/>
                </a:cubicBezTo>
                <a:cubicBezTo>
                  <a:pt x="4459" y="3476"/>
                  <a:pt x="4236" y="3650"/>
                  <a:pt x="4023" y="3836"/>
                </a:cubicBezTo>
                <a:lnTo>
                  <a:pt x="1528" y="3048"/>
                </a:lnTo>
                <a:lnTo>
                  <a:pt x="63" y="5536"/>
                </a:lnTo>
                <a:lnTo>
                  <a:pt x="1956" y="7341"/>
                </a:lnTo>
                <a:cubicBezTo>
                  <a:pt x="1921" y="7507"/>
                  <a:pt x="1888" y="7673"/>
                  <a:pt x="1866" y="7830"/>
                </a:cubicBezTo>
                <a:cubicBezTo>
                  <a:pt x="1859" y="7893"/>
                  <a:pt x="1853" y="7948"/>
                  <a:pt x="1846" y="8011"/>
                </a:cubicBezTo>
                <a:cubicBezTo>
                  <a:pt x="1831" y="8107"/>
                  <a:pt x="1825" y="8212"/>
                  <a:pt x="1818" y="8315"/>
                </a:cubicBezTo>
                <a:lnTo>
                  <a:pt x="1818" y="8328"/>
                </a:lnTo>
                <a:cubicBezTo>
                  <a:pt x="1818" y="8391"/>
                  <a:pt x="1811" y="8452"/>
                  <a:pt x="1811" y="8509"/>
                </a:cubicBezTo>
                <a:lnTo>
                  <a:pt x="1811" y="8535"/>
                </a:lnTo>
                <a:lnTo>
                  <a:pt x="1811" y="8633"/>
                </a:lnTo>
                <a:lnTo>
                  <a:pt x="1811" y="8653"/>
                </a:lnTo>
                <a:lnTo>
                  <a:pt x="1811" y="8771"/>
                </a:lnTo>
                <a:lnTo>
                  <a:pt x="1811" y="8799"/>
                </a:lnTo>
                <a:cubicBezTo>
                  <a:pt x="1811" y="9185"/>
                  <a:pt x="1853" y="9580"/>
                  <a:pt x="1929" y="9967"/>
                </a:cubicBezTo>
                <a:lnTo>
                  <a:pt x="0" y="11743"/>
                </a:lnTo>
                <a:lnTo>
                  <a:pt x="1423" y="14251"/>
                </a:lnTo>
                <a:lnTo>
                  <a:pt x="3933" y="13512"/>
                </a:lnTo>
                <a:cubicBezTo>
                  <a:pt x="4140" y="13706"/>
                  <a:pt x="4354" y="13878"/>
                  <a:pt x="4583" y="14037"/>
                </a:cubicBezTo>
                <a:cubicBezTo>
                  <a:pt x="4673" y="14092"/>
                  <a:pt x="4756" y="14155"/>
                  <a:pt x="4845" y="14210"/>
                </a:cubicBezTo>
                <a:cubicBezTo>
                  <a:pt x="4852" y="14217"/>
                  <a:pt x="4865" y="14217"/>
                  <a:pt x="4873" y="14225"/>
                </a:cubicBezTo>
                <a:cubicBezTo>
                  <a:pt x="4880" y="14231"/>
                  <a:pt x="4887" y="14231"/>
                  <a:pt x="4893" y="14238"/>
                </a:cubicBezTo>
                <a:cubicBezTo>
                  <a:pt x="4928" y="14258"/>
                  <a:pt x="4963" y="14280"/>
                  <a:pt x="4998" y="14299"/>
                </a:cubicBezTo>
                <a:cubicBezTo>
                  <a:pt x="5031" y="14321"/>
                  <a:pt x="5066" y="14341"/>
                  <a:pt x="5101" y="14362"/>
                </a:cubicBezTo>
                <a:cubicBezTo>
                  <a:pt x="5107" y="14362"/>
                  <a:pt x="5114" y="14369"/>
                  <a:pt x="5122" y="14369"/>
                </a:cubicBezTo>
                <a:cubicBezTo>
                  <a:pt x="5129" y="14376"/>
                  <a:pt x="5136" y="14382"/>
                  <a:pt x="5149" y="14382"/>
                </a:cubicBezTo>
                <a:cubicBezTo>
                  <a:pt x="5280" y="14459"/>
                  <a:pt x="5426" y="14535"/>
                  <a:pt x="5563" y="14598"/>
                </a:cubicBezTo>
                <a:cubicBezTo>
                  <a:pt x="5771" y="14694"/>
                  <a:pt x="5978" y="14777"/>
                  <a:pt x="6192" y="14853"/>
                </a:cubicBezTo>
                <a:lnTo>
                  <a:pt x="6766" y="17403"/>
                </a:lnTo>
                <a:lnTo>
                  <a:pt x="9649" y="17431"/>
                </a:lnTo>
                <a:lnTo>
                  <a:pt x="10271" y="14888"/>
                </a:lnTo>
                <a:cubicBezTo>
                  <a:pt x="10485" y="14819"/>
                  <a:pt x="10692" y="14742"/>
                  <a:pt x="10900" y="14653"/>
                </a:cubicBezTo>
                <a:cubicBezTo>
                  <a:pt x="11044" y="14590"/>
                  <a:pt x="11190" y="14522"/>
                  <a:pt x="11328" y="14445"/>
                </a:cubicBezTo>
                <a:cubicBezTo>
                  <a:pt x="11334" y="14439"/>
                  <a:pt x="11343" y="14439"/>
                  <a:pt x="11356" y="14432"/>
                </a:cubicBezTo>
                <a:cubicBezTo>
                  <a:pt x="11363" y="14424"/>
                  <a:pt x="11369" y="14424"/>
                  <a:pt x="11369" y="14417"/>
                </a:cubicBezTo>
                <a:cubicBezTo>
                  <a:pt x="11411" y="14404"/>
                  <a:pt x="11445" y="14382"/>
                  <a:pt x="11480" y="14362"/>
                </a:cubicBezTo>
                <a:cubicBezTo>
                  <a:pt x="11480" y="14356"/>
                  <a:pt x="11487" y="14356"/>
                  <a:pt x="11494" y="14356"/>
                </a:cubicBezTo>
                <a:cubicBezTo>
                  <a:pt x="11522" y="14334"/>
                  <a:pt x="11550" y="14321"/>
                  <a:pt x="11583" y="14299"/>
                </a:cubicBezTo>
                <a:cubicBezTo>
                  <a:pt x="11591" y="14299"/>
                  <a:pt x="11598" y="14293"/>
                  <a:pt x="11605" y="14293"/>
                </a:cubicBezTo>
                <a:cubicBezTo>
                  <a:pt x="11936" y="14092"/>
                  <a:pt x="12262" y="13858"/>
                  <a:pt x="12558" y="13603"/>
                </a:cubicBezTo>
                <a:lnTo>
                  <a:pt x="15053" y="14382"/>
                </a:lnTo>
                <a:lnTo>
                  <a:pt x="16518" y="11903"/>
                </a:lnTo>
                <a:lnTo>
                  <a:pt x="14625" y="10091"/>
                </a:lnTo>
                <a:cubicBezTo>
                  <a:pt x="14652" y="9973"/>
                  <a:pt x="14673" y="9856"/>
                  <a:pt x="14693" y="9738"/>
                </a:cubicBezTo>
                <a:cubicBezTo>
                  <a:pt x="14708" y="9628"/>
                  <a:pt x="14722" y="9524"/>
                  <a:pt x="14735" y="9421"/>
                </a:cubicBezTo>
                <a:cubicBezTo>
                  <a:pt x="14743" y="9373"/>
                  <a:pt x="14750" y="9317"/>
                  <a:pt x="14750" y="9268"/>
                </a:cubicBezTo>
                <a:cubicBezTo>
                  <a:pt x="14763" y="9166"/>
                  <a:pt x="14763" y="9054"/>
                  <a:pt x="14770" y="8950"/>
                </a:cubicBezTo>
                <a:lnTo>
                  <a:pt x="14770" y="8923"/>
                </a:lnTo>
                <a:lnTo>
                  <a:pt x="14770" y="8895"/>
                </a:lnTo>
                <a:cubicBezTo>
                  <a:pt x="14770" y="8860"/>
                  <a:pt x="14776" y="8819"/>
                  <a:pt x="14776" y="8777"/>
                </a:cubicBezTo>
                <a:lnTo>
                  <a:pt x="14776" y="8660"/>
                </a:lnTo>
                <a:lnTo>
                  <a:pt x="14776" y="8633"/>
                </a:lnTo>
                <a:cubicBezTo>
                  <a:pt x="14770" y="8245"/>
                  <a:pt x="14728" y="7852"/>
                  <a:pt x="14652" y="7465"/>
                </a:cubicBezTo>
                <a:lnTo>
                  <a:pt x="16581" y="5695"/>
                </a:lnTo>
                <a:lnTo>
                  <a:pt x="15164" y="3179"/>
                </a:lnTo>
                <a:lnTo>
                  <a:pt x="12648" y="3919"/>
                </a:lnTo>
                <a:cubicBezTo>
                  <a:pt x="12558" y="3836"/>
                  <a:pt x="12469" y="3753"/>
                  <a:pt x="12379" y="3677"/>
                </a:cubicBezTo>
                <a:cubicBezTo>
                  <a:pt x="12296" y="3615"/>
                  <a:pt x="12213" y="3552"/>
                  <a:pt x="12122" y="3491"/>
                </a:cubicBezTo>
                <a:cubicBezTo>
                  <a:pt x="12081" y="3456"/>
                  <a:pt x="12039" y="3428"/>
                  <a:pt x="11998" y="3393"/>
                </a:cubicBezTo>
                <a:cubicBezTo>
                  <a:pt x="11908" y="3338"/>
                  <a:pt x="11825" y="3277"/>
                  <a:pt x="11736" y="3221"/>
                </a:cubicBezTo>
                <a:cubicBezTo>
                  <a:pt x="11729" y="3214"/>
                  <a:pt x="11716" y="3214"/>
                  <a:pt x="11708" y="3207"/>
                </a:cubicBezTo>
                <a:cubicBezTo>
                  <a:pt x="11701" y="3201"/>
                  <a:pt x="11694" y="3201"/>
                  <a:pt x="11688" y="3194"/>
                </a:cubicBezTo>
                <a:cubicBezTo>
                  <a:pt x="11653" y="3172"/>
                  <a:pt x="11618" y="3153"/>
                  <a:pt x="11583" y="3131"/>
                </a:cubicBezTo>
                <a:cubicBezTo>
                  <a:pt x="11550" y="3111"/>
                  <a:pt x="11515" y="3090"/>
                  <a:pt x="11480" y="3076"/>
                </a:cubicBezTo>
                <a:cubicBezTo>
                  <a:pt x="11474" y="3070"/>
                  <a:pt x="11467" y="3070"/>
                  <a:pt x="11467" y="3061"/>
                </a:cubicBezTo>
                <a:cubicBezTo>
                  <a:pt x="11452" y="3055"/>
                  <a:pt x="11445" y="3048"/>
                  <a:pt x="11439" y="3048"/>
                </a:cubicBezTo>
                <a:cubicBezTo>
                  <a:pt x="11301" y="2972"/>
                  <a:pt x="11155" y="2895"/>
                  <a:pt x="11018" y="2834"/>
                </a:cubicBezTo>
                <a:cubicBezTo>
                  <a:pt x="10810" y="2738"/>
                  <a:pt x="10603" y="2655"/>
                  <a:pt x="10389" y="2579"/>
                </a:cubicBezTo>
                <a:lnTo>
                  <a:pt x="9815" y="27"/>
                </a:lnTo>
                <a:lnTo>
                  <a:pt x="693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28" name="Google Shape;10728;p22"/>
          <p:cNvGrpSpPr/>
          <p:nvPr/>
        </p:nvGrpSpPr>
        <p:grpSpPr>
          <a:xfrm rot="5400000">
            <a:off x="1851245" y="2884771"/>
            <a:ext cx="347597" cy="4345456"/>
            <a:chOff x="-136402" y="-175976"/>
            <a:chExt cx="347597" cy="4345456"/>
          </a:xfrm>
        </p:grpSpPr>
        <p:sp>
          <p:nvSpPr>
            <p:cNvPr id="10729" name="Google Shape;10729;p22"/>
            <p:cNvSpPr/>
            <p:nvPr/>
          </p:nvSpPr>
          <p:spPr>
            <a:xfrm>
              <a:off x="-136402" y="-175976"/>
              <a:ext cx="273965" cy="273814"/>
            </a:xfrm>
            <a:custGeom>
              <a:avLst/>
              <a:gdLst/>
              <a:ahLst/>
              <a:cxnLst/>
              <a:rect l="l" t="t" r="r" b="b"/>
              <a:pathLst>
                <a:path w="3624" h="3622" extrusionOk="0">
                  <a:moveTo>
                    <a:pt x="1515" y="0"/>
                  </a:moveTo>
                  <a:lnTo>
                    <a:pt x="1" y="1513"/>
                  </a:lnTo>
                  <a:lnTo>
                    <a:pt x="1" y="3621"/>
                  </a:lnTo>
                  <a:lnTo>
                    <a:pt x="36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0" name="Google Shape;10730;p22"/>
            <p:cNvSpPr/>
            <p:nvPr/>
          </p:nvSpPr>
          <p:spPr>
            <a:xfrm>
              <a:off x="-136402" y="1778994"/>
              <a:ext cx="347597" cy="506503"/>
            </a:xfrm>
            <a:custGeom>
              <a:avLst/>
              <a:gdLst/>
              <a:ahLst/>
              <a:cxnLst/>
              <a:rect l="l" t="t" r="r" b="b"/>
              <a:pathLst>
                <a:path w="4598" h="6700" extrusionOk="0">
                  <a:moveTo>
                    <a:pt x="4597" y="1"/>
                  </a:moveTo>
                  <a:lnTo>
                    <a:pt x="1" y="4597"/>
                  </a:lnTo>
                  <a:lnTo>
                    <a:pt x="1" y="6699"/>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1" name="Google Shape;10731;p22"/>
            <p:cNvSpPr/>
            <p:nvPr/>
          </p:nvSpPr>
          <p:spPr>
            <a:xfrm>
              <a:off x="-136402" y="2326153"/>
              <a:ext cx="347597" cy="506276"/>
            </a:xfrm>
            <a:custGeom>
              <a:avLst/>
              <a:gdLst/>
              <a:ahLst/>
              <a:cxnLst/>
              <a:rect l="l" t="t" r="r" b="b"/>
              <a:pathLst>
                <a:path w="4598" h="6697" extrusionOk="0">
                  <a:moveTo>
                    <a:pt x="4597" y="0"/>
                  </a:moveTo>
                  <a:lnTo>
                    <a:pt x="1" y="4597"/>
                  </a:lnTo>
                  <a:lnTo>
                    <a:pt x="1" y="6697"/>
                  </a:lnTo>
                  <a:lnTo>
                    <a:pt x="4597" y="2108"/>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2" name="Google Shape;10732;p22"/>
            <p:cNvSpPr/>
            <p:nvPr/>
          </p:nvSpPr>
          <p:spPr>
            <a:xfrm>
              <a:off x="-136402" y="-175976"/>
              <a:ext cx="91624" cy="91473"/>
            </a:xfrm>
            <a:custGeom>
              <a:avLst/>
              <a:gdLst/>
              <a:ahLst/>
              <a:cxnLst/>
              <a:rect l="l" t="t" r="r" b="b"/>
              <a:pathLst>
                <a:path w="1212" h="1210" extrusionOk="0">
                  <a:moveTo>
                    <a:pt x="1" y="0"/>
                  </a:moveTo>
                  <a:lnTo>
                    <a:pt x="1" y="1209"/>
                  </a:lnTo>
                  <a:lnTo>
                    <a:pt x="12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3" name="Google Shape;10733;p22"/>
            <p:cNvSpPr/>
            <p:nvPr/>
          </p:nvSpPr>
          <p:spPr>
            <a:xfrm>
              <a:off x="-136402" y="3602504"/>
              <a:ext cx="347597" cy="506428"/>
            </a:xfrm>
            <a:custGeom>
              <a:avLst/>
              <a:gdLst/>
              <a:ahLst/>
              <a:cxnLst/>
              <a:rect l="l" t="t" r="r" b="b"/>
              <a:pathLst>
                <a:path w="4598" h="6699" extrusionOk="0">
                  <a:moveTo>
                    <a:pt x="4597" y="1"/>
                  </a:moveTo>
                  <a:lnTo>
                    <a:pt x="1" y="4597"/>
                  </a:lnTo>
                  <a:lnTo>
                    <a:pt x="1" y="6699"/>
                  </a:lnTo>
                  <a:lnTo>
                    <a:pt x="4597" y="2102"/>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4" name="Google Shape;10734;p22"/>
            <p:cNvSpPr/>
            <p:nvPr/>
          </p:nvSpPr>
          <p:spPr>
            <a:xfrm>
              <a:off x="-136402" y="3420168"/>
              <a:ext cx="347597" cy="506352"/>
            </a:xfrm>
            <a:custGeom>
              <a:avLst/>
              <a:gdLst/>
              <a:ahLst/>
              <a:cxnLst/>
              <a:rect l="l" t="t" r="r" b="b"/>
              <a:pathLst>
                <a:path w="4598" h="6698" extrusionOk="0">
                  <a:moveTo>
                    <a:pt x="4597" y="1"/>
                  </a:moveTo>
                  <a:lnTo>
                    <a:pt x="1" y="4597"/>
                  </a:lnTo>
                  <a:lnTo>
                    <a:pt x="1" y="6697"/>
                  </a:lnTo>
                  <a:lnTo>
                    <a:pt x="4597" y="2103"/>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5" name="Google Shape;10735;p22"/>
            <p:cNvSpPr/>
            <p:nvPr/>
          </p:nvSpPr>
          <p:spPr>
            <a:xfrm>
              <a:off x="-136402" y="3237908"/>
              <a:ext cx="347597" cy="506276"/>
            </a:xfrm>
            <a:custGeom>
              <a:avLst/>
              <a:gdLst/>
              <a:ahLst/>
              <a:cxnLst/>
              <a:rect l="l" t="t" r="r" b="b"/>
              <a:pathLst>
                <a:path w="4598" h="6697" extrusionOk="0">
                  <a:moveTo>
                    <a:pt x="4597" y="0"/>
                  </a:moveTo>
                  <a:lnTo>
                    <a:pt x="1" y="4596"/>
                  </a:lnTo>
                  <a:lnTo>
                    <a:pt x="1" y="6696"/>
                  </a:lnTo>
                  <a:lnTo>
                    <a:pt x="4597" y="2100"/>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6" name="Google Shape;10736;p22"/>
            <p:cNvSpPr/>
            <p:nvPr/>
          </p:nvSpPr>
          <p:spPr>
            <a:xfrm>
              <a:off x="-136402" y="3055572"/>
              <a:ext cx="347597" cy="506276"/>
            </a:xfrm>
            <a:custGeom>
              <a:avLst/>
              <a:gdLst/>
              <a:ahLst/>
              <a:cxnLst/>
              <a:rect l="l" t="t" r="r" b="b"/>
              <a:pathLst>
                <a:path w="4598" h="6697" extrusionOk="0">
                  <a:moveTo>
                    <a:pt x="4597" y="0"/>
                  </a:moveTo>
                  <a:lnTo>
                    <a:pt x="1" y="4595"/>
                  </a:lnTo>
                  <a:lnTo>
                    <a:pt x="1" y="6697"/>
                  </a:lnTo>
                  <a:lnTo>
                    <a:pt x="4597" y="2107"/>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7" name="Google Shape;10737;p22"/>
            <p:cNvSpPr/>
            <p:nvPr/>
          </p:nvSpPr>
          <p:spPr>
            <a:xfrm>
              <a:off x="-136402" y="-175976"/>
              <a:ext cx="347597" cy="456155"/>
            </a:xfrm>
            <a:custGeom>
              <a:avLst/>
              <a:gdLst/>
              <a:ahLst/>
              <a:cxnLst/>
              <a:rect l="l" t="t" r="r" b="b"/>
              <a:pathLst>
                <a:path w="4598" h="6034" extrusionOk="0">
                  <a:moveTo>
                    <a:pt x="3927" y="0"/>
                  </a:moveTo>
                  <a:lnTo>
                    <a:pt x="1" y="3925"/>
                  </a:lnTo>
                  <a:lnTo>
                    <a:pt x="1" y="6033"/>
                  </a:lnTo>
                  <a:lnTo>
                    <a:pt x="4597" y="1437"/>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8" name="Google Shape;10738;p22"/>
            <p:cNvSpPr/>
            <p:nvPr/>
          </p:nvSpPr>
          <p:spPr>
            <a:xfrm>
              <a:off x="-136402" y="2690749"/>
              <a:ext cx="347597" cy="506428"/>
            </a:xfrm>
            <a:custGeom>
              <a:avLst/>
              <a:gdLst/>
              <a:ahLst/>
              <a:cxnLst/>
              <a:rect l="l" t="t" r="r" b="b"/>
              <a:pathLst>
                <a:path w="4598" h="6699" extrusionOk="0">
                  <a:moveTo>
                    <a:pt x="4597" y="1"/>
                  </a:moveTo>
                  <a:lnTo>
                    <a:pt x="1" y="4597"/>
                  </a:lnTo>
                  <a:lnTo>
                    <a:pt x="1" y="6699"/>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9" name="Google Shape;10739;p22"/>
            <p:cNvSpPr/>
            <p:nvPr/>
          </p:nvSpPr>
          <p:spPr>
            <a:xfrm>
              <a:off x="-136402" y="1232062"/>
              <a:ext cx="347597" cy="506957"/>
            </a:xfrm>
            <a:custGeom>
              <a:avLst/>
              <a:gdLst/>
              <a:ahLst/>
              <a:cxnLst/>
              <a:rect l="l" t="t" r="r" b="b"/>
              <a:pathLst>
                <a:path w="4598" h="6706" extrusionOk="0">
                  <a:moveTo>
                    <a:pt x="4597" y="0"/>
                  </a:moveTo>
                  <a:lnTo>
                    <a:pt x="1" y="4597"/>
                  </a:lnTo>
                  <a:lnTo>
                    <a:pt x="1" y="6705"/>
                  </a:lnTo>
                  <a:lnTo>
                    <a:pt x="4597" y="2109"/>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0" name="Google Shape;10740;p22"/>
            <p:cNvSpPr/>
            <p:nvPr/>
          </p:nvSpPr>
          <p:spPr>
            <a:xfrm>
              <a:off x="-136402" y="2508489"/>
              <a:ext cx="347597" cy="506428"/>
            </a:xfrm>
            <a:custGeom>
              <a:avLst/>
              <a:gdLst/>
              <a:ahLst/>
              <a:cxnLst/>
              <a:rect l="l" t="t" r="r" b="b"/>
              <a:pathLst>
                <a:path w="4598" h="6699" extrusionOk="0">
                  <a:moveTo>
                    <a:pt x="4597" y="0"/>
                  </a:moveTo>
                  <a:lnTo>
                    <a:pt x="1" y="4596"/>
                  </a:lnTo>
                  <a:lnTo>
                    <a:pt x="1" y="6698"/>
                  </a:lnTo>
                  <a:lnTo>
                    <a:pt x="4597" y="2108"/>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1" name="Google Shape;10741;p22"/>
            <p:cNvSpPr/>
            <p:nvPr/>
          </p:nvSpPr>
          <p:spPr>
            <a:xfrm>
              <a:off x="-136402" y="1049726"/>
              <a:ext cx="347597" cy="506806"/>
            </a:xfrm>
            <a:custGeom>
              <a:avLst/>
              <a:gdLst/>
              <a:ahLst/>
              <a:cxnLst/>
              <a:rect l="l" t="t" r="r" b="b"/>
              <a:pathLst>
                <a:path w="4598" h="6704" extrusionOk="0">
                  <a:moveTo>
                    <a:pt x="4597" y="1"/>
                  </a:moveTo>
                  <a:lnTo>
                    <a:pt x="1" y="4597"/>
                  </a:lnTo>
                  <a:lnTo>
                    <a:pt x="1" y="6704"/>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2" name="Google Shape;10742;p22"/>
            <p:cNvSpPr/>
            <p:nvPr/>
          </p:nvSpPr>
          <p:spPr>
            <a:xfrm>
              <a:off x="-136402" y="503172"/>
              <a:ext cx="347597" cy="506428"/>
            </a:xfrm>
            <a:custGeom>
              <a:avLst/>
              <a:gdLst/>
              <a:ahLst/>
              <a:cxnLst/>
              <a:rect l="l" t="t" r="r" b="b"/>
              <a:pathLst>
                <a:path w="4598" h="6699" extrusionOk="0">
                  <a:moveTo>
                    <a:pt x="4597" y="0"/>
                  </a:moveTo>
                  <a:lnTo>
                    <a:pt x="1" y="4590"/>
                  </a:lnTo>
                  <a:lnTo>
                    <a:pt x="1" y="6698"/>
                  </a:lnTo>
                  <a:lnTo>
                    <a:pt x="4597" y="2102"/>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3" name="Google Shape;10743;p22"/>
            <p:cNvSpPr/>
            <p:nvPr/>
          </p:nvSpPr>
          <p:spPr>
            <a:xfrm>
              <a:off x="-136402" y="2143817"/>
              <a:ext cx="347597" cy="506276"/>
            </a:xfrm>
            <a:custGeom>
              <a:avLst/>
              <a:gdLst/>
              <a:ahLst/>
              <a:cxnLst/>
              <a:rect l="l" t="t" r="r" b="b"/>
              <a:pathLst>
                <a:path w="4598" h="6697" extrusionOk="0">
                  <a:moveTo>
                    <a:pt x="4597" y="0"/>
                  </a:moveTo>
                  <a:lnTo>
                    <a:pt x="1" y="4597"/>
                  </a:lnTo>
                  <a:lnTo>
                    <a:pt x="1" y="6697"/>
                  </a:lnTo>
                  <a:lnTo>
                    <a:pt x="4597" y="2109"/>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4" name="Google Shape;10744;p22"/>
            <p:cNvSpPr/>
            <p:nvPr/>
          </p:nvSpPr>
          <p:spPr>
            <a:xfrm>
              <a:off x="-136402" y="1596734"/>
              <a:ext cx="347597" cy="506428"/>
            </a:xfrm>
            <a:custGeom>
              <a:avLst/>
              <a:gdLst/>
              <a:ahLst/>
              <a:cxnLst/>
              <a:rect l="l" t="t" r="r" b="b"/>
              <a:pathLst>
                <a:path w="4598" h="6699" extrusionOk="0">
                  <a:moveTo>
                    <a:pt x="4597" y="0"/>
                  </a:moveTo>
                  <a:lnTo>
                    <a:pt x="1" y="4597"/>
                  </a:lnTo>
                  <a:lnTo>
                    <a:pt x="1" y="6698"/>
                  </a:lnTo>
                  <a:lnTo>
                    <a:pt x="4597" y="2108"/>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5" name="Google Shape;10745;p22"/>
            <p:cNvSpPr/>
            <p:nvPr/>
          </p:nvSpPr>
          <p:spPr>
            <a:xfrm>
              <a:off x="-136402" y="320836"/>
              <a:ext cx="347597" cy="506428"/>
            </a:xfrm>
            <a:custGeom>
              <a:avLst/>
              <a:gdLst/>
              <a:ahLst/>
              <a:cxnLst/>
              <a:rect l="l" t="t" r="r" b="b"/>
              <a:pathLst>
                <a:path w="4598" h="6699" extrusionOk="0">
                  <a:moveTo>
                    <a:pt x="4597" y="0"/>
                  </a:moveTo>
                  <a:lnTo>
                    <a:pt x="1" y="4590"/>
                  </a:lnTo>
                  <a:lnTo>
                    <a:pt x="1" y="6698"/>
                  </a:lnTo>
                  <a:lnTo>
                    <a:pt x="4597" y="2102"/>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6" name="Google Shape;10746;p22"/>
            <p:cNvSpPr/>
            <p:nvPr/>
          </p:nvSpPr>
          <p:spPr>
            <a:xfrm>
              <a:off x="-136402" y="3784840"/>
              <a:ext cx="347597" cy="384640"/>
            </a:xfrm>
            <a:custGeom>
              <a:avLst/>
              <a:gdLst/>
              <a:ahLst/>
              <a:cxnLst/>
              <a:rect l="l" t="t" r="r" b="b"/>
              <a:pathLst>
                <a:path w="4598" h="5088" extrusionOk="0">
                  <a:moveTo>
                    <a:pt x="4597" y="1"/>
                  </a:moveTo>
                  <a:lnTo>
                    <a:pt x="1" y="4597"/>
                  </a:lnTo>
                  <a:lnTo>
                    <a:pt x="1" y="5088"/>
                  </a:lnTo>
                  <a:lnTo>
                    <a:pt x="1611" y="5088"/>
                  </a:lnTo>
                  <a:lnTo>
                    <a:pt x="4597" y="2102"/>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7" name="Google Shape;10747;p22"/>
            <p:cNvSpPr/>
            <p:nvPr/>
          </p:nvSpPr>
          <p:spPr>
            <a:xfrm>
              <a:off x="-136402" y="1414398"/>
              <a:ext cx="347597" cy="506957"/>
            </a:xfrm>
            <a:custGeom>
              <a:avLst/>
              <a:gdLst/>
              <a:ahLst/>
              <a:cxnLst/>
              <a:rect l="l" t="t" r="r" b="b"/>
              <a:pathLst>
                <a:path w="4598" h="6706" extrusionOk="0">
                  <a:moveTo>
                    <a:pt x="4597" y="0"/>
                  </a:moveTo>
                  <a:lnTo>
                    <a:pt x="1" y="4597"/>
                  </a:lnTo>
                  <a:lnTo>
                    <a:pt x="1" y="6705"/>
                  </a:lnTo>
                  <a:lnTo>
                    <a:pt x="4597" y="2109"/>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8" name="Google Shape;10748;p22"/>
            <p:cNvSpPr/>
            <p:nvPr/>
          </p:nvSpPr>
          <p:spPr>
            <a:xfrm>
              <a:off x="-136402" y="685583"/>
              <a:ext cx="347597" cy="506276"/>
            </a:xfrm>
            <a:custGeom>
              <a:avLst/>
              <a:gdLst/>
              <a:ahLst/>
              <a:cxnLst/>
              <a:rect l="l" t="t" r="r" b="b"/>
              <a:pathLst>
                <a:path w="4598" h="6697" extrusionOk="0">
                  <a:moveTo>
                    <a:pt x="4597" y="1"/>
                  </a:moveTo>
                  <a:lnTo>
                    <a:pt x="1" y="4589"/>
                  </a:lnTo>
                  <a:lnTo>
                    <a:pt x="1" y="6697"/>
                  </a:lnTo>
                  <a:lnTo>
                    <a:pt x="4597" y="2101"/>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9" name="Google Shape;10749;p22"/>
            <p:cNvSpPr/>
            <p:nvPr/>
          </p:nvSpPr>
          <p:spPr>
            <a:xfrm>
              <a:off x="-136402" y="2873085"/>
              <a:ext cx="347597" cy="506428"/>
            </a:xfrm>
            <a:custGeom>
              <a:avLst/>
              <a:gdLst/>
              <a:ahLst/>
              <a:cxnLst/>
              <a:rect l="l" t="t" r="r" b="b"/>
              <a:pathLst>
                <a:path w="4598" h="6699" extrusionOk="0">
                  <a:moveTo>
                    <a:pt x="4597" y="1"/>
                  </a:moveTo>
                  <a:lnTo>
                    <a:pt x="1" y="4597"/>
                  </a:lnTo>
                  <a:lnTo>
                    <a:pt x="1" y="6699"/>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0" name="Google Shape;10750;p22"/>
            <p:cNvSpPr/>
            <p:nvPr/>
          </p:nvSpPr>
          <p:spPr>
            <a:xfrm>
              <a:off x="-136402" y="-43836"/>
              <a:ext cx="347597" cy="506276"/>
            </a:xfrm>
            <a:custGeom>
              <a:avLst/>
              <a:gdLst/>
              <a:ahLst/>
              <a:cxnLst/>
              <a:rect l="l" t="t" r="r" b="b"/>
              <a:pathLst>
                <a:path w="4598" h="6697" extrusionOk="0">
                  <a:moveTo>
                    <a:pt x="4597" y="1"/>
                  </a:moveTo>
                  <a:lnTo>
                    <a:pt x="1" y="4590"/>
                  </a:lnTo>
                  <a:lnTo>
                    <a:pt x="1" y="6697"/>
                  </a:lnTo>
                  <a:lnTo>
                    <a:pt x="4597" y="2102"/>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1" name="Google Shape;10751;p22"/>
            <p:cNvSpPr/>
            <p:nvPr/>
          </p:nvSpPr>
          <p:spPr>
            <a:xfrm>
              <a:off x="8971" y="3967175"/>
              <a:ext cx="202223" cy="202299"/>
            </a:xfrm>
            <a:custGeom>
              <a:avLst/>
              <a:gdLst/>
              <a:ahLst/>
              <a:cxnLst/>
              <a:rect l="l" t="t" r="r" b="b"/>
              <a:pathLst>
                <a:path w="2675" h="2676" extrusionOk="0">
                  <a:moveTo>
                    <a:pt x="2674" y="0"/>
                  </a:moveTo>
                  <a:lnTo>
                    <a:pt x="0" y="2676"/>
                  </a:lnTo>
                  <a:lnTo>
                    <a:pt x="2100" y="2676"/>
                  </a:lnTo>
                  <a:lnTo>
                    <a:pt x="2674" y="2102"/>
                  </a:lnTo>
                  <a:lnTo>
                    <a:pt x="267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2" name="Google Shape;10752;p22"/>
            <p:cNvSpPr/>
            <p:nvPr/>
          </p:nvSpPr>
          <p:spPr>
            <a:xfrm>
              <a:off x="-136402" y="1961481"/>
              <a:ext cx="347597" cy="506276"/>
            </a:xfrm>
            <a:custGeom>
              <a:avLst/>
              <a:gdLst/>
              <a:ahLst/>
              <a:cxnLst/>
              <a:rect l="l" t="t" r="r" b="b"/>
              <a:pathLst>
                <a:path w="4598" h="6697" extrusionOk="0">
                  <a:moveTo>
                    <a:pt x="4597" y="0"/>
                  </a:moveTo>
                  <a:lnTo>
                    <a:pt x="1" y="4595"/>
                  </a:lnTo>
                  <a:lnTo>
                    <a:pt x="1" y="6697"/>
                  </a:lnTo>
                  <a:lnTo>
                    <a:pt x="4597" y="2107"/>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3" name="Google Shape;10753;p22"/>
            <p:cNvSpPr/>
            <p:nvPr/>
          </p:nvSpPr>
          <p:spPr>
            <a:xfrm>
              <a:off x="-136402" y="867919"/>
              <a:ext cx="347597" cy="506276"/>
            </a:xfrm>
            <a:custGeom>
              <a:avLst/>
              <a:gdLst/>
              <a:ahLst/>
              <a:cxnLst/>
              <a:rect l="l" t="t" r="r" b="b"/>
              <a:pathLst>
                <a:path w="4598" h="6697" extrusionOk="0">
                  <a:moveTo>
                    <a:pt x="4597" y="0"/>
                  </a:moveTo>
                  <a:lnTo>
                    <a:pt x="1" y="4589"/>
                  </a:lnTo>
                  <a:lnTo>
                    <a:pt x="1" y="6697"/>
                  </a:lnTo>
                  <a:lnTo>
                    <a:pt x="4597" y="2100"/>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4" name="Google Shape;10754;p22"/>
            <p:cNvSpPr/>
            <p:nvPr/>
          </p:nvSpPr>
          <p:spPr>
            <a:xfrm>
              <a:off x="-136402" y="138500"/>
              <a:ext cx="347597" cy="506428"/>
            </a:xfrm>
            <a:custGeom>
              <a:avLst/>
              <a:gdLst/>
              <a:ahLst/>
              <a:cxnLst/>
              <a:rect l="l" t="t" r="r" b="b"/>
              <a:pathLst>
                <a:path w="4598" h="6699" extrusionOk="0">
                  <a:moveTo>
                    <a:pt x="4597" y="0"/>
                  </a:moveTo>
                  <a:lnTo>
                    <a:pt x="1" y="4590"/>
                  </a:lnTo>
                  <a:lnTo>
                    <a:pt x="1" y="6698"/>
                  </a:lnTo>
                  <a:lnTo>
                    <a:pt x="4597" y="2102"/>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5" name="Google Shape;10755;p22"/>
            <p:cNvSpPr/>
            <p:nvPr/>
          </p:nvSpPr>
          <p:spPr>
            <a:xfrm>
              <a:off x="191311" y="4149587"/>
              <a:ext cx="19882" cy="19882"/>
            </a:xfrm>
            <a:custGeom>
              <a:avLst/>
              <a:gdLst/>
              <a:ahLst/>
              <a:cxnLst/>
              <a:rect l="l" t="t" r="r" b="b"/>
              <a:pathLst>
                <a:path w="263" h="263" extrusionOk="0">
                  <a:moveTo>
                    <a:pt x="262" y="1"/>
                  </a:moveTo>
                  <a:lnTo>
                    <a:pt x="0" y="263"/>
                  </a:lnTo>
                  <a:lnTo>
                    <a:pt x="262" y="263"/>
                  </a:lnTo>
                  <a:lnTo>
                    <a:pt x="26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56" name="Google Shape;10756;p22"/>
          <p:cNvGrpSpPr/>
          <p:nvPr/>
        </p:nvGrpSpPr>
        <p:grpSpPr>
          <a:xfrm rot="5400000">
            <a:off x="1851247" y="2884773"/>
            <a:ext cx="347597" cy="4345451"/>
            <a:chOff x="-136402" y="-175976"/>
            <a:chExt cx="347597" cy="4345451"/>
          </a:xfrm>
        </p:grpSpPr>
        <p:sp>
          <p:nvSpPr>
            <p:cNvPr id="10757" name="Google Shape;10757;p22"/>
            <p:cNvSpPr/>
            <p:nvPr/>
          </p:nvSpPr>
          <p:spPr>
            <a:xfrm>
              <a:off x="-136402" y="3579069"/>
              <a:ext cx="347597" cy="371033"/>
            </a:xfrm>
            <a:custGeom>
              <a:avLst/>
              <a:gdLst/>
              <a:ahLst/>
              <a:cxnLst/>
              <a:rect l="l" t="t" r="r" b="b"/>
              <a:pathLst>
                <a:path w="4598" h="4908" extrusionOk="0">
                  <a:moveTo>
                    <a:pt x="4597" y="1"/>
                  </a:moveTo>
                  <a:lnTo>
                    <a:pt x="1" y="4595"/>
                  </a:lnTo>
                  <a:lnTo>
                    <a:pt x="1" y="4907"/>
                  </a:lnTo>
                  <a:lnTo>
                    <a:pt x="4597" y="311"/>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8" name="Google Shape;10758;p22"/>
            <p:cNvSpPr/>
            <p:nvPr/>
          </p:nvSpPr>
          <p:spPr>
            <a:xfrm>
              <a:off x="-136402" y="2850179"/>
              <a:ext cx="347597" cy="370503"/>
            </a:xfrm>
            <a:custGeom>
              <a:avLst/>
              <a:gdLst/>
              <a:ahLst/>
              <a:cxnLst/>
              <a:rect l="l" t="t" r="r" b="b"/>
              <a:pathLst>
                <a:path w="4598" h="4901" extrusionOk="0">
                  <a:moveTo>
                    <a:pt x="4597" y="0"/>
                  </a:moveTo>
                  <a:lnTo>
                    <a:pt x="1" y="4590"/>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9" name="Google Shape;10759;p22"/>
            <p:cNvSpPr/>
            <p:nvPr/>
          </p:nvSpPr>
          <p:spPr>
            <a:xfrm>
              <a:off x="-14615" y="3943741"/>
              <a:ext cx="225810" cy="225734"/>
            </a:xfrm>
            <a:custGeom>
              <a:avLst/>
              <a:gdLst/>
              <a:ahLst/>
              <a:cxnLst/>
              <a:rect l="l" t="t" r="r" b="b"/>
              <a:pathLst>
                <a:path w="2987" h="2986" extrusionOk="0">
                  <a:moveTo>
                    <a:pt x="2986" y="0"/>
                  </a:moveTo>
                  <a:lnTo>
                    <a:pt x="0" y="2986"/>
                  </a:lnTo>
                  <a:lnTo>
                    <a:pt x="312" y="2986"/>
                  </a:lnTo>
                  <a:lnTo>
                    <a:pt x="2986" y="310"/>
                  </a:lnTo>
                  <a:lnTo>
                    <a:pt x="29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0" name="Google Shape;10760;p22"/>
            <p:cNvSpPr/>
            <p:nvPr/>
          </p:nvSpPr>
          <p:spPr>
            <a:xfrm>
              <a:off x="-136402" y="3214775"/>
              <a:ext cx="347597" cy="370655"/>
            </a:xfrm>
            <a:custGeom>
              <a:avLst/>
              <a:gdLst/>
              <a:ahLst/>
              <a:cxnLst/>
              <a:rect l="l" t="t" r="r" b="b"/>
              <a:pathLst>
                <a:path w="4598" h="4903" extrusionOk="0">
                  <a:moveTo>
                    <a:pt x="4597" y="1"/>
                  </a:moveTo>
                  <a:lnTo>
                    <a:pt x="1" y="4591"/>
                  </a:lnTo>
                  <a:lnTo>
                    <a:pt x="1" y="4902"/>
                  </a:lnTo>
                  <a:lnTo>
                    <a:pt x="4597" y="306"/>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1" name="Google Shape;10761;p22"/>
            <p:cNvSpPr/>
            <p:nvPr/>
          </p:nvSpPr>
          <p:spPr>
            <a:xfrm>
              <a:off x="-136402" y="2485508"/>
              <a:ext cx="347597" cy="370503"/>
            </a:xfrm>
            <a:custGeom>
              <a:avLst/>
              <a:gdLst/>
              <a:ahLst/>
              <a:cxnLst/>
              <a:rect l="l" t="t" r="r" b="b"/>
              <a:pathLst>
                <a:path w="4598" h="4901" extrusionOk="0">
                  <a:moveTo>
                    <a:pt x="4597" y="0"/>
                  </a:moveTo>
                  <a:lnTo>
                    <a:pt x="1" y="4589"/>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2" name="Google Shape;10762;p22"/>
            <p:cNvSpPr/>
            <p:nvPr/>
          </p:nvSpPr>
          <p:spPr>
            <a:xfrm>
              <a:off x="-136402" y="2120760"/>
              <a:ext cx="347597" cy="370579"/>
            </a:xfrm>
            <a:custGeom>
              <a:avLst/>
              <a:gdLst/>
              <a:ahLst/>
              <a:cxnLst/>
              <a:rect l="l" t="t" r="r" b="b"/>
              <a:pathLst>
                <a:path w="4598" h="4902" extrusionOk="0">
                  <a:moveTo>
                    <a:pt x="4597" y="0"/>
                  </a:moveTo>
                  <a:lnTo>
                    <a:pt x="1" y="4590"/>
                  </a:lnTo>
                  <a:lnTo>
                    <a:pt x="1" y="4902"/>
                  </a:lnTo>
                  <a:lnTo>
                    <a:pt x="4597" y="305"/>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3" name="Google Shape;10763;p22"/>
            <p:cNvSpPr/>
            <p:nvPr/>
          </p:nvSpPr>
          <p:spPr>
            <a:xfrm>
              <a:off x="-136402" y="1756088"/>
              <a:ext cx="347597" cy="370503"/>
            </a:xfrm>
            <a:custGeom>
              <a:avLst/>
              <a:gdLst/>
              <a:ahLst/>
              <a:cxnLst/>
              <a:rect l="l" t="t" r="r" b="b"/>
              <a:pathLst>
                <a:path w="4598" h="4901" extrusionOk="0">
                  <a:moveTo>
                    <a:pt x="4597" y="0"/>
                  </a:moveTo>
                  <a:lnTo>
                    <a:pt x="1" y="4590"/>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4" name="Google Shape;10764;p22"/>
            <p:cNvSpPr/>
            <p:nvPr/>
          </p:nvSpPr>
          <p:spPr>
            <a:xfrm>
              <a:off x="-136402" y="1391417"/>
              <a:ext cx="347597" cy="370503"/>
            </a:xfrm>
            <a:custGeom>
              <a:avLst/>
              <a:gdLst/>
              <a:ahLst/>
              <a:cxnLst/>
              <a:rect l="l" t="t" r="r" b="b"/>
              <a:pathLst>
                <a:path w="4598" h="4901" extrusionOk="0">
                  <a:moveTo>
                    <a:pt x="4597" y="1"/>
                  </a:moveTo>
                  <a:lnTo>
                    <a:pt x="1" y="4597"/>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5" name="Google Shape;10765;p22"/>
            <p:cNvSpPr/>
            <p:nvPr/>
          </p:nvSpPr>
          <p:spPr>
            <a:xfrm>
              <a:off x="-136402" y="1026669"/>
              <a:ext cx="347597" cy="370655"/>
            </a:xfrm>
            <a:custGeom>
              <a:avLst/>
              <a:gdLst/>
              <a:ahLst/>
              <a:cxnLst/>
              <a:rect l="l" t="t" r="r" b="b"/>
              <a:pathLst>
                <a:path w="4598" h="4903" extrusionOk="0">
                  <a:moveTo>
                    <a:pt x="4597" y="0"/>
                  </a:moveTo>
                  <a:lnTo>
                    <a:pt x="1" y="4597"/>
                  </a:lnTo>
                  <a:lnTo>
                    <a:pt x="1" y="4902"/>
                  </a:lnTo>
                  <a:lnTo>
                    <a:pt x="4597" y="306"/>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6" name="Google Shape;10766;p22"/>
            <p:cNvSpPr/>
            <p:nvPr/>
          </p:nvSpPr>
          <p:spPr>
            <a:xfrm>
              <a:off x="-136402" y="661998"/>
              <a:ext cx="347597" cy="370503"/>
            </a:xfrm>
            <a:custGeom>
              <a:avLst/>
              <a:gdLst/>
              <a:ahLst/>
              <a:cxnLst/>
              <a:rect l="l" t="t" r="r" b="b"/>
              <a:pathLst>
                <a:path w="4598" h="4901" extrusionOk="0">
                  <a:moveTo>
                    <a:pt x="4597" y="1"/>
                  </a:moveTo>
                  <a:lnTo>
                    <a:pt x="1" y="4597"/>
                  </a:lnTo>
                  <a:lnTo>
                    <a:pt x="1" y="4901"/>
                  </a:lnTo>
                  <a:lnTo>
                    <a:pt x="4597" y="313"/>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7" name="Google Shape;10767;p22"/>
            <p:cNvSpPr/>
            <p:nvPr/>
          </p:nvSpPr>
          <p:spPr>
            <a:xfrm>
              <a:off x="-136402" y="297402"/>
              <a:ext cx="347597" cy="370503"/>
            </a:xfrm>
            <a:custGeom>
              <a:avLst/>
              <a:gdLst/>
              <a:ahLst/>
              <a:cxnLst/>
              <a:rect l="l" t="t" r="r" b="b"/>
              <a:pathLst>
                <a:path w="4598" h="4901" extrusionOk="0">
                  <a:moveTo>
                    <a:pt x="4597" y="0"/>
                  </a:moveTo>
                  <a:lnTo>
                    <a:pt x="1" y="4596"/>
                  </a:lnTo>
                  <a:lnTo>
                    <a:pt x="1" y="4900"/>
                  </a:lnTo>
                  <a:lnTo>
                    <a:pt x="4597" y="310"/>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8" name="Google Shape;10768;p22"/>
            <p:cNvSpPr/>
            <p:nvPr/>
          </p:nvSpPr>
          <p:spPr>
            <a:xfrm>
              <a:off x="-136402" y="-67421"/>
              <a:ext cx="347597" cy="370655"/>
            </a:xfrm>
            <a:custGeom>
              <a:avLst/>
              <a:gdLst/>
              <a:ahLst/>
              <a:cxnLst/>
              <a:rect l="l" t="t" r="r" b="b"/>
              <a:pathLst>
                <a:path w="4598" h="4903" extrusionOk="0">
                  <a:moveTo>
                    <a:pt x="4597" y="1"/>
                  </a:moveTo>
                  <a:lnTo>
                    <a:pt x="1" y="4597"/>
                  </a:lnTo>
                  <a:lnTo>
                    <a:pt x="1" y="4902"/>
                  </a:lnTo>
                  <a:lnTo>
                    <a:pt x="4597" y="313"/>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9" name="Google Shape;10769;p22"/>
            <p:cNvSpPr/>
            <p:nvPr/>
          </p:nvSpPr>
          <p:spPr>
            <a:xfrm>
              <a:off x="-136402" y="-175976"/>
              <a:ext cx="114606" cy="114379"/>
            </a:xfrm>
            <a:custGeom>
              <a:avLst/>
              <a:gdLst/>
              <a:ahLst/>
              <a:cxnLst/>
              <a:rect l="l" t="t" r="r" b="b"/>
              <a:pathLst>
                <a:path w="1516" h="1513" extrusionOk="0">
                  <a:moveTo>
                    <a:pt x="1212" y="0"/>
                  </a:moveTo>
                  <a:lnTo>
                    <a:pt x="1" y="1209"/>
                  </a:lnTo>
                  <a:lnTo>
                    <a:pt x="1" y="1513"/>
                  </a:lnTo>
                  <a:lnTo>
                    <a:pt x="15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0" name="Google Shape;10770;p22"/>
            <p:cNvSpPr/>
            <p:nvPr/>
          </p:nvSpPr>
          <p:spPr>
            <a:xfrm>
              <a:off x="167725" y="4126077"/>
              <a:ext cx="43469" cy="43393"/>
            </a:xfrm>
            <a:custGeom>
              <a:avLst/>
              <a:gdLst/>
              <a:ahLst/>
              <a:cxnLst/>
              <a:rect l="l" t="t" r="r" b="b"/>
              <a:pathLst>
                <a:path w="575" h="574" extrusionOk="0">
                  <a:moveTo>
                    <a:pt x="574" y="0"/>
                  </a:moveTo>
                  <a:lnTo>
                    <a:pt x="0" y="574"/>
                  </a:lnTo>
                  <a:lnTo>
                    <a:pt x="312" y="574"/>
                  </a:lnTo>
                  <a:lnTo>
                    <a:pt x="574" y="312"/>
                  </a:lnTo>
                  <a:lnTo>
                    <a:pt x="57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22"/>
            <p:cNvSpPr/>
            <p:nvPr/>
          </p:nvSpPr>
          <p:spPr>
            <a:xfrm>
              <a:off x="-136402" y="3396658"/>
              <a:ext cx="347597" cy="371108"/>
            </a:xfrm>
            <a:custGeom>
              <a:avLst/>
              <a:gdLst/>
              <a:ahLst/>
              <a:cxnLst/>
              <a:rect l="l" t="t" r="r" b="b"/>
              <a:pathLst>
                <a:path w="4598" h="4909" extrusionOk="0">
                  <a:moveTo>
                    <a:pt x="4597" y="0"/>
                  </a:moveTo>
                  <a:lnTo>
                    <a:pt x="1" y="4596"/>
                  </a:lnTo>
                  <a:lnTo>
                    <a:pt x="1" y="4908"/>
                  </a:lnTo>
                  <a:lnTo>
                    <a:pt x="4597" y="312"/>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2" name="Google Shape;10772;p22"/>
            <p:cNvSpPr/>
            <p:nvPr/>
          </p:nvSpPr>
          <p:spPr>
            <a:xfrm>
              <a:off x="-136402" y="2667843"/>
              <a:ext cx="347597" cy="370503"/>
            </a:xfrm>
            <a:custGeom>
              <a:avLst/>
              <a:gdLst/>
              <a:ahLst/>
              <a:cxnLst/>
              <a:rect l="l" t="t" r="r" b="b"/>
              <a:pathLst>
                <a:path w="4598" h="4901" extrusionOk="0">
                  <a:moveTo>
                    <a:pt x="4597" y="0"/>
                  </a:moveTo>
                  <a:lnTo>
                    <a:pt x="1" y="4590"/>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3" name="Google Shape;10773;p22"/>
            <p:cNvSpPr/>
            <p:nvPr/>
          </p:nvSpPr>
          <p:spPr>
            <a:xfrm>
              <a:off x="-136402" y="1938424"/>
              <a:ext cx="347597" cy="370503"/>
            </a:xfrm>
            <a:custGeom>
              <a:avLst/>
              <a:gdLst/>
              <a:ahLst/>
              <a:cxnLst/>
              <a:rect l="l" t="t" r="r" b="b"/>
              <a:pathLst>
                <a:path w="4598" h="4901" extrusionOk="0">
                  <a:moveTo>
                    <a:pt x="4597" y="0"/>
                  </a:moveTo>
                  <a:lnTo>
                    <a:pt x="1" y="4590"/>
                  </a:lnTo>
                  <a:lnTo>
                    <a:pt x="1" y="4900"/>
                  </a:lnTo>
                  <a:lnTo>
                    <a:pt x="4597" y="305"/>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4" name="Google Shape;10774;p22"/>
            <p:cNvSpPr/>
            <p:nvPr/>
          </p:nvSpPr>
          <p:spPr>
            <a:xfrm>
              <a:off x="-136402" y="1209081"/>
              <a:ext cx="347597" cy="370503"/>
            </a:xfrm>
            <a:custGeom>
              <a:avLst/>
              <a:gdLst/>
              <a:ahLst/>
              <a:cxnLst/>
              <a:rect l="l" t="t" r="r" b="b"/>
              <a:pathLst>
                <a:path w="4598" h="4901" extrusionOk="0">
                  <a:moveTo>
                    <a:pt x="4597" y="1"/>
                  </a:moveTo>
                  <a:lnTo>
                    <a:pt x="1" y="4596"/>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5" name="Google Shape;10775;p22"/>
            <p:cNvSpPr/>
            <p:nvPr/>
          </p:nvSpPr>
          <p:spPr>
            <a:xfrm>
              <a:off x="-136402" y="479662"/>
              <a:ext cx="347597" cy="370503"/>
            </a:xfrm>
            <a:custGeom>
              <a:avLst/>
              <a:gdLst/>
              <a:ahLst/>
              <a:cxnLst/>
              <a:rect l="l" t="t" r="r" b="b"/>
              <a:pathLst>
                <a:path w="4598" h="4901" extrusionOk="0">
                  <a:moveTo>
                    <a:pt x="4597" y="1"/>
                  </a:moveTo>
                  <a:lnTo>
                    <a:pt x="1" y="4597"/>
                  </a:lnTo>
                  <a:lnTo>
                    <a:pt x="1" y="4901"/>
                  </a:lnTo>
                  <a:lnTo>
                    <a:pt x="4597" y="311"/>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6" name="Google Shape;10776;p22"/>
            <p:cNvSpPr/>
            <p:nvPr/>
          </p:nvSpPr>
          <p:spPr>
            <a:xfrm>
              <a:off x="-136402" y="3761405"/>
              <a:ext cx="347597" cy="370957"/>
            </a:xfrm>
            <a:custGeom>
              <a:avLst/>
              <a:gdLst/>
              <a:ahLst/>
              <a:cxnLst/>
              <a:rect l="l" t="t" r="r" b="b"/>
              <a:pathLst>
                <a:path w="4598" h="4907" extrusionOk="0">
                  <a:moveTo>
                    <a:pt x="4597" y="0"/>
                  </a:moveTo>
                  <a:lnTo>
                    <a:pt x="1" y="4597"/>
                  </a:lnTo>
                  <a:lnTo>
                    <a:pt x="1" y="4907"/>
                  </a:lnTo>
                  <a:lnTo>
                    <a:pt x="4597" y="311"/>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7" name="Google Shape;10777;p22"/>
            <p:cNvSpPr/>
            <p:nvPr/>
          </p:nvSpPr>
          <p:spPr>
            <a:xfrm>
              <a:off x="-136402" y="3032440"/>
              <a:ext cx="347597" cy="370503"/>
            </a:xfrm>
            <a:custGeom>
              <a:avLst/>
              <a:gdLst/>
              <a:ahLst/>
              <a:cxnLst/>
              <a:rect l="l" t="t" r="r" b="b"/>
              <a:pathLst>
                <a:path w="4598" h="4901" extrusionOk="0">
                  <a:moveTo>
                    <a:pt x="4597" y="1"/>
                  </a:moveTo>
                  <a:lnTo>
                    <a:pt x="1" y="4591"/>
                  </a:lnTo>
                  <a:lnTo>
                    <a:pt x="1" y="4901"/>
                  </a:lnTo>
                  <a:lnTo>
                    <a:pt x="4597" y="306"/>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8" name="Google Shape;10778;p22"/>
            <p:cNvSpPr/>
            <p:nvPr/>
          </p:nvSpPr>
          <p:spPr>
            <a:xfrm>
              <a:off x="-136402" y="2303172"/>
              <a:ext cx="347597" cy="370503"/>
            </a:xfrm>
            <a:custGeom>
              <a:avLst/>
              <a:gdLst/>
              <a:ahLst/>
              <a:cxnLst/>
              <a:rect l="l" t="t" r="r" b="b"/>
              <a:pathLst>
                <a:path w="4598" h="4901" extrusionOk="0">
                  <a:moveTo>
                    <a:pt x="4597" y="1"/>
                  </a:moveTo>
                  <a:lnTo>
                    <a:pt x="1" y="4589"/>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9" name="Google Shape;10779;p22"/>
            <p:cNvSpPr/>
            <p:nvPr/>
          </p:nvSpPr>
          <p:spPr>
            <a:xfrm>
              <a:off x="-136402" y="1573753"/>
              <a:ext cx="347597" cy="370503"/>
            </a:xfrm>
            <a:custGeom>
              <a:avLst/>
              <a:gdLst/>
              <a:ahLst/>
              <a:cxnLst/>
              <a:rect l="l" t="t" r="r" b="b"/>
              <a:pathLst>
                <a:path w="4598" h="4901" extrusionOk="0">
                  <a:moveTo>
                    <a:pt x="4597" y="1"/>
                  </a:moveTo>
                  <a:lnTo>
                    <a:pt x="1" y="4597"/>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0" name="Google Shape;10780;p22"/>
            <p:cNvSpPr/>
            <p:nvPr/>
          </p:nvSpPr>
          <p:spPr>
            <a:xfrm>
              <a:off x="-136402" y="844334"/>
              <a:ext cx="347597" cy="370503"/>
            </a:xfrm>
            <a:custGeom>
              <a:avLst/>
              <a:gdLst/>
              <a:ahLst/>
              <a:cxnLst/>
              <a:rect l="l" t="t" r="r" b="b"/>
              <a:pathLst>
                <a:path w="4598" h="4901" extrusionOk="0">
                  <a:moveTo>
                    <a:pt x="4597" y="1"/>
                  </a:moveTo>
                  <a:lnTo>
                    <a:pt x="1" y="4597"/>
                  </a:lnTo>
                  <a:lnTo>
                    <a:pt x="1" y="4901"/>
                  </a:lnTo>
                  <a:lnTo>
                    <a:pt x="4597" y="312"/>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1" name="Google Shape;10781;p22"/>
            <p:cNvSpPr/>
            <p:nvPr/>
          </p:nvSpPr>
          <p:spPr>
            <a:xfrm>
              <a:off x="-136402" y="115066"/>
              <a:ext cx="347597" cy="370503"/>
            </a:xfrm>
            <a:custGeom>
              <a:avLst/>
              <a:gdLst/>
              <a:ahLst/>
              <a:cxnLst/>
              <a:rect l="l" t="t" r="r" b="b"/>
              <a:pathLst>
                <a:path w="4598" h="4901" extrusionOk="0">
                  <a:moveTo>
                    <a:pt x="4597" y="0"/>
                  </a:moveTo>
                  <a:lnTo>
                    <a:pt x="1" y="4595"/>
                  </a:lnTo>
                  <a:lnTo>
                    <a:pt x="1" y="4900"/>
                  </a:lnTo>
                  <a:lnTo>
                    <a:pt x="4597" y="310"/>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2" name="Google Shape;10782;p22"/>
            <p:cNvSpPr/>
            <p:nvPr/>
          </p:nvSpPr>
          <p:spPr>
            <a:xfrm>
              <a:off x="-136402" y="-175976"/>
              <a:ext cx="296947" cy="296720"/>
            </a:xfrm>
            <a:custGeom>
              <a:avLst/>
              <a:gdLst/>
              <a:ahLst/>
              <a:cxnLst/>
              <a:rect l="l" t="t" r="r" b="b"/>
              <a:pathLst>
                <a:path w="3928" h="3925" extrusionOk="0">
                  <a:moveTo>
                    <a:pt x="3624" y="0"/>
                  </a:moveTo>
                  <a:lnTo>
                    <a:pt x="1" y="3621"/>
                  </a:lnTo>
                  <a:lnTo>
                    <a:pt x="1" y="3925"/>
                  </a:lnTo>
                  <a:lnTo>
                    <a:pt x="39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83" name="Google Shape;10783;p22"/>
          <p:cNvSpPr/>
          <p:nvPr/>
        </p:nvSpPr>
        <p:spPr>
          <a:xfrm rot="5400000">
            <a:off x="1851220" y="2884752"/>
            <a:ext cx="347700" cy="43455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145320380"/>
      </p:ext>
    </p:extLst>
  </p:cSld>
  <p:clrMapOvr>
    <a:masterClrMapping/>
  </p:clrMapOvr>
  <p:hf sldNum="0" hdr="0" ftr="0" dt="0"/>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Title and three columns">
  <p:cSld name="Title and three columns">
    <p:spTree>
      <p:nvGrpSpPr>
        <p:cNvPr id="1" name="Shape 10784"/>
        <p:cNvGrpSpPr/>
        <p:nvPr/>
      </p:nvGrpSpPr>
      <p:grpSpPr>
        <a:xfrm>
          <a:off x="0" y="0"/>
          <a:ext cx="0" cy="0"/>
          <a:chOff x="0" y="0"/>
          <a:chExt cx="0" cy="0"/>
        </a:xfrm>
      </p:grpSpPr>
      <p:sp>
        <p:nvSpPr>
          <p:cNvPr id="10785" name="Google Shape;10785;p23"/>
          <p:cNvSpPr txBox="1">
            <a:spLocks noGrp="1"/>
          </p:cNvSpPr>
          <p:nvPr>
            <p:ph type="title"/>
          </p:nvPr>
        </p:nvSpPr>
        <p:spPr>
          <a:xfrm>
            <a:off x="720000" y="445025"/>
            <a:ext cx="7704000" cy="681900"/>
          </a:xfrm>
          <a:prstGeom prst="rect">
            <a:avLst/>
          </a:prstGeom>
        </p:spPr>
        <p:txBody>
          <a:bodyPr spcFirstLastPara="1" wrap="square" lIns="91425" tIns="91425" rIns="91425" bIns="91425" anchor="t" anchorCtr="0">
            <a:noAutofit/>
          </a:bodyPr>
          <a:lstStyle>
            <a:lvl1pPr lvl="0" algn="ctr" rtl="0">
              <a:lnSpc>
                <a:spcPct val="115000"/>
              </a:lnSpc>
              <a:spcBef>
                <a:spcPts val="0"/>
              </a:spcBef>
              <a:spcAft>
                <a:spcPts val="0"/>
              </a:spcAft>
              <a:buClr>
                <a:schemeClr val="dk2"/>
              </a:buClr>
              <a:buSzPts val="3500"/>
              <a:buNone/>
              <a:defRPr>
                <a:solidFill>
                  <a:schemeClr val="dk2"/>
                </a:solidFill>
              </a:defRPr>
            </a:lvl1pPr>
            <a:lvl2pPr lvl="1" rtl="0">
              <a:lnSpc>
                <a:spcPct val="115000"/>
              </a:lnSpc>
              <a:spcBef>
                <a:spcPts val="0"/>
              </a:spcBef>
              <a:spcAft>
                <a:spcPts val="0"/>
              </a:spcAft>
              <a:buClr>
                <a:schemeClr val="dk2"/>
              </a:buClr>
              <a:buSzPts val="3500"/>
              <a:buNone/>
              <a:defRPr>
                <a:solidFill>
                  <a:schemeClr val="dk2"/>
                </a:solidFill>
              </a:defRPr>
            </a:lvl2pPr>
            <a:lvl3pPr lvl="2" rtl="0">
              <a:lnSpc>
                <a:spcPct val="115000"/>
              </a:lnSpc>
              <a:spcBef>
                <a:spcPts val="0"/>
              </a:spcBef>
              <a:spcAft>
                <a:spcPts val="0"/>
              </a:spcAft>
              <a:buClr>
                <a:schemeClr val="dk2"/>
              </a:buClr>
              <a:buSzPts val="3500"/>
              <a:buNone/>
              <a:defRPr>
                <a:solidFill>
                  <a:schemeClr val="dk2"/>
                </a:solidFill>
              </a:defRPr>
            </a:lvl3pPr>
            <a:lvl4pPr lvl="3" rtl="0">
              <a:lnSpc>
                <a:spcPct val="115000"/>
              </a:lnSpc>
              <a:spcBef>
                <a:spcPts val="0"/>
              </a:spcBef>
              <a:spcAft>
                <a:spcPts val="0"/>
              </a:spcAft>
              <a:buClr>
                <a:schemeClr val="dk2"/>
              </a:buClr>
              <a:buSzPts val="3500"/>
              <a:buNone/>
              <a:defRPr>
                <a:solidFill>
                  <a:schemeClr val="dk2"/>
                </a:solidFill>
              </a:defRPr>
            </a:lvl4pPr>
            <a:lvl5pPr lvl="4" rtl="0">
              <a:lnSpc>
                <a:spcPct val="115000"/>
              </a:lnSpc>
              <a:spcBef>
                <a:spcPts val="0"/>
              </a:spcBef>
              <a:spcAft>
                <a:spcPts val="0"/>
              </a:spcAft>
              <a:buClr>
                <a:schemeClr val="dk2"/>
              </a:buClr>
              <a:buSzPts val="3500"/>
              <a:buNone/>
              <a:defRPr>
                <a:solidFill>
                  <a:schemeClr val="dk2"/>
                </a:solidFill>
              </a:defRPr>
            </a:lvl5pPr>
            <a:lvl6pPr lvl="5" rtl="0">
              <a:lnSpc>
                <a:spcPct val="115000"/>
              </a:lnSpc>
              <a:spcBef>
                <a:spcPts val="0"/>
              </a:spcBef>
              <a:spcAft>
                <a:spcPts val="0"/>
              </a:spcAft>
              <a:buClr>
                <a:schemeClr val="dk2"/>
              </a:buClr>
              <a:buSzPts val="3500"/>
              <a:buNone/>
              <a:defRPr>
                <a:solidFill>
                  <a:schemeClr val="dk2"/>
                </a:solidFill>
              </a:defRPr>
            </a:lvl6pPr>
            <a:lvl7pPr lvl="6" rtl="0">
              <a:lnSpc>
                <a:spcPct val="115000"/>
              </a:lnSpc>
              <a:spcBef>
                <a:spcPts val="0"/>
              </a:spcBef>
              <a:spcAft>
                <a:spcPts val="0"/>
              </a:spcAft>
              <a:buClr>
                <a:schemeClr val="dk2"/>
              </a:buClr>
              <a:buSzPts val="3500"/>
              <a:buNone/>
              <a:defRPr>
                <a:solidFill>
                  <a:schemeClr val="dk2"/>
                </a:solidFill>
              </a:defRPr>
            </a:lvl7pPr>
            <a:lvl8pPr lvl="7" rtl="0">
              <a:lnSpc>
                <a:spcPct val="115000"/>
              </a:lnSpc>
              <a:spcBef>
                <a:spcPts val="0"/>
              </a:spcBef>
              <a:spcAft>
                <a:spcPts val="0"/>
              </a:spcAft>
              <a:buClr>
                <a:schemeClr val="dk2"/>
              </a:buClr>
              <a:buSzPts val="3500"/>
              <a:buNone/>
              <a:defRPr>
                <a:solidFill>
                  <a:schemeClr val="dk2"/>
                </a:solidFill>
              </a:defRPr>
            </a:lvl8pPr>
            <a:lvl9pPr lvl="8" rtl="0">
              <a:lnSpc>
                <a:spcPct val="115000"/>
              </a:lnSpc>
              <a:spcBef>
                <a:spcPts val="0"/>
              </a:spcBef>
              <a:spcAft>
                <a:spcPts val="0"/>
              </a:spcAft>
              <a:buClr>
                <a:schemeClr val="dk2"/>
              </a:buClr>
              <a:buSzPts val="3500"/>
              <a:buNone/>
              <a:defRPr>
                <a:solidFill>
                  <a:schemeClr val="dk2"/>
                </a:solidFill>
              </a:defRPr>
            </a:lvl9pPr>
          </a:lstStyle>
          <a:p>
            <a:r>
              <a:rPr lang="en-US"/>
              <a:t>Click to edit Master title style</a:t>
            </a:r>
            <a:endParaRPr/>
          </a:p>
        </p:txBody>
      </p:sp>
      <p:sp>
        <p:nvSpPr>
          <p:cNvPr id="10786" name="Google Shape;10786;p23"/>
          <p:cNvSpPr txBox="1">
            <a:spLocks noGrp="1"/>
          </p:cNvSpPr>
          <p:nvPr>
            <p:ph type="subTitle" idx="1"/>
          </p:nvPr>
        </p:nvSpPr>
        <p:spPr>
          <a:xfrm>
            <a:off x="713225" y="2974260"/>
            <a:ext cx="2366100" cy="955200"/>
          </a:xfrm>
          <a:prstGeom prst="rect">
            <a:avLst/>
          </a:prstGeom>
        </p:spPr>
        <p:txBody>
          <a:bodyPr spcFirstLastPara="1" wrap="square" lIns="91425" tIns="91425" rIns="91425" bIns="91425" anchor="t" anchorCtr="0">
            <a:noAutofit/>
          </a:bodyPr>
          <a:lstStyle>
            <a:lvl1pPr lvl="0" algn="ctr" rtl="0">
              <a:lnSpc>
                <a:spcPct val="115000"/>
              </a:lnSpc>
              <a:spcBef>
                <a:spcPts val="0"/>
              </a:spcBef>
              <a:spcAft>
                <a:spcPts val="0"/>
              </a:spcAft>
              <a:buClr>
                <a:schemeClr val="dk2"/>
              </a:buClr>
              <a:buSzPts val="1400"/>
              <a:buNone/>
              <a:defRPr sz="1400">
                <a:solidFill>
                  <a:schemeClr val="dk2"/>
                </a:solidFill>
              </a:defRPr>
            </a:lvl1pPr>
            <a:lvl2pPr lvl="1" algn="ctr" rtl="0">
              <a:lnSpc>
                <a:spcPct val="115000"/>
              </a:lnSpc>
              <a:spcBef>
                <a:spcPts val="0"/>
              </a:spcBef>
              <a:spcAft>
                <a:spcPts val="0"/>
              </a:spcAft>
              <a:buClr>
                <a:schemeClr val="dk2"/>
              </a:buClr>
              <a:buSzPts val="1400"/>
              <a:buNone/>
              <a:defRPr>
                <a:solidFill>
                  <a:schemeClr val="dk2"/>
                </a:solidFill>
              </a:defRPr>
            </a:lvl2pPr>
            <a:lvl3pPr lvl="2" algn="ctr" rtl="0">
              <a:lnSpc>
                <a:spcPct val="115000"/>
              </a:lnSpc>
              <a:spcBef>
                <a:spcPts val="1600"/>
              </a:spcBef>
              <a:spcAft>
                <a:spcPts val="0"/>
              </a:spcAft>
              <a:buClr>
                <a:schemeClr val="dk2"/>
              </a:buClr>
              <a:buSzPts val="1400"/>
              <a:buNone/>
              <a:defRPr>
                <a:solidFill>
                  <a:schemeClr val="dk2"/>
                </a:solidFill>
              </a:defRPr>
            </a:lvl3pPr>
            <a:lvl4pPr lvl="3" algn="ctr" rtl="0">
              <a:lnSpc>
                <a:spcPct val="115000"/>
              </a:lnSpc>
              <a:spcBef>
                <a:spcPts val="1600"/>
              </a:spcBef>
              <a:spcAft>
                <a:spcPts val="0"/>
              </a:spcAft>
              <a:buClr>
                <a:schemeClr val="dk2"/>
              </a:buClr>
              <a:buSzPts val="1400"/>
              <a:buNone/>
              <a:defRPr>
                <a:solidFill>
                  <a:schemeClr val="dk2"/>
                </a:solidFill>
              </a:defRPr>
            </a:lvl4pPr>
            <a:lvl5pPr lvl="4" algn="ctr" rtl="0">
              <a:lnSpc>
                <a:spcPct val="115000"/>
              </a:lnSpc>
              <a:spcBef>
                <a:spcPts val="1600"/>
              </a:spcBef>
              <a:spcAft>
                <a:spcPts val="0"/>
              </a:spcAft>
              <a:buClr>
                <a:schemeClr val="dk2"/>
              </a:buClr>
              <a:buSzPts val="1400"/>
              <a:buNone/>
              <a:defRPr>
                <a:solidFill>
                  <a:schemeClr val="dk2"/>
                </a:solidFill>
              </a:defRPr>
            </a:lvl5pPr>
            <a:lvl6pPr lvl="5" algn="ctr" rtl="0">
              <a:lnSpc>
                <a:spcPct val="115000"/>
              </a:lnSpc>
              <a:spcBef>
                <a:spcPts val="1600"/>
              </a:spcBef>
              <a:spcAft>
                <a:spcPts val="0"/>
              </a:spcAft>
              <a:buClr>
                <a:schemeClr val="dk2"/>
              </a:buClr>
              <a:buSzPts val="1400"/>
              <a:buNone/>
              <a:defRPr>
                <a:solidFill>
                  <a:schemeClr val="dk2"/>
                </a:solidFill>
              </a:defRPr>
            </a:lvl6pPr>
            <a:lvl7pPr lvl="6" algn="ctr" rtl="0">
              <a:lnSpc>
                <a:spcPct val="115000"/>
              </a:lnSpc>
              <a:spcBef>
                <a:spcPts val="1600"/>
              </a:spcBef>
              <a:spcAft>
                <a:spcPts val="0"/>
              </a:spcAft>
              <a:buClr>
                <a:schemeClr val="dk2"/>
              </a:buClr>
              <a:buSzPts val="1400"/>
              <a:buNone/>
              <a:defRPr>
                <a:solidFill>
                  <a:schemeClr val="dk2"/>
                </a:solidFill>
              </a:defRPr>
            </a:lvl7pPr>
            <a:lvl8pPr lvl="7" algn="ctr" rtl="0">
              <a:lnSpc>
                <a:spcPct val="115000"/>
              </a:lnSpc>
              <a:spcBef>
                <a:spcPts val="1600"/>
              </a:spcBef>
              <a:spcAft>
                <a:spcPts val="0"/>
              </a:spcAft>
              <a:buClr>
                <a:schemeClr val="dk2"/>
              </a:buClr>
              <a:buSzPts val="1400"/>
              <a:buNone/>
              <a:defRPr>
                <a:solidFill>
                  <a:schemeClr val="dk2"/>
                </a:solidFill>
              </a:defRPr>
            </a:lvl8pPr>
            <a:lvl9pPr lvl="8" algn="ctr" rtl="0">
              <a:lnSpc>
                <a:spcPct val="115000"/>
              </a:lnSpc>
              <a:spcBef>
                <a:spcPts val="1600"/>
              </a:spcBef>
              <a:spcAft>
                <a:spcPts val="1600"/>
              </a:spcAft>
              <a:buClr>
                <a:schemeClr val="dk2"/>
              </a:buClr>
              <a:buSzPts val="1400"/>
              <a:buNone/>
              <a:defRPr>
                <a:solidFill>
                  <a:schemeClr val="dk2"/>
                </a:solidFill>
              </a:defRPr>
            </a:lvl9pPr>
          </a:lstStyle>
          <a:p>
            <a:r>
              <a:rPr lang="en-US"/>
              <a:t>Click to edit Master subtitle style</a:t>
            </a:r>
            <a:endParaRPr/>
          </a:p>
        </p:txBody>
      </p:sp>
      <p:sp>
        <p:nvSpPr>
          <p:cNvPr id="10787" name="Google Shape;10787;p23"/>
          <p:cNvSpPr txBox="1">
            <a:spLocks noGrp="1"/>
          </p:cNvSpPr>
          <p:nvPr>
            <p:ph type="subTitle" idx="2"/>
          </p:nvPr>
        </p:nvSpPr>
        <p:spPr>
          <a:xfrm>
            <a:off x="713225" y="2610250"/>
            <a:ext cx="2366100" cy="484200"/>
          </a:xfrm>
          <a:prstGeom prst="rect">
            <a:avLst/>
          </a:prstGeom>
        </p:spPr>
        <p:txBody>
          <a:bodyPr spcFirstLastPara="1" wrap="square" lIns="91425" tIns="91425" rIns="91425" bIns="91425" anchor="b" anchorCtr="0">
            <a:noAutofit/>
          </a:bodyPr>
          <a:lstStyle>
            <a:lvl1pPr lvl="0" algn="ctr" rtl="0">
              <a:lnSpc>
                <a:spcPct val="115000"/>
              </a:lnSpc>
              <a:spcBef>
                <a:spcPts val="0"/>
              </a:spcBef>
              <a:spcAft>
                <a:spcPts val="0"/>
              </a:spcAft>
              <a:buClr>
                <a:schemeClr val="dk2"/>
              </a:buClr>
              <a:buSzPts val="2400"/>
              <a:buFont typeface="Poppins Medium"/>
              <a:buNone/>
              <a:defRPr sz="2400">
                <a:solidFill>
                  <a:schemeClr val="dk2"/>
                </a:solidFill>
                <a:latin typeface="Poppins SemiBold"/>
                <a:ea typeface="Poppins SemiBold"/>
                <a:cs typeface="Poppins SemiBold"/>
                <a:sym typeface="Poppins SemiBold"/>
              </a:defRPr>
            </a:lvl1pPr>
            <a:lvl2pPr lvl="1"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2pPr>
            <a:lvl3pPr lvl="2"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3pPr>
            <a:lvl4pPr lvl="3"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4pPr>
            <a:lvl5pPr lvl="4"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5pPr>
            <a:lvl6pPr lvl="5"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6pPr>
            <a:lvl7pPr lvl="6"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7pPr>
            <a:lvl8pPr lvl="7"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8pPr>
            <a:lvl9pPr lvl="8"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9pPr>
          </a:lstStyle>
          <a:p>
            <a:r>
              <a:rPr lang="en-US"/>
              <a:t>Click to edit Master subtitle style</a:t>
            </a:r>
            <a:endParaRPr/>
          </a:p>
        </p:txBody>
      </p:sp>
      <p:sp>
        <p:nvSpPr>
          <p:cNvPr id="10788" name="Google Shape;10788;p23"/>
          <p:cNvSpPr txBox="1">
            <a:spLocks noGrp="1"/>
          </p:cNvSpPr>
          <p:nvPr>
            <p:ph type="subTitle" idx="3"/>
          </p:nvPr>
        </p:nvSpPr>
        <p:spPr>
          <a:xfrm>
            <a:off x="3388950" y="2974260"/>
            <a:ext cx="2366100" cy="955200"/>
          </a:xfrm>
          <a:prstGeom prst="rect">
            <a:avLst/>
          </a:prstGeom>
        </p:spPr>
        <p:txBody>
          <a:bodyPr spcFirstLastPara="1" wrap="square" lIns="91425" tIns="91425" rIns="91425" bIns="91425" anchor="t" anchorCtr="0">
            <a:noAutofit/>
          </a:bodyPr>
          <a:lstStyle>
            <a:lvl1pPr lvl="0" algn="ctr" rtl="0">
              <a:lnSpc>
                <a:spcPct val="115000"/>
              </a:lnSpc>
              <a:spcBef>
                <a:spcPts val="0"/>
              </a:spcBef>
              <a:spcAft>
                <a:spcPts val="0"/>
              </a:spcAft>
              <a:buClr>
                <a:schemeClr val="dk2"/>
              </a:buClr>
              <a:buSzPts val="1400"/>
              <a:buNone/>
              <a:defRPr sz="1400">
                <a:solidFill>
                  <a:schemeClr val="dk2"/>
                </a:solidFill>
              </a:defRPr>
            </a:lvl1pPr>
            <a:lvl2pPr lvl="1" algn="ctr" rtl="0">
              <a:lnSpc>
                <a:spcPct val="115000"/>
              </a:lnSpc>
              <a:spcBef>
                <a:spcPts val="0"/>
              </a:spcBef>
              <a:spcAft>
                <a:spcPts val="0"/>
              </a:spcAft>
              <a:buClr>
                <a:schemeClr val="dk2"/>
              </a:buClr>
              <a:buSzPts val="1400"/>
              <a:buNone/>
              <a:defRPr>
                <a:solidFill>
                  <a:schemeClr val="dk2"/>
                </a:solidFill>
              </a:defRPr>
            </a:lvl2pPr>
            <a:lvl3pPr lvl="2" algn="ctr" rtl="0">
              <a:lnSpc>
                <a:spcPct val="115000"/>
              </a:lnSpc>
              <a:spcBef>
                <a:spcPts val="1600"/>
              </a:spcBef>
              <a:spcAft>
                <a:spcPts val="0"/>
              </a:spcAft>
              <a:buClr>
                <a:schemeClr val="dk2"/>
              </a:buClr>
              <a:buSzPts val="1400"/>
              <a:buNone/>
              <a:defRPr>
                <a:solidFill>
                  <a:schemeClr val="dk2"/>
                </a:solidFill>
              </a:defRPr>
            </a:lvl3pPr>
            <a:lvl4pPr lvl="3" algn="ctr" rtl="0">
              <a:lnSpc>
                <a:spcPct val="115000"/>
              </a:lnSpc>
              <a:spcBef>
                <a:spcPts val="1600"/>
              </a:spcBef>
              <a:spcAft>
                <a:spcPts val="0"/>
              </a:spcAft>
              <a:buClr>
                <a:schemeClr val="dk2"/>
              </a:buClr>
              <a:buSzPts val="1400"/>
              <a:buNone/>
              <a:defRPr>
                <a:solidFill>
                  <a:schemeClr val="dk2"/>
                </a:solidFill>
              </a:defRPr>
            </a:lvl4pPr>
            <a:lvl5pPr lvl="4" algn="ctr" rtl="0">
              <a:lnSpc>
                <a:spcPct val="115000"/>
              </a:lnSpc>
              <a:spcBef>
                <a:spcPts val="1600"/>
              </a:spcBef>
              <a:spcAft>
                <a:spcPts val="0"/>
              </a:spcAft>
              <a:buClr>
                <a:schemeClr val="dk2"/>
              </a:buClr>
              <a:buSzPts val="1400"/>
              <a:buNone/>
              <a:defRPr>
                <a:solidFill>
                  <a:schemeClr val="dk2"/>
                </a:solidFill>
              </a:defRPr>
            </a:lvl5pPr>
            <a:lvl6pPr lvl="5" algn="ctr" rtl="0">
              <a:lnSpc>
                <a:spcPct val="115000"/>
              </a:lnSpc>
              <a:spcBef>
                <a:spcPts val="1600"/>
              </a:spcBef>
              <a:spcAft>
                <a:spcPts val="0"/>
              </a:spcAft>
              <a:buClr>
                <a:schemeClr val="dk2"/>
              </a:buClr>
              <a:buSzPts val="1400"/>
              <a:buNone/>
              <a:defRPr>
                <a:solidFill>
                  <a:schemeClr val="dk2"/>
                </a:solidFill>
              </a:defRPr>
            </a:lvl6pPr>
            <a:lvl7pPr lvl="6" algn="ctr" rtl="0">
              <a:lnSpc>
                <a:spcPct val="115000"/>
              </a:lnSpc>
              <a:spcBef>
                <a:spcPts val="1600"/>
              </a:spcBef>
              <a:spcAft>
                <a:spcPts val="0"/>
              </a:spcAft>
              <a:buClr>
                <a:schemeClr val="dk2"/>
              </a:buClr>
              <a:buSzPts val="1400"/>
              <a:buNone/>
              <a:defRPr>
                <a:solidFill>
                  <a:schemeClr val="dk2"/>
                </a:solidFill>
              </a:defRPr>
            </a:lvl7pPr>
            <a:lvl8pPr lvl="7" algn="ctr" rtl="0">
              <a:lnSpc>
                <a:spcPct val="115000"/>
              </a:lnSpc>
              <a:spcBef>
                <a:spcPts val="1600"/>
              </a:spcBef>
              <a:spcAft>
                <a:spcPts val="0"/>
              </a:spcAft>
              <a:buClr>
                <a:schemeClr val="dk2"/>
              </a:buClr>
              <a:buSzPts val="1400"/>
              <a:buNone/>
              <a:defRPr>
                <a:solidFill>
                  <a:schemeClr val="dk2"/>
                </a:solidFill>
              </a:defRPr>
            </a:lvl8pPr>
            <a:lvl9pPr lvl="8" algn="ctr" rtl="0">
              <a:lnSpc>
                <a:spcPct val="115000"/>
              </a:lnSpc>
              <a:spcBef>
                <a:spcPts val="1600"/>
              </a:spcBef>
              <a:spcAft>
                <a:spcPts val="1600"/>
              </a:spcAft>
              <a:buClr>
                <a:schemeClr val="dk2"/>
              </a:buClr>
              <a:buSzPts val="1400"/>
              <a:buNone/>
              <a:defRPr>
                <a:solidFill>
                  <a:schemeClr val="dk2"/>
                </a:solidFill>
              </a:defRPr>
            </a:lvl9pPr>
          </a:lstStyle>
          <a:p>
            <a:r>
              <a:rPr lang="en-US"/>
              <a:t>Click to edit Master subtitle style</a:t>
            </a:r>
            <a:endParaRPr/>
          </a:p>
        </p:txBody>
      </p:sp>
      <p:sp>
        <p:nvSpPr>
          <p:cNvPr id="10789" name="Google Shape;10789;p23"/>
          <p:cNvSpPr txBox="1">
            <a:spLocks noGrp="1"/>
          </p:cNvSpPr>
          <p:nvPr>
            <p:ph type="subTitle" idx="4"/>
          </p:nvPr>
        </p:nvSpPr>
        <p:spPr>
          <a:xfrm>
            <a:off x="3388949" y="2610250"/>
            <a:ext cx="2366100" cy="484200"/>
          </a:xfrm>
          <a:prstGeom prst="rect">
            <a:avLst/>
          </a:prstGeom>
        </p:spPr>
        <p:txBody>
          <a:bodyPr spcFirstLastPara="1" wrap="square" lIns="91425" tIns="91425" rIns="91425" bIns="91425" anchor="b" anchorCtr="0">
            <a:noAutofit/>
          </a:bodyPr>
          <a:lstStyle>
            <a:lvl1pPr lvl="0" algn="ctr" rtl="0">
              <a:lnSpc>
                <a:spcPct val="115000"/>
              </a:lnSpc>
              <a:spcBef>
                <a:spcPts val="0"/>
              </a:spcBef>
              <a:spcAft>
                <a:spcPts val="0"/>
              </a:spcAft>
              <a:buClr>
                <a:schemeClr val="dk2"/>
              </a:buClr>
              <a:buSzPts val="2400"/>
              <a:buFont typeface="Poppins Medium"/>
              <a:buNone/>
              <a:defRPr sz="2400">
                <a:solidFill>
                  <a:schemeClr val="dk2"/>
                </a:solidFill>
                <a:latin typeface="Poppins SemiBold"/>
                <a:ea typeface="Poppins SemiBold"/>
                <a:cs typeface="Poppins SemiBold"/>
                <a:sym typeface="Poppins SemiBold"/>
              </a:defRPr>
            </a:lvl1pPr>
            <a:lvl2pPr lvl="1"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2pPr>
            <a:lvl3pPr lvl="2"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3pPr>
            <a:lvl4pPr lvl="3"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4pPr>
            <a:lvl5pPr lvl="4"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5pPr>
            <a:lvl6pPr lvl="5"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6pPr>
            <a:lvl7pPr lvl="6"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7pPr>
            <a:lvl8pPr lvl="7"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8pPr>
            <a:lvl9pPr lvl="8"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9pPr>
          </a:lstStyle>
          <a:p>
            <a:r>
              <a:rPr lang="en-US"/>
              <a:t>Click to edit Master subtitle style</a:t>
            </a:r>
            <a:endParaRPr/>
          </a:p>
        </p:txBody>
      </p:sp>
      <p:sp>
        <p:nvSpPr>
          <p:cNvPr id="10790" name="Google Shape;10790;p23"/>
          <p:cNvSpPr txBox="1">
            <a:spLocks noGrp="1"/>
          </p:cNvSpPr>
          <p:nvPr>
            <p:ph type="subTitle" idx="5"/>
          </p:nvPr>
        </p:nvSpPr>
        <p:spPr>
          <a:xfrm>
            <a:off x="6064674" y="2974260"/>
            <a:ext cx="2366100" cy="955200"/>
          </a:xfrm>
          <a:prstGeom prst="rect">
            <a:avLst/>
          </a:prstGeom>
        </p:spPr>
        <p:txBody>
          <a:bodyPr spcFirstLastPara="1" wrap="square" lIns="91425" tIns="91425" rIns="91425" bIns="91425" anchor="t" anchorCtr="0">
            <a:noAutofit/>
          </a:bodyPr>
          <a:lstStyle>
            <a:lvl1pPr lvl="0" algn="ctr" rtl="0">
              <a:lnSpc>
                <a:spcPct val="115000"/>
              </a:lnSpc>
              <a:spcBef>
                <a:spcPts val="0"/>
              </a:spcBef>
              <a:spcAft>
                <a:spcPts val="0"/>
              </a:spcAft>
              <a:buClr>
                <a:schemeClr val="dk2"/>
              </a:buClr>
              <a:buSzPts val="1400"/>
              <a:buNone/>
              <a:defRPr sz="1400">
                <a:solidFill>
                  <a:schemeClr val="dk2"/>
                </a:solidFill>
              </a:defRPr>
            </a:lvl1pPr>
            <a:lvl2pPr lvl="1" algn="ctr" rtl="0">
              <a:lnSpc>
                <a:spcPct val="115000"/>
              </a:lnSpc>
              <a:spcBef>
                <a:spcPts val="0"/>
              </a:spcBef>
              <a:spcAft>
                <a:spcPts val="0"/>
              </a:spcAft>
              <a:buClr>
                <a:schemeClr val="dk2"/>
              </a:buClr>
              <a:buSzPts val="1400"/>
              <a:buNone/>
              <a:defRPr>
                <a:solidFill>
                  <a:schemeClr val="dk2"/>
                </a:solidFill>
              </a:defRPr>
            </a:lvl2pPr>
            <a:lvl3pPr lvl="2" algn="ctr" rtl="0">
              <a:lnSpc>
                <a:spcPct val="115000"/>
              </a:lnSpc>
              <a:spcBef>
                <a:spcPts val="1600"/>
              </a:spcBef>
              <a:spcAft>
                <a:spcPts val="0"/>
              </a:spcAft>
              <a:buClr>
                <a:schemeClr val="dk2"/>
              </a:buClr>
              <a:buSzPts val="1400"/>
              <a:buNone/>
              <a:defRPr>
                <a:solidFill>
                  <a:schemeClr val="dk2"/>
                </a:solidFill>
              </a:defRPr>
            </a:lvl3pPr>
            <a:lvl4pPr lvl="3" algn="ctr" rtl="0">
              <a:lnSpc>
                <a:spcPct val="115000"/>
              </a:lnSpc>
              <a:spcBef>
                <a:spcPts val="1600"/>
              </a:spcBef>
              <a:spcAft>
                <a:spcPts val="0"/>
              </a:spcAft>
              <a:buClr>
                <a:schemeClr val="dk2"/>
              </a:buClr>
              <a:buSzPts val="1400"/>
              <a:buNone/>
              <a:defRPr>
                <a:solidFill>
                  <a:schemeClr val="dk2"/>
                </a:solidFill>
              </a:defRPr>
            </a:lvl4pPr>
            <a:lvl5pPr lvl="4" algn="ctr" rtl="0">
              <a:lnSpc>
                <a:spcPct val="115000"/>
              </a:lnSpc>
              <a:spcBef>
                <a:spcPts val="1600"/>
              </a:spcBef>
              <a:spcAft>
                <a:spcPts val="0"/>
              </a:spcAft>
              <a:buClr>
                <a:schemeClr val="dk2"/>
              </a:buClr>
              <a:buSzPts val="1400"/>
              <a:buNone/>
              <a:defRPr>
                <a:solidFill>
                  <a:schemeClr val="dk2"/>
                </a:solidFill>
              </a:defRPr>
            </a:lvl5pPr>
            <a:lvl6pPr lvl="5" algn="ctr" rtl="0">
              <a:lnSpc>
                <a:spcPct val="115000"/>
              </a:lnSpc>
              <a:spcBef>
                <a:spcPts val="1600"/>
              </a:spcBef>
              <a:spcAft>
                <a:spcPts val="0"/>
              </a:spcAft>
              <a:buClr>
                <a:schemeClr val="dk2"/>
              </a:buClr>
              <a:buSzPts val="1400"/>
              <a:buNone/>
              <a:defRPr>
                <a:solidFill>
                  <a:schemeClr val="dk2"/>
                </a:solidFill>
              </a:defRPr>
            </a:lvl6pPr>
            <a:lvl7pPr lvl="6" algn="ctr" rtl="0">
              <a:lnSpc>
                <a:spcPct val="115000"/>
              </a:lnSpc>
              <a:spcBef>
                <a:spcPts val="1600"/>
              </a:spcBef>
              <a:spcAft>
                <a:spcPts val="0"/>
              </a:spcAft>
              <a:buClr>
                <a:schemeClr val="dk2"/>
              </a:buClr>
              <a:buSzPts val="1400"/>
              <a:buNone/>
              <a:defRPr>
                <a:solidFill>
                  <a:schemeClr val="dk2"/>
                </a:solidFill>
              </a:defRPr>
            </a:lvl7pPr>
            <a:lvl8pPr lvl="7" algn="ctr" rtl="0">
              <a:lnSpc>
                <a:spcPct val="115000"/>
              </a:lnSpc>
              <a:spcBef>
                <a:spcPts val="1600"/>
              </a:spcBef>
              <a:spcAft>
                <a:spcPts val="0"/>
              </a:spcAft>
              <a:buClr>
                <a:schemeClr val="dk2"/>
              </a:buClr>
              <a:buSzPts val="1400"/>
              <a:buNone/>
              <a:defRPr>
                <a:solidFill>
                  <a:schemeClr val="dk2"/>
                </a:solidFill>
              </a:defRPr>
            </a:lvl8pPr>
            <a:lvl9pPr lvl="8" algn="ctr" rtl="0">
              <a:lnSpc>
                <a:spcPct val="115000"/>
              </a:lnSpc>
              <a:spcBef>
                <a:spcPts val="1600"/>
              </a:spcBef>
              <a:spcAft>
                <a:spcPts val="1600"/>
              </a:spcAft>
              <a:buClr>
                <a:schemeClr val="dk2"/>
              </a:buClr>
              <a:buSzPts val="1400"/>
              <a:buNone/>
              <a:defRPr>
                <a:solidFill>
                  <a:schemeClr val="dk2"/>
                </a:solidFill>
              </a:defRPr>
            </a:lvl9pPr>
          </a:lstStyle>
          <a:p>
            <a:r>
              <a:rPr lang="en-US"/>
              <a:t>Click to edit Master subtitle style</a:t>
            </a:r>
            <a:endParaRPr/>
          </a:p>
        </p:txBody>
      </p:sp>
      <p:sp>
        <p:nvSpPr>
          <p:cNvPr id="10791" name="Google Shape;10791;p23"/>
          <p:cNvSpPr txBox="1">
            <a:spLocks noGrp="1"/>
          </p:cNvSpPr>
          <p:nvPr>
            <p:ph type="subTitle" idx="6"/>
          </p:nvPr>
        </p:nvSpPr>
        <p:spPr>
          <a:xfrm>
            <a:off x="6064674" y="2610250"/>
            <a:ext cx="2366100" cy="484200"/>
          </a:xfrm>
          <a:prstGeom prst="rect">
            <a:avLst/>
          </a:prstGeom>
        </p:spPr>
        <p:txBody>
          <a:bodyPr spcFirstLastPara="1" wrap="square" lIns="91425" tIns="91425" rIns="91425" bIns="91425" anchor="b" anchorCtr="0">
            <a:noAutofit/>
          </a:bodyPr>
          <a:lstStyle>
            <a:lvl1pPr lvl="0" algn="ctr" rtl="0">
              <a:lnSpc>
                <a:spcPct val="115000"/>
              </a:lnSpc>
              <a:spcBef>
                <a:spcPts val="0"/>
              </a:spcBef>
              <a:spcAft>
                <a:spcPts val="0"/>
              </a:spcAft>
              <a:buClr>
                <a:schemeClr val="dk2"/>
              </a:buClr>
              <a:buSzPts val="2400"/>
              <a:buFont typeface="Poppins Medium"/>
              <a:buNone/>
              <a:defRPr sz="2400">
                <a:solidFill>
                  <a:schemeClr val="dk2"/>
                </a:solidFill>
                <a:latin typeface="Poppins SemiBold"/>
                <a:ea typeface="Poppins SemiBold"/>
                <a:cs typeface="Poppins SemiBold"/>
                <a:sym typeface="Poppins SemiBold"/>
              </a:defRPr>
            </a:lvl1pPr>
            <a:lvl2pPr lvl="1"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2pPr>
            <a:lvl3pPr lvl="2"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3pPr>
            <a:lvl4pPr lvl="3"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4pPr>
            <a:lvl5pPr lvl="4"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5pPr>
            <a:lvl6pPr lvl="5"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6pPr>
            <a:lvl7pPr lvl="6"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7pPr>
            <a:lvl8pPr lvl="7"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8pPr>
            <a:lvl9pPr lvl="8"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9pPr>
          </a:lstStyle>
          <a:p>
            <a:r>
              <a:rPr lang="en-US"/>
              <a:t>Click to edit Master subtitle style</a:t>
            </a:r>
            <a:endParaRPr/>
          </a:p>
        </p:txBody>
      </p:sp>
      <p:sp>
        <p:nvSpPr>
          <p:cNvPr id="10792" name="Google Shape;10792;p23"/>
          <p:cNvSpPr/>
          <p:nvPr/>
        </p:nvSpPr>
        <p:spPr>
          <a:xfrm>
            <a:off x="1035750" y="4777950"/>
            <a:ext cx="2895900" cy="11802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3" name="Google Shape;10793;p23"/>
          <p:cNvSpPr/>
          <p:nvPr/>
        </p:nvSpPr>
        <p:spPr>
          <a:xfrm>
            <a:off x="2349535" y="4482086"/>
            <a:ext cx="491917" cy="517164"/>
          </a:xfrm>
          <a:custGeom>
            <a:avLst/>
            <a:gdLst/>
            <a:ahLst/>
            <a:cxnLst/>
            <a:rect l="l" t="t" r="r" b="b"/>
            <a:pathLst>
              <a:path w="16581" h="17432" extrusionOk="0">
                <a:moveTo>
                  <a:pt x="8431" y="4679"/>
                </a:moveTo>
                <a:cubicBezTo>
                  <a:pt x="9068" y="4707"/>
                  <a:pt x="9697" y="4879"/>
                  <a:pt x="10256" y="5191"/>
                </a:cubicBezTo>
                <a:cubicBezTo>
                  <a:pt x="10264" y="5191"/>
                  <a:pt x="10264" y="5198"/>
                  <a:pt x="10271" y="5198"/>
                </a:cubicBezTo>
                <a:cubicBezTo>
                  <a:pt x="10298" y="5211"/>
                  <a:pt x="10319" y="5226"/>
                  <a:pt x="10339" y="5239"/>
                </a:cubicBezTo>
                <a:cubicBezTo>
                  <a:pt x="10367" y="5253"/>
                  <a:pt x="10389" y="5267"/>
                  <a:pt x="10415" y="5281"/>
                </a:cubicBezTo>
                <a:cubicBezTo>
                  <a:pt x="10415" y="5287"/>
                  <a:pt x="10422" y="5287"/>
                  <a:pt x="10430" y="5294"/>
                </a:cubicBezTo>
                <a:cubicBezTo>
                  <a:pt x="10969" y="5632"/>
                  <a:pt x="11426" y="6097"/>
                  <a:pt x="11757" y="6643"/>
                </a:cubicBezTo>
                <a:cubicBezTo>
                  <a:pt x="11757" y="6649"/>
                  <a:pt x="11764" y="6656"/>
                  <a:pt x="11764" y="6663"/>
                </a:cubicBezTo>
                <a:cubicBezTo>
                  <a:pt x="11777" y="6684"/>
                  <a:pt x="11790" y="6704"/>
                  <a:pt x="11805" y="6732"/>
                </a:cubicBezTo>
                <a:cubicBezTo>
                  <a:pt x="11819" y="6752"/>
                  <a:pt x="11832" y="6780"/>
                  <a:pt x="11847" y="6802"/>
                </a:cubicBezTo>
                <a:cubicBezTo>
                  <a:pt x="11847" y="6808"/>
                  <a:pt x="11854" y="6815"/>
                  <a:pt x="11854" y="6822"/>
                </a:cubicBezTo>
                <a:cubicBezTo>
                  <a:pt x="12150" y="7382"/>
                  <a:pt x="12316" y="8018"/>
                  <a:pt x="12330" y="8653"/>
                </a:cubicBezTo>
                <a:lnTo>
                  <a:pt x="12330" y="8675"/>
                </a:lnTo>
                <a:cubicBezTo>
                  <a:pt x="12330" y="8701"/>
                  <a:pt x="12330" y="8723"/>
                  <a:pt x="12323" y="8751"/>
                </a:cubicBezTo>
                <a:lnTo>
                  <a:pt x="12323" y="8834"/>
                </a:lnTo>
                <a:lnTo>
                  <a:pt x="12323" y="8854"/>
                </a:lnTo>
                <a:cubicBezTo>
                  <a:pt x="12303" y="9497"/>
                  <a:pt x="12131" y="10119"/>
                  <a:pt x="11819" y="10678"/>
                </a:cubicBezTo>
                <a:cubicBezTo>
                  <a:pt x="11812" y="10685"/>
                  <a:pt x="11812" y="10692"/>
                  <a:pt x="11805" y="10700"/>
                </a:cubicBezTo>
                <a:cubicBezTo>
                  <a:pt x="11799" y="10720"/>
                  <a:pt x="11784" y="10741"/>
                  <a:pt x="11771" y="10761"/>
                </a:cubicBezTo>
                <a:cubicBezTo>
                  <a:pt x="11757" y="10790"/>
                  <a:pt x="11742" y="10809"/>
                  <a:pt x="11722" y="10838"/>
                </a:cubicBezTo>
                <a:cubicBezTo>
                  <a:pt x="11722" y="10844"/>
                  <a:pt x="11716" y="10851"/>
                  <a:pt x="11716" y="10851"/>
                </a:cubicBezTo>
                <a:cubicBezTo>
                  <a:pt x="11376" y="11397"/>
                  <a:pt x="10913" y="11853"/>
                  <a:pt x="10361" y="12178"/>
                </a:cubicBezTo>
                <a:cubicBezTo>
                  <a:pt x="10361" y="12185"/>
                  <a:pt x="10354" y="12185"/>
                  <a:pt x="10347" y="12193"/>
                </a:cubicBezTo>
                <a:cubicBezTo>
                  <a:pt x="10319" y="12206"/>
                  <a:pt x="10298" y="12219"/>
                  <a:pt x="10271" y="12234"/>
                </a:cubicBezTo>
                <a:cubicBezTo>
                  <a:pt x="10249" y="12248"/>
                  <a:pt x="10230" y="12261"/>
                  <a:pt x="10201" y="12267"/>
                </a:cubicBezTo>
                <a:cubicBezTo>
                  <a:pt x="10201" y="12276"/>
                  <a:pt x="10195" y="12276"/>
                  <a:pt x="10188" y="12282"/>
                </a:cubicBezTo>
                <a:cubicBezTo>
                  <a:pt x="9621" y="12579"/>
                  <a:pt x="8992" y="12739"/>
                  <a:pt x="8357" y="12752"/>
                </a:cubicBezTo>
                <a:lnTo>
                  <a:pt x="8150" y="12752"/>
                </a:lnTo>
                <a:cubicBezTo>
                  <a:pt x="7513" y="12724"/>
                  <a:pt x="6884" y="12551"/>
                  <a:pt x="6325" y="12241"/>
                </a:cubicBezTo>
                <a:cubicBezTo>
                  <a:pt x="6325" y="12241"/>
                  <a:pt x="6317" y="12234"/>
                  <a:pt x="6310" y="12234"/>
                </a:cubicBezTo>
                <a:cubicBezTo>
                  <a:pt x="6283" y="12219"/>
                  <a:pt x="6262" y="12206"/>
                  <a:pt x="6234" y="12193"/>
                </a:cubicBezTo>
                <a:cubicBezTo>
                  <a:pt x="6214" y="12178"/>
                  <a:pt x="6192" y="12165"/>
                  <a:pt x="6172" y="12151"/>
                </a:cubicBezTo>
                <a:cubicBezTo>
                  <a:pt x="6166" y="12143"/>
                  <a:pt x="6159" y="12143"/>
                  <a:pt x="6151" y="12136"/>
                </a:cubicBezTo>
                <a:cubicBezTo>
                  <a:pt x="5612" y="11798"/>
                  <a:pt x="5155" y="11335"/>
                  <a:pt x="4824" y="10790"/>
                </a:cubicBezTo>
                <a:cubicBezTo>
                  <a:pt x="4824" y="10783"/>
                  <a:pt x="4817" y="10775"/>
                  <a:pt x="4817" y="10768"/>
                </a:cubicBezTo>
                <a:cubicBezTo>
                  <a:pt x="4804" y="10748"/>
                  <a:pt x="4791" y="10720"/>
                  <a:pt x="4776" y="10700"/>
                </a:cubicBezTo>
                <a:cubicBezTo>
                  <a:pt x="4762" y="10672"/>
                  <a:pt x="4749" y="10650"/>
                  <a:pt x="4734" y="10630"/>
                </a:cubicBezTo>
                <a:cubicBezTo>
                  <a:pt x="4734" y="10624"/>
                  <a:pt x="4727" y="10617"/>
                  <a:pt x="4727" y="10609"/>
                </a:cubicBezTo>
                <a:cubicBezTo>
                  <a:pt x="4431" y="10050"/>
                  <a:pt x="4265" y="9421"/>
                  <a:pt x="4258" y="8777"/>
                </a:cubicBezTo>
                <a:lnTo>
                  <a:pt x="4258" y="8758"/>
                </a:lnTo>
                <a:lnTo>
                  <a:pt x="4258" y="8675"/>
                </a:lnTo>
                <a:lnTo>
                  <a:pt x="4258" y="8598"/>
                </a:lnTo>
                <a:lnTo>
                  <a:pt x="4258" y="8577"/>
                </a:lnTo>
                <a:cubicBezTo>
                  <a:pt x="4278" y="7935"/>
                  <a:pt x="4450" y="7313"/>
                  <a:pt x="4762" y="6752"/>
                </a:cubicBezTo>
                <a:cubicBezTo>
                  <a:pt x="4769" y="6745"/>
                  <a:pt x="4769" y="6739"/>
                  <a:pt x="4776" y="6732"/>
                </a:cubicBezTo>
                <a:cubicBezTo>
                  <a:pt x="4791" y="6711"/>
                  <a:pt x="4804" y="6684"/>
                  <a:pt x="4817" y="6663"/>
                </a:cubicBezTo>
                <a:cubicBezTo>
                  <a:pt x="4832" y="6636"/>
                  <a:pt x="4845" y="6614"/>
                  <a:pt x="4859" y="6594"/>
                </a:cubicBezTo>
                <a:cubicBezTo>
                  <a:pt x="4859" y="6586"/>
                  <a:pt x="4865" y="6586"/>
                  <a:pt x="4865" y="6580"/>
                </a:cubicBezTo>
                <a:cubicBezTo>
                  <a:pt x="5205" y="6034"/>
                  <a:pt x="5675" y="5578"/>
                  <a:pt x="6220" y="5253"/>
                </a:cubicBezTo>
                <a:cubicBezTo>
                  <a:pt x="6227" y="5246"/>
                  <a:pt x="6227" y="5246"/>
                  <a:pt x="6234" y="5239"/>
                </a:cubicBezTo>
                <a:cubicBezTo>
                  <a:pt x="6255" y="5226"/>
                  <a:pt x="6283" y="5218"/>
                  <a:pt x="6303" y="5204"/>
                </a:cubicBezTo>
                <a:cubicBezTo>
                  <a:pt x="6332" y="5191"/>
                  <a:pt x="6351" y="5176"/>
                  <a:pt x="6380" y="5163"/>
                </a:cubicBezTo>
                <a:cubicBezTo>
                  <a:pt x="6386" y="5156"/>
                  <a:pt x="6386" y="5156"/>
                  <a:pt x="6393" y="5150"/>
                </a:cubicBezTo>
                <a:cubicBezTo>
                  <a:pt x="6960" y="4853"/>
                  <a:pt x="7589" y="4694"/>
                  <a:pt x="8232" y="4679"/>
                </a:cubicBezTo>
                <a:close/>
                <a:moveTo>
                  <a:pt x="6932" y="1"/>
                </a:moveTo>
                <a:lnTo>
                  <a:pt x="6317" y="2544"/>
                </a:lnTo>
                <a:cubicBezTo>
                  <a:pt x="6096" y="2613"/>
                  <a:pt x="5889" y="2688"/>
                  <a:pt x="5681" y="2779"/>
                </a:cubicBezTo>
                <a:cubicBezTo>
                  <a:pt x="5537" y="2841"/>
                  <a:pt x="5398" y="2910"/>
                  <a:pt x="5253" y="2987"/>
                </a:cubicBezTo>
                <a:cubicBezTo>
                  <a:pt x="5247" y="2993"/>
                  <a:pt x="5238" y="3000"/>
                  <a:pt x="5225" y="3000"/>
                </a:cubicBezTo>
                <a:cubicBezTo>
                  <a:pt x="5218" y="3007"/>
                  <a:pt x="5218" y="3007"/>
                  <a:pt x="5212" y="3013"/>
                </a:cubicBezTo>
                <a:cubicBezTo>
                  <a:pt x="5170" y="3035"/>
                  <a:pt x="5136" y="3048"/>
                  <a:pt x="5101" y="3070"/>
                </a:cubicBezTo>
                <a:cubicBezTo>
                  <a:pt x="5101" y="3076"/>
                  <a:pt x="5094" y="3076"/>
                  <a:pt x="5087" y="3076"/>
                </a:cubicBezTo>
                <a:cubicBezTo>
                  <a:pt x="5059" y="3096"/>
                  <a:pt x="5031" y="3111"/>
                  <a:pt x="4998" y="3131"/>
                </a:cubicBezTo>
                <a:cubicBezTo>
                  <a:pt x="4990" y="3131"/>
                  <a:pt x="4990" y="3138"/>
                  <a:pt x="4983" y="3144"/>
                </a:cubicBezTo>
                <a:cubicBezTo>
                  <a:pt x="4928" y="3172"/>
                  <a:pt x="4873" y="3207"/>
                  <a:pt x="4817" y="3242"/>
                </a:cubicBezTo>
                <a:cubicBezTo>
                  <a:pt x="4776" y="3269"/>
                  <a:pt x="4734" y="3297"/>
                  <a:pt x="4686" y="3325"/>
                </a:cubicBezTo>
                <a:cubicBezTo>
                  <a:pt x="4459" y="3476"/>
                  <a:pt x="4236" y="3650"/>
                  <a:pt x="4023" y="3836"/>
                </a:cubicBezTo>
                <a:lnTo>
                  <a:pt x="1528" y="3048"/>
                </a:lnTo>
                <a:lnTo>
                  <a:pt x="63" y="5536"/>
                </a:lnTo>
                <a:lnTo>
                  <a:pt x="1956" y="7341"/>
                </a:lnTo>
                <a:cubicBezTo>
                  <a:pt x="1921" y="7507"/>
                  <a:pt x="1888" y="7673"/>
                  <a:pt x="1866" y="7830"/>
                </a:cubicBezTo>
                <a:cubicBezTo>
                  <a:pt x="1859" y="7893"/>
                  <a:pt x="1853" y="7948"/>
                  <a:pt x="1846" y="8011"/>
                </a:cubicBezTo>
                <a:cubicBezTo>
                  <a:pt x="1831" y="8107"/>
                  <a:pt x="1825" y="8212"/>
                  <a:pt x="1818" y="8315"/>
                </a:cubicBezTo>
                <a:lnTo>
                  <a:pt x="1818" y="8328"/>
                </a:lnTo>
                <a:cubicBezTo>
                  <a:pt x="1818" y="8391"/>
                  <a:pt x="1811" y="8452"/>
                  <a:pt x="1811" y="8509"/>
                </a:cubicBezTo>
                <a:lnTo>
                  <a:pt x="1811" y="8535"/>
                </a:lnTo>
                <a:lnTo>
                  <a:pt x="1811" y="8633"/>
                </a:lnTo>
                <a:lnTo>
                  <a:pt x="1811" y="8653"/>
                </a:lnTo>
                <a:lnTo>
                  <a:pt x="1811" y="8771"/>
                </a:lnTo>
                <a:lnTo>
                  <a:pt x="1811" y="8799"/>
                </a:lnTo>
                <a:cubicBezTo>
                  <a:pt x="1811" y="9185"/>
                  <a:pt x="1853" y="9580"/>
                  <a:pt x="1929" y="9967"/>
                </a:cubicBezTo>
                <a:lnTo>
                  <a:pt x="0" y="11743"/>
                </a:lnTo>
                <a:lnTo>
                  <a:pt x="1423" y="14251"/>
                </a:lnTo>
                <a:lnTo>
                  <a:pt x="3933" y="13512"/>
                </a:lnTo>
                <a:cubicBezTo>
                  <a:pt x="4140" y="13706"/>
                  <a:pt x="4354" y="13878"/>
                  <a:pt x="4583" y="14037"/>
                </a:cubicBezTo>
                <a:cubicBezTo>
                  <a:pt x="4673" y="14092"/>
                  <a:pt x="4756" y="14155"/>
                  <a:pt x="4845" y="14210"/>
                </a:cubicBezTo>
                <a:cubicBezTo>
                  <a:pt x="4852" y="14217"/>
                  <a:pt x="4865" y="14217"/>
                  <a:pt x="4873" y="14225"/>
                </a:cubicBezTo>
                <a:cubicBezTo>
                  <a:pt x="4880" y="14231"/>
                  <a:pt x="4887" y="14231"/>
                  <a:pt x="4893" y="14238"/>
                </a:cubicBezTo>
                <a:cubicBezTo>
                  <a:pt x="4928" y="14258"/>
                  <a:pt x="4963" y="14280"/>
                  <a:pt x="4998" y="14299"/>
                </a:cubicBezTo>
                <a:cubicBezTo>
                  <a:pt x="5031" y="14321"/>
                  <a:pt x="5066" y="14341"/>
                  <a:pt x="5101" y="14362"/>
                </a:cubicBezTo>
                <a:cubicBezTo>
                  <a:pt x="5107" y="14362"/>
                  <a:pt x="5114" y="14369"/>
                  <a:pt x="5122" y="14369"/>
                </a:cubicBezTo>
                <a:cubicBezTo>
                  <a:pt x="5129" y="14376"/>
                  <a:pt x="5136" y="14382"/>
                  <a:pt x="5149" y="14382"/>
                </a:cubicBezTo>
                <a:cubicBezTo>
                  <a:pt x="5280" y="14459"/>
                  <a:pt x="5426" y="14535"/>
                  <a:pt x="5563" y="14598"/>
                </a:cubicBezTo>
                <a:cubicBezTo>
                  <a:pt x="5771" y="14694"/>
                  <a:pt x="5978" y="14777"/>
                  <a:pt x="6192" y="14853"/>
                </a:cubicBezTo>
                <a:lnTo>
                  <a:pt x="6766" y="17403"/>
                </a:lnTo>
                <a:lnTo>
                  <a:pt x="9649" y="17431"/>
                </a:lnTo>
                <a:lnTo>
                  <a:pt x="10271" y="14888"/>
                </a:lnTo>
                <a:cubicBezTo>
                  <a:pt x="10485" y="14819"/>
                  <a:pt x="10692" y="14742"/>
                  <a:pt x="10900" y="14653"/>
                </a:cubicBezTo>
                <a:cubicBezTo>
                  <a:pt x="11044" y="14590"/>
                  <a:pt x="11190" y="14522"/>
                  <a:pt x="11328" y="14445"/>
                </a:cubicBezTo>
                <a:cubicBezTo>
                  <a:pt x="11334" y="14439"/>
                  <a:pt x="11343" y="14439"/>
                  <a:pt x="11356" y="14432"/>
                </a:cubicBezTo>
                <a:cubicBezTo>
                  <a:pt x="11363" y="14424"/>
                  <a:pt x="11369" y="14424"/>
                  <a:pt x="11369" y="14417"/>
                </a:cubicBezTo>
                <a:cubicBezTo>
                  <a:pt x="11411" y="14404"/>
                  <a:pt x="11445" y="14382"/>
                  <a:pt x="11480" y="14362"/>
                </a:cubicBezTo>
                <a:cubicBezTo>
                  <a:pt x="11480" y="14356"/>
                  <a:pt x="11487" y="14356"/>
                  <a:pt x="11494" y="14356"/>
                </a:cubicBezTo>
                <a:cubicBezTo>
                  <a:pt x="11522" y="14334"/>
                  <a:pt x="11550" y="14321"/>
                  <a:pt x="11583" y="14299"/>
                </a:cubicBezTo>
                <a:cubicBezTo>
                  <a:pt x="11591" y="14299"/>
                  <a:pt x="11598" y="14293"/>
                  <a:pt x="11605" y="14293"/>
                </a:cubicBezTo>
                <a:cubicBezTo>
                  <a:pt x="11936" y="14092"/>
                  <a:pt x="12262" y="13858"/>
                  <a:pt x="12558" y="13603"/>
                </a:cubicBezTo>
                <a:lnTo>
                  <a:pt x="15053" y="14382"/>
                </a:lnTo>
                <a:lnTo>
                  <a:pt x="16518" y="11903"/>
                </a:lnTo>
                <a:lnTo>
                  <a:pt x="14625" y="10091"/>
                </a:lnTo>
                <a:cubicBezTo>
                  <a:pt x="14652" y="9973"/>
                  <a:pt x="14673" y="9856"/>
                  <a:pt x="14693" y="9738"/>
                </a:cubicBezTo>
                <a:cubicBezTo>
                  <a:pt x="14708" y="9628"/>
                  <a:pt x="14722" y="9524"/>
                  <a:pt x="14735" y="9421"/>
                </a:cubicBezTo>
                <a:cubicBezTo>
                  <a:pt x="14743" y="9373"/>
                  <a:pt x="14750" y="9317"/>
                  <a:pt x="14750" y="9268"/>
                </a:cubicBezTo>
                <a:cubicBezTo>
                  <a:pt x="14763" y="9166"/>
                  <a:pt x="14763" y="9054"/>
                  <a:pt x="14770" y="8950"/>
                </a:cubicBezTo>
                <a:lnTo>
                  <a:pt x="14770" y="8923"/>
                </a:lnTo>
                <a:lnTo>
                  <a:pt x="14770" y="8895"/>
                </a:lnTo>
                <a:cubicBezTo>
                  <a:pt x="14770" y="8860"/>
                  <a:pt x="14776" y="8819"/>
                  <a:pt x="14776" y="8777"/>
                </a:cubicBezTo>
                <a:lnTo>
                  <a:pt x="14776" y="8660"/>
                </a:lnTo>
                <a:lnTo>
                  <a:pt x="14776" y="8633"/>
                </a:lnTo>
                <a:cubicBezTo>
                  <a:pt x="14770" y="8245"/>
                  <a:pt x="14728" y="7852"/>
                  <a:pt x="14652" y="7465"/>
                </a:cubicBezTo>
                <a:lnTo>
                  <a:pt x="16581" y="5695"/>
                </a:lnTo>
                <a:lnTo>
                  <a:pt x="15164" y="3179"/>
                </a:lnTo>
                <a:lnTo>
                  <a:pt x="12648" y="3919"/>
                </a:lnTo>
                <a:cubicBezTo>
                  <a:pt x="12558" y="3836"/>
                  <a:pt x="12469" y="3753"/>
                  <a:pt x="12379" y="3677"/>
                </a:cubicBezTo>
                <a:cubicBezTo>
                  <a:pt x="12296" y="3615"/>
                  <a:pt x="12213" y="3552"/>
                  <a:pt x="12122" y="3491"/>
                </a:cubicBezTo>
                <a:cubicBezTo>
                  <a:pt x="12081" y="3456"/>
                  <a:pt x="12039" y="3428"/>
                  <a:pt x="11998" y="3393"/>
                </a:cubicBezTo>
                <a:cubicBezTo>
                  <a:pt x="11908" y="3338"/>
                  <a:pt x="11825" y="3277"/>
                  <a:pt x="11736" y="3221"/>
                </a:cubicBezTo>
                <a:cubicBezTo>
                  <a:pt x="11729" y="3214"/>
                  <a:pt x="11716" y="3214"/>
                  <a:pt x="11708" y="3207"/>
                </a:cubicBezTo>
                <a:cubicBezTo>
                  <a:pt x="11701" y="3201"/>
                  <a:pt x="11694" y="3201"/>
                  <a:pt x="11688" y="3194"/>
                </a:cubicBezTo>
                <a:cubicBezTo>
                  <a:pt x="11653" y="3172"/>
                  <a:pt x="11618" y="3153"/>
                  <a:pt x="11583" y="3131"/>
                </a:cubicBezTo>
                <a:cubicBezTo>
                  <a:pt x="11550" y="3111"/>
                  <a:pt x="11515" y="3090"/>
                  <a:pt x="11480" y="3076"/>
                </a:cubicBezTo>
                <a:cubicBezTo>
                  <a:pt x="11474" y="3070"/>
                  <a:pt x="11467" y="3070"/>
                  <a:pt x="11467" y="3061"/>
                </a:cubicBezTo>
                <a:cubicBezTo>
                  <a:pt x="11452" y="3055"/>
                  <a:pt x="11445" y="3048"/>
                  <a:pt x="11439" y="3048"/>
                </a:cubicBezTo>
                <a:cubicBezTo>
                  <a:pt x="11301" y="2972"/>
                  <a:pt x="11155" y="2895"/>
                  <a:pt x="11018" y="2834"/>
                </a:cubicBezTo>
                <a:cubicBezTo>
                  <a:pt x="10810" y="2738"/>
                  <a:pt x="10603" y="2655"/>
                  <a:pt x="10389" y="2579"/>
                </a:cubicBezTo>
                <a:lnTo>
                  <a:pt x="9815" y="27"/>
                </a:lnTo>
                <a:lnTo>
                  <a:pt x="693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94" name="Google Shape;10794;p23"/>
          <p:cNvGrpSpPr/>
          <p:nvPr/>
        </p:nvGrpSpPr>
        <p:grpSpPr>
          <a:xfrm>
            <a:off x="8890016" y="-99751"/>
            <a:ext cx="347597" cy="4345456"/>
            <a:chOff x="-136402" y="-175976"/>
            <a:chExt cx="347597" cy="4345456"/>
          </a:xfrm>
        </p:grpSpPr>
        <p:sp>
          <p:nvSpPr>
            <p:cNvPr id="10795" name="Google Shape;10795;p23"/>
            <p:cNvSpPr/>
            <p:nvPr/>
          </p:nvSpPr>
          <p:spPr>
            <a:xfrm>
              <a:off x="-136402" y="-175976"/>
              <a:ext cx="273965" cy="273814"/>
            </a:xfrm>
            <a:custGeom>
              <a:avLst/>
              <a:gdLst/>
              <a:ahLst/>
              <a:cxnLst/>
              <a:rect l="l" t="t" r="r" b="b"/>
              <a:pathLst>
                <a:path w="3624" h="3622" extrusionOk="0">
                  <a:moveTo>
                    <a:pt x="1515" y="0"/>
                  </a:moveTo>
                  <a:lnTo>
                    <a:pt x="1" y="1513"/>
                  </a:lnTo>
                  <a:lnTo>
                    <a:pt x="1" y="3621"/>
                  </a:lnTo>
                  <a:lnTo>
                    <a:pt x="36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6" name="Google Shape;10796;p23"/>
            <p:cNvSpPr/>
            <p:nvPr/>
          </p:nvSpPr>
          <p:spPr>
            <a:xfrm>
              <a:off x="-136402" y="1778994"/>
              <a:ext cx="347597" cy="506503"/>
            </a:xfrm>
            <a:custGeom>
              <a:avLst/>
              <a:gdLst/>
              <a:ahLst/>
              <a:cxnLst/>
              <a:rect l="l" t="t" r="r" b="b"/>
              <a:pathLst>
                <a:path w="4598" h="6700" extrusionOk="0">
                  <a:moveTo>
                    <a:pt x="4597" y="1"/>
                  </a:moveTo>
                  <a:lnTo>
                    <a:pt x="1" y="4597"/>
                  </a:lnTo>
                  <a:lnTo>
                    <a:pt x="1" y="6699"/>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7" name="Google Shape;10797;p23"/>
            <p:cNvSpPr/>
            <p:nvPr/>
          </p:nvSpPr>
          <p:spPr>
            <a:xfrm>
              <a:off x="-136402" y="2326153"/>
              <a:ext cx="347597" cy="506276"/>
            </a:xfrm>
            <a:custGeom>
              <a:avLst/>
              <a:gdLst/>
              <a:ahLst/>
              <a:cxnLst/>
              <a:rect l="l" t="t" r="r" b="b"/>
              <a:pathLst>
                <a:path w="4598" h="6697" extrusionOk="0">
                  <a:moveTo>
                    <a:pt x="4597" y="0"/>
                  </a:moveTo>
                  <a:lnTo>
                    <a:pt x="1" y="4597"/>
                  </a:lnTo>
                  <a:lnTo>
                    <a:pt x="1" y="6697"/>
                  </a:lnTo>
                  <a:lnTo>
                    <a:pt x="4597" y="2108"/>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8" name="Google Shape;10798;p23"/>
            <p:cNvSpPr/>
            <p:nvPr/>
          </p:nvSpPr>
          <p:spPr>
            <a:xfrm>
              <a:off x="-136402" y="-175976"/>
              <a:ext cx="91624" cy="91473"/>
            </a:xfrm>
            <a:custGeom>
              <a:avLst/>
              <a:gdLst/>
              <a:ahLst/>
              <a:cxnLst/>
              <a:rect l="l" t="t" r="r" b="b"/>
              <a:pathLst>
                <a:path w="1212" h="1210" extrusionOk="0">
                  <a:moveTo>
                    <a:pt x="1" y="0"/>
                  </a:moveTo>
                  <a:lnTo>
                    <a:pt x="1" y="1209"/>
                  </a:lnTo>
                  <a:lnTo>
                    <a:pt x="12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9" name="Google Shape;10799;p23"/>
            <p:cNvSpPr/>
            <p:nvPr/>
          </p:nvSpPr>
          <p:spPr>
            <a:xfrm>
              <a:off x="-136402" y="3602504"/>
              <a:ext cx="347597" cy="506428"/>
            </a:xfrm>
            <a:custGeom>
              <a:avLst/>
              <a:gdLst/>
              <a:ahLst/>
              <a:cxnLst/>
              <a:rect l="l" t="t" r="r" b="b"/>
              <a:pathLst>
                <a:path w="4598" h="6699" extrusionOk="0">
                  <a:moveTo>
                    <a:pt x="4597" y="1"/>
                  </a:moveTo>
                  <a:lnTo>
                    <a:pt x="1" y="4597"/>
                  </a:lnTo>
                  <a:lnTo>
                    <a:pt x="1" y="6699"/>
                  </a:lnTo>
                  <a:lnTo>
                    <a:pt x="4597" y="2102"/>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0" name="Google Shape;10800;p23"/>
            <p:cNvSpPr/>
            <p:nvPr/>
          </p:nvSpPr>
          <p:spPr>
            <a:xfrm>
              <a:off x="-136402" y="3420168"/>
              <a:ext cx="347597" cy="506352"/>
            </a:xfrm>
            <a:custGeom>
              <a:avLst/>
              <a:gdLst/>
              <a:ahLst/>
              <a:cxnLst/>
              <a:rect l="l" t="t" r="r" b="b"/>
              <a:pathLst>
                <a:path w="4598" h="6698" extrusionOk="0">
                  <a:moveTo>
                    <a:pt x="4597" y="1"/>
                  </a:moveTo>
                  <a:lnTo>
                    <a:pt x="1" y="4597"/>
                  </a:lnTo>
                  <a:lnTo>
                    <a:pt x="1" y="6697"/>
                  </a:lnTo>
                  <a:lnTo>
                    <a:pt x="4597" y="2103"/>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1" name="Google Shape;10801;p23"/>
            <p:cNvSpPr/>
            <p:nvPr/>
          </p:nvSpPr>
          <p:spPr>
            <a:xfrm>
              <a:off x="-136402" y="3237908"/>
              <a:ext cx="347597" cy="506276"/>
            </a:xfrm>
            <a:custGeom>
              <a:avLst/>
              <a:gdLst/>
              <a:ahLst/>
              <a:cxnLst/>
              <a:rect l="l" t="t" r="r" b="b"/>
              <a:pathLst>
                <a:path w="4598" h="6697" extrusionOk="0">
                  <a:moveTo>
                    <a:pt x="4597" y="0"/>
                  </a:moveTo>
                  <a:lnTo>
                    <a:pt x="1" y="4596"/>
                  </a:lnTo>
                  <a:lnTo>
                    <a:pt x="1" y="6696"/>
                  </a:lnTo>
                  <a:lnTo>
                    <a:pt x="4597" y="2100"/>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2" name="Google Shape;10802;p23"/>
            <p:cNvSpPr/>
            <p:nvPr/>
          </p:nvSpPr>
          <p:spPr>
            <a:xfrm>
              <a:off x="-136402" y="3055572"/>
              <a:ext cx="347597" cy="506276"/>
            </a:xfrm>
            <a:custGeom>
              <a:avLst/>
              <a:gdLst/>
              <a:ahLst/>
              <a:cxnLst/>
              <a:rect l="l" t="t" r="r" b="b"/>
              <a:pathLst>
                <a:path w="4598" h="6697" extrusionOk="0">
                  <a:moveTo>
                    <a:pt x="4597" y="0"/>
                  </a:moveTo>
                  <a:lnTo>
                    <a:pt x="1" y="4595"/>
                  </a:lnTo>
                  <a:lnTo>
                    <a:pt x="1" y="6697"/>
                  </a:lnTo>
                  <a:lnTo>
                    <a:pt x="4597" y="2107"/>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3" name="Google Shape;10803;p23"/>
            <p:cNvSpPr/>
            <p:nvPr/>
          </p:nvSpPr>
          <p:spPr>
            <a:xfrm>
              <a:off x="-136402" y="-175976"/>
              <a:ext cx="347597" cy="456155"/>
            </a:xfrm>
            <a:custGeom>
              <a:avLst/>
              <a:gdLst/>
              <a:ahLst/>
              <a:cxnLst/>
              <a:rect l="l" t="t" r="r" b="b"/>
              <a:pathLst>
                <a:path w="4598" h="6034" extrusionOk="0">
                  <a:moveTo>
                    <a:pt x="3927" y="0"/>
                  </a:moveTo>
                  <a:lnTo>
                    <a:pt x="1" y="3925"/>
                  </a:lnTo>
                  <a:lnTo>
                    <a:pt x="1" y="6033"/>
                  </a:lnTo>
                  <a:lnTo>
                    <a:pt x="4597" y="1437"/>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4" name="Google Shape;10804;p23"/>
            <p:cNvSpPr/>
            <p:nvPr/>
          </p:nvSpPr>
          <p:spPr>
            <a:xfrm>
              <a:off x="-136402" y="2690749"/>
              <a:ext cx="347597" cy="506428"/>
            </a:xfrm>
            <a:custGeom>
              <a:avLst/>
              <a:gdLst/>
              <a:ahLst/>
              <a:cxnLst/>
              <a:rect l="l" t="t" r="r" b="b"/>
              <a:pathLst>
                <a:path w="4598" h="6699" extrusionOk="0">
                  <a:moveTo>
                    <a:pt x="4597" y="1"/>
                  </a:moveTo>
                  <a:lnTo>
                    <a:pt x="1" y="4597"/>
                  </a:lnTo>
                  <a:lnTo>
                    <a:pt x="1" y="6699"/>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5" name="Google Shape;10805;p23"/>
            <p:cNvSpPr/>
            <p:nvPr/>
          </p:nvSpPr>
          <p:spPr>
            <a:xfrm>
              <a:off x="-136402" y="1232062"/>
              <a:ext cx="347597" cy="506957"/>
            </a:xfrm>
            <a:custGeom>
              <a:avLst/>
              <a:gdLst/>
              <a:ahLst/>
              <a:cxnLst/>
              <a:rect l="l" t="t" r="r" b="b"/>
              <a:pathLst>
                <a:path w="4598" h="6706" extrusionOk="0">
                  <a:moveTo>
                    <a:pt x="4597" y="0"/>
                  </a:moveTo>
                  <a:lnTo>
                    <a:pt x="1" y="4597"/>
                  </a:lnTo>
                  <a:lnTo>
                    <a:pt x="1" y="6705"/>
                  </a:lnTo>
                  <a:lnTo>
                    <a:pt x="4597" y="2109"/>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6" name="Google Shape;10806;p23"/>
            <p:cNvSpPr/>
            <p:nvPr/>
          </p:nvSpPr>
          <p:spPr>
            <a:xfrm>
              <a:off x="-136402" y="2508489"/>
              <a:ext cx="347597" cy="506428"/>
            </a:xfrm>
            <a:custGeom>
              <a:avLst/>
              <a:gdLst/>
              <a:ahLst/>
              <a:cxnLst/>
              <a:rect l="l" t="t" r="r" b="b"/>
              <a:pathLst>
                <a:path w="4598" h="6699" extrusionOk="0">
                  <a:moveTo>
                    <a:pt x="4597" y="0"/>
                  </a:moveTo>
                  <a:lnTo>
                    <a:pt x="1" y="4596"/>
                  </a:lnTo>
                  <a:lnTo>
                    <a:pt x="1" y="6698"/>
                  </a:lnTo>
                  <a:lnTo>
                    <a:pt x="4597" y="2108"/>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7" name="Google Shape;10807;p23"/>
            <p:cNvSpPr/>
            <p:nvPr/>
          </p:nvSpPr>
          <p:spPr>
            <a:xfrm>
              <a:off x="-136402" y="1049726"/>
              <a:ext cx="347597" cy="506806"/>
            </a:xfrm>
            <a:custGeom>
              <a:avLst/>
              <a:gdLst/>
              <a:ahLst/>
              <a:cxnLst/>
              <a:rect l="l" t="t" r="r" b="b"/>
              <a:pathLst>
                <a:path w="4598" h="6704" extrusionOk="0">
                  <a:moveTo>
                    <a:pt x="4597" y="1"/>
                  </a:moveTo>
                  <a:lnTo>
                    <a:pt x="1" y="4597"/>
                  </a:lnTo>
                  <a:lnTo>
                    <a:pt x="1" y="6704"/>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8" name="Google Shape;10808;p23"/>
            <p:cNvSpPr/>
            <p:nvPr/>
          </p:nvSpPr>
          <p:spPr>
            <a:xfrm>
              <a:off x="-136402" y="503172"/>
              <a:ext cx="347597" cy="506428"/>
            </a:xfrm>
            <a:custGeom>
              <a:avLst/>
              <a:gdLst/>
              <a:ahLst/>
              <a:cxnLst/>
              <a:rect l="l" t="t" r="r" b="b"/>
              <a:pathLst>
                <a:path w="4598" h="6699" extrusionOk="0">
                  <a:moveTo>
                    <a:pt x="4597" y="0"/>
                  </a:moveTo>
                  <a:lnTo>
                    <a:pt x="1" y="4590"/>
                  </a:lnTo>
                  <a:lnTo>
                    <a:pt x="1" y="6698"/>
                  </a:lnTo>
                  <a:lnTo>
                    <a:pt x="4597" y="2102"/>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9" name="Google Shape;10809;p23"/>
            <p:cNvSpPr/>
            <p:nvPr/>
          </p:nvSpPr>
          <p:spPr>
            <a:xfrm>
              <a:off x="-136402" y="2143817"/>
              <a:ext cx="347597" cy="506276"/>
            </a:xfrm>
            <a:custGeom>
              <a:avLst/>
              <a:gdLst/>
              <a:ahLst/>
              <a:cxnLst/>
              <a:rect l="l" t="t" r="r" b="b"/>
              <a:pathLst>
                <a:path w="4598" h="6697" extrusionOk="0">
                  <a:moveTo>
                    <a:pt x="4597" y="0"/>
                  </a:moveTo>
                  <a:lnTo>
                    <a:pt x="1" y="4597"/>
                  </a:lnTo>
                  <a:lnTo>
                    <a:pt x="1" y="6697"/>
                  </a:lnTo>
                  <a:lnTo>
                    <a:pt x="4597" y="2109"/>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0" name="Google Shape;10810;p23"/>
            <p:cNvSpPr/>
            <p:nvPr/>
          </p:nvSpPr>
          <p:spPr>
            <a:xfrm>
              <a:off x="-136402" y="1596734"/>
              <a:ext cx="347597" cy="506428"/>
            </a:xfrm>
            <a:custGeom>
              <a:avLst/>
              <a:gdLst/>
              <a:ahLst/>
              <a:cxnLst/>
              <a:rect l="l" t="t" r="r" b="b"/>
              <a:pathLst>
                <a:path w="4598" h="6699" extrusionOk="0">
                  <a:moveTo>
                    <a:pt x="4597" y="0"/>
                  </a:moveTo>
                  <a:lnTo>
                    <a:pt x="1" y="4597"/>
                  </a:lnTo>
                  <a:lnTo>
                    <a:pt x="1" y="6698"/>
                  </a:lnTo>
                  <a:lnTo>
                    <a:pt x="4597" y="2108"/>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1" name="Google Shape;10811;p23"/>
            <p:cNvSpPr/>
            <p:nvPr/>
          </p:nvSpPr>
          <p:spPr>
            <a:xfrm>
              <a:off x="-136402" y="320836"/>
              <a:ext cx="347597" cy="506428"/>
            </a:xfrm>
            <a:custGeom>
              <a:avLst/>
              <a:gdLst/>
              <a:ahLst/>
              <a:cxnLst/>
              <a:rect l="l" t="t" r="r" b="b"/>
              <a:pathLst>
                <a:path w="4598" h="6699" extrusionOk="0">
                  <a:moveTo>
                    <a:pt x="4597" y="0"/>
                  </a:moveTo>
                  <a:lnTo>
                    <a:pt x="1" y="4590"/>
                  </a:lnTo>
                  <a:lnTo>
                    <a:pt x="1" y="6698"/>
                  </a:lnTo>
                  <a:lnTo>
                    <a:pt x="4597" y="2102"/>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2" name="Google Shape;10812;p23"/>
            <p:cNvSpPr/>
            <p:nvPr/>
          </p:nvSpPr>
          <p:spPr>
            <a:xfrm>
              <a:off x="-136402" y="3784840"/>
              <a:ext cx="347597" cy="384640"/>
            </a:xfrm>
            <a:custGeom>
              <a:avLst/>
              <a:gdLst/>
              <a:ahLst/>
              <a:cxnLst/>
              <a:rect l="l" t="t" r="r" b="b"/>
              <a:pathLst>
                <a:path w="4598" h="5088" extrusionOk="0">
                  <a:moveTo>
                    <a:pt x="4597" y="1"/>
                  </a:moveTo>
                  <a:lnTo>
                    <a:pt x="1" y="4597"/>
                  </a:lnTo>
                  <a:lnTo>
                    <a:pt x="1" y="5088"/>
                  </a:lnTo>
                  <a:lnTo>
                    <a:pt x="1611" y="5088"/>
                  </a:lnTo>
                  <a:lnTo>
                    <a:pt x="4597" y="2102"/>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3" name="Google Shape;10813;p23"/>
            <p:cNvSpPr/>
            <p:nvPr/>
          </p:nvSpPr>
          <p:spPr>
            <a:xfrm>
              <a:off x="-136402" y="1414398"/>
              <a:ext cx="347597" cy="506957"/>
            </a:xfrm>
            <a:custGeom>
              <a:avLst/>
              <a:gdLst/>
              <a:ahLst/>
              <a:cxnLst/>
              <a:rect l="l" t="t" r="r" b="b"/>
              <a:pathLst>
                <a:path w="4598" h="6706" extrusionOk="0">
                  <a:moveTo>
                    <a:pt x="4597" y="0"/>
                  </a:moveTo>
                  <a:lnTo>
                    <a:pt x="1" y="4597"/>
                  </a:lnTo>
                  <a:lnTo>
                    <a:pt x="1" y="6705"/>
                  </a:lnTo>
                  <a:lnTo>
                    <a:pt x="4597" y="2109"/>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4" name="Google Shape;10814;p23"/>
            <p:cNvSpPr/>
            <p:nvPr/>
          </p:nvSpPr>
          <p:spPr>
            <a:xfrm>
              <a:off x="-136402" y="685583"/>
              <a:ext cx="347597" cy="506276"/>
            </a:xfrm>
            <a:custGeom>
              <a:avLst/>
              <a:gdLst/>
              <a:ahLst/>
              <a:cxnLst/>
              <a:rect l="l" t="t" r="r" b="b"/>
              <a:pathLst>
                <a:path w="4598" h="6697" extrusionOk="0">
                  <a:moveTo>
                    <a:pt x="4597" y="1"/>
                  </a:moveTo>
                  <a:lnTo>
                    <a:pt x="1" y="4589"/>
                  </a:lnTo>
                  <a:lnTo>
                    <a:pt x="1" y="6697"/>
                  </a:lnTo>
                  <a:lnTo>
                    <a:pt x="4597" y="2101"/>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5" name="Google Shape;10815;p23"/>
            <p:cNvSpPr/>
            <p:nvPr/>
          </p:nvSpPr>
          <p:spPr>
            <a:xfrm>
              <a:off x="-136402" y="2873085"/>
              <a:ext cx="347597" cy="506428"/>
            </a:xfrm>
            <a:custGeom>
              <a:avLst/>
              <a:gdLst/>
              <a:ahLst/>
              <a:cxnLst/>
              <a:rect l="l" t="t" r="r" b="b"/>
              <a:pathLst>
                <a:path w="4598" h="6699" extrusionOk="0">
                  <a:moveTo>
                    <a:pt x="4597" y="1"/>
                  </a:moveTo>
                  <a:lnTo>
                    <a:pt x="1" y="4597"/>
                  </a:lnTo>
                  <a:lnTo>
                    <a:pt x="1" y="6699"/>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6" name="Google Shape;10816;p23"/>
            <p:cNvSpPr/>
            <p:nvPr/>
          </p:nvSpPr>
          <p:spPr>
            <a:xfrm>
              <a:off x="-136402" y="-43836"/>
              <a:ext cx="347597" cy="506276"/>
            </a:xfrm>
            <a:custGeom>
              <a:avLst/>
              <a:gdLst/>
              <a:ahLst/>
              <a:cxnLst/>
              <a:rect l="l" t="t" r="r" b="b"/>
              <a:pathLst>
                <a:path w="4598" h="6697" extrusionOk="0">
                  <a:moveTo>
                    <a:pt x="4597" y="1"/>
                  </a:moveTo>
                  <a:lnTo>
                    <a:pt x="1" y="4590"/>
                  </a:lnTo>
                  <a:lnTo>
                    <a:pt x="1" y="6697"/>
                  </a:lnTo>
                  <a:lnTo>
                    <a:pt x="4597" y="2102"/>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7" name="Google Shape;10817;p23"/>
            <p:cNvSpPr/>
            <p:nvPr/>
          </p:nvSpPr>
          <p:spPr>
            <a:xfrm>
              <a:off x="8971" y="3967175"/>
              <a:ext cx="202223" cy="202299"/>
            </a:xfrm>
            <a:custGeom>
              <a:avLst/>
              <a:gdLst/>
              <a:ahLst/>
              <a:cxnLst/>
              <a:rect l="l" t="t" r="r" b="b"/>
              <a:pathLst>
                <a:path w="2675" h="2676" extrusionOk="0">
                  <a:moveTo>
                    <a:pt x="2674" y="0"/>
                  </a:moveTo>
                  <a:lnTo>
                    <a:pt x="0" y="2676"/>
                  </a:lnTo>
                  <a:lnTo>
                    <a:pt x="2100" y="2676"/>
                  </a:lnTo>
                  <a:lnTo>
                    <a:pt x="2674" y="2102"/>
                  </a:lnTo>
                  <a:lnTo>
                    <a:pt x="267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8" name="Google Shape;10818;p23"/>
            <p:cNvSpPr/>
            <p:nvPr/>
          </p:nvSpPr>
          <p:spPr>
            <a:xfrm>
              <a:off x="-136402" y="1961481"/>
              <a:ext cx="347597" cy="506276"/>
            </a:xfrm>
            <a:custGeom>
              <a:avLst/>
              <a:gdLst/>
              <a:ahLst/>
              <a:cxnLst/>
              <a:rect l="l" t="t" r="r" b="b"/>
              <a:pathLst>
                <a:path w="4598" h="6697" extrusionOk="0">
                  <a:moveTo>
                    <a:pt x="4597" y="0"/>
                  </a:moveTo>
                  <a:lnTo>
                    <a:pt x="1" y="4595"/>
                  </a:lnTo>
                  <a:lnTo>
                    <a:pt x="1" y="6697"/>
                  </a:lnTo>
                  <a:lnTo>
                    <a:pt x="4597" y="2107"/>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9" name="Google Shape;10819;p23"/>
            <p:cNvSpPr/>
            <p:nvPr/>
          </p:nvSpPr>
          <p:spPr>
            <a:xfrm>
              <a:off x="-136402" y="867919"/>
              <a:ext cx="347597" cy="506276"/>
            </a:xfrm>
            <a:custGeom>
              <a:avLst/>
              <a:gdLst/>
              <a:ahLst/>
              <a:cxnLst/>
              <a:rect l="l" t="t" r="r" b="b"/>
              <a:pathLst>
                <a:path w="4598" h="6697" extrusionOk="0">
                  <a:moveTo>
                    <a:pt x="4597" y="0"/>
                  </a:moveTo>
                  <a:lnTo>
                    <a:pt x="1" y="4589"/>
                  </a:lnTo>
                  <a:lnTo>
                    <a:pt x="1" y="6697"/>
                  </a:lnTo>
                  <a:lnTo>
                    <a:pt x="4597" y="2100"/>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0" name="Google Shape;10820;p23"/>
            <p:cNvSpPr/>
            <p:nvPr/>
          </p:nvSpPr>
          <p:spPr>
            <a:xfrm>
              <a:off x="-136402" y="138500"/>
              <a:ext cx="347597" cy="506428"/>
            </a:xfrm>
            <a:custGeom>
              <a:avLst/>
              <a:gdLst/>
              <a:ahLst/>
              <a:cxnLst/>
              <a:rect l="l" t="t" r="r" b="b"/>
              <a:pathLst>
                <a:path w="4598" h="6699" extrusionOk="0">
                  <a:moveTo>
                    <a:pt x="4597" y="0"/>
                  </a:moveTo>
                  <a:lnTo>
                    <a:pt x="1" y="4590"/>
                  </a:lnTo>
                  <a:lnTo>
                    <a:pt x="1" y="6698"/>
                  </a:lnTo>
                  <a:lnTo>
                    <a:pt x="4597" y="2102"/>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1" name="Google Shape;10821;p23"/>
            <p:cNvSpPr/>
            <p:nvPr/>
          </p:nvSpPr>
          <p:spPr>
            <a:xfrm>
              <a:off x="191311" y="4149587"/>
              <a:ext cx="19882" cy="19882"/>
            </a:xfrm>
            <a:custGeom>
              <a:avLst/>
              <a:gdLst/>
              <a:ahLst/>
              <a:cxnLst/>
              <a:rect l="l" t="t" r="r" b="b"/>
              <a:pathLst>
                <a:path w="263" h="263" extrusionOk="0">
                  <a:moveTo>
                    <a:pt x="262" y="1"/>
                  </a:moveTo>
                  <a:lnTo>
                    <a:pt x="0" y="263"/>
                  </a:lnTo>
                  <a:lnTo>
                    <a:pt x="262" y="263"/>
                  </a:lnTo>
                  <a:lnTo>
                    <a:pt x="26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22" name="Google Shape;10822;p23"/>
          <p:cNvGrpSpPr/>
          <p:nvPr/>
        </p:nvGrpSpPr>
        <p:grpSpPr>
          <a:xfrm>
            <a:off x="8890016" y="-99751"/>
            <a:ext cx="347597" cy="4345451"/>
            <a:chOff x="-136402" y="-175976"/>
            <a:chExt cx="347597" cy="4345451"/>
          </a:xfrm>
        </p:grpSpPr>
        <p:sp>
          <p:nvSpPr>
            <p:cNvPr id="10823" name="Google Shape;10823;p23"/>
            <p:cNvSpPr/>
            <p:nvPr/>
          </p:nvSpPr>
          <p:spPr>
            <a:xfrm>
              <a:off x="-136402" y="3579069"/>
              <a:ext cx="347597" cy="371033"/>
            </a:xfrm>
            <a:custGeom>
              <a:avLst/>
              <a:gdLst/>
              <a:ahLst/>
              <a:cxnLst/>
              <a:rect l="l" t="t" r="r" b="b"/>
              <a:pathLst>
                <a:path w="4598" h="4908" extrusionOk="0">
                  <a:moveTo>
                    <a:pt x="4597" y="1"/>
                  </a:moveTo>
                  <a:lnTo>
                    <a:pt x="1" y="4595"/>
                  </a:lnTo>
                  <a:lnTo>
                    <a:pt x="1" y="4907"/>
                  </a:lnTo>
                  <a:lnTo>
                    <a:pt x="4597" y="311"/>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4" name="Google Shape;10824;p23"/>
            <p:cNvSpPr/>
            <p:nvPr/>
          </p:nvSpPr>
          <p:spPr>
            <a:xfrm>
              <a:off x="-136402" y="2850179"/>
              <a:ext cx="347597" cy="370503"/>
            </a:xfrm>
            <a:custGeom>
              <a:avLst/>
              <a:gdLst/>
              <a:ahLst/>
              <a:cxnLst/>
              <a:rect l="l" t="t" r="r" b="b"/>
              <a:pathLst>
                <a:path w="4598" h="4901" extrusionOk="0">
                  <a:moveTo>
                    <a:pt x="4597" y="0"/>
                  </a:moveTo>
                  <a:lnTo>
                    <a:pt x="1" y="4590"/>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5" name="Google Shape;10825;p23"/>
            <p:cNvSpPr/>
            <p:nvPr/>
          </p:nvSpPr>
          <p:spPr>
            <a:xfrm>
              <a:off x="-14615" y="3943741"/>
              <a:ext cx="225810" cy="225734"/>
            </a:xfrm>
            <a:custGeom>
              <a:avLst/>
              <a:gdLst/>
              <a:ahLst/>
              <a:cxnLst/>
              <a:rect l="l" t="t" r="r" b="b"/>
              <a:pathLst>
                <a:path w="2987" h="2986" extrusionOk="0">
                  <a:moveTo>
                    <a:pt x="2986" y="0"/>
                  </a:moveTo>
                  <a:lnTo>
                    <a:pt x="0" y="2986"/>
                  </a:lnTo>
                  <a:lnTo>
                    <a:pt x="312" y="2986"/>
                  </a:lnTo>
                  <a:lnTo>
                    <a:pt x="2986" y="310"/>
                  </a:lnTo>
                  <a:lnTo>
                    <a:pt x="29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6" name="Google Shape;10826;p23"/>
            <p:cNvSpPr/>
            <p:nvPr/>
          </p:nvSpPr>
          <p:spPr>
            <a:xfrm>
              <a:off x="-136402" y="3214775"/>
              <a:ext cx="347597" cy="370655"/>
            </a:xfrm>
            <a:custGeom>
              <a:avLst/>
              <a:gdLst/>
              <a:ahLst/>
              <a:cxnLst/>
              <a:rect l="l" t="t" r="r" b="b"/>
              <a:pathLst>
                <a:path w="4598" h="4903" extrusionOk="0">
                  <a:moveTo>
                    <a:pt x="4597" y="1"/>
                  </a:moveTo>
                  <a:lnTo>
                    <a:pt x="1" y="4591"/>
                  </a:lnTo>
                  <a:lnTo>
                    <a:pt x="1" y="4902"/>
                  </a:lnTo>
                  <a:lnTo>
                    <a:pt x="4597" y="306"/>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7" name="Google Shape;10827;p23"/>
            <p:cNvSpPr/>
            <p:nvPr/>
          </p:nvSpPr>
          <p:spPr>
            <a:xfrm>
              <a:off x="-136402" y="2485508"/>
              <a:ext cx="347597" cy="370503"/>
            </a:xfrm>
            <a:custGeom>
              <a:avLst/>
              <a:gdLst/>
              <a:ahLst/>
              <a:cxnLst/>
              <a:rect l="l" t="t" r="r" b="b"/>
              <a:pathLst>
                <a:path w="4598" h="4901" extrusionOk="0">
                  <a:moveTo>
                    <a:pt x="4597" y="0"/>
                  </a:moveTo>
                  <a:lnTo>
                    <a:pt x="1" y="4589"/>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8" name="Google Shape;10828;p23"/>
            <p:cNvSpPr/>
            <p:nvPr/>
          </p:nvSpPr>
          <p:spPr>
            <a:xfrm>
              <a:off x="-136402" y="2120760"/>
              <a:ext cx="347597" cy="370579"/>
            </a:xfrm>
            <a:custGeom>
              <a:avLst/>
              <a:gdLst/>
              <a:ahLst/>
              <a:cxnLst/>
              <a:rect l="l" t="t" r="r" b="b"/>
              <a:pathLst>
                <a:path w="4598" h="4902" extrusionOk="0">
                  <a:moveTo>
                    <a:pt x="4597" y="0"/>
                  </a:moveTo>
                  <a:lnTo>
                    <a:pt x="1" y="4590"/>
                  </a:lnTo>
                  <a:lnTo>
                    <a:pt x="1" y="4902"/>
                  </a:lnTo>
                  <a:lnTo>
                    <a:pt x="4597" y="305"/>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9" name="Google Shape;10829;p23"/>
            <p:cNvSpPr/>
            <p:nvPr/>
          </p:nvSpPr>
          <p:spPr>
            <a:xfrm>
              <a:off x="-136402" y="1756088"/>
              <a:ext cx="347597" cy="370503"/>
            </a:xfrm>
            <a:custGeom>
              <a:avLst/>
              <a:gdLst/>
              <a:ahLst/>
              <a:cxnLst/>
              <a:rect l="l" t="t" r="r" b="b"/>
              <a:pathLst>
                <a:path w="4598" h="4901" extrusionOk="0">
                  <a:moveTo>
                    <a:pt x="4597" y="0"/>
                  </a:moveTo>
                  <a:lnTo>
                    <a:pt x="1" y="4590"/>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0" name="Google Shape;10830;p23"/>
            <p:cNvSpPr/>
            <p:nvPr/>
          </p:nvSpPr>
          <p:spPr>
            <a:xfrm>
              <a:off x="-136402" y="1391417"/>
              <a:ext cx="347597" cy="370503"/>
            </a:xfrm>
            <a:custGeom>
              <a:avLst/>
              <a:gdLst/>
              <a:ahLst/>
              <a:cxnLst/>
              <a:rect l="l" t="t" r="r" b="b"/>
              <a:pathLst>
                <a:path w="4598" h="4901" extrusionOk="0">
                  <a:moveTo>
                    <a:pt x="4597" y="1"/>
                  </a:moveTo>
                  <a:lnTo>
                    <a:pt x="1" y="4597"/>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1" name="Google Shape;10831;p23"/>
            <p:cNvSpPr/>
            <p:nvPr/>
          </p:nvSpPr>
          <p:spPr>
            <a:xfrm>
              <a:off x="-136402" y="1026669"/>
              <a:ext cx="347597" cy="370655"/>
            </a:xfrm>
            <a:custGeom>
              <a:avLst/>
              <a:gdLst/>
              <a:ahLst/>
              <a:cxnLst/>
              <a:rect l="l" t="t" r="r" b="b"/>
              <a:pathLst>
                <a:path w="4598" h="4903" extrusionOk="0">
                  <a:moveTo>
                    <a:pt x="4597" y="0"/>
                  </a:moveTo>
                  <a:lnTo>
                    <a:pt x="1" y="4597"/>
                  </a:lnTo>
                  <a:lnTo>
                    <a:pt x="1" y="4902"/>
                  </a:lnTo>
                  <a:lnTo>
                    <a:pt x="4597" y="306"/>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2" name="Google Shape;10832;p23"/>
            <p:cNvSpPr/>
            <p:nvPr/>
          </p:nvSpPr>
          <p:spPr>
            <a:xfrm>
              <a:off x="-136402" y="661998"/>
              <a:ext cx="347597" cy="370503"/>
            </a:xfrm>
            <a:custGeom>
              <a:avLst/>
              <a:gdLst/>
              <a:ahLst/>
              <a:cxnLst/>
              <a:rect l="l" t="t" r="r" b="b"/>
              <a:pathLst>
                <a:path w="4598" h="4901" extrusionOk="0">
                  <a:moveTo>
                    <a:pt x="4597" y="1"/>
                  </a:moveTo>
                  <a:lnTo>
                    <a:pt x="1" y="4597"/>
                  </a:lnTo>
                  <a:lnTo>
                    <a:pt x="1" y="4901"/>
                  </a:lnTo>
                  <a:lnTo>
                    <a:pt x="4597" y="313"/>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3" name="Google Shape;10833;p23"/>
            <p:cNvSpPr/>
            <p:nvPr/>
          </p:nvSpPr>
          <p:spPr>
            <a:xfrm>
              <a:off x="-136402" y="297402"/>
              <a:ext cx="347597" cy="370503"/>
            </a:xfrm>
            <a:custGeom>
              <a:avLst/>
              <a:gdLst/>
              <a:ahLst/>
              <a:cxnLst/>
              <a:rect l="l" t="t" r="r" b="b"/>
              <a:pathLst>
                <a:path w="4598" h="4901" extrusionOk="0">
                  <a:moveTo>
                    <a:pt x="4597" y="0"/>
                  </a:moveTo>
                  <a:lnTo>
                    <a:pt x="1" y="4596"/>
                  </a:lnTo>
                  <a:lnTo>
                    <a:pt x="1" y="4900"/>
                  </a:lnTo>
                  <a:lnTo>
                    <a:pt x="4597" y="310"/>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4" name="Google Shape;10834;p23"/>
            <p:cNvSpPr/>
            <p:nvPr/>
          </p:nvSpPr>
          <p:spPr>
            <a:xfrm>
              <a:off x="-136402" y="-67421"/>
              <a:ext cx="347597" cy="370655"/>
            </a:xfrm>
            <a:custGeom>
              <a:avLst/>
              <a:gdLst/>
              <a:ahLst/>
              <a:cxnLst/>
              <a:rect l="l" t="t" r="r" b="b"/>
              <a:pathLst>
                <a:path w="4598" h="4903" extrusionOk="0">
                  <a:moveTo>
                    <a:pt x="4597" y="1"/>
                  </a:moveTo>
                  <a:lnTo>
                    <a:pt x="1" y="4597"/>
                  </a:lnTo>
                  <a:lnTo>
                    <a:pt x="1" y="4902"/>
                  </a:lnTo>
                  <a:lnTo>
                    <a:pt x="4597" y="313"/>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5" name="Google Shape;10835;p23"/>
            <p:cNvSpPr/>
            <p:nvPr/>
          </p:nvSpPr>
          <p:spPr>
            <a:xfrm>
              <a:off x="-136402" y="-175976"/>
              <a:ext cx="114606" cy="114379"/>
            </a:xfrm>
            <a:custGeom>
              <a:avLst/>
              <a:gdLst/>
              <a:ahLst/>
              <a:cxnLst/>
              <a:rect l="l" t="t" r="r" b="b"/>
              <a:pathLst>
                <a:path w="1516" h="1513" extrusionOk="0">
                  <a:moveTo>
                    <a:pt x="1212" y="0"/>
                  </a:moveTo>
                  <a:lnTo>
                    <a:pt x="1" y="1209"/>
                  </a:lnTo>
                  <a:lnTo>
                    <a:pt x="1" y="1513"/>
                  </a:lnTo>
                  <a:lnTo>
                    <a:pt x="15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6" name="Google Shape;10836;p23"/>
            <p:cNvSpPr/>
            <p:nvPr/>
          </p:nvSpPr>
          <p:spPr>
            <a:xfrm>
              <a:off x="167725" y="4126077"/>
              <a:ext cx="43469" cy="43393"/>
            </a:xfrm>
            <a:custGeom>
              <a:avLst/>
              <a:gdLst/>
              <a:ahLst/>
              <a:cxnLst/>
              <a:rect l="l" t="t" r="r" b="b"/>
              <a:pathLst>
                <a:path w="575" h="574" extrusionOk="0">
                  <a:moveTo>
                    <a:pt x="574" y="0"/>
                  </a:moveTo>
                  <a:lnTo>
                    <a:pt x="0" y="574"/>
                  </a:lnTo>
                  <a:lnTo>
                    <a:pt x="312" y="574"/>
                  </a:lnTo>
                  <a:lnTo>
                    <a:pt x="574" y="312"/>
                  </a:lnTo>
                  <a:lnTo>
                    <a:pt x="57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7" name="Google Shape;10837;p23"/>
            <p:cNvSpPr/>
            <p:nvPr/>
          </p:nvSpPr>
          <p:spPr>
            <a:xfrm>
              <a:off x="-136402" y="3396658"/>
              <a:ext cx="347597" cy="371108"/>
            </a:xfrm>
            <a:custGeom>
              <a:avLst/>
              <a:gdLst/>
              <a:ahLst/>
              <a:cxnLst/>
              <a:rect l="l" t="t" r="r" b="b"/>
              <a:pathLst>
                <a:path w="4598" h="4909" extrusionOk="0">
                  <a:moveTo>
                    <a:pt x="4597" y="0"/>
                  </a:moveTo>
                  <a:lnTo>
                    <a:pt x="1" y="4596"/>
                  </a:lnTo>
                  <a:lnTo>
                    <a:pt x="1" y="4908"/>
                  </a:lnTo>
                  <a:lnTo>
                    <a:pt x="4597" y="312"/>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8" name="Google Shape;10838;p23"/>
            <p:cNvSpPr/>
            <p:nvPr/>
          </p:nvSpPr>
          <p:spPr>
            <a:xfrm>
              <a:off x="-136402" y="2667843"/>
              <a:ext cx="347597" cy="370503"/>
            </a:xfrm>
            <a:custGeom>
              <a:avLst/>
              <a:gdLst/>
              <a:ahLst/>
              <a:cxnLst/>
              <a:rect l="l" t="t" r="r" b="b"/>
              <a:pathLst>
                <a:path w="4598" h="4901" extrusionOk="0">
                  <a:moveTo>
                    <a:pt x="4597" y="0"/>
                  </a:moveTo>
                  <a:lnTo>
                    <a:pt x="1" y="4590"/>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9" name="Google Shape;10839;p23"/>
            <p:cNvSpPr/>
            <p:nvPr/>
          </p:nvSpPr>
          <p:spPr>
            <a:xfrm>
              <a:off x="-136402" y="1938424"/>
              <a:ext cx="347597" cy="370503"/>
            </a:xfrm>
            <a:custGeom>
              <a:avLst/>
              <a:gdLst/>
              <a:ahLst/>
              <a:cxnLst/>
              <a:rect l="l" t="t" r="r" b="b"/>
              <a:pathLst>
                <a:path w="4598" h="4901" extrusionOk="0">
                  <a:moveTo>
                    <a:pt x="4597" y="0"/>
                  </a:moveTo>
                  <a:lnTo>
                    <a:pt x="1" y="4590"/>
                  </a:lnTo>
                  <a:lnTo>
                    <a:pt x="1" y="4900"/>
                  </a:lnTo>
                  <a:lnTo>
                    <a:pt x="4597" y="305"/>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0" name="Google Shape;10840;p23"/>
            <p:cNvSpPr/>
            <p:nvPr/>
          </p:nvSpPr>
          <p:spPr>
            <a:xfrm>
              <a:off x="-136402" y="1209081"/>
              <a:ext cx="347597" cy="370503"/>
            </a:xfrm>
            <a:custGeom>
              <a:avLst/>
              <a:gdLst/>
              <a:ahLst/>
              <a:cxnLst/>
              <a:rect l="l" t="t" r="r" b="b"/>
              <a:pathLst>
                <a:path w="4598" h="4901" extrusionOk="0">
                  <a:moveTo>
                    <a:pt x="4597" y="1"/>
                  </a:moveTo>
                  <a:lnTo>
                    <a:pt x="1" y="4596"/>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1" name="Google Shape;10841;p23"/>
            <p:cNvSpPr/>
            <p:nvPr/>
          </p:nvSpPr>
          <p:spPr>
            <a:xfrm>
              <a:off x="-136402" y="479662"/>
              <a:ext cx="347597" cy="370503"/>
            </a:xfrm>
            <a:custGeom>
              <a:avLst/>
              <a:gdLst/>
              <a:ahLst/>
              <a:cxnLst/>
              <a:rect l="l" t="t" r="r" b="b"/>
              <a:pathLst>
                <a:path w="4598" h="4901" extrusionOk="0">
                  <a:moveTo>
                    <a:pt x="4597" y="1"/>
                  </a:moveTo>
                  <a:lnTo>
                    <a:pt x="1" y="4597"/>
                  </a:lnTo>
                  <a:lnTo>
                    <a:pt x="1" y="4901"/>
                  </a:lnTo>
                  <a:lnTo>
                    <a:pt x="4597" y="311"/>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2" name="Google Shape;10842;p23"/>
            <p:cNvSpPr/>
            <p:nvPr/>
          </p:nvSpPr>
          <p:spPr>
            <a:xfrm>
              <a:off x="-136402" y="3761405"/>
              <a:ext cx="347597" cy="370957"/>
            </a:xfrm>
            <a:custGeom>
              <a:avLst/>
              <a:gdLst/>
              <a:ahLst/>
              <a:cxnLst/>
              <a:rect l="l" t="t" r="r" b="b"/>
              <a:pathLst>
                <a:path w="4598" h="4907" extrusionOk="0">
                  <a:moveTo>
                    <a:pt x="4597" y="0"/>
                  </a:moveTo>
                  <a:lnTo>
                    <a:pt x="1" y="4597"/>
                  </a:lnTo>
                  <a:lnTo>
                    <a:pt x="1" y="4907"/>
                  </a:lnTo>
                  <a:lnTo>
                    <a:pt x="4597" y="311"/>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3" name="Google Shape;10843;p23"/>
            <p:cNvSpPr/>
            <p:nvPr/>
          </p:nvSpPr>
          <p:spPr>
            <a:xfrm>
              <a:off x="-136402" y="3032440"/>
              <a:ext cx="347597" cy="370503"/>
            </a:xfrm>
            <a:custGeom>
              <a:avLst/>
              <a:gdLst/>
              <a:ahLst/>
              <a:cxnLst/>
              <a:rect l="l" t="t" r="r" b="b"/>
              <a:pathLst>
                <a:path w="4598" h="4901" extrusionOk="0">
                  <a:moveTo>
                    <a:pt x="4597" y="1"/>
                  </a:moveTo>
                  <a:lnTo>
                    <a:pt x="1" y="4591"/>
                  </a:lnTo>
                  <a:lnTo>
                    <a:pt x="1" y="4901"/>
                  </a:lnTo>
                  <a:lnTo>
                    <a:pt x="4597" y="306"/>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4" name="Google Shape;10844;p23"/>
            <p:cNvSpPr/>
            <p:nvPr/>
          </p:nvSpPr>
          <p:spPr>
            <a:xfrm>
              <a:off x="-136402" y="2303172"/>
              <a:ext cx="347597" cy="370503"/>
            </a:xfrm>
            <a:custGeom>
              <a:avLst/>
              <a:gdLst/>
              <a:ahLst/>
              <a:cxnLst/>
              <a:rect l="l" t="t" r="r" b="b"/>
              <a:pathLst>
                <a:path w="4598" h="4901" extrusionOk="0">
                  <a:moveTo>
                    <a:pt x="4597" y="1"/>
                  </a:moveTo>
                  <a:lnTo>
                    <a:pt x="1" y="4589"/>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5" name="Google Shape;10845;p23"/>
            <p:cNvSpPr/>
            <p:nvPr/>
          </p:nvSpPr>
          <p:spPr>
            <a:xfrm>
              <a:off x="-136402" y="1573753"/>
              <a:ext cx="347597" cy="370503"/>
            </a:xfrm>
            <a:custGeom>
              <a:avLst/>
              <a:gdLst/>
              <a:ahLst/>
              <a:cxnLst/>
              <a:rect l="l" t="t" r="r" b="b"/>
              <a:pathLst>
                <a:path w="4598" h="4901" extrusionOk="0">
                  <a:moveTo>
                    <a:pt x="4597" y="1"/>
                  </a:moveTo>
                  <a:lnTo>
                    <a:pt x="1" y="4597"/>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6" name="Google Shape;10846;p23"/>
            <p:cNvSpPr/>
            <p:nvPr/>
          </p:nvSpPr>
          <p:spPr>
            <a:xfrm>
              <a:off x="-136402" y="844334"/>
              <a:ext cx="347597" cy="370503"/>
            </a:xfrm>
            <a:custGeom>
              <a:avLst/>
              <a:gdLst/>
              <a:ahLst/>
              <a:cxnLst/>
              <a:rect l="l" t="t" r="r" b="b"/>
              <a:pathLst>
                <a:path w="4598" h="4901" extrusionOk="0">
                  <a:moveTo>
                    <a:pt x="4597" y="1"/>
                  </a:moveTo>
                  <a:lnTo>
                    <a:pt x="1" y="4597"/>
                  </a:lnTo>
                  <a:lnTo>
                    <a:pt x="1" y="4901"/>
                  </a:lnTo>
                  <a:lnTo>
                    <a:pt x="4597" y="312"/>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7" name="Google Shape;10847;p23"/>
            <p:cNvSpPr/>
            <p:nvPr/>
          </p:nvSpPr>
          <p:spPr>
            <a:xfrm>
              <a:off x="-136402" y="115066"/>
              <a:ext cx="347597" cy="370503"/>
            </a:xfrm>
            <a:custGeom>
              <a:avLst/>
              <a:gdLst/>
              <a:ahLst/>
              <a:cxnLst/>
              <a:rect l="l" t="t" r="r" b="b"/>
              <a:pathLst>
                <a:path w="4598" h="4901" extrusionOk="0">
                  <a:moveTo>
                    <a:pt x="4597" y="0"/>
                  </a:moveTo>
                  <a:lnTo>
                    <a:pt x="1" y="4595"/>
                  </a:lnTo>
                  <a:lnTo>
                    <a:pt x="1" y="4900"/>
                  </a:lnTo>
                  <a:lnTo>
                    <a:pt x="4597" y="310"/>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8" name="Google Shape;10848;p23"/>
            <p:cNvSpPr/>
            <p:nvPr/>
          </p:nvSpPr>
          <p:spPr>
            <a:xfrm>
              <a:off x="-136402" y="-175976"/>
              <a:ext cx="296947" cy="296720"/>
            </a:xfrm>
            <a:custGeom>
              <a:avLst/>
              <a:gdLst/>
              <a:ahLst/>
              <a:cxnLst/>
              <a:rect l="l" t="t" r="r" b="b"/>
              <a:pathLst>
                <a:path w="3928" h="3925" extrusionOk="0">
                  <a:moveTo>
                    <a:pt x="3624" y="0"/>
                  </a:moveTo>
                  <a:lnTo>
                    <a:pt x="1" y="3621"/>
                  </a:lnTo>
                  <a:lnTo>
                    <a:pt x="1" y="3925"/>
                  </a:lnTo>
                  <a:lnTo>
                    <a:pt x="39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49" name="Google Shape;10849;p23"/>
          <p:cNvSpPr/>
          <p:nvPr/>
        </p:nvSpPr>
        <p:spPr>
          <a:xfrm>
            <a:off x="8889968" y="-99800"/>
            <a:ext cx="347700" cy="43455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0" name="Google Shape;10850;p23"/>
          <p:cNvSpPr/>
          <p:nvPr/>
        </p:nvSpPr>
        <p:spPr>
          <a:xfrm>
            <a:off x="251175" y="1456075"/>
            <a:ext cx="586810" cy="586976"/>
          </a:xfrm>
          <a:custGeom>
            <a:avLst/>
            <a:gdLst/>
            <a:ahLst/>
            <a:cxnLst/>
            <a:rect l="l" t="t" r="r" b="b"/>
            <a:pathLst>
              <a:path w="17675" h="17680" extrusionOk="0">
                <a:moveTo>
                  <a:pt x="8861" y="3255"/>
                </a:moveTo>
                <a:cubicBezTo>
                  <a:pt x="9025" y="3255"/>
                  <a:pt x="9189" y="3262"/>
                  <a:pt x="9352" y="3276"/>
                </a:cubicBezTo>
                <a:cubicBezTo>
                  <a:pt x="9359" y="3276"/>
                  <a:pt x="9366" y="3283"/>
                  <a:pt x="9380" y="3283"/>
                </a:cubicBezTo>
                <a:cubicBezTo>
                  <a:pt x="9414" y="3283"/>
                  <a:pt x="9455" y="3290"/>
                  <a:pt x="9497" y="3296"/>
                </a:cubicBezTo>
                <a:cubicBezTo>
                  <a:pt x="9531" y="3296"/>
                  <a:pt x="9566" y="3303"/>
                  <a:pt x="9601" y="3303"/>
                </a:cubicBezTo>
                <a:cubicBezTo>
                  <a:pt x="9608" y="3309"/>
                  <a:pt x="9621" y="3309"/>
                  <a:pt x="9629" y="3309"/>
                </a:cubicBezTo>
                <a:cubicBezTo>
                  <a:pt x="10507" y="3434"/>
                  <a:pt x="11343" y="3774"/>
                  <a:pt x="12061" y="4278"/>
                </a:cubicBezTo>
                <a:lnTo>
                  <a:pt x="12083" y="4298"/>
                </a:lnTo>
                <a:cubicBezTo>
                  <a:pt x="12117" y="4320"/>
                  <a:pt x="12144" y="4340"/>
                  <a:pt x="12179" y="4368"/>
                </a:cubicBezTo>
                <a:cubicBezTo>
                  <a:pt x="12207" y="4388"/>
                  <a:pt x="12234" y="4409"/>
                  <a:pt x="12262" y="4429"/>
                </a:cubicBezTo>
                <a:cubicBezTo>
                  <a:pt x="12268" y="4437"/>
                  <a:pt x="12283" y="4444"/>
                  <a:pt x="12290" y="4444"/>
                </a:cubicBezTo>
                <a:cubicBezTo>
                  <a:pt x="12980" y="4996"/>
                  <a:pt x="13541" y="5701"/>
                  <a:pt x="13914" y="6503"/>
                </a:cubicBezTo>
                <a:cubicBezTo>
                  <a:pt x="13914" y="6511"/>
                  <a:pt x="13920" y="6518"/>
                  <a:pt x="13920" y="6531"/>
                </a:cubicBezTo>
                <a:cubicBezTo>
                  <a:pt x="13942" y="6566"/>
                  <a:pt x="13955" y="6600"/>
                  <a:pt x="13969" y="6635"/>
                </a:cubicBezTo>
                <a:cubicBezTo>
                  <a:pt x="13983" y="6668"/>
                  <a:pt x="13997" y="6703"/>
                  <a:pt x="14010" y="6732"/>
                </a:cubicBezTo>
                <a:cubicBezTo>
                  <a:pt x="14017" y="6745"/>
                  <a:pt x="14017" y="6751"/>
                  <a:pt x="14017" y="6760"/>
                </a:cubicBezTo>
                <a:cubicBezTo>
                  <a:pt x="14348" y="7581"/>
                  <a:pt x="14481" y="8473"/>
                  <a:pt x="14398" y="9357"/>
                </a:cubicBezTo>
                <a:lnTo>
                  <a:pt x="14398" y="9379"/>
                </a:lnTo>
                <a:cubicBezTo>
                  <a:pt x="14390" y="9420"/>
                  <a:pt x="14390" y="9462"/>
                  <a:pt x="14383" y="9497"/>
                </a:cubicBezTo>
                <a:cubicBezTo>
                  <a:pt x="14377" y="9530"/>
                  <a:pt x="14377" y="9571"/>
                  <a:pt x="14370" y="9606"/>
                </a:cubicBezTo>
                <a:cubicBezTo>
                  <a:pt x="14370" y="9613"/>
                  <a:pt x="14370" y="9621"/>
                  <a:pt x="14363" y="9628"/>
                </a:cubicBezTo>
                <a:cubicBezTo>
                  <a:pt x="14239" y="10505"/>
                  <a:pt x="13907" y="11341"/>
                  <a:pt x="13395" y="12068"/>
                </a:cubicBezTo>
                <a:cubicBezTo>
                  <a:pt x="13388" y="12074"/>
                  <a:pt x="13388" y="12081"/>
                  <a:pt x="13381" y="12088"/>
                </a:cubicBezTo>
                <a:cubicBezTo>
                  <a:pt x="13361" y="12116"/>
                  <a:pt x="13340" y="12142"/>
                  <a:pt x="13320" y="12177"/>
                </a:cubicBezTo>
                <a:cubicBezTo>
                  <a:pt x="13292" y="12205"/>
                  <a:pt x="13270" y="12240"/>
                  <a:pt x="13244" y="12267"/>
                </a:cubicBezTo>
                <a:cubicBezTo>
                  <a:pt x="13244" y="12275"/>
                  <a:pt x="13237" y="12282"/>
                  <a:pt x="13229" y="12288"/>
                </a:cubicBezTo>
                <a:cubicBezTo>
                  <a:pt x="12683" y="12987"/>
                  <a:pt x="11978" y="13539"/>
                  <a:pt x="11170" y="13912"/>
                </a:cubicBezTo>
                <a:cubicBezTo>
                  <a:pt x="11164" y="13919"/>
                  <a:pt x="11155" y="13919"/>
                  <a:pt x="11149" y="13926"/>
                </a:cubicBezTo>
                <a:cubicBezTo>
                  <a:pt x="11114" y="13940"/>
                  <a:pt x="11081" y="13954"/>
                  <a:pt x="11046" y="13967"/>
                </a:cubicBezTo>
                <a:cubicBezTo>
                  <a:pt x="11011" y="13982"/>
                  <a:pt x="10976" y="14002"/>
                  <a:pt x="10941" y="14017"/>
                </a:cubicBezTo>
                <a:cubicBezTo>
                  <a:pt x="10935" y="14017"/>
                  <a:pt x="10928" y="14023"/>
                  <a:pt x="10915" y="14023"/>
                </a:cubicBezTo>
                <a:cubicBezTo>
                  <a:pt x="10248" y="14292"/>
                  <a:pt x="9540" y="14425"/>
                  <a:pt x="8824" y="14425"/>
                </a:cubicBezTo>
                <a:cubicBezTo>
                  <a:pt x="8657" y="14425"/>
                  <a:pt x="8490" y="14418"/>
                  <a:pt x="8322" y="14403"/>
                </a:cubicBezTo>
                <a:cubicBezTo>
                  <a:pt x="8316" y="14403"/>
                  <a:pt x="8302" y="14403"/>
                  <a:pt x="8294" y="14397"/>
                </a:cubicBezTo>
                <a:cubicBezTo>
                  <a:pt x="8261" y="14397"/>
                  <a:pt x="8219" y="14390"/>
                  <a:pt x="8184" y="14390"/>
                </a:cubicBezTo>
                <a:cubicBezTo>
                  <a:pt x="8150" y="14382"/>
                  <a:pt x="8108" y="14375"/>
                  <a:pt x="8073" y="14375"/>
                </a:cubicBezTo>
                <a:cubicBezTo>
                  <a:pt x="8067" y="14368"/>
                  <a:pt x="8053" y="14368"/>
                  <a:pt x="8045" y="14368"/>
                </a:cubicBezTo>
                <a:cubicBezTo>
                  <a:pt x="7168" y="14244"/>
                  <a:pt x="6332" y="13912"/>
                  <a:pt x="5613" y="13401"/>
                </a:cubicBezTo>
                <a:cubicBezTo>
                  <a:pt x="5607" y="13395"/>
                  <a:pt x="5592" y="13386"/>
                  <a:pt x="5585" y="13386"/>
                </a:cubicBezTo>
                <a:cubicBezTo>
                  <a:pt x="5557" y="13360"/>
                  <a:pt x="5530" y="13338"/>
                  <a:pt x="5502" y="13318"/>
                </a:cubicBezTo>
                <a:cubicBezTo>
                  <a:pt x="5467" y="13297"/>
                  <a:pt x="5441" y="13270"/>
                  <a:pt x="5406" y="13249"/>
                </a:cubicBezTo>
                <a:cubicBezTo>
                  <a:pt x="5399" y="13242"/>
                  <a:pt x="5391" y="13236"/>
                  <a:pt x="5384" y="13236"/>
                </a:cubicBezTo>
                <a:cubicBezTo>
                  <a:pt x="4694" y="12681"/>
                  <a:pt x="4134" y="11977"/>
                  <a:pt x="3761" y="11175"/>
                </a:cubicBezTo>
                <a:cubicBezTo>
                  <a:pt x="3761" y="11169"/>
                  <a:pt x="3754" y="11162"/>
                  <a:pt x="3754" y="11147"/>
                </a:cubicBezTo>
                <a:cubicBezTo>
                  <a:pt x="3741" y="11121"/>
                  <a:pt x="3726" y="11086"/>
                  <a:pt x="3712" y="11051"/>
                </a:cubicBezTo>
                <a:cubicBezTo>
                  <a:pt x="3691" y="11016"/>
                  <a:pt x="3678" y="10981"/>
                  <a:pt x="3664" y="10940"/>
                </a:cubicBezTo>
                <a:cubicBezTo>
                  <a:pt x="3658" y="10933"/>
                  <a:pt x="3658" y="10927"/>
                  <a:pt x="3649" y="10920"/>
                </a:cubicBezTo>
                <a:cubicBezTo>
                  <a:pt x="3326" y="10097"/>
                  <a:pt x="3193" y="9206"/>
                  <a:pt x="3276" y="8327"/>
                </a:cubicBezTo>
                <a:lnTo>
                  <a:pt x="3276" y="8301"/>
                </a:lnTo>
                <a:cubicBezTo>
                  <a:pt x="3284" y="8259"/>
                  <a:pt x="3284" y="8224"/>
                  <a:pt x="3291" y="8190"/>
                </a:cubicBezTo>
                <a:cubicBezTo>
                  <a:pt x="3291" y="8155"/>
                  <a:pt x="3298" y="8113"/>
                  <a:pt x="3304" y="8078"/>
                </a:cubicBezTo>
                <a:lnTo>
                  <a:pt x="3304" y="8045"/>
                </a:lnTo>
                <a:cubicBezTo>
                  <a:pt x="3435" y="7174"/>
                  <a:pt x="3767" y="6337"/>
                  <a:pt x="4280" y="5612"/>
                </a:cubicBezTo>
                <a:cubicBezTo>
                  <a:pt x="4280" y="5605"/>
                  <a:pt x="4286" y="5599"/>
                  <a:pt x="4293" y="5590"/>
                </a:cubicBezTo>
                <a:cubicBezTo>
                  <a:pt x="4313" y="5557"/>
                  <a:pt x="4341" y="5529"/>
                  <a:pt x="4363" y="5494"/>
                </a:cubicBezTo>
                <a:cubicBezTo>
                  <a:pt x="4383" y="5466"/>
                  <a:pt x="4404" y="5439"/>
                  <a:pt x="4424" y="5411"/>
                </a:cubicBezTo>
                <a:lnTo>
                  <a:pt x="4446" y="5391"/>
                </a:lnTo>
                <a:cubicBezTo>
                  <a:pt x="4991" y="4693"/>
                  <a:pt x="5696" y="4139"/>
                  <a:pt x="6498" y="3766"/>
                </a:cubicBezTo>
                <a:cubicBezTo>
                  <a:pt x="6511" y="3759"/>
                  <a:pt x="6519" y="3759"/>
                  <a:pt x="6526" y="3752"/>
                </a:cubicBezTo>
                <a:cubicBezTo>
                  <a:pt x="6561" y="3739"/>
                  <a:pt x="6594" y="3724"/>
                  <a:pt x="6635" y="3711"/>
                </a:cubicBezTo>
                <a:cubicBezTo>
                  <a:pt x="6663" y="3698"/>
                  <a:pt x="6698" y="3676"/>
                  <a:pt x="6733" y="3663"/>
                </a:cubicBezTo>
                <a:cubicBezTo>
                  <a:pt x="6740" y="3663"/>
                  <a:pt x="6746" y="3656"/>
                  <a:pt x="6760" y="3656"/>
                </a:cubicBezTo>
                <a:cubicBezTo>
                  <a:pt x="7425" y="3391"/>
                  <a:pt x="8140" y="3255"/>
                  <a:pt x="8861" y="3255"/>
                </a:cubicBezTo>
                <a:close/>
                <a:moveTo>
                  <a:pt x="9165" y="0"/>
                </a:moveTo>
                <a:lnTo>
                  <a:pt x="8578" y="2004"/>
                </a:lnTo>
                <a:cubicBezTo>
                  <a:pt x="8412" y="2011"/>
                  <a:pt x="8252" y="2024"/>
                  <a:pt x="8087" y="2039"/>
                </a:cubicBezTo>
                <a:cubicBezTo>
                  <a:pt x="8080" y="2039"/>
                  <a:pt x="8073" y="2039"/>
                  <a:pt x="8060" y="2045"/>
                </a:cubicBezTo>
                <a:cubicBezTo>
                  <a:pt x="8025" y="2045"/>
                  <a:pt x="7990" y="2052"/>
                  <a:pt x="7956" y="2052"/>
                </a:cubicBezTo>
                <a:cubicBezTo>
                  <a:pt x="7949" y="2059"/>
                  <a:pt x="7936" y="2059"/>
                  <a:pt x="7929" y="2059"/>
                </a:cubicBezTo>
                <a:cubicBezTo>
                  <a:pt x="7901" y="2059"/>
                  <a:pt x="7879" y="2065"/>
                  <a:pt x="7853" y="2074"/>
                </a:cubicBezTo>
                <a:cubicBezTo>
                  <a:pt x="7825" y="2074"/>
                  <a:pt x="7796" y="2080"/>
                  <a:pt x="7770" y="2080"/>
                </a:cubicBezTo>
                <a:cubicBezTo>
                  <a:pt x="7728" y="2087"/>
                  <a:pt x="7687" y="2094"/>
                  <a:pt x="7639" y="2100"/>
                </a:cubicBezTo>
                <a:cubicBezTo>
                  <a:pt x="7630" y="2107"/>
                  <a:pt x="7624" y="2107"/>
                  <a:pt x="7617" y="2107"/>
                </a:cubicBezTo>
                <a:cubicBezTo>
                  <a:pt x="7451" y="2135"/>
                  <a:pt x="7292" y="2170"/>
                  <a:pt x="7133" y="2211"/>
                </a:cubicBezTo>
                <a:lnTo>
                  <a:pt x="6000" y="463"/>
                </a:lnTo>
                <a:lnTo>
                  <a:pt x="4708" y="1022"/>
                </a:lnTo>
                <a:lnTo>
                  <a:pt x="5199" y="3047"/>
                </a:lnTo>
                <a:cubicBezTo>
                  <a:pt x="5053" y="3137"/>
                  <a:pt x="4922" y="3227"/>
                  <a:pt x="4784" y="3324"/>
                </a:cubicBezTo>
                <a:lnTo>
                  <a:pt x="4784" y="3331"/>
                </a:lnTo>
                <a:cubicBezTo>
                  <a:pt x="4777" y="3331"/>
                  <a:pt x="4777" y="3338"/>
                  <a:pt x="4769" y="3338"/>
                </a:cubicBezTo>
                <a:cubicBezTo>
                  <a:pt x="4736" y="3366"/>
                  <a:pt x="4694" y="3392"/>
                  <a:pt x="4660" y="3421"/>
                </a:cubicBezTo>
                <a:cubicBezTo>
                  <a:pt x="4638" y="3434"/>
                  <a:pt x="4618" y="3455"/>
                  <a:pt x="4597" y="3469"/>
                </a:cubicBezTo>
                <a:cubicBezTo>
                  <a:pt x="4577" y="3484"/>
                  <a:pt x="4555" y="3504"/>
                  <a:pt x="4535" y="3517"/>
                </a:cubicBezTo>
                <a:lnTo>
                  <a:pt x="4514" y="3538"/>
                </a:lnTo>
                <a:cubicBezTo>
                  <a:pt x="4487" y="3558"/>
                  <a:pt x="4459" y="3580"/>
                  <a:pt x="4431" y="3608"/>
                </a:cubicBezTo>
                <a:cubicBezTo>
                  <a:pt x="4424" y="3608"/>
                  <a:pt x="4417" y="3615"/>
                  <a:pt x="4411" y="3621"/>
                </a:cubicBezTo>
                <a:cubicBezTo>
                  <a:pt x="4286" y="3724"/>
                  <a:pt x="4169" y="3835"/>
                  <a:pt x="4051" y="3953"/>
                </a:cubicBezTo>
                <a:lnTo>
                  <a:pt x="2191" y="3006"/>
                </a:lnTo>
                <a:lnTo>
                  <a:pt x="1349" y="4132"/>
                </a:lnTo>
                <a:lnTo>
                  <a:pt x="2787" y="5647"/>
                </a:lnTo>
                <a:cubicBezTo>
                  <a:pt x="2711" y="5791"/>
                  <a:pt x="2641" y="5937"/>
                  <a:pt x="2571" y="6088"/>
                </a:cubicBezTo>
                <a:cubicBezTo>
                  <a:pt x="2571" y="6096"/>
                  <a:pt x="2565" y="6103"/>
                  <a:pt x="2565" y="6109"/>
                </a:cubicBezTo>
                <a:cubicBezTo>
                  <a:pt x="2545" y="6151"/>
                  <a:pt x="2530" y="6192"/>
                  <a:pt x="2510" y="6234"/>
                </a:cubicBezTo>
                <a:lnTo>
                  <a:pt x="2510" y="6241"/>
                </a:lnTo>
                <a:lnTo>
                  <a:pt x="2503" y="6247"/>
                </a:lnTo>
                <a:cubicBezTo>
                  <a:pt x="2497" y="6269"/>
                  <a:pt x="2488" y="6289"/>
                  <a:pt x="2482" y="6310"/>
                </a:cubicBezTo>
                <a:cubicBezTo>
                  <a:pt x="2468" y="6330"/>
                  <a:pt x="2462" y="6358"/>
                  <a:pt x="2455" y="6378"/>
                </a:cubicBezTo>
                <a:cubicBezTo>
                  <a:pt x="2434" y="6428"/>
                  <a:pt x="2420" y="6469"/>
                  <a:pt x="2405" y="6511"/>
                </a:cubicBezTo>
                <a:cubicBezTo>
                  <a:pt x="2399" y="6518"/>
                  <a:pt x="2399" y="6524"/>
                  <a:pt x="2399" y="6531"/>
                </a:cubicBezTo>
                <a:cubicBezTo>
                  <a:pt x="2344" y="6690"/>
                  <a:pt x="2289" y="6843"/>
                  <a:pt x="2248" y="7000"/>
                </a:cubicBezTo>
                <a:lnTo>
                  <a:pt x="166" y="7111"/>
                </a:lnTo>
                <a:lnTo>
                  <a:pt x="0" y="8508"/>
                </a:lnTo>
                <a:lnTo>
                  <a:pt x="1999" y="9095"/>
                </a:lnTo>
                <a:cubicBezTo>
                  <a:pt x="2006" y="9261"/>
                  <a:pt x="2019" y="9427"/>
                  <a:pt x="2040" y="9593"/>
                </a:cubicBezTo>
                <a:lnTo>
                  <a:pt x="2040" y="9613"/>
                </a:lnTo>
                <a:cubicBezTo>
                  <a:pt x="2047" y="9654"/>
                  <a:pt x="2047" y="9704"/>
                  <a:pt x="2054" y="9745"/>
                </a:cubicBezTo>
                <a:cubicBezTo>
                  <a:pt x="2060" y="9772"/>
                  <a:pt x="2060" y="9800"/>
                  <a:pt x="2067" y="9828"/>
                </a:cubicBezTo>
                <a:cubicBezTo>
                  <a:pt x="2067" y="9855"/>
                  <a:pt x="2074" y="9877"/>
                  <a:pt x="2082" y="9903"/>
                </a:cubicBezTo>
                <a:cubicBezTo>
                  <a:pt x="2089" y="9945"/>
                  <a:pt x="2095" y="9994"/>
                  <a:pt x="2102" y="10036"/>
                </a:cubicBezTo>
                <a:lnTo>
                  <a:pt x="2102" y="10062"/>
                </a:lnTo>
                <a:cubicBezTo>
                  <a:pt x="2108" y="10069"/>
                  <a:pt x="2108" y="10084"/>
                  <a:pt x="2108" y="10097"/>
                </a:cubicBezTo>
                <a:cubicBezTo>
                  <a:pt x="2130" y="10208"/>
                  <a:pt x="2157" y="10318"/>
                  <a:pt x="2178" y="10422"/>
                </a:cubicBezTo>
                <a:cubicBezTo>
                  <a:pt x="2191" y="10464"/>
                  <a:pt x="2198" y="10505"/>
                  <a:pt x="2213" y="10547"/>
                </a:cubicBezTo>
                <a:lnTo>
                  <a:pt x="465" y="11680"/>
                </a:lnTo>
                <a:lnTo>
                  <a:pt x="1017" y="12972"/>
                </a:lnTo>
                <a:lnTo>
                  <a:pt x="3042" y="12482"/>
                </a:lnTo>
                <a:cubicBezTo>
                  <a:pt x="3132" y="12620"/>
                  <a:pt x="3221" y="12758"/>
                  <a:pt x="3326" y="12889"/>
                </a:cubicBezTo>
                <a:cubicBezTo>
                  <a:pt x="3326" y="12897"/>
                  <a:pt x="3333" y="12904"/>
                  <a:pt x="3339" y="12910"/>
                </a:cubicBezTo>
                <a:cubicBezTo>
                  <a:pt x="3367" y="12945"/>
                  <a:pt x="3387" y="12980"/>
                  <a:pt x="3416" y="13013"/>
                </a:cubicBezTo>
                <a:cubicBezTo>
                  <a:pt x="3435" y="13035"/>
                  <a:pt x="3450" y="13055"/>
                  <a:pt x="3464" y="13076"/>
                </a:cubicBezTo>
                <a:cubicBezTo>
                  <a:pt x="3484" y="13096"/>
                  <a:pt x="3498" y="13118"/>
                  <a:pt x="3518" y="13138"/>
                </a:cubicBezTo>
                <a:cubicBezTo>
                  <a:pt x="3547" y="13172"/>
                  <a:pt x="3575" y="13207"/>
                  <a:pt x="3601" y="13242"/>
                </a:cubicBezTo>
                <a:cubicBezTo>
                  <a:pt x="3608" y="13249"/>
                  <a:pt x="3608" y="13255"/>
                  <a:pt x="3616" y="13262"/>
                </a:cubicBezTo>
                <a:cubicBezTo>
                  <a:pt x="3726" y="13386"/>
                  <a:pt x="3837" y="13511"/>
                  <a:pt x="3948" y="13629"/>
                </a:cubicBezTo>
                <a:lnTo>
                  <a:pt x="3001" y="15488"/>
                </a:lnTo>
                <a:lnTo>
                  <a:pt x="4134" y="16324"/>
                </a:lnTo>
                <a:lnTo>
                  <a:pt x="5640" y="14888"/>
                </a:lnTo>
                <a:cubicBezTo>
                  <a:pt x="5786" y="14962"/>
                  <a:pt x="5939" y="15039"/>
                  <a:pt x="6083" y="15102"/>
                </a:cubicBezTo>
                <a:cubicBezTo>
                  <a:pt x="6096" y="15108"/>
                  <a:pt x="6104" y="15108"/>
                  <a:pt x="6111" y="15115"/>
                </a:cubicBezTo>
                <a:cubicBezTo>
                  <a:pt x="6152" y="15128"/>
                  <a:pt x="6194" y="15150"/>
                  <a:pt x="6235" y="15163"/>
                </a:cubicBezTo>
                <a:cubicBezTo>
                  <a:pt x="6255" y="15178"/>
                  <a:pt x="6284" y="15185"/>
                  <a:pt x="6303" y="15198"/>
                </a:cubicBezTo>
                <a:cubicBezTo>
                  <a:pt x="6332" y="15204"/>
                  <a:pt x="6353" y="15211"/>
                  <a:pt x="6380" y="15226"/>
                </a:cubicBezTo>
                <a:cubicBezTo>
                  <a:pt x="6421" y="15239"/>
                  <a:pt x="6463" y="15253"/>
                  <a:pt x="6504" y="15274"/>
                </a:cubicBezTo>
                <a:cubicBezTo>
                  <a:pt x="6511" y="15274"/>
                  <a:pt x="6519" y="15274"/>
                  <a:pt x="6526" y="15281"/>
                </a:cubicBezTo>
                <a:cubicBezTo>
                  <a:pt x="6685" y="15336"/>
                  <a:pt x="6843" y="15385"/>
                  <a:pt x="7002" y="15433"/>
                </a:cubicBezTo>
                <a:lnTo>
                  <a:pt x="7106" y="17513"/>
                </a:lnTo>
                <a:lnTo>
                  <a:pt x="8501" y="17679"/>
                </a:lnTo>
                <a:lnTo>
                  <a:pt x="9097" y="15676"/>
                </a:lnTo>
                <a:cubicBezTo>
                  <a:pt x="9256" y="15667"/>
                  <a:pt x="9422" y="15661"/>
                  <a:pt x="9588" y="15641"/>
                </a:cubicBezTo>
                <a:lnTo>
                  <a:pt x="9608" y="15641"/>
                </a:lnTo>
                <a:cubicBezTo>
                  <a:pt x="9649" y="15634"/>
                  <a:pt x="9684" y="15626"/>
                  <a:pt x="9719" y="15626"/>
                </a:cubicBezTo>
                <a:cubicBezTo>
                  <a:pt x="9725" y="15626"/>
                  <a:pt x="9732" y="15619"/>
                  <a:pt x="9745" y="15619"/>
                </a:cubicBezTo>
                <a:cubicBezTo>
                  <a:pt x="9774" y="15619"/>
                  <a:pt x="9795" y="15613"/>
                  <a:pt x="9822" y="15613"/>
                </a:cubicBezTo>
                <a:cubicBezTo>
                  <a:pt x="9850" y="15606"/>
                  <a:pt x="9878" y="15599"/>
                  <a:pt x="9898" y="15599"/>
                </a:cubicBezTo>
                <a:cubicBezTo>
                  <a:pt x="9946" y="15593"/>
                  <a:pt x="9988" y="15584"/>
                  <a:pt x="10036" y="15578"/>
                </a:cubicBezTo>
                <a:cubicBezTo>
                  <a:pt x="10044" y="15571"/>
                  <a:pt x="10044" y="15571"/>
                  <a:pt x="10051" y="15571"/>
                </a:cubicBezTo>
                <a:lnTo>
                  <a:pt x="10057" y="15571"/>
                </a:lnTo>
                <a:cubicBezTo>
                  <a:pt x="10223" y="15543"/>
                  <a:pt x="10382" y="15510"/>
                  <a:pt x="10542" y="15468"/>
                </a:cubicBezTo>
                <a:lnTo>
                  <a:pt x="11675" y="17217"/>
                </a:lnTo>
                <a:lnTo>
                  <a:pt x="12967" y="16656"/>
                </a:lnTo>
                <a:lnTo>
                  <a:pt x="12476" y="14631"/>
                </a:lnTo>
                <a:cubicBezTo>
                  <a:pt x="12511" y="14611"/>
                  <a:pt x="12545" y="14589"/>
                  <a:pt x="12580" y="14569"/>
                </a:cubicBezTo>
                <a:cubicBezTo>
                  <a:pt x="12676" y="14506"/>
                  <a:pt x="12766" y="14445"/>
                  <a:pt x="12856" y="14375"/>
                </a:cubicBezTo>
                <a:cubicBezTo>
                  <a:pt x="12870" y="14368"/>
                  <a:pt x="12877" y="14362"/>
                  <a:pt x="12884" y="14355"/>
                </a:cubicBezTo>
                <a:cubicBezTo>
                  <a:pt x="12890" y="14355"/>
                  <a:pt x="12890" y="14355"/>
                  <a:pt x="12890" y="14349"/>
                </a:cubicBezTo>
                <a:cubicBezTo>
                  <a:pt x="12897" y="14349"/>
                  <a:pt x="12897" y="14340"/>
                  <a:pt x="12905" y="14340"/>
                </a:cubicBezTo>
                <a:cubicBezTo>
                  <a:pt x="12938" y="14314"/>
                  <a:pt x="12980" y="14286"/>
                  <a:pt x="13015" y="14257"/>
                </a:cubicBezTo>
                <a:cubicBezTo>
                  <a:pt x="13036" y="14244"/>
                  <a:pt x="13056" y="14224"/>
                  <a:pt x="13078" y="14209"/>
                </a:cubicBezTo>
                <a:cubicBezTo>
                  <a:pt x="13098" y="14196"/>
                  <a:pt x="13119" y="14174"/>
                  <a:pt x="13139" y="14161"/>
                </a:cubicBezTo>
                <a:cubicBezTo>
                  <a:pt x="13146" y="14154"/>
                  <a:pt x="13154" y="14148"/>
                  <a:pt x="13161" y="14141"/>
                </a:cubicBezTo>
                <a:cubicBezTo>
                  <a:pt x="13187" y="14120"/>
                  <a:pt x="13215" y="14100"/>
                  <a:pt x="13244" y="14072"/>
                </a:cubicBezTo>
                <a:cubicBezTo>
                  <a:pt x="13250" y="14072"/>
                  <a:pt x="13250" y="14065"/>
                  <a:pt x="13257" y="14058"/>
                </a:cubicBezTo>
                <a:cubicBezTo>
                  <a:pt x="13388" y="13954"/>
                  <a:pt x="13506" y="13843"/>
                  <a:pt x="13624" y="13727"/>
                </a:cubicBezTo>
                <a:lnTo>
                  <a:pt x="15483" y="14672"/>
                </a:lnTo>
                <a:lnTo>
                  <a:pt x="16326" y="13546"/>
                </a:lnTo>
                <a:lnTo>
                  <a:pt x="14888" y="12033"/>
                </a:lnTo>
                <a:cubicBezTo>
                  <a:pt x="14964" y="11887"/>
                  <a:pt x="15033" y="11743"/>
                  <a:pt x="15103" y="11590"/>
                </a:cubicBezTo>
                <a:cubicBezTo>
                  <a:pt x="15103" y="11583"/>
                  <a:pt x="15110" y="11577"/>
                  <a:pt x="15110" y="11570"/>
                </a:cubicBezTo>
                <a:cubicBezTo>
                  <a:pt x="15130" y="11529"/>
                  <a:pt x="15145" y="11487"/>
                  <a:pt x="15165" y="11446"/>
                </a:cubicBezTo>
                <a:cubicBezTo>
                  <a:pt x="15171" y="11418"/>
                  <a:pt x="15186" y="11396"/>
                  <a:pt x="15193" y="11369"/>
                </a:cubicBezTo>
                <a:cubicBezTo>
                  <a:pt x="15199" y="11348"/>
                  <a:pt x="15213" y="11321"/>
                  <a:pt x="15219" y="11300"/>
                </a:cubicBezTo>
                <a:cubicBezTo>
                  <a:pt x="15241" y="11258"/>
                  <a:pt x="15254" y="11210"/>
                  <a:pt x="15269" y="11169"/>
                </a:cubicBezTo>
                <a:cubicBezTo>
                  <a:pt x="15269" y="11162"/>
                  <a:pt x="15276" y="11155"/>
                  <a:pt x="15276" y="11147"/>
                </a:cubicBezTo>
                <a:cubicBezTo>
                  <a:pt x="15330" y="10996"/>
                  <a:pt x="15385" y="10837"/>
                  <a:pt x="15427" y="10678"/>
                </a:cubicBezTo>
                <a:lnTo>
                  <a:pt x="17508" y="10567"/>
                </a:lnTo>
                <a:lnTo>
                  <a:pt x="17674" y="9172"/>
                </a:lnTo>
                <a:lnTo>
                  <a:pt x="15675" y="8584"/>
                </a:lnTo>
                <a:cubicBezTo>
                  <a:pt x="15669" y="8418"/>
                  <a:pt x="15656" y="8253"/>
                  <a:pt x="15634" y="8087"/>
                </a:cubicBezTo>
                <a:lnTo>
                  <a:pt x="15634" y="8065"/>
                </a:lnTo>
                <a:cubicBezTo>
                  <a:pt x="15627" y="8024"/>
                  <a:pt x="15621" y="7976"/>
                  <a:pt x="15621" y="7934"/>
                </a:cubicBezTo>
                <a:cubicBezTo>
                  <a:pt x="15614" y="7906"/>
                  <a:pt x="15607" y="7879"/>
                  <a:pt x="15607" y="7851"/>
                </a:cubicBezTo>
                <a:cubicBezTo>
                  <a:pt x="15601" y="7830"/>
                  <a:pt x="15601" y="7803"/>
                  <a:pt x="15592" y="7775"/>
                </a:cubicBezTo>
                <a:cubicBezTo>
                  <a:pt x="15586" y="7733"/>
                  <a:pt x="15579" y="7685"/>
                  <a:pt x="15573" y="7644"/>
                </a:cubicBezTo>
                <a:cubicBezTo>
                  <a:pt x="15573" y="7637"/>
                  <a:pt x="15573" y="7631"/>
                  <a:pt x="15566" y="7616"/>
                </a:cubicBezTo>
                <a:cubicBezTo>
                  <a:pt x="15538" y="7456"/>
                  <a:pt x="15503" y="7299"/>
                  <a:pt x="15461" y="7140"/>
                </a:cubicBezTo>
                <a:lnTo>
                  <a:pt x="17210" y="5998"/>
                </a:lnTo>
                <a:lnTo>
                  <a:pt x="16657" y="4706"/>
                </a:lnTo>
                <a:lnTo>
                  <a:pt x="14625" y="5197"/>
                </a:lnTo>
                <a:cubicBezTo>
                  <a:pt x="14542" y="5059"/>
                  <a:pt x="14446" y="4920"/>
                  <a:pt x="14348" y="4789"/>
                </a:cubicBezTo>
                <a:cubicBezTo>
                  <a:pt x="14348" y="4782"/>
                  <a:pt x="14342" y="4776"/>
                  <a:pt x="14335" y="4769"/>
                </a:cubicBezTo>
                <a:cubicBezTo>
                  <a:pt x="14307" y="4734"/>
                  <a:pt x="14280" y="4700"/>
                  <a:pt x="14252" y="4665"/>
                </a:cubicBezTo>
                <a:cubicBezTo>
                  <a:pt x="14239" y="4645"/>
                  <a:pt x="14224" y="4623"/>
                  <a:pt x="14204" y="4603"/>
                </a:cubicBezTo>
                <a:cubicBezTo>
                  <a:pt x="14191" y="4582"/>
                  <a:pt x="14176" y="4562"/>
                  <a:pt x="14156" y="4540"/>
                </a:cubicBezTo>
                <a:cubicBezTo>
                  <a:pt x="14128" y="4505"/>
                  <a:pt x="14100" y="4471"/>
                  <a:pt x="14073" y="4437"/>
                </a:cubicBezTo>
                <a:cubicBezTo>
                  <a:pt x="14066" y="4429"/>
                  <a:pt x="14058" y="4423"/>
                  <a:pt x="14058" y="4416"/>
                </a:cubicBezTo>
                <a:cubicBezTo>
                  <a:pt x="13949" y="4291"/>
                  <a:pt x="13838" y="4167"/>
                  <a:pt x="13720" y="4049"/>
                </a:cubicBezTo>
                <a:lnTo>
                  <a:pt x="14674" y="2198"/>
                </a:lnTo>
                <a:lnTo>
                  <a:pt x="13541" y="1354"/>
                </a:lnTo>
                <a:lnTo>
                  <a:pt x="12034" y="2792"/>
                </a:lnTo>
                <a:cubicBezTo>
                  <a:pt x="11888" y="2716"/>
                  <a:pt x="11736" y="2639"/>
                  <a:pt x="11585" y="2578"/>
                </a:cubicBezTo>
                <a:cubicBezTo>
                  <a:pt x="11578" y="2571"/>
                  <a:pt x="11570" y="2571"/>
                  <a:pt x="11563" y="2563"/>
                </a:cubicBezTo>
                <a:cubicBezTo>
                  <a:pt x="11522" y="2550"/>
                  <a:pt x="11480" y="2530"/>
                  <a:pt x="11439" y="2515"/>
                </a:cubicBezTo>
                <a:cubicBezTo>
                  <a:pt x="11419" y="2502"/>
                  <a:pt x="11391" y="2495"/>
                  <a:pt x="11371" y="2480"/>
                </a:cubicBezTo>
                <a:cubicBezTo>
                  <a:pt x="11343" y="2473"/>
                  <a:pt x="11321" y="2467"/>
                  <a:pt x="11295" y="2454"/>
                </a:cubicBezTo>
                <a:cubicBezTo>
                  <a:pt x="11253" y="2439"/>
                  <a:pt x="11212" y="2425"/>
                  <a:pt x="11170" y="2405"/>
                </a:cubicBezTo>
                <a:cubicBezTo>
                  <a:pt x="11164" y="2405"/>
                  <a:pt x="11155" y="2405"/>
                  <a:pt x="11142" y="2397"/>
                </a:cubicBezTo>
                <a:cubicBezTo>
                  <a:pt x="10989" y="2342"/>
                  <a:pt x="10832" y="2294"/>
                  <a:pt x="10673" y="2253"/>
                </a:cubicBezTo>
                <a:lnTo>
                  <a:pt x="10568" y="166"/>
                </a:lnTo>
                <a:lnTo>
                  <a:pt x="91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01217254"/>
      </p:ext>
    </p:extLst>
  </p:cSld>
  <p:clrMapOvr>
    <a:masterClrMapping/>
  </p:clrMapOvr>
  <p:hf sldNum="0" hdr="0" ftr="0" dt="0"/>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Title and four columns">
  <p:cSld name="Title and four columns">
    <p:spTree>
      <p:nvGrpSpPr>
        <p:cNvPr id="1" name="Shape 10851"/>
        <p:cNvGrpSpPr/>
        <p:nvPr/>
      </p:nvGrpSpPr>
      <p:grpSpPr>
        <a:xfrm>
          <a:off x="0" y="0"/>
          <a:ext cx="0" cy="0"/>
          <a:chOff x="0" y="0"/>
          <a:chExt cx="0" cy="0"/>
        </a:xfrm>
      </p:grpSpPr>
      <p:sp>
        <p:nvSpPr>
          <p:cNvPr id="10852" name="Google Shape;10852;p24"/>
          <p:cNvSpPr txBox="1">
            <a:spLocks noGrp="1"/>
          </p:cNvSpPr>
          <p:nvPr>
            <p:ph type="title"/>
          </p:nvPr>
        </p:nvSpPr>
        <p:spPr>
          <a:xfrm>
            <a:off x="720000" y="445025"/>
            <a:ext cx="7704000" cy="681900"/>
          </a:xfrm>
          <a:prstGeom prst="rect">
            <a:avLst/>
          </a:prstGeom>
        </p:spPr>
        <p:txBody>
          <a:bodyPr spcFirstLastPara="1" wrap="square" lIns="91425" tIns="91425" rIns="91425" bIns="91425" anchor="t" anchorCtr="0">
            <a:noAutofit/>
          </a:bodyPr>
          <a:lstStyle>
            <a:lvl1pPr lvl="0" algn="ctr" rtl="0">
              <a:lnSpc>
                <a:spcPct val="115000"/>
              </a:lnSpc>
              <a:spcBef>
                <a:spcPts val="0"/>
              </a:spcBef>
              <a:spcAft>
                <a:spcPts val="0"/>
              </a:spcAft>
              <a:buClr>
                <a:schemeClr val="dk2"/>
              </a:buClr>
              <a:buSzPts val="3500"/>
              <a:buNone/>
              <a:defRPr>
                <a:solidFill>
                  <a:schemeClr val="dk2"/>
                </a:solidFill>
              </a:defRPr>
            </a:lvl1pPr>
            <a:lvl2pPr lvl="1" rtl="0">
              <a:lnSpc>
                <a:spcPct val="115000"/>
              </a:lnSpc>
              <a:spcBef>
                <a:spcPts val="0"/>
              </a:spcBef>
              <a:spcAft>
                <a:spcPts val="0"/>
              </a:spcAft>
              <a:buClr>
                <a:schemeClr val="dk2"/>
              </a:buClr>
              <a:buSzPts val="3500"/>
              <a:buNone/>
              <a:defRPr>
                <a:solidFill>
                  <a:schemeClr val="dk2"/>
                </a:solidFill>
              </a:defRPr>
            </a:lvl2pPr>
            <a:lvl3pPr lvl="2" rtl="0">
              <a:lnSpc>
                <a:spcPct val="115000"/>
              </a:lnSpc>
              <a:spcBef>
                <a:spcPts val="0"/>
              </a:spcBef>
              <a:spcAft>
                <a:spcPts val="0"/>
              </a:spcAft>
              <a:buClr>
                <a:schemeClr val="dk2"/>
              </a:buClr>
              <a:buSzPts val="3500"/>
              <a:buNone/>
              <a:defRPr>
                <a:solidFill>
                  <a:schemeClr val="dk2"/>
                </a:solidFill>
              </a:defRPr>
            </a:lvl3pPr>
            <a:lvl4pPr lvl="3" rtl="0">
              <a:lnSpc>
                <a:spcPct val="115000"/>
              </a:lnSpc>
              <a:spcBef>
                <a:spcPts val="0"/>
              </a:spcBef>
              <a:spcAft>
                <a:spcPts val="0"/>
              </a:spcAft>
              <a:buClr>
                <a:schemeClr val="dk2"/>
              </a:buClr>
              <a:buSzPts val="3500"/>
              <a:buNone/>
              <a:defRPr>
                <a:solidFill>
                  <a:schemeClr val="dk2"/>
                </a:solidFill>
              </a:defRPr>
            </a:lvl4pPr>
            <a:lvl5pPr lvl="4" rtl="0">
              <a:lnSpc>
                <a:spcPct val="115000"/>
              </a:lnSpc>
              <a:spcBef>
                <a:spcPts val="0"/>
              </a:spcBef>
              <a:spcAft>
                <a:spcPts val="0"/>
              </a:spcAft>
              <a:buClr>
                <a:schemeClr val="dk2"/>
              </a:buClr>
              <a:buSzPts val="3500"/>
              <a:buNone/>
              <a:defRPr>
                <a:solidFill>
                  <a:schemeClr val="dk2"/>
                </a:solidFill>
              </a:defRPr>
            </a:lvl5pPr>
            <a:lvl6pPr lvl="5" rtl="0">
              <a:lnSpc>
                <a:spcPct val="115000"/>
              </a:lnSpc>
              <a:spcBef>
                <a:spcPts val="0"/>
              </a:spcBef>
              <a:spcAft>
                <a:spcPts val="0"/>
              </a:spcAft>
              <a:buClr>
                <a:schemeClr val="dk2"/>
              </a:buClr>
              <a:buSzPts val="3500"/>
              <a:buNone/>
              <a:defRPr>
                <a:solidFill>
                  <a:schemeClr val="dk2"/>
                </a:solidFill>
              </a:defRPr>
            </a:lvl6pPr>
            <a:lvl7pPr lvl="6" rtl="0">
              <a:lnSpc>
                <a:spcPct val="115000"/>
              </a:lnSpc>
              <a:spcBef>
                <a:spcPts val="0"/>
              </a:spcBef>
              <a:spcAft>
                <a:spcPts val="0"/>
              </a:spcAft>
              <a:buClr>
                <a:schemeClr val="dk2"/>
              </a:buClr>
              <a:buSzPts val="3500"/>
              <a:buNone/>
              <a:defRPr>
                <a:solidFill>
                  <a:schemeClr val="dk2"/>
                </a:solidFill>
              </a:defRPr>
            </a:lvl7pPr>
            <a:lvl8pPr lvl="7" rtl="0">
              <a:lnSpc>
                <a:spcPct val="115000"/>
              </a:lnSpc>
              <a:spcBef>
                <a:spcPts val="0"/>
              </a:spcBef>
              <a:spcAft>
                <a:spcPts val="0"/>
              </a:spcAft>
              <a:buClr>
                <a:schemeClr val="dk2"/>
              </a:buClr>
              <a:buSzPts val="3500"/>
              <a:buNone/>
              <a:defRPr>
                <a:solidFill>
                  <a:schemeClr val="dk2"/>
                </a:solidFill>
              </a:defRPr>
            </a:lvl8pPr>
            <a:lvl9pPr lvl="8" rtl="0">
              <a:lnSpc>
                <a:spcPct val="115000"/>
              </a:lnSpc>
              <a:spcBef>
                <a:spcPts val="0"/>
              </a:spcBef>
              <a:spcAft>
                <a:spcPts val="0"/>
              </a:spcAft>
              <a:buClr>
                <a:schemeClr val="dk2"/>
              </a:buClr>
              <a:buSzPts val="3500"/>
              <a:buNone/>
              <a:defRPr>
                <a:solidFill>
                  <a:schemeClr val="dk2"/>
                </a:solidFill>
              </a:defRPr>
            </a:lvl9pPr>
          </a:lstStyle>
          <a:p>
            <a:r>
              <a:rPr lang="en-US"/>
              <a:t>Click to edit Master title style</a:t>
            </a:r>
            <a:endParaRPr/>
          </a:p>
        </p:txBody>
      </p:sp>
      <p:sp>
        <p:nvSpPr>
          <p:cNvPr id="10853" name="Google Shape;10853;p24"/>
          <p:cNvSpPr txBox="1">
            <a:spLocks noGrp="1"/>
          </p:cNvSpPr>
          <p:nvPr>
            <p:ph type="subTitle" idx="1"/>
          </p:nvPr>
        </p:nvSpPr>
        <p:spPr>
          <a:xfrm>
            <a:off x="713225" y="3851000"/>
            <a:ext cx="2069100" cy="753000"/>
          </a:xfrm>
          <a:prstGeom prst="rect">
            <a:avLst/>
          </a:prstGeom>
        </p:spPr>
        <p:txBody>
          <a:bodyPr spcFirstLastPara="1" wrap="square" lIns="91425" tIns="91425" rIns="91425" bIns="91425" anchor="t" anchorCtr="0">
            <a:noAutofit/>
          </a:bodyPr>
          <a:lstStyle>
            <a:lvl1pPr lvl="0" algn="ctr" rtl="0">
              <a:lnSpc>
                <a:spcPct val="115000"/>
              </a:lnSpc>
              <a:spcBef>
                <a:spcPts val="0"/>
              </a:spcBef>
              <a:spcAft>
                <a:spcPts val="0"/>
              </a:spcAft>
              <a:buClr>
                <a:schemeClr val="dk2"/>
              </a:buClr>
              <a:buSzPts val="1400"/>
              <a:buNone/>
              <a:defRPr sz="1400">
                <a:solidFill>
                  <a:schemeClr val="dk2"/>
                </a:solidFill>
              </a:defRPr>
            </a:lvl1pPr>
            <a:lvl2pPr lvl="1" algn="ctr" rtl="0">
              <a:lnSpc>
                <a:spcPct val="115000"/>
              </a:lnSpc>
              <a:spcBef>
                <a:spcPts val="0"/>
              </a:spcBef>
              <a:spcAft>
                <a:spcPts val="0"/>
              </a:spcAft>
              <a:buClr>
                <a:schemeClr val="dk2"/>
              </a:buClr>
              <a:buSzPts val="1400"/>
              <a:buNone/>
              <a:defRPr>
                <a:solidFill>
                  <a:schemeClr val="dk2"/>
                </a:solidFill>
              </a:defRPr>
            </a:lvl2pPr>
            <a:lvl3pPr lvl="2" algn="ctr" rtl="0">
              <a:lnSpc>
                <a:spcPct val="115000"/>
              </a:lnSpc>
              <a:spcBef>
                <a:spcPts val="1600"/>
              </a:spcBef>
              <a:spcAft>
                <a:spcPts val="0"/>
              </a:spcAft>
              <a:buClr>
                <a:schemeClr val="dk2"/>
              </a:buClr>
              <a:buSzPts val="1400"/>
              <a:buNone/>
              <a:defRPr>
                <a:solidFill>
                  <a:schemeClr val="dk2"/>
                </a:solidFill>
              </a:defRPr>
            </a:lvl3pPr>
            <a:lvl4pPr lvl="3" algn="ctr" rtl="0">
              <a:lnSpc>
                <a:spcPct val="115000"/>
              </a:lnSpc>
              <a:spcBef>
                <a:spcPts val="1600"/>
              </a:spcBef>
              <a:spcAft>
                <a:spcPts val="0"/>
              </a:spcAft>
              <a:buClr>
                <a:schemeClr val="dk2"/>
              </a:buClr>
              <a:buSzPts val="1400"/>
              <a:buNone/>
              <a:defRPr>
                <a:solidFill>
                  <a:schemeClr val="dk2"/>
                </a:solidFill>
              </a:defRPr>
            </a:lvl4pPr>
            <a:lvl5pPr lvl="4" algn="ctr" rtl="0">
              <a:lnSpc>
                <a:spcPct val="115000"/>
              </a:lnSpc>
              <a:spcBef>
                <a:spcPts val="1600"/>
              </a:spcBef>
              <a:spcAft>
                <a:spcPts val="0"/>
              </a:spcAft>
              <a:buClr>
                <a:schemeClr val="dk2"/>
              </a:buClr>
              <a:buSzPts val="1400"/>
              <a:buNone/>
              <a:defRPr>
                <a:solidFill>
                  <a:schemeClr val="dk2"/>
                </a:solidFill>
              </a:defRPr>
            </a:lvl5pPr>
            <a:lvl6pPr lvl="5" algn="ctr" rtl="0">
              <a:lnSpc>
                <a:spcPct val="115000"/>
              </a:lnSpc>
              <a:spcBef>
                <a:spcPts val="1600"/>
              </a:spcBef>
              <a:spcAft>
                <a:spcPts val="0"/>
              </a:spcAft>
              <a:buClr>
                <a:schemeClr val="dk2"/>
              </a:buClr>
              <a:buSzPts val="1400"/>
              <a:buNone/>
              <a:defRPr>
                <a:solidFill>
                  <a:schemeClr val="dk2"/>
                </a:solidFill>
              </a:defRPr>
            </a:lvl6pPr>
            <a:lvl7pPr lvl="6" algn="ctr" rtl="0">
              <a:lnSpc>
                <a:spcPct val="115000"/>
              </a:lnSpc>
              <a:spcBef>
                <a:spcPts val="1600"/>
              </a:spcBef>
              <a:spcAft>
                <a:spcPts val="0"/>
              </a:spcAft>
              <a:buClr>
                <a:schemeClr val="dk2"/>
              </a:buClr>
              <a:buSzPts val="1400"/>
              <a:buNone/>
              <a:defRPr>
                <a:solidFill>
                  <a:schemeClr val="dk2"/>
                </a:solidFill>
              </a:defRPr>
            </a:lvl7pPr>
            <a:lvl8pPr lvl="7" algn="ctr" rtl="0">
              <a:lnSpc>
                <a:spcPct val="115000"/>
              </a:lnSpc>
              <a:spcBef>
                <a:spcPts val="1600"/>
              </a:spcBef>
              <a:spcAft>
                <a:spcPts val="0"/>
              </a:spcAft>
              <a:buClr>
                <a:schemeClr val="dk2"/>
              </a:buClr>
              <a:buSzPts val="1400"/>
              <a:buNone/>
              <a:defRPr>
                <a:solidFill>
                  <a:schemeClr val="dk2"/>
                </a:solidFill>
              </a:defRPr>
            </a:lvl8pPr>
            <a:lvl9pPr lvl="8" algn="ctr" rtl="0">
              <a:lnSpc>
                <a:spcPct val="115000"/>
              </a:lnSpc>
              <a:spcBef>
                <a:spcPts val="1600"/>
              </a:spcBef>
              <a:spcAft>
                <a:spcPts val="1600"/>
              </a:spcAft>
              <a:buClr>
                <a:schemeClr val="dk2"/>
              </a:buClr>
              <a:buSzPts val="1400"/>
              <a:buNone/>
              <a:defRPr>
                <a:solidFill>
                  <a:schemeClr val="dk2"/>
                </a:solidFill>
              </a:defRPr>
            </a:lvl9pPr>
          </a:lstStyle>
          <a:p>
            <a:r>
              <a:rPr lang="en-US"/>
              <a:t>Click to edit Master subtitle style</a:t>
            </a:r>
            <a:endParaRPr/>
          </a:p>
        </p:txBody>
      </p:sp>
      <p:sp>
        <p:nvSpPr>
          <p:cNvPr id="10854" name="Google Shape;10854;p24"/>
          <p:cNvSpPr txBox="1">
            <a:spLocks noGrp="1"/>
          </p:cNvSpPr>
          <p:nvPr>
            <p:ph type="subTitle" idx="2"/>
          </p:nvPr>
        </p:nvSpPr>
        <p:spPr>
          <a:xfrm>
            <a:off x="713225" y="3496180"/>
            <a:ext cx="2069100" cy="484200"/>
          </a:xfrm>
          <a:prstGeom prst="rect">
            <a:avLst/>
          </a:prstGeom>
        </p:spPr>
        <p:txBody>
          <a:bodyPr spcFirstLastPara="1" wrap="square" lIns="91425" tIns="91425" rIns="91425" bIns="91425" anchor="b" anchorCtr="0">
            <a:noAutofit/>
          </a:bodyPr>
          <a:lstStyle>
            <a:lvl1pPr lvl="0" algn="ctr" rtl="0">
              <a:lnSpc>
                <a:spcPct val="115000"/>
              </a:lnSpc>
              <a:spcBef>
                <a:spcPts val="0"/>
              </a:spcBef>
              <a:spcAft>
                <a:spcPts val="0"/>
              </a:spcAft>
              <a:buClr>
                <a:schemeClr val="dk2"/>
              </a:buClr>
              <a:buSzPts val="2400"/>
              <a:buFont typeface="Poppins Medium"/>
              <a:buNone/>
              <a:defRPr sz="2400">
                <a:solidFill>
                  <a:schemeClr val="dk2"/>
                </a:solidFill>
                <a:latin typeface="Poppins SemiBold"/>
                <a:ea typeface="Poppins SemiBold"/>
                <a:cs typeface="Poppins SemiBold"/>
                <a:sym typeface="Poppins SemiBold"/>
              </a:defRPr>
            </a:lvl1pPr>
            <a:lvl2pPr lvl="1"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2pPr>
            <a:lvl3pPr lvl="2"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3pPr>
            <a:lvl4pPr lvl="3"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4pPr>
            <a:lvl5pPr lvl="4"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5pPr>
            <a:lvl6pPr lvl="5"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6pPr>
            <a:lvl7pPr lvl="6"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7pPr>
            <a:lvl8pPr lvl="7"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8pPr>
            <a:lvl9pPr lvl="8"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9pPr>
          </a:lstStyle>
          <a:p>
            <a:r>
              <a:rPr lang="en-US"/>
              <a:t>Click to edit Master subtitle style</a:t>
            </a:r>
            <a:endParaRPr/>
          </a:p>
        </p:txBody>
      </p:sp>
      <p:sp>
        <p:nvSpPr>
          <p:cNvPr id="10855" name="Google Shape;10855;p24"/>
          <p:cNvSpPr txBox="1">
            <a:spLocks noGrp="1"/>
          </p:cNvSpPr>
          <p:nvPr>
            <p:ph type="subTitle" idx="3"/>
          </p:nvPr>
        </p:nvSpPr>
        <p:spPr>
          <a:xfrm>
            <a:off x="2596046" y="2343934"/>
            <a:ext cx="2069100" cy="749700"/>
          </a:xfrm>
          <a:prstGeom prst="rect">
            <a:avLst/>
          </a:prstGeom>
        </p:spPr>
        <p:txBody>
          <a:bodyPr spcFirstLastPara="1" wrap="square" lIns="91425" tIns="91425" rIns="91425" bIns="91425" anchor="t" anchorCtr="0">
            <a:noAutofit/>
          </a:bodyPr>
          <a:lstStyle>
            <a:lvl1pPr lvl="0" algn="ctr" rtl="0">
              <a:lnSpc>
                <a:spcPct val="115000"/>
              </a:lnSpc>
              <a:spcBef>
                <a:spcPts val="0"/>
              </a:spcBef>
              <a:spcAft>
                <a:spcPts val="0"/>
              </a:spcAft>
              <a:buClr>
                <a:schemeClr val="dk2"/>
              </a:buClr>
              <a:buSzPts val="1400"/>
              <a:buNone/>
              <a:defRPr sz="1400">
                <a:solidFill>
                  <a:schemeClr val="dk2"/>
                </a:solidFill>
              </a:defRPr>
            </a:lvl1pPr>
            <a:lvl2pPr lvl="1" algn="ctr" rtl="0">
              <a:lnSpc>
                <a:spcPct val="115000"/>
              </a:lnSpc>
              <a:spcBef>
                <a:spcPts val="0"/>
              </a:spcBef>
              <a:spcAft>
                <a:spcPts val="0"/>
              </a:spcAft>
              <a:buClr>
                <a:schemeClr val="dk2"/>
              </a:buClr>
              <a:buSzPts val="1400"/>
              <a:buNone/>
              <a:defRPr>
                <a:solidFill>
                  <a:schemeClr val="dk2"/>
                </a:solidFill>
              </a:defRPr>
            </a:lvl2pPr>
            <a:lvl3pPr lvl="2" algn="ctr" rtl="0">
              <a:lnSpc>
                <a:spcPct val="115000"/>
              </a:lnSpc>
              <a:spcBef>
                <a:spcPts val="1600"/>
              </a:spcBef>
              <a:spcAft>
                <a:spcPts val="0"/>
              </a:spcAft>
              <a:buClr>
                <a:schemeClr val="dk2"/>
              </a:buClr>
              <a:buSzPts val="1400"/>
              <a:buNone/>
              <a:defRPr>
                <a:solidFill>
                  <a:schemeClr val="dk2"/>
                </a:solidFill>
              </a:defRPr>
            </a:lvl3pPr>
            <a:lvl4pPr lvl="3" algn="ctr" rtl="0">
              <a:lnSpc>
                <a:spcPct val="115000"/>
              </a:lnSpc>
              <a:spcBef>
                <a:spcPts val="1600"/>
              </a:spcBef>
              <a:spcAft>
                <a:spcPts val="0"/>
              </a:spcAft>
              <a:buClr>
                <a:schemeClr val="dk2"/>
              </a:buClr>
              <a:buSzPts val="1400"/>
              <a:buNone/>
              <a:defRPr>
                <a:solidFill>
                  <a:schemeClr val="dk2"/>
                </a:solidFill>
              </a:defRPr>
            </a:lvl4pPr>
            <a:lvl5pPr lvl="4" algn="ctr" rtl="0">
              <a:lnSpc>
                <a:spcPct val="115000"/>
              </a:lnSpc>
              <a:spcBef>
                <a:spcPts val="1600"/>
              </a:spcBef>
              <a:spcAft>
                <a:spcPts val="0"/>
              </a:spcAft>
              <a:buClr>
                <a:schemeClr val="dk2"/>
              </a:buClr>
              <a:buSzPts val="1400"/>
              <a:buNone/>
              <a:defRPr>
                <a:solidFill>
                  <a:schemeClr val="dk2"/>
                </a:solidFill>
              </a:defRPr>
            </a:lvl5pPr>
            <a:lvl6pPr lvl="5" algn="ctr" rtl="0">
              <a:lnSpc>
                <a:spcPct val="115000"/>
              </a:lnSpc>
              <a:spcBef>
                <a:spcPts val="1600"/>
              </a:spcBef>
              <a:spcAft>
                <a:spcPts val="0"/>
              </a:spcAft>
              <a:buClr>
                <a:schemeClr val="dk2"/>
              </a:buClr>
              <a:buSzPts val="1400"/>
              <a:buNone/>
              <a:defRPr>
                <a:solidFill>
                  <a:schemeClr val="dk2"/>
                </a:solidFill>
              </a:defRPr>
            </a:lvl6pPr>
            <a:lvl7pPr lvl="6" algn="ctr" rtl="0">
              <a:lnSpc>
                <a:spcPct val="115000"/>
              </a:lnSpc>
              <a:spcBef>
                <a:spcPts val="1600"/>
              </a:spcBef>
              <a:spcAft>
                <a:spcPts val="0"/>
              </a:spcAft>
              <a:buClr>
                <a:schemeClr val="dk2"/>
              </a:buClr>
              <a:buSzPts val="1400"/>
              <a:buNone/>
              <a:defRPr>
                <a:solidFill>
                  <a:schemeClr val="dk2"/>
                </a:solidFill>
              </a:defRPr>
            </a:lvl7pPr>
            <a:lvl8pPr lvl="7" algn="ctr" rtl="0">
              <a:lnSpc>
                <a:spcPct val="115000"/>
              </a:lnSpc>
              <a:spcBef>
                <a:spcPts val="1600"/>
              </a:spcBef>
              <a:spcAft>
                <a:spcPts val="0"/>
              </a:spcAft>
              <a:buClr>
                <a:schemeClr val="dk2"/>
              </a:buClr>
              <a:buSzPts val="1400"/>
              <a:buNone/>
              <a:defRPr>
                <a:solidFill>
                  <a:schemeClr val="dk2"/>
                </a:solidFill>
              </a:defRPr>
            </a:lvl8pPr>
            <a:lvl9pPr lvl="8" algn="ctr" rtl="0">
              <a:lnSpc>
                <a:spcPct val="115000"/>
              </a:lnSpc>
              <a:spcBef>
                <a:spcPts val="1600"/>
              </a:spcBef>
              <a:spcAft>
                <a:spcPts val="1600"/>
              </a:spcAft>
              <a:buClr>
                <a:schemeClr val="dk2"/>
              </a:buClr>
              <a:buSzPts val="1400"/>
              <a:buNone/>
              <a:defRPr>
                <a:solidFill>
                  <a:schemeClr val="dk2"/>
                </a:solidFill>
              </a:defRPr>
            </a:lvl9pPr>
          </a:lstStyle>
          <a:p>
            <a:r>
              <a:rPr lang="en-US"/>
              <a:t>Click to edit Master subtitle style</a:t>
            </a:r>
            <a:endParaRPr/>
          </a:p>
        </p:txBody>
      </p:sp>
      <p:sp>
        <p:nvSpPr>
          <p:cNvPr id="10856" name="Google Shape;10856;p24"/>
          <p:cNvSpPr txBox="1">
            <a:spLocks noGrp="1"/>
          </p:cNvSpPr>
          <p:nvPr>
            <p:ph type="subTitle" idx="4"/>
          </p:nvPr>
        </p:nvSpPr>
        <p:spPr>
          <a:xfrm>
            <a:off x="2596046" y="1979928"/>
            <a:ext cx="2069100" cy="484200"/>
          </a:xfrm>
          <a:prstGeom prst="rect">
            <a:avLst/>
          </a:prstGeom>
        </p:spPr>
        <p:txBody>
          <a:bodyPr spcFirstLastPara="1" wrap="square" lIns="91425" tIns="91425" rIns="91425" bIns="91425" anchor="b" anchorCtr="0">
            <a:noAutofit/>
          </a:bodyPr>
          <a:lstStyle>
            <a:lvl1pPr lvl="0" algn="ctr" rtl="0">
              <a:lnSpc>
                <a:spcPct val="115000"/>
              </a:lnSpc>
              <a:spcBef>
                <a:spcPts val="0"/>
              </a:spcBef>
              <a:spcAft>
                <a:spcPts val="0"/>
              </a:spcAft>
              <a:buClr>
                <a:schemeClr val="dk2"/>
              </a:buClr>
              <a:buSzPts val="2400"/>
              <a:buFont typeface="Poppins Medium"/>
              <a:buNone/>
              <a:defRPr sz="2400">
                <a:solidFill>
                  <a:schemeClr val="dk2"/>
                </a:solidFill>
                <a:latin typeface="Poppins SemiBold"/>
                <a:ea typeface="Poppins SemiBold"/>
                <a:cs typeface="Poppins SemiBold"/>
                <a:sym typeface="Poppins SemiBold"/>
              </a:defRPr>
            </a:lvl1pPr>
            <a:lvl2pPr lvl="1"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2pPr>
            <a:lvl3pPr lvl="2"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3pPr>
            <a:lvl4pPr lvl="3"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4pPr>
            <a:lvl5pPr lvl="4"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5pPr>
            <a:lvl6pPr lvl="5"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6pPr>
            <a:lvl7pPr lvl="6"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7pPr>
            <a:lvl8pPr lvl="7"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8pPr>
            <a:lvl9pPr lvl="8"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9pPr>
          </a:lstStyle>
          <a:p>
            <a:r>
              <a:rPr lang="en-US"/>
              <a:t>Click to edit Master subtitle style</a:t>
            </a:r>
            <a:endParaRPr/>
          </a:p>
        </p:txBody>
      </p:sp>
      <p:sp>
        <p:nvSpPr>
          <p:cNvPr id="10857" name="Google Shape;10857;p24"/>
          <p:cNvSpPr txBox="1">
            <a:spLocks noGrp="1"/>
          </p:cNvSpPr>
          <p:nvPr>
            <p:ph type="subTitle" idx="5"/>
          </p:nvPr>
        </p:nvSpPr>
        <p:spPr>
          <a:xfrm>
            <a:off x="4478867" y="3851001"/>
            <a:ext cx="2069100" cy="749700"/>
          </a:xfrm>
          <a:prstGeom prst="rect">
            <a:avLst/>
          </a:prstGeom>
        </p:spPr>
        <p:txBody>
          <a:bodyPr spcFirstLastPara="1" wrap="square" lIns="91425" tIns="91425" rIns="91425" bIns="91425" anchor="t" anchorCtr="0">
            <a:noAutofit/>
          </a:bodyPr>
          <a:lstStyle>
            <a:lvl1pPr lvl="0" algn="ctr" rtl="0">
              <a:lnSpc>
                <a:spcPct val="115000"/>
              </a:lnSpc>
              <a:spcBef>
                <a:spcPts val="0"/>
              </a:spcBef>
              <a:spcAft>
                <a:spcPts val="0"/>
              </a:spcAft>
              <a:buClr>
                <a:schemeClr val="dk2"/>
              </a:buClr>
              <a:buSzPts val="1400"/>
              <a:buNone/>
              <a:defRPr sz="1400">
                <a:solidFill>
                  <a:schemeClr val="dk2"/>
                </a:solidFill>
              </a:defRPr>
            </a:lvl1pPr>
            <a:lvl2pPr lvl="1" algn="ctr" rtl="0">
              <a:lnSpc>
                <a:spcPct val="115000"/>
              </a:lnSpc>
              <a:spcBef>
                <a:spcPts val="0"/>
              </a:spcBef>
              <a:spcAft>
                <a:spcPts val="0"/>
              </a:spcAft>
              <a:buClr>
                <a:schemeClr val="dk2"/>
              </a:buClr>
              <a:buSzPts val="1400"/>
              <a:buNone/>
              <a:defRPr>
                <a:solidFill>
                  <a:schemeClr val="dk2"/>
                </a:solidFill>
              </a:defRPr>
            </a:lvl2pPr>
            <a:lvl3pPr lvl="2" algn="ctr" rtl="0">
              <a:lnSpc>
                <a:spcPct val="115000"/>
              </a:lnSpc>
              <a:spcBef>
                <a:spcPts val="1600"/>
              </a:spcBef>
              <a:spcAft>
                <a:spcPts val="0"/>
              </a:spcAft>
              <a:buClr>
                <a:schemeClr val="dk2"/>
              </a:buClr>
              <a:buSzPts val="1400"/>
              <a:buNone/>
              <a:defRPr>
                <a:solidFill>
                  <a:schemeClr val="dk2"/>
                </a:solidFill>
              </a:defRPr>
            </a:lvl3pPr>
            <a:lvl4pPr lvl="3" algn="ctr" rtl="0">
              <a:lnSpc>
                <a:spcPct val="115000"/>
              </a:lnSpc>
              <a:spcBef>
                <a:spcPts val="1600"/>
              </a:spcBef>
              <a:spcAft>
                <a:spcPts val="0"/>
              </a:spcAft>
              <a:buClr>
                <a:schemeClr val="dk2"/>
              </a:buClr>
              <a:buSzPts val="1400"/>
              <a:buNone/>
              <a:defRPr>
                <a:solidFill>
                  <a:schemeClr val="dk2"/>
                </a:solidFill>
              </a:defRPr>
            </a:lvl4pPr>
            <a:lvl5pPr lvl="4" algn="ctr" rtl="0">
              <a:lnSpc>
                <a:spcPct val="115000"/>
              </a:lnSpc>
              <a:spcBef>
                <a:spcPts val="1600"/>
              </a:spcBef>
              <a:spcAft>
                <a:spcPts val="0"/>
              </a:spcAft>
              <a:buClr>
                <a:schemeClr val="dk2"/>
              </a:buClr>
              <a:buSzPts val="1400"/>
              <a:buNone/>
              <a:defRPr>
                <a:solidFill>
                  <a:schemeClr val="dk2"/>
                </a:solidFill>
              </a:defRPr>
            </a:lvl5pPr>
            <a:lvl6pPr lvl="5" algn="ctr" rtl="0">
              <a:lnSpc>
                <a:spcPct val="115000"/>
              </a:lnSpc>
              <a:spcBef>
                <a:spcPts val="1600"/>
              </a:spcBef>
              <a:spcAft>
                <a:spcPts val="0"/>
              </a:spcAft>
              <a:buClr>
                <a:schemeClr val="dk2"/>
              </a:buClr>
              <a:buSzPts val="1400"/>
              <a:buNone/>
              <a:defRPr>
                <a:solidFill>
                  <a:schemeClr val="dk2"/>
                </a:solidFill>
              </a:defRPr>
            </a:lvl6pPr>
            <a:lvl7pPr lvl="6" algn="ctr" rtl="0">
              <a:lnSpc>
                <a:spcPct val="115000"/>
              </a:lnSpc>
              <a:spcBef>
                <a:spcPts val="1600"/>
              </a:spcBef>
              <a:spcAft>
                <a:spcPts val="0"/>
              </a:spcAft>
              <a:buClr>
                <a:schemeClr val="dk2"/>
              </a:buClr>
              <a:buSzPts val="1400"/>
              <a:buNone/>
              <a:defRPr>
                <a:solidFill>
                  <a:schemeClr val="dk2"/>
                </a:solidFill>
              </a:defRPr>
            </a:lvl7pPr>
            <a:lvl8pPr lvl="7" algn="ctr" rtl="0">
              <a:lnSpc>
                <a:spcPct val="115000"/>
              </a:lnSpc>
              <a:spcBef>
                <a:spcPts val="1600"/>
              </a:spcBef>
              <a:spcAft>
                <a:spcPts val="0"/>
              </a:spcAft>
              <a:buClr>
                <a:schemeClr val="dk2"/>
              </a:buClr>
              <a:buSzPts val="1400"/>
              <a:buNone/>
              <a:defRPr>
                <a:solidFill>
                  <a:schemeClr val="dk2"/>
                </a:solidFill>
              </a:defRPr>
            </a:lvl8pPr>
            <a:lvl9pPr lvl="8" algn="ctr" rtl="0">
              <a:lnSpc>
                <a:spcPct val="115000"/>
              </a:lnSpc>
              <a:spcBef>
                <a:spcPts val="1600"/>
              </a:spcBef>
              <a:spcAft>
                <a:spcPts val="1600"/>
              </a:spcAft>
              <a:buClr>
                <a:schemeClr val="dk2"/>
              </a:buClr>
              <a:buSzPts val="1400"/>
              <a:buNone/>
              <a:defRPr>
                <a:solidFill>
                  <a:schemeClr val="dk2"/>
                </a:solidFill>
              </a:defRPr>
            </a:lvl9pPr>
          </a:lstStyle>
          <a:p>
            <a:r>
              <a:rPr lang="en-US"/>
              <a:t>Click to edit Master subtitle style</a:t>
            </a:r>
            <a:endParaRPr/>
          </a:p>
        </p:txBody>
      </p:sp>
      <p:sp>
        <p:nvSpPr>
          <p:cNvPr id="10858" name="Google Shape;10858;p24"/>
          <p:cNvSpPr txBox="1">
            <a:spLocks noGrp="1"/>
          </p:cNvSpPr>
          <p:nvPr>
            <p:ph type="subTitle" idx="6"/>
          </p:nvPr>
        </p:nvSpPr>
        <p:spPr>
          <a:xfrm>
            <a:off x="4478866" y="3496180"/>
            <a:ext cx="2069100" cy="484200"/>
          </a:xfrm>
          <a:prstGeom prst="rect">
            <a:avLst/>
          </a:prstGeom>
        </p:spPr>
        <p:txBody>
          <a:bodyPr spcFirstLastPara="1" wrap="square" lIns="91425" tIns="91425" rIns="91425" bIns="91425" anchor="b" anchorCtr="0">
            <a:noAutofit/>
          </a:bodyPr>
          <a:lstStyle>
            <a:lvl1pPr lvl="0" algn="ctr" rtl="0">
              <a:lnSpc>
                <a:spcPct val="115000"/>
              </a:lnSpc>
              <a:spcBef>
                <a:spcPts val="0"/>
              </a:spcBef>
              <a:spcAft>
                <a:spcPts val="0"/>
              </a:spcAft>
              <a:buClr>
                <a:schemeClr val="dk2"/>
              </a:buClr>
              <a:buSzPts val="2400"/>
              <a:buFont typeface="Poppins Medium"/>
              <a:buNone/>
              <a:defRPr sz="2400">
                <a:solidFill>
                  <a:schemeClr val="dk2"/>
                </a:solidFill>
                <a:latin typeface="Poppins SemiBold"/>
                <a:ea typeface="Poppins SemiBold"/>
                <a:cs typeface="Poppins SemiBold"/>
                <a:sym typeface="Poppins SemiBold"/>
              </a:defRPr>
            </a:lvl1pPr>
            <a:lvl2pPr lvl="1"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2pPr>
            <a:lvl3pPr lvl="2"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3pPr>
            <a:lvl4pPr lvl="3"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4pPr>
            <a:lvl5pPr lvl="4"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5pPr>
            <a:lvl6pPr lvl="5"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6pPr>
            <a:lvl7pPr lvl="6"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7pPr>
            <a:lvl8pPr lvl="7"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8pPr>
            <a:lvl9pPr lvl="8"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9pPr>
          </a:lstStyle>
          <a:p>
            <a:r>
              <a:rPr lang="en-US"/>
              <a:t>Click to edit Master subtitle style</a:t>
            </a:r>
            <a:endParaRPr/>
          </a:p>
        </p:txBody>
      </p:sp>
      <p:sp>
        <p:nvSpPr>
          <p:cNvPr id="10859" name="Google Shape;10859;p24"/>
          <p:cNvSpPr/>
          <p:nvPr/>
        </p:nvSpPr>
        <p:spPr>
          <a:xfrm rot="5400000">
            <a:off x="-1620682" y="3468093"/>
            <a:ext cx="2895900" cy="11802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0" name="Google Shape;10860;p24"/>
          <p:cNvSpPr/>
          <p:nvPr/>
        </p:nvSpPr>
        <p:spPr>
          <a:xfrm rot="5400000">
            <a:off x="208691" y="3911405"/>
            <a:ext cx="491917" cy="517164"/>
          </a:xfrm>
          <a:custGeom>
            <a:avLst/>
            <a:gdLst/>
            <a:ahLst/>
            <a:cxnLst/>
            <a:rect l="l" t="t" r="r" b="b"/>
            <a:pathLst>
              <a:path w="16581" h="17432" extrusionOk="0">
                <a:moveTo>
                  <a:pt x="8431" y="4679"/>
                </a:moveTo>
                <a:cubicBezTo>
                  <a:pt x="9068" y="4707"/>
                  <a:pt x="9697" y="4879"/>
                  <a:pt x="10256" y="5191"/>
                </a:cubicBezTo>
                <a:cubicBezTo>
                  <a:pt x="10264" y="5191"/>
                  <a:pt x="10264" y="5198"/>
                  <a:pt x="10271" y="5198"/>
                </a:cubicBezTo>
                <a:cubicBezTo>
                  <a:pt x="10298" y="5211"/>
                  <a:pt x="10319" y="5226"/>
                  <a:pt x="10339" y="5239"/>
                </a:cubicBezTo>
                <a:cubicBezTo>
                  <a:pt x="10367" y="5253"/>
                  <a:pt x="10389" y="5267"/>
                  <a:pt x="10415" y="5281"/>
                </a:cubicBezTo>
                <a:cubicBezTo>
                  <a:pt x="10415" y="5287"/>
                  <a:pt x="10422" y="5287"/>
                  <a:pt x="10430" y="5294"/>
                </a:cubicBezTo>
                <a:cubicBezTo>
                  <a:pt x="10969" y="5632"/>
                  <a:pt x="11426" y="6097"/>
                  <a:pt x="11757" y="6643"/>
                </a:cubicBezTo>
                <a:cubicBezTo>
                  <a:pt x="11757" y="6649"/>
                  <a:pt x="11764" y="6656"/>
                  <a:pt x="11764" y="6663"/>
                </a:cubicBezTo>
                <a:cubicBezTo>
                  <a:pt x="11777" y="6684"/>
                  <a:pt x="11790" y="6704"/>
                  <a:pt x="11805" y="6732"/>
                </a:cubicBezTo>
                <a:cubicBezTo>
                  <a:pt x="11819" y="6752"/>
                  <a:pt x="11832" y="6780"/>
                  <a:pt x="11847" y="6802"/>
                </a:cubicBezTo>
                <a:cubicBezTo>
                  <a:pt x="11847" y="6808"/>
                  <a:pt x="11854" y="6815"/>
                  <a:pt x="11854" y="6822"/>
                </a:cubicBezTo>
                <a:cubicBezTo>
                  <a:pt x="12150" y="7382"/>
                  <a:pt x="12316" y="8018"/>
                  <a:pt x="12330" y="8653"/>
                </a:cubicBezTo>
                <a:lnTo>
                  <a:pt x="12330" y="8675"/>
                </a:lnTo>
                <a:cubicBezTo>
                  <a:pt x="12330" y="8701"/>
                  <a:pt x="12330" y="8723"/>
                  <a:pt x="12323" y="8751"/>
                </a:cubicBezTo>
                <a:lnTo>
                  <a:pt x="12323" y="8834"/>
                </a:lnTo>
                <a:lnTo>
                  <a:pt x="12323" y="8854"/>
                </a:lnTo>
                <a:cubicBezTo>
                  <a:pt x="12303" y="9497"/>
                  <a:pt x="12131" y="10119"/>
                  <a:pt x="11819" y="10678"/>
                </a:cubicBezTo>
                <a:cubicBezTo>
                  <a:pt x="11812" y="10685"/>
                  <a:pt x="11812" y="10692"/>
                  <a:pt x="11805" y="10700"/>
                </a:cubicBezTo>
                <a:cubicBezTo>
                  <a:pt x="11799" y="10720"/>
                  <a:pt x="11784" y="10741"/>
                  <a:pt x="11771" y="10761"/>
                </a:cubicBezTo>
                <a:cubicBezTo>
                  <a:pt x="11757" y="10790"/>
                  <a:pt x="11742" y="10809"/>
                  <a:pt x="11722" y="10838"/>
                </a:cubicBezTo>
                <a:cubicBezTo>
                  <a:pt x="11722" y="10844"/>
                  <a:pt x="11716" y="10851"/>
                  <a:pt x="11716" y="10851"/>
                </a:cubicBezTo>
                <a:cubicBezTo>
                  <a:pt x="11376" y="11397"/>
                  <a:pt x="10913" y="11853"/>
                  <a:pt x="10361" y="12178"/>
                </a:cubicBezTo>
                <a:cubicBezTo>
                  <a:pt x="10361" y="12185"/>
                  <a:pt x="10354" y="12185"/>
                  <a:pt x="10347" y="12193"/>
                </a:cubicBezTo>
                <a:cubicBezTo>
                  <a:pt x="10319" y="12206"/>
                  <a:pt x="10298" y="12219"/>
                  <a:pt x="10271" y="12234"/>
                </a:cubicBezTo>
                <a:cubicBezTo>
                  <a:pt x="10249" y="12248"/>
                  <a:pt x="10230" y="12261"/>
                  <a:pt x="10201" y="12267"/>
                </a:cubicBezTo>
                <a:cubicBezTo>
                  <a:pt x="10201" y="12276"/>
                  <a:pt x="10195" y="12276"/>
                  <a:pt x="10188" y="12282"/>
                </a:cubicBezTo>
                <a:cubicBezTo>
                  <a:pt x="9621" y="12579"/>
                  <a:pt x="8992" y="12739"/>
                  <a:pt x="8357" y="12752"/>
                </a:cubicBezTo>
                <a:lnTo>
                  <a:pt x="8150" y="12752"/>
                </a:lnTo>
                <a:cubicBezTo>
                  <a:pt x="7513" y="12724"/>
                  <a:pt x="6884" y="12551"/>
                  <a:pt x="6325" y="12241"/>
                </a:cubicBezTo>
                <a:cubicBezTo>
                  <a:pt x="6325" y="12241"/>
                  <a:pt x="6317" y="12234"/>
                  <a:pt x="6310" y="12234"/>
                </a:cubicBezTo>
                <a:cubicBezTo>
                  <a:pt x="6283" y="12219"/>
                  <a:pt x="6262" y="12206"/>
                  <a:pt x="6234" y="12193"/>
                </a:cubicBezTo>
                <a:cubicBezTo>
                  <a:pt x="6214" y="12178"/>
                  <a:pt x="6192" y="12165"/>
                  <a:pt x="6172" y="12151"/>
                </a:cubicBezTo>
                <a:cubicBezTo>
                  <a:pt x="6166" y="12143"/>
                  <a:pt x="6159" y="12143"/>
                  <a:pt x="6151" y="12136"/>
                </a:cubicBezTo>
                <a:cubicBezTo>
                  <a:pt x="5612" y="11798"/>
                  <a:pt x="5155" y="11335"/>
                  <a:pt x="4824" y="10790"/>
                </a:cubicBezTo>
                <a:cubicBezTo>
                  <a:pt x="4824" y="10783"/>
                  <a:pt x="4817" y="10775"/>
                  <a:pt x="4817" y="10768"/>
                </a:cubicBezTo>
                <a:cubicBezTo>
                  <a:pt x="4804" y="10748"/>
                  <a:pt x="4791" y="10720"/>
                  <a:pt x="4776" y="10700"/>
                </a:cubicBezTo>
                <a:cubicBezTo>
                  <a:pt x="4762" y="10672"/>
                  <a:pt x="4749" y="10650"/>
                  <a:pt x="4734" y="10630"/>
                </a:cubicBezTo>
                <a:cubicBezTo>
                  <a:pt x="4734" y="10624"/>
                  <a:pt x="4727" y="10617"/>
                  <a:pt x="4727" y="10609"/>
                </a:cubicBezTo>
                <a:cubicBezTo>
                  <a:pt x="4431" y="10050"/>
                  <a:pt x="4265" y="9421"/>
                  <a:pt x="4258" y="8777"/>
                </a:cubicBezTo>
                <a:lnTo>
                  <a:pt x="4258" y="8758"/>
                </a:lnTo>
                <a:lnTo>
                  <a:pt x="4258" y="8675"/>
                </a:lnTo>
                <a:lnTo>
                  <a:pt x="4258" y="8598"/>
                </a:lnTo>
                <a:lnTo>
                  <a:pt x="4258" y="8577"/>
                </a:lnTo>
                <a:cubicBezTo>
                  <a:pt x="4278" y="7935"/>
                  <a:pt x="4450" y="7313"/>
                  <a:pt x="4762" y="6752"/>
                </a:cubicBezTo>
                <a:cubicBezTo>
                  <a:pt x="4769" y="6745"/>
                  <a:pt x="4769" y="6739"/>
                  <a:pt x="4776" y="6732"/>
                </a:cubicBezTo>
                <a:cubicBezTo>
                  <a:pt x="4791" y="6711"/>
                  <a:pt x="4804" y="6684"/>
                  <a:pt x="4817" y="6663"/>
                </a:cubicBezTo>
                <a:cubicBezTo>
                  <a:pt x="4832" y="6636"/>
                  <a:pt x="4845" y="6614"/>
                  <a:pt x="4859" y="6594"/>
                </a:cubicBezTo>
                <a:cubicBezTo>
                  <a:pt x="4859" y="6586"/>
                  <a:pt x="4865" y="6586"/>
                  <a:pt x="4865" y="6580"/>
                </a:cubicBezTo>
                <a:cubicBezTo>
                  <a:pt x="5205" y="6034"/>
                  <a:pt x="5675" y="5578"/>
                  <a:pt x="6220" y="5253"/>
                </a:cubicBezTo>
                <a:cubicBezTo>
                  <a:pt x="6227" y="5246"/>
                  <a:pt x="6227" y="5246"/>
                  <a:pt x="6234" y="5239"/>
                </a:cubicBezTo>
                <a:cubicBezTo>
                  <a:pt x="6255" y="5226"/>
                  <a:pt x="6283" y="5218"/>
                  <a:pt x="6303" y="5204"/>
                </a:cubicBezTo>
                <a:cubicBezTo>
                  <a:pt x="6332" y="5191"/>
                  <a:pt x="6351" y="5176"/>
                  <a:pt x="6380" y="5163"/>
                </a:cubicBezTo>
                <a:cubicBezTo>
                  <a:pt x="6386" y="5156"/>
                  <a:pt x="6386" y="5156"/>
                  <a:pt x="6393" y="5150"/>
                </a:cubicBezTo>
                <a:cubicBezTo>
                  <a:pt x="6960" y="4853"/>
                  <a:pt x="7589" y="4694"/>
                  <a:pt x="8232" y="4679"/>
                </a:cubicBezTo>
                <a:close/>
                <a:moveTo>
                  <a:pt x="6932" y="1"/>
                </a:moveTo>
                <a:lnTo>
                  <a:pt x="6317" y="2544"/>
                </a:lnTo>
                <a:cubicBezTo>
                  <a:pt x="6096" y="2613"/>
                  <a:pt x="5889" y="2688"/>
                  <a:pt x="5681" y="2779"/>
                </a:cubicBezTo>
                <a:cubicBezTo>
                  <a:pt x="5537" y="2841"/>
                  <a:pt x="5398" y="2910"/>
                  <a:pt x="5253" y="2987"/>
                </a:cubicBezTo>
                <a:cubicBezTo>
                  <a:pt x="5247" y="2993"/>
                  <a:pt x="5238" y="3000"/>
                  <a:pt x="5225" y="3000"/>
                </a:cubicBezTo>
                <a:cubicBezTo>
                  <a:pt x="5218" y="3007"/>
                  <a:pt x="5218" y="3007"/>
                  <a:pt x="5212" y="3013"/>
                </a:cubicBezTo>
                <a:cubicBezTo>
                  <a:pt x="5170" y="3035"/>
                  <a:pt x="5136" y="3048"/>
                  <a:pt x="5101" y="3070"/>
                </a:cubicBezTo>
                <a:cubicBezTo>
                  <a:pt x="5101" y="3076"/>
                  <a:pt x="5094" y="3076"/>
                  <a:pt x="5087" y="3076"/>
                </a:cubicBezTo>
                <a:cubicBezTo>
                  <a:pt x="5059" y="3096"/>
                  <a:pt x="5031" y="3111"/>
                  <a:pt x="4998" y="3131"/>
                </a:cubicBezTo>
                <a:cubicBezTo>
                  <a:pt x="4990" y="3131"/>
                  <a:pt x="4990" y="3138"/>
                  <a:pt x="4983" y="3144"/>
                </a:cubicBezTo>
                <a:cubicBezTo>
                  <a:pt x="4928" y="3172"/>
                  <a:pt x="4873" y="3207"/>
                  <a:pt x="4817" y="3242"/>
                </a:cubicBezTo>
                <a:cubicBezTo>
                  <a:pt x="4776" y="3269"/>
                  <a:pt x="4734" y="3297"/>
                  <a:pt x="4686" y="3325"/>
                </a:cubicBezTo>
                <a:cubicBezTo>
                  <a:pt x="4459" y="3476"/>
                  <a:pt x="4236" y="3650"/>
                  <a:pt x="4023" y="3836"/>
                </a:cubicBezTo>
                <a:lnTo>
                  <a:pt x="1528" y="3048"/>
                </a:lnTo>
                <a:lnTo>
                  <a:pt x="63" y="5536"/>
                </a:lnTo>
                <a:lnTo>
                  <a:pt x="1956" y="7341"/>
                </a:lnTo>
                <a:cubicBezTo>
                  <a:pt x="1921" y="7507"/>
                  <a:pt x="1888" y="7673"/>
                  <a:pt x="1866" y="7830"/>
                </a:cubicBezTo>
                <a:cubicBezTo>
                  <a:pt x="1859" y="7893"/>
                  <a:pt x="1853" y="7948"/>
                  <a:pt x="1846" y="8011"/>
                </a:cubicBezTo>
                <a:cubicBezTo>
                  <a:pt x="1831" y="8107"/>
                  <a:pt x="1825" y="8212"/>
                  <a:pt x="1818" y="8315"/>
                </a:cubicBezTo>
                <a:lnTo>
                  <a:pt x="1818" y="8328"/>
                </a:lnTo>
                <a:cubicBezTo>
                  <a:pt x="1818" y="8391"/>
                  <a:pt x="1811" y="8452"/>
                  <a:pt x="1811" y="8509"/>
                </a:cubicBezTo>
                <a:lnTo>
                  <a:pt x="1811" y="8535"/>
                </a:lnTo>
                <a:lnTo>
                  <a:pt x="1811" y="8633"/>
                </a:lnTo>
                <a:lnTo>
                  <a:pt x="1811" y="8653"/>
                </a:lnTo>
                <a:lnTo>
                  <a:pt x="1811" y="8771"/>
                </a:lnTo>
                <a:lnTo>
                  <a:pt x="1811" y="8799"/>
                </a:lnTo>
                <a:cubicBezTo>
                  <a:pt x="1811" y="9185"/>
                  <a:pt x="1853" y="9580"/>
                  <a:pt x="1929" y="9967"/>
                </a:cubicBezTo>
                <a:lnTo>
                  <a:pt x="0" y="11743"/>
                </a:lnTo>
                <a:lnTo>
                  <a:pt x="1423" y="14251"/>
                </a:lnTo>
                <a:lnTo>
                  <a:pt x="3933" y="13512"/>
                </a:lnTo>
                <a:cubicBezTo>
                  <a:pt x="4140" y="13706"/>
                  <a:pt x="4354" y="13878"/>
                  <a:pt x="4583" y="14037"/>
                </a:cubicBezTo>
                <a:cubicBezTo>
                  <a:pt x="4673" y="14092"/>
                  <a:pt x="4756" y="14155"/>
                  <a:pt x="4845" y="14210"/>
                </a:cubicBezTo>
                <a:cubicBezTo>
                  <a:pt x="4852" y="14217"/>
                  <a:pt x="4865" y="14217"/>
                  <a:pt x="4873" y="14225"/>
                </a:cubicBezTo>
                <a:cubicBezTo>
                  <a:pt x="4880" y="14231"/>
                  <a:pt x="4887" y="14231"/>
                  <a:pt x="4893" y="14238"/>
                </a:cubicBezTo>
                <a:cubicBezTo>
                  <a:pt x="4928" y="14258"/>
                  <a:pt x="4963" y="14280"/>
                  <a:pt x="4998" y="14299"/>
                </a:cubicBezTo>
                <a:cubicBezTo>
                  <a:pt x="5031" y="14321"/>
                  <a:pt x="5066" y="14341"/>
                  <a:pt x="5101" y="14362"/>
                </a:cubicBezTo>
                <a:cubicBezTo>
                  <a:pt x="5107" y="14362"/>
                  <a:pt x="5114" y="14369"/>
                  <a:pt x="5122" y="14369"/>
                </a:cubicBezTo>
                <a:cubicBezTo>
                  <a:pt x="5129" y="14376"/>
                  <a:pt x="5136" y="14382"/>
                  <a:pt x="5149" y="14382"/>
                </a:cubicBezTo>
                <a:cubicBezTo>
                  <a:pt x="5280" y="14459"/>
                  <a:pt x="5426" y="14535"/>
                  <a:pt x="5563" y="14598"/>
                </a:cubicBezTo>
                <a:cubicBezTo>
                  <a:pt x="5771" y="14694"/>
                  <a:pt x="5978" y="14777"/>
                  <a:pt x="6192" y="14853"/>
                </a:cubicBezTo>
                <a:lnTo>
                  <a:pt x="6766" y="17403"/>
                </a:lnTo>
                <a:lnTo>
                  <a:pt x="9649" y="17431"/>
                </a:lnTo>
                <a:lnTo>
                  <a:pt x="10271" y="14888"/>
                </a:lnTo>
                <a:cubicBezTo>
                  <a:pt x="10485" y="14819"/>
                  <a:pt x="10692" y="14742"/>
                  <a:pt x="10900" y="14653"/>
                </a:cubicBezTo>
                <a:cubicBezTo>
                  <a:pt x="11044" y="14590"/>
                  <a:pt x="11190" y="14522"/>
                  <a:pt x="11328" y="14445"/>
                </a:cubicBezTo>
                <a:cubicBezTo>
                  <a:pt x="11334" y="14439"/>
                  <a:pt x="11343" y="14439"/>
                  <a:pt x="11356" y="14432"/>
                </a:cubicBezTo>
                <a:cubicBezTo>
                  <a:pt x="11363" y="14424"/>
                  <a:pt x="11369" y="14424"/>
                  <a:pt x="11369" y="14417"/>
                </a:cubicBezTo>
                <a:cubicBezTo>
                  <a:pt x="11411" y="14404"/>
                  <a:pt x="11445" y="14382"/>
                  <a:pt x="11480" y="14362"/>
                </a:cubicBezTo>
                <a:cubicBezTo>
                  <a:pt x="11480" y="14356"/>
                  <a:pt x="11487" y="14356"/>
                  <a:pt x="11494" y="14356"/>
                </a:cubicBezTo>
                <a:cubicBezTo>
                  <a:pt x="11522" y="14334"/>
                  <a:pt x="11550" y="14321"/>
                  <a:pt x="11583" y="14299"/>
                </a:cubicBezTo>
                <a:cubicBezTo>
                  <a:pt x="11591" y="14299"/>
                  <a:pt x="11598" y="14293"/>
                  <a:pt x="11605" y="14293"/>
                </a:cubicBezTo>
                <a:cubicBezTo>
                  <a:pt x="11936" y="14092"/>
                  <a:pt x="12262" y="13858"/>
                  <a:pt x="12558" y="13603"/>
                </a:cubicBezTo>
                <a:lnTo>
                  <a:pt x="15053" y="14382"/>
                </a:lnTo>
                <a:lnTo>
                  <a:pt x="16518" y="11903"/>
                </a:lnTo>
                <a:lnTo>
                  <a:pt x="14625" y="10091"/>
                </a:lnTo>
                <a:cubicBezTo>
                  <a:pt x="14652" y="9973"/>
                  <a:pt x="14673" y="9856"/>
                  <a:pt x="14693" y="9738"/>
                </a:cubicBezTo>
                <a:cubicBezTo>
                  <a:pt x="14708" y="9628"/>
                  <a:pt x="14722" y="9524"/>
                  <a:pt x="14735" y="9421"/>
                </a:cubicBezTo>
                <a:cubicBezTo>
                  <a:pt x="14743" y="9373"/>
                  <a:pt x="14750" y="9317"/>
                  <a:pt x="14750" y="9268"/>
                </a:cubicBezTo>
                <a:cubicBezTo>
                  <a:pt x="14763" y="9166"/>
                  <a:pt x="14763" y="9054"/>
                  <a:pt x="14770" y="8950"/>
                </a:cubicBezTo>
                <a:lnTo>
                  <a:pt x="14770" y="8923"/>
                </a:lnTo>
                <a:lnTo>
                  <a:pt x="14770" y="8895"/>
                </a:lnTo>
                <a:cubicBezTo>
                  <a:pt x="14770" y="8860"/>
                  <a:pt x="14776" y="8819"/>
                  <a:pt x="14776" y="8777"/>
                </a:cubicBezTo>
                <a:lnTo>
                  <a:pt x="14776" y="8660"/>
                </a:lnTo>
                <a:lnTo>
                  <a:pt x="14776" y="8633"/>
                </a:lnTo>
                <a:cubicBezTo>
                  <a:pt x="14770" y="8245"/>
                  <a:pt x="14728" y="7852"/>
                  <a:pt x="14652" y="7465"/>
                </a:cubicBezTo>
                <a:lnTo>
                  <a:pt x="16581" y="5695"/>
                </a:lnTo>
                <a:lnTo>
                  <a:pt x="15164" y="3179"/>
                </a:lnTo>
                <a:lnTo>
                  <a:pt x="12648" y="3919"/>
                </a:lnTo>
                <a:cubicBezTo>
                  <a:pt x="12558" y="3836"/>
                  <a:pt x="12469" y="3753"/>
                  <a:pt x="12379" y="3677"/>
                </a:cubicBezTo>
                <a:cubicBezTo>
                  <a:pt x="12296" y="3615"/>
                  <a:pt x="12213" y="3552"/>
                  <a:pt x="12122" y="3491"/>
                </a:cubicBezTo>
                <a:cubicBezTo>
                  <a:pt x="12081" y="3456"/>
                  <a:pt x="12039" y="3428"/>
                  <a:pt x="11998" y="3393"/>
                </a:cubicBezTo>
                <a:cubicBezTo>
                  <a:pt x="11908" y="3338"/>
                  <a:pt x="11825" y="3277"/>
                  <a:pt x="11736" y="3221"/>
                </a:cubicBezTo>
                <a:cubicBezTo>
                  <a:pt x="11729" y="3214"/>
                  <a:pt x="11716" y="3214"/>
                  <a:pt x="11708" y="3207"/>
                </a:cubicBezTo>
                <a:cubicBezTo>
                  <a:pt x="11701" y="3201"/>
                  <a:pt x="11694" y="3201"/>
                  <a:pt x="11688" y="3194"/>
                </a:cubicBezTo>
                <a:cubicBezTo>
                  <a:pt x="11653" y="3172"/>
                  <a:pt x="11618" y="3153"/>
                  <a:pt x="11583" y="3131"/>
                </a:cubicBezTo>
                <a:cubicBezTo>
                  <a:pt x="11550" y="3111"/>
                  <a:pt x="11515" y="3090"/>
                  <a:pt x="11480" y="3076"/>
                </a:cubicBezTo>
                <a:cubicBezTo>
                  <a:pt x="11474" y="3070"/>
                  <a:pt x="11467" y="3070"/>
                  <a:pt x="11467" y="3061"/>
                </a:cubicBezTo>
                <a:cubicBezTo>
                  <a:pt x="11452" y="3055"/>
                  <a:pt x="11445" y="3048"/>
                  <a:pt x="11439" y="3048"/>
                </a:cubicBezTo>
                <a:cubicBezTo>
                  <a:pt x="11301" y="2972"/>
                  <a:pt x="11155" y="2895"/>
                  <a:pt x="11018" y="2834"/>
                </a:cubicBezTo>
                <a:cubicBezTo>
                  <a:pt x="10810" y="2738"/>
                  <a:pt x="10603" y="2655"/>
                  <a:pt x="10389" y="2579"/>
                </a:cubicBezTo>
                <a:lnTo>
                  <a:pt x="9815" y="27"/>
                </a:lnTo>
                <a:lnTo>
                  <a:pt x="693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61" name="Google Shape;10861;p24"/>
          <p:cNvGrpSpPr/>
          <p:nvPr/>
        </p:nvGrpSpPr>
        <p:grpSpPr>
          <a:xfrm rot="-5400000">
            <a:off x="1425211" y="-1935865"/>
            <a:ext cx="319581" cy="3995212"/>
            <a:chOff x="-136402" y="-175976"/>
            <a:chExt cx="347597" cy="4345456"/>
          </a:xfrm>
        </p:grpSpPr>
        <p:sp>
          <p:nvSpPr>
            <p:cNvPr id="10862" name="Google Shape;10862;p24"/>
            <p:cNvSpPr/>
            <p:nvPr/>
          </p:nvSpPr>
          <p:spPr>
            <a:xfrm>
              <a:off x="-136402" y="-175976"/>
              <a:ext cx="273965" cy="273814"/>
            </a:xfrm>
            <a:custGeom>
              <a:avLst/>
              <a:gdLst/>
              <a:ahLst/>
              <a:cxnLst/>
              <a:rect l="l" t="t" r="r" b="b"/>
              <a:pathLst>
                <a:path w="3624" h="3622" extrusionOk="0">
                  <a:moveTo>
                    <a:pt x="1515" y="0"/>
                  </a:moveTo>
                  <a:lnTo>
                    <a:pt x="1" y="1513"/>
                  </a:lnTo>
                  <a:lnTo>
                    <a:pt x="1" y="3621"/>
                  </a:lnTo>
                  <a:lnTo>
                    <a:pt x="36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3" name="Google Shape;10863;p24"/>
            <p:cNvSpPr/>
            <p:nvPr/>
          </p:nvSpPr>
          <p:spPr>
            <a:xfrm>
              <a:off x="-136402" y="1778994"/>
              <a:ext cx="347597" cy="506503"/>
            </a:xfrm>
            <a:custGeom>
              <a:avLst/>
              <a:gdLst/>
              <a:ahLst/>
              <a:cxnLst/>
              <a:rect l="l" t="t" r="r" b="b"/>
              <a:pathLst>
                <a:path w="4598" h="6700" extrusionOk="0">
                  <a:moveTo>
                    <a:pt x="4597" y="1"/>
                  </a:moveTo>
                  <a:lnTo>
                    <a:pt x="1" y="4597"/>
                  </a:lnTo>
                  <a:lnTo>
                    <a:pt x="1" y="6699"/>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4" name="Google Shape;10864;p24"/>
            <p:cNvSpPr/>
            <p:nvPr/>
          </p:nvSpPr>
          <p:spPr>
            <a:xfrm>
              <a:off x="-136402" y="2326153"/>
              <a:ext cx="347597" cy="506276"/>
            </a:xfrm>
            <a:custGeom>
              <a:avLst/>
              <a:gdLst/>
              <a:ahLst/>
              <a:cxnLst/>
              <a:rect l="l" t="t" r="r" b="b"/>
              <a:pathLst>
                <a:path w="4598" h="6697" extrusionOk="0">
                  <a:moveTo>
                    <a:pt x="4597" y="0"/>
                  </a:moveTo>
                  <a:lnTo>
                    <a:pt x="1" y="4597"/>
                  </a:lnTo>
                  <a:lnTo>
                    <a:pt x="1" y="6697"/>
                  </a:lnTo>
                  <a:lnTo>
                    <a:pt x="4597" y="2108"/>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5" name="Google Shape;10865;p24"/>
            <p:cNvSpPr/>
            <p:nvPr/>
          </p:nvSpPr>
          <p:spPr>
            <a:xfrm>
              <a:off x="-136402" y="-175976"/>
              <a:ext cx="91624" cy="91473"/>
            </a:xfrm>
            <a:custGeom>
              <a:avLst/>
              <a:gdLst/>
              <a:ahLst/>
              <a:cxnLst/>
              <a:rect l="l" t="t" r="r" b="b"/>
              <a:pathLst>
                <a:path w="1212" h="1210" extrusionOk="0">
                  <a:moveTo>
                    <a:pt x="1" y="0"/>
                  </a:moveTo>
                  <a:lnTo>
                    <a:pt x="1" y="1209"/>
                  </a:lnTo>
                  <a:lnTo>
                    <a:pt x="12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6" name="Google Shape;10866;p24"/>
            <p:cNvSpPr/>
            <p:nvPr/>
          </p:nvSpPr>
          <p:spPr>
            <a:xfrm>
              <a:off x="-136402" y="3602504"/>
              <a:ext cx="347597" cy="506428"/>
            </a:xfrm>
            <a:custGeom>
              <a:avLst/>
              <a:gdLst/>
              <a:ahLst/>
              <a:cxnLst/>
              <a:rect l="l" t="t" r="r" b="b"/>
              <a:pathLst>
                <a:path w="4598" h="6699" extrusionOk="0">
                  <a:moveTo>
                    <a:pt x="4597" y="1"/>
                  </a:moveTo>
                  <a:lnTo>
                    <a:pt x="1" y="4597"/>
                  </a:lnTo>
                  <a:lnTo>
                    <a:pt x="1" y="6699"/>
                  </a:lnTo>
                  <a:lnTo>
                    <a:pt x="4597" y="2102"/>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7" name="Google Shape;10867;p24"/>
            <p:cNvSpPr/>
            <p:nvPr/>
          </p:nvSpPr>
          <p:spPr>
            <a:xfrm>
              <a:off x="-136402" y="3420168"/>
              <a:ext cx="347597" cy="506352"/>
            </a:xfrm>
            <a:custGeom>
              <a:avLst/>
              <a:gdLst/>
              <a:ahLst/>
              <a:cxnLst/>
              <a:rect l="l" t="t" r="r" b="b"/>
              <a:pathLst>
                <a:path w="4598" h="6698" extrusionOk="0">
                  <a:moveTo>
                    <a:pt x="4597" y="1"/>
                  </a:moveTo>
                  <a:lnTo>
                    <a:pt x="1" y="4597"/>
                  </a:lnTo>
                  <a:lnTo>
                    <a:pt x="1" y="6697"/>
                  </a:lnTo>
                  <a:lnTo>
                    <a:pt x="4597" y="2103"/>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8" name="Google Shape;10868;p24"/>
            <p:cNvSpPr/>
            <p:nvPr/>
          </p:nvSpPr>
          <p:spPr>
            <a:xfrm>
              <a:off x="-136402" y="3237908"/>
              <a:ext cx="347597" cy="506276"/>
            </a:xfrm>
            <a:custGeom>
              <a:avLst/>
              <a:gdLst/>
              <a:ahLst/>
              <a:cxnLst/>
              <a:rect l="l" t="t" r="r" b="b"/>
              <a:pathLst>
                <a:path w="4598" h="6697" extrusionOk="0">
                  <a:moveTo>
                    <a:pt x="4597" y="0"/>
                  </a:moveTo>
                  <a:lnTo>
                    <a:pt x="1" y="4596"/>
                  </a:lnTo>
                  <a:lnTo>
                    <a:pt x="1" y="6696"/>
                  </a:lnTo>
                  <a:lnTo>
                    <a:pt x="4597" y="2100"/>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9" name="Google Shape;10869;p24"/>
            <p:cNvSpPr/>
            <p:nvPr/>
          </p:nvSpPr>
          <p:spPr>
            <a:xfrm>
              <a:off x="-136402" y="3055572"/>
              <a:ext cx="347597" cy="506276"/>
            </a:xfrm>
            <a:custGeom>
              <a:avLst/>
              <a:gdLst/>
              <a:ahLst/>
              <a:cxnLst/>
              <a:rect l="l" t="t" r="r" b="b"/>
              <a:pathLst>
                <a:path w="4598" h="6697" extrusionOk="0">
                  <a:moveTo>
                    <a:pt x="4597" y="0"/>
                  </a:moveTo>
                  <a:lnTo>
                    <a:pt x="1" y="4595"/>
                  </a:lnTo>
                  <a:lnTo>
                    <a:pt x="1" y="6697"/>
                  </a:lnTo>
                  <a:lnTo>
                    <a:pt x="4597" y="2107"/>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0" name="Google Shape;10870;p24"/>
            <p:cNvSpPr/>
            <p:nvPr/>
          </p:nvSpPr>
          <p:spPr>
            <a:xfrm>
              <a:off x="-136402" y="-175976"/>
              <a:ext cx="347597" cy="456155"/>
            </a:xfrm>
            <a:custGeom>
              <a:avLst/>
              <a:gdLst/>
              <a:ahLst/>
              <a:cxnLst/>
              <a:rect l="l" t="t" r="r" b="b"/>
              <a:pathLst>
                <a:path w="4598" h="6034" extrusionOk="0">
                  <a:moveTo>
                    <a:pt x="3927" y="0"/>
                  </a:moveTo>
                  <a:lnTo>
                    <a:pt x="1" y="3925"/>
                  </a:lnTo>
                  <a:lnTo>
                    <a:pt x="1" y="6033"/>
                  </a:lnTo>
                  <a:lnTo>
                    <a:pt x="4597" y="1437"/>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1" name="Google Shape;10871;p24"/>
            <p:cNvSpPr/>
            <p:nvPr/>
          </p:nvSpPr>
          <p:spPr>
            <a:xfrm>
              <a:off x="-136402" y="2690749"/>
              <a:ext cx="347597" cy="506428"/>
            </a:xfrm>
            <a:custGeom>
              <a:avLst/>
              <a:gdLst/>
              <a:ahLst/>
              <a:cxnLst/>
              <a:rect l="l" t="t" r="r" b="b"/>
              <a:pathLst>
                <a:path w="4598" h="6699" extrusionOk="0">
                  <a:moveTo>
                    <a:pt x="4597" y="1"/>
                  </a:moveTo>
                  <a:lnTo>
                    <a:pt x="1" y="4597"/>
                  </a:lnTo>
                  <a:lnTo>
                    <a:pt x="1" y="6699"/>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2" name="Google Shape;10872;p24"/>
            <p:cNvSpPr/>
            <p:nvPr/>
          </p:nvSpPr>
          <p:spPr>
            <a:xfrm>
              <a:off x="-136402" y="1232062"/>
              <a:ext cx="347597" cy="506957"/>
            </a:xfrm>
            <a:custGeom>
              <a:avLst/>
              <a:gdLst/>
              <a:ahLst/>
              <a:cxnLst/>
              <a:rect l="l" t="t" r="r" b="b"/>
              <a:pathLst>
                <a:path w="4598" h="6706" extrusionOk="0">
                  <a:moveTo>
                    <a:pt x="4597" y="0"/>
                  </a:moveTo>
                  <a:lnTo>
                    <a:pt x="1" y="4597"/>
                  </a:lnTo>
                  <a:lnTo>
                    <a:pt x="1" y="6705"/>
                  </a:lnTo>
                  <a:lnTo>
                    <a:pt x="4597" y="2109"/>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3" name="Google Shape;10873;p24"/>
            <p:cNvSpPr/>
            <p:nvPr/>
          </p:nvSpPr>
          <p:spPr>
            <a:xfrm>
              <a:off x="-136402" y="2508489"/>
              <a:ext cx="347597" cy="506428"/>
            </a:xfrm>
            <a:custGeom>
              <a:avLst/>
              <a:gdLst/>
              <a:ahLst/>
              <a:cxnLst/>
              <a:rect l="l" t="t" r="r" b="b"/>
              <a:pathLst>
                <a:path w="4598" h="6699" extrusionOk="0">
                  <a:moveTo>
                    <a:pt x="4597" y="0"/>
                  </a:moveTo>
                  <a:lnTo>
                    <a:pt x="1" y="4596"/>
                  </a:lnTo>
                  <a:lnTo>
                    <a:pt x="1" y="6698"/>
                  </a:lnTo>
                  <a:lnTo>
                    <a:pt x="4597" y="2108"/>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4" name="Google Shape;10874;p24"/>
            <p:cNvSpPr/>
            <p:nvPr/>
          </p:nvSpPr>
          <p:spPr>
            <a:xfrm>
              <a:off x="-136402" y="1049726"/>
              <a:ext cx="347597" cy="506806"/>
            </a:xfrm>
            <a:custGeom>
              <a:avLst/>
              <a:gdLst/>
              <a:ahLst/>
              <a:cxnLst/>
              <a:rect l="l" t="t" r="r" b="b"/>
              <a:pathLst>
                <a:path w="4598" h="6704" extrusionOk="0">
                  <a:moveTo>
                    <a:pt x="4597" y="1"/>
                  </a:moveTo>
                  <a:lnTo>
                    <a:pt x="1" y="4597"/>
                  </a:lnTo>
                  <a:lnTo>
                    <a:pt x="1" y="6704"/>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5" name="Google Shape;10875;p24"/>
            <p:cNvSpPr/>
            <p:nvPr/>
          </p:nvSpPr>
          <p:spPr>
            <a:xfrm>
              <a:off x="-136402" y="503172"/>
              <a:ext cx="347597" cy="506428"/>
            </a:xfrm>
            <a:custGeom>
              <a:avLst/>
              <a:gdLst/>
              <a:ahLst/>
              <a:cxnLst/>
              <a:rect l="l" t="t" r="r" b="b"/>
              <a:pathLst>
                <a:path w="4598" h="6699" extrusionOk="0">
                  <a:moveTo>
                    <a:pt x="4597" y="0"/>
                  </a:moveTo>
                  <a:lnTo>
                    <a:pt x="1" y="4590"/>
                  </a:lnTo>
                  <a:lnTo>
                    <a:pt x="1" y="6698"/>
                  </a:lnTo>
                  <a:lnTo>
                    <a:pt x="4597" y="2102"/>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6" name="Google Shape;10876;p24"/>
            <p:cNvSpPr/>
            <p:nvPr/>
          </p:nvSpPr>
          <p:spPr>
            <a:xfrm>
              <a:off x="-136402" y="2143817"/>
              <a:ext cx="347597" cy="506276"/>
            </a:xfrm>
            <a:custGeom>
              <a:avLst/>
              <a:gdLst/>
              <a:ahLst/>
              <a:cxnLst/>
              <a:rect l="l" t="t" r="r" b="b"/>
              <a:pathLst>
                <a:path w="4598" h="6697" extrusionOk="0">
                  <a:moveTo>
                    <a:pt x="4597" y="0"/>
                  </a:moveTo>
                  <a:lnTo>
                    <a:pt x="1" y="4597"/>
                  </a:lnTo>
                  <a:lnTo>
                    <a:pt x="1" y="6697"/>
                  </a:lnTo>
                  <a:lnTo>
                    <a:pt x="4597" y="2109"/>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7" name="Google Shape;10877;p24"/>
            <p:cNvSpPr/>
            <p:nvPr/>
          </p:nvSpPr>
          <p:spPr>
            <a:xfrm>
              <a:off x="-136402" y="1596734"/>
              <a:ext cx="347597" cy="506428"/>
            </a:xfrm>
            <a:custGeom>
              <a:avLst/>
              <a:gdLst/>
              <a:ahLst/>
              <a:cxnLst/>
              <a:rect l="l" t="t" r="r" b="b"/>
              <a:pathLst>
                <a:path w="4598" h="6699" extrusionOk="0">
                  <a:moveTo>
                    <a:pt x="4597" y="0"/>
                  </a:moveTo>
                  <a:lnTo>
                    <a:pt x="1" y="4597"/>
                  </a:lnTo>
                  <a:lnTo>
                    <a:pt x="1" y="6698"/>
                  </a:lnTo>
                  <a:lnTo>
                    <a:pt x="4597" y="2108"/>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8" name="Google Shape;10878;p24"/>
            <p:cNvSpPr/>
            <p:nvPr/>
          </p:nvSpPr>
          <p:spPr>
            <a:xfrm>
              <a:off x="-136402" y="320836"/>
              <a:ext cx="347597" cy="506428"/>
            </a:xfrm>
            <a:custGeom>
              <a:avLst/>
              <a:gdLst/>
              <a:ahLst/>
              <a:cxnLst/>
              <a:rect l="l" t="t" r="r" b="b"/>
              <a:pathLst>
                <a:path w="4598" h="6699" extrusionOk="0">
                  <a:moveTo>
                    <a:pt x="4597" y="0"/>
                  </a:moveTo>
                  <a:lnTo>
                    <a:pt x="1" y="4590"/>
                  </a:lnTo>
                  <a:lnTo>
                    <a:pt x="1" y="6698"/>
                  </a:lnTo>
                  <a:lnTo>
                    <a:pt x="4597" y="2102"/>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9" name="Google Shape;10879;p24"/>
            <p:cNvSpPr/>
            <p:nvPr/>
          </p:nvSpPr>
          <p:spPr>
            <a:xfrm>
              <a:off x="-136402" y="3784840"/>
              <a:ext cx="347597" cy="384640"/>
            </a:xfrm>
            <a:custGeom>
              <a:avLst/>
              <a:gdLst/>
              <a:ahLst/>
              <a:cxnLst/>
              <a:rect l="l" t="t" r="r" b="b"/>
              <a:pathLst>
                <a:path w="4598" h="5088" extrusionOk="0">
                  <a:moveTo>
                    <a:pt x="4597" y="1"/>
                  </a:moveTo>
                  <a:lnTo>
                    <a:pt x="1" y="4597"/>
                  </a:lnTo>
                  <a:lnTo>
                    <a:pt x="1" y="5088"/>
                  </a:lnTo>
                  <a:lnTo>
                    <a:pt x="1611" y="5088"/>
                  </a:lnTo>
                  <a:lnTo>
                    <a:pt x="4597" y="2102"/>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0" name="Google Shape;10880;p24"/>
            <p:cNvSpPr/>
            <p:nvPr/>
          </p:nvSpPr>
          <p:spPr>
            <a:xfrm>
              <a:off x="-136402" y="1414398"/>
              <a:ext cx="347597" cy="506957"/>
            </a:xfrm>
            <a:custGeom>
              <a:avLst/>
              <a:gdLst/>
              <a:ahLst/>
              <a:cxnLst/>
              <a:rect l="l" t="t" r="r" b="b"/>
              <a:pathLst>
                <a:path w="4598" h="6706" extrusionOk="0">
                  <a:moveTo>
                    <a:pt x="4597" y="0"/>
                  </a:moveTo>
                  <a:lnTo>
                    <a:pt x="1" y="4597"/>
                  </a:lnTo>
                  <a:lnTo>
                    <a:pt x="1" y="6705"/>
                  </a:lnTo>
                  <a:lnTo>
                    <a:pt x="4597" y="2109"/>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1" name="Google Shape;10881;p24"/>
            <p:cNvSpPr/>
            <p:nvPr/>
          </p:nvSpPr>
          <p:spPr>
            <a:xfrm>
              <a:off x="-136402" y="685583"/>
              <a:ext cx="347597" cy="506276"/>
            </a:xfrm>
            <a:custGeom>
              <a:avLst/>
              <a:gdLst/>
              <a:ahLst/>
              <a:cxnLst/>
              <a:rect l="l" t="t" r="r" b="b"/>
              <a:pathLst>
                <a:path w="4598" h="6697" extrusionOk="0">
                  <a:moveTo>
                    <a:pt x="4597" y="1"/>
                  </a:moveTo>
                  <a:lnTo>
                    <a:pt x="1" y="4589"/>
                  </a:lnTo>
                  <a:lnTo>
                    <a:pt x="1" y="6697"/>
                  </a:lnTo>
                  <a:lnTo>
                    <a:pt x="4597" y="2101"/>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2" name="Google Shape;10882;p24"/>
            <p:cNvSpPr/>
            <p:nvPr/>
          </p:nvSpPr>
          <p:spPr>
            <a:xfrm>
              <a:off x="-136402" y="2873085"/>
              <a:ext cx="347597" cy="506428"/>
            </a:xfrm>
            <a:custGeom>
              <a:avLst/>
              <a:gdLst/>
              <a:ahLst/>
              <a:cxnLst/>
              <a:rect l="l" t="t" r="r" b="b"/>
              <a:pathLst>
                <a:path w="4598" h="6699" extrusionOk="0">
                  <a:moveTo>
                    <a:pt x="4597" y="1"/>
                  </a:moveTo>
                  <a:lnTo>
                    <a:pt x="1" y="4597"/>
                  </a:lnTo>
                  <a:lnTo>
                    <a:pt x="1" y="6699"/>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3" name="Google Shape;10883;p24"/>
            <p:cNvSpPr/>
            <p:nvPr/>
          </p:nvSpPr>
          <p:spPr>
            <a:xfrm>
              <a:off x="-136402" y="-43836"/>
              <a:ext cx="347597" cy="506276"/>
            </a:xfrm>
            <a:custGeom>
              <a:avLst/>
              <a:gdLst/>
              <a:ahLst/>
              <a:cxnLst/>
              <a:rect l="l" t="t" r="r" b="b"/>
              <a:pathLst>
                <a:path w="4598" h="6697" extrusionOk="0">
                  <a:moveTo>
                    <a:pt x="4597" y="1"/>
                  </a:moveTo>
                  <a:lnTo>
                    <a:pt x="1" y="4590"/>
                  </a:lnTo>
                  <a:lnTo>
                    <a:pt x="1" y="6697"/>
                  </a:lnTo>
                  <a:lnTo>
                    <a:pt x="4597" y="2102"/>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4" name="Google Shape;10884;p24"/>
            <p:cNvSpPr/>
            <p:nvPr/>
          </p:nvSpPr>
          <p:spPr>
            <a:xfrm>
              <a:off x="8971" y="3967175"/>
              <a:ext cx="202223" cy="202299"/>
            </a:xfrm>
            <a:custGeom>
              <a:avLst/>
              <a:gdLst/>
              <a:ahLst/>
              <a:cxnLst/>
              <a:rect l="l" t="t" r="r" b="b"/>
              <a:pathLst>
                <a:path w="2675" h="2676" extrusionOk="0">
                  <a:moveTo>
                    <a:pt x="2674" y="0"/>
                  </a:moveTo>
                  <a:lnTo>
                    <a:pt x="0" y="2676"/>
                  </a:lnTo>
                  <a:lnTo>
                    <a:pt x="2100" y="2676"/>
                  </a:lnTo>
                  <a:lnTo>
                    <a:pt x="2674" y="2102"/>
                  </a:lnTo>
                  <a:lnTo>
                    <a:pt x="267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5" name="Google Shape;10885;p24"/>
            <p:cNvSpPr/>
            <p:nvPr/>
          </p:nvSpPr>
          <p:spPr>
            <a:xfrm>
              <a:off x="-136402" y="1961481"/>
              <a:ext cx="347597" cy="506276"/>
            </a:xfrm>
            <a:custGeom>
              <a:avLst/>
              <a:gdLst/>
              <a:ahLst/>
              <a:cxnLst/>
              <a:rect l="l" t="t" r="r" b="b"/>
              <a:pathLst>
                <a:path w="4598" h="6697" extrusionOk="0">
                  <a:moveTo>
                    <a:pt x="4597" y="0"/>
                  </a:moveTo>
                  <a:lnTo>
                    <a:pt x="1" y="4595"/>
                  </a:lnTo>
                  <a:lnTo>
                    <a:pt x="1" y="6697"/>
                  </a:lnTo>
                  <a:lnTo>
                    <a:pt x="4597" y="2107"/>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6" name="Google Shape;10886;p24"/>
            <p:cNvSpPr/>
            <p:nvPr/>
          </p:nvSpPr>
          <p:spPr>
            <a:xfrm>
              <a:off x="-136402" y="867919"/>
              <a:ext cx="347597" cy="506276"/>
            </a:xfrm>
            <a:custGeom>
              <a:avLst/>
              <a:gdLst/>
              <a:ahLst/>
              <a:cxnLst/>
              <a:rect l="l" t="t" r="r" b="b"/>
              <a:pathLst>
                <a:path w="4598" h="6697" extrusionOk="0">
                  <a:moveTo>
                    <a:pt x="4597" y="0"/>
                  </a:moveTo>
                  <a:lnTo>
                    <a:pt x="1" y="4589"/>
                  </a:lnTo>
                  <a:lnTo>
                    <a:pt x="1" y="6697"/>
                  </a:lnTo>
                  <a:lnTo>
                    <a:pt x="4597" y="2100"/>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7" name="Google Shape;10887;p24"/>
            <p:cNvSpPr/>
            <p:nvPr/>
          </p:nvSpPr>
          <p:spPr>
            <a:xfrm>
              <a:off x="-136402" y="138500"/>
              <a:ext cx="347597" cy="506428"/>
            </a:xfrm>
            <a:custGeom>
              <a:avLst/>
              <a:gdLst/>
              <a:ahLst/>
              <a:cxnLst/>
              <a:rect l="l" t="t" r="r" b="b"/>
              <a:pathLst>
                <a:path w="4598" h="6699" extrusionOk="0">
                  <a:moveTo>
                    <a:pt x="4597" y="0"/>
                  </a:moveTo>
                  <a:lnTo>
                    <a:pt x="1" y="4590"/>
                  </a:lnTo>
                  <a:lnTo>
                    <a:pt x="1" y="6698"/>
                  </a:lnTo>
                  <a:lnTo>
                    <a:pt x="4597" y="2102"/>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8" name="Google Shape;10888;p24"/>
            <p:cNvSpPr/>
            <p:nvPr/>
          </p:nvSpPr>
          <p:spPr>
            <a:xfrm>
              <a:off x="191311" y="4149587"/>
              <a:ext cx="19882" cy="19882"/>
            </a:xfrm>
            <a:custGeom>
              <a:avLst/>
              <a:gdLst/>
              <a:ahLst/>
              <a:cxnLst/>
              <a:rect l="l" t="t" r="r" b="b"/>
              <a:pathLst>
                <a:path w="263" h="263" extrusionOk="0">
                  <a:moveTo>
                    <a:pt x="262" y="1"/>
                  </a:moveTo>
                  <a:lnTo>
                    <a:pt x="0" y="263"/>
                  </a:lnTo>
                  <a:lnTo>
                    <a:pt x="262" y="263"/>
                  </a:lnTo>
                  <a:lnTo>
                    <a:pt x="26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9" name="Google Shape;10889;p24"/>
          <p:cNvGrpSpPr/>
          <p:nvPr/>
        </p:nvGrpSpPr>
        <p:grpSpPr>
          <a:xfrm rot="-5400000">
            <a:off x="1425208" y="-1935863"/>
            <a:ext cx="319581" cy="3995208"/>
            <a:chOff x="-136402" y="-175976"/>
            <a:chExt cx="347597" cy="4345451"/>
          </a:xfrm>
        </p:grpSpPr>
        <p:sp>
          <p:nvSpPr>
            <p:cNvPr id="10890" name="Google Shape;10890;p24"/>
            <p:cNvSpPr/>
            <p:nvPr/>
          </p:nvSpPr>
          <p:spPr>
            <a:xfrm>
              <a:off x="-136402" y="3579069"/>
              <a:ext cx="347597" cy="371033"/>
            </a:xfrm>
            <a:custGeom>
              <a:avLst/>
              <a:gdLst/>
              <a:ahLst/>
              <a:cxnLst/>
              <a:rect l="l" t="t" r="r" b="b"/>
              <a:pathLst>
                <a:path w="4598" h="4908" extrusionOk="0">
                  <a:moveTo>
                    <a:pt x="4597" y="1"/>
                  </a:moveTo>
                  <a:lnTo>
                    <a:pt x="1" y="4595"/>
                  </a:lnTo>
                  <a:lnTo>
                    <a:pt x="1" y="4907"/>
                  </a:lnTo>
                  <a:lnTo>
                    <a:pt x="4597" y="311"/>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1" name="Google Shape;10891;p24"/>
            <p:cNvSpPr/>
            <p:nvPr/>
          </p:nvSpPr>
          <p:spPr>
            <a:xfrm>
              <a:off x="-136402" y="2850179"/>
              <a:ext cx="347597" cy="370503"/>
            </a:xfrm>
            <a:custGeom>
              <a:avLst/>
              <a:gdLst/>
              <a:ahLst/>
              <a:cxnLst/>
              <a:rect l="l" t="t" r="r" b="b"/>
              <a:pathLst>
                <a:path w="4598" h="4901" extrusionOk="0">
                  <a:moveTo>
                    <a:pt x="4597" y="0"/>
                  </a:moveTo>
                  <a:lnTo>
                    <a:pt x="1" y="4590"/>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2" name="Google Shape;10892;p24"/>
            <p:cNvSpPr/>
            <p:nvPr/>
          </p:nvSpPr>
          <p:spPr>
            <a:xfrm>
              <a:off x="-14615" y="3943741"/>
              <a:ext cx="225810" cy="225734"/>
            </a:xfrm>
            <a:custGeom>
              <a:avLst/>
              <a:gdLst/>
              <a:ahLst/>
              <a:cxnLst/>
              <a:rect l="l" t="t" r="r" b="b"/>
              <a:pathLst>
                <a:path w="2987" h="2986" extrusionOk="0">
                  <a:moveTo>
                    <a:pt x="2986" y="0"/>
                  </a:moveTo>
                  <a:lnTo>
                    <a:pt x="0" y="2986"/>
                  </a:lnTo>
                  <a:lnTo>
                    <a:pt x="312" y="2986"/>
                  </a:lnTo>
                  <a:lnTo>
                    <a:pt x="2986" y="310"/>
                  </a:lnTo>
                  <a:lnTo>
                    <a:pt x="29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3" name="Google Shape;10893;p24"/>
            <p:cNvSpPr/>
            <p:nvPr/>
          </p:nvSpPr>
          <p:spPr>
            <a:xfrm>
              <a:off x="-136402" y="3214775"/>
              <a:ext cx="347597" cy="370655"/>
            </a:xfrm>
            <a:custGeom>
              <a:avLst/>
              <a:gdLst/>
              <a:ahLst/>
              <a:cxnLst/>
              <a:rect l="l" t="t" r="r" b="b"/>
              <a:pathLst>
                <a:path w="4598" h="4903" extrusionOk="0">
                  <a:moveTo>
                    <a:pt x="4597" y="1"/>
                  </a:moveTo>
                  <a:lnTo>
                    <a:pt x="1" y="4591"/>
                  </a:lnTo>
                  <a:lnTo>
                    <a:pt x="1" y="4902"/>
                  </a:lnTo>
                  <a:lnTo>
                    <a:pt x="4597" y="306"/>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4" name="Google Shape;10894;p24"/>
            <p:cNvSpPr/>
            <p:nvPr/>
          </p:nvSpPr>
          <p:spPr>
            <a:xfrm>
              <a:off x="-136402" y="2485508"/>
              <a:ext cx="347597" cy="370503"/>
            </a:xfrm>
            <a:custGeom>
              <a:avLst/>
              <a:gdLst/>
              <a:ahLst/>
              <a:cxnLst/>
              <a:rect l="l" t="t" r="r" b="b"/>
              <a:pathLst>
                <a:path w="4598" h="4901" extrusionOk="0">
                  <a:moveTo>
                    <a:pt x="4597" y="0"/>
                  </a:moveTo>
                  <a:lnTo>
                    <a:pt x="1" y="4589"/>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5" name="Google Shape;10895;p24"/>
            <p:cNvSpPr/>
            <p:nvPr/>
          </p:nvSpPr>
          <p:spPr>
            <a:xfrm>
              <a:off x="-136402" y="2120760"/>
              <a:ext cx="347597" cy="370579"/>
            </a:xfrm>
            <a:custGeom>
              <a:avLst/>
              <a:gdLst/>
              <a:ahLst/>
              <a:cxnLst/>
              <a:rect l="l" t="t" r="r" b="b"/>
              <a:pathLst>
                <a:path w="4598" h="4902" extrusionOk="0">
                  <a:moveTo>
                    <a:pt x="4597" y="0"/>
                  </a:moveTo>
                  <a:lnTo>
                    <a:pt x="1" y="4590"/>
                  </a:lnTo>
                  <a:lnTo>
                    <a:pt x="1" y="4902"/>
                  </a:lnTo>
                  <a:lnTo>
                    <a:pt x="4597" y="305"/>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6" name="Google Shape;10896;p24"/>
            <p:cNvSpPr/>
            <p:nvPr/>
          </p:nvSpPr>
          <p:spPr>
            <a:xfrm>
              <a:off x="-136402" y="1756088"/>
              <a:ext cx="347597" cy="370503"/>
            </a:xfrm>
            <a:custGeom>
              <a:avLst/>
              <a:gdLst/>
              <a:ahLst/>
              <a:cxnLst/>
              <a:rect l="l" t="t" r="r" b="b"/>
              <a:pathLst>
                <a:path w="4598" h="4901" extrusionOk="0">
                  <a:moveTo>
                    <a:pt x="4597" y="0"/>
                  </a:moveTo>
                  <a:lnTo>
                    <a:pt x="1" y="4590"/>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7" name="Google Shape;10897;p24"/>
            <p:cNvSpPr/>
            <p:nvPr/>
          </p:nvSpPr>
          <p:spPr>
            <a:xfrm>
              <a:off x="-136402" y="1391417"/>
              <a:ext cx="347597" cy="370503"/>
            </a:xfrm>
            <a:custGeom>
              <a:avLst/>
              <a:gdLst/>
              <a:ahLst/>
              <a:cxnLst/>
              <a:rect l="l" t="t" r="r" b="b"/>
              <a:pathLst>
                <a:path w="4598" h="4901" extrusionOk="0">
                  <a:moveTo>
                    <a:pt x="4597" y="1"/>
                  </a:moveTo>
                  <a:lnTo>
                    <a:pt x="1" y="4597"/>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8" name="Google Shape;10898;p24"/>
            <p:cNvSpPr/>
            <p:nvPr/>
          </p:nvSpPr>
          <p:spPr>
            <a:xfrm>
              <a:off x="-136402" y="1026669"/>
              <a:ext cx="347597" cy="370655"/>
            </a:xfrm>
            <a:custGeom>
              <a:avLst/>
              <a:gdLst/>
              <a:ahLst/>
              <a:cxnLst/>
              <a:rect l="l" t="t" r="r" b="b"/>
              <a:pathLst>
                <a:path w="4598" h="4903" extrusionOk="0">
                  <a:moveTo>
                    <a:pt x="4597" y="0"/>
                  </a:moveTo>
                  <a:lnTo>
                    <a:pt x="1" y="4597"/>
                  </a:lnTo>
                  <a:lnTo>
                    <a:pt x="1" y="4902"/>
                  </a:lnTo>
                  <a:lnTo>
                    <a:pt x="4597" y="306"/>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9" name="Google Shape;10899;p24"/>
            <p:cNvSpPr/>
            <p:nvPr/>
          </p:nvSpPr>
          <p:spPr>
            <a:xfrm>
              <a:off x="-136402" y="661998"/>
              <a:ext cx="347597" cy="370503"/>
            </a:xfrm>
            <a:custGeom>
              <a:avLst/>
              <a:gdLst/>
              <a:ahLst/>
              <a:cxnLst/>
              <a:rect l="l" t="t" r="r" b="b"/>
              <a:pathLst>
                <a:path w="4598" h="4901" extrusionOk="0">
                  <a:moveTo>
                    <a:pt x="4597" y="1"/>
                  </a:moveTo>
                  <a:lnTo>
                    <a:pt x="1" y="4597"/>
                  </a:lnTo>
                  <a:lnTo>
                    <a:pt x="1" y="4901"/>
                  </a:lnTo>
                  <a:lnTo>
                    <a:pt x="4597" y="313"/>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0" name="Google Shape;10900;p24"/>
            <p:cNvSpPr/>
            <p:nvPr/>
          </p:nvSpPr>
          <p:spPr>
            <a:xfrm>
              <a:off x="-136402" y="297402"/>
              <a:ext cx="347597" cy="370503"/>
            </a:xfrm>
            <a:custGeom>
              <a:avLst/>
              <a:gdLst/>
              <a:ahLst/>
              <a:cxnLst/>
              <a:rect l="l" t="t" r="r" b="b"/>
              <a:pathLst>
                <a:path w="4598" h="4901" extrusionOk="0">
                  <a:moveTo>
                    <a:pt x="4597" y="0"/>
                  </a:moveTo>
                  <a:lnTo>
                    <a:pt x="1" y="4596"/>
                  </a:lnTo>
                  <a:lnTo>
                    <a:pt x="1" y="4900"/>
                  </a:lnTo>
                  <a:lnTo>
                    <a:pt x="4597" y="310"/>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1" name="Google Shape;10901;p24"/>
            <p:cNvSpPr/>
            <p:nvPr/>
          </p:nvSpPr>
          <p:spPr>
            <a:xfrm>
              <a:off x="-136402" y="-67421"/>
              <a:ext cx="347597" cy="370655"/>
            </a:xfrm>
            <a:custGeom>
              <a:avLst/>
              <a:gdLst/>
              <a:ahLst/>
              <a:cxnLst/>
              <a:rect l="l" t="t" r="r" b="b"/>
              <a:pathLst>
                <a:path w="4598" h="4903" extrusionOk="0">
                  <a:moveTo>
                    <a:pt x="4597" y="1"/>
                  </a:moveTo>
                  <a:lnTo>
                    <a:pt x="1" y="4597"/>
                  </a:lnTo>
                  <a:lnTo>
                    <a:pt x="1" y="4902"/>
                  </a:lnTo>
                  <a:lnTo>
                    <a:pt x="4597" y="313"/>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2" name="Google Shape;10902;p24"/>
            <p:cNvSpPr/>
            <p:nvPr/>
          </p:nvSpPr>
          <p:spPr>
            <a:xfrm>
              <a:off x="-136402" y="-175976"/>
              <a:ext cx="114606" cy="114379"/>
            </a:xfrm>
            <a:custGeom>
              <a:avLst/>
              <a:gdLst/>
              <a:ahLst/>
              <a:cxnLst/>
              <a:rect l="l" t="t" r="r" b="b"/>
              <a:pathLst>
                <a:path w="1516" h="1513" extrusionOk="0">
                  <a:moveTo>
                    <a:pt x="1212" y="0"/>
                  </a:moveTo>
                  <a:lnTo>
                    <a:pt x="1" y="1209"/>
                  </a:lnTo>
                  <a:lnTo>
                    <a:pt x="1" y="1513"/>
                  </a:lnTo>
                  <a:lnTo>
                    <a:pt x="15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3" name="Google Shape;10903;p24"/>
            <p:cNvSpPr/>
            <p:nvPr/>
          </p:nvSpPr>
          <p:spPr>
            <a:xfrm>
              <a:off x="167725" y="4126077"/>
              <a:ext cx="43469" cy="43393"/>
            </a:xfrm>
            <a:custGeom>
              <a:avLst/>
              <a:gdLst/>
              <a:ahLst/>
              <a:cxnLst/>
              <a:rect l="l" t="t" r="r" b="b"/>
              <a:pathLst>
                <a:path w="575" h="574" extrusionOk="0">
                  <a:moveTo>
                    <a:pt x="574" y="0"/>
                  </a:moveTo>
                  <a:lnTo>
                    <a:pt x="0" y="574"/>
                  </a:lnTo>
                  <a:lnTo>
                    <a:pt x="312" y="574"/>
                  </a:lnTo>
                  <a:lnTo>
                    <a:pt x="574" y="312"/>
                  </a:lnTo>
                  <a:lnTo>
                    <a:pt x="57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4" name="Google Shape;10904;p24"/>
            <p:cNvSpPr/>
            <p:nvPr/>
          </p:nvSpPr>
          <p:spPr>
            <a:xfrm>
              <a:off x="-136402" y="3396658"/>
              <a:ext cx="347597" cy="371108"/>
            </a:xfrm>
            <a:custGeom>
              <a:avLst/>
              <a:gdLst/>
              <a:ahLst/>
              <a:cxnLst/>
              <a:rect l="l" t="t" r="r" b="b"/>
              <a:pathLst>
                <a:path w="4598" h="4909" extrusionOk="0">
                  <a:moveTo>
                    <a:pt x="4597" y="0"/>
                  </a:moveTo>
                  <a:lnTo>
                    <a:pt x="1" y="4596"/>
                  </a:lnTo>
                  <a:lnTo>
                    <a:pt x="1" y="4908"/>
                  </a:lnTo>
                  <a:lnTo>
                    <a:pt x="4597" y="312"/>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5" name="Google Shape;10905;p24"/>
            <p:cNvSpPr/>
            <p:nvPr/>
          </p:nvSpPr>
          <p:spPr>
            <a:xfrm>
              <a:off x="-136402" y="2667843"/>
              <a:ext cx="347597" cy="370503"/>
            </a:xfrm>
            <a:custGeom>
              <a:avLst/>
              <a:gdLst/>
              <a:ahLst/>
              <a:cxnLst/>
              <a:rect l="l" t="t" r="r" b="b"/>
              <a:pathLst>
                <a:path w="4598" h="4901" extrusionOk="0">
                  <a:moveTo>
                    <a:pt x="4597" y="0"/>
                  </a:moveTo>
                  <a:lnTo>
                    <a:pt x="1" y="4590"/>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6" name="Google Shape;10906;p24"/>
            <p:cNvSpPr/>
            <p:nvPr/>
          </p:nvSpPr>
          <p:spPr>
            <a:xfrm>
              <a:off x="-136402" y="1938424"/>
              <a:ext cx="347597" cy="370503"/>
            </a:xfrm>
            <a:custGeom>
              <a:avLst/>
              <a:gdLst/>
              <a:ahLst/>
              <a:cxnLst/>
              <a:rect l="l" t="t" r="r" b="b"/>
              <a:pathLst>
                <a:path w="4598" h="4901" extrusionOk="0">
                  <a:moveTo>
                    <a:pt x="4597" y="0"/>
                  </a:moveTo>
                  <a:lnTo>
                    <a:pt x="1" y="4590"/>
                  </a:lnTo>
                  <a:lnTo>
                    <a:pt x="1" y="4900"/>
                  </a:lnTo>
                  <a:lnTo>
                    <a:pt x="4597" y="305"/>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7" name="Google Shape;10907;p24"/>
            <p:cNvSpPr/>
            <p:nvPr/>
          </p:nvSpPr>
          <p:spPr>
            <a:xfrm>
              <a:off x="-136402" y="1209081"/>
              <a:ext cx="347597" cy="370503"/>
            </a:xfrm>
            <a:custGeom>
              <a:avLst/>
              <a:gdLst/>
              <a:ahLst/>
              <a:cxnLst/>
              <a:rect l="l" t="t" r="r" b="b"/>
              <a:pathLst>
                <a:path w="4598" h="4901" extrusionOk="0">
                  <a:moveTo>
                    <a:pt x="4597" y="1"/>
                  </a:moveTo>
                  <a:lnTo>
                    <a:pt x="1" y="4596"/>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8" name="Google Shape;10908;p24"/>
            <p:cNvSpPr/>
            <p:nvPr/>
          </p:nvSpPr>
          <p:spPr>
            <a:xfrm>
              <a:off x="-136402" y="479662"/>
              <a:ext cx="347597" cy="370503"/>
            </a:xfrm>
            <a:custGeom>
              <a:avLst/>
              <a:gdLst/>
              <a:ahLst/>
              <a:cxnLst/>
              <a:rect l="l" t="t" r="r" b="b"/>
              <a:pathLst>
                <a:path w="4598" h="4901" extrusionOk="0">
                  <a:moveTo>
                    <a:pt x="4597" y="1"/>
                  </a:moveTo>
                  <a:lnTo>
                    <a:pt x="1" y="4597"/>
                  </a:lnTo>
                  <a:lnTo>
                    <a:pt x="1" y="4901"/>
                  </a:lnTo>
                  <a:lnTo>
                    <a:pt x="4597" y="311"/>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9" name="Google Shape;10909;p24"/>
            <p:cNvSpPr/>
            <p:nvPr/>
          </p:nvSpPr>
          <p:spPr>
            <a:xfrm>
              <a:off x="-136402" y="3761405"/>
              <a:ext cx="347597" cy="370957"/>
            </a:xfrm>
            <a:custGeom>
              <a:avLst/>
              <a:gdLst/>
              <a:ahLst/>
              <a:cxnLst/>
              <a:rect l="l" t="t" r="r" b="b"/>
              <a:pathLst>
                <a:path w="4598" h="4907" extrusionOk="0">
                  <a:moveTo>
                    <a:pt x="4597" y="0"/>
                  </a:moveTo>
                  <a:lnTo>
                    <a:pt x="1" y="4597"/>
                  </a:lnTo>
                  <a:lnTo>
                    <a:pt x="1" y="4907"/>
                  </a:lnTo>
                  <a:lnTo>
                    <a:pt x="4597" y="311"/>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0" name="Google Shape;10910;p24"/>
            <p:cNvSpPr/>
            <p:nvPr/>
          </p:nvSpPr>
          <p:spPr>
            <a:xfrm>
              <a:off x="-136402" y="3032440"/>
              <a:ext cx="347597" cy="370503"/>
            </a:xfrm>
            <a:custGeom>
              <a:avLst/>
              <a:gdLst/>
              <a:ahLst/>
              <a:cxnLst/>
              <a:rect l="l" t="t" r="r" b="b"/>
              <a:pathLst>
                <a:path w="4598" h="4901" extrusionOk="0">
                  <a:moveTo>
                    <a:pt x="4597" y="1"/>
                  </a:moveTo>
                  <a:lnTo>
                    <a:pt x="1" y="4591"/>
                  </a:lnTo>
                  <a:lnTo>
                    <a:pt x="1" y="4901"/>
                  </a:lnTo>
                  <a:lnTo>
                    <a:pt x="4597" y="306"/>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1" name="Google Shape;10911;p24"/>
            <p:cNvSpPr/>
            <p:nvPr/>
          </p:nvSpPr>
          <p:spPr>
            <a:xfrm>
              <a:off x="-136402" y="2303172"/>
              <a:ext cx="347597" cy="370503"/>
            </a:xfrm>
            <a:custGeom>
              <a:avLst/>
              <a:gdLst/>
              <a:ahLst/>
              <a:cxnLst/>
              <a:rect l="l" t="t" r="r" b="b"/>
              <a:pathLst>
                <a:path w="4598" h="4901" extrusionOk="0">
                  <a:moveTo>
                    <a:pt x="4597" y="1"/>
                  </a:moveTo>
                  <a:lnTo>
                    <a:pt x="1" y="4589"/>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2" name="Google Shape;10912;p24"/>
            <p:cNvSpPr/>
            <p:nvPr/>
          </p:nvSpPr>
          <p:spPr>
            <a:xfrm>
              <a:off x="-136402" y="1573753"/>
              <a:ext cx="347597" cy="370503"/>
            </a:xfrm>
            <a:custGeom>
              <a:avLst/>
              <a:gdLst/>
              <a:ahLst/>
              <a:cxnLst/>
              <a:rect l="l" t="t" r="r" b="b"/>
              <a:pathLst>
                <a:path w="4598" h="4901" extrusionOk="0">
                  <a:moveTo>
                    <a:pt x="4597" y="1"/>
                  </a:moveTo>
                  <a:lnTo>
                    <a:pt x="1" y="4597"/>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3" name="Google Shape;10913;p24"/>
            <p:cNvSpPr/>
            <p:nvPr/>
          </p:nvSpPr>
          <p:spPr>
            <a:xfrm>
              <a:off x="-136402" y="844334"/>
              <a:ext cx="347597" cy="370503"/>
            </a:xfrm>
            <a:custGeom>
              <a:avLst/>
              <a:gdLst/>
              <a:ahLst/>
              <a:cxnLst/>
              <a:rect l="l" t="t" r="r" b="b"/>
              <a:pathLst>
                <a:path w="4598" h="4901" extrusionOk="0">
                  <a:moveTo>
                    <a:pt x="4597" y="1"/>
                  </a:moveTo>
                  <a:lnTo>
                    <a:pt x="1" y="4597"/>
                  </a:lnTo>
                  <a:lnTo>
                    <a:pt x="1" y="4901"/>
                  </a:lnTo>
                  <a:lnTo>
                    <a:pt x="4597" y="312"/>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4" name="Google Shape;10914;p24"/>
            <p:cNvSpPr/>
            <p:nvPr/>
          </p:nvSpPr>
          <p:spPr>
            <a:xfrm>
              <a:off x="-136402" y="115066"/>
              <a:ext cx="347597" cy="370503"/>
            </a:xfrm>
            <a:custGeom>
              <a:avLst/>
              <a:gdLst/>
              <a:ahLst/>
              <a:cxnLst/>
              <a:rect l="l" t="t" r="r" b="b"/>
              <a:pathLst>
                <a:path w="4598" h="4901" extrusionOk="0">
                  <a:moveTo>
                    <a:pt x="4597" y="0"/>
                  </a:moveTo>
                  <a:lnTo>
                    <a:pt x="1" y="4595"/>
                  </a:lnTo>
                  <a:lnTo>
                    <a:pt x="1" y="4900"/>
                  </a:lnTo>
                  <a:lnTo>
                    <a:pt x="4597" y="310"/>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5" name="Google Shape;10915;p24"/>
            <p:cNvSpPr/>
            <p:nvPr/>
          </p:nvSpPr>
          <p:spPr>
            <a:xfrm>
              <a:off x="-136402" y="-175976"/>
              <a:ext cx="296947" cy="296720"/>
            </a:xfrm>
            <a:custGeom>
              <a:avLst/>
              <a:gdLst/>
              <a:ahLst/>
              <a:cxnLst/>
              <a:rect l="l" t="t" r="r" b="b"/>
              <a:pathLst>
                <a:path w="3928" h="3925" extrusionOk="0">
                  <a:moveTo>
                    <a:pt x="3624" y="0"/>
                  </a:moveTo>
                  <a:lnTo>
                    <a:pt x="1" y="3621"/>
                  </a:lnTo>
                  <a:lnTo>
                    <a:pt x="1" y="3925"/>
                  </a:lnTo>
                  <a:lnTo>
                    <a:pt x="39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16" name="Google Shape;10916;p24"/>
          <p:cNvSpPr/>
          <p:nvPr/>
        </p:nvSpPr>
        <p:spPr>
          <a:xfrm rot="-5400000">
            <a:off x="1425149" y="-1936025"/>
            <a:ext cx="319800" cy="39954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7" name="Google Shape;10917;p24"/>
          <p:cNvSpPr/>
          <p:nvPr/>
        </p:nvSpPr>
        <p:spPr>
          <a:xfrm>
            <a:off x="8207225" y="4482075"/>
            <a:ext cx="586810" cy="586976"/>
          </a:xfrm>
          <a:custGeom>
            <a:avLst/>
            <a:gdLst/>
            <a:ahLst/>
            <a:cxnLst/>
            <a:rect l="l" t="t" r="r" b="b"/>
            <a:pathLst>
              <a:path w="17675" h="17680" extrusionOk="0">
                <a:moveTo>
                  <a:pt x="8861" y="3255"/>
                </a:moveTo>
                <a:cubicBezTo>
                  <a:pt x="9025" y="3255"/>
                  <a:pt x="9189" y="3262"/>
                  <a:pt x="9352" y="3276"/>
                </a:cubicBezTo>
                <a:cubicBezTo>
                  <a:pt x="9359" y="3276"/>
                  <a:pt x="9366" y="3283"/>
                  <a:pt x="9380" y="3283"/>
                </a:cubicBezTo>
                <a:cubicBezTo>
                  <a:pt x="9414" y="3283"/>
                  <a:pt x="9455" y="3290"/>
                  <a:pt x="9497" y="3296"/>
                </a:cubicBezTo>
                <a:cubicBezTo>
                  <a:pt x="9531" y="3296"/>
                  <a:pt x="9566" y="3303"/>
                  <a:pt x="9601" y="3303"/>
                </a:cubicBezTo>
                <a:cubicBezTo>
                  <a:pt x="9608" y="3309"/>
                  <a:pt x="9621" y="3309"/>
                  <a:pt x="9629" y="3309"/>
                </a:cubicBezTo>
                <a:cubicBezTo>
                  <a:pt x="10507" y="3434"/>
                  <a:pt x="11343" y="3774"/>
                  <a:pt x="12061" y="4278"/>
                </a:cubicBezTo>
                <a:lnTo>
                  <a:pt x="12083" y="4298"/>
                </a:lnTo>
                <a:cubicBezTo>
                  <a:pt x="12117" y="4320"/>
                  <a:pt x="12144" y="4340"/>
                  <a:pt x="12179" y="4368"/>
                </a:cubicBezTo>
                <a:cubicBezTo>
                  <a:pt x="12207" y="4388"/>
                  <a:pt x="12234" y="4409"/>
                  <a:pt x="12262" y="4429"/>
                </a:cubicBezTo>
                <a:cubicBezTo>
                  <a:pt x="12268" y="4437"/>
                  <a:pt x="12283" y="4444"/>
                  <a:pt x="12290" y="4444"/>
                </a:cubicBezTo>
                <a:cubicBezTo>
                  <a:pt x="12980" y="4996"/>
                  <a:pt x="13541" y="5701"/>
                  <a:pt x="13914" y="6503"/>
                </a:cubicBezTo>
                <a:cubicBezTo>
                  <a:pt x="13914" y="6511"/>
                  <a:pt x="13920" y="6518"/>
                  <a:pt x="13920" y="6531"/>
                </a:cubicBezTo>
                <a:cubicBezTo>
                  <a:pt x="13942" y="6566"/>
                  <a:pt x="13955" y="6600"/>
                  <a:pt x="13969" y="6635"/>
                </a:cubicBezTo>
                <a:cubicBezTo>
                  <a:pt x="13983" y="6668"/>
                  <a:pt x="13997" y="6703"/>
                  <a:pt x="14010" y="6732"/>
                </a:cubicBezTo>
                <a:cubicBezTo>
                  <a:pt x="14017" y="6745"/>
                  <a:pt x="14017" y="6751"/>
                  <a:pt x="14017" y="6760"/>
                </a:cubicBezTo>
                <a:cubicBezTo>
                  <a:pt x="14348" y="7581"/>
                  <a:pt x="14481" y="8473"/>
                  <a:pt x="14398" y="9357"/>
                </a:cubicBezTo>
                <a:lnTo>
                  <a:pt x="14398" y="9379"/>
                </a:lnTo>
                <a:cubicBezTo>
                  <a:pt x="14390" y="9420"/>
                  <a:pt x="14390" y="9462"/>
                  <a:pt x="14383" y="9497"/>
                </a:cubicBezTo>
                <a:cubicBezTo>
                  <a:pt x="14377" y="9530"/>
                  <a:pt x="14377" y="9571"/>
                  <a:pt x="14370" y="9606"/>
                </a:cubicBezTo>
                <a:cubicBezTo>
                  <a:pt x="14370" y="9613"/>
                  <a:pt x="14370" y="9621"/>
                  <a:pt x="14363" y="9628"/>
                </a:cubicBezTo>
                <a:cubicBezTo>
                  <a:pt x="14239" y="10505"/>
                  <a:pt x="13907" y="11341"/>
                  <a:pt x="13395" y="12068"/>
                </a:cubicBezTo>
                <a:cubicBezTo>
                  <a:pt x="13388" y="12074"/>
                  <a:pt x="13388" y="12081"/>
                  <a:pt x="13381" y="12088"/>
                </a:cubicBezTo>
                <a:cubicBezTo>
                  <a:pt x="13361" y="12116"/>
                  <a:pt x="13340" y="12142"/>
                  <a:pt x="13320" y="12177"/>
                </a:cubicBezTo>
                <a:cubicBezTo>
                  <a:pt x="13292" y="12205"/>
                  <a:pt x="13270" y="12240"/>
                  <a:pt x="13244" y="12267"/>
                </a:cubicBezTo>
                <a:cubicBezTo>
                  <a:pt x="13244" y="12275"/>
                  <a:pt x="13237" y="12282"/>
                  <a:pt x="13229" y="12288"/>
                </a:cubicBezTo>
                <a:cubicBezTo>
                  <a:pt x="12683" y="12987"/>
                  <a:pt x="11978" y="13539"/>
                  <a:pt x="11170" y="13912"/>
                </a:cubicBezTo>
                <a:cubicBezTo>
                  <a:pt x="11164" y="13919"/>
                  <a:pt x="11155" y="13919"/>
                  <a:pt x="11149" y="13926"/>
                </a:cubicBezTo>
                <a:cubicBezTo>
                  <a:pt x="11114" y="13940"/>
                  <a:pt x="11081" y="13954"/>
                  <a:pt x="11046" y="13967"/>
                </a:cubicBezTo>
                <a:cubicBezTo>
                  <a:pt x="11011" y="13982"/>
                  <a:pt x="10976" y="14002"/>
                  <a:pt x="10941" y="14017"/>
                </a:cubicBezTo>
                <a:cubicBezTo>
                  <a:pt x="10935" y="14017"/>
                  <a:pt x="10928" y="14023"/>
                  <a:pt x="10915" y="14023"/>
                </a:cubicBezTo>
                <a:cubicBezTo>
                  <a:pt x="10248" y="14292"/>
                  <a:pt x="9540" y="14425"/>
                  <a:pt x="8824" y="14425"/>
                </a:cubicBezTo>
                <a:cubicBezTo>
                  <a:pt x="8657" y="14425"/>
                  <a:pt x="8490" y="14418"/>
                  <a:pt x="8322" y="14403"/>
                </a:cubicBezTo>
                <a:cubicBezTo>
                  <a:pt x="8316" y="14403"/>
                  <a:pt x="8302" y="14403"/>
                  <a:pt x="8294" y="14397"/>
                </a:cubicBezTo>
                <a:cubicBezTo>
                  <a:pt x="8261" y="14397"/>
                  <a:pt x="8219" y="14390"/>
                  <a:pt x="8184" y="14390"/>
                </a:cubicBezTo>
                <a:cubicBezTo>
                  <a:pt x="8150" y="14382"/>
                  <a:pt x="8108" y="14375"/>
                  <a:pt x="8073" y="14375"/>
                </a:cubicBezTo>
                <a:cubicBezTo>
                  <a:pt x="8067" y="14368"/>
                  <a:pt x="8053" y="14368"/>
                  <a:pt x="8045" y="14368"/>
                </a:cubicBezTo>
                <a:cubicBezTo>
                  <a:pt x="7168" y="14244"/>
                  <a:pt x="6332" y="13912"/>
                  <a:pt x="5613" y="13401"/>
                </a:cubicBezTo>
                <a:cubicBezTo>
                  <a:pt x="5607" y="13395"/>
                  <a:pt x="5592" y="13386"/>
                  <a:pt x="5585" y="13386"/>
                </a:cubicBezTo>
                <a:cubicBezTo>
                  <a:pt x="5557" y="13360"/>
                  <a:pt x="5530" y="13338"/>
                  <a:pt x="5502" y="13318"/>
                </a:cubicBezTo>
                <a:cubicBezTo>
                  <a:pt x="5467" y="13297"/>
                  <a:pt x="5441" y="13270"/>
                  <a:pt x="5406" y="13249"/>
                </a:cubicBezTo>
                <a:cubicBezTo>
                  <a:pt x="5399" y="13242"/>
                  <a:pt x="5391" y="13236"/>
                  <a:pt x="5384" y="13236"/>
                </a:cubicBezTo>
                <a:cubicBezTo>
                  <a:pt x="4694" y="12681"/>
                  <a:pt x="4134" y="11977"/>
                  <a:pt x="3761" y="11175"/>
                </a:cubicBezTo>
                <a:cubicBezTo>
                  <a:pt x="3761" y="11169"/>
                  <a:pt x="3754" y="11162"/>
                  <a:pt x="3754" y="11147"/>
                </a:cubicBezTo>
                <a:cubicBezTo>
                  <a:pt x="3741" y="11121"/>
                  <a:pt x="3726" y="11086"/>
                  <a:pt x="3712" y="11051"/>
                </a:cubicBezTo>
                <a:cubicBezTo>
                  <a:pt x="3691" y="11016"/>
                  <a:pt x="3678" y="10981"/>
                  <a:pt x="3664" y="10940"/>
                </a:cubicBezTo>
                <a:cubicBezTo>
                  <a:pt x="3658" y="10933"/>
                  <a:pt x="3658" y="10927"/>
                  <a:pt x="3649" y="10920"/>
                </a:cubicBezTo>
                <a:cubicBezTo>
                  <a:pt x="3326" y="10097"/>
                  <a:pt x="3193" y="9206"/>
                  <a:pt x="3276" y="8327"/>
                </a:cubicBezTo>
                <a:lnTo>
                  <a:pt x="3276" y="8301"/>
                </a:lnTo>
                <a:cubicBezTo>
                  <a:pt x="3284" y="8259"/>
                  <a:pt x="3284" y="8224"/>
                  <a:pt x="3291" y="8190"/>
                </a:cubicBezTo>
                <a:cubicBezTo>
                  <a:pt x="3291" y="8155"/>
                  <a:pt x="3298" y="8113"/>
                  <a:pt x="3304" y="8078"/>
                </a:cubicBezTo>
                <a:lnTo>
                  <a:pt x="3304" y="8045"/>
                </a:lnTo>
                <a:cubicBezTo>
                  <a:pt x="3435" y="7174"/>
                  <a:pt x="3767" y="6337"/>
                  <a:pt x="4280" y="5612"/>
                </a:cubicBezTo>
                <a:cubicBezTo>
                  <a:pt x="4280" y="5605"/>
                  <a:pt x="4286" y="5599"/>
                  <a:pt x="4293" y="5590"/>
                </a:cubicBezTo>
                <a:cubicBezTo>
                  <a:pt x="4313" y="5557"/>
                  <a:pt x="4341" y="5529"/>
                  <a:pt x="4363" y="5494"/>
                </a:cubicBezTo>
                <a:cubicBezTo>
                  <a:pt x="4383" y="5466"/>
                  <a:pt x="4404" y="5439"/>
                  <a:pt x="4424" y="5411"/>
                </a:cubicBezTo>
                <a:lnTo>
                  <a:pt x="4446" y="5391"/>
                </a:lnTo>
                <a:cubicBezTo>
                  <a:pt x="4991" y="4693"/>
                  <a:pt x="5696" y="4139"/>
                  <a:pt x="6498" y="3766"/>
                </a:cubicBezTo>
                <a:cubicBezTo>
                  <a:pt x="6511" y="3759"/>
                  <a:pt x="6519" y="3759"/>
                  <a:pt x="6526" y="3752"/>
                </a:cubicBezTo>
                <a:cubicBezTo>
                  <a:pt x="6561" y="3739"/>
                  <a:pt x="6594" y="3724"/>
                  <a:pt x="6635" y="3711"/>
                </a:cubicBezTo>
                <a:cubicBezTo>
                  <a:pt x="6663" y="3698"/>
                  <a:pt x="6698" y="3676"/>
                  <a:pt x="6733" y="3663"/>
                </a:cubicBezTo>
                <a:cubicBezTo>
                  <a:pt x="6740" y="3663"/>
                  <a:pt x="6746" y="3656"/>
                  <a:pt x="6760" y="3656"/>
                </a:cubicBezTo>
                <a:cubicBezTo>
                  <a:pt x="7425" y="3391"/>
                  <a:pt x="8140" y="3255"/>
                  <a:pt x="8861" y="3255"/>
                </a:cubicBezTo>
                <a:close/>
                <a:moveTo>
                  <a:pt x="9165" y="0"/>
                </a:moveTo>
                <a:lnTo>
                  <a:pt x="8578" y="2004"/>
                </a:lnTo>
                <a:cubicBezTo>
                  <a:pt x="8412" y="2011"/>
                  <a:pt x="8252" y="2024"/>
                  <a:pt x="8087" y="2039"/>
                </a:cubicBezTo>
                <a:cubicBezTo>
                  <a:pt x="8080" y="2039"/>
                  <a:pt x="8073" y="2039"/>
                  <a:pt x="8060" y="2045"/>
                </a:cubicBezTo>
                <a:cubicBezTo>
                  <a:pt x="8025" y="2045"/>
                  <a:pt x="7990" y="2052"/>
                  <a:pt x="7956" y="2052"/>
                </a:cubicBezTo>
                <a:cubicBezTo>
                  <a:pt x="7949" y="2059"/>
                  <a:pt x="7936" y="2059"/>
                  <a:pt x="7929" y="2059"/>
                </a:cubicBezTo>
                <a:cubicBezTo>
                  <a:pt x="7901" y="2059"/>
                  <a:pt x="7879" y="2065"/>
                  <a:pt x="7853" y="2074"/>
                </a:cubicBezTo>
                <a:cubicBezTo>
                  <a:pt x="7825" y="2074"/>
                  <a:pt x="7796" y="2080"/>
                  <a:pt x="7770" y="2080"/>
                </a:cubicBezTo>
                <a:cubicBezTo>
                  <a:pt x="7728" y="2087"/>
                  <a:pt x="7687" y="2094"/>
                  <a:pt x="7639" y="2100"/>
                </a:cubicBezTo>
                <a:cubicBezTo>
                  <a:pt x="7630" y="2107"/>
                  <a:pt x="7624" y="2107"/>
                  <a:pt x="7617" y="2107"/>
                </a:cubicBezTo>
                <a:cubicBezTo>
                  <a:pt x="7451" y="2135"/>
                  <a:pt x="7292" y="2170"/>
                  <a:pt x="7133" y="2211"/>
                </a:cubicBezTo>
                <a:lnTo>
                  <a:pt x="6000" y="463"/>
                </a:lnTo>
                <a:lnTo>
                  <a:pt x="4708" y="1022"/>
                </a:lnTo>
                <a:lnTo>
                  <a:pt x="5199" y="3047"/>
                </a:lnTo>
                <a:cubicBezTo>
                  <a:pt x="5053" y="3137"/>
                  <a:pt x="4922" y="3227"/>
                  <a:pt x="4784" y="3324"/>
                </a:cubicBezTo>
                <a:lnTo>
                  <a:pt x="4784" y="3331"/>
                </a:lnTo>
                <a:cubicBezTo>
                  <a:pt x="4777" y="3331"/>
                  <a:pt x="4777" y="3338"/>
                  <a:pt x="4769" y="3338"/>
                </a:cubicBezTo>
                <a:cubicBezTo>
                  <a:pt x="4736" y="3366"/>
                  <a:pt x="4694" y="3392"/>
                  <a:pt x="4660" y="3421"/>
                </a:cubicBezTo>
                <a:cubicBezTo>
                  <a:pt x="4638" y="3434"/>
                  <a:pt x="4618" y="3455"/>
                  <a:pt x="4597" y="3469"/>
                </a:cubicBezTo>
                <a:cubicBezTo>
                  <a:pt x="4577" y="3484"/>
                  <a:pt x="4555" y="3504"/>
                  <a:pt x="4535" y="3517"/>
                </a:cubicBezTo>
                <a:lnTo>
                  <a:pt x="4514" y="3538"/>
                </a:lnTo>
                <a:cubicBezTo>
                  <a:pt x="4487" y="3558"/>
                  <a:pt x="4459" y="3580"/>
                  <a:pt x="4431" y="3608"/>
                </a:cubicBezTo>
                <a:cubicBezTo>
                  <a:pt x="4424" y="3608"/>
                  <a:pt x="4417" y="3615"/>
                  <a:pt x="4411" y="3621"/>
                </a:cubicBezTo>
                <a:cubicBezTo>
                  <a:pt x="4286" y="3724"/>
                  <a:pt x="4169" y="3835"/>
                  <a:pt x="4051" y="3953"/>
                </a:cubicBezTo>
                <a:lnTo>
                  <a:pt x="2191" y="3006"/>
                </a:lnTo>
                <a:lnTo>
                  <a:pt x="1349" y="4132"/>
                </a:lnTo>
                <a:lnTo>
                  <a:pt x="2787" y="5647"/>
                </a:lnTo>
                <a:cubicBezTo>
                  <a:pt x="2711" y="5791"/>
                  <a:pt x="2641" y="5937"/>
                  <a:pt x="2571" y="6088"/>
                </a:cubicBezTo>
                <a:cubicBezTo>
                  <a:pt x="2571" y="6096"/>
                  <a:pt x="2565" y="6103"/>
                  <a:pt x="2565" y="6109"/>
                </a:cubicBezTo>
                <a:cubicBezTo>
                  <a:pt x="2545" y="6151"/>
                  <a:pt x="2530" y="6192"/>
                  <a:pt x="2510" y="6234"/>
                </a:cubicBezTo>
                <a:lnTo>
                  <a:pt x="2510" y="6241"/>
                </a:lnTo>
                <a:lnTo>
                  <a:pt x="2503" y="6247"/>
                </a:lnTo>
                <a:cubicBezTo>
                  <a:pt x="2497" y="6269"/>
                  <a:pt x="2488" y="6289"/>
                  <a:pt x="2482" y="6310"/>
                </a:cubicBezTo>
                <a:cubicBezTo>
                  <a:pt x="2468" y="6330"/>
                  <a:pt x="2462" y="6358"/>
                  <a:pt x="2455" y="6378"/>
                </a:cubicBezTo>
                <a:cubicBezTo>
                  <a:pt x="2434" y="6428"/>
                  <a:pt x="2420" y="6469"/>
                  <a:pt x="2405" y="6511"/>
                </a:cubicBezTo>
                <a:cubicBezTo>
                  <a:pt x="2399" y="6518"/>
                  <a:pt x="2399" y="6524"/>
                  <a:pt x="2399" y="6531"/>
                </a:cubicBezTo>
                <a:cubicBezTo>
                  <a:pt x="2344" y="6690"/>
                  <a:pt x="2289" y="6843"/>
                  <a:pt x="2248" y="7000"/>
                </a:cubicBezTo>
                <a:lnTo>
                  <a:pt x="166" y="7111"/>
                </a:lnTo>
                <a:lnTo>
                  <a:pt x="0" y="8508"/>
                </a:lnTo>
                <a:lnTo>
                  <a:pt x="1999" y="9095"/>
                </a:lnTo>
                <a:cubicBezTo>
                  <a:pt x="2006" y="9261"/>
                  <a:pt x="2019" y="9427"/>
                  <a:pt x="2040" y="9593"/>
                </a:cubicBezTo>
                <a:lnTo>
                  <a:pt x="2040" y="9613"/>
                </a:lnTo>
                <a:cubicBezTo>
                  <a:pt x="2047" y="9654"/>
                  <a:pt x="2047" y="9704"/>
                  <a:pt x="2054" y="9745"/>
                </a:cubicBezTo>
                <a:cubicBezTo>
                  <a:pt x="2060" y="9772"/>
                  <a:pt x="2060" y="9800"/>
                  <a:pt x="2067" y="9828"/>
                </a:cubicBezTo>
                <a:cubicBezTo>
                  <a:pt x="2067" y="9855"/>
                  <a:pt x="2074" y="9877"/>
                  <a:pt x="2082" y="9903"/>
                </a:cubicBezTo>
                <a:cubicBezTo>
                  <a:pt x="2089" y="9945"/>
                  <a:pt x="2095" y="9994"/>
                  <a:pt x="2102" y="10036"/>
                </a:cubicBezTo>
                <a:lnTo>
                  <a:pt x="2102" y="10062"/>
                </a:lnTo>
                <a:cubicBezTo>
                  <a:pt x="2108" y="10069"/>
                  <a:pt x="2108" y="10084"/>
                  <a:pt x="2108" y="10097"/>
                </a:cubicBezTo>
                <a:cubicBezTo>
                  <a:pt x="2130" y="10208"/>
                  <a:pt x="2157" y="10318"/>
                  <a:pt x="2178" y="10422"/>
                </a:cubicBezTo>
                <a:cubicBezTo>
                  <a:pt x="2191" y="10464"/>
                  <a:pt x="2198" y="10505"/>
                  <a:pt x="2213" y="10547"/>
                </a:cubicBezTo>
                <a:lnTo>
                  <a:pt x="465" y="11680"/>
                </a:lnTo>
                <a:lnTo>
                  <a:pt x="1017" y="12972"/>
                </a:lnTo>
                <a:lnTo>
                  <a:pt x="3042" y="12482"/>
                </a:lnTo>
                <a:cubicBezTo>
                  <a:pt x="3132" y="12620"/>
                  <a:pt x="3221" y="12758"/>
                  <a:pt x="3326" y="12889"/>
                </a:cubicBezTo>
                <a:cubicBezTo>
                  <a:pt x="3326" y="12897"/>
                  <a:pt x="3333" y="12904"/>
                  <a:pt x="3339" y="12910"/>
                </a:cubicBezTo>
                <a:cubicBezTo>
                  <a:pt x="3367" y="12945"/>
                  <a:pt x="3387" y="12980"/>
                  <a:pt x="3416" y="13013"/>
                </a:cubicBezTo>
                <a:cubicBezTo>
                  <a:pt x="3435" y="13035"/>
                  <a:pt x="3450" y="13055"/>
                  <a:pt x="3464" y="13076"/>
                </a:cubicBezTo>
                <a:cubicBezTo>
                  <a:pt x="3484" y="13096"/>
                  <a:pt x="3498" y="13118"/>
                  <a:pt x="3518" y="13138"/>
                </a:cubicBezTo>
                <a:cubicBezTo>
                  <a:pt x="3547" y="13172"/>
                  <a:pt x="3575" y="13207"/>
                  <a:pt x="3601" y="13242"/>
                </a:cubicBezTo>
                <a:cubicBezTo>
                  <a:pt x="3608" y="13249"/>
                  <a:pt x="3608" y="13255"/>
                  <a:pt x="3616" y="13262"/>
                </a:cubicBezTo>
                <a:cubicBezTo>
                  <a:pt x="3726" y="13386"/>
                  <a:pt x="3837" y="13511"/>
                  <a:pt x="3948" y="13629"/>
                </a:cubicBezTo>
                <a:lnTo>
                  <a:pt x="3001" y="15488"/>
                </a:lnTo>
                <a:lnTo>
                  <a:pt x="4134" y="16324"/>
                </a:lnTo>
                <a:lnTo>
                  <a:pt x="5640" y="14888"/>
                </a:lnTo>
                <a:cubicBezTo>
                  <a:pt x="5786" y="14962"/>
                  <a:pt x="5939" y="15039"/>
                  <a:pt x="6083" y="15102"/>
                </a:cubicBezTo>
                <a:cubicBezTo>
                  <a:pt x="6096" y="15108"/>
                  <a:pt x="6104" y="15108"/>
                  <a:pt x="6111" y="15115"/>
                </a:cubicBezTo>
                <a:cubicBezTo>
                  <a:pt x="6152" y="15128"/>
                  <a:pt x="6194" y="15150"/>
                  <a:pt x="6235" y="15163"/>
                </a:cubicBezTo>
                <a:cubicBezTo>
                  <a:pt x="6255" y="15178"/>
                  <a:pt x="6284" y="15185"/>
                  <a:pt x="6303" y="15198"/>
                </a:cubicBezTo>
                <a:cubicBezTo>
                  <a:pt x="6332" y="15204"/>
                  <a:pt x="6353" y="15211"/>
                  <a:pt x="6380" y="15226"/>
                </a:cubicBezTo>
                <a:cubicBezTo>
                  <a:pt x="6421" y="15239"/>
                  <a:pt x="6463" y="15253"/>
                  <a:pt x="6504" y="15274"/>
                </a:cubicBezTo>
                <a:cubicBezTo>
                  <a:pt x="6511" y="15274"/>
                  <a:pt x="6519" y="15274"/>
                  <a:pt x="6526" y="15281"/>
                </a:cubicBezTo>
                <a:cubicBezTo>
                  <a:pt x="6685" y="15336"/>
                  <a:pt x="6843" y="15385"/>
                  <a:pt x="7002" y="15433"/>
                </a:cubicBezTo>
                <a:lnTo>
                  <a:pt x="7106" y="17513"/>
                </a:lnTo>
                <a:lnTo>
                  <a:pt x="8501" y="17679"/>
                </a:lnTo>
                <a:lnTo>
                  <a:pt x="9097" y="15676"/>
                </a:lnTo>
                <a:cubicBezTo>
                  <a:pt x="9256" y="15667"/>
                  <a:pt x="9422" y="15661"/>
                  <a:pt x="9588" y="15641"/>
                </a:cubicBezTo>
                <a:lnTo>
                  <a:pt x="9608" y="15641"/>
                </a:lnTo>
                <a:cubicBezTo>
                  <a:pt x="9649" y="15634"/>
                  <a:pt x="9684" y="15626"/>
                  <a:pt x="9719" y="15626"/>
                </a:cubicBezTo>
                <a:cubicBezTo>
                  <a:pt x="9725" y="15626"/>
                  <a:pt x="9732" y="15619"/>
                  <a:pt x="9745" y="15619"/>
                </a:cubicBezTo>
                <a:cubicBezTo>
                  <a:pt x="9774" y="15619"/>
                  <a:pt x="9795" y="15613"/>
                  <a:pt x="9822" y="15613"/>
                </a:cubicBezTo>
                <a:cubicBezTo>
                  <a:pt x="9850" y="15606"/>
                  <a:pt x="9878" y="15599"/>
                  <a:pt x="9898" y="15599"/>
                </a:cubicBezTo>
                <a:cubicBezTo>
                  <a:pt x="9946" y="15593"/>
                  <a:pt x="9988" y="15584"/>
                  <a:pt x="10036" y="15578"/>
                </a:cubicBezTo>
                <a:cubicBezTo>
                  <a:pt x="10044" y="15571"/>
                  <a:pt x="10044" y="15571"/>
                  <a:pt x="10051" y="15571"/>
                </a:cubicBezTo>
                <a:lnTo>
                  <a:pt x="10057" y="15571"/>
                </a:lnTo>
                <a:cubicBezTo>
                  <a:pt x="10223" y="15543"/>
                  <a:pt x="10382" y="15510"/>
                  <a:pt x="10542" y="15468"/>
                </a:cubicBezTo>
                <a:lnTo>
                  <a:pt x="11675" y="17217"/>
                </a:lnTo>
                <a:lnTo>
                  <a:pt x="12967" y="16656"/>
                </a:lnTo>
                <a:lnTo>
                  <a:pt x="12476" y="14631"/>
                </a:lnTo>
                <a:cubicBezTo>
                  <a:pt x="12511" y="14611"/>
                  <a:pt x="12545" y="14589"/>
                  <a:pt x="12580" y="14569"/>
                </a:cubicBezTo>
                <a:cubicBezTo>
                  <a:pt x="12676" y="14506"/>
                  <a:pt x="12766" y="14445"/>
                  <a:pt x="12856" y="14375"/>
                </a:cubicBezTo>
                <a:cubicBezTo>
                  <a:pt x="12870" y="14368"/>
                  <a:pt x="12877" y="14362"/>
                  <a:pt x="12884" y="14355"/>
                </a:cubicBezTo>
                <a:cubicBezTo>
                  <a:pt x="12890" y="14355"/>
                  <a:pt x="12890" y="14355"/>
                  <a:pt x="12890" y="14349"/>
                </a:cubicBezTo>
                <a:cubicBezTo>
                  <a:pt x="12897" y="14349"/>
                  <a:pt x="12897" y="14340"/>
                  <a:pt x="12905" y="14340"/>
                </a:cubicBezTo>
                <a:cubicBezTo>
                  <a:pt x="12938" y="14314"/>
                  <a:pt x="12980" y="14286"/>
                  <a:pt x="13015" y="14257"/>
                </a:cubicBezTo>
                <a:cubicBezTo>
                  <a:pt x="13036" y="14244"/>
                  <a:pt x="13056" y="14224"/>
                  <a:pt x="13078" y="14209"/>
                </a:cubicBezTo>
                <a:cubicBezTo>
                  <a:pt x="13098" y="14196"/>
                  <a:pt x="13119" y="14174"/>
                  <a:pt x="13139" y="14161"/>
                </a:cubicBezTo>
                <a:cubicBezTo>
                  <a:pt x="13146" y="14154"/>
                  <a:pt x="13154" y="14148"/>
                  <a:pt x="13161" y="14141"/>
                </a:cubicBezTo>
                <a:cubicBezTo>
                  <a:pt x="13187" y="14120"/>
                  <a:pt x="13215" y="14100"/>
                  <a:pt x="13244" y="14072"/>
                </a:cubicBezTo>
                <a:cubicBezTo>
                  <a:pt x="13250" y="14072"/>
                  <a:pt x="13250" y="14065"/>
                  <a:pt x="13257" y="14058"/>
                </a:cubicBezTo>
                <a:cubicBezTo>
                  <a:pt x="13388" y="13954"/>
                  <a:pt x="13506" y="13843"/>
                  <a:pt x="13624" y="13727"/>
                </a:cubicBezTo>
                <a:lnTo>
                  <a:pt x="15483" y="14672"/>
                </a:lnTo>
                <a:lnTo>
                  <a:pt x="16326" y="13546"/>
                </a:lnTo>
                <a:lnTo>
                  <a:pt x="14888" y="12033"/>
                </a:lnTo>
                <a:cubicBezTo>
                  <a:pt x="14964" y="11887"/>
                  <a:pt x="15033" y="11743"/>
                  <a:pt x="15103" y="11590"/>
                </a:cubicBezTo>
                <a:cubicBezTo>
                  <a:pt x="15103" y="11583"/>
                  <a:pt x="15110" y="11577"/>
                  <a:pt x="15110" y="11570"/>
                </a:cubicBezTo>
                <a:cubicBezTo>
                  <a:pt x="15130" y="11529"/>
                  <a:pt x="15145" y="11487"/>
                  <a:pt x="15165" y="11446"/>
                </a:cubicBezTo>
                <a:cubicBezTo>
                  <a:pt x="15171" y="11418"/>
                  <a:pt x="15186" y="11396"/>
                  <a:pt x="15193" y="11369"/>
                </a:cubicBezTo>
                <a:cubicBezTo>
                  <a:pt x="15199" y="11348"/>
                  <a:pt x="15213" y="11321"/>
                  <a:pt x="15219" y="11300"/>
                </a:cubicBezTo>
                <a:cubicBezTo>
                  <a:pt x="15241" y="11258"/>
                  <a:pt x="15254" y="11210"/>
                  <a:pt x="15269" y="11169"/>
                </a:cubicBezTo>
                <a:cubicBezTo>
                  <a:pt x="15269" y="11162"/>
                  <a:pt x="15276" y="11155"/>
                  <a:pt x="15276" y="11147"/>
                </a:cubicBezTo>
                <a:cubicBezTo>
                  <a:pt x="15330" y="10996"/>
                  <a:pt x="15385" y="10837"/>
                  <a:pt x="15427" y="10678"/>
                </a:cubicBezTo>
                <a:lnTo>
                  <a:pt x="17508" y="10567"/>
                </a:lnTo>
                <a:lnTo>
                  <a:pt x="17674" y="9172"/>
                </a:lnTo>
                <a:lnTo>
                  <a:pt x="15675" y="8584"/>
                </a:lnTo>
                <a:cubicBezTo>
                  <a:pt x="15669" y="8418"/>
                  <a:pt x="15656" y="8253"/>
                  <a:pt x="15634" y="8087"/>
                </a:cubicBezTo>
                <a:lnTo>
                  <a:pt x="15634" y="8065"/>
                </a:lnTo>
                <a:cubicBezTo>
                  <a:pt x="15627" y="8024"/>
                  <a:pt x="15621" y="7976"/>
                  <a:pt x="15621" y="7934"/>
                </a:cubicBezTo>
                <a:cubicBezTo>
                  <a:pt x="15614" y="7906"/>
                  <a:pt x="15607" y="7879"/>
                  <a:pt x="15607" y="7851"/>
                </a:cubicBezTo>
                <a:cubicBezTo>
                  <a:pt x="15601" y="7830"/>
                  <a:pt x="15601" y="7803"/>
                  <a:pt x="15592" y="7775"/>
                </a:cubicBezTo>
                <a:cubicBezTo>
                  <a:pt x="15586" y="7733"/>
                  <a:pt x="15579" y="7685"/>
                  <a:pt x="15573" y="7644"/>
                </a:cubicBezTo>
                <a:cubicBezTo>
                  <a:pt x="15573" y="7637"/>
                  <a:pt x="15573" y="7631"/>
                  <a:pt x="15566" y="7616"/>
                </a:cubicBezTo>
                <a:cubicBezTo>
                  <a:pt x="15538" y="7456"/>
                  <a:pt x="15503" y="7299"/>
                  <a:pt x="15461" y="7140"/>
                </a:cubicBezTo>
                <a:lnTo>
                  <a:pt x="17210" y="5998"/>
                </a:lnTo>
                <a:lnTo>
                  <a:pt x="16657" y="4706"/>
                </a:lnTo>
                <a:lnTo>
                  <a:pt x="14625" y="5197"/>
                </a:lnTo>
                <a:cubicBezTo>
                  <a:pt x="14542" y="5059"/>
                  <a:pt x="14446" y="4920"/>
                  <a:pt x="14348" y="4789"/>
                </a:cubicBezTo>
                <a:cubicBezTo>
                  <a:pt x="14348" y="4782"/>
                  <a:pt x="14342" y="4776"/>
                  <a:pt x="14335" y="4769"/>
                </a:cubicBezTo>
                <a:cubicBezTo>
                  <a:pt x="14307" y="4734"/>
                  <a:pt x="14280" y="4700"/>
                  <a:pt x="14252" y="4665"/>
                </a:cubicBezTo>
                <a:cubicBezTo>
                  <a:pt x="14239" y="4645"/>
                  <a:pt x="14224" y="4623"/>
                  <a:pt x="14204" y="4603"/>
                </a:cubicBezTo>
                <a:cubicBezTo>
                  <a:pt x="14191" y="4582"/>
                  <a:pt x="14176" y="4562"/>
                  <a:pt x="14156" y="4540"/>
                </a:cubicBezTo>
                <a:cubicBezTo>
                  <a:pt x="14128" y="4505"/>
                  <a:pt x="14100" y="4471"/>
                  <a:pt x="14073" y="4437"/>
                </a:cubicBezTo>
                <a:cubicBezTo>
                  <a:pt x="14066" y="4429"/>
                  <a:pt x="14058" y="4423"/>
                  <a:pt x="14058" y="4416"/>
                </a:cubicBezTo>
                <a:cubicBezTo>
                  <a:pt x="13949" y="4291"/>
                  <a:pt x="13838" y="4167"/>
                  <a:pt x="13720" y="4049"/>
                </a:cubicBezTo>
                <a:lnTo>
                  <a:pt x="14674" y="2198"/>
                </a:lnTo>
                <a:lnTo>
                  <a:pt x="13541" y="1354"/>
                </a:lnTo>
                <a:lnTo>
                  <a:pt x="12034" y="2792"/>
                </a:lnTo>
                <a:cubicBezTo>
                  <a:pt x="11888" y="2716"/>
                  <a:pt x="11736" y="2639"/>
                  <a:pt x="11585" y="2578"/>
                </a:cubicBezTo>
                <a:cubicBezTo>
                  <a:pt x="11578" y="2571"/>
                  <a:pt x="11570" y="2571"/>
                  <a:pt x="11563" y="2563"/>
                </a:cubicBezTo>
                <a:cubicBezTo>
                  <a:pt x="11522" y="2550"/>
                  <a:pt x="11480" y="2530"/>
                  <a:pt x="11439" y="2515"/>
                </a:cubicBezTo>
                <a:cubicBezTo>
                  <a:pt x="11419" y="2502"/>
                  <a:pt x="11391" y="2495"/>
                  <a:pt x="11371" y="2480"/>
                </a:cubicBezTo>
                <a:cubicBezTo>
                  <a:pt x="11343" y="2473"/>
                  <a:pt x="11321" y="2467"/>
                  <a:pt x="11295" y="2454"/>
                </a:cubicBezTo>
                <a:cubicBezTo>
                  <a:pt x="11253" y="2439"/>
                  <a:pt x="11212" y="2425"/>
                  <a:pt x="11170" y="2405"/>
                </a:cubicBezTo>
                <a:cubicBezTo>
                  <a:pt x="11164" y="2405"/>
                  <a:pt x="11155" y="2405"/>
                  <a:pt x="11142" y="2397"/>
                </a:cubicBezTo>
                <a:cubicBezTo>
                  <a:pt x="10989" y="2342"/>
                  <a:pt x="10832" y="2294"/>
                  <a:pt x="10673" y="2253"/>
                </a:cubicBezTo>
                <a:lnTo>
                  <a:pt x="10568" y="166"/>
                </a:lnTo>
                <a:lnTo>
                  <a:pt x="91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8" name="Google Shape;10918;p24"/>
          <p:cNvSpPr txBox="1">
            <a:spLocks noGrp="1"/>
          </p:cNvSpPr>
          <p:nvPr>
            <p:ph type="subTitle" idx="7"/>
          </p:nvPr>
        </p:nvSpPr>
        <p:spPr>
          <a:xfrm>
            <a:off x="6361688" y="2343934"/>
            <a:ext cx="2069100" cy="749700"/>
          </a:xfrm>
          <a:prstGeom prst="rect">
            <a:avLst/>
          </a:prstGeom>
        </p:spPr>
        <p:txBody>
          <a:bodyPr spcFirstLastPara="1" wrap="square" lIns="91425" tIns="91425" rIns="91425" bIns="91425" anchor="t" anchorCtr="0">
            <a:noAutofit/>
          </a:bodyPr>
          <a:lstStyle>
            <a:lvl1pPr lvl="0" algn="ctr" rtl="0">
              <a:lnSpc>
                <a:spcPct val="115000"/>
              </a:lnSpc>
              <a:spcBef>
                <a:spcPts val="0"/>
              </a:spcBef>
              <a:spcAft>
                <a:spcPts val="0"/>
              </a:spcAft>
              <a:buClr>
                <a:schemeClr val="dk2"/>
              </a:buClr>
              <a:buSzPts val="1400"/>
              <a:buNone/>
              <a:defRPr sz="1400">
                <a:solidFill>
                  <a:schemeClr val="dk2"/>
                </a:solidFill>
              </a:defRPr>
            </a:lvl1pPr>
            <a:lvl2pPr lvl="1" algn="ctr" rtl="0">
              <a:lnSpc>
                <a:spcPct val="115000"/>
              </a:lnSpc>
              <a:spcBef>
                <a:spcPts val="0"/>
              </a:spcBef>
              <a:spcAft>
                <a:spcPts val="0"/>
              </a:spcAft>
              <a:buClr>
                <a:schemeClr val="dk2"/>
              </a:buClr>
              <a:buSzPts val="1400"/>
              <a:buNone/>
              <a:defRPr>
                <a:solidFill>
                  <a:schemeClr val="dk2"/>
                </a:solidFill>
              </a:defRPr>
            </a:lvl2pPr>
            <a:lvl3pPr lvl="2" algn="ctr" rtl="0">
              <a:lnSpc>
                <a:spcPct val="115000"/>
              </a:lnSpc>
              <a:spcBef>
                <a:spcPts val="1600"/>
              </a:spcBef>
              <a:spcAft>
                <a:spcPts val="0"/>
              </a:spcAft>
              <a:buClr>
                <a:schemeClr val="dk2"/>
              </a:buClr>
              <a:buSzPts val="1400"/>
              <a:buNone/>
              <a:defRPr>
                <a:solidFill>
                  <a:schemeClr val="dk2"/>
                </a:solidFill>
              </a:defRPr>
            </a:lvl3pPr>
            <a:lvl4pPr lvl="3" algn="ctr" rtl="0">
              <a:lnSpc>
                <a:spcPct val="115000"/>
              </a:lnSpc>
              <a:spcBef>
                <a:spcPts val="1600"/>
              </a:spcBef>
              <a:spcAft>
                <a:spcPts val="0"/>
              </a:spcAft>
              <a:buClr>
                <a:schemeClr val="dk2"/>
              </a:buClr>
              <a:buSzPts val="1400"/>
              <a:buNone/>
              <a:defRPr>
                <a:solidFill>
                  <a:schemeClr val="dk2"/>
                </a:solidFill>
              </a:defRPr>
            </a:lvl4pPr>
            <a:lvl5pPr lvl="4" algn="ctr" rtl="0">
              <a:lnSpc>
                <a:spcPct val="115000"/>
              </a:lnSpc>
              <a:spcBef>
                <a:spcPts val="1600"/>
              </a:spcBef>
              <a:spcAft>
                <a:spcPts val="0"/>
              </a:spcAft>
              <a:buClr>
                <a:schemeClr val="dk2"/>
              </a:buClr>
              <a:buSzPts val="1400"/>
              <a:buNone/>
              <a:defRPr>
                <a:solidFill>
                  <a:schemeClr val="dk2"/>
                </a:solidFill>
              </a:defRPr>
            </a:lvl5pPr>
            <a:lvl6pPr lvl="5" algn="ctr" rtl="0">
              <a:lnSpc>
                <a:spcPct val="115000"/>
              </a:lnSpc>
              <a:spcBef>
                <a:spcPts val="1600"/>
              </a:spcBef>
              <a:spcAft>
                <a:spcPts val="0"/>
              </a:spcAft>
              <a:buClr>
                <a:schemeClr val="dk2"/>
              </a:buClr>
              <a:buSzPts val="1400"/>
              <a:buNone/>
              <a:defRPr>
                <a:solidFill>
                  <a:schemeClr val="dk2"/>
                </a:solidFill>
              </a:defRPr>
            </a:lvl6pPr>
            <a:lvl7pPr lvl="6" algn="ctr" rtl="0">
              <a:lnSpc>
                <a:spcPct val="115000"/>
              </a:lnSpc>
              <a:spcBef>
                <a:spcPts val="1600"/>
              </a:spcBef>
              <a:spcAft>
                <a:spcPts val="0"/>
              </a:spcAft>
              <a:buClr>
                <a:schemeClr val="dk2"/>
              </a:buClr>
              <a:buSzPts val="1400"/>
              <a:buNone/>
              <a:defRPr>
                <a:solidFill>
                  <a:schemeClr val="dk2"/>
                </a:solidFill>
              </a:defRPr>
            </a:lvl7pPr>
            <a:lvl8pPr lvl="7" algn="ctr" rtl="0">
              <a:lnSpc>
                <a:spcPct val="115000"/>
              </a:lnSpc>
              <a:spcBef>
                <a:spcPts val="1600"/>
              </a:spcBef>
              <a:spcAft>
                <a:spcPts val="0"/>
              </a:spcAft>
              <a:buClr>
                <a:schemeClr val="dk2"/>
              </a:buClr>
              <a:buSzPts val="1400"/>
              <a:buNone/>
              <a:defRPr>
                <a:solidFill>
                  <a:schemeClr val="dk2"/>
                </a:solidFill>
              </a:defRPr>
            </a:lvl8pPr>
            <a:lvl9pPr lvl="8" algn="ctr" rtl="0">
              <a:lnSpc>
                <a:spcPct val="115000"/>
              </a:lnSpc>
              <a:spcBef>
                <a:spcPts val="1600"/>
              </a:spcBef>
              <a:spcAft>
                <a:spcPts val="1600"/>
              </a:spcAft>
              <a:buClr>
                <a:schemeClr val="dk2"/>
              </a:buClr>
              <a:buSzPts val="1400"/>
              <a:buNone/>
              <a:defRPr>
                <a:solidFill>
                  <a:schemeClr val="dk2"/>
                </a:solidFill>
              </a:defRPr>
            </a:lvl9pPr>
          </a:lstStyle>
          <a:p>
            <a:r>
              <a:rPr lang="en-US"/>
              <a:t>Click to edit Master subtitle style</a:t>
            </a:r>
            <a:endParaRPr/>
          </a:p>
        </p:txBody>
      </p:sp>
      <p:sp>
        <p:nvSpPr>
          <p:cNvPr id="10919" name="Google Shape;10919;p24"/>
          <p:cNvSpPr txBox="1">
            <a:spLocks noGrp="1"/>
          </p:cNvSpPr>
          <p:nvPr>
            <p:ph type="subTitle" idx="8"/>
          </p:nvPr>
        </p:nvSpPr>
        <p:spPr>
          <a:xfrm>
            <a:off x="6361687" y="1979928"/>
            <a:ext cx="2069100" cy="484200"/>
          </a:xfrm>
          <a:prstGeom prst="rect">
            <a:avLst/>
          </a:prstGeom>
        </p:spPr>
        <p:txBody>
          <a:bodyPr spcFirstLastPara="1" wrap="square" lIns="91425" tIns="91425" rIns="91425" bIns="91425" anchor="b" anchorCtr="0">
            <a:noAutofit/>
          </a:bodyPr>
          <a:lstStyle>
            <a:lvl1pPr lvl="0" algn="ctr" rtl="0">
              <a:lnSpc>
                <a:spcPct val="115000"/>
              </a:lnSpc>
              <a:spcBef>
                <a:spcPts val="0"/>
              </a:spcBef>
              <a:spcAft>
                <a:spcPts val="0"/>
              </a:spcAft>
              <a:buClr>
                <a:schemeClr val="dk2"/>
              </a:buClr>
              <a:buSzPts val="2400"/>
              <a:buFont typeface="Poppins Medium"/>
              <a:buNone/>
              <a:defRPr sz="2400">
                <a:solidFill>
                  <a:schemeClr val="dk2"/>
                </a:solidFill>
                <a:latin typeface="Poppins SemiBold"/>
                <a:ea typeface="Poppins SemiBold"/>
                <a:cs typeface="Poppins SemiBold"/>
                <a:sym typeface="Poppins SemiBold"/>
              </a:defRPr>
            </a:lvl1pPr>
            <a:lvl2pPr lvl="1"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2pPr>
            <a:lvl3pPr lvl="2"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3pPr>
            <a:lvl4pPr lvl="3"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4pPr>
            <a:lvl5pPr lvl="4"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5pPr>
            <a:lvl6pPr lvl="5"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6pPr>
            <a:lvl7pPr lvl="6"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7pPr>
            <a:lvl8pPr lvl="7"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8pPr>
            <a:lvl9pPr lvl="8"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9pPr>
          </a:lstStyle>
          <a:p>
            <a:r>
              <a:rPr lang="en-US"/>
              <a:t>Click to edit Master subtitle style</a:t>
            </a:r>
            <a:endParaRPr/>
          </a:p>
        </p:txBody>
      </p:sp>
    </p:spTree>
    <p:extLst>
      <p:ext uri="{BB962C8B-B14F-4D97-AF65-F5344CB8AC3E}">
        <p14:creationId xmlns:p14="http://schemas.microsoft.com/office/powerpoint/2010/main" val="2601389070"/>
      </p:ext>
    </p:extLst>
  </p:cSld>
  <p:clrMapOvr>
    <a:masterClrMapping/>
  </p:clrMapOvr>
  <p:hf sldNum="0" hdr="0" ftr="0" dt="0"/>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Title and six columns">
  <p:cSld name="Title and six columns">
    <p:spTree>
      <p:nvGrpSpPr>
        <p:cNvPr id="1" name="Shape 10920"/>
        <p:cNvGrpSpPr/>
        <p:nvPr/>
      </p:nvGrpSpPr>
      <p:grpSpPr>
        <a:xfrm>
          <a:off x="0" y="0"/>
          <a:ext cx="0" cy="0"/>
          <a:chOff x="0" y="0"/>
          <a:chExt cx="0" cy="0"/>
        </a:xfrm>
      </p:grpSpPr>
      <p:sp>
        <p:nvSpPr>
          <p:cNvPr id="10921" name="Google Shape;10921;p25"/>
          <p:cNvSpPr txBox="1">
            <a:spLocks noGrp="1"/>
          </p:cNvSpPr>
          <p:nvPr>
            <p:ph type="title"/>
          </p:nvPr>
        </p:nvSpPr>
        <p:spPr>
          <a:xfrm>
            <a:off x="872400" y="436725"/>
            <a:ext cx="7704000" cy="758100"/>
          </a:xfrm>
          <a:prstGeom prst="rect">
            <a:avLst/>
          </a:prstGeom>
        </p:spPr>
        <p:txBody>
          <a:bodyPr spcFirstLastPara="1" wrap="square" lIns="91425" tIns="91425" rIns="91425" bIns="91425" anchor="t" anchorCtr="0">
            <a:noAutofit/>
          </a:bodyPr>
          <a:lstStyle>
            <a:lvl1pPr lvl="0" algn="ctr" rtl="0">
              <a:lnSpc>
                <a:spcPct val="115000"/>
              </a:lnSpc>
              <a:spcBef>
                <a:spcPts val="0"/>
              </a:spcBef>
              <a:spcAft>
                <a:spcPts val="0"/>
              </a:spcAft>
              <a:buClr>
                <a:schemeClr val="dk2"/>
              </a:buClr>
              <a:buSzPts val="3500"/>
              <a:buNone/>
              <a:defRPr>
                <a:solidFill>
                  <a:schemeClr val="dk2"/>
                </a:solidFill>
              </a:defRPr>
            </a:lvl1pPr>
            <a:lvl2pPr lvl="1" rtl="0">
              <a:lnSpc>
                <a:spcPct val="115000"/>
              </a:lnSpc>
              <a:spcBef>
                <a:spcPts val="0"/>
              </a:spcBef>
              <a:spcAft>
                <a:spcPts val="0"/>
              </a:spcAft>
              <a:buClr>
                <a:schemeClr val="dk2"/>
              </a:buClr>
              <a:buSzPts val="3500"/>
              <a:buNone/>
              <a:defRPr>
                <a:solidFill>
                  <a:schemeClr val="dk2"/>
                </a:solidFill>
              </a:defRPr>
            </a:lvl2pPr>
            <a:lvl3pPr lvl="2" rtl="0">
              <a:lnSpc>
                <a:spcPct val="115000"/>
              </a:lnSpc>
              <a:spcBef>
                <a:spcPts val="0"/>
              </a:spcBef>
              <a:spcAft>
                <a:spcPts val="0"/>
              </a:spcAft>
              <a:buClr>
                <a:schemeClr val="dk2"/>
              </a:buClr>
              <a:buSzPts val="3500"/>
              <a:buNone/>
              <a:defRPr>
                <a:solidFill>
                  <a:schemeClr val="dk2"/>
                </a:solidFill>
              </a:defRPr>
            </a:lvl3pPr>
            <a:lvl4pPr lvl="3" rtl="0">
              <a:lnSpc>
                <a:spcPct val="115000"/>
              </a:lnSpc>
              <a:spcBef>
                <a:spcPts val="0"/>
              </a:spcBef>
              <a:spcAft>
                <a:spcPts val="0"/>
              </a:spcAft>
              <a:buClr>
                <a:schemeClr val="dk2"/>
              </a:buClr>
              <a:buSzPts val="3500"/>
              <a:buNone/>
              <a:defRPr>
                <a:solidFill>
                  <a:schemeClr val="dk2"/>
                </a:solidFill>
              </a:defRPr>
            </a:lvl4pPr>
            <a:lvl5pPr lvl="4" rtl="0">
              <a:lnSpc>
                <a:spcPct val="115000"/>
              </a:lnSpc>
              <a:spcBef>
                <a:spcPts val="0"/>
              </a:spcBef>
              <a:spcAft>
                <a:spcPts val="0"/>
              </a:spcAft>
              <a:buClr>
                <a:schemeClr val="dk2"/>
              </a:buClr>
              <a:buSzPts val="3500"/>
              <a:buNone/>
              <a:defRPr>
                <a:solidFill>
                  <a:schemeClr val="dk2"/>
                </a:solidFill>
              </a:defRPr>
            </a:lvl5pPr>
            <a:lvl6pPr lvl="5" rtl="0">
              <a:lnSpc>
                <a:spcPct val="115000"/>
              </a:lnSpc>
              <a:spcBef>
                <a:spcPts val="0"/>
              </a:spcBef>
              <a:spcAft>
                <a:spcPts val="0"/>
              </a:spcAft>
              <a:buClr>
                <a:schemeClr val="dk2"/>
              </a:buClr>
              <a:buSzPts val="3500"/>
              <a:buNone/>
              <a:defRPr>
                <a:solidFill>
                  <a:schemeClr val="dk2"/>
                </a:solidFill>
              </a:defRPr>
            </a:lvl6pPr>
            <a:lvl7pPr lvl="6" rtl="0">
              <a:lnSpc>
                <a:spcPct val="115000"/>
              </a:lnSpc>
              <a:spcBef>
                <a:spcPts val="0"/>
              </a:spcBef>
              <a:spcAft>
                <a:spcPts val="0"/>
              </a:spcAft>
              <a:buClr>
                <a:schemeClr val="dk2"/>
              </a:buClr>
              <a:buSzPts val="3500"/>
              <a:buNone/>
              <a:defRPr>
                <a:solidFill>
                  <a:schemeClr val="dk2"/>
                </a:solidFill>
              </a:defRPr>
            </a:lvl7pPr>
            <a:lvl8pPr lvl="7" rtl="0">
              <a:lnSpc>
                <a:spcPct val="115000"/>
              </a:lnSpc>
              <a:spcBef>
                <a:spcPts val="0"/>
              </a:spcBef>
              <a:spcAft>
                <a:spcPts val="0"/>
              </a:spcAft>
              <a:buClr>
                <a:schemeClr val="dk2"/>
              </a:buClr>
              <a:buSzPts val="3500"/>
              <a:buNone/>
              <a:defRPr>
                <a:solidFill>
                  <a:schemeClr val="dk2"/>
                </a:solidFill>
              </a:defRPr>
            </a:lvl8pPr>
            <a:lvl9pPr lvl="8" rtl="0">
              <a:lnSpc>
                <a:spcPct val="115000"/>
              </a:lnSpc>
              <a:spcBef>
                <a:spcPts val="0"/>
              </a:spcBef>
              <a:spcAft>
                <a:spcPts val="0"/>
              </a:spcAft>
              <a:buClr>
                <a:schemeClr val="dk2"/>
              </a:buClr>
              <a:buSzPts val="3500"/>
              <a:buNone/>
              <a:defRPr>
                <a:solidFill>
                  <a:schemeClr val="dk2"/>
                </a:solidFill>
              </a:defRPr>
            </a:lvl9pPr>
          </a:lstStyle>
          <a:p>
            <a:r>
              <a:rPr lang="en-US"/>
              <a:t>Click to edit Master title style</a:t>
            </a:r>
            <a:endParaRPr/>
          </a:p>
        </p:txBody>
      </p:sp>
      <p:sp>
        <p:nvSpPr>
          <p:cNvPr id="10922" name="Google Shape;10922;p25"/>
          <p:cNvSpPr txBox="1">
            <a:spLocks noGrp="1"/>
          </p:cNvSpPr>
          <p:nvPr>
            <p:ph type="subTitle" idx="1"/>
          </p:nvPr>
        </p:nvSpPr>
        <p:spPr>
          <a:xfrm>
            <a:off x="713225" y="4079600"/>
            <a:ext cx="1965900" cy="600600"/>
          </a:xfrm>
          <a:prstGeom prst="rect">
            <a:avLst/>
          </a:prstGeom>
        </p:spPr>
        <p:txBody>
          <a:bodyPr spcFirstLastPara="1" wrap="square" lIns="91425" tIns="91425" rIns="91425" bIns="91425" anchor="t" anchorCtr="0">
            <a:noAutofit/>
          </a:bodyPr>
          <a:lstStyle>
            <a:lvl1pPr lvl="0" algn="ctr" rtl="0">
              <a:lnSpc>
                <a:spcPct val="115000"/>
              </a:lnSpc>
              <a:spcBef>
                <a:spcPts val="0"/>
              </a:spcBef>
              <a:spcAft>
                <a:spcPts val="0"/>
              </a:spcAft>
              <a:buClr>
                <a:schemeClr val="dk2"/>
              </a:buClr>
              <a:buSzPts val="1400"/>
              <a:buNone/>
              <a:defRPr sz="1400">
                <a:solidFill>
                  <a:schemeClr val="dk2"/>
                </a:solidFill>
              </a:defRPr>
            </a:lvl1pPr>
            <a:lvl2pPr lvl="1" algn="ctr" rtl="0">
              <a:lnSpc>
                <a:spcPct val="115000"/>
              </a:lnSpc>
              <a:spcBef>
                <a:spcPts val="0"/>
              </a:spcBef>
              <a:spcAft>
                <a:spcPts val="0"/>
              </a:spcAft>
              <a:buClr>
                <a:schemeClr val="dk2"/>
              </a:buClr>
              <a:buSzPts val="1400"/>
              <a:buNone/>
              <a:defRPr>
                <a:solidFill>
                  <a:schemeClr val="dk2"/>
                </a:solidFill>
              </a:defRPr>
            </a:lvl2pPr>
            <a:lvl3pPr lvl="2" algn="ctr" rtl="0">
              <a:lnSpc>
                <a:spcPct val="115000"/>
              </a:lnSpc>
              <a:spcBef>
                <a:spcPts val="1600"/>
              </a:spcBef>
              <a:spcAft>
                <a:spcPts val="0"/>
              </a:spcAft>
              <a:buClr>
                <a:schemeClr val="dk2"/>
              </a:buClr>
              <a:buSzPts val="1400"/>
              <a:buNone/>
              <a:defRPr>
                <a:solidFill>
                  <a:schemeClr val="dk2"/>
                </a:solidFill>
              </a:defRPr>
            </a:lvl3pPr>
            <a:lvl4pPr lvl="3" algn="ctr" rtl="0">
              <a:lnSpc>
                <a:spcPct val="115000"/>
              </a:lnSpc>
              <a:spcBef>
                <a:spcPts val="1600"/>
              </a:spcBef>
              <a:spcAft>
                <a:spcPts val="0"/>
              </a:spcAft>
              <a:buClr>
                <a:schemeClr val="dk2"/>
              </a:buClr>
              <a:buSzPts val="1400"/>
              <a:buNone/>
              <a:defRPr>
                <a:solidFill>
                  <a:schemeClr val="dk2"/>
                </a:solidFill>
              </a:defRPr>
            </a:lvl4pPr>
            <a:lvl5pPr lvl="4" algn="ctr" rtl="0">
              <a:lnSpc>
                <a:spcPct val="115000"/>
              </a:lnSpc>
              <a:spcBef>
                <a:spcPts val="1600"/>
              </a:spcBef>
              <a:spcAft>
                <a:spcPts val="0"/>
              </a:spcAft>
              <a:buClr>
                <a:schemeClr val="dk2"/>
              </a:buClr>
              <a:buSzPts val="1400"/>
              <a:buNone/>
              <a:defRPr>
                <a:solidFill>
                  <a:schemeClr val="dk2"/>
                </a:solidFill>
              </a:defRPr>
            </a:lvl5pPr>
            <a:lvl6pPr lvl="5" algn="ctr" rtl="0">
              <a:lnSpc>
                <a:spcPct val="115000"/>
              </a:lnSpc>
              <a:spcBef>
                <a:spcPts val="1600"/>
              </a:spcBef>
              <a:spcAft>
                <a:spcPts val="0"/>
              </a:spcAft>
              <a:buClr>
                <a:schemeClr val="dk2"/>
              </a:buClr>
              <a:buSzPts val="1400"/>
              <a:buNone/>
              <a:defRPr>
                <a:solidFill>
                  <a:schemeClr val="dk2"/>
                </a:solidFill>
              </a:defRPr>
            </a:lvl6pPr>
            <a:lvl7pPr lvl="6" algn="ctr" rtl="0">
              <a:lnSpc>
                <a:spcPct val="115000"/>
              </a:lnSpc>
              <a:spcBef>
                <a:spcPts val="1600"/>
              </a:spcBef>
              <a:spcAft>
                <a:spcPts val="0"/>
              </a:spcAft>
              <a:buClr>
                <a:schemeClr val="dk2"/>
              </a:buClr>
              <a:buSzPts val="1400"/>
              <a:buNone/>
              <a:defRPr>
                <a:solidFill>
                  <a:schemeClr val="dk2"/>
                </a:solidFill>
              </a:defRPr>
            </a:lvl7pPr>
            <a:lvl8pPr lvl="7" algn="ctr" rtl="0">
              <a:lnSpc>
                <a:spcPct val="115000"/>
              </a:lnSpc>
              <a:spcBef>
                <a:spcPts val="1600"/>
              </a:spcBef>
              <a:spcAft>
                <a:spcPts val="0"/>
              </a:spcAft>
              <a:buClr>
                <a:schemeClr val="dk2"/>
              </a:buClr>
              <a:buSzPts val="1400"/>
              <a:buNone/>
              <a:defRPr>
                <a:solidFill>
                  <a:schemeClr val="dk2"/>
                </a:solidFill>
              </a:defRPr>
            </a:lvl8pPr>
            <a:lvl9pPr lvl="8" algn="ctr" rtl="0">
              <a:lnSpc>
                <a:spcPct val="115000"/>
              </a:lnSpc>
              <a:spcBef>
                <a:spcPts val="1600"/>
              </a:spcBef>
              <a:spcAft>
                <a:spcPts val="1600"/>
              </a:spcAft>
              <a:buClr>
                <a:schemeClr val="dk2"/>
              </a:buClr>
              <a:buSzPts val="1400"/>
              <a:buNone/>
              <a:defRPr>
                <a:solidFill>
                  <a:schemeClr val="dk2"/>
                </a:solidFill>
              </a:defRPr>
            </a:lvl9pPr>
          </a:lstStyle>
          <a:p>
            <a:r>
              <a:rPr lang="en-US"/>
              <a:t>Click to edit Master subtitle style</a:t>
            </a:r>
            <a:endParaRPr/>
          </a:p>
        </p:txBody>
      </p:sp>
      <p:sp>
        <p:nvSpPr>
          <p:cNvPr id="10923" name="Google Shape;10923;p25"/>
          <p:cNvSpPr txBox="1">
            <a:spLocks noGrp="1"/>
          </p:cNvSpPr>
          <p:nvPr>
            <p:ph type="subTitle" idx="2"/>
          </p:nvPr>
        </p:nvSpPr>
        <p:spPr>
          <a:xfrm>
            <a:off x="713225" y="3724780"/>
            <a:ext cx="1965900" cy="484200"/>
          </a:xfrm>
          <a:prstGeom prst="rect">
            <a:avLst/>
          </a:prstGeom>
        </p:spPr>
        <p:txBody>
          <a:bodyPr spcFirstLastPara="1" wrap="square" lIns="91425" tIns="91425" rIns="91425" bIns="91425" anchor="b" anchorCtr="0">
            <a:noAutofit/>
          </a:bodyPr>
          <a:lstStyle>
            <a:lvl1pPr lvl="0" algn="ctr" rtl="0">
              <a:lnSpc>
                <a:spcPct val="115000"/>
              </a:lnSpc>
              <a:spcBef>
                <a:spcPts val="0"/>
              </a:spcBef>
              <a:spcAft>
                <a:spcPts val="0"/>
              </a:spcAft>
              <a:buClr>
                <a:schemeClr val="dk2"/>
              </a:buClr>
              <a:buSzPts val="2400"/>
              <a:buFont typeface="Poppins Medium"/>
              <a:buNone/>
              <a:defRPr sz="2400">
                <a:solidFill>
                  <a:schemeClr val="dk2"/>
                </a:solidFill>
                <a:latin typeface="Poppins SemiBold"/>
                <a:ea typeface="Poppins SemiBold"/>
                <a:cs typeface="Poppins SemiBold"/>
                <a:sym typeface="Poppins SemiBold"/>
              </a:defRPr>
            </a:lvl1pPr>
            <a:lvl2pPr lvl="1"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2pPr>
            <a:lvl3pPr lvl="2"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3pPr>
            <a:lvl4pPr lvl="3"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4pPr>
            <a:lvl5pPr lvl="4"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5pPr>
            <a:lvl6pPr lvl="5"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6pPr>
            <a:lvl7pPr lvl="6"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7pPr>
            <a:lvl8pPr lvl="7"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8pPr>
            <a:lvl9pPr lvl="8"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9pPr>
          </a:lstStyle>
          <a:p>
            <a:r>
              <a:rPr lang="en-US"/>
              <a:t>Click to edit Master subtitle style</a:t>
            </a:r>
            <a:endParaRPr/>
          </a:p>
        </p:txBody>
      </p:sp>
      <p:sp>
        <p:nvSpPr>
          <p:cNvPr id="10924" name="Google Shape;10924;p25"/>
          <p:cNvSpPr txBox="1">
            <a:spLocks noGrp="1"/>
          </p:cNvSpPr>
          <p:nvPr>
            <p:ph type="subTitle" idx="3"/>
          </p:nvPr>
        </p:nvSpPr>
        <p:spPr>
          <a:xfrm>
            <a:off x="1863195" y="2191524"/>
            <a:ext cx="1965900" cy="603600"/>
          </a:xfrm>
          <a:prstGeom prst="rect">
            <a:avLst/>
          </a:prstGeom>
        </p:spPr>
        <p:txBody>
          <a:bodyPr spcFirstLastPara="1" wrap="square" lIns="91425" tIns="91425" rIns="91425" bIns="91425" anchor="t" anchorCtr="0">
            <a:noAutofit/>
          </a:bodyPr>
          <a:lstStyle>
            <a:lvl1pPr lvl="0" algn="ctr" rtl="0">
              <a:lnSpc>
                <a:spcPct val="115000"/>
              </a:lnSpc>
              <a:spcBef>
                <a:spcPts val="0"/>
              </a:spcBef>
              <a:spcAft>
                <a:spcPts val="0"/>
              </a:spcAft>
              <a:buClr>
                <a:schemeClr val="dk2"/>
              </a:buClr>
              <a:buSzPts val="1400"/>
              <a:buNone/>
              <a:defRPr sz="1400">
                <a:solidFill>
                  <a:schemeClr val="dk2"/>
                </a:solidFill>
              </a:defRPr>
            </a:lvl1pPr>
            <a:lvl2pPr lvl="1" algn="ctr" rtl="0">
              <a:lnSpc>
                <a:spcPct val="115000"/>
              </a:lnSpc>
              <a:spcBef>
                <a:spcPts val="0"/>
              </a:spcBef>
              <a:spcAft>
                <a:spcPts val="0"/>
              </a:spcAft>
              <a:buClr>
                <a:schemeClr val="dk2"/>
              </a:buClr>
              <a:buSzPts val="1400"/>
              <a:buNone/>
              <a:defRPr>
                <a:solidFill>
                  <a:schemeClr val="dk2"/>
                </a:solidFill>
              </a:defRPr>
            </a:lvl2pPr>
            <a:lvl3pPr lvl="2" algn="ctr" rtl="0">
              <a:lnSpc>
                <a:spcPct val="115000"/>
              </a:lnSpc>
              <a:spcBef>
                <a:spcPts val="1600"/>
              </a:spcBef>
              <a:spcAft>
                <a:spcPts val="0"/>
              </a:spcAft>
              <a:buClr>
                <a:schemeClr val="dk2"/>
              </a:buClr>
              <a:buSzPts val="1400"/>
              <a:buNone/>
              <a:defRPr>
                <a:solidFill>
                  <a:schemeClr val="dk2"/>
                </a:solidFill>
              </a:defRPr>
            </a:lvl3pPr>
            <a:lvl4pPr lvl="3" algn="ctr" rtl="0">
              <a:lnSpc>
                <a:spcPct val="115000"/>
              </a:lnSpc>
              <a:spcBef>
                <a:spcPts val="1600"/>
              </a:spcBef>
              <a:spcAft>
                <a:spcPts val="0"/>
              </a:spcAft>
              <a:buClr>
                <a:schemeClr val="dk2"/>
              </a:buClr>
              <a:buSzPts val="1400"/>
              <a:buNone/>
              <a:defRPr>
                <a:solidFill>
                  <a:schemeClr val="dk2"/>
                </a:solidFill>
              </a:defRPr>
            </a:lvl4pPr>
            <a:lvl5pPr lvl="4" algn="ctr" rtl="0">
              <a:lnSpc>
                <a:spcPct val="115000"/>
              </a:lnSpc>
              <a:spcBef>
                <a:spcPts val="1600"/>
              </a:spcBef>
              <a:spcAft>
                <a:spcPts val="0"/>
              </a:spcAft>
              <a:buClr>
                <a:schemeClr val="dk2"/>
              </a:buClr>
              <a:buSzPts val="1400"/>
              <a:buNone/>
              <a:defRPr>
                <a:solidFill>
                  <a:schemeClr val="dk2"/>
                </a:solidFill>
              </a:defRPr>
            </a:lvl5pPr>
            <a:lvl6pPr lvl="5" algn="ctr" rtl="0">
              <a:lnSpc>
                <a:spcPct val="115000"/>
              </a:lnSpc>
              <a:spcBef>
                <a:spcPts val="1600"/>
              </a:spcBef>
              <a:spcAft>
                <a:spcPts val="0"/>
              </a:spcAft>
              <a:buClr>
                <a:schemeClr val="dk2"/>
              </a:buClr>
              <a:buSzPts val="1400"/>
              <a:buNone/>
              <a:defRPr>
                <a:solidFill>
                  <a:schemeClr val="dk2"/>
                </a:solidFill>
              </a:defRPr>
            </a:lvl6pPr>
            <a:lvl7pPr lvl="6" algn="ctr" rtl="0">
              <a:lnSpc>
                <a:spcPct val="115000"/>
              </a:lnSpc>
              <a:spcBef>
                <a:spcPts val="1600"/>
              </a:spcBef>
              <a:spcAft>
                <a:spcPts val="0"/>
              </a:spcAft>
              <a:buClr>
                <a:schemeClr val="dk2"/>
              </a:buClr>
              <a:buSzPts val="1400"/>
              <a:buNone/>
              <a:defRPr>
                <a:solidFill>
                  <a:schemeClr val="dk2"/>
                </a:solidFill>
              </a:defRPr>
            </a:lvl7pPr>
            <a:lvl8pPr lvl="7" algn="ctr" rtl="0">
              <a:lnSpc>
                <a:spcPct val="115000"/>
              </a:lnSpc>
              <a:spcBef>
                <a:spcPts val="1600"/>
              </a:spcBef>
              <a:spcAft>
                <a:spcPts val="0"/>
              </a:spcAft>
              <a:buClr>
                <a:schemeClr val="dk2"/>
              </a:buClr>
              <a:buSzPts val="1400"/>
              <a:buNone/>
              <a:defRPr>
                <a:solidFill>
                  <a:schemeClr val="dk2"/>
                </a:solidFill>
              </a:defRPr>
            </a:lvl8pPr>
            <a:lvl9pPr lvl="8" algn="ctr" rtl="0">
              <a:lnSpc>
                <a:spcPct val="115000"/>
              </a:lnSpc>
              <a:spcBef>
                <a:spcPts val="1600"/>
              </a:spcBef>
              <a:spcAft>
                <a:spcPts val="1600"/>
              </a:spcAft>
              <a:buClr>
                <a:schemeClr val="dk2"/>
              </a:buClr>
              <a:buSzPts val="1400"/>
              <a:buNone/>
              <a:defRPr>
                <a:solidFill>
                  <a:schemeClr val="dk2"/>
                </a:solidFill>
              </a:defRPr>
            </a:lvl9pPr>
          </a:lstStyle>
          <a:p>
            <a:r>
              <a:rPr lang="en-US"/>
              <a:t>Click to edit Master subtitle style</a:t>
            </a:r>
            <a:endParaRPr/>
          </a:p>
        </p:txBody>
      </p:sp>
      <p:sp>
        <p:nvSpPr>
          <p:cNvPr id="10925" name="Google Shape;10925;p25"/>
          <p:cNvSpPr txBox="1">
            <a:spLocks noGrp="1"/>
          </p:cNvSpPr>
          <p:nvPr>
            <p:ph type="subTitle" idx="4"/>
          </p:nvPr>
        </p:nvSpPr>
        <p:spPr>
          <a:xfrm>
            <a:off x="1863195" y="1836700"/>
            <a:ext cx="1965900" cy="484200"/>
          </a:xfrm>
          <a:prstGeom prst="rect">
            <a:avLst/>
          </a:prstGeom>
        </p:spPr>
        <p:txBody>
          <a:bodyPr spcFirstLastPara="1" wrap="square" lIns="91425" tIns="91425" rIns="91425" bIns="91425" anchor="b" anchorCtr="0">
            <a:noAutofit/>
          </a:bodyPr>
          <a:lstStyle>
            <a:lvl1pPr lvl="0" algn="ctr" rtl="0">
              <a:lnSpc>
                <a:spcPct val="115000"/>
              </a:lnSpc>
              <a:spcBef>
                <a:spcPts val="0"/>
              </a:spcBef>
              <a:spcAft>
                <a:spcPts val="0"/>
              </a:spcAft>
              <a:buClr>
                <a:schemeClr val="dk2"/>
              </a:buClr>
              <a:buSzPts val="2400"/>
              <a:buFont typeface="Poppins Medium"/>
              <a:buNone/>
              <a:defRPr sz="2400">
                <a:solidFill>
                  <a:schemeClr val="dk2"/>
                </a:solidFill>
                <a:latin typeface="Poppins SemiBold"/>
                <a:ea typeface="Poppins SemiBold"/>
                <a:cs typeface="Poppins SemiBold"/>
                <a:sym typeface="Poppins SemiBold"/>
              </a:defRPr>
            </a:lvl1pPr>
            <a:lvl2pPr lvl="1"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2pPr>
            <a:lvl3pPr lvl="2"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3pPr>
            <a:lvl4pPr lvl="3"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4pPr>
            <a:lvl5pPr lvl="4"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5pPr>
            <a:lvl6pPr lvl="5"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6pPr>
            <a:lvl7pPr lvl="6"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7pPr>
            <a:lvl8pPr lvl="7"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8pPr>
            <a:lvl9pPr lvl="8"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9pPr>
          </a:lstStyle>
          <a:p>
            <a:r>
              <a:rPr lang="en-US"/>
              <a:t>Click to edit Master subtitle style</a:t>
            </a:r>
            <a:endParaRPr/>
          </a:p>
        </p:txBody>
      </p:sp>
      <p:sp>
        <p:nvSpPr>
          <p:cNvPr id="10926" name="Google Shape;10926;p25"/>
          <p:cNvSpPr txBox="1">
            <a:spLocks noGrp="1"/>
          </p:cNvSpPr>
          <p:nvPr>
            <p:ph type="subTitle" idx="5"/>
          </p:nvPr>
        </p:nvSpPr>
        <p:spPr>
          <a:xfrm>
            <a:off x="5313105" y="4082225"/>
            <a:ext cx="1965900" cy="597900"/>
          </a:xfrm>
          <a:prstGeom prst="rect">
            <a:avLst/>
          </a:prstGeom>
        </p:spPr>
        <p:txBody>
          <a:bodyPr spcFirstLastPara="1" wrap="square" lIns="91425" tIns="91425" rIns="91425" bIns="91425" anchor="t" anchorCtr="0">
            <a:noAutofit/>
          </a:bodyPr>
          <a:lstStyle>
            <a:lvl1pPr lvl="0" algn="ctr" rtl="0">
              <a:lnSpc>
                <a:spcPct val="115000"/>
              </a:lnSpc>
              <a:spcBef>
                <a:spcPts val="0"/>
              </a:spcBef>
              <a:spcAft>
                <a:spcPts val="0"/>
              </a:spcAft>
              <a:buClr>
                <a:schemeClr val="dk2"/>
              </a:buClr>
              <a:buSzPts val="1400"/>
              <a:buNone/>
              <a:defRPr sz="1400">
                <a:solidFill>
                  <a:schemeClr val="dk2"/>
                </a:solidFill>
              </a:defRPr>
            </a:lvl1pPr>
            <a:lvl2pPr lvl="1" algn="ctr" rtl="0">
              <a:lnSpc>
                <a:spcPct val="115000"/>
              </a:lnSpc>
              <a:spcBef>
                <a:spcPts val="0"/>
              </a:spcBef>
              <a:spcAft>
                <a:spcPts val="0"/>
              </a:spcAft>
              <a:buClr>
                <a:schemeClr val="dk2"/>
              </a:buClr>
              <a:buSzPts val="1400"/>
              <a:buNone/>
              <a:defRPr>
                <a:solidFill>
                  <a:schemeClr val="dk2"/>
                </a:solidFill>
              </a:defRPr>
            </a:lvl2pPr>
            <a:lvl3pPr lvl="2" algn="ctr" rtl="0">
              <a:lnSpc>
                <a:spcPct val="115000"/>
              </a:lnSpc>
              <a:spcBef>
                <a:spcPts val="1600"/>
              </a:spcBef>
              <a:spcAft>
                <a:spcPts val="0"/>
              </a:spcAft>
              <a:buClr>
                <a:schemeClr val="dk2"/>
              </a:buClr>
              <a:buSzPts val="1400"/>
              <a:buNone/>
              <a:defRPr>
                <a:solidFill>
                  <a:schemeClr val="dk2"/>
                </a:solidFill>
              </a:defRPr>
            </a:lvl3pPr>
            <a:lvl4pPr lvl="3" algn="ctr" rtl="0">
              <a:lnSpc>
                <a:spcPct val="115000"/>
              </a:lnSpc>
              <a:spcBef>
                <a:spcPts val="1600"/>
              </a:spcBef>
              <a:spcAft>
                <a:spcPts val="0"/>
              </a:spcAft>
              <a:buClr>
                <a:schemeClr val="dk2"/>
              </a:buClr>
              <a:buSzPts val="1400"/>
              <a:buNone/>
              <a:defRPr>
                <a:solidFill>
                  <a:schemeClr val="dk2"/>
                </a:solidFill>
              </a:defRPr>
            </a:lvl4pPr>
            <a:lvl5pPr lvl="4" algn="ctr" rtl="0">
              <a:lnSpc>
                <a:spcPct val="115000"/>
              </a:lnSpc>
              <a:spcBef>
                <a:spcPts val="1600"/>
              </a:spcBef>
              <a:spcAft>
                <a:spcPts val="0"/>
              </a:spcAft>
              <a:buClr>
                <a:schemeClr val="dk2"/>
              </a:buClr>
              <a:buSzPts val="1400"/>
              <a:buNone/>
              <a:defRPr>
                <a:solidFill>
                  <a:schemeClr val="dk2"/>
                </a:solidFill>
              </a:defRPr>
            </a:lvl5pPr>
            <a:lvl6pPr lvl="5" algn="ctr" rtl="0">
              <a:lnSpc>
                <a:spcPct val="115000"/>
              </a:lnSpc>
              <a:spcBef>
                <a:spcPts val="1600"/>
              </a:spcBef>
              <a:spcAft>
                <a:spcPts val="0"/>
              </a:spcAft>
              <a:buClr>
                <a:schemeClr val="dk2"/>
              </a:buClr>
              <a:buSzPts val="1400"/>
              <a:buNone/>
              <a:defRPr>
                <a:solidFill>
                  <a:schemeClr val="dk2"/>
                </a:solidFill>
              </a:defRPr>
            </a:lvl6pPr>
            <a:lvl7pPr lvl="6" algn="ctr" rtl="0">
              <a:lnSpc>
                <a:spcPct val="115000"/>
              </a:lnSpc>
              <a:spcBef>
                <a:spcPts val="1600"/>
              </a:spcBef>
              <a:spcAft>
                <a:spcPts val="0"/>
              </a:spcAft>
              <a:buClr>
                <a:schemeClr val="dk2"/>
              </a:buClr>
              <a:buSzPts val="1400"/>
              <a:buNone/>
              <a:defRPr>
                <a:solidFill>
                  <a:schemeClr val="dk2"/>
                </a:solidFill>
              </a:defRPr>
            </a:lvl7pPr>
            <a:lvl8pPr lvl="7" algn="ctr" rtl="0">
              <a:lnSpc>
                <a:spcPct val="115000"/>
              </a:lnSpc>
              <a:spcBef>
                <a:spcPts val="1600"/>
              </a:spcBef>
              <a:spcAft>
                <a:spcPts val="0"/>
              </a:spcAft>
              <a:buClr>
                <a:schemeClr val="dk2"/>
              </a:buClr>
              <a:buSzPts val="1400"/>
              <a:buNone/>
              <a:defRPr>
                <a:solidFill>
                  <a:schemeClr val="dk2"/>
                </a:solidFill>
              </a:defRPr>
            </a:lvl8pPr>
            <a:lvl9pPr lvl="8" algn="ctr" rtl="0">
              <a:lnSpc>
                <a:spcPct val="115000"/>
              </a:lnSpc>
              <a:spcBef>
                <a:spcPts val="1600"/>
              </a:spcBef>
              <a:spcAft>
                <a:spcPts val="1600"/>
              </a:spcAft>
              <a:buClr>
                <a:schemeClr val="dk2"/>
              </a:buClr>
              <a:buSzPts val="1400"/>
              <a:buNone/>
              <a:defRPr>
                <a:solidFill>
                  <a:schemeClr val="dk2"/>
                </a:solidFill>
              </a:defRPr>
            </a:lvl9pPr>
          </a:lstStyle>
          <a:p>
            <a:r>
              <a:rPr lang="en-US"/>
              <a:t>Click to edit Master subtitle style</a:t>
            </a:r>
            <a:endParaRPr/>
          </a:p>
        </p:txBody>
      </p:sp>
      <p:sp>
        <p:nvSpPr>
          <p:cNvPr id="10927" name="Google Shape;10927;p25"/>
          <p:cNvSpPr txBox="1">
            <a:spLocks noGrp="1"/>
          </p:cNvSpPr>
          <p:nvPr>
            <p:ph type="subTitle" idx="6"/>
          </p:nvPr>
        </p:nvSpPr>
        <p:spPr>
          <a:xfrm>
            <a:off x="5313105" y="3724772"/>
            <a:ext cx="1965900" cy="484200"/>
          </a:xfrm>
          <a:prstGeom prst="rect">
            <a:avLst/>
          </a:prstGeom>
        </p:spPr>
        <p:txBody>
          <a:bodyPr spcFirstLastPara="1" wrap="square" lIns="91425" tIns="91425" rIns="91425" bIns="91425" anchor="b" anchorCtr="0">
            <a:noAutofit/>
          </a:bodyPr>
          <a:lstStyle>
            <a:lvl1pPr lvl="0" algn="ctr" rtl="0">
              <a:lnSpc>
                <a:spcPct val="115000"/>
              </a:lnSpc>
              <a:spcBef>
                <a:spcPts val="0"/>
              </a:spcBef>
              <a:spcAft>
                <a:spcPts val="0"/>
              </a:spcAft>
              <a:buClr>
                <a:schemeClr val="dk2"/>
              </a:buClr>
              <a:buSzPts val="2400"/>
              <a:buFont typeface="Poppins Medium"/>
              <a:buNone/>
              <a:defRPr sz="2400">
                <a:solidFill>
                  <a:schemeClr val="dk2"/>
                </a:solidFill>
                <a:latin typeface="Poppins SemiBold"/>
                <a:ea typeface="Poppins SemiBold"/>
                <a:cs typeface="Poppins SemiBold"/>
                <a:sym typeface="Poppins SemiBold"/>
              </a:defRPr>
            </a:lvl1pPr>
            <a:lvl2pPr lvl="1"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2pPr>
            <a:lvl3pPr lvl="2"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3pPr>
            <a:lvl4pPr lvl="3"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4pPr>
            <a:lvl5pPr lvl="4"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5pPr>
            <a:lvl6pPr lvl="5"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6pPr>
            <a:lvl7pPr lvl="6"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7pPr>
            <a:lvl8pPr lvl="7"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8pPr>
            <a:lvl9pPr lvl="8"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9pPr>
          </a:lstStyle>
          <a:p>
            <a:r>
              <a:rPr lang="en-US"/>
              <a:t>Click to edit Master subtitle style</a:t>
            </a:r>
            <a:endParaRPr/>
          </a:p>
        </p:txBody>
      </p:sp>
      <p:sp>
        <p:nvSpPr>
          <p:cNvPr id="10928" name="Google Shape;10928;p25"/>
          <p:cNvSpPr/>
          <p:nvPr/>
        </p:nvSpPr>
        <p:spPr>
          <a:xfrm rot="5400000">
            <a:off x="-1620682" y="777368"/>
            <a:ext cx="2895900" cy="11802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9" name="Google Shape;10929;p25"/>
          <p:cNvSpPr/>
          <p:nvPr/>
        </p:nvSpPr>
        <p:spPr>
          <a:xfrm rot="5400000">
            <a:off x="208691" y="1220680"/>
            <a:ext cx="491917" cy="517164"/>
          </a:xfrm>
          <a:custGeom>
            <a:avLst/>
            <a:gdLst/>
            <a:ahLst/>
            <a:cxnLst/>
            <a:rect l="l" t="t" r="r" b="b"/>
            <a:pathLst>
              <a:path w="16581" h="17432" extrusionOk="0">
                <a:moveTo>
                  <a:pt x="8431" y="4679"/>
                </a:moveTo>
                <a:cubicBezTo>
                  <a:pt x="9068" y="4707"/>
                  <a:pt x="9697" y="4879"/>
                  <a:pt x="10256" y="5191"/>
                </a:cubicBezTo>
                <a:cubicBezTo>
                  <a:pt x="10264" y="5191"/>
                  <a:pt x="10264" y="5198"/>
                  <a:pt x="10271" y="5198"/>
                </a:cubicBezTo>
                <a:cubicBezTo>
                  <a:pt x="10298" y="5211"/>
                  <a:pt x="10319" y="5226"/>
                  <a:pt x="10339" y="5239"/>
                </a:cubicBezTo>
                <a:cubicBezTo>
                  <a:pt x="10367" y="5253"/>
                  <a:pt x="10389" y="5267"/>
                  <a:pt x="10415" y="5281"/>
                </a:cubicBezTo>
                <a:cubicBezTo>
                  <a:pt x="10415" y="5287"/>
                  <a:pt x="10422" y="5287"/>
                  <a:pt x="10430" y="5294"/>
                </a:cubicBezTo>
                <a:cubicBezTo>
                  <a:pt x="10969" y="5632"/>
                  <a:pt x="11426" y="6097"/>
                  <a:pt x="11757" y="6643"/>
                </a:cubicBezTo>
                <a:cubicBezTo>
                  <a:pt x="11757" y="6649"/>
                  <a:pt x="11764" y="6656"/>
                  <a:pt x="11764" y="6663"/>
                </a:cubicBezTo>
                <a:cubicBezTo>
                  <a:pt x="11777" y="6684"/>
                  <a:pt x="11790" y="6704"/>
                  <a:pt x="11805" y="6732"/>
                </a:cubicBezTo>
                <a:cubicBezTo>
                  <a:pt x="11819" y="6752"/>
                  <a:pt x="11832" y="6780"/>
                  <a:pt x="11847" y="6802"/>
                </a:cubicBezTo>
                <a:cubicBezTo>
                  <a:pt x="11847" y="6808"/>
                  <a:pt x="11854" y="6815"/>
                  <a:pt x="11854" y="6822"/>
                </a:cubicBezTo>
                <a:cubicBezTo>
                  <a:pt x="12150" y="7382"/>
                  <a:pt x="12316" y="8018"/>
                  <a:pt x="12330" y="8653"/>
                </a:cubicBezTo>
                <a:lnTo>
                  <a:pt x="12330" y="8675"/>
                </a:lnTo>
                <a:cubicBezTo>
                  <a:pt x="12330" y="8701"/>
                  <a:pt x="12330" y="8723"/>
                  <a:pt x="12323" y="8751"/>
                </a:cubicBezTo>
                <a:lnTo>
                  <a:pt x="12323" y="8834"/>
                </a:lnTo>
                <a:lnTo>
                  <a:pt x="12323" y="8854"/>
                </a:lnTo>
                <a:cubicBezTo>
                  <a:pt x="12303" y="9497"/>
                  <a:pt x="12131" y="10119"/>
                  <a:pt x="11819" y="10678"/>
                </a:cubicBezTo>
                <a:cubicBezTo>
                  <a:pt x="11812" y="10685"/>
                  <a:pt x="11812" y="10692"/>
                  <a:pt x="11805" y="10700"/>
                </a:cubicBezTo>
                <a:cubicBezTo>
                  <a:pt x="11799" y="10720"/>
                  <a:pt x="11784" y="10741"/>
                  <a:pt x="11771" y="10761"/>
                </a:cubicBezTo>
                <a:cubicBezTo>
                  <a:pt x="11757" y="10790"/>
                  <a:pt x="11742" y="10809"/>
                  <a:pt x="11722" y="10838"/>
                </a:cubicBezTo>
                <a:cubicBezTo>
                  <a:pt x="11722" y="10844"/>
                  <a:pt x="11716" y="10851"/>
                  <a:pt x="11716" y="10851"/>
                </a:cubicBezTo>
                <a:cubicBezTo>
                  <a:pt x="11376" y="11397"/>
                  <a:pt x="10913" y="11853"/>
                  <a:pt x="10361" y="12178"/>
                </a:cubicBezTo>
                <a:cubicBezTo>
                  <a:pt x="10361" y="12185"/>
                  <a:pt x="10354" y="12185"/>
                  <a:pt x="10347" y="12193"/>
                </a:cubicBezTo>
                <a:cubicBezTo>
                  <a:pt x="10319" y="12206"/>
                  <a:pt x="10298" y="12219"/>
                  <a:pt x="10271" y="12234"/>
                </a:cubicBezTo>
                <a:cubicBezTo>
                  <a:pt x="10249" y="12248"/>
                  <a:pt x="10230" y="12261"/>
                  <a:pt x="10201" y="12267"/>
                </a:cubicBezTo>
                <a:cubicBezTo>
                  <a:pt x="10201" y="12276"/>
                  <a:pt x="10195" y="12276"/>
                  <a:pt x="10188" y="12282"/>
                </a:cubicBezTo>
                <a:cubicBezTo>
                  <a:pt x="9621" y="12579"/>
                  <a:pt x="8992" y="12739"/>
                  <a:pt x="8357" y="12752"/>
                </a:cubicBezTo>
                <a:lnTo>
                  <a:pt x="8150" y="12752"/>
                </a:lnTo>
                <a:cubicBezTo>
                  <a:pt x="7513" y="12724"/>
                  <a:pt x="6884" y="12551"/>
                  <a:pt x="6325" y="12241"/>
                </a:cubicBezTo>
                <a:cubicBezTo>
                  <a:pt x="6325" y="12241"/>
                  <a:pt x="6317" y="12234"/>
                  <a:pt x="6310" y="12234"/>
                </a:cubicBezTo>
                <a:cubicBezTo>
                  <a:pt x="6283" y="12219"/>
                  <a:pt x="6262" y="12206"/>
                  <a:pt x="6234" y="12193"/>
                </a:cubicBezTo>
                <a:cubicBezTo>
                  <a:pt x="6214" y="12178"/>
                  <a:pt x="6192" y="12165"/>
                  <a:pt x="6172" y="12151"/>
                </a:cubicBezTo>
                <a:cubicBezTo>
                  <a:pt x="6166" y="12143"/>
                  <a:pt x="6159" y="12143"/>
                  <a:pt x="6151" y="12136"/>
                </a:cubicBezTo>
                <a:cubicBezTo>
                  <a:pt x="5612" y="11798"/>
                  <a:pt x="5155" y="11335"/>
                  <a:pt x="4824" y="10790"/>
                </a:cubicBezTo>
                <a:cubicBezTo>
                  <a:pt x="4824" y="10783"/>
                  <a:pt x="4817" y="10775"/>
                  <a:pt x="4817" y="10768"/>
                </a:cubicBezTo>
                <a:cubicBezTo>
                  <a:pt x="4804" y="10748"/>
                  <a:pt x="4791" y="10720"/>
                  <a:pt x="4776" y="10700"/>
                </a:cubicBezTo>
                <a:cubicBezTo>
                  <a:pt x="4762" y="10672"/>
                  <a:pt x="4749" y="10650"/>
                  <a:pt x="4734" y="10630"/>
                </a:cubicBezTo>
                <a:cubicBezTo>
                  <a:pt x="4734" y="10624"/>
                  <a:pt x="4727" y="10617"/>
                  <a:pt x="4727" y="10609"/>
                </a:cubicBezTo>
                <a:cubicBezTo>
                  <a:pt x="4431" y="10050"/>
                  <a:pt x="4265" y="9421"/>
                  <a:pt x="4258" y="8777"/>
                </a:cubicBezTo>
                <a:lnTo>
                  <a:pt x="4258" y="8758"/>
                </a:lnTo>
                <a:lnTo>
                  <a:pt x="4258" y="8675"/>
                </a:lnTo>
                <a:lnTo>
                  <a:pt x="4258" y="8598"/>
                </a:lnTo>
                <a:lnTo>
                  <a:pt x="4258" y="8577"/>
                </a:lnTo>
                <a:cubicBezTo>
                  <a:pt x="4278" y="7935"/>
                  <a:pt x="4450" y="7313"/>
                  <a:pt x="4762" y="6752"/>
                </a:cubicBezTo>
                <a:cubicBezTo>
                  <a:pt x="4769" y="6745"/>
                  <a:pt x="4769" y="6739"/>
                  <a:pt x="4776" y="6732"/>
                </a:cubicBezTo>
                <a:cubicBezTo>
                  <a:pt x="4791" y="6711"/>
                  <a:pt x="4804" y="6684"/>
                  <a:pt x="4817" y="6663"/>
                </a:cubicBezTo>
                <a:cubicBezTo>
                  <a:pt x="4832" y="6636"/>
                  <a:pt x="4845" y="6614"/>
                  <a:pt x="4859" y="6594"/>
                </a:cubicBezTo>
                <a:cubicBezTo>
                  <a:pt x="4859" y="6586"/>
                  <a:pt x="4865" y="6586"/>
                  <a:pt x="4865" y="6580"/>
                </a:cubicBezTo>
                <a:cubicBezTo>
                  <a:pt x="5205" y="6034"/>
                  <a:pt x="5675" y="5578"/>
                  <a:pt x="6220" y="5253"/>
                </a:cubicBezTo>
                <a:cubicBezTo>
                  <a:pt x="6227" y="5246"/>
                  <a:pt x="6227" y="5246"/>
                  <a:pt x="6234" y="5239"/>
                </a:cubicBezTo>
                <a:cubicBezTo>
                  <a:pt x="6255" y="5226"/>
                  <a:pt x="6283" y="5218"/>
                  <a:pt x="6303" y="5204"/>
                </a:cubicBezTo>
                <a:cubicBezTo>
                  <a:pt x="6332" y="5191"/>
                  <a:pt x="6351" y="5176"/>
                  <a:pt x="6380" y="5163"/>
                </a:cubicBezTo>
                <a:cubicBezTo>
                  <a:pt x="6386" y="5156"/>
                  <a:pt x="6386" y="5156"/>
                  <a:pt x="6393" y="5150"/>
                </a:cubicBezTo>
                <a:cubicBezTo>
                  <a:pt x="6960" y="4853"/>
                  <a:pt x="7589" y="4694"/>
                  <a:pt x="8232" y="4679"/>
                </a:cubicBezTo>
                <a:close/>
                <a:moveTo>
                  <a:pt x="6932" y="1"/>
                </a:moveTo>
                <a:lnTo>
                  <a:pt x="6317" y="2544"/>
                </a:lnTo>
                <a:cubicBezTo>
                  <a:pt x="6096" y="2613"/>
                  <a:pt x="5889" y="2688"/>
                  <a:pt x="5681" y="2779"/>
                </a:cubicBezTo>
                <a:cubicBezTo>
                  <a:pt x="5537" y="2841"/>
                  <a:pt x="5398" y="2910"/>
                  <a:pt x="5253" y="2987"/>
                </a:cubicBezTo>
                <a:cubicBezTo>
                  <a:pt x="5247" y="2993"/>
                  <a:pt x="5238" y="3000"/>
                  <a:pt x="5225" y="3000"/>
                </a:cubicBezTo>
                <a:cubicBezTo>
                  <a:pt x="5218" y="3007"/>
                  <a:pt x="5218" y="3007"/>
                  <a:pt x="5212" y="3013"/>
                </a:cubicBezTo>
                <a:cubicBezTo>
                  <a:pt x="5170" y="3035"/>
                  <a:pt x="5136" y="3048"/>
                  <a:pt x="5101" y="3070"/>
                </a:cubicBezTo>
                <a:cubicBezTo>
                  <a:pt x="5101" y="3076"/>
                  <a:pt x="5094" y="3076"/>
                  <a:pt x="5087" y="3076"/>
                </a:cubicBezTo>
                <a:cubicBezTo>
                  <a:pt x="5059" y="3096"/>
                  <a:pt x="5031" y="3111"/>
                  <a:pt x="4998" y="3131"/>
                </a:cubicBezTo>
                <a:cubicBezTo>
                  <a:pt x="4990" y="3131"/>
                  <a:pt x="4990" y="3138"/>
                  <a:pt x="4983" y="3144"/>
                </a:cubicBezTo>
                <a:cubicBezTo>
                  <a:pt x="4928" y="3172"/>
                  <a:pt x="4873" y="3207"/>
                  <a:pt x="4817" y="3242"/>
                </a:cubicBezTo>
                <a:cubicBezTo>
                  <a:pt x="4776" y="3269"/>
                  <a:pt x="4734" y="3297"/>
                  <a:pt x="4686" y="3325"/>
                </a:cubicBezTo>
                <a:cubicBezTo>
                  <a:pt x="4459" y="3476"/>
                  <a:pt x="4236" y="3650"/>
                  <a:pt x="4023" y="3836"/>
                </a:cubicBezTo>
                <a:lnTo>
                  <a:pt x="1528" y="3048"/>
                </a:lnTo>
                <a:lnTo>
                  <a:pt x="63" y="5536"/>
                </a:lnTo>
                <a:lnTo>
                  <a:pt x="1956" y="7341"/>
                </a:lnTo>
                <a:cubicBezTo>
                  <a:pt x="1921" y="7507"/>
                  <a:pt x="1888" y="7673"/>
                  <a:pt x="1866" y="7830"/>
                </a:cubicBezTo>
                <a:cubicBezTo>
                  <a:pt x="1859" y="7893"/>
                  <a:pt x="1853" y="7948"/>
                  <a:pt x="1846" y="8011"/>
                </a:cubicBezTo>
                <a:cubicBezTo>
                  <a:pt x="1831" y="8107"/>
                  <a:pt x="1825" y="8212"/>
                  <a:pt x="1818" y="8315"/>
                </a:cubicBezTo>
                <a:lnTo>
                  <a:pt x="1818" y="8328"/>
                </a:lnTo>
                <a:cubicBezTo>
                  <a:pt x="1818" y="8391"/>
                  <a:pt x="1811" y="8452"/>
                  <a:pt x="1811" y="8509"/>
                </a:cubicBezTo>
                <a:lnTo>
                  <a:pt x="1811" y="8535"/>
                </a:lnTo>
                <a:lnTo>
                  <a:pt x="1811" y="8633"/>
                </a:lnTo>
                <a:lnTo>
                  <a:pt x="1811" y="8653"/>
                </a:lnTo>
                <a:lnTo>
                  <a:pt x="1811" y="8771"/>
                </a:lnTo>
                <a:lnTo>
                  <a:pt x="1811" y="8799"/>
                </a:lnTo>
                <a:cubicBezTo>
                  <a:pt x="1811" y="9185"/>
                  <a:pt x="1853" y="9580"/>
                  <a:pt x="1929" y="9967"/>
                </a:cubicBezTo>
                <a:lnTo>
                  <a:pt x="0" y="11743"/>
                </a:lnTo>
                <a:lnTo>
                  <a:pt x="1423" y="14251"/>
                </a:lnTo>
                <a:lnTo>
                  <a:pt x="3933" y="13512"/>
                </a:lnTo>
                <a:cubicBezTo>
                  <a:pt x="4140" y="13706"/>
                  <a:pt x="4354" y="13878"/>
                  <a:pt x="4583" y="14037"/>
                </a:cubicBezTo>
                <a:cubicBezTo>
                  <a:pt x="4673" y="14092"/>
                  <a:pt x="4756" y="14155"/>
                  <a:pt x="4845" y="14210"/>
                </a:cubicBezTo>
                <a:cubicBezTo>
                  <a:pt x="4852" y="14217"/>
                  <a:pt x="4865" y="14217"/>
                  <a:pt x="4873" y="14225"/>
                </a:cubicBezTo>
                <a:cubicBezTo>
                  <a:pt x="4880" y="14231"/>
                  <a:pt x="4887" y="14231"/>
                  <a:pt x="4893" y="14238"/>
                </a:cubicBezTo>
                <a:cubicBezTo>
                  <a:pt x="4928" y="14258"/>
                  <a:pt x="4963" y="14280"/>
                  <a:pt x="4998" y="14299"/>
                </a:cubicBezTo>
                <a:cubicBezTo>
                  <a:pt x="5031" y="14321"/>
                  <a:pt x="5066" y="14341"/>
                  <a:pt x="5101" y="14362"/>
                </a:cubicBezTo>
                <a:cubicBezTo>
                  <a:pt x="5107" y="14362"/>
                  <a:pt x="5114" y="14369"/>
                  <a:pt x="5122" y="14369"/>
                </a:cubicBezTo>
                <a:cubicBezTo>
                  <a:pt x="5129" y="14376"/>
                  <a:pt x="5136" y="14382"/>
                  <a:pt x="5149" y="14382"/>
                </a:cubicBezTo>
                <a:cubicBezTo>
                  <a:pt x="5280" y="14459"/>
                  <a:pt x="5426" y="14535"/>
                  <a:pt x="5563" y="14598"/>
                </a:cubicBezTo>
                <a:cubicBezTo>
                  <a:pt x="5771" y="14694"/>
                  <a:pt x="5978" y="14777"/>
                  <a:pt x="6192" y="14853"/>
                </a:cubicBezTo>
                <a:lnTo>
                  <a:pt x="6766" y="17403"/>
                </a:lnTo>
                <a:lnTo>
                  <a:pt x="9649" y="17431"/>
                </a:lnTo>
                <a:lnTo>
                  <a:pt x="10271" y="14888"/>
                </a:lnTo>
                <a:cubicBezTo>
                  <a:pt x="10485" y="14819"/>
                  <a:pt x="10692" y="14742"/>
                  <a:pt x="10900" y="14653"/>
                </a:cubicBezTo>
                <a:cubicBezTo>
                  <a:pt x="11044" y="14590"/>
                  <a:pt x="11190" y="14522"/>
                  <a:pt x="11328" y="14445"/>
                </a:cubicBezTo>
                <a:cubicBezTo>
                  <a:pt x="11334" y="14439"/>
                  <a:pt x="11343" y="14439"/>
                  <a:pt x="11356" y="14432"/>
                </a:cubicBezTo>
                <a:cubicBezTo>
                  <a:pt x="11363" y="14424"/>
                  <a:pt x="11369" y="14424"/>
                  <a:pt x="11369" y="14417"/>
                </a:cubicBezTo>
                <a:cubicBezTo>
                  <a:pt x="11411" y="14404"/>
                  <a:pt x="11445" y="14382"/>
                  <a:pt x="11480" y="14362"/>
                </a:cubicBezTo>
                <a:cubicBezTo>
                  <a:pt x="11480" y="14356"/>
                  <a:pt x="11487" y="14356"/>
                  <a:pt x="11494" y="14356"/>
                </a:cubicBezTo>
                <a:cubicBezTo>
                  <a:pt x="11522" y="14334"/>
                  <a:pt x="11550" y="14321"/>
                  <a:pt x="11583" y="14299"/>
                </a:cubicBezTo>
                <a:cubicBezTo>
                  <a:pt x="11591" y="14299"/>
                  <a:pt x="11598" y="14293"/>
                  <a:pt x="11605" y="14293"/>
                </a:cubicBezTo>
                <a:cubicBezTo>
                  <a:pt x="11936" y="14092"/>
                  <a:pt x="12262" y="13858"/>
                  <a:pt x="12558" y="13603"/>
                </a:cubicBezTo>
                <a:lnTo>
                  <a:pt x="15053" y="14382"/>
                </a:lnTo>
                <a:lnTo>
                  <a:pt x="16518" y="11903"/>
                </a:lnTo>
                <a:lnTo>
                  <a:pt x="14625" y="10091"/>
                </a:lnTo>
                <a:cubicBezTo>
                  <a:pt x="14652" y="9973"/>
                  <a:pt x="14673" y="9856"/>
                  <a:pt x="14693" y="9738"/>
                </a:cubicBezTo>
                <a:cubicBezTo>
                  <a:pt x="14708" y="9628"/>
                  <a:pt x="14722" y="9524"/>
                  <a:pt x="14735" y="9421"/>
                </a:cubicBezTo>
                <a:cubicBezTo>
                  <a:pt x="14743" y="9373"/>
                  <a:pt x="14750" y="9317"/>
                  <a:pt x="14750" y="9268"/>
                </a:cubicBezTo>
                <a:cubicBezTo>
                  <a:pt x="14763" y="9166"/>
                  <a:pt x="14763" y="9054"/>
                  <a:pt x="14770" y="8950"/>
                </a:cubicBezTo>
                <a:lnTo>
                  <a:pt x="14770" y="8923"/>
                </a:lnTo>
                <a:lnTo>
                  <a:pt x="14770" y="8895"/>
                </a:lnTo>
                <a:cubicBezTo>
                  <a:pt x="14770" y="8860"/>
                  <a:pt x="14776" y="8819"/>
                  <a:pt x="14776" y="8777"/>
                </a:cubicBezTo>
                <a:lnTo>
                  <a:pt x="14776" y="8660"/>
                </a:lnTo>
                <a:lnTo>
                  <a:pt x="14776" y="8633"/>
                </a:lnTo>
                <a:cubicBezTo>
                  <a:pt x="14770" y="8245"/>
                  <a:pt x="14728" y="7852"/>
                  <a:pt x="14652" y="7465"/>
                </a:cubicBezTo>
                <a:lnTo>
                  <a:pt x="16581" y="5695"/>
                </a:lnTo>
                <a:lnTo>
                  <a:pt x="15164" y="3179"/>
                </a:lnTo>
                <a:lnTo>
                  <a:pt x="12648" y="3919"/>
                </a:lnTo>
                <a:cubicBezTo>
                  <a:pt x="12558" y="3836"/>
                  <a:pt x="12469" y="3753"/>
                  <a:pt x="12379" y="3677"/>
                </a:cubicBezTo>
                <a:cubicBezTo>
                  <a:pt x="12296" y="3615"/>
                  <a:pt x="12213" y="3552"/>
                  <a:pt x="12122" y="3491"/>
                </a:cubicBezTo>
                <a:cubicBezTo>
                  <a:pt x="12081" y="3456"/>
                  <a:pt x="12039" y="3428"/>
                  <a:pt x="11998" y="3393"/>
                </a:cubicBezTo>
                <a:cubicBezTo>
                  <a:pt x="11908" y="3338"/>
                  <a:pt x="11825" y="3277"/>
                  <a:pt x="11736" y="3221"/>
                </a:cubicBezTo>
                <a:cubicBezTo>
                  <a:pt x="11729" y="3214"/>
                  <a:pt x="11716" y="3214"/>
                  <a:pt x="11708" y="3207"/>
                </a:cubicBezTo>
                <a:cubicBezTo>
                  <a:pt x="11701" y="3201"/>
                  <a:pt x="11694" y="3201"/>
                  <a:pt x="11688" y="3194"/>
                </a:cubicBezTo>
                <a:cubicBezTo>
                  <a:pt x="11653" y="3172"/>
                  <a:pt x="11618" y="3153"/>
                  <a:pt x="11583" y="3131"/>
                </a:cubicBezTo>
                <a:cubicBezTo>
                  <a:pt x="11550" y="3111"/>
                  <a:pt x="11515" y="3090"/>
                  <a:pt x="11480" y="3076"/>
                </a:cubicBezTo>
                <a:cubicBezTo>
                  <a:pt x="11474" y="3070"/>
                  <a:pt x="11467" y="3070"/>
                  <a:pt x="11467" y="3061"/>
                </a:cubicBezTo>
                <a:cubicBezTo>
                  <a:pt x="11452" y="3055"/>
                  <a:pt x="11445" y="3048"/>
                  <a:pt x="11439" y="3048"/>
                </a:cubicBezTo>
                <a:cubicBezTo>
                  <a:pt x="11301" y="2972"/>
                  <a:pt x="11155" y="2895"/>
                  <a:pt x="11018" y="2834"/>
                </a:cubicBezTo>
                <a:cubicBezTo>
                  <a:pt x="10810" y="2738"/>
                  <a:pt x="10603" y="2655"/>
                  <a:pt x="10389" y="2579"/>
                </a:cubicBezTo>
                <a:lnTo>
                  <a:pt x="9815" y="27"/>
                </a:lnTo>
                <a:lnTo>
                  <a:pt x="693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0" name="Google Shape;10930;p25"/>
          <p:cNvSpPr/>
          <p:nvPr/>
        </p:nvSpPr>
        <p:spPr>
          <a:xfrm>
            <a:off x="8137375" y="4418700"/>
            <a:ext cx="924447" cy="924664"/>
          </a:xfrm>
          <a:custGeom>
            <a:avLst/>
            <a:gdLst/>
            <a:ahLst/>
            <a:cxnLst/>
            <a:rect l="l" t="t" r="r" b="b"/>
            <a:pathLst>
              <a:path w="17675" h="17680" extrusionOk="0">
                <a:moveTo>
                  <a:pt x="8861" y="3255"/>
                </a:moveTo>
                <a:cubicBezTo>
                  <a:pt x="9025" y="3255"/>
                  <a:pt x="9189" y="3262"/>
                  <a:pt x="9352" y="3276"/>
                </a:cubicBezTo>
                <a:cubicBezTo>
                  <a:pt x="9359" y="3276"/>
                  <a:pt x="9366" y="3283"/>
                  <a:pt x="9380" y="3283"/>
                </a:cubicBezTo>
                <a:cubicBezTo>
                  <a:pt x="9414" y="3283"/>
                  <a:pt x="9455" y="3290"/>
                  <a:pt x="9497" y="3296"/>
                </a:cubicBezTo>
                <a:cubicBezTo>
                  <a:pt x="9531" y="3296"/>
                  <a:pt x="9566" y="3303"/>
                  <a:pt x="9601" y="3303"/>
                </a:cubicBezTo>
                <a:cubicBezTo>
                  <a:pt x="9608" y="3309"/>
                  <a:pt x="9621" y="3309"/>
                  <a:pt x="9629" y="3309"/>
                </a:cubicBezTo>
                <a:cubicBezTo>
                  <a:pt x="10507" y="3434"/>
                  <a:pt x="11343" y="3774"/>
                  <a:pt x="12061" y="4278"/>
                </a:cubicBezTo>
                <a:lnTo>
                  <a:pt x="12083" y="4298"/>
                </a:lnTo>
                <a:cubicBezTo>
                  <a:pt x="12117" y="4320"/>
                  <a:pt x="12144" y="4340"/>
                  <a:pt x="12179" y="4368"/>
                </a:cubicBezTo>
                <a:cubicBezTo>
                  <a:pt x="12207" y="4388"/>
                  <a:pt x="12234" y="4409"/>
                  <a:pt x="12262" y="4429"/>
                </a:cubicBezTo>
                <a:cubicBezTo>
                  <a:pt x="12268" y="4437"/>
                  <a:pt x="12283" y="4444"/>
                  <a:pt x="12290" y="4444"/>
                </a:cubicBezTo>
                <a:cubicBezTo>
                  <a:pt x="12980" y="4996"/>
                  <a:pt x="13541" y="5701"/>
                  <a:pt x="13914" y="6503"/>
                </a:cubicBezTo>
                <a:cubicBezTo>
                  <a:pt x="13914" y="6511"/>
                  <a:pt x="13920" y="6518"/>
                  <a:pt x="13920" y="6531"/>
                </a:cubicBezTo>
                <a:cubicBezTo>
                  <a:pt x="13942" y="6566"/>
                  <a:pt x="13955" y="6600"/>
                  <a:pt x="13969" y="6635"/>
                </a:cubicBezTo>
                <a:cubicBezTo>
                  <a:pt x="13983" y="6668"/>
                  <a:pt x="13997" y="6703"/>
                  <a:pt x="14010" y="6732"/>
                </a:cubicBezTo>
                <a:cubicBezTo>
                  <a:pt x="14017" y="6745"/>
                  <a:pt x="14017" y="6751"/>
                  <a:pt x="14017" y="6760"/>
                </a:cubicBezTo>
                <a:cubicBezTo>
                  <a:pt x="14348" y="7581"/>
                  <a:pt x="14481" y="8473"/>
                  <a:pt x="14398" y="9357"/>
                </a:cubicBezTo>
                <a:lnTo>
                  <a:pt x="14398" y="9379"/>
                </a:lnTo>
                <a:cubicBezTo>
                  <a:pt x="14390" y="9420"/>
                  <a:pt x="14390" y="9462"/>
                  <a:pt x="14383" y="9497"/>
                </a:cubicBezTo>
                <a:cubicBezTo>
                  <a:pt x="14377" y="9530"/>
                  <a:pt x="14377" y="9571"/>
                  <a:pt x="14370" y="9606"/>
                </a:cubicBezTo>
                <a:cubicBezTo>
                  <a:pt x="14370" y="9613"/>
                  <a:pt x="14370" y="9621"/>
                  <a:pt x="14363" y="9628"/>
                </a:cubicBezTo>
                <a:cubicBezTo>
                  <a:pt x="14239" y="10505"/>
                  <a:pt x="13907" y="11341"/>
                  <a:pt x="13395" y="12068"/>
                </a:cubicBezTo>
                <a:cubicBezTo>
                  <a:pt x="13388" y="12074"/>
                  <a:pt x="13388" y="12081"/>
                  <a:pt x="13381" y="12088"/>
                </a:cubicBezTo>
                <a:cubicBezTo>
                  <a:pt x="13361" y="12116"/>
                  <a:pt x="13340" y="12142"/>
                  <a:pt x="13320" y="12177"/>
                </a:cubicBezTo>
                <a:cubicBezTo>
                  <a:pt x="13292" y="12205"/>
                  <a:pt x="13270" y="12240"/>
                  <a:pt x="13244" y="12267"/>
                </a:cubicBezTo>
                <a:cubicBezTo>
                  <a:pt x="13244" y="12275"/>
                  <a:pt x="13237" y="12282"/>
                  <a:pt x="13229" y="12288"/>
                </a:cubicBezTo>
                <a:cubicBezTo>
                  <a:pt x="12683" y="12987"/>
                  <a:pt x="11978" y="13539"/>
                  <a:pt x="11170" y="13912"/>
                </a:cubicBezTo>
                <a:cubicBezTo>
                  <a:pt x="11164" y="13919"/>
                  <a:pt x="11155" y="13919"/>
                  <a:pt x="11149" y="13926"/>
                </a:cubicBezTo>
                <a:cubicBezTo>
                  <a:pt x="11114" y="13940"/>
                  <a:pt x="11081" y="13954"/>
                  <a:pt x="11046" y="13967"/>
                </a:cubicBezTo>
                <a:cubicBezTo>
                  <a:pt x="11011" y="13982"/>
                  <a:pt x="10976" y="14002"/>
                  <a:pt x="10941" y="14017"/>
                </a:cubicBezTo>
                <a:cubicBezTo>
                  <a:pt x="10935" y="14017"/>
                  <a:pt x="10928" y="14023"/>
                  <a:pt x="10915" y="14023"/>
                </a:cubicBezTo>
                <a:cubicBezTo>
                  <a:pt x="10248" y="14292"/>
                  <a:pt x="9540" y="14425"/>
                  <a:pt x="8824" y="14425"/>
                </a:cubicBezTo>
                <a:cubicBezTo>
                  <a:pt x="8657" y="14425"/>
                  <a:pt x="8490" y="14418"/>
                  <a:pt x="8322" y="14403"/>
                </a:cubicBezTo>
                <a:cubicBezTo>
                  <a:pt x="8316" y="14403"/>
                  <a:pt x="8302" y="14403"/>
                  <a:pt x="8294" y="14397"/>
                </a:cubicBezTo>
                <a:cubicBezTo>
                  <a:pt x="8261" y="14397"/>
                  <a:pt x="8219" y="14390"/>
                  <a:pt x="8184" y="14390"/>
                </a:cubicBezTo>
                <a:cubicBezTo>
                  <a:pt x="8150" y="14382"/>
                  <a:pt x="8108" y="14375"/>
                  <a:pt x="8073" y="14375"/>
                </a:cubicBezTo>
                <a:cubicBezTo>
                  <a:pt x="8067" y="14368"/>
                  <a:pt x="8053" y="14368"/>
                  <a:pt x="8045" y="14368"/>
                </a:cubicBezTo>
                <a:cubicBezTo>
                  <a:pt x="7168" y="14244"/>
                  <a:pt x="6332" y="13912"/>
                  <a:pt x="5613" y="13401"/>
                </a:cubicBezTo>
                <a:cubicBezTo>
                  <a:pt x="5607" y="13395"/>
                  <a:pt x="5592" y="13386"/>
                  <a:pt x="5585" y="13386"/>
                </a:cubicBezTo>
                <a:cubicBezTo>
                  <a:pt x="5557" y="13360"/>
                  <a:pt x="5530" y="13338"/>
                  <a:pt x="5502" y="13318"/>
                </a:cubicBezTo>
                <a:cubicBezTo>
                  <a:pt x="5467" y="13297"/>
                  <a:pt x="5441" y="13270"/>
                  <a:pt x="5406" y="13249"/>
                </a:cubicBezTo>
                <a:cubicBezTo>
                  <a:pt x="5399" y="13242"/>
                  <a:pt x="5391" y="13236"/>
                  <a:pt x="5384" y="13236"/>
                </a:cubicBezTo>
                <a:cubicBezTo>
                  <a:pt x="4694" y="12681"/>
                  <a:pt x="4134" y="11977"/>
                  <a:pt x="3761" y="11175"/>
                </a:cubicBezTo>
                <a:cubicBezTo>
                  <a:pt x="3761" y="11169"/>
                  <a:pt x="3754" y="11162"/>
                  <a:pt x="3754" y="11147"/>
                </a:cubicBezTo>
                <a:cubicBezTo>
                  <a:pt x="3741" y="11121"/>
                  <a:pt x="3726" y="11086"/>
                  <a:pt x="3712" y="11051"/>
                </a:cubicBezTo>
                <a:cubicBezTo>
                  <a:pt x="3691" y="11016"/>
                  <a:pt x="3678" y="10981"/>
                  <a:pt x="3664" y="10940"/>
                </a:cubicBezTo>
                <a:cubicBezTo>
                  <a:pt x="3658" y="10933"/>
                  <a:pt x="3658" y="10927"/>
                  <a:pt x="3649" y="10920"/>
                </a:cubicBezTo>
                <a:cubicBezTo>
                  <a:pt x="3326" y="10097"/>
                  <a:pt x="3193" y="9206"/>
                  <a:pt x="3276" y="8327"/>
                </a:cubicBezTo>
                <a:lnTo>
                  <a:pt x="3276" y="8301"/>
                </a:lnTo>
                <a:cubicBezTo>
                  <a:pt x="3284" y="8259"/>
                  <a:pt x="3284" y="8224"/>
                  <a:pt x="3291" y="8190"/>
                </a:cubicBezTo>
                <a:cubicBezTo>
                  <a:pt x="3291" y="8155"/>
                  <a:pt x="3298" y="8113"/>
                  <a:pt x="3304" y="8078"/>
                </a:cubicBezTo>
                <a:lnTo>
                  <a:pt x="3304" y="8045"/>
                </a:lnTo>
                <a:cubicBezTo>
                  <a:pt x="3435" y="7174"/>
                  <a:pt x="3767" y="6337"/>
                  <a:pt x="4280" y="5612"/>
                </a:cubicBezTo>
                <a:cubicBezTo>
                  <a:pt x="4280" y="5605"/>
                  <a:pt x="4286" y="5599"/>
                  <a:pt x="4293" y="5590"/>
                </a:cubicBezTo>
                <a:cubicBezTo>
                  <a:pt x="4313" y="5557"/>
                  <a:pt x="4341" y="5529"/>
                  <a:pt x="4363" y="5494"/>
                </a:cubicBezTo>
                <a:cubicBezTo>
                  <a:pt x="4383" y="5466"/>
                  <a:pt x="4404" y="5439"/>
                  <a:pt x="4424" y="5411"/>
                </a:cubicBezTo>
                <a:lnTo>
                  <a:pt x="4446" y="5391"/>
                </a:lnTo>
                <a:cubicBezTo>
                  <a:pt x="4991" y="4693"/>
                  <a:pt x="5696" y="4139"/>
                  <a:pt x="6498" y="3766"/>
                </a:cubicBezTo>
                <a:cubicBezTo>
                  <a:pt x="6511" y="3759"/>
                  <a:pt x="6519" y="3759"/>
                  <a:pt x="6526" y="3752"/>
                </a:cubicBezTo>
                <a:cubicBezTo>
                  <a:pt x="6561" y="3739"/>
                  <a:pt x="6594" y="3724"/>
                  <a:pt x="6635" y="3711"/>
                </a:cubicBezTo>
                <a:cubicBezTo>
                  <a:pt x="6663" y="3698"/>
                  <a:pt x="6698" y="3676"/>
                  <a:pt x="6733" y="3663"/>
                </a:cubicBezTo>
                <a:cubicBezTo>
                  <a:pt x="6740" y="3663"/>
                  <a:pt x="6746" y="3656"/>
                  <a:pt x="6760" y="3656"/>
                </a:cubicBezTo>
                <a:cubicBezTo>
                  <a:pt x="7425" y="3391"/>
                  <a:pt x="8140" y="3255"/>
                  <a:pt x="8861" y="3255"/>
                </a:cubicBezTo>
                <a:close/>
                <a:moveTo>
                  <a:pt x="9165" y="0"/>
                </a:moveTo>
                <a:lnTo>
                  <a:pt x="8578" y="2004"/>
                </a:lnTo>
                <a:cubicBezTo>
                  <a:pt x="8412" y="2011"/>
                  <a:pt x="8252" y="2024"/>
                  <a:pt x="8087" y="2039"/>
                </a:cubicBezTo>
                <a:cubicBezTo>
                  <a:pt x="8080" y="2039"/>
                  <a:pt x="8073" y="2039"/>
                  <a:pt x="8060" y="2045"/>
                </a:cubicBezTo>
                <a:cubicBezTo>
                  <a:pt x="8025" y="2045"/>
                  <a:pt x="7990" y="2052"/>
                  <a:pt x="7956" y="2052"/>
                </a:cubicBezTo>
                <a:cubicBezTo>
                  <a:pt x="7949" y="2059"/>
                  <a:pt x="7936" y="2059"/>
                  <a:pt x="7929" y="2059"/>
                </a:cubicBezTo>
                <a:cubicBezTo>
                  <a:pt x="7901" y="2059"/>
                  <a:pt x="7879" y="2065"/>
                  <a:pt x="7853" y="2074"/>
                </a:cubicBezTo>
                <a:cubicBezTo>
                  <a:pt x="7825" y="2074"/>
                  <a:pt x="7796" y="2080"/>
                  <a:pt x="7770" y="2080"/>
                </a:cubicBezTo>
                <a:cubicBezTo>
                  <a:pt x="7728" y="2087"/>
                  <a:pt x="7687" y="2094"/>
                  <a:pt x="7639" y="2100"/>
                </a:cubicBezTo>
                <a:cubicBezTo>
                  <a:pt x="7630" y="2107"/>
                  <a:pt x="7624" y="2107"/>
                  <a:pt x="7617" y="2107"/>
                </a:cubicBezTo>
                <a:cubicBezTo>
                  <a:pt x="7451" y="2135"/>
                  <a:pt x="7292" y="2170"/>
                  <a:pt x="7133" y="2211"/>
                </a:cubicBezTo>
                <a:lnTo>
                  <a:pt x="6000" y="463"/>
                </a:lnTo>
                <a:lnTo>
                  <a:pt x="4708" y="1022"/>
                </a:lnTo>
                <a:lnTo>
                  <a:pt x="5199" y="3047"/>
                </a:lnTo>
                <a:cubicBezTo>
                  <a:pt x="5053" y="3137"/>
                  <a:pt x="4922" y="3227"/>
                  <a:pt x="4784" y="3324"/>
                </a:cubicBezTo>
                <a:lnTo>
                  <a:pt x="4784" y="3331"/>
                </a:lnTo>
                <a:cubicBezTo>
                  <a:pt x="4777" y="3331"/>
                  <a:pt x="4777" y="3338"/>
                  <a:pt x="4769" y="3338"/>
                </a:cubicBezTo>
                <a:cubicBezTo>
                  <a:pt x="4736" y="3366"/>
                  <a:pt x="4694" y="3392"/>
                  <a:pt x="4660" y="3421"/>
                </a:cubicBezTo>
                <a:cubicBezTo>
                  <a:pt x="4638" y="3434"/>
                  <a:pt x="4618" y="3455"/>
                  <a:pt x="4597" y="3469"/>
                </a:cubicBezTo>
                <a:cubicBezTo>
                  <a:pt x="4577" y="3484"/>
                  <a:pt x="4555" y="3504"/>
                  <a:pt x="4535" y="3517"/>
                </a:cubicBezTo>
                <a:lnTo>
                  <a:pt x="4514" y="3538"/>
                </a:lnTo>
                <a:cubicBezTo>
                  <a:pt x="4487" y="3558"/>
                  <a:pt x="4459" y="3580"/>
                  <a:pt x="4431" y="3608"/>
                </a:cubicBezTo>
                <a:cubicBezTo>
                  <a:pt x="4424" y="3608"/>
                  <a:pt x="4417" y="3615"/>
                  <a:pt x="4411" y="3621"/>
                </a:cubicBezTo>
                <a:cubicBezTo>
                  <a:pt x="4286" y="3724"/>
                  <a:pt x="4169" y="3835"/>
                  <a:pt x="4051" y="3953"/>
                </a:cubicBezTo>
                <a:lnTo>
                  <a:pt x="2191" y="3006"/>
                </a:lnTo>
                <a:lnTo>
                  <a:pt x="1349" y="4132"/>
                </a:lnTo>
                <a:lnTo>
                  <a:pt x="2787" y="5647"/>
                </a:lnTo>
                <a:cubicBezTo>
                  <a:pt x="2711" y="5791"/>
                  <a:pt x="2641" y="5937"/>
                  <a:pt x="2571" y="6088"/>
                </a:cubicBezTo>
                <a:cubicBezTo>
                  <a:pt x="2571" y="6096"/>
                  <a:pt x="2565" y="6103"/>
                  <a:pt x="2565" y="6109"/>
                </a:cubicBezTo>
                <a:cubicBezTo>
                  <a:pt x="2545" y="6151"/>
                  <a:pt x="2530" y="6192"/>
                  <a:pt x="2510" y="6234"/>
                </a:cubicBezTo>
                <a:lnTo>
                  <a:pt x="2510" y="6241"/>
                </a:lnTo>
                <a:lnTo>
                  <a:pt x="2503" y="6247"/>
                </a:lnTo>
                <a:cubicBezTo>
                  <a:pt x="2497" y="6269"/>
                  <a:pt x="2488" y="6289"/>
                  <a:pt x="2482" y="6310"/>
                </a:cubicBezTo>
                <a:cubicBezTo>
                  <a:pt x="2468" y="6330"/>
                  <a:pt x="2462" y="6358"/>
                  <a:pt x="2455" y="6378"/>
                </a:cubicBezTo>
                <a:cubicBezTo>
                  <a:pt x="2434" y="6428"/>
                  <a:pt x="2420" y="6469"/>
                  <a:pt x="2405" y="6511"/>
                </a:cubicBezTo>
                <a:cubicBezTo>
                  <a:pt x="2399" y="6518"/>
                  <a:pt x="2399" y="6524"/>
                  <a:pt x="2399" y="6531"/>
                </a:cubicBezTo>
                <a:cubicBezTo>
                  <a:pt x="2344" y="6690"/>
                  <a:pt x="2289" y="6843"/>
                  <a:pt x="2248" y="7000"/>
                </a:cubicBezTo>
                <a:lnTo>
                  <a:pt x="166" y="7111"/>
                </a:lnTo>
                <a:lnTo>
                  <a:pt x="0" y="8508"/>
                </a:lnTo>
                <a:lnTo>
                  <a:pt x="1999" y="9095"/>
                </a:lnTo>
                <a:cubicBezTo>
                  <a:pt x="2006" y="9261"/>
                  <a:pt x="2019" y="9427"/>
                  <a:pt x="2040" y="9593"/>
                </a:cubicBezTo>
                <a:lnTo>
                  <a:pt x="2040" y="9613"/>
                </a:lnTo>
                <a:cubicBezTo>
                  <a:pt x="2047" y="9654"/>
                  <a:pt x="2047" y="9704"/>
                  <a:pt x="2054" y="9745"/>
                </a:cubicBezTo>
                <a:cubicBezTo>
                  <a:pt x="2060" y="9772"/>
                  <a:pt x="2060" y="9800"/>
                  <a:pt x="2067" y="9828"/>
                </a:cubicBezTo>
                <a:cubicBezTo>
                  <a:pt x="2067" y="9855"/>
                  <a:pt x="2074" y="9877"/>
                  <a:pt x="2082" y="9903"/>
                </a:cubicBezTo>
                <a:cubicBezTo>
                  <a:pt x="2089" y="9945"/>
                  <a:pt x="2095" y="9994"/>
                  <a:pt x="2102" y="10036"/>
                </a:cubicBezTo>
                <a:lnTo>
                  <a:pt x="2102" y="10062"/>
                </a:lnTo>
                <a:cubicBezTo>
                  <a:pt x="2108" y="10069"/>
                  <a:pt x="2108" y="10084"/>
                  <a:pt x="2108" y="10097"/>
                </a:cubicBezTo>
                <a:cubicBezTo>
                  <a:pt x="2130" y="10208"/>
                  <a:pt x="2157" y="10318"/>
                  <a:pt x="2178" y="10422"/>
                </a:cubicBezTo>
                <a:cubicBezTo>
                  <a:pt x="2191" y="10464"/>
                  <a:pt x="2198" y="10505"/>
                  <a:pt x="2213" y="10547"/>
                </a:cubicBezTo>
                <a:lnTo>
                  <a:pt x="465" y="11680"/>
                </a:lnTo>
                <a:lnTo>
                  <a:pt x="1017" y="12972"/>
                </a:lnTo>
                <a:lnTo>
                  <a:pt x="3042" y="12482"/>
                </a:lnTo>
                <a:cubicBezTo>
                  <a:pt x="3132" y="12620"/>
                  <a:pt x="3221" y="12758"/>
                  <a:pt x="3326" y="12889"/>
                </a:cubicBezTo>
                <a:cubicBezTo>
                  <a:pt x="3326" y="12897"/>
                  <a:pt x="3333" y="12904"/>
                  <a:pt x="3339" y="12910"/>
                </a:cubicBezTo>
                <a:cubicBezTo>
                  <a:pt x="3367" y="12945"/>
                  <a:pt x="3387" y="12980"/>
                  <a:pt x="3416" y="13013"/>
                </a:cubicBezTo>
                <a:cubicBezTo>
                  <a:pt x="3435" y="13035"/>
                  <a:pt x="3450" y="13055"/>
                  <a:pt x="3464" y="13076"/>
                </a:cubicBezTo>
                <a:cubicBezTo>
                  <a:pt x="3484" y="13096"/>
                  <a:pt x="3498" y="13118"/>
                  <a:pt x="3518" y="13138"/>
                </a:cubicBezTo>
                <a:cubicBezTo>
                  <a:pt x="3547" y="13172"/>
                  <a:pt x="3575" y="13207"/>
                  <a:pt x="3601" y="13242"/>
                </a:cubicBezTo>
                <a:cubicBezTo>
                  <a:pt x="3608" y="13249"/>
                  <a:pt x="3608" y="13255"/>
                  <a:pt x="3616" y="13262"/>
                </a:cubicBezTo>
                <a:cubicBezTo>
                  <a:pt x="3726" y="13386"/>
                  <a:pt x="3837" y="13511"/>
                  <a:pt x="3948" y="13629"/>
                </a:cubicBezTo>
                <a:lnTo>
                  <a:pt x="3001" y="15488"/>
                </a:lnTo>
                <a:lnTo>
                  <a:pt x="4134" y="16324"/>
                </a:lnTo>
                <a:lnTo>
                  <a:pt x="5640" y="14888"/>
                </a:lnTo>
                <a:cubicBezTo>
                  <a:pt x="5786" y="14962"/>
                  <a:pt x="5939" y="15039"/>
                  <a:pt x="6083" y="15102"/>
                </a:cubicBezTo>
                <a:cubicBezTo>
                  <a:pt x="6096" y="15108"/>
                  <a:pt x="6104" y="15108"/>
                  <a:pt x="6111" y="15115"/>
                </a:cubicBezTo>
                <a:cubicBezTo>
                  <a:pt x="6152" y="15128"/>
                  <a:pt x="6194" y="15150"/>
                  <a:pt x="6235" y="15163"/>
                </a:cubicBezTo>
                <a:cubicBezTo>
                  <a:pt x="6255" y="15178"/>
                  <a:pt x="6284" y="15185"/>
                  <a:pt x="6303" y="15198"/>
                </a:cubicBezTo>
                <a:cubicBezTo>
                  <a:pt x="6332" y="15204"/>
                  <a:pt x="6353" y="15211"/>
                  <a:pt x="6380" y="15226"/>
                </a:cubicBezTo>
                <a:cubicBezTo>
                  <a:pt x="6421" y="15239"/>
                  <a:pt x="6463" y="15253"/>
                  <a:pt x="6504" y="15274"/>
                </a:cubicBezTo>
                <a:cubicBezTo>
                  <a:pt x="6511" y="15274"/>
                  <a:pt x="6519" y="15274"/>
                  <a:pt x="6526" y="15281"/>
                </a:cubicBezTo>
                <a:cubicBezTo>
                  <a:pt x="6685" y="15336"/>
                  <a:pt x="6843" y="15385"/>
                  <a:pt x="7002" y="15433"/>
                </a:cubicBezTo>
                <a:lnTo>
                  <a:pt x="7106" y="17513"/>
                </a:lnTo>
                <a:lnTo>
                  <a:pt x="8501" y="17679"/>
                </a:lnTo>
                <a:lnTo>
                  <a:pt x="9097" y="15676"/>
                </a:lnTo>
                <a:cubicBezTo>
                  <a:pt x="9256" y="15667"/>
                  <a:pt x="9422" y="15661"/>
                  <a:pt x="9588" y="15641"/>
                </a:cubicBezTo>
                <a:lnTo>
                  <a:pt x="9608" y="15641"/>
                </a:lnTo>
                <a:cubicBezTo>
                  <a:pt x="9649" y="15634"/>
                  <a:pt x="9684" y="15626"/>
                  <a:pt x="9719" y="15626"/>
                </a:cubicBezTo>
                <a:cubicBezTo>
                  <a:pt x="9725" y="15626"/>
                  <a:pt x="9732" y="15619"/>
                  <a:pt x="9745" y="15619"/>
                </a:cubicBezTo>
                <a:cubicBezTo>
                  <a:pt x="9774" y="15619"/>
                  <a:pt x="9795" y="15613"/>
                  <a:pt x="9822" y="15613"/>
                </a:cubicBezTo>
                <a:cubicBezTo>
                  <a:pt x="9850" y="15606"/>
                  <a:pt x="9878" y="15599"/>
                  <a:pt x="9898" y="15599"/>
                </a:cubicBezTo>
                <a:cubicBezTo>
                  <a:pt x="9946" y="15593"/>
                  <a:pt x="9988" y="15584"/>
                  <a:pt x="10036" y="15578"/>
                </a:cubicBezTo>
                <a:cubicBezTo>
                  <a:pt x="10044" y="15571"/>
                  <a:pt x="10044" y="15571"/>
                  <a:pt x="10051" y="15571"/>
                </a:cubicBezTo>
                <a:lnTo>
                  <a:pt x="10057" y="15571"/>
                </a:lnTo>
                <a:cubicBezTo>
                  <a:pt x="10223" y="15543"/>
                  <a:pt x="10382" y="15510"/>
                  <a:pt x="10542" y="15468"/>
                </a:cubicBezTo>
                <a:lnTo>
                  <a:pt x="11675" y="17217"/>
                </a:lnTo>
                <a:lnTo>
                  <a:pt x="12967" y="16656"/>
                </a:lnTo>
                <a:lnTo>
                  <a:pt x="12476" y="14631"/>
                </a:lnTo>
                <a:cubicBezTo>
                  <a:pt x="12511" y="14611"/>
                  <a:pt x="12545" y="14589"/>
                  <a:pt x="12580" y="14569"/>
                </a:cubicBezTo>
                <a:cubicBezTo>
                  <a:pt x="12676" y="14506"/>
                  <a:pt x="12766" y="14445"/>
                  <a:pt x="12856" y="14375"/>
                </a:cubicBezTo>
                <a:cubicBezTo>
                  <a:pt x="12870" y="14368"/>
                  <a:pt x="12877" y="14362"/>
                  <a:pt x="12884" y="14355"/>
                </a:cubicBezTo>
                <a:cubicBezTo>
                  <a:pt x="12890" y="14355"/>
                  <a:pt x="12890" y="14355"/>
                  <a:pt x="12890" y="14349"/>
                </a:cubicBezTo>
                <a:cubicBezTo>
                  <a:pt x="12897" y="14349"/>
                  <a:pt x="12897" y="14340"/>
                  <a:pt x="12905" y="14340"/>
                </a:cubicBezTo>
                <a:cubicBezTo>
                  <a:pt x="12938" y="14314"/>
                  <a:pt x="12980" y="14286"/>
                  <a:pt x="13015" y="14257"/>
                </a:cubicBezTo>
                <a:cubicBezTo>
                  <a:pt x="13036" y="14244"/>
                  <a:pt x="13056" y="14224"/>
                  <a:pt x="13078" y="14209"/>
                </a:cubicBezTo>
                <a:cubicBezTo>
                  <a:pt x="13098" y="14196"/>
                  <a:pt x="13119" y="14174"/>
                  <a:pt x="13139" y="14161"/>
                </a:cubicBezTo>
                <a:cubicBezTo>
                  <a:pt x="13146" y="14154"/>
                  <a:pt x="13154" y="14148"/>
                  <a:pt x="13161" y="14141"/>
                </a:cubicBezTo>
                <a:cubicBezTo>
                  <a:pt x="13187" y="14120"/>
                  <a:pt x="13215" y="14100"/>
                  <a:pt x="13244" y="14072"/>
                </a:cubicBezTo>
                <a:cubicBezTo>
                  <a:pt x="13250" y="14072"/>
                  <a:pt x="13250" y="14065"/>
                  <a:pt x="13257" y="14058"/>
                </a:cubicBezTo>
                <a:cubicBezTo>
                  <a:pt x="13388" y="13954"/>
                  <a:pt x="13506" y="13843"/>
                  <a:pt x="13624" y="13727"/>
                </a:cubicBezTo>
                <a:lnTo>
                  <a:pt x="15483" y="14672"/>
                </a:lnTo>
                <a:lnTo>
                  <a:pt x="16326" y="13546"/>
                </a:lnTo>
                <a:lnTo>
                  <a:pt x="14888" y="12033"/>
                </a:lnTo>
                <a:cubicBezTo>
                  <a:pt x="14964" y="11887"/>
                  <a:pt x="15033" y="11743"/>
                  <a:pt x="15103" y="11590"/>
                </a:cubicBezTo>
                <a:cubicBezTo>
                  <a:pt x="15103" y="11583"/>
                  <a:pt x="15110" y="11577"/>
                  <a:pt x="15110" y="11570"/>
                </a:cubicBezTo>
                <a:cubicBezTo>
                  <a:pt x="15130" y="11529"/>
                  <a:pt x="15145" y="11487"/>
                  <a:pt x="15165" y="11446"/>
                </a:cubicBezTo>
                <a:cubicBezTo>
                  <a:pt x="15171" y="11418"/>
                  <a:pt x="15186" y="11396"/>
                  <a:pt x="15193" y="11369"/>
                </a:cubicBezTo>
                <a:cubicBezTo>
                  <a:pt x="15199" y="11348"/>
                  <a:pt x="15213" y="11321"/>
                  <a:pt x="15219" y="11300"/>
                </a:cubicBezTo>
                <a:cubicBezTo>
                  <a:pt x="15241" y="11258"/>
                  <a:pt x="15254" y="11210"/>
                  <a:pt x="15269" y="11169"/>
                </a:cubicBezTo>
                <a:cubicBezTo>
                  <a:pt x="15269" y="11162"/>
                  <a:pt x="15276" y="11155"/>
                  <a:pt x="15276" y="11147"/>
                </a:cubicBezTo>
                <a:cubicBezTo>
                  <a:pt x="15330" y="10996"/>
                  <a:pt x="15385" y="10837"/>
                  <a:pt x="15427" y="10678"/>
                </a:cubicBezTo>
                <a:lnTo>
                  <a:pt x="17508" y="10567"/>
                </a:lnTo>
                <a:lnTo>
                  <a:pt x="17674" y="9172"/>
                </a:lnTo>
                <a:lnTo>
                  <a:pt x="15675" y="8584"/>
                </a:lnTo>
                <a:cubicBezTo>
                  <a:pt x="15669" y="8418"/>
                  <a:pt x="15656" y="8253"/>
                  <a:pt x="15634" y="8087"/>
                </a:cubicBezTo>
                <a:lnTo>
                  <a:pt x="15634" y="8065"/>
                </a:lnTo>
                <a:cubicBezTo>
                  <a:pt x="15627" y="8024"/>
                  <a:pt x="15621" y="7976"/>
                  <a:pt x="15621" y="7934"/>
                </a:cubicBezTo>
                <a:cubicBezTo>
                  <a:pt x="15614" y="7906"/>
                  <a:pt x="15607" y="7879"/>
                  <a:pt x="15607" y="7851"/>
                </a:cubicBezTo>
                <a:cubicBezTo>
                  <a:pt x="15601" y="7830"/>
                  <a:pt x="15601" y="7803"/>
                  <a:pt x="15592" y="7775"/>
                </a:cubicBezTo>
                <a:cubicBezTo>
                  <a:pt x="15586" y="7733"/>
                  <a:pt x="15579" y="7685"/>
                  <a:pt x="15573" y="7644"/>
                </a:cubicBezTo>
                <a:cubicBezTo>
                  <a:pt x="15573" y="7637"/>
                  <a:pt x="15573" y="7631"/>
                  <a:pt x="15566" y="7616"/>
                </a:cubicBezTo>
                <a:cubicBezTo>
                  <a:pt x="15538" y="7456"/>
                  <a:pt x="15503" y="7299"/>
                  <a:pt x="15461" y="7140"/>
                </a:cubicBezTo>
                <a:lnTo>
                  <a:pt x="17210" y="5998"/>
                </a:lnTo>
                <a:lnTo>
                  <a:pt x="16657" y="4706"/>
                </a:lnTo>
                <a:lnTo>
                  <a:pt x="14625" y="5197"/>
                </a:lnTo>
                <a:cubicBezTo>
                  <a:pt x="14542" y="5059"/>
                  <a:pt x="14446" y="4920"/>
                  <a:pt x="14348" y="4789"/>
                </a:cubicBezTo>
                <a:cubicBezTo>
                  <a:pt x="14348" y="4782"/>
                  <a:pt x="14342" y="4776"/>
                  <a:pt x="14335" y="4769"/>
                </a:cubicBezTo>
                <a:cubicBezTo>
                  <a:pt x="14307" y="4734"/>
                  <a:pt x="14280" y="4700"/>
                  <a:pt x="14252" y="4665"/>
                </a:cubicBezTo>
                <a:cubicBezTo>
                  <a:pt x="14239" y="4645"/>
                  <a:pt x="14224" y="4623"/>
                  <a:pt x="14204" y="4603"/>
                </a:cubicBezTo>
                <a:cubicBezTo>
                  <a:pt x="14191" y="4582"/>
                  <a:pt x="14176" y="4562"/>
                  <a:pt x="14156" y="4540"/>
                </a:cubicBezTo>
                <a:cubicBezTo>
                  <a:pt x="14128" y="4505"/>
                  <a:pt x="14100" y="4471"/>
                  <a:pt x="14073" y="4437"/>
                </a:cubicBezTo>
                <a:cubicBezTo>
                  <a:pt x="14066" y="4429"/>
                  <a:pt x="14058" y="4423"/>
                  <a:pt x="14058" y="4416"/>
                </a:cubicBezTo>
                <a:cubicBezTo>
                  <a:pt x="13949" y="4291"/>
                  <a:pt x="13838" y="4167"/>
                  <a:pt x="13720" y="4049"/>
                </a:cubicBezTo>
                <a:lnTo>
                  <a:pt x="14674" y="2198"/>
                </a:lnTo>
                <a:lnTo>
                  <a:pt x="13541" y="1354"/>
                </a:lnTo>
                <a:lnTo>
                  <a:pt x="12034" y="2792"/>
                </a:lnTo>
                <a:cubicBezTo>
                  <a:pt x="11888" y="2716"/>
                  <a:pt x="11736" y="2639"/>
                  <a:pt x="11585" y="2578"/>
                </a:cubicBezTo>
                <a:cubicBezTo>
                  <a:pt x="11578" y="2571"/>
                  <a:pt x="11570" y="2571"/>
                  <a:pt x="11563" y="2563"/>
                </a:cubicBezTo>
                <a:cubicBezTo>
                  <a:pt x="11522" y="2550"/>
                  <a:pt x="11480" y="2530"/>
                  <a:pt x="11439" y="2515"/>
                </a:cubicBezTo>
                <a:cubicBezTo>
                  <a:pt x="11419" y="2502"/>
                  <a:pt x="11391" y="2495"/>
                  <a:pt x="11371" y="2480"/>
                </a:cubicBezTo>
                <a:cubicBezTo>
                  <a:pt x="11343" y="2473"/>
                  <a:pt x="11321" y="2467"/>
                  <a:pt x="11295" y="2454"/>
                </a:cubicBezTo>
                <a:cubicBezTo>
                  <a:pt x="11253" y="2439"/>
                  <a:pt x="11212" y="2425"/>
                  <a:pt x="11170" y="2405"/>
                </a:cubicBezTo>
                <a:cubicBezTo>
                  <a:pt x="11164" y="2405"/>
                  <a:pt x="11155" y="2405"/>
                  <a:pt x="11142" y="2397"/>
                </a:cubicBezTo>
                <a:cubicBezTo>
                  <a:pt x="10989" y="2342"/>
                  <a:pt x="10832" y="2294"/>
                  <a:pt x="10673" y="2253"/>
                </a:cubicBezTo>
                <a:lnTo>
                  <a:pt x="10568" y="166"/>
                </a:lnTo>
                <a:lnTo>
                  <a:pt x="91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1" name="Google Shape;10931;p25"/>
          <p:cNvSpPr txBox="1">
            <a:spLocks noGrp="1"/>
          </p:cNvSpPr>
          <p:nvPr>
            <p:ph type="subTitle" idx="7"/>
          </p:nvPr>
        </p:nvSpPr>
        <p:spPr>
          <a:xfrm>
            <a:off x="4163135" y="2191524"/>
            <a:ext cx="1965900" cy="603600"/>
          </a:xfrm>
          <a:prstGeom prst="rect">
            <a:avLst/>
          </a:prstGeom>
        </p:spPr>
        <p:txBody>
          <a:bodyPr spcFirstLastPara="1" wrap="square" lIns="91425" tIns="91425" rIns="91425" bIns="91425" anchor="t" anchorCtr="0">
            <a:noAutofit/>
          </a:bodyPr>
          <a:lstStyle>
            <a:lvl1pPr lvl="0" algn="ctr" rtl="0">
              <a:lnSpc>
                <a:spcPct val="115000"/>
              </a:lnSpc>
              <a:spcBef>
                <a:spcPts val="0"/>
              </a:spcBef>
              <a:spcAft>
                <a:spcPts val="0"/>
              </a:spcAft>
              <a:buClr>
                <a:schemeClr val="dk2"/>
              </a:buClr>
              <a:buSzPts val="1400"/>
              <a:buNone/>
              <a:defRPr sz="1400">
                <a:solidFill>
                  <a:schemeClr val="dk2"/>
                </a:solidFill>
              </a:defRPr>
            </a:lvl1pPr>
            <a:lvl2pPr lvl="1" algn="ctr" rtl="0">
              <a:lnSpc>
                <a:spcPct val="115000"/>
              </a:lnSpc>
              <a:spcBef>
                <a:spcPts val="0"/>
              </a:spcBef>
              <a:spcAft>
                <a:spcPts val="0"/>
              </a:spcAft>
              <a:buClr>
                <a:schemeClr val="dk2"/>
              </a:buClr>
              <a:buSzPts val="1400"/>
              <a:buNone/>
              <a:defRPr>
                <a:solidFill>
                  <a:schemeClr val="dk2"/>
                </a:solidFill>
              </a:defRPr>
            </a:lvl2pPr>
            <a:lvl3pPr lvl="2" algn="ctr" rtl="0">
              <a:lnSpc>
                <a:spcPct val="115000"/>
              </a:lnSpc>
              <a:spcBef>
                <a:spcPts val="1600"/>
              </a:spcBef>
              <a:spcAft>
                <a:spcPts val="0"/>
              </a:spcAft>
              <a:buClr>
                <a:schemeClr val="dk2"/>
              </a:buClr>
              <a:buSzPts val="1400"/>
              <a:buNone/>
              <a:defRPr>
                <a:solidFill>
                  <a:schemeClr val="dk2"/>
                </a:solidFill>
              </a:defRPr>
            </a:lvl3pPr>
            <a:lvl4pPr lvl="3" algn="ctr" rtl="0">
              <a:lnSpc>
                <a:spcPct val="115000"/>
              </a:lnSpc>
              <a:spcBef>
                <a:spcPts val="1600"/>
              </a:spcBef>
              <a:spcAft>
                <a:spcPts val="0"/>
              </a:spcAft>
              <a:buClr>
                <a:schemeClr val="dk2"/>
              </a:buClr>
              <a:buSzPts val="1400"/>
              <a:buNone/>
              <a:defRPr>
                <a:solidFill>
                  <a:schemeClr val="dk2"/>
                </a:solidFill>
              </a:defRPr>
            </a:lvl4pPr>
            <a:lvl5pPr lvl="4" algn="ctr" rtl="0">
              <a:lnSpc>
                <a:spcPct val="115000"/>
              </a:lnSpc>
              <a:spcBef>
                <a:spcPts val="1600"/>
              </a:spcBef>
              <a:spcAft>
                <a:spcPts val="0"/>
              </a:spcAft>
              <a:buClr>
                <a:schemeClr val="dk2"/>
              </a:buClr>
              <a:buSzPts val="1400"/>
              <a:buNone/>
              <a:defRPr>
                <a:solidFill>
                  <a:schemeClr val="dk2"/>
                </a:solidFill>
              </a:defRPr>
            </a:lvl5pPr>
            <a:lvl6pPr lvl="5" algn="ctr" rtl="0">
              <a:lnSpc>
                <a:spcPct val="115000"/>
              </a:lnSpc>
              <a:spcBef>
                <a:spcPts val="1600"/>
              </a:spcBef>
              <a:spcAft>
                <a:spcPts val="0"/>
              </a:spcAft>
              <a:buClr>
                <a:schemeClr val="dk2"/>
              </a:buClr>
              <a:buSzPts val="1400"/>
              <a:buNone/>
              <a:defRPr>
                <a:solidFill>
                  <a:schemeClr val="dk2"/>
                </a:solidFill>
              </a:defRPr>
            </a:lvl6pPr>
            <a:lvl7pPr lvl="6" algn="ctr" rtl="0">
              <a:lnSpc>
                <a:spcPct val="115000"/>
              </a:lnSpc>
              <a:spcBef>
                <a:spcPts val="1600"/>
              </a:spcBef>
              <a:spcAft>
                <a:spcPts val="0"/>
              </a:spcAft>
              <a:buClr>
                <a:schemeClr val="dk2"/>
              </a:buClr>
              <a:buSzPts val="1400"/>
              <a:buNone/>
              <a:defRPr>
                <a:solidFill>
                  <a:schemeClr val="dk2"/>
                </a:solidFill>
              </a:defRPr>
            </a:lvl7pPr>
            <a:lvl8pPr lvl="7" algn="ctr" rtl="0">
              <a:lnSpc>
                <a:spcPct val="115000"/>
              </a:lnSpc>
              <a:spcBef>
                <a:spcPts val="1600"/>
              </a:spcBef>
              <a:spcAft>
                <a:spcPts val="0"/>
              </a:spcAft>
              <a:buClr>
                <a:schemeClr val="dk2"/>
              </a:buClr>
              <a:buSzPts val="1400"/>
              <a:buNone/>
              <a:defRPr>
                <a:solidFill>
                  <a:schemeClr val="dk2"/>
                </a:solidFill>
              </a:defRPr>
            </a:lvl8pPr>
            <a:lvl9pPr lvl="8" algn="ctr" rtl="0">
              <a:lnSpc>
                <a:spcPct val="115000"/>
              </a:lnSpc>
              <a:spcBef>
                <a:spcPts val="1600"/>
              </a:spcBef>
              <a:spcAft>
                <a:spcPts val="1600"/>
              </a:spcAft>
              <a:buClr>
                <a:schemeClr val="dk2"/>
              </a:buClr>
              <a:buSzPts val="1400"/>
              <a:buNone/>
              <a:defRPr>
                <a:solidFill>
                  <a:schemeClr val="dk2"/>
                </a:solidFill>
              </a:defRPr>
            </a:lvl9pPr>
          </a:lstStyle>
          <a:p>
            <a:r>
              <a:rPr lang="en-US"/>
              <a:t>Click to edit Master subtitle style</a:t>
            </a:r>
            <a:endParaRPr/>
          </a:p>
        </p:txBody>
      </p:sp>
      <p:sp>
        <p:nvSpPr>
          <p:cNvPr id="10932" name="Google Shape;10932;p25"/>
          <p:cNvSpPr txBox="1">
            <a:spLocks noGrp="1"/>
          </p:cNvSpPr>
          <p:nvPr>
            <p:ph type="subTitle" idx="8"/>
          </p:nvPr>
        </p:nvSpPr>
        <p:spPr>
          <a:xfrm>
            <a:off x="4163135" y="1836700"/>
            <a:ext cx="1965900" cy="484200"/>
          </a:xfrm>
          <a:prstGeom prst="rect">
            <a:avLst/>
          </a:prstGeom>
        </p:spPr>
        <p:txBody>
          <a:bodyPr spcFirstLastPara="1" wrap="square" lIns="91425" tIns="91425" rIns="91425" bIns="91425" anchor="b" anchorCtr="0">
            <a:noAutofit/>
          </a:bodyPr>
          <a:lstStyle>
            <a:lvl1pPr lvl="0" algn="ctr" rtl="0">
              <a:lnSpc>
                <a:spcPct val="115000"/>
              </a:lnSpc>
              <a:spcBef>
                <a:spcPts val="0"/>
              </a:spcBef>
              <a:spcAft>
                <a:spcPts val="0"/>
              </a:spcAft>
              <a:buClr>
                <a:schemeClr val="dk2"/>
              </a:buClr>
              <a:buSzPts val="2400"/>
              <a:buFont typeface="Poppins Medium"/>
              <a:buNone/>
              <a:defRPr sz="2400">
                <a:solidFill>
                  <a:schemeClr val="dk2"/>
                </a:solidFill>
                <a:latin typeface="Poppins SemiBold"/>
                <a:ea typeface="Poppins SemiBold"/>
                <a:cs typeface="Poppins SemiBold"/>
                <a:sym typeface="Poppins SemiBold"/>
              </a:defRPr>
            </a:lvl1pPr>
            <a:lvl2pPr lvl="1"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2pPr>
            <a:lvl3pPr lvl="2"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3pPr>
            <a:lvl4pPr lvl="3"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4pPr>
            <a:lvl5pPr lvl="4"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5pPr>
            <a:lvl6pPr lvl="5"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6pPr>
            <a:lvl7pPr lvl="6"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7pPr>
            <a:lvl8pPr lvl="7"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8pPr>
            <a:lvl9pPr lvl="8"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9pPr>
          </a:lstStyle>
          <a:p>
            <a:r>
              <a:rPr lang="en-US"/>
              <a:t>Click to edit Master subtitle style</a:t>
            </a:r>
            <a:endParaRPr/>
          </a:p>
        </p:txBody>
      </p:sp>
      <p:sp>
        <p:nvSpPr>
          <p:cNvPr id="10933" name="Google Shape;10933;p25"/>
          <p:cNvSpPr txBox="1">
            <a:spLocks noGrp="1"/>
          </p:cNvSpPr>
          <p:nvPr>
            <p:ph type="subTitle" idx="9"/>
          </p:nvPr>
        </p:nvSpPr>
        <p:spPr>
          <a:xfrm>
            <a:off x="6463075" y="2191524"/>
            <a:ext cx="1967700" cy="603600"/>
          </a:xfrm>
          <a:prstGeom prst="rect">
            <a:avLst/>
          </a:prstGeom>
        </p:spPr>
        <p:txBody>
          <a:bodyPr spcFirstLastPara="1" wrap="square" lIns="91425" tIns="91425" rIns="91425" bIns="91425" anchor="t" anchorCtr="0">
            <a:noAutofit/>
          </a:bodyPr>
          <a:lstStyle>
            <a:lvl1pPr lvl="0" algn="ctr" rtl="0">
              <a:lnSpc>
                <a:spcPct val="115000"/>
              </a:lnSpc>
              <a:spcBef>
                <a:spcPts val="0"/>
              </a:spcBef>
              <a:spcAft>
                <a:spcPts val="0"/>
              </a:spcAft>
              <a:buClr>
                <a:schemeClr val="dk2"/>
              </a:buClr>
              <a:buSzPts val="1400"/>
              <a:buNone/>
              <a:defRPr sz="1400">
                <a:solidFill>
                  <a:schemeClr val="dk2"/>
                </a:solidFill>
              </a:defRPr>
            </a:lvl1pPr>
            <a:lvl2pPr lvl="1" algn="ctr" rtl="0">
              <a:lnSpc>
                <a:spcPct val="115000"/>
              </a:lnSpc>
              <a:spcBef>
                <a:spcPts val="0"/>
              </a:spcBef>
              <a:spcAft>
                <a:spcPts val="0"/>
              </a:spcAft>
              <a:buClr>
                <a:schemeClr val="dk2"/>
              </a:buClr>
              <a:buSzPts val="1400"/>
              <a:buNone/>
              <a:defRPr>
                <a:solidFill>
                  <a:schemeClr val="dk2"/>
                </a:solidFill>
              </a:defRPr>
            </a:lvl2pPr>
            <a:lvl3pPr lvl="2" algn="ctr" rtl="0">
              <a:lnSpc>
                <a:spcPct val="115000"/>
              </a:lnSpc>
              <a:spcBef>
                <a:spcPts val="1600"/>
              </a:spcBef>
              <a:spcAft>
                <a:spcPts val="0"/>
              </a:spcAft>
              <a:buClr>
                <a:schemeClr val="dk2"/>
              </a:buClr>
              <a:buSzPts val="1400"/>
              <a:buNone/>
              <a:defRPr>
                <a:solidFill>
                  <a:schemeClr val="dk2"/>
                </a:solidFill>
              </a:defRPr>
            </a:lvl3pPr>
            <a:lvl4pPr lvl="3" algn="ctr" rtl="0">
              <a:lnSpc>
                <a:spcPct val="115000"/>
              </a:lnSpc>
              <a:spcBef>
                <a:spcPts val="1600"/>
              </a:spcBef>
              <a:spcAft>
                <a:spcPts val="0"/>
              </a:spcAft>
              <a:buClr>
                <a:schemeClr val="dk2"/>
              </a:buClr>
              <a:buSzPts val="1400"/>
              <a:buNone/>
              <a:defRPr>
                <a:solidFill>
                  <a:schemeClr val="dk2"/>
                </a:solidFill>
              </a:defRPr>
            </a:lvl4pPr>
            <a:lvl5pPr lvl="4" algn="ctr" rtl="0">
              <a:lnSpc>
                <a:spcPct val="115000"/>
              </a:lnSpc>
              <a:spcBef>
                <a:spcPts val="1600"/>
              </a:spcBef>
              <a:spcAft>
                <a:spcPts val="0"/>
              </a:spcAft>
              <a:buClr>
                <a:schemeClr val="dk2"/>
              </a:buClr>
              <a:buSzPts val="1400"/>
              <a:buNone/>
              <a:defRPr>
                <a:solidFill>
                  <a:schemeClr val="dk2"/>
                </a:solidFill>
              </a:defRPr>
            </a:lvl5pPr>
            <a:lvl6pPr lvl="5" algn="ctr" rtl="0">
              <a:lnSpc>
                <a:spcPct val="115000"/>
              </a:lnSpc>
              <a:spcBef>
                <a:spcPts val="1600"/>
              </a:spcBef>
              <a:spcAft>
                <a:spcPts val="0"/>
              </a:spcAft>
              <a:buClr>
                <a:schemeClr val="dk2"/>
              </a:buClr>
              <a:buSzPts val="1400"/>
              <a:buNone/>
              <a:defRPr>
                <a:solidFill>
                  <a:schemeClr val="dk2"/>
                </a:solidFill>
              </a:defRPr>
            </a:lvl6pPr>
            <a:lvl7pPr lvl="6" algn="ctr" rtl="0">
              <a:lnSpc>
                <a:spcPct val="115000"/>
              </a:lnSpc>
              <a:spcBef>
                <a:spcPts val="1600"/>
              </a:spcBef>
              <a:spcAft>
                <a:spcPts val="0"/>
              </a:spcAft>
              <a:buClr>
                <a:schemeClr val="dk2"/>
              </a:buClr>
              <a:buSzPts val="1400"/>
              <a:buNone/>
              <a:defRPr>
                <a:solidFill>
                  <a:schemeClr val="dk2"/>
                </a:solidFill>
              </a:defRPr>
            </a:lvl7pPr>
            <a:lvl8pPr lvl="7" algn="ctr" rtl="0">
              <a:lnSpc>
                <a:spcPct val="115000"/>
              </a:lnSpc>
              <a:spcBef>
                <a:spcPts val="1600"/>
              </a:spcBef>
              <a:spcAft>
                <a:spcPts val="0"/>
              </a:spcAft>
              <a:buClr>
                <a:schemeClr val="dk2"/>
              </a:buClr>
              <a:buSzPts val="1400"/>
              <a:buNone/>
              <a:defRPr>
                <a:solidFill>
                  <a:schemeClr val="dk2"/>
                </a:solidFill>
              </a:defRPr>
            </a:lvl8pPr>
            <a:lvl9pPr lvl="8" algn="ctr" rtl="0">
              <a:lnSpc>
                <a:spcPct val="115000"/>
              </a:lnSpc>
              <a:spcBef>
                <a:spcPts val="1600"/>
              </a:spcBef>
              <a:spcAft>
                <a:spcPts val="1600"/>
              </a:spcAft>
              <a:buClr>
                <a:schemeClr val="dk2"/>
              </a:buClr>
              <a:buSzPts val="1400"/>
              <a:buNone/>
              <a:defRPr>
                <a:solidFill>
                  <a:schemeClr val="dk2"/>
                </a:solidFill>
              </a:defRPr>
            </a:lvl9pPr>
          </a:lstStyle>
          <a:p>
            <a:r>
              <a:rPr lang="en-US"/>
              <a:t>Click to edit Master subtitle style</a:t>
            </a:r>
            <a:endParaRPr/>
          </a:p>
        </p:txBody>
      </p:sp>
      <p:sp>
        <p:nvSpPr>
          <p:cNvPr id="10934" name="Google Shape;10934;p25"/>
          <p:cNvSpPr txBox="1">
            <a:spLocks noGrp="1"/>
          </p:cNvSpPr>
          <p:nvPr>
            <p:ph type="subTitle" idx="13"/>
          </p:nvPr>
        </p:nvSpPr>
        <p:spPr>
          <a:xfrm>
            <a:off x="6463075" y="1836700"/>
            <a:ext cx="1967700" cy="484200"/>
          </a:xfrm>
          <a:prstGeom prst="rect">
            <a:avLst/>
          </a:prstGeom>
        </p:spPr>
        <p:txBody>
          <a:bodyPr spcFirstLastPara="1" wrap="square" lIns="91425" tIns="91425" rIns="91425" bIns="91425" anchor="b" anchorCtr="0">
            <a:noAutofit/>
          </a:bodyPr>
          <a:lstStyle>
            <a:lvl1pPr lvl="0" algn="ctr" rtl="0">
              <a:lnSpc>
                <a:spcPct val="115000"/>
              </a:lnSpc>
              <a:spcBef>
                <a:spcPts val="0"/>
              </a:spcBef>
              <a:spcAft>
                <a:spcPts val="0"/>
              </a:spcAft>
              <a:buClr>
                <a:schemeClr val="dk2"/>
              </a:buClr>
              <a:buSzPts val="2400"/>
              <a:buFont typeface="Poppins Medium"/>
              <a:buNone/>
              <a:defRPr sz="2400">
                <a:solidFill>
                  <a:schemeClr val="dk2"/>
                </a:solidFill>
                <a:latin typeface="Poppins SemiBold"/>
                <a:ea typeface="Poppins SemiBold"/>
                <a:cs typeface="Poppins SemiBold"/>
                <a:sym typeface="Poppins SemiBold"/>
              </a:defRPr>
            </a:lvl1pPr>
            <a:lvl2pPr lvl="1"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2pPr>
            <a:lvl3pPr lvl="2"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3pPr>
            <a:lvl4pPr lvl="3"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4pPr>
            <a:lvl5pPr lvl="4"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5pPr>
            <a:lvl6pPr lvl="5"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6pPr>
            <a:lvl7pPr lvl="6"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7pPr>
            <a:lvl8pPr lvl="7"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8pPr>
            <a:lvl9pPr lvl="8"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9pPr>
          </a:lstStyle>
          <a:p>
            <a:r>
              <a:rPr lang="en-US"/>
              <a:t>Click to edit Master subtitle style</a:t>
            </a:r>
            <a:endParaRPr/>
          </a:p>
        </p:txBody>
      </p:sp>
      <p:sp>
        <p:nvSpPr>
          <p:cNvPr id="10935" name="Google Shape;10935;p25"/>
          <p:cNvSpPr txBox="1">
            <a:spLocks noGrp="1"/>
          </p:cNvSpPr>
          <p:nvPr>
            <p:ph type="subTitle" idx="14"/>
          </p:nvPr>
        </p:nvSpPr>
        <p:spPr>
          <a:xfrm>
            <a:off x="3013165" y="4082232"/>
            <a:ext cx="1965900" cy="597900"/>
          </a:xfrm>
          <a:prstGeom prst="rect">
            <a:avLst/>
          </a:prstGeom>
        </p:spPr>
        <p:txBody>
          <a:bodyPr spcFirstLastPara="1" wrap="square" lIns="91425" tIns="91425" rIns="91425" bIns="91425" anchor="t" anchorCtr="0">
            <a:noAutofit/>
          </a:bodyPr>
          <a:lstStyle>
            <a:lvl1pPr lvl="0" algn="ctr" rtl="0">
              <a:lnSpc>
                <a:spcPct val="115000"/>
              </a:lnSpc>
              <a:spcBef>
                <a:spcPts val="0"/>
              </a:spcBef>
              <a:spcAft>
                <a:spcPts val="0"/>
              </a:spcAft>
              <a:buClr>
                <a:schemeClr val="dk2"/>
              </a:buClr>
              <a:buSzPts val="1400"/>
              <a:buNone/>
              <a:defRPr sz="1400">
                <a:solidFill>
                  <a:schemeClr val="dk2"/>
                </a:solidFill>
              </a:defRPr>
            </a:lvl1pPr>
            <a:lvl2pPr lvl="1" algn="ctr" rtl="0">
              <a:lnSpc>
                <a:spcPct val="115000"/>
              </a:lnSpc>
              <a:spcBef>
                <a:spcPts val="0"/>
              </a:spcBef>
              <a:spcAft>
                <a:spcPts val="0"/>
              </a:spcAft>
              <a:buClr>
                <a:schemeClr val="dk2"/>
              </a:buClr>
              <a:buSzPts val="1400"/>
              <a:buNone/>
              <a:defRPr>
                <a:solidFill>
                  <a:schemeClr val="dk2"/>
                </a:solidFill>
              </a:defRPr>
            </a:lvl2pPr>
            <a:lvl3pPr lvl="2" algn="ctr" rtl="0">
              <a:lnSpc>
                <a:spcPct val="115000"/>
              </a:lnSpc>
              <a:spcBef>
                <a:spcPts val="1600"/>
              </a:spcBef>
              <a:spcAft>
                <a:spcPts val="0"/>
              </a:spcAft>
              <a:buClr>
                <a:schemeClr val="dk2"/>
              </a:buClr>
              <a:buSzPts val="1400"/>
              <a:buNone/>
              <a:defRPr>
                <a:solidFill>
                  <a:schemeClr val="dk2"/>
                </a:solidFill>
              </a:defRPr>
            </a:lvl3pPr>
            <a:lvl4pPr lvl="3" algn="ctr" rtl="0">
              <a:lnSpc>
                <a:spcPct val="115000"/>
              </a:lnSpc>
              <a:spcBef>
                <a:spcPts val="1600"/>
              </a:spcBef>
              <a:spcAft>
                <a:spcPts val="0"/>
              </a:spcAft>
              <a:buClr>
                <a:schemeClr val="dk2"/>
              </a:buClr>
              <a:buSzPts val="1400"/>
              <a:buNone/>
              <a:defRPr>
                <a:solidFill>
                  <a:schemeClr val="dk2"/>
                </a:solidFill>
              </a:defRPr>
            </a:lvl4pPr>
            <a:lvl5pPr lvl="4" algn="ctr" rtl="0">
              <a:lnSpc>
                <a:spcPct val="115000"/>
              </a:lnSpc>
              <a:spcBef>
                <a:spcPts val="1600"/>
              </a:spcBef>
              <a:spcAft>
                <a:spcPts val="0"/>
              </a:spcAft>
              <a:buClr>
                <a:schemeClr val="dk2"/>
              </a:buClr>
              <a:buSzPts val="1400"/>
              <a:buNone/>
              <a:defRPr>
                <a:solidFill>
                  <a:schemeClr val="dk2"/>
                </a:solidFill>
              </a:defRPr>
            </a:lvl5pPr>
            <a:lvl6pPr lvl="5" algn="ctr" rtl="0">
              <a:lnSpc>
                <a:spcPct val="115000"/>
              </a:lnSpc>
              <a:spcBef>
                <a:spcPts val="1600"/>
              </a:spcBef>
              <a:spcAft>
                <a:spcPts val="0"/>
              </a:spcAft>
              <a:buClr>
                <a:schemeClr val="dk2"/>
              </a:buClr>
              <a:buSzPts val="1400"/>
              <a:buNone/>
              <a:defRPr>
                <a:solidFill>
                  <a:schemeClr val="dk2"/>
                </a:solidFill>
              </a:defRPr>
            </a:lvl6pPr>
            <a:lvl7pPr lvl="6" algn="ctr" rtl="0">
              <a:lnSpc>
                <a:spcPct val="115000"/>
              </a:lnSpc>
              <a:spcBef>
                <a:spcPts val="1600"/>
              </a:spcBef>
              <a:spcAft>
                <a:spcPts val="0"/>
              </a:spcAft>
              <a:buClr>
                <a:schemeClr val="dk2"/>
              </a:buClr>
              <a:buSzPts val="1400"/>
              <a:buNone/>
              <a:defRPr>
                <a:solidFill>
                  <a:schemeClr val="dk2"/>
                </a:solidFill>
              </a:defRPr>
            </a:lvl7pPr>
            <a:lvl8pPr lvl="7" algn="ctr" rtl="0">
              <a:lnSpc>
                <a:spcPct val="115000"/>
              </a:lnSpc>
              <a:spcBef>
                <a:spcPts val="1600"/>
              </a:spcBef>
              <a:spcAft>
                <a:spcPts val="0"/>
              </a:spcAft>
              <a:buClr>
                <a:schemeClr val="dk2"/>
              </a:buClr>
              <a:buSzPts val="1400"/>
              <a:buNone/>
              <a:defRPr>
                <a:solidFill>
                  <a:schemeClr val="dk2"/>
                </a:solidFill>
              </a:defRPr>
            </a:lvl8pPr>
            <a:lvl9pPr lvl="8" algn="ctr" rtl="0">
              <a:lnSpc>
                <a:spcPct val="115000"/>
              </a:lnSpc>
              <a:spcBef>
                <a:spcPts val="1600"/>
              </a:spcBef>
              <a:spcAft>
                <a:spcPts val="1600"/>
              </a:spcAft>
              <a:buClr>
                <a:schemeClr val="dk2"/>
              </a:buClr>
              <a:buSzPts val="1400"/>
              <a:buNone/>
              <a:defRPr>
                <a:solidFill>
                  <a:schemeClr val="dk2"/>
                </a:solidFill>
              </a:defRPr>
            </a:lvl9pPr>
          </a:lstStyle>
          <a:p>
            <a:r>
              <a:rPr lang="en-US"/>
              <a:t>Click to edit Master subtitle style</a:t>
            </a:r>
            <a:endParaRPr/>
          </a:p>
        </p:txBody>
      </p:sp>
      <p:sp>
        <p:nvSpPr>
          <p:cNvPr id="10936" name="Google Shape;10936;p25"/>
          <p:cNvSpPr txBox="1">
            <a:spLocks noGrp="1"/>
          </p:cNvSpPr>
          <p:nvPr>
            <p:ph type="subTitle" idx="15"/>
          </p:nvPr>
        </p:nvSpPr>
        <p:spPr>
          <a:xfrm>
            <a:off x="3013165" y="3724780"/>
            <a:ext cx="1965900" cy="484200"/>
          </a:xfrm>
          <a:prstGeom prst="rect">
            <a:avLst/>
          </a:prstGeom>
        </p:spPr>
        <p:txBody>
          <a:bodyPr spcFirstLastPara="1" wrap="square" lIns="91425" tIns="91425" rIns="91425" bIns="91425" anchor="b" anchorCtr="0">
            <a:noAutofit/>
          </a:bodyPr>
          <a:lstStyle>
            <a:lvl1pPr lvl="0" algn="ctr" rtl="0">
              <a:lnSpc>
                <a:spcPct val="115000"/>
              </a:lnSpc>
              <a:spcBef>
                <a:spcPts val="0"/>
              </a:spcBef>
              <a:spcAft>
                <a:spcPts val="0"/>
              </a:spcAft>
              <a:buClr>
                <a:schemeClr val="dk2"/>
              </a:buClr>
              <a:buSzPts val="2400"/>
              <a:buFont typeface="Poppins Medium"/>
              <a:buNone/>
              <a:defRPr sz="2400">
                <a:solidFill>
                  <a:schemeClr val="dk2"/>
                </a:solidFill>
                <a:latin typeface="Poppins SemiBold"/>
                <a:ea typeface="Poppins SemiBold"/>
                <a:cs typeface="Poppins SemiBold"/>
                <a:sym typeface="Poppins SemiBold"/>
              </a:defRPr>
            </a:lvl1pPr>
            <a:lvl2pPr lvl="1"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2pPr>
            <a:lvl3pPr lvl="2"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3pPr>
            <a:lvl4pPr lvl="3"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4pPr>
            <a:lvl5pPr lvl="4"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5pPr>
            <a:lvl6pPr lvl="5"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6pPr>
            <a:lvl7pPr lvl="6"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7pPr>
            <a:lvl8pPr lvl="7"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8pPr>
            <a:lvl9pPr lvl="8"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9pPr>
          </a:lstStyle>
          <a:p>
            <a:r>
              <a:rPr lang="en-US"/>
              <a:t>Click to edit Master subtitle style</a:t>
            </a:r>
            <a:endParaRPr/>
          </a:p>
        </p:txBody>
      </p:sp>
    </p:spTree>
    <p:extLst>
      <p:ext uri="{BB962C8B-B14F-4D97-AF65-F5344CB8AC3E}">
        <p14:creationId xmlns:p14="http://schemas.microsoft.com/office/powerpoint/2010/main" val="783644991"/>
      </p:ext>
    </p:extLst>
  </p:cSld>
  <p:clrMapOvr>
    <a:masterClrMapping/>
  </p:clrMapOvr>
  <p:hf sldNum="0" hdr="0" ftr="0" dt="0"/>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Title and five columns">
  <p:cSld name="Title and five columns">
    <p:spTree>
      <p:nvGrpSpPr>
        <p:cNvPr id="1" name="Shape 10937"/>
        <p:cNvGrpSpPr/>
        <p:nvPr/>
      </p:nvGrpSpPr>
      <p:grpSpPr>
        <a:xfrm>
          <a:off x="0" y="0"/>
          <a:ext cx="0" cy="0"/>
          <a:chOff x="0" y="0"/>
          <a:chExt cx="0" cy="0"/>
        </a:xfrm>
      </p:grpSpPr>
      <p:sp>
        <p:nvSpPr>
          <p:cNvPr id="10938" name="Google Shape;10938;p26"/>
          <p:cNvSpPr txBox="1">
            <a:spLocks noGrp="1"/>
          </p:cNvSpPr>
          <p:nvPr>
            <p:ph type="title"/>
          </p:nvPr>
        </p:nvSpPr>
        <p:spPr>
          <a:xfrm>
            <a:off x="872400" y="436725"/>
            <a:ext cx="7704000" cy="758100"/>
          </a:xfrm>
          <a:prstGeom prst="rect">
            <a:avLst/>
          </a:prstGeom>
        </p:spPr>
        <p:txBody>
          <a:bodyPr spcFirstLastPara="1" wrap="square" lIns="91425" tIns="91425" rIns="91425" bIns="91425" anchor="t" anchorCtr="0">
            <a:noAutofit/>
          </a:bodyPr>
          <a:lstStyle>
            <a:lvl1pPr lvl="0" algn="ctr" rtl="0">
              <a:lnSpc>
                <a:spcPct val="115000"/>
              </a:lnSpc>
              <a:spcBef>
                <a:spcPts val="0"/>
              </a:spcBef>
              <a:spcAft>
                <a:spcPts val="0"/>
              </a:spcAft>
              <a:buClr>
                <a:schemeClr val="dk2"/>
              </a:buClr>
              <a:buSzPts val="3500"/>
              <a:buNone/>
              <a:defRPr>
                <a:solidFill>
                  <a:schemeClr val="dk2"/>
                </a:solidFill>
              </a:defRPr>
            </a:lvl1pPr>
            <a:lvl2pPr lvl="1" rtl="0">
              <a:lnSpc>
                <a:spcPct val="115000"/>
              </a:lnSpc>
              <a:spcBef>
                <a:spcPts val="0"/>
              </a:spcBef>
              <a:spcAft>
                <a:spcPts val="0"/>
              </a:spcAft>
              <a:buClr>
                <a:schemeClr val="dk2"/>
              </a:buClr>
              <a:buSzPts val="3500"/>
              <a:buNone/>
              <a:defRPr>
                <a:solidFill>
                  <a:schemeClr val="dk2"/>
                </a:solidFill>
              </a:defRPr>
            </a:lvl2pPr>
            <a:lvl3pPr lvl="2" rtl="0">
              <a:lnSpc>
                <a:spcPct val="115000"/>
              </a:lnSpc>
              <a:spcBef>
                <a:spcPts val="0"/>
              </a:spcBef>
              <a:spcAft>
                <a:spcPts val="0"/>
              </a:spcAft>
              <a:buClr>
                <a:schemeClr val="dk2"/>
              </a:buClr>
              <a:buSzPts val="3500"/>
              <a:buNone/>
              <a:defRPr>
                <a:solidFill>
                  <a:schemeClr val="dk2"/>
                </a:solidFill>
              </a:defRPr>
            </a:lvl3pPr>
            <a:lvl4pPr lvl="3" rtl="0">
              <a:lnSpc>
                <a:spcPct val="115000"/>
              </a:lnSpc>
              <a:spcBef>
                <a:spcPts val="0"/>
              </a:spcBef>
              <a:spcAft>
                <a:spcPts val="0"/>
              </a:spcAft>
              <a:buClr>
                <a:schemeClr val="dk2"/>
              </a:buClr>
              <a:buSzPts val="3500"/>
              <a:buNone/>
              <a:defRPr>
                <a:solidFill>
                  <a:schemeClr val="dk2"/>
                </a:solidFill>
              </a:defRPr>
            </a:lvl4pPr>
            <a:lvl5pPr lvl="4" rtl="0">
              <a:lnSpc>
                <a:spcPct val="115000"/>
              </a:lnSpc>
              <a:spcBef>
                <a:spcPts val="0"/>
              </a:spcBef>
              <a:spcAft>
                <a:spcPts val="0"/>
              </a:spcAft>
              <a:buClr>
                <a:schemeClr val="dk2"/>
              </a:buClr>
              <a:buSzPts val="3500"/>
              <a:buNone/>
              <a:defRPr>
                <a:solidFill>
                  <a:schemeClr val="dk2"/>
                </a:solidFill>
              </a:defRPr>
            </a:lvl5pPr>
            <a:lvl6pPr lvl="5" rtl="0">
              <a:lnSpc>
                <a:spcPct val="115000"/>
              </a:lnSpc>
              <a:spcBef>
                <a:spcPts val="0"/>
              </a:spcBef>
              <a:spcAft>
                <a:spcPts val="0"/>
              </a:spcAft>
              <a:buClr>
                <a:schemeClr val="dk2"/>
              </a:buClr>
              <a:buSzPts val="3500"/>
              <a:buNone/>
              <a:defRPr>
                <a:solidFill>
                  <a:schemeClr val="dk2"/>
                </a:solidFill>
              </a:defRPr>
            </a:lvl6pPr>
            <a:lvl7pPr lvl="6" rtl="0">
              <a:lnSpc>
                <a:spcPct val="115000"/>
              </a:lnSpc>
              <a:spcBef>
                <a:spcPts val="0"/>
              </a:spcBef>
              <a:spcAft>
                <a:spcPts val="0"/>
              </a:spcAft>
              <a:buClr>
                <a:schemeClr val="dk2"/>
              </a:buClr>
              <a:buSzPts val="3500"/>
              <a:buNone/>
              <a:defRPr>
                <a:solidFill>
                  <a:schemeClr val="dk2"/>
                </a:solidFill>
              </a:defRPr>
            </a:lvl7pPr>
            <a:lvl8pPr lvl="7" rtl="0">
              <a:lnSpc>
                <a:spcPct val="115000"/>
              </a:lnSpc>
              <a:spcBef>
                <a:spcPts val="0"/>
              </a:spcBef>
              <a:spcAft>
                <a:spcPts val="0"/>
              </a:spcAft>
              <a:buClr>
                <a:schemeClr val="dk2"/>
              </a:buClr>
              <a:buSzPts val="3500"/>
              <a:buNone/>
              <a:defRPr>
                <a:solidFill>
                  <a:schemeClr val="dk2"/>
                </a:solidFill>
              </a:defRPr>
            </a:lvl8pPr>
            <a:lvl9pPr lvl="8" rtl="0">
              <a:lnSpc>
                <a:spcPct val="115000"/>
              </a:lnSpc>
              <a:spcBef>
                <a:spcPts val="0"/>
              </a:spcBef>
              <a:spcAft>
                <a:spcPts val="0"/>
              </a:spcAft>
              <a:buClr>
                <a:schemeClr val="dk2"/>
              </a:buClr>
              <a:buSzPts val="3500"/>
              <a:buNone/>
              <a:defRPr>
                <a:solidFill>
                  <a:schemeClr val="dk2"/>
                </a:solidFill>
              </a:defRPr>
            </a:lvl9pPr>
          </a:lstStyle>
          <a:p>
            <a:r>
              <a:rPr lang="en-US"/>
              <a:t>Click to edit Master title style</a:t>
            </a:r>
            <a:endParaRPr/>
          </a:p>
        </p:txBody>
      </p:sp>
      <p:sp>
        <p:nvSpPr>
          <p:cNvPr id="10939" name="Google Shape;10939;p26"/>
          <p:cNvSpPr txBox="1">
            <a:spLocks noGrp="1"/>
          </p:cNvSpPr>
          <p:nvPr>
            <p:ph type="subTitle" idx="1"/>
          </p:nvPr>
        </p:nvSpPr>
        <p:spPr>
          <a:xfrm>
            <a:off x="713225" y="3927200"/>
            <a:ext cx="1965900" cy="600600"/>
          </a:xfrm>
          <a:prstGeom prst="rect">
            <a:avLst/>
          </a:prstGeom>
        </p:spPr>
        <p:txBody>
          <a:bodyPr spcFirstLastPara="1" wrap="square" lIns="91425" tIns="91425" rIns="91425" bIns="91425" anchor="t" anchorCtr="0">
            <a:noAutofit/>
          </a:bodyPr>
          <a:lstStyle>
            <a:lvl1pPr lvl="0" algn="ctr" rtl="0">
              <a:lnSpc>
                <a:spcPct val="115000"/>
              </a:lnSpc>
              <a:spcBef>
                <a:spcPts val="0"/>
              </a:spcBef>
              <a:spcAft>
                <a:spcPts val="0"/>
              </a:spcAft>
              <a:buClr>
                <a:schemeClr val="dk2"/>
              </a:buClr>
              <a:buSzPts val="1400"/>
              <a:buNone/>
              <a:defRPr sz="1400">
                <a:solidFill>
                  <a:schemeClr val="dk2"/>
                </a:solidFill>
              </a:defRPr>
            </a:lvl1pPr>
            <a:lvl2pPr lvl="1" algn="ctr" rtl="0">
              <a:lnSpc>
                <a:spcPct val="115000"/>
              </a:lnSpc>
              <a:spcBef>
                <a:spcPts val="0"/>
              </a:spcBef>
              <a:spcAft>
                <a:spcPts val="0"/>
              </a:spcAft>
              <a:buClr>
                <a:schemeClr val="dk2"/>
              </a:buClr>
              <a:buSzPts val="1400"/>
              <a:buNone/>
              <a:defRPr>
                <a:solidFill>
                  <a:schemeClr val="dk2"/>
                </a:solidFill>
              </a:defRPr>
            </a:lvl2pPr>
            <a:lvl3pPr lvl="2" algn="ctr" rtl="0">
              <a:lnSpc>
                <a:spcPct val="115000"/>
              </a:lnSpc>
              <a:spcBef>
                <a:spcPts val="1600"/>
              </a:spcBef>
              <a:spcAft>
                <a:spcPts val="0"/>
              </a:spcAft>
              <a:buClr>
                <a:schemeClr val="dk2"/>
              </a:buClr>
              <a:buSzPts val="1400"/>
              <a:buNone/>
              <a:defRPr>
                <a:solidFill>
                  <a:schemeClr val="dk2"/>
                </a:solidFill>
              </a:defRPr>
            </a:lvl3pPr>
            <a:lvl4pPr lvl="3" algn="ctr" rtl="0">
              <a:lnSpc>
                <a:spcPct val="115000"/>
              </a:lnSpc>
              <a:spcBef>
                <a:spcPts val="1600"/>
              </a:spcBef>
              <a:spcAft>
                <a:spcPts val="0"/>
              </a:spcAft>
              <a:buClr>
                <a:schemeClr val="dk2"/>
              </a:buClr>
              <a:buSzPts val="1400"/>
              <a:buNone/>
              <a:defRPr>
                <a:solidFill>
                  <a:schemeClr val="dk2"/>
                </a:solidFill>
              </a:defRPr>
            </a:lvl4pPr>
            <a:lvl5pPr lvl="4" algn="ctr" rtl="0">
              <a:lnSpc>
                <a:spcPct val="115000"/>
              </a:lnSpc>
              <a:spcBef>
                <a:spcPts val="1600"/>
              </a:spcBef>
              <a:spcAft>
                <a:spcPts val="0"/>
              </a:spcAft>
              <a:buClr>
                <a:schemeClr val="dk2"/>
              </a:buClr>
              <a:buSzPts val="1400"/>
              <a:buNone/>
              <a:defRPr>
                <a:solidFill>
                  <a:schemeClr val="dk2"/>
                </a:solidFill>
              </a:defRPr>
            </a:lvl5pPr>
            <a:lvl6pPr lvl="5" algn="ctr" rtl="0">
              <a:lnSpc>
                <a:spcPct val="115000"/>
              </a:lnSpc>
              <a:spcBef>
                <a:spcPts val="1600"/>
              </a:spcBef>
              <a:spcAft>
                <a:spcPts val="0"/>
              </a:spcAft>
              <a:buClr>
                <a:schemeClr val="dk2"/>
              </a:buClr>
              <a:buSzPts val="1400"/>
              <a:buNone/>
              <a:defRPr>
                <a:solidFill>
                  <a:schemeClr val="dk2"/>
                </a:solidFill>
              </a:defRPr>
            </a:lvl6pPr>
            <a:lvl7pPr lvl="6" algn="ctr" rtl="0">
              <a:lnSpc>
                <a:spcPct val="115000"/>
              </a:lnSpc>
              <a:spcBef>
                <a:spcPts val="1600"/>
              </a:spcBef>
              <a:spcAft>
                <a:spcPts val="0"/>
              </a:spcAft>
              <a:buClr>
                <a:schemeClr val="dk2"/>
              </a:buClr>
              <a:buSzPts val="1400"/>
              <a:buNone/>
              <a:defRPr>
                <a:solidFill>
                  <a:schemeClr val="dk2"/>
                </a:solidFill>
              </a:defRPr>
            </a:lvl7pPr>
            <a:lvl8pPr lvl="7" algn="ctr" rtl="0">
              <a:lnSpc>
                <a:spcPct val="115000"/>
              </a:lnSpc>
              <a:spcBef>
                <a:spcPts val="1600"/>
              </a:spcBef>
              <a:spcAft>
                <a:spcPts val="0"/>
              </a:spcAft>
              <a:buClr>
                <a:schemeClr val="dk2"/>
              </a:buClr>
              <a:buSzPts val="1400"/>
              <a:buNone/>
              <a:defRPr>
                <a:solidFill>
                  <a:schemeClr val="dk2"/>
                </a:solidFill>
              </a:defRPr>
            </a:lvl8pPr>
            <a:lvl9pPr lvl="8" algn="ctr" rtl="0">
              <a:lnSpc>
                <a:spcPct val="115000"/>
              </a:lnSpc>
              <a:spcBef>
                <a:spcPts val="1600"/>
              </a:spcBef>
              <a:spcAft>
                <a:spcPts val="1600"/>
              </a:spcAft>
              <a:buClr>
                <a:schemeClr val="dk2"/>
              </a:buClr>
              <a:buSzPts val="1400"/>
              <a:buNone/>
              <a:defRPr>
                <a:solidFill>
                  <a:schemeClr val="dk2"/>
                </a:solidFill>
              </a:defRPr>
            </a:lvl9pPr>
          </a:lstStyle>
          <a:p>
            <a:r>
              <a:rPr lang="en-US"/>
              <a:t>Click to edit Master subtitle style</a:t>
            </a:r>
            <a:endParaRPr/>
          </a:p>
        </p:txBody>
      </p:sp>
      <p:sp>
        <p:nvSpPr>
          <p:cNvPr id="10940" name="Google Shape;10940;p26"/>
          <p:cNvSpPr txBox="1">
            <a:spLocks noGrp="1"/>
          </p:cNvSpPr>
          <p:nvPr>
            <p:ph type="subTitle" idx="2"/>
          </p:nvPr>
        </p:nvSpPr>
        <p:spPr>
          <a:xfrm>
            <a:off x="713225" y="3572380"/>
            <a:ext cx="1965900" cy="484200"/>
          </a:xfrm>
          <a:prstGeom prst="rect">
            <a:avLst/>
          </a:prstGeom>
        </p:spPr>
        <p:txBody>
          <a:bodyPr spcFirstLastPara="1" wrap="square" lIns="91425" tIns="91425" rIns="91425" bIns="91425" anchor="b" anchorCtr="0">
            <a:noAutofit/>
          </a:bodyPr>
          <a:lstStyle>
            <a:lvl1pPr lvl="0" algn="ctr" rtl="0">
              <a:lnSpc>
                <a:spcPct val="115000"/>
              </a:lnSpc>
              <a:spcBef>
                <a:spcPts val="0"/>
              </a:spcBef>
              <a:spcAft>
                <a:spcPts val="0"/>
              </a:spcAft>
              <a:buClr>
                <a:schemeClr val="dk2"/>
              </a:buClr>
              <a:buSzPts val="2400"/>
              <a:buFont typeface="Poppins Medium"/>
              <a:buNone/>
              <a:defRPr sz="2400">
                <a:solidFill>
                  <a:schemeClr val="dk2"/>
                </a:solidFill>
                <a:latin typeface="Poppins SemiBold"/>
                <a:ea typeface="Poppins SemiBold"/>
                <a:cs typeface="Poppins SemiBold"/>
                <a:sym typeface="Poppins SemiBold"/>
              </a:defRPr>
            </a:lvl1pPr>
            <a:lvl2pPr lvl="1"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2pPr>
            <a:lvl3pPr lvl="2"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3pPr>
            <a:lvl4pPr lvl="3"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4pPr>
            <a:lvl5pPr lvl="4"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5pPr>
            <a:lvl6pPr lvl="5"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6pPr>
            <a:lvl7pPr lvl="6"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7pPr>
            <a:lvl8pPr lvl="7"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8pPr>
            <a:lvl9pPr lvl="8"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9pPr>
          </a:lstStyle>
          <a:p>
            <a:r>
              <a:rPr lang="en-US"/>
              <a:t>Click to edit Master subtitle style</a:t>
            </a:r>
            <a:endParaRPr/>
          </a:p>
        </p:txBody>
      </p:sp>
      <p:sp>
        <p:nvSpPr>
          <p:cNvPr id="10941" name="Google Shape;10941;p26"/>
          <p:cNvSpPr txBox="1">
            <a:spLocks noGrp="1"/>
          </p:cNvSpPr>
          <p:nvPr>
            <p:ph type="subTitle" idx="3"/>
          </p:nvPr>
        </p:nvSpPr>
        <p:spPr>
          <a:xfrm>
            <a:off x="2151139" y="2191524"/>
            <a:ext cx="1965900" cy="603600"/>
          </a:xfrm>
          <a:prstGeom prst="rect">
            <a:avLst/>
          </a:prstGeom>
        </p:spPr>
        <p:txBody>
          <a:bodyPr spcFirstLastPara="1" wrap="square" lIns="91425" tIns="91425" rIns="91425" bIns="91425" anchor="t" anchorCtr="0">
            <a:noAutofit/>
          </a:bodyPr>
          <a:lstStyle>
            <a:lvl1pPr lvl="0" algn="ctr" rtl="0">
              <a:lnSpc>
                <a:spcPct val="115000"/>
              </a:lnSpc>
              <a:spcBef>
                <a:spcPts val="0"/>
              </a:spcBef>
              <a:spcAft>
                <a:spcPts val="0"/>
              </a:spcAft>
              <a:buClr>
                <a:schemeClr val="dk2"/>
              </a:buClr>
              <a:buSzPts val="1400"/>
              <a:buNone/>
              <a:defRPr sz="1400">
                <a:solidFill>
                  <a:schemeClr val="dk2"/>
                </a:solidFill>
              </a:defRPr>
            </a:lvl1pPr>
            <a:lvl2pPr lvl="1" algn="ctr" rtl="0">
              <a:lnSpc>
                <a:spcPct val="115000"/>
              </a:lnSpc>
              <a:spcBef>
                <a:spcPts val="0"/>
              </a:spcBef>
              <a:spcAft>
                <a:spcPts val="0"/>
              </a:spcAft>
              <a:buClr>
                <a:schemeClr val="dk2"/>
              </a:buClr>
              <a:buSzPts val="1400"/>
              <a:buNone/>
              <a:defRPr>
                <a:solidFill>
                  <a:schemeClr val="dk2"/>
                </a:solidFill>
              </a:defRPr>
            </a:lvl2pPr>
            <a:lvl3pPr lvl="2" algn="ctr" rtl="0">
              <a:lnSpc>
                <a:spcPct val="115000"/>
              </a:lnSpc>
              <a:spcBef>
                <a:spcPts val="1600"/>
              </a:spcBef>
              <a:spcAft>
                <a:spcPts val="0"/>
              </a:spcAft>
              <a:buClr>
                <a:schemeClr val="dk2"/>
              </a:buClr>
              <a:buSzPts val="1400"/>
              <a:buNone/>
              <a:defRPr>
                <a:solidFill>
                  <a:schemeClr val="dk2"/>
                </a:solidFill>
              </a:defRPr>
            </a:lvl3pPr>
            <a:lvl4pPr lvl="3" algn="ctr" rtl="0">
              <a:lnSpc>
                <a:spcPct val="115000"/>
              </a:lnSpc>
              <a:spcBef>
                <a:spcPts val="1600"/>
              </a:spcBef>
              <a:spcAft>
                <a:spcPts val="0"/>
              </a:spcAft>
              <a:buClr>
                <a:schemeClr val="dk2"/>
              </a:buClr>
              <a:buSzPts val="1400"/>
              <a:buNone/>
              <a:defRPr>
                <a:solidFill>
                  <a:schemeClr val="dk2"/>
                </a:solidFill>
              </a:defRPr>
            </a:lvl4pPr>
            <a:lvl5pPr lvl="4" algn="ctr" rtl="0">
              <a:lnSpc>
                <a:spcPct val="115000"/>
              </a:lnSpc>
              <a:spcBef>
                <a:spcPts val="1600"/>
              </a:spcBef>
              <a:spcAft>
                <a:spcPts val="0"/>
              </a:spcAft>
              <a:buClr>
                <a:schemeClr val="dk2"/>
              </a:buClr>
              <a:buSzPts val="1400"/>
              <a:buNone/>
              <a:defRPr>
                <a:solidFill>
                  <a:schemeClr val="dk2"/>
                </a:solidFill>
              </a:defRPr>
            </a:lvl5pPr>
            <a:lvl6pPr lvl="5" algn="ctr" rtl="0">
              <a:lnSpc>
                <a:spcPct val="115000"/>
              </a:lnSpc>
              <a:spcBef>
                <a:spcPts val="1600"/>
              </a:spcBef>
              <a:spcAft>
                <a:spcPts val="0"/>
              </a:spcAft>
              <a:buClr>
                <a:schemeClr val="dk2"/>
              </a:buClr>
              <a:buSzPts val="1400"/>
              <a:buNone/>
              <a:defRPr>
                <a:solidFill>
                  <a:schemeClr val="dk2"/>
                </a:solidFill>
              </a:defRPr>
            </a:lvl6pPr>
            <a:lvl7pPr lvl="6" algn="ctr" rtl="0">
              <a:lnSpc>
                <a:spcPct val="115000"/>
              </a:lnSpc>
              <a:spcBef>
                <a:spcPts val="1600"/>
              </a:spcBef>
              <a:spcAft>
                <a:spcPts val="0"/>
              </a:spcAft>
              <a:buClr>
                <a:schemeClr val="dk2"/>
              </a:buClr>
              <a:buSzPts val="1400"/>
              <a:buNone/>
              <a:defRPr>
                <a:solidFill>
                  <a:schemeClr val="dk2"/>
                </a:solidFill>
              </a:defRPr>
            </a:lvl7pPr>
            <a:lvl8pPr lvl="7" algn="ctr" rtl="0">
              <a:lnSpc>
                <a:spcPct val="115000"/>
              </a:lnSpc>
              <a:spcBef>
                <a:spcPts val="1600"/>
              </a:spcBef>
              <a:spcAft>
                <a:spcPts val="0"/>
              </a:spcAft>
              <a:buClr>
                <a:schemeClr val="dk2"/>
              </a:buClr>
              <a:buSzPts val="1400"/>
              <a:buNone/>
              <a:defRPr>
                <a:solidFill>
                  <a:schemeClr val="dk2"/>
                </a:solidFill>
              </a:defRPr>
            </a:lvl8pPr>
            <a:lvl9pPr lvl="8" algn="ctr" rtl="0">
              <a:lnSpc>
                <a:spcPct val="115000"/>
              </a:lnSpc>
              <a:spcBef>
                <a:spcPts val="1600"/>
              </a:spcBef>
              <a:spcAft>
                <a:spcPts val="1600"/>
              </a:spcAft>
              <a:buClr>
                <a:schemeClr val="dk2"/>
              </a:buClr>
              <a:buSzPts val="1400"/>
              <a:buNone/>
              <a:defRPr>
                <a:solidFill>
                  <a:schemeClr val="dk2"/>
                </a:solidFill>
              </a:defRPr>
            </a:lvl9pPr>
          </a:lstStyle>
          <a:p>
            <a:r>
              <a:rPr lang="en-US"/>
              <a:t>Click to edit Master subtitle style</a:t>
            </a:r>
            <a:endParaRPr/>
          </a:p>
        </p:txBody>
      </p:sp>
      <p:sp>
        <p:nvSpPr>
          <p:cNvPr id="10942" name="Google Shape;10942;p26"/>
          <p:cNvSpPr txBox="1">
            <a:spLocks noGrp="1"/>
          </p:cNvSpPr>
          <p:nvPr>
            <p:ph type="subTitle" idx="4"/>
          </p:nvPr>
        </p:nvSpPr>
        <p:spPr>
          <a:xfrm>
            <a:off x="2151139" y="1836700"/>
            <a:ext cx="1965900" cy="484200"/>
          </a:xfrm>
          <a:prstGeom prst="rect">
            <a:avLst/>
          </a:prstGeom>
        </p:spPr>
        <p:txBody>
          <a:bodyPr spcFirstLastPara="1" wrap="square" lIns="91425" tIns="91425" rIns="91425" bIns="91425" anchor="b" anchorCtr="0">
            <a:noAutofit/>
          </a:bodyPr>
          <a:lstStyle>
            <a:lvl1pPr lvl="0" algn="ctr" rtl="0">
              <a:lnSpc>
                <a:spcPct val="115000"/>
              </a:lnSpc>
              <a:spcBef>
                <a:spcPts val="0"/>
              </a:spcBef>
              <a:spcAft>
                <a:spcPts val="0"/>
              </a:spcAft>
              <a:buClr>
                <a:schemeClr val="dk2"/>
              </a:buClr>
              <a:buSzPts val="2400"/>
              <a:buFont typeface="Poppins Medium"/>
              <a:buNone/>
              <a:defRPr sz="2400">
                <a:solidFill>
                  <a:schemeClr val="dk2"/>
                </a:solidFill>
                <a:latin typeface="Poppins SemiBold"/>
                <a:ea typeface="Poppins SemiBold"/>
                <a:cs typeface="Poppins SemiBold"/>
                <a:sym typeface="Poppins SemiBold"/>
              </a:defRPr>
            </a:lvl1pPr>
            <a:lvl2pPr lvl="1"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2pPr>
            <a:lvl3pPr lvl="2"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3pPr>
            <a:lvl4pPr lvl="3"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4pPr>
            <a:lvl5pPr lvl="4"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5pPr>
            <a:lvl6pPr lvl="5"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6pPr>
            <a:lvl7pPr lvl="6"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7pPr>
            <a:lvl8pPr lvl="7"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8pPr>
            <a:lvl9pPr lvl="8"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9pPr>
          </a:lstStyle>
          <a:p>
            <a:r>
              <a:rPr lang="en-US"/>
              <a:t>Click to edit Master subtitle style</a:t>
            </a:r>
            <a:endParaRPr/>
          </a:p>
        </p:txBody>
      </p:sp>
      <p:sp>
        <p:nvSpPr>
          <p:cNvPr id="10943" name="Google Shape;10943;p26"/>
          <p:cNvSpPr txBox="1">
            <a:spLocks noGrp="1"/>
          </p:cNvSpPr>
          <p:nvPr>
            <p:ph type="subTitle" idx="5"/>
          </p:nvPr>
        </p:nvSpPr>
        <p:spPr>
          <a:xfrm>
            <a:off x="6464880" y="3929825"/>
            <a:ext cx="1965900" cy="597900"/>
          </a:xfrm>
          <a:prstGeom prst="rect">
            <a:avLst/>
          </a:prstGeom>
        </p:spPr>
        <p:txBody>
          <a:bodyPr spcFirstLastPara="1" wrap="square" lIns="91425" tIns="91425" rIns="91425" bIns="91425" anchor="t" anchorCtr="0">
            <a:noAutofit/>
          </a:bodyPr>
          <a:lstStyle>
            <a:lvl1pPr lvl="0" algn="ctr" rtl="0">
              <a:lnSpc>
                <a:spcPct val="115000"/>
              </a:lnSpc>
              <a:spcBef>
                <a:spcPts val="0"/>
              </a:spcBef>
              <a:spcAft>
                <a:spcPts val="0"/>
              </a:spcAft>
              <a:buClr>
                <a:schemeClr val="dk2"/>
              </a:buClr>
              <a:buSzPts val="1400"/>
              <a:buNone/>
              <a:defRPr sz="1400">
                <a:solidFill>
                  <a:schemeClr val="dk2"/>
                </a:solidFill>
              </a:defRPr>
            </a:lvl1pPr>
            <a:lvl2pPr lvl="1" algn="ctr" rtl="0">
              <a:lnSpc>
                <a:spcPct val="115000"/>
              </a:lnSpc>
              <a:spcBef>
                <a:spcPts val="0"/>
              </a:spcBef>
              <a:spcAft>
                <a:spcPts val="0"/>
              </a:spcAft>
              <a:buClr>
                <a:schemeClr val="dk2"/>
              </a:buClr>
              <a:buSzPts val="1400"/>
              <a:buNone/>
              <a:defRPr>
                <a:solidFill>
                  <a:schemeClr val="dk2"/>
                </a:solidFill>
              </a:defRPr>
            </a:lvl2pPr>
            <a:lvl3pPr lvl="2" algn="ctr" rtl="0">
              <a:lnSpc>
                <a:spcPct val="115000"/>
              </a:lnSpc>
              <a:spcBef>
                <a:spcPts val="1600"/>
              </a:spcBef>
              <a:spcAft>
                <a:spcPts val="0"/>
              </a:spcAft>
              <a:buClr>
                <a:schemeClr val="dk2"/>
              </a:buClr>
              <a:buSzPts val="1400"/>
              <a:buNone/>
              <a:defRPr>
                <a:solidFill>
                  <a:schemeClr val="dk2"/>
                </a:solidFill>
              </a:defRPr>
            </a:lvl3pPr>
            <a:lvl4pPr lvl="3" algn="ctr" rtl="0">
              <a:lnSpc>
                <a:spcPct val="115000"/>
              </a:lnSpc>
              <a:spcBef>
                <a:spcPts val="1600"/>
              </a:spcBef>
              <a:spcAft>
                <a:spcPts val="0"/>
              </a:spcAft>
              <a:buClr>
                <a:schemeClr val="dk2"/>
              </a:buClr>
              <a:buSzPts val="1400"/>
              <a:buNone/>
              <a:defRPr>
                <a:solidFill>
                  <a:schemeClr val="dk2"/>
                </a:solidFill>
              </a:defRPr>
            </a:lvl4pPr>
            <a:lvl5pPr lvl="4" algn="ctr" rtl="0">
              <a:lnSpc>
                <a:spcPct val="115000"/>
              </a:lnSpc>
              <a:spcBef>
                <a:spcPts val="1600"/>
              </a:spcBef>
              <a:spcAft>
                <a:spcPts val="0"/>
              </a:spcAft>
              <a:buClr>
                <a:schemeClr val="dk2"/>
              </a:buClr>
              <a:buSzPts val="1400"/>
              <a:buNone/>
              <a:defRPr>
                <a:solidFill>
                  <a:schemeClr val="dk2"/>
                </a:solidFill>
              </a:defRPr>
            </a:lvl5pPr>
            <a:lvl6pPr lvl="5" algn="ctr" rtl="0">
              <a:lnSpc>
                <a:spcPct val="115000"/>
              </a:lnSpc>
              <a:spcBef>
                <a:spcPts val="1600"/>
              </a:spcBef>
              <a:spcAft>
                <a:spcPts val="0"/>
              </a:spcAft>
              <a:buClr>
                <a:schemeClr val="dk2"/>
              </a:buClr>
              <a:buSzPts val="1400"/>
              <a:buNone/>
              <a:defRPr>
                <a:solidFill>
                  <a:schemeClr val="dk2"/>
                </a:solidFill>
              </a:defRPr>
            </a:lvl6pPr>
            <a:lvl7pPr lvl="6" algn="ctr" rtl="0">
              <a:lnSpc>
                <a:spcPct val="115000"/>
              </a:lnSpc>
              <a:spcBef>
                <a:spcPts val="1600"/>
              </a:spcBef>
              <a:spcAft>
                <a:spcPts val="0"/>
              </a:spcAft>
              <a:buClr>
                <a:schemeClr val="dk2"/>
              </a:buClr>
              <a:buSzPts val="1400"/>
              <a:buNone/>
              <a:defRPr>
                <a:solidFill>
                  <a:schemeClr val="dk2"/>
                </a:solidFill>
              </a:defRPr>
            </a:lvl7pPr>
            <a:lvl8pPr lvl="7" algn="ctr" rtl="0">
              <a:lnSpc>
                <a:spcPct val="115000"/>
              </a:lnSpc>
              <a:spcBef>
                <a:spcPts val="1600"/>
              </a:spcBef>
              <a:spcAft>
                <a:spcPts val="0"/>
              </a:spcAft>
              <a:buClr>
                <a:schemeClr val="dk2"/>
              </a:buClr>
              <a:buSzPts val="1400"/>
              <a:buNone/>
              <a:defRPr>
                <a:solidFill>
                  <a:schemeClr val="dk2"/>
                </a:solidFill>
              </a:defRPr>
            </a:lvl8pPr>
            <a:lvl9pPr lvl="8" algn="ctr" rtl="0">
              <a:lnSpc>
                <a:spcPct val="115000"/>
              </a:lnSpc>
              <a:spcBef>
                <a:spcPts val="1600"/>
              </a:spcBef>
              <a:spcAft>
                <a:spcPts val="1600"/>
              </a:spcAft>
              <a:buClr>
                <a:schemeClr val="dk2"/>
              </a:buClr>
              <a:buSzPts val="1400"/>
              <a:buNone/>
              <a:defRPr>
                <a:solidFill>
                  <a:schemeClr val="dk2"/>
                </a:solidFill>
              </a:defRPr>
            </a:lvl9pPr>
          </a:lstStyle>
          <a:p>
            <a:r>
              <a:rPr lang="en-US"/>
              <a:t>Click to edit Master subtitle style</a:t>
            </a:r>
            <a:endParaRPr/>
          </a:p>
        </p:txBody>
      </p:sp>
      <p:sp>
        <p:nvSpPr>
          <p:cNvPr id="10944" name="Google Shape;10944;p26"/>
          <p:cNvSpPr txBox="1">
            <a:spLocks noGrp="1"/>
          </p:cNvSpPr>
          <p:nvPr>
            <p:ph type="subTitle" idx="6"/>
          </p:nvPr>
        </p:nvSpPr>
        <p:spPr>
          <a:xfrm>
            <a:off x="6464880" y="3572372"/>
            <a:ext cx="1965900" cy="484200"/>
          </a:xfrm>
          <a:prstGeom prst="rect">
            <a:avLst/>
          </a:prstGeom>
        </p:spPr>
        <p:txBody>
          <a:bodyPr spcFirstLastPara="1" wrap="square" lIns="91425" tIns="91425" rIns="91425" bIns="91425" anchor="b" anchorCtr="0">
            <a:noAutofit/>
          </a:bodyPr>
          <a:lstStyle>
            <a:lvl1pPr lvl="0" algn="ctr" rtl="0">
              <a:lnSpc>
                <a:spcPct val="115000"/>
              </a:lnSpc>
              <a:spcBef>
                <a:spcPts val="0"/>
              </a:spcBef>
              <a:spcAft>
                <a:spcPts val="0"/>
              </a:spcAft>
              <a:buClr>
                <a:schemeClr val="dk2"/>
              </a:buClr>
              <a:buSzPts val="2400"/>
              <a:buFont typeface="Poppins Medium"/>
              <a:buNone/>
              <a:defRPr sz="2400">
                <a:solidFill>
                  <a:schemeClr val="dk2"/>
                </a:solidFill>
                <a:latin typeface="Poppins SemiBold"/>
                <a:ea typeface="Poppins SemiBold"/>
                <a:cs typeface="Poppins SemiBold"/>
                <a:sym typeface="Poppins SemiBold"/>
              </a:defRPr>
            </a:lvl1pPr>
            <a:lvl2pPr lvl="1"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2pPr>
            <a:lvl3pPr lvl="2"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3pPr>
            <a:lvl4pPr lvl="3"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4pPr>
            <a:lvl5pPr lvl="4"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5pPr>
            <a:lvl6pPr lvl="5"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6pPr>
            <a:lvl7pPr lvl="6"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7pPr>
            <a:lvl8pPr lvl="7"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8pPr>
            <a:lvl9pPr lvl="8"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9pPr>
          </a:lstStyle>
          <a:p>
            <a:r>
              <a:rPr lang="en-US"/>
              <a:t>Click to edit Master subtitle style</a:t>
            </a:r>
            <a:endParaRPr/>
          </a:p>
        </p:txBody>
      </p:sp>
      <p:sp>
        <p:nvSpPr>
          <p:cNvPr id="10945" name="Google Shape;10945;p26"/>
          <p:cNvSpPr/>
          <p:nvPr/>
        </p:nvSpPr>
        <p:spPr>
          <a:xfrm rot="5400000">
            <a:off x="-1749532" y="2509668"/>
            <a:ext cx="2895900" cy="11802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6" name="Google Shape;10946;p26"/>
          <p:cNvSpPr/>
          <p:nvPr/>
        </p:nvSpPr>
        <p:spPr>
          <a:xfrm rot="5400000">
            <a:off x="79841" y="2952980"/>
            <a:ext cx="491917" cy="517164"/>
          </a:xfrm>
          <a:custGeom>
            <a:avLst/>
            <a:gdLst/>
            <a:ahLst/>
            <a:cxnLst/>
            <a:rect l="l" t="t" r="r" b="b"/>
            <a:pathLst>
              <a:path w="16581" h="17432" extrusionOk="0">
                <a:moveTo>
                  <a:pt x="8431" y="4679"/>
                </a:moveTo>
                <a:cubicBezTo>
                  <a:pt x="9068" y="4707"/>
                  <a:pt x="9697" y="4879"/>
                  <a:pt x="10256" y="5191"/>
                </a:cubicBezTo>
                <a:cubicBezTo>
                  <a:pt x="10264" y="5191"/>
                  <a:pt x="10264" y="5198"/>
                  <a:pt x="10271" y="5198"/>
                </a:cubicBezTo>
                <a:cubicBezTo>
                  <a:pt x="10298" y="5211"/>
                  <a:pt x="10319" y="5226"/>
                  <a:pt x="10339" y="5239"/>
                </a:cubicBezTo>
                <a:cubicBezTo>
                  <a:pt x="10367" y="5253"/>
                  <a:pt x="10389" y="5267"/>
                  <a:pt x="10415" y="5281"/>
                </a:cubicBezTo>
                <a:cubicBezTo>
                  <a:pt x="10415" y="5287"/>
                  <a:pt x="10422" y="5287"/>
                  <a:pt x="10430" y="5294"/>
                </a:cubicBezTo>
                <a:cubicBezTo>
                  <a:pt x="10969" y="5632"/>
                  <a:pt x="11426" y="6097"/>
                  <a:pt x="11757" y="6643"/>
                </a:cubicBezTo>
                <a:cubicBezTo>
                  <a:pt x="11757" y="6649"/>
                  <a:pt x="11764" y="6656"/>
                  <a:pt x="11764" y="6663"/>
                </a:cubicBezTo>
                <a:cubicBezTo>
                  <a:pt x="11777" y="6684"/>
                  <a:pt x="11790" y="6704"/>
                  <a:pt x="11805" y="6732"/>
                </a:cubicBezTo>
                <a:cubicBezTo>
                  <a:pt x="11819" y="6752"/>
                  <a:pt x="11832" y="6780"/>
                  <a:pt x="11847" y="6802"/>
                </a:cubicBezTo>
                <a:cubicBezTo>
                  <a:pt x="11847" y="6808"/>
                  <a:pt x="11854" y="6815"/>
                  <a:pt x="11854" y="6822"/>
                </a:cubicBezTo>
                <a:cubicBezTo>
                  <a:pt x="12150" y="7382"/>
                  <a:pt x="12316" y="8018"/>
                  <a:pt x="12330" y="8653"/>
                </a:cubicBezTo>
                <a:lnTo>
                  <a:pt x="12330" y="8675"/>
                </a:lnTo>
                <a:cubicBezTo>
                  <a:pt x="12330" y="8701"/>
                  <a:pt x="12330" y="8723"/>
                  <a:pt x="12323" y="8751"/>
                </a:cubicBezTo>
                <a:lnTo>
                  <a:pt x="12323" y="8834"/>
                </a:lnTo>
                <a:lnTo>
                  <a:pt x="12323" y="8854"/>
                </a:lnTo>
                <a:cubicBezTo>
                  <a:pt x="12303" y="9497"/>
                  <a:pt x="12131" y="10119"/>
                  <a:pt x="11819" y="10678"/>
                </a:cubicBezTo>
                <a:cubicBezTo>
                  <a:pt x="11812" y="10685"/>
                  <a:pt x="11812" y="10692"/>
                  <a:pt x="11805" y="10700"/>
                </a:cubicBezTo>
                <a:cubicBezTo>
                  <a:pt x="11799" y="10720"/>
                  <a:pt x="11784" y="10741"/>
                  <a:pt x="11771" y="10761"/>
                </a:cubicBezTo>
                <a:cubicBezTo>
                  <a:pt x="11757" y="10790"/>
                  <a:pt x="11742" y="10809"/>
                  <a:pt x="11722" y="10838"/>
                </a:cubicBezTo>
                <a:cubicBezTo>
                  <a:pt x="11722" y="10844"/>
                  <a:pt x="11716" y="10851"/>
                  <a:pt x="11716" y="10851"/>
                </a:cubicBezTo>
                <a:cubicBezTo>
                  <a:pt x="11376" y="11397"/>
                  <a:pt x="10913" y="11853"/>
                  <a:pt x="10361" y="12178"/>
                </a:cubicBezTo>
                <a:cubicBezTo>
                  <a:pt x="10361" y="12185"/>
                  <a:pt x="10354" y="12185"/>
                  <a:pt x="10347" y="12193"/>
                </a:cubicBezTo>
                <a:cubicBezTo>
                  <a:pt x="10319" y="12206"/>
                  <a:pt x="10298" y="12219"/>
                  <a:pt x="10271" y="12234"/>
                </a:cubicBezTo>
                <a:cubicBezTo>
                  <a:pt x="10249" y="12248"/>
                  <a:pt x="10230" y="12261"/>
                  <a:pt x="10201" y="12267"/>
                </a:cubicBezTo>
                <a:cubicBezTo>
                  <a:pt x="10201" y="12276"/>
                  <a:pt x="10195" y="12276"/>
                  <a:pt x="10188" y="12282"/>
                </a:cubicBezTo>
                <a:cubicBezTo>
                  <a:pt x="9621" y="12579"/>
                  <a:pt x="8992" y="12739"/>
                  <a:pt x="8357" y="12752"/>
                </a:cubicBezTo>
                <a:lnTo>
                  <a:pt x="8150" y="12752"/>
                </a:lnTo>
                <a:cubicBezTo>
                  <a:pt x="7513" y="12724"/>
                  <a:pt x="6884" y="12551"/>
                  <a:pt x="6325" y="12241"/>
                </a:cubicBezTo>
                <a:cubicBezTo>
                  <a:pt x="6325" y="12241"/>
                  <a:pt x="6317" y="12234"/>
                  <a:pt x="6310" y="12234"/>
                </a:cubicBezTo>
                <a:cubicBezTo>
                  <a:pt x="6283" y="12219"/>
                  <a:pt x="6262" y="12206"/>
                  <a:pt x="6234" y="12193"/>
                </a:cubicBezTo>
                <a:cubicBezTo>
                  <a:pt x="6214" y="12178"/>
                  <a:pt x="6192" y="12165"/>
                  <a:pt x="6172" y="12151"/>
                </a:cubicBezTo>
                <a:cubicBezTo>
                  <a:pt x="6166" y="12143"/>
                  <a:pt x="6159" y="12143"/>
                  <a:pt x="6151" y="12136"/>
                </a:cubicBezTo>
                <a:cubicBezTo>
                  <a:pt x="5612" y="11798"/>
                  <a:pt x="5155" y="11335"/>
                  <a:pt x="4824" y="10790"/>
                </a:cubicBezTo>
                <a:cubicBezTo>
                  <a:pt x="4824" y="10783"/>
                  <a:pt x="4817" y="10775"/>
                  <a:pt x="4817" y="10768"/>
                </a:cubicBezTo>
                <a:cubicBezTo>
                  <a:pt x="4804" y="10748"/>
                  <a:pt x="4791" y="10720"/>
                  <a:pt x="4776" y="10700"/>
                </a:cubicBezTo>
                <a:cubicBezTo>
                  <a:pt x="4762" y="10672"/>
                  <a:pt x="4749" y="10650"/>
                  <a:pt x="4734" y="10630"/>
                </a:cubicBezTo>
                <a:cubicBezTo>
                  <a:pt x="4734" y="10624"/>
                  <a:pt x="4727" y="10617"/>
                  <a:pt x="4727" y="10609"/>
                </a:cubicBezTo>
                <a:cubicBezTo>
                  <a:pt x="4431" y="10050"/>
                  <a:pt x="4265" y="9421"/>
                  <a:pt x="4258" y="8777"/>
                </a:cubicBezTo>
                <a:lnTo>
                  <a:pt x="4258" y="8758"/>
                </a:lnTo>
                <a:lnTo>
                  <a:pt x="4258" y="8675"/>
                </a:lnTo>
                <a:lnTo>
                  <a:pt x="4258" y="8598"/>
                </a:lnTo>
                <a:lnTo>
                  <a:pt x="4258" y="8577"/>
                </a:lnTo>
                <a:cubicBezTo>
                  <a:pt x="4278" y="7935"/>
                  <a:pt x="4450" y="7313"/>
                  <a:pt x="4762" y="6752"/>
                </a:cubicBezTo>
                <a:cubicBezTo>
                  <a:pt x="4769" y="6745"/>
                  <a:pt x="4769" y="6739"/>
                  <a:pt x="4776" y="6732"/>
                </a:cubicBezTo>
                <a:cubicBezTo>
                  <a:pt x="4791" y="6711"/>
                  <a:pt x="4804" y="6684"/>
                  <a:pt x="4817" y="6663"/>
                </a:cubicBezTo>
                <a:cubicBezTo>
                  <a:pt x="4832" y="6636"/>
                  <a:pt x="4845" y="6614"/>
                  <a:pt x="4859" y="6594"/>
                </a:cubicBezTo>
                <a:cubicBezTo>
                  <a:pt x="4859" y="6586"/>
                  <a:pt x="4865" y="6586"/>
                  <a:pt x="4865" y="6580"/>
                </a:cubicBezTo>
                <a:cubicBezTo>
                  <a:pt x="5205" y="6034"/>
                  <a:pt x="5675" y="5578"/>
                  <a:pt x="6220" y="5253"/>
                </a:cubicBezTo>
                <a:cubicBezTo>
                  <a:pt x="6227" y="5246"/>
                  <a:pt x="6227" y="5246"/>
                  <a:pt x="6234" y="5239"/>
                </a:cubicBezTo>
                <a:cubicBezTo>
                  <a:pt x="6255" y="5226"/>
                  <a:pt x="6283" y="5218"/>
                  <a:pt x="6303" y="5204"/>
                </a:cubicBezTo>
                <a:cubicBezTo>
                  <a:pt x="6332" y="5191"/>
                  <a:pt x="6351" y="5176"/>
                  <a:pt x="6380" y="5163"/>
                </a:cubicBezTo>
                <a:cubicBezTo>
                  <a:pt x="6386" y="5156"/>
                  <a:pt x="6386" y="5156"/>
                  <a:pt x="6393" y="5150"/>
                </a:cubicBezTo>
                <a:cubicBezTo>
                  <a:pt x="6960" y="4853"/>
                  <a:pt x="7589" y="4694"/>
                  <a:pt x="8232" y="4679"/>
                </a:cubicBezTo>
                <a:close/>
                <a:moveTo>
                  <a:pt x="6932" y="1"/>
                </a:moveTo>
                <a:lnTo>
                  <a:pt x="6317" y="2544"/>
                </a:lnTo>
                <a:cubicBezTo>
                  <a:pt x="6096" y="2613"/>
                  <a:pt x="5889" y="2688"/>
                  <a:pt x="5681" y="2779"/>
                </a:cubicBezTo>
                <a:cubicBezTo>
                  <a:pt x="5537" y="2841"/>
                  <a:pt x="5398" y="2910"/>
                  <a:pt x="5253" y="2987"/>
                </a:cubicBezTo>
                <a:cubicBezTo>
                  <a:pt x="5247" y="2993"/>
                  <a:pt x="5238" y="3000"/>
                  <a:pt x="5225" y="3000"/>
                </a:cubicBezTo>
                <a:cubicBezTo>
                  <a:pt x="5218" y="3007"/>
                  <a:pt x="5218" y="3007"/>
                  <a:pt x="5212" y="3013"/>
                </a:cubicBezTo>
                <a:cubicBezTo>
                  <a:pt x="5170" y="3035"/>
                  <a:pt x="5136" y="3048"/>
                  <a:pt x="5101" y="3070"/>
                </a:cubicBezTo>
                <a:cubicBezTo>
                  <a:pt x="5101" y="3076"/>
                  <a:pt x="5094" y="3076"/>
                  <a:pt x="5087" y="3076"/>
                </a:cubicBezTo>
                <a:cubicBezTo>
                  <a:pt x="5059" y="3096"/>
                  <a:pt x="5031" y="3111"/>
                  <a:pt x="4998" y="3131"/>
                </a:cubicBezTo>
                <a:cubicBezTo>
                  <a:pt x="4990" y="3131"/>
                  <a:pt x="4990" y="3138"/>
                  <a:pt x="4983" y="3144"/>
                </a:cubicBezTo>
                <a:cubicBezTo>
                  <a:pt x="4928" y="3172"/>
                  <a:pt x="4873" y="3207"/>
                  <a:pt x="4817" y="3242"/>
                </a:cubicBezTo>
                <a:cubicBezTo>
                  <a:pt x="4776" y="3269"/>
                  <a:pt x="4734" y="3297"/>
                  <a:pt x="4686" y="3325"/>
                </a:cubicBezTo>
                <a:cubicBezTo>
                  <a:pt x="4459" y="3476"/>
                  <a:pt x="4236" y="3650"/>
                  <a:pt x="4023" y="3836"/>
                </a:cubicBezTo>
                <a:lnTo>
                  <a:pt x="1528" y="3048"/>
                </a:lnTo>
                <a:lnTo>
                  <a:pt x="63" y="5536"/>
                </a:lnTo>
                <a:lnTo>
                  <a:pt x="1956" y="7341"/>
                </a:lnTo>
                <a:cubicBezTo>
                  <a:pt x="1921" y="7507"/>
                  <a:pt x="1888" y="7673"/>
                  <a:pt x="1866" y="7830"/>
                </a:cubicBezTo>
                <a:cubicBezTo>
                  <a:pt x="1859" y="7893"/>
                  <a:pt x="1853" y="7948"/>
                  <a:pt x="1846" y="8011"/>
                </a:cubicBezTo>
                <a:cubicBezTo>
                  <a:pt x="1831" y="8107"/>
                  <a:pt x="1825" y="8212"/>
                  <a:pt x="1818" y="8315"/>
                </a:cubicBezTo>
                <a:lnTo>
                  <a:pt x="1818" y="8328"/>
                </a:lnTo>
                <a:cubicBezTo>
                  <a:pt x="1818" y="8391"/>
                  <a:pt x="1811" y="8452"/>
                  <a:pt x="1811" y="8509"/>
                </a:cubicBezTo>
                <a:lnTo>
                  <a:pt x="1811" y="8535"/>
                </a:lnTo>
                <a:lnTo>
                  <a:pt x="1811" y="8633"/>
                </a:lnTo>
                <a:lnTo>
                  <a:pt x="1811" y="8653"/>
                </a:lnTo>
                <a:lnTo>
                  <a:pt x="1811" y="8771"/>
                </a:lnTo>
                <a:lnTo>
                  <a:pt x="1811" y="8799"/>
                </a:lnTo>
                <a:cubicBezTo>
                  <a:pt x="1811" y="9185"/>
                  <a:pt x="1853" y="9580"/>
                  <a:pt x="1929" y="9967"/>
                </a:cubicBezTo>
                <a:lnTo>
                  <a:pt x="0" y="11743"/>
                </a:lnTo>
                <a:lnTo>
                  <a:pt x="1423" y="14251"/>
                </a:lnTo>
                <a:lnTo>
                  <a:pt x="3933" y="13512"/>
                </a:lnTo>
                <a:cubicBezTo>
                  <a:pt x="4140" y="13706"/>
                  <a:pt x="4354" y="13878"/>
                  <a:pt x="4583" y="14037"/>
                </a:cubicBezTo>
                <a:cubicBezTo>
                  <a:pt x="4673" y="14092"/>
                  <a:pt x="4756" y="14155"/>
                  <a:pt x="4845" y="14210"/>
                </a:cubicBezTo>
                <a:cubicBezTo>
                  <a:pt x="4852" y="14217"/>
                  <a:pt x="4865" y="14217"/>
                  <a:pt x="4873" y="14225"/>
                </a:cubicBezTo>
                <a:cubicBezTo>
                  <a:pt x="4880" y="14231"/>
                  <a:pt x="4887" y="14231"/>
                  <a:pt x="4893" y="14238"/>
                </a:cubicBezTo>
                <a:cubicBezTo>
                  <a:pt x="4928" y="14258"/>
                  <a:pt x="4963" y="14280"/>
                  <a:pt x="4998" y="14299"/>
                </a:cubicBezTo>
                <a:cubicBezTo>
                  <a:pt x="5031" y="14321"/>
                  <a:pt x="5066" y="14341"/>
                  <a:pt x="5101" y="14362"/>
                </a:cubicBezTo>
                <a:cubicBezTo>
                  <a:pt x="5107" y="14362"/>
                  <a:pt x="5114" y="14369"/>
                  <a:pt x="5122" y="14369"/>
                </a:cubicBezTo>
                <a:cubicBezTo>
                  <a:pt x="5129" y="14376"/>
                  <a:pt x="5136" y="14382"/>
                  <a:pt x="5149" y="14382"/>
                </a:cubicBezTo>
                <a:cubicBezTo>
                  <a:pt x="5280" y="14459"/>
                  <a:pt x="5426" y="14535"/>
                  <a:pt x="5563" y="14598"/>
                </a:cubicBezTo>
                <a:cubicBezTo>
                  <a:pt x="5771" y="14694"/>
                  <a:pt x="5978" y="14777"/>
                  <a:pt x="6192" y="14853"/>
                </a:cubicBezTo>
                <a:lnTo>
                  <a:pt x="6766" y="17403"/>
                </a:lnTo>
                <a:lnTo>
                  <a:pt x="9649" y="17431"/>
                </a:lnTo>
                <a:lnTo>
                  <a:pt x="10271" y="14888"/>
                </a:lnTo>
                <a:cubicBezTo>
                  <a:pt x="10485" y="14819"/>
                  <a:pt x="10692" y="14742"/>
                  <a:pt x="10900" y="14653"/>
                </a:cubicBezTo>
                <a:cubicBezTo>
                  <a:pt x="11044" y="14590"/>
                  <a:pt x="11190" y="14522"/>
                  <a:pt x="11328" y="14445"/>
                </a:cubicBezTo>
                <a:cubicBezTo>
                  <a:pt x="11334" y="14439"/>
                  <a:pt x="11343" y="14439"/>
                  <a:pt x="11356" y="14432"/>
                </a:cubicBezTo>
                <a:cubicBezTo>
                  <a:pt x="11363" y="14424"/>
                  <a:pt x="11369" y="14424"/>
                  <a:pt x="11369" y="14417"/>
                </a:cubicBezTo>
                <a:cubicBezTo>
                  <a:pt x="11411" y="14404"/>
                  <a:pt x="11445" y="14382"/>
                  <a:pt x="11480" y="14362"/>
                </a:cubicBezTo>
                <a:cubicBezTo>
                  <a:pt x="11480" y="14356"/>
                  <a:pt x="11487" y="14356"/>
                  <a:pt x="11494" y="14356"/>
                </a:cubicBezTo>
                <a:cubicBezTo>
                  <a:pt x="11522" y="14334"/>
                  <a:pt x="11550" y="14321"/>
                  <a:pt x="11583" y="14299"/>
                </a:cubicBezTo>
                <a:cubicBezTo>
                  <a:pt x="11591" y="14299"/>
                  <a:pt x="11598" y="14293"/>
                  <a:pt x="11605" y="14293"/>
                </a:cubicBezTo>
                <a:cubicBezTo>
                  <a:pt x="11936" y="14092"/>
                  <a:pt x="12262" y="13858"/>
                  <a:pt x="12558" y="13603"/>
                </a:cubicBezTo>
                <a:lnTo>
                  <a:pt x="15053" y="14382"/>
                </a:lnTo>
                <a:lnTo>
                  <a:pt x="16518" y="11903"/>
                </a:lnTo>
                <a:lnTo>
                  <a:pt x="14625" y="10091"/>
                </a:lnTo>
                <a:cubicBezTo>
                  <a:pt x="14652" y="9973"/>
                  <a:pt x="14673" y="9856"/>
                  <a:pt x="14693" y="9738"/>
                </a:cubicBezTo>
                <a:cubicBezTo>
                  <a:pt x="14708" y="9628"/>
                  <a:pt x="14722" y="9524"/>
                  <a:pt x="14735" y="9421"/>
                </a:cubicBezTo>
                <a:cubicBezTo>
                  <a:pt x="14743" y="9373"/>
                  <a:pt x="14750" y="9317"/>
                  <a:pt x="14750" y="9268"/>
                </a:cubicBezTo>
                <a:cubicBezTo>
                  <a:pt x="14763" y="9166"/>
                  <a:pt x="14763" y="9054"/>
                  <a:pt x="14770" y="8950"/>
                </a:cubicBezTo>
                <a:lnTo>
                  <a:pt x="14770" y="8923"/>
                </a:lnTo>
                <a:lnTo>
                  <a:pt x="14770" y="8895"/>
                </a:lnTo>
                <a:cubicBezTo>
                  <a:pt x="14770" y="8860"/>
                  <a:pt x="14776" y="8819"/>
                  <a:pt x="14776" y="8777"/>
                </a:cubicBezTo>
                <a:lnTo>
                  <a:pt x="14776" y="8660"/>
                </a:lnTo>
                <a:lnTo>
                  <a:pt x="14776" y="8633"/>
                </a:lnTo>
                <a:cubicBezTo>
                  <a:pt x="14770" y="8245"/>
                  <a:pt x="14728" y="7852"/>
                  <a:pt x="14652" y="7465"/>
                </a:cubicBezTo>
                <a:lnTo>
                  <a:pt x="16581" y="5695"/>
                </a:lnTo>
                <a:lnTo>
                  <a:pt x="15164" y="3179"/>
                </a:lnTo>
                <a:lnTo>
                  <a:pt x="12648" y="3919"/>
                </a:lnTo>
                <a:cubicBezTo>
                  <a:pt x="12558" y="3836"/>
                  <a:pt x="12469" y="3753"/>
                  <a:pt x="12379" y="3677"/>
                </a:cubicBezTo>
                <a:cubicBezTo>
                  <a:pt x="12296" y="3615"/>
                  <a:pt x="12213" y="3552"/>
                  <a:pt x="12122" y="3491"/>
                </a:cubicBezTo>
                <a:cubicBezTo>
                  <a:pt x="12081" y="3456"/>
                  <a:pt x="12039" y="3428"/>
                  <a:pt x="11998" y="3393"/>
                </a:cubicBezTo>
                <a:cubicBezTo>
                  <a:pt x="11908" y="3338"/>
                  <a:pt x="11825" y="3277"/>
                  <a:pt x="11736" y="3221"/>
                </a:cubicBezTo>
                <a:cubicBezTo>
                  <a:pt x="11729" y="3214"/>
                  <a:pt x="11716" y="3214"/>
                  <a:pt x="11708" y="3207"/>
                </a:cubicBezTo>
                <a:cubicBezTo>
                  <a:pt x="11701" y="3201"/>
                  <a:pt x="11694" y="3201"/>
                  <a:pt x="11688" y="3194"/>
                </a:cubicBezTo>
                <a:cubicBezTo>
                  <a:pt x="11653" y="3172"/>
                  <a:pt x="11618" y="3153"/>
                  <a:pt x="11583" y="3131"/>
                </a:cubicBezTo>
                <a:cubicBezTo>
                  <a:pt x="11550" y="3111"/>
                  <a:pt x="11515" y="3090"/>
                  <a:pt x="11480" y="3076"/>
                </a:cubicBezTo>
                <a:cubicBezTo>
                  <a:pt x="11474" y="3070"/>
                  <a:pt x="11467" y="3070"/>
                  <a:pt x="11467" y="3061"/>
                </a:cubicBezTo>
                <a:cubicBezTo>
                  <a:pt x="11452" y="3055"/>
                  <a:pt x="11445" y="3048"/>
                  <a:pt x="11439" y="3048"/>
                </a:cubicBezTo>
                <a:cubicBezTo>
                  <a:pt x="11301" y="2972"/>
                  <a:pt x="11155" y="2895"/>
                  <a:pt x="11018" y="2834"/>
                </a:cubicBezTo>
                <a:cubicBezTo>
                  <a:pt x="10810" y="2738"/>
                  <a:pt x="10603" y="2655"/>
                  <a:pt x="10389" y="2579"/>
                </a:cubicBezTo>
                <a:lnTo>
                  <a:pt x="9815" y="27"/>
                </a:lnTo>
                <a:lnTo>
                  <a:pt x="693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7" name="Google Shape;10947;p26"/>
          <p:cNvSpPr/>
          <p:nvPr/>
        </p:nvSpPr>
        <p:spPr>
          <a:xfrm>
            <a:off x="8576400" y="1890750"/>
            <a:ext cx="924447" cy="924664"/>
          </a:xfrm>
          <a:custGeom>
            <a:avLst/>
            <a:gdLst/>
            <a:ahLst/>
            <a:cxnLst/>
            <a:rect l="l" t="t" r="r" b="b"/>
            <a:pathLst>
              <a:path w="17675" h="17680" extrusionOk="0">
                <a:moveTo>
                  <a:pt x="8861" y="3255"/>
                </a:moveTo>
                <a:cubicBezTo>
                  <a:pt x="9025" y="3255"/>
                  <a:pt x="9189" y="3262"/>
                  <a:pt x="9352" y="3276"/>
                </a:cubicBezTo>
                <a:cubicBezTo>
                  <a:pt x="9359" y="3276"/>
                  <a:pt x="9366" y="3283"/>
                  <a:pt x="9380" y="3283"/>
                </a:cubicBezTo>
                <a:cubicBezTo>
                  <a:pt x="9414" y="3283"/>
                  <a:pt x="9455" y="3290"/>
                  <a:pt x="9497" y="3296"/>
                </a:cubicBezTo>
                <a:cubicBezTo>
                  <a:pt x="9531" y="3296"/>
                  <a:pt x="9566" y="3303"/>
                  <a:pt x="9601" y="3303"/>
                </a:cubicBezTo>
                <a:cubicBezTo>
                  <a:pt x="9608" y="3309"/>
                  <a:pt x="9621" y="3309"/>
                  <a:pt x="9629" y="3309"/>
                </a:cubicBezTo>
                <a:cubicBezTo>
                  <a:pt x="10507" y="3434"/>
                  <a:pt x="11343" y="3774"/>
                  <a:pt x="12061" y="4278"/>
                </a:cubicBezTo>
                <a:lnTo>
                  <a:pt x="12083" y="4298"/>
                </a:lnTo>
                <a:cubicBezTo>
                  <a:pt x="12117" y="4320"/>
                  <a:pt x="12144" y="4340"/>
                  <a:pt x="12179" y="4368"/>
                </a:cubicBezTo>
                <a:cubicBezTo>
                  <a:pt x="12207" y="4388"/>
                  <a:pt x="12234" y="4409"/>
                  <a:pt x="12262" y="4429"/>
                </a:cubicBezTo>
                <a:cubicBezTo>
                  <a:pt x="12268" y="4437"/>
                  <a:pt x="12283" y="4444"/>
                  <a:pt x="12290" y="4444"/>
                </a:cubicBezTo>
                <a:cubicBezTo>
                  <a:pt x="12980" y="4996"/>
                  <a:pt x="13541" y="5701"/>
                  <a:pt x="13914" y="6503"/>
                </a:cubicBezTo>
                <a:cubicBezTo>
                  <a:pt x="13914" y="6511"/>
                  <a:pt x="13920" y="6518"/>
                  <a:pt x="13920" y="6531"/>
                </a:cubicBezTo>
                <a:cubicBezTo>
                  <a:pt x="13942" y="6566"/>
                  <a:pt x="13955" y="6600"/>
                  <a:pt x="13969" y="6635"/>
                </a:cubicBezTo>
                <a:cubicBezTo>
                  <a:pt x="13983" y="6668"/>
                  <a:pt x="13997" y="6703"/>
                  <a:pt x="14010" y="6732"/>
                </a:cubicBezTo>
                <a:cubicBezTo>
                  <a:pt x="14017" y="6745"/>
                  <a:pt x="14017" y="6751"/>
                  <a:pt x="14017" y="6760"/>
                </a:cubicBezTo>
                <a:cubicBezTo>
                  <a:pt x="14348" y="7581"/>
                  <a:pt x="14481" y="8473"/>
                  <a:pt x="14398" y="9357"/>
                </a:cubicBezTo>
                <a:lnTo>
                  <a:pt x="14398" y="9379"/>
                </a:lnTo>
                <a:cubicBezTo>
                  <a:pt x="14390" y="9420"/>
                  <a:pt x="14390" y="9462"/>
                  <a:pt x="14383" y="9497"/>
                </a:cubicBezTo>
                <a:cubicBezTo>
                  <a:pt x="14377" y="9530"/>
                  <a:pt x="14377" y="9571"/>
                  <a:pt x="14370" y="9606"/>
                </a:cubicBezTo>
                <a:cubicBezTo>
                  <a:pt x="14370" y="9613"/>
                  <a:pt x="14370" y="9621"/>
                  <a:pt x="14363" y="9628"/>
                </a:cubicBezTo>
                <a:cubicBezTo>
                  <a:pt x="14239" y="10505"/>
                  <a:pt x="13907" y="11341"/>
                  <a:pt x="13395" y="12068"/>
                </a:cubicBezTo>
                <a:cubicBezTo>
                  <a:pt x="13388" y="12074"/>
                  <a:pt x="13388" y="12081"/>
                  <a:pt x="13381" y="12088"/>
                </a:cubicBezTo>
                <a:cubicBezTo>
                  <a:pt x="13361" y="12116"/>
                  <a:pt x="13340" y="12142"/>
                  <a:pt x="13320" y="12177"/>
                </a:cubicBezTo>
                <a:cubicBezTo>
                  <a:pt x="13292" y="12205"/>
                  <a:pt x="13270" y="12240"/>
                  <a:pt x="13244" y="12267"/>
                </a:cubicBezTo>
                <a:cubicBezTo>
                  <a:pt x="13244" y="12275"/>
                  <a:pt x="13237" y="12282"/>
                  <a:pt x="13229" y="12288"/>
                </a:cubicBezTo>
                <a:cubicBezTo>
                  <a:pt x="12683" y="12987"/>
                  <a:pt x="11978" y="13539"/>
                  <a:pt x="11170" y="13912"/>
                </a:cubicBezTo>
                <a:cubicBezTo>
                  <a:pt x="11164" y="13919"/>
                  <a:pt x="11155" y="13919"/>
                  <a:pt x="11149" y="13926"/>
                </a:cubicBezTo>
                <a:cubicBezTo>
                  <a:pt x="11114" y="13940"/>
                  <a:pt x="11081" y="13954"/>
                  <a:pt x="11046" y="13967"/>
                </a:cubicBezTo>
                <a:cubicBezTo>
                  <a:pt x="11011" y="13982"/>
                  <a:pt x="10976" y="14002"/>
                  <a:pt x="10941" y="14017"/>
                </a:cubicBezTo>
                <a:cubicBezTo>
                  <a:pt x="10935" y="14017"/>
                  <a:pt x="10928" y="14023"/>
                  <a:pt x="10915" y="14023"/>
                </a:cubicBezTo>
                <a:cubicBezTo>
                  <a:pt x="10248" y="14292"/>
                  <a:pt x="9540" y="14425"/>
                  <a:pt x="8824" y="14425"/>
                </a:cubicBezTo>
                <a:cubicBezTo>
                  <a:pt x="8657" y="14425"/>
                  <a:pt x="8490" y="14418"/>
                  <a:pt x="8322" y="14403"/>
                </a:cubicBezTo>
                <a:cubicBezTo>
                  <a:pt x="8316" y="14403"/>
                  <a:pt x="8302" y="14403"/>
                  <a:pt x="8294" y="14397"/>
                </a:cubicBezTo>
                <a:cubicBezTo>
                  <a:pt x="8261" y="14397"/>
                  <a:pt x="8219" y="14390"/>
                  <a:pt x="8184" y="14390"/>
                </a:cubicBezTo>
                <a:cubicBezTo>
                  <a:pt x="8150" y="14382"/>
                  <a:pt x="8108" y="14375"/>
                  <a:pt x="8073" y="14375"/>
                </a:cubicBezTo>
                <a:cubicBezTo>
                  <a:pt x="8067" y="14368"/>
                  <a:pt x="8053" y="14368"/>
                  <a:pt x="8045" y="14368"/>
                </a:cubicBezTo>
                <a:cubicBezTo>
                  <a:pt x="7168" y="14244"/>
                  <a:pt x="6332" y="13912"/>
                  <a:pt x="5613" y="13401"/>
                </a:cubicBezTo>
                <a:cubicBezTo>
                  <a:pt x="5607" y="13395"/>
                  <a:pt x="5592" y="13386"/>
                  <a:pt x="5585" y="13386"/>
                </a:cubicBezTo>
                <a:cubicBezTo>
                  <a:pt x="5557" y="13360"/>
                  <a:pt x="5530" y="13338"/>
                  <a:pt x="5502" y="13318"/>
                </a:cubicBezTo>
                <a:cubicBezTo>
                  <a:pt x="5467" y="13297"/>
                  <a:pt x="5441" y="13270"/>
                  <a:pt x="5406" y="13249"/>
                </a:cubicBezTo>
                <a:cubicBezTo>
                  <a:pt x="5399" y="13242"/>
                  <a:pt x="5391" y="13236"/>
                  <a:pt x="5384" y="13236"/>
                </a:cubicBezTo>
                <a:cubicBezTo>
                  <a:pt x="4694" y="12681"/>
                  <a:pt x="4134" y="11977"/>
                  <a:pt x="3761" y="11175"/>
                </a:cubicBezTo>
                <a:cubicBezTo>
                  <a:pt x="3761" y="11169"/>
                  <a:pt x="3754" y="11162"/>
                  <a:pt x="3754" y="11147"/>
                </a:cubicBezTo>
                <a:cubicBezTo>
                  <a:pt x="3741" y="11121"/>
                  <a:pt x="3726" y="11086"/>
                  <a:pt x="3712" y="11051"/>
                </a:cubicBezTo>
                <a:cubicBezTo>
                  <a:pt x="3691" y="11016"/>
                  <a:pt x="3678" y="10981"/>
                  <a:pt x="3664" y="10940"/>
                </a:cubicBezTo>
                <a:cubicBezTo>
                  <a:pt x="3658" y="10933"/>
                  <a:pt x="3658" y="10927"/>
                  <a:pt x="3649" y="10920"/>
                </a:cubicBezTo>
                <a:cubicBezTo>
                  <a:pt x="3326" y="10097"/>
                  <a:pt x="3193" y="9206"/>
                  <a:pt x="3276" y="8327"/>
                </a:cubicBezTo>
                <a:lnTo>
                  <a:pt x="3276" y="8301"/>
                </a:lnTo>
                <a:cubicBezTo>
                  <a:pt x="3284" y="8259"/>
                  <a:pt x="3284" y="8224"/>
                  <a:pt x="3291" y="8190"/>
                </a:cubicBezTo>
                <a:cubicBezTo>
                  <a:pt x="3291" y="8155"/>
                  <a:pt x="3298" y="8113"/>
                  <a:pt x="3304" y="8078"/>
                </a:cubicBezTo>
                <a:lnTo>
                  <a:pt x="3304" y="8045"/>
                </a:lnTo>
                <a:cubicBezTo>
                  <a:pt x="3435" y="7174"/>
                  <a:pt x="3767" y="6337"/>
                  <a:pt x="4280" y="5612"/>
                </a:cubicBezTo>
                <a:cubicBezTo>
                  <a:pt x="4280" y="5605"/>
                  <a:pt x="4286" y="5599"/>
                  <a:pt x="4293" y="5590"/>
                </a:cubicBezTo>
                <a:cubicBezTo>
                  <a:pt x="4313" y="5557"/>
                  <a:pt x="4341" y="5529"/>
                  <a:pt x="4363" y="5494"/>
                </a:cubicBezTo>
                <a:cubicBezTo>
                  <a:pt x="4383" y="5466"/>
                  <a:pt x="4404" y="5439"/>
                  <a:pt x="4424" y="5411"/>
                </a:cubicBezTo>
                <a:lnTo>
                  <a:pt x="4446" y="5391"/>
                </a:lnTo>
                <a:cubicBezTo>
                  <a:pt x="4991" y="4693"/>
                  <a:pt x="5696" y="4139"/>
                  <a:pt x="6498" y="3766"/>
                </a:cubicBezTo>
                <a:cubicBezTo>
                  <a:pt x="6511" y="3759"/>
                  <a:pt x="6519" y="3759"/>
                  <a:pt x="6526" y="3752"/>
                </a:cubicBezTo>
                <a:cubicBezTo>
                  <a:pt x="6561" y="3739"/>
                  <a:pt x="6594" y="3724"/>
                  <a:pt x="6635" y="3711"/>
                </a:cubicBezTo>
                <a:cubicBezTo>
                  <a:pt x="6663" y="3698"/>
                  <a:pt x="6698" y="3676"/>
                  <a:pt x="6733" y="3663"/>
                </a:cubicBezTo>
                <a:cubicBezTo>
                  <a:pt x="6740" y="3663"/>
                  <a:pt x="6746" y="3656"/>
                  <a:pt x="6760" y="3656"/>
                </a:cubicBezTo>
                <a:cubicBezTo>
                  <a:pt x="7425" y="3391"/>
                  <a:pt x="8140" y="3255"/>
                  <a:pt x="8861" y="3255"/>
                </a:cubicBezTo>
                <a:close/>
                <a:moveTo>
                  <a:pt x="9165" y="0"/>
                </a:moveTo>
                <a:lnTo>
                  <a:pt x="8578" y="2004"/>
                </a:lnTo>
                <a:cubicBezTo>
                  <a:pt x="8412" y="2011"/>
                  <a:pt x="8252" y="2024"/>
                  <a:pt x="8087" y="2039"/>
                </a:cubicBezTo>
                <a:cubicBezTo>
                  <a:pt x="8080" y="2039"/>
                  <a:pt x="8073" y="2039"/>
                  <a:pt x="8060" y="2045"/>
                </a:cubicBezTo>
                <a:cubicBezTo>
                  <a:pt x="8025" y="2045"/>
                  <a:pt x="7990" y="2052"/>
                  <a:pt x="7956" y="2052"/>
                </a:cubicBezTo>
                <a:cubicBezTo>
                  <a:pt x="7949" y="2059"/>
                  <a:pt x="7936" y="2059"/>
                  <a:pt x="7929" y="2059"/>
                </a:cubicBezTo>
                <a:cubicBezTo>
                  <a:pt x="7901" y="2059"/>
                  <a:pt x="7879" y="2065"/>
                  <a:pt x="7853" y="2074"/>
                </a:cubicBezTo>
                <a:cubicBezTo>
                  <a:pt x="7825" y="2074"/>
                  <a:pt x="7796" y="2080"/>
                  <a:pt x="7770" y="2080"/>
                </a:cubicBezTo>
                <a:cubicBezTo>
                  <a:pt x="7728" y="2087"/>
                  <a:pt x="7687" y="2094"/>
                  <a:pt x="7639" y="2100"/>
                </a:cubicBezTo>
                <a:cubicBezTo>
                  <a:pt x="7630" y="2107"/>
                  <a:pt x="7624" y="2107"/>
                  <a:pt x="7617" y="2107"/>
                </a:cubicBezTo>
                <a:cubicBezTo>
                  <a:pt x="7451" y="2135"/>
                  <a:pt x="7292" y="2170"/>
                  <a:pt x="7133" y="2211"/>
                </a:cubicBezTo>
                <a:lnTo>
                  <a:pt x="6000" y="463"/>
                </a:lnTo>
                <a:lnTo>
                  <a:pt x="4708" y="1022"/>
                </a:lnTo>
                <a:lnTo>
                  <a:pt x="5199" y="3047"/>
                </a:lnTo>
                <a:cubicBezTo>
                  <a:pt x="5053" y="3137"/>
                  <a:pt x="4922" y="3227"/>
                  <a:pt x="4784" y="3324"/>
                </a:cubicBezTo>
                <a:lnTo>
                  <a:pt x="4784" y="3331"/>
                </a:lnTo>
                <a:cubicBezTo>
                  <a:pt x="4777" y="3331"/>
                  <a:pt x="4777" y="3338"/>
                  <a:pt x="4769" y="3338"/>
                </a:cubicBezTo>
                <a:cubicBezTo>
                  <a:pt x="4736" y="3366"/>
                  <a:pt x="4694" y="3392"/>
                  <a:pt x="4660" y="3421"/>
                </a:cubicBezTo>
                <a:cubicBezTo>
                  <a:pt x="4638" y="3434"/>
                  <a:pt x="4618" y="3455"/>
                  <a:pt x="4597" y="3469"/>
                </a:cubicBezTo>
                <a:cubicBezTo>
                  <a:pt x="4577" y="3484"/>
                  <a:pt x="4555" y="3504"/>
                  <a:pt x="4535" y="3517"/>
                </a:cubicBezTo>
                <a:lnTo>
                  <a:pt x="4514" y="3538"/>
                </a:lnTo>
                <a:cubicBezTo>
                  <a:pt x="4487" y="3558"/>
                  <a:pt x="4459" y="3580"/>
                  <a:pt x="4431" y="3608"/>
                </a:cubicBezTo>
                <a:cubicBezTo>
                  <a:pt x="4424" y="3608"/>
                  <a:pt x="4417" y="3615"/>
                  <a:pt x="4411" y="3621"/>
                </a:cubicBezTo>
                <a:cubicBezTo>
                  <a:pt x="4286" y="3724"/>
                  <a:pt x="4169" y="3835"/>
                  <a:pt x="4051" y="3953"/>
                </a:cubicBezTo>
                <a:lnTo>
                  <a:pt x="2191" y="3006"/>
                </a:lnTo>
                <a:lnTo>
                  <a:pt x="1349" y="4132"/>
                </a:lnTo>
                <a:lnTo>
                  <a:pt x="2787" y="5647"/>
                </a:lnTo>
                <a:cubicBezTo>
                  <a:pt x="2711" y="5791"/>
                  <a:pt x="2641" y="5937"/>
                  <a:pt x="2571" y="6088"/>
                </a:cubicBezTo>
                <a:cubicBezTo>
                  <a:pt x="2571" y="6096"/>
                  <a:pt x="2565" y="6103"/>
                  <a:pt x="2565" y="6109"/>
                </a:cubicBezTo>
                <a:cubicBezTo>
                  <a:pt x="2545" y="6151"/>
                  <a:pt x="2530" y="6192"/>
                  <a:pt x="2510" y="6234"/>
                </a:cubicBezTo>
                <a:lnTo>
                  <a:pt x="2510" y="6241"/>
                </a:lnTo>
                <a:lnTo>
                  <a:pt x="2503" y="6247"/>
                </a:lnTo>
                <a:cubicBezTo>
                  <a:pt x="2497" y="6269"/>
                  <a:pt x="2488" y="6289"/>
                  <a:pt x="2482" y="6310"/>
                </a:cubicBezTo>
                <a:cubicBezTo>
                  <a:pt x="2468" y="6330"/>
                  <a:pt x="2462" y="6358"/>
                  <a:pt x="2455" y="6378"/>
                </a:cubicBezTo>
                <a:cubicBezTo>
                  <a:pt x="2434" y="6428"/>
                  <a:pt x="2420" y="6469"/>
                  <a:pt x="2405" y="6511"/>
                </a:cubicBezTo>
                <a:cubicBezTo>
                  <a:pt x="2399" y="6518"/>
                  <a:pt x="2399" y="6524"/>
                  <a:pt x="2399" y="6531"/>
                </a:cubicBezTo>
                <a:cubicBezTo>
                  <a:pt x="2344" y="6690"/>
                  <a:pt x="2289" y="6843"/>
                  <a:pt x="2248" y="7000"/>
                </a:cubicBezTo>
                <a:lnTo>
                  <a:pt x="166" y="7111"/>
                </a:lnTo>
                <a:lnTo>
                  <a:pt x="0" y="8508"/>
                </a:lnTo>
                <a:lnTo>
                  <a:pt x="1999" y="9095"/>
                </a:lnTo>
                <a:cubicBezTo>
                  <a:pt x="2006" y="9261"/>
                  <a:pt x="2019" y="9427"/>
                  <a:pt x="2040" y="9593"/>
                </a:cubicBezTo>
                <a:lnTo>
                  <a:pt x="2040" y="9613"/>
                </a:lnTo>
                <a:cubicBezTo>
                  <a:pt x="2047" y="9654"/>
                  <a:pt x="2047" y="9704"/>
                  <a:pt x="2054" y="9745"/>
                </a:cubicBezTo>
                <a:cubicBezTo>
                  <a:pt x="2060" y="9772"/>
                  <a:pt x="2060" y="9800"/>
                  <a:pt x="2067" y="9828"/>
                </a:cubicBezTo>
                <a:cubicBezTo>
                  <a:pt x="2067" y="9855"/>
                  <a:pt x="2074" y="9877"/>
                  <a:pt x="2082" y="9903"/>
                </a:cubicBezTo>
                <a:cubicBezTo>
                  <a:pt x="2089" y="9945"/>
                  <a:pt x="2095" y="9994"/>
                  <a:pt x="2102" y="10036"/>
                </a:cubicBezTo>
                <a:lnTo>
                  <a:pt x="2102" y="10062"/>
                </a:lnTo>
                <a:cubicBezTo>
                  <a:pt x="2108" y="10069"/>
                  <a:pt x="2108" y="10084"/>
                  <a:pt x="2108" y="10097"/>
                </a:cubicBezTo>
                <a:cubicBezTo>
                  <a:pt x="2130" y="10208"/>
                  <a:pt x="2157" y="10318"/>
                  <a:pt x="2178" y="10422"/>
                </a:cubicBezTo>
                <a:cubicBezTo>
                  <a:pt x="2191" y="10464"/>
                  <a:pt x="2198" y="10505"/>
                  <a:pt x="2213" y="10547"/>
                </a:cubicBezTo>
                <a:lnTo>
                  <a:pt x="465" y="11680"/>
                </a:lnTo>
                <a:lnTo>
                  <a:pt x="1017" y="12972"/>
                </a:lnTo>
                <a:lnTo>
                  <a:pt x="3042" y="12482"/>
                </a:lnTo>
                <a:cubicBezTo>
                  <a:pt x="3132" y="12620"/>
                  <a:pt x="3221" y="12758"/>
                  <a:pt x="3326" y="12889"/>
                </a:cubicBezTo>
                <a:cubicBezTo>
                  <a:pt x="3326" y="12897"/>
                  <a:pt x="3333" y="12904"/>
                  <a:pt x="3339" y="12910"/>
                </a:cubicBezTo>
                <a:cubicBezTo>
                  <a:pt x="3367" y="12945"/>
                  <a:pt x="3387" y="12980"/>
                  <a:pt x="3416" y="13013"/>
                </a:cubicBezTo>
                <a:cubicBezTo>
                  <a:pt x="3435" y="13035"/>
                  <a:pt x="3450" y="13055"/>
                  <a:pt x="3464" y="13076"/>
                </a:cubicBezTo>
                <a:cubicBezTo>
                  <a:pt x="3484" y="13096"/>
                  <a:pt x="3498" y="13118"/>
                  <a:pt x="3518" y="13138"/>
                </a:cubicBezTo>
                <a:cubicBezTo>
                  <a:pt x="3547" y="13172"/>
                  <a:pt x="3575" y="13207"/>
                  <a:pt x="3601" y="13242"/>
                </a:cubicBezTo>
                <a:cubicBezTo>
                  <a:pt x="3608" y="13249"/>
                  <a:pt x="3608" y="13255"/>
                  <a:pt x="3616" y="13262"/>
                </a:cubicBezTo>
                <a:cubicBezTo>
                  <a:pt x="3726" y="13386"/>
                  <a:pt x="3837" y="13511"/>
                  <a:pt x="3948" y="13629"/>
                </a:cubicBezTo>
                <a:lnTo>
                  <a:pt x="3001" y="15488"/>
                </a:lnTo>
                <a:lnTo>
                  <a:pt x="4134" y="16324"/>
                </a:lnTo>
                <a:lnTo>
                  <a:pt x="5640" y="14888"/>
                </a:lnTo>
                <a:cubicBezTo>
                  <a:pt x="5786" y="14962"/>
                  <a:pt x="5939" y="15039"/>
                  <a:pt x="6083" y="15102"/>
                </a:cubicBezTo>
                <a:cubicBezTo>
                  <a:pt x="6096" y="15108"/>
                  <a:pt x="6104" y="15108"/>
                  <a:pt x="6111" y="15115"/>
                </a:cubicBezTo>
                <a:cubicBezTo>
                  <a:pt x="6152" y="15128"/>
                  <a:pt x="6194" y="15150"/>
                  <a:pt x="6235" y="15163"/>
                </a:cubicBezTo>
                <a:cubicBezTo>
                  <a:pt x="6255" y="15178"/>
                  <a:pt x="6284" y="15185"/>
                  <a:pt x="6303" y="15198"/>
                </a:cubicBezTo>
                <a:cubicBezTo>
                  <a:pt x="6332" y="15204"/>
                  <a:pt x="6353" y="15211"/>
                  <a:pt x="6380" y="15226"/>
                </a:cubicBezTo>
                <a:cubicBezTo>
                  <a:pt x="6421" y="15239"/>
                  <a:pt x="6463" y="15253"/>
                  <a:pt x="6504" y="15274"/>
                </a:cubicBezTo>
                <a:cubicBezTo>
                  <a:pt x="6511" y="15274"/>
                  <a:pt x="6519" y="15274"/>
                  <a:pt x="6526" y="15281"/>
                </a:cubicBezTo>
                <a:cubicBezTo>
                  <a:pt x="6685" y="15336"/>
                  <a:pt x="6843" y="15385"/>
                  <a:pt x="7002" y="15433"/>
                </a:cubicBezTo>
                <a:lnTo>
                  <a:pt x="7106" y="17513"/>
                </a:lnTo>
                <a:lnTo>
                  <a:pt x="8501" y="17679"/>
                </a:lnTo>
                <a:lnTo>
                  <a:pt x="9097" y="15676"/>
                </a:lnTo>
                <a:cubicBezTo>
                  <a:pt x="9256" y="15667"/>
                  <a:pt x="9422" y="15661"/>
                  <a:pt x="9588" y="15641"/>
                </a:cubicBezTo>
                <a:lnTo>
                  <a:pt x="9608" y="15641"/>
                </a:lnTo>
                <a:cubicBezTo>
                  <a:pt x="9649" y="15634"/>
                  <a:pt x="9684" y="15626"/>
                  <a:pt x="9719" y="15626"/>
                </a:cubicBezTo>
                <a:cubicBezTo>
                  <a:pt x="9725" y="15626"/>
                  <a:pt x="9732" y="15619"/>
                  <a:pt x="9745" y="15619"/>
                </a:cubicBezTo>
                <a:cubicBezTo>
                  <a:pt x="9774" y="15619"/>
                  <a:pt x="9795" y="15613"/>
                  <a:pt x="9822" y="15613"/>
                </a:cubicBezTo>
                <a:cubicBezTo>
                  <a:pt x="9850" y="15606"/>
                  <a:pt x="9878" y="15599"/>
                  <a:pt x="9898" y="15599"/>
                </a:cubicBezTo>
                <a:cubicBezTo>
                  <a:pt x="9946" y="15593"/>
                  <a:pt x="9988" y="15584"/>
                  <a:pt x="10036" y="15578"/>
                </a:cubicBezTo>
                <a:cubicBezTo>
                  <a:pt x="10044" y="15571"/>
                  <a:pt x="10044" y="15571"/>
                  <a:pt x="10051" y="15571"/>
                </a:cubicBezTo>
                <a:lnTo>
                  <a:pt x="10057" y="15571"/>
                </a:lnTo>
                <a:cubicBezTo>
                  <a:pt x="10223" y="15543"/>
                  <a:pt x="10382" y="15510"/>
                  <a:pt x="10542" y="15468"/>
                </a:cubicBezTo>
                <a:lnTo>
                  <a:pt x="11675" y="17217"/>
                </a:lnTo>
                <a:lnTo>
                  <a:pt x="12967" y="16656"/>
                </a:lnTo>
                <a:lnTo>
                  <a:pt x="12476" y="14631"/>
                </a:lnTo>
                <a:cubicBezTo>
                  <a:pt x="12511" y="14611"/>
                  <a:pt x="12545" y="14589"/>
                  <a:pt x="12580" y="14569"/>
                </a:cubicBezTo>
                <a:cubicBezTo>
                  <a:pt x="12676" y="14506"/>
                  <a:pt x="12766" y="14445"/>
                  <a:pt x="12856" y="14375"/>
                </a:cubicBezTo>
                <a:cubicBezTo>
                  <a:pt x="12870" y="14368"/>
                  <a:pt x="12877" y="14362"/>
                  <a:pt x="12884" y="14355"/>
                </a:cubicBezTo>
                <a:cubicBezTo>
                  <a:pt x="12890" y="14355"/>
                  <a:pt x="12890" y="14355"/>
                  <a:pt x="12890" y="14349"/>
                </a:cubicBezTo>
                <a:cubicBezTo>
                  <a:pt x="12897" y="14349"/>
                  <a:pt x="12897" y="14340"/>
                  <a:pt x="12905" y="14340"/>
                </a:cubicBezTo>
                <a:cubicBezTo>
                  <a:pt x="12938" y="14314"/>
                  <a:pt x="12980" y="14286"/>
                  <a:pt x="13015" y="14257"/>
                </a:cubicBezTo>
                <a:cubicBezTo>
                  <a:pt x="13036" y="14244"/>
                  <a:pt x="13056" y="14224"/>
                  <a:pt x="13078" y="14209"/>
                </a:cubicBezTo>
                <a:cubicBezTo>
                  <a:pt x="13098" y="14196"/>
                  <a:pt x="13119" y="14174"/>
                  <a:pt x="13139" y="14161"/>
                </a:cubicBezTo>
                <a:cubicBezTo>
                  <a:pt x="13146" y="14154"/>
                  <a:pt x="13154" y="14148"/>
                  <a:pt x="13161" y="14141"/>
                </a:cubicBezTo>
                <a:cubicBezTo>
                  <a:pt x="13187" y="14120"/>
                  <a:pt x="13215" y="14100"/>
                  <a:pt x="13244" y="14072"/>
                </a:cubicBezTo>
                <a:cubicBezTo>
                  <a:pt x="13250" y="14072"/>
                  <a:pt x="13250" y="14065"/>
                  <a:pt x="13257" y="14058"/>
                </a:cubicBezTo>
                <a:cubicBezTo>
                  <a:pt x="13388" y="13954"/>
                  <a:pt x="13506" y="13843"/>
                  <a:pt x="13624" y="13727"/>
                </a:cubicBezTo>
                <a:lnTo>
                  <a:pt x="15483" y="14672"/>
                </a:lnTo>
                <a:lnTo>
                  <a:pt x="16326" y="13546"/>
                </a:lnTo>
                <a:lnTo>
                  <a:pt x="14888" y="12033"/>
                </a:lnTo>
                <a:cubicBezTo>
                  <a:pt x="14964" y="11887"/>
                  <a:pt x="15033" y="11743"/>
                  <a:pt x="15103" y="11590"/>
                </a:cubicBezTo>
                <a:cubicBezTo>
                  <a:pt x="15103" y="11583"/>
                  <a:pt x="15110" y="11577"/>
                  <a:pt x="15110" y="11570"/>
                </a:cubicBezTo>
                <a:cubicBezTo>
                  <a:pt x="15130" y="11529"/>
                  <a:pt x="15145" y="11487"/>
                  <a:pt x="15165" y="11446"/>
                </a:cubicBezTo>
                <a:cubicBezTo>
                  <a:pt x="15171" y="11418"/>
                  <a:pt x="15186" y="11396"/>
                  <a:pt x="15193" y="11369"/>
                </a:cubicBezTo>
                <a:cubicBezTo>
                  <a:pt x="15199" y="11348"/>
                  <a:pt x="15213" y="11321"/>
                  <a:pt x="15219" y="11300"/>
                </a:cubicBezTo>
                <a:cubicBezTo>
                  <a:pt x="15241" y="11258"/>
                  <a:pt x="15254" y="11210"/>
                  <a:pt x="15269" y="11169"/>
                </a:cubicBezTo>
                <a:cubicBezTo>
                  <a:pt x="15269" y="11162"/>
                  <a:pt x="15276" y="11155"/>
                  <a:pt x="15276" y="11147"/>
                </a:cubicBezTo>
                <a:cubicBezTo>
                  <a:pt x="15330" y="10996"/>
                  <a:pt x="15385" y="10837"/>
                  <a:pt x="15427" y="10678"/>
                </a:cubicBezTo>
                <a:lnTo>
                  <a:pt x="17508" y="10567"/>
                </a:lnTo>
                <a:lnTo>
                  <a:pt x="17674" y="9172"/>
                </a:lnTo>
                <a:lnTo>
                  <a:pt x="15675" y="8584"/>
                </a:lnTo>
                <a:cubicBezTo>
                  <a:pt x="15669" y="8418"/>
                  <a:pt x="15656" y="8253"/>
                  <a:pt x="15634" y="8087"/>
                </a:cubicBezTo>
                <a:lnTo>
                  <a:pt x="15634" y="8065"/>
                </a:lnTo>
                <a:cubicBezTo>
                  <a:pt x="15627" y="8024"/>
                  <a:pt x="15621" y="7976"/>
                  <a:pt x="15621" y="7934"/>
                </a:cubicBezTo>
                <a:cubicBezTo>
                  <a:pt x="15614" y="7906"/>
                  <a:pt x="15607" y="7879"/>
                  <a:pt x="15607" y="7851"/>
                </a:cubicBezTo>
                <a:cubicBezTo>
                  <a:pt x="15601" y="7830"/>
                  <a:pt x="15601" y="7803"/>
                  <a:pt x="15592" y="7775"/>
                </a:cubicBezTo>
                <a:cubicBezTo>
                  <a:pt x="15586" y="7733"/>
                  <a:pt x="15579" y="7685"/>
                  <a:pt x="15573" y="7644"/>
                </a:cubicBezTo>
                <a:cubicBezTo>
                  <a:pt x="15573" y="7637"/>
                  <a:pt x="15573" y="7631"/>
                  <a:pt x="15566" y="7616"/>
                </a:cubicBezTo>
                <a:cubicBezTo>
                  <a:pt x="15538" y="7456"/>
                  <a:pt x="15503" y="7299"/>
                  <a:pt x="15461" y="7140"/>
                </a:cubicBezTo>
                <a:lnTo>
                  <a:pt x="17210" y="5998"/>
                </a:lnTo>
                <a:lnTo>
                  <a:pt x="16657" y="4706"/>
                </a:lnTo>
                <a:lnTo>
                  <a:pt x="14625" y="5197"/>
                </a:lnTo>
                <a:cubicBezTo>
                  <a:pt x="14542" y="5059"/>
                  <a:pt x="14446" y="4920"/>
                  <a:pt x="14348" y="4789"/>
                </a:cubicBezTo>
                <a:cubicBezTo>
                  <a:pt x="14348" y="4782"/>
                  <a:pt x="14342" y="4776"/>
                  <a:pt x="14335" y="4769"/>
                </a:cubicBezTo>
                <a:cubicBezTo>
                  <a:pt x="14307" y="4734"/>
                  <a:pt x="14280" y="4700"/>
                  <a:pt x="14252" y="4665"/>
                </a:cubicBezTo>
                <a:cubicBezTo>
                  <a:pt x="14239" y="4645"/>
                  <a:pt x="14224" y="4623"/>
                  <a:pt x="14204" y="4603"/>
                </a:cubicBezTo>
                <a:cubicBezTo>
                  <a:pt x="14191" y="4582"/>
                  <a:pt x="14176" y="4562"/>
                  <a:pt x="14156" y="4540"/>
                </a:cubicBezTo>
                <a:cubicBezTo>
                  <a:pt x="14128" y="4505"/>
                  <a:pt x="14100" y="4471"/>
                  <a:pt x="14073" y="4437"/>
                </a:cubicBezTo>
                <a:cubicBezTo>
                  <a:pt x="14066" y="4429"/>
                  <a:pt x="14058" y="4423"/>
                  <a:pt x="14058" y="4416"/>
                </a:cubicBezTo>
                <a:cubicBezTo>
                  <a:pt x="13949" y="4291"/>
                  <a:pt x="13838" y="4167"/>
                  <a:pt x="13720" y="4049"/>
                </a:cubicBezTo>
                <a:lnTo>
                  <a:pt x="14674" y="2198"/>
                </a:lnTo>
                <a:lnTo>
                  <a:pt x="13541" y="1354"/>
                </a:lnTo>
                <a:lnTo>
                  <a:pt x="12034" y="2792"/>
                </a:lnTo>
                <a:cubicBezTo>
                  <a:pt x="11888" y="2716"/>
                  <a:pt x="11736" y="2639"/>
                  <a:pt x="11585" y="2578"/>
                </a:cubicBezTo>
                <a:cubicBezTo>
                  <a:pt x="11578" y="2571"/>
                  <a:pt x="11570" y="2571"/>
                  <a:pt x="11563" y="2563"/>
                </a:cubicBezTo>
                <a:cubicBezTo>
                  <a:pt x="11522" y="2550"/>
                  <a:pt x="11480" y="2530"/>
                  <a:pt x="11439" y="2515"/>
                </a:cubicBezTo>
                <a:cubicBezTo>
                  <a:pt x="11419" y="2502"/>
                  <a:pt x="11391" y="2495"/>
                  <a:pt x="11371" y="2480"/>
                </a:cubicBezTo>
                <a:cubicBezTo>
                  <a:pt x="11343" y="2473"/>
                  <a:pt x="11321" y="2467"/>
                  <a:pt x="11295" y="2454"/>
                </a:cubicBezTo>
                <a:cubicBezTo>
                  <a:pt x="11253" y="2439"/>
                  <a:pt x="11212" y="2425"/>
                  <a:pt x="11170" y="2405"/>
                </a:cubicBezTo>
                <a:cubicBezTo>
                  <a:pt x="11164" y="2405"/>
                  <a:pt x="11155" y="2405"/>
                  <a:pt x="11142" y="2397"/>
                </a:cubicBezTo>
                <a:cubicBezTo>
                  <a:pt x="10989" y="2342"/>
                  <a:pt x="10832" y="2294"/>
                  <a:pt x="10673" y="2253"/>
                </a:cubicBezTo>
                <a:lnTo>
                  <a:pt x="10568" y="166"/>
                </a:lnTo>
                <a:lnTo>
                  <a:pt x="91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8" name="Google Shape;10948;p26"/>
          <p:cNvSpPr txBox="1">
            <a:spLocks noGrp="1"/>
          </p:cNvSpPr>
          <p:nvPr>
            <p:ph type="subTitle" idx="7"/>
          </p:nvPr>
        </p:nvSpPr>
        <p:spPr>
          <a:xfrm>
            <a:off x="5026966" y="2191524"/>
            <a:ext cx="1965900" cy="603600"/>
          </a:xfrm>
          <a:prstGeom prst="rect">
            <a:avLst/>
          </a:prstGeom>
        </p:spPr>
        <p:txBody>
          <a:bodyPr spcFirstLastPara="1" wrap="square" lIns="91425" tIns="91425" rIns="91425" bIns="91425" anchor="t" anchorCtr="0">
            <a:noAutofit/>
          </a:bodyPr>
          <a:lstStyle>
            <a:lvl1pPr lvl="0" algn="ctr" rtl="0">
              <a:lnSpc>
                <a:spcPct val="115000"/>
              </a:lnSpc>
              <a:spcBef>
                <a:spcPts val="0"/>
              </a:spcBef>
              <a:spcAft>
                <a:spcPts val="0"/>
              </a:spcAft>
              <a:buClr>
                <a:schemeClr val="dk2"/>
              </a:buClr>
              <a:buSzPts val="1400"/>
              <a:buNone/>
              <a:defRPr sz="1400">
                <a:solidFill>
                  <a:schemeClr val="dk2"/>
                </a:solidFill>
              </a:defRPr>
            </a:lvl1pPr>
            <a:lvl2pPr lvl="1" algn="ctr" rtl="0">
              <a:lnSpc>
                <a:spcPct val="115000"/>
              </a:lnSpc>
              <a:spcBef>
                <a:spcPts val="0"/>
              </a:spcBef>
              <a:spcAft>
                <a:spcPts val="0"/>
              </a:spcAft>
              <a:buClr>
                <a:schemeClr val="dk2"/>
              </a:buClr>
              <a:buSzPts val="1400"/>
              <a:buNone/>
              <a:defRPr>
                <a:solidFill>
                  <a:schemeClr val="dk2"/>
                </a:solidFill>
              </a:defRPr>
            </a:lvl2pPr>
            <a:lvl3pPr lvl="2" algn="ctr" rtl="0">
              <a:lnSpc>
                <a:spcPct val="115000"/>
              </a:lnSpc>
              <a:spcBef>
                <a:spcPts val="1600"/>
              </a:spcBef>
              <a:spcAft>
                <a:spcPts val="0"/>
              </a:spcAft>
              <a:buClr>
                <a:schemeClr val="dk2"/>
              </a:buClr>
              <a:buSzPts val="1400"/>
              <a:buNone/>
              <a:defRPr>
                <a:solidFill>
                  <a:schemeClr val="dk2"/>
                </a:solidFill>
              </a:defRPr>
            </a:lvl3pPr>
            <a:lvl4pPr lvl="3" algn="ctr" rtl="0">
              <a:lnSpc>
                <a:spcPct val="115000"/>
              </a:lnSpc>
              <a:spcBef>
                <a:spcPts val="1600"/>
              </a:spcBef>
              <a:spcAft>
                <a:spcPts val="0"/>
              </a:spcAft>
              <a:buClr>
                <a:schemeClr val="dk2"/>
              </a:buClr>
              <a:buSzPts val="1400"/>
              <a:buNone/>
              <a:defRPr>
                <a:solidFill>
                  <a:schemeClr val="dk2"/>
                </a:solidFill>
              </a:defRPr>
            </a:lvl4pPr>
            <a:lvl5pPr lvl="4" algn="ctr" rtl="0">
              <a:lnSpc>
                <a:spcPct val="115000"/>
              </a:lnSpc>
              <a:spcBef>
                <a:spcPts val="1600"/>
              </a:spcBef>
              <a:spcAft>
                <a:spcPts val="0"/>
              </a:spcAft>
              <a:buClr>
                <a:schemeClr val="dk2"/>
              </a:buClr>
              <a:buSzPts val="1400"/>
              <a:buNone/>
              <a:defRPr>
                <a:solidFill>
                  <a:schemeClr val="dk2"/>
                </a:solidFill>
              </a:defRPr>
            </a:lvl5pPr>
            <a:lvl6pPr lvl="5" algn="ctr" rtl="0">
              <a:lnSpc>
                <a:spcPct val="115000"/>
              </a:lnSpc>
              <a:spcBef>
                <a:spcPts val="1600"/>
              </a:spcBef>
              <a:spcAft>
                <a:spcPts val="0"/>
              </a:spcAft>
              <a:buClr>
                <a:schemeClr val="dk2"/>
              </a:buClr>
              <a:buSzPts val="1400"/>
              <a:buNone/>
              <a:defRPr>
                <a:solidFill>
                  <a:schemeClr val="dk2"/>
                </a:solidFill>
              </a:defRPr>
            </a:lvl6pPr>
            <a:lvl7pPr lvl="6" algn="ctr" rtl="0">
              <a:lnSpc>
                <a:spcPct val="115000"/>
              </a:lnSpc>
              <a:spcBef>
                <a:spcPts val="1600"/>
              </a:spcBef>
              <a:spcAft>
                <a:spcPts val="0"/>
              </a:spcAft>
              <a:buClr>
                <a:schemeClr val="dk2"/>
              </a:buClr>
              <a:buSzPts val="1400"/>
              <a:buNone/>
              <a:defRPr>
                <a:solidFill>
                  <a:schemeClr val="dk2"/>
                </a:solidFill>
              </a:defRPr>
            </a:lvl7pPr>
            <a:lvl8pPr lvl="7" algn="ctr" rtl="0">
              <a:lnSpc>
                <a:spcPct val="115000"/>
              </a:lnSpc>
              <a:spcBef>
                <a:spcPts val="1600"/>
              </a:spcBef>
              <a:spcAft>
                <a:spcPts val="0"/>
              </a:spcAft>
              <a:buClr>
                <a:schemeClr val="dk2"/>
              </a:buClr>
              <a:buSzPts val="1400"/>
              <a:buNone/>
              <a:defRPr>
                <a:solidFill>
                  <a:schemeClr val="dk2"/>
                </a:solidFill>
              </a:defRPr>
            </a:lvl8pPr>
            <a:lvl9pPr lvl="8" algn="ctr" rtl="0">
              <a:lnSpc>
                <a:spcPct val="115000"/>
              </a:lnSpc>
              <a:spcBef>
                <a:spcPts val="1600"/>
              </a:spcBef>
              <a:spcAft>
                <a:spcPts val="1600"/>
              </a:spcAft>
              <a:buClr>
                <a:schemeClr val="dk2"/>
              </a:buClr>
              <a:buSzPts val="1400"/>
              <a:buNone/>
              <a:defRPr>
                <a:solidFill>
                  <a:schemeClr val="dk2"/>
                </a:solidFill>
              </a:defRPr>
            </a:lvl9pPr>
          </a:lstStyle>
          <a:p>
            <a:r>
              <a:rPr lang="en-US"/>
              <a:t>Click to edit Master subtitle style</a:t>
            </a:r>
            <a:endParaRPr/>
          </a:p>
        </p:txBody>
      </p:sp>
      <p:sp>
        <p:nvSpPr>
          <p:cNvPr id="10949" name="Google Shape;10949;p26"/>
          <p:cNvSpPr txBox="1">
            <a:spLocks noGrp="1"/>
          </p:cNvSpPr>
          <p:nvPr>
            <p:ph type="subTitle" idx="8"/>
          </p:nvPr>
        </p:nvSpPr>
        <p:spPr>
          <a:xfrm>
            <a:off x="5026966" y="1836700"/>
            <a:ext cx="1965900" cy="484200"/>
          </a:xfrm>
          <a:prstGeom prst="rect">
            <a:avLst/>
          </a:prstGeom>
        </p:spPr>
        <p:txBody>
          <a:bodyPr spcFirstLastPara="1" wrap="square" lIns="91425" tIns="91425" rIns="91425" bIns="91425" anchor="b" anchorCtr="0">
            <a:noAutofit/>
          </a:bodyPr>
          <a:lstStyle>
            <a:lvl1pPr lvl="0" algn="ctr" rtl="0">
              <a:lnSpc>
                <a:spcPct val="115000"/>
              </a:lnSpc>
              <a:spcBef>
                <a:spcPts val="0"/>
              </a:spcBef>
              <a:spcAft>
                <a:spcPts val="0"/>
              </a:spcAft>
              <a:buClr>
                <a:schemeClr val="dk2"/>
              </a:buClr>
              <a:buSzPts val="2400"/>
              <a:buFont typeface="Poppins Medium"/>
              <a:buNone/>
              <a:defRPr sz="2400">
                <a:solidFill>
                  <a:schemeClr val="dk2"/>
                </a:solidFill>
                <a:latin typeface="Poppins SemiBold"/>
                <a:ea typeface="Poppins SemiBold"/>
                <a:cs typeface="Poppins SemiBold"/>
                <a:sym typeface="Poppins SemiBold"/>
              </a:defRPr>
            </a:lvl1pPr>
            <a:lvl2pPr lvl="1"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2pPr>
            <a:lvl3pPr lvl="2"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3pPr>
            <a:lvl4pPr lvl="3"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4pPr>
            <a:lvl5pPr lvl="4"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5pPr>
            <a:lvl6pPr lvl="5"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6pPr>
            <a:lvl7pPr lvl="6"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7pPr>
            <a:lvl8pPr lvl="7"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8pPr>
            <a:lvl9pPr lvl="8"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9pPr>
          </a:lstStyle>
          <a:p>
            <a:r>
              <a:rPr lang="en-US"/>
              <a:t>Click to edit Master subtitle style</a:t>
            </a:r>
            <a:endParaRPr/>
          </a:p>
        </p:txBody>
      </p:sp>
      <p:sp>
        <p:nvSpPr>
          <p:cNvPr id="10950" name="Google Shape;10950;p26"/>
          <p:cNvSpPr txBox="1">
            <a:spLocks noGrp="1"/>
          </p:cNvSpPr>
          <p:nvPr>
            <p:ph type="subTitle" idx="9"/>
          </p:nvPr>
        </p:nvSpPr>
        <p:spPr>
          <a:xfrm>
            <a:off x="3589053" y="3929832"/>
            <a:ext cx="1965900" cy="597900"/>
          </a:xfrm>
          <a:prstGeom prst="rect">
            <a:avLst/>
          </a:prstGeom>
        </p:spPr>
        <p:txBody>
          <a:bodyPr spcFirstLastPara="1" wrap="square" lIns="91425" tIns="91425" rIns="91425" bIns="91425" anchor="t" anchorCtr="0">
            <a:noAutofit/>
          </a:bodyPr>
          <a:lstStyle>
            <a:lvl1pPr lvl="0" algn="ctr" rtl="0">
              <a:lnSpc>
                <a:spcPct val="115000"/>
              </a:lnSpc>
              <a:spcBef>
                <a:spcPts val="0"/>
              </a:spcBef>
              <a:spcAft>
                <a:spcPts val="0"/>
              </a:spcAft>
              <a:buClr>
                <a:schemeClr val="dk2"/>
              </a:buClr>
              <a:buSzPts val="1400"/>
              <a:buNone/>
              <a:defRPr sz="1400">
                <a:solidFill>
                  <a:schemeClr val="dk2"/>
                </a:solidFill>
              </a:defRPr>
            </a:lvl1pPr>
            <a:lvl2pPr lvl="1" algn="ctr" rtl="0">
              <a:lnSpc>
                <a:spcPct val="115000"/>
              </a:lnSpc>
              <a:spcBef>
                <a:spcPts val="0"/>
              </a:spcBef>
              <a:spcAft>
                <a:spcPts val="0"/>
              </a:spcAft>
              <a:buClr>
                <a:schemeClr val="dk2"/>
              </a:buClr>
              <a:buSzPts val="1400"/>
              <a:buNone/>
              <a:defRPr>
                <a:solidFill>
                  <a:schemeClr val="dk2"/>
                </a:solidFill>
              </a:defRPr>
            </a:lvl2pPr>
            <a:lvl3pPr lvl="2" algn="ctr" rtl="0">
              <a:lnSpc>
                <a:spcPct val="115000"/>
              </a:lnSpc>
              <a:spcBef>
                <a:spcPts val="1600"/>
              </a:spcBef>
              <a:spcAft>
                <a:spcPts val="0"/>
              </a:spcAft>
              <a:buClr>
                <a:schemeClr val="dk2"/>
              </a:buClr>
              <a:buSzPts val="1400"/>
              <a:buNone/>
              <a:defRPr>
                <a:solidFill>
                  <a:schemeClr val="dk2"/>
                </a:solidFill>
              </a:defRPr>
            </a:lvl3pPr>
            <a:lvl4pPr lvl="3" algn="ctr" rtl="0">
              <a:lnSpc>
                <a:spcPct val="115000"/>
              </a:lnSpc>
              <a:spcBef>
                <a:spcPts val="1600"/>
              </a:spcBef>
              <a:spcAft>
                <a:spcPts val="0"/>
              </a:spcAft>
              <a:buClr>
                <a:schemeClr val="dk2"/>
              </a:buClr>
              <a:buSzPts val="1400"/>
              <a:buNone/>
              <a:defRPr>
                <a:solidFill>
                  <a:schemeClr val="dk2"/>
                </a:solidFill>
              </a:defRPr>
            </a:lvl4pPr>
            <a:lvl5pPr lvl="4" algn="ctr" rtl="0">
              <a:lnSpc>
                <a:spcPct val="115000"/>
              </a:lnSpc>
              <a:spcBef>
                <a:spcPts val="1600"/>
              </a:spcBef>
              <a:spcAft>
                <a:spcPts val="0"/>
              </a:spcAft>
              <a:buClr>
                <a:schemeClr val="dk2"/>
              </a:buClr>
              <a:buSzPts val="1400"/>
              <a:buNone/>
              <a:defRPr>
                <a:solidFill>
                  <a:schemeClr val="dk2"/>
                </a:solidFill>
              </a:defRPr>
            </a:lvl5pPr>
            <a:lvl6pPr lvl="5" algn="ctr" rtl="0">
              <a:lnSpc>
                <a:spcPct val="115000"/>
              </a:lnSpc>
              <a:spcBef>
                <a:spcPts val="1600"/>
              </a:spcBef>
              <a:spcAft>
                <a:spcPts val="0"/>
              </a:spcAft>
              <a:buClr>
                <a:schemeClr val="dk2"/>
              </a:buClr>
              <a:buSzPts val="1400"/>
              <a:buNone/>
              <a:defRPr>
                <a:solidFill>
                  <a:schemeClr val="dk2"/>
                </a:solidFill>
              </a:defRPr>
            </a:lvl6pPr>
            <a:lvl7pPr lvl="6" algn="ctr" rtl="0">
              <a:lnSpc>
                <a:spcPct val="115000"/>
              </a:lnSpc>
              <a:spcBef>
                <a:spcPts val="1600"/>
              </a:spcBef>
              <a:spcAft>
                <a:spcPts val="0"/>
              </a:spcAft>
              <a:buClr>
                <a:schemeClr val="dk2"/>
              </a:buClr>
              <a:buSzPts val="1400"/>
              <a:buNone/>
              <a:defRPr>
                <a:solidFill>
                  <a:schemeClr val="dk2"/>
                </a:solidFill>
              </a:defRPr>
            </a:lvl7pPr>
            <a:lvl8pPr lvl="7" algn="ctr" rtl="0">
              <a:lnSpc>
                <a:spcPct val="115000"/>
              </a:lnSpc>
              <a:spcBef>
                <a:spcPts val="1600"/>
              </a:spcBef>
              <a:spcAft>
                <a:spcPts val="0"/>
              </a:spcAft>
              <a:buClr>
                <a:schemeClr val="dk2"/>
              </a:buClr>
              <a:buSzPts val="1400"/>
              <a:buNone/>
              <a:defRPr>
                <a:solidFill>
                  <a:schemeClr val="dk2"/>
                </a:solidFill>
              </a:defRPr>
            </a:lvl8pPr>
            <a:lvl9pPr lvl="8" algn="ctr" rtl="0">
              <a:lnSpc>
                <a:spcPct val="115000"/>
              </a:lnSpc>
              <a:spcBef>
                <a:spcPts val="1600"/>
              </a:spcBef>
              <a:spcAft>
                <a:spcPts val="1600"/>
              </a:spcAft>
              <a:buClr>
                <a:schemeClr val="dk2"/>
              </a:buClr>
              <a:buSzPts val="1400"/>
              <a:buNone/>
              <a:defRPr>
                <a:solidFill>
                  <a:schemeClr val="dk2"/>
                </a:solidFill>
              </a:defRPr>
            </a:lvl9pPr>
          </a:lstStyle>
          <a:p>
            <a:r>
              <a:rPr lang="en-US"/>
              <a:t>Click to edit Master subtitle style</a:t>
            </a:r>
            <a:endParaRPr/>
          </a:p>
        </p:txBody>
      </p:sp>
      <p:sp>
        <p:nvSpPr>
          <p:cNvPr id="10951" name="Google Shape;10951;p26"/>
          <p:cNvSpPr txBox="1">
            <a:spLocks noGrp="1"/>
          </p:cNvSpPr>
          <p:nvPr>
            <p:ph type="subTitle" idx="13"/>
          </p:nvPr>
        </p:nvSpPr>
        <p:spPr>
          <a:xfrm>
            <a:off x="3589053" y="3572380"/>
            <a:ext cx="1965900" cy="484200"/>
          </a:xfrm>
          <a:prstGeom prst="rect">
            <a:avLst/>
          </a:prstGeom>
        </p:spPr>
        <p:txBody>
          <a:bodyPr spcFirstLastPara="1" wrap="square" lIns="91425" tIns="91425" rIns="91425" bIns="91425" anchor="b" anchorCtr="0">
            <a:noAutofit/>
          </a:bodyPr>
          <a:lstStyle>
            <a:lvl1pPr lvl="0" algn="ctr" rtl="0">
              <a:lnSpc>
                <a:spcPct val="115000"/>
              </a:lnSpc>
              <a:spcBef>
                <a:spcPts val="0"/>
              </a:spcBef>
              <a:spcAft>
                <a:spcPts val="0"/>
              </a:spcAft>
              <a:buClr>
                <a:schemeClr val="dk2"/>
              </a:buClr>
              <a:buSzPts val="2400"/>
              <a:buFont typeface="Poppins Medium"/>
              <a:buNone/>
              <a:defRPr sz="2400">
                <a:solidFill>
                  <a:schemeClr val="dk2"/>
                </a:solidFill>
                <a:latin typeface="Poppins SemiBold"/>
                <a:ea typeface="Poppins SemiBold"/>
                <a:cs typeface="Poppins SemiBold"/>
                <a:sym typeface="Poppins SemiBold"/>
              </a:defRPr>
            </a:lvl1pPr>
            <a:lvl2pPr lvl="1"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2pPr>
            <a:lvl3pPr lvl="2"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3pPr>
            <a:lvl4pPr lvl="3"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4pPr>
            <a:lvl5pPr lvl="4"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5pPr>
            <a:lvl6pPr lvl="5"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6pPr>
            <a:lvl7pPr lvl="6"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7pPr>
            <a:lvl8pPr lvl="7"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8pPr>
            <a:lvl9pPr lvl="8"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9pPr>
          </a:lstStyle>
          <a:p>
            <a:r>
              <a:rPr lang="en-US"/>
              <a:t>Click to edit Master subtitle style</a:t>
            </a:r>
            <a:endParaRPr/>
          </a:p>
        </p:txBody>
      </p:sp>
    </p:spTree>
    <p:extLst>
      <p:ext uri="{BB962C8B-B14F-4D97-AF65-F5344CB8AC3E}">
        <p14:creationId xmlns:p14="http://schemas.microsoft.com/office/powerpoint/2010/main" val="3043952947"/>
      </p:ext>
    </p:extLst>
  </p:cSld>
  <p:clrMapOvr>
    <a:masterClrMapping/>
  </p:clrMapOvr>
  <p:hf sldNum="0" hdr="0" ftr="0" dt="0"/>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Numbers and text">
  <p:cSld name="Numbers and text">
    <p:spTree>
      <p:nvGrpSpPr>
        <p:cNvPr id="1" name="Shape 10952"/>
        <p:cNvGrpSpPr/>
        <p:nvPr/>
      </p:nvGrpSpPr>
      <p:grpSpPr>
        <a:xfrm>
          <a:off x="0" y="0"/>
          <a:ext cx="0" cy="0"/>
          <a:chOff x="0" y="0"/>
          <a:chExt cx="0" cy="0"/>
        </a:xfrm>
      </p:grpSpPr>
      <p:sp>
        <p:nvSpPr>
          <p:cNvPr id="10953" name="Google Shape;10953;p27"/>
          <p:cNvSpPr txBox="1">
            <a:spLocks noGrp="1"/>
          </p:cNvSpPr>
          <p:nvPr>
            <p:ph type="title" hasCustomPrompt="1"/>
          </p:nvPr>
        </p:nvSpPr>
        <p:spPr>
          <a:xfrm>
            <a:off x="2223600" y="539500"/>
            <a:ext cx="4696800" cy="768900"/>
          </a:xfrm>
          <a:prstGeom prst="rect">
            <a:avLst/>
          </a:prstGeom>
          <a:noFill/>
        </p:spPr>
        <p:txBody>
          <a:bodyPr spcFirstLastPara="1" wrap="square" lIns="91425" tIns="91425" rIns="91425" bIns="91425" anchor="ctr" anchorCtr="0">
            <a:noAutofit/>
          </a:bodyPr>
          <a:lstStyle>
            <a:lvl1pPr lvl="0" rtl="0">
              <a:lnSpc>
                <a:spcPct val="115000"/>
              </a:lnSpc>
              <a:spcBef>
                <a:spcPts val="0"/>
              </a:spcBef>
              <a:spcAft>
                <a:spcPts val="0"/>
              </a:spcAft>
              <a:buClr>
                <a:schemeClr val="lt1"/>
              </a:buClr>
              <a:buSzPts val="6000"/>
              <a:buNone/>
              <a:defRPr sz="4700"/>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10954" name="Google Shape;10954;p27"/>
          <p:cNvSpPr txBox="1">
            <a:spLocks noGrp="1"/>
          </p:cNvSpPr>
          <p:nvPr>
            <p:ph type="subTitle" idx="1"/>
          </p:nvPr>
        </p:nvSpPr>
        <p:spPr>
          <a:xfrm>
            <a:off x="2223600" y="1283125"/>
            <a:ext cx="4696800" cy="365700"/>
          </a:xfrm>
          <a:prstGeom prst="rect">
            <a:avLst/>
          </a:prstGeom>
          <a:solidFill>
            <a:schemeClr val="dk2"/>
          </a:solidFill>
        </p:spPr>
        <p:txBody>
          <a:bodyPr spcFirstLastPara="1" wrap="square" lIns="91425" tIns="91425" rIns="91425" bIns="91425" anchor="ctr" anchorCtr="0">
            <a:noAutofit/>
          </a:bodyPr>
          <a:lstStyle>
            <a:lvl1pPr lvl="0" rtl="0">
              <a:lnSpc>
                <a:spcPct val="115000"/>
              </a:lnSpc>
              <a:spcBef>
                <a:spcPts val="0"/>
              </a:spcBef>
              <a:spcAft>
                <a:spcPts val="0"/>
              </a:spcAft>
              <a:buClr>
                <a:schemeClr val="dk1"/>
              </a:buClr>
              <a:buSzPts val="2400"/>
              <a:buFont typeface="PT Sans"/>
              <a:buNone/>
              <a:defRPr sz="1600">
                <a:solidFill>
                  <a:schemeClr val="dk1"/>
                </a:solidFill>
              </a:defRPr>
            </a:lvl1pPr>
            <a:lvl2pPr lvl="1" algn="ctr" rtl="0">
              <a:lnSpc>
                <a:spcPct val="100000"/>
              </a:lnSpc>
              <a:spcBef>
                <a:spcPts val="0"/>
              </a:spcBef>
              <a:spcAft>
                <a:spcPts val="0"/>
              </a:spcAft>
              <a:buClr>
                <a:schemeClr val="dk1"/>
              </a:buClr>
              <a:buSzPts val="2100"/>
              <a:buNone/>
              <a:defRPr sz="2100">
                <a:solidFill>
                  <a:schemeClr val="dk1"/>
                </a:solidFill>
              </a:defRPr>
            </a:lvl2pPr>
            <a:lvl3pPr lvl="2" algn="ctr" rtl="0">
              <a:lnSpc>
                <a:spcPct val="100000"/>
              </a:lnSpc>
              <a:spcBef>
                <a:spcPts val="0"/>
              </a:spcBef>
              <a:spcAft>
                <a:spcPts val="0"/>
              </a:spcAft>
              <a:buClr>
                <a:schemeClr val="dk1"/>
              </a:buClr>
              <a:buSzPts val="2100"/>
              <a:buNone/>
              <a:defRPr sz="2100">
                <a:solidFill>
                  <a:schemeClr val="dk1"/>
                </a:solidFill>
              </a:defRPr>
            </a:lvl3pPr>
            <a:lvl4pPr lvl="3"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a:r>
              <a:rPr lang="en-US"/>
              <a:t>Click to edit Master subtitle style</a:t>
            </a:r>
            <a:endParaRPr/>
          </a:p>
        </p:txBody>
      </p:sp>
      <p:sp>
        <p:nvSpPr>
          <p:cNvPr id="10955" name="Google Shape;10955;p27"/>
          <p:cNvSpPr txBox="1">
            <a:spLocks noGrp="1"/>
          </p:cNvSpPr>
          <p:nvPr>
            <p:ph type="title" idx="2" hasCustomPrompt="1"/>
          </p:nvPr>
        </p:nvSpPr>
        <p:spPr>
          <a:xfrm>
            <a:off x="2223600" y="2017683"/>
            <a:ext cx="4696800" cy="768900"/>
          </a:xfrm>
          <a:prstGeom prst="rect">
            <a:avLst/>
          </a:prstGeom>
          <a:noFill/>
        </p:spPr>
        <p:txBody>
          <a:bodyPr spcFirstLastPara="1" wrap="square" lIns="91425" tIns="91425" rIns="91425" bIns="91425" anchor="ctr" anchorCtr="0">
            <a:noAutofit/>
          </a:bodyPr>
          <a:lstStyle>
            <a:lvl1pPr lvl="0" rtl="0">
              <a:lnSpc>
                <a:spcPct val="115000"/>
              </a:lnSpc>
              <a:spcBef>
                <a:spcPts val="0"/>
              </a:spcBef>
              <a:spcAft>
                <a:spcPts val="0"/>
              </a:spcAft>
              <a:buClr>
                <a:schemeClr val="lt1"/>
              </a:buClr>
              <a:buSzPts val="6000"/>
              <a:buNone/>
              <a:defRPr sz="4700"/>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10956" name="Google Shape;10956;p27"/>
          <p:cNvSpPr txBox="1">
            <a:spLocks noGrp="1"/>
          </p:cNvSpPr>
          <p:nvPr>
            <p:ph type="subTitle" idx="3"/>
          </p:nvPr>
        </p:nvSpPr>
        <p:spPr>
          <a:xfrm>
            <a:off x="2223600" y="2758914"/>
            <a:ext cx="4696800" cy="365700"/>
          </a:xfrm>
          <a:prstGeom prst="rect">
            <a:avLst/>
          </a:prstGeom>
          <a:solidFill>
            <a:schemeClr val="dk2"/>
          </a:solidFill>
        </p:spPr>
        <p:txBody>
          <a:bodyPr spcFirstLastPara="1" wrap="square" lIns="91425" tIns="91425" rIns="91425" bIns="91425" anchor="ctr" anchorCtr="0">
            <a:noAutofit/>
          </a:bodyPr>
          <a:lstStyle>
            <a:lvl1pPr lvl="0" rtl="0">
              <a:lnSpc>
                <a:spcPct val="115000"/>
              </a:lnSpc>
              <a:spcBef>
                <a:spcPts val="0"/>
              </a:spcBef>
              <a:spcAft>
                <a:spcPts val="0"/>
              </a:spcAft>
              <a:buClr>
                <a:schemeClr val="dk1"/>
              </a:buClr>
              <a:buSzPts val="2400"/>
              <a:buFont typeface="PT Sans"/>
              <a:buNone/>
              <a:defRPr sz="1600">
                <a:solidFill>
                  <a:schemeClr val="dk1"/>
                </a:solidFill>
              </a:defRPr>
            </a:lvl1pPr>
            <a:lvl2pPr lvl="1" algn="ctr" rtl="0">
              <a:lnSpc>
                <a:spcPct val="100000"/>
              </a:lnSpc>
              <a:spcBef>
                <a:spcPts val="0"/>
              </a:spcBef>
              <a:spcAft>
                <a:spcPts val="0"/>
              </a:spcAft>
              <a:buClr>
                <a:schemeClr val="dk1"/>
              </a:buClr>
              <a:buSzPts val="2100"/>
              <a:buNone/>
              <a:defRPr sz="2100">
                <a:solidFill>
                  <a:schemeClr val="dk1"/>
                </a:solidFill>
              </a:defRPr>
            </a:lvl2pPr>
            <a:lvl3pPr lvl="2" algn="ctr" rtl="0">
              <a:lnSpc>
                <a:spcPct val="100000"/>
              </a:lnSpc>
              <a:spcBef>
                <a:spcPts val="0"/>
              </a:spcBef>
              <a:spcAft>
                <a:spcPts val="0"/>
              </a:spcAft>
              <a:buClr>
                <a:schemeClr val="dk1"/>
              </a:buClr>
              <a:buSzPts val="2100"/>
              <a:buNone/>
              <a:defRPr sz="2100">
                <a:solidFill>
                  <a:schemeClr val="dk1"/>
                </a:solidFill>
              </a:defRPr>
            </a:lvl3pPr>
            <a:lvl4pPr lvl="3"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a:r>
              <a:rPr lang="en-US"/>
              <a:t>Click to edit Master subtitle style</a:t>
            </a:r>
            <a:endParaRPr/>
          </a:p>
        </p:txBody>
      </p:sp>
      <p:sp>
        <p:nvSpPr>
          <p:cNvPr id="10957" name="Google Shape;10957;p27"/>
          <p:cNvSpPr txBox="1">
            <a:spLocks noGrp="1"/>
          </p:cNvSpPr>
          <p:nvPr>
            <p:ph type="title" idx="4" hasCustomPrompt="1"/>
          </p:nvPr>
        </p:nvSpPr>
        <p:spPr>
          <a:xfrm>
            <a:off x="2223600" y="3495867"/>
            <a:ext cx="4696800" cy="768900"/>
          </a:xfrm>
          <a:prstGeom prst="rect">
            <a:avLst/>
          </a:prstGeom>
          <a:noFill/>
        </p:spPr>
        <p:txBody>
          <a:bodyPr spcFirstLastPara="1" wrap="square" lIns="91425" tIns="91425" rIns="91425" bIns="91425" anchor="ctr" anchorCtr="0">
            <a:noAutofit/>
          </a:bodyPr>
          <a:lstStyle>
            <a:lvl1pPr lvl="0" rtl="0">
              <a:lnSpc>
                <a:spcPct val="115000"/>
              </a:lnSpc>
              <a:spcBef>
                <a:spcPts val="0"/>
              </a:spcBef>
              <a:spcAft>
                <a:spcPts val="0"/>
              </a:spcAft>
              <a:buClr>
                <a:schemeClr val="lt1"/>
              </a:buClr>
              <a:buSzPts val="6000"/>
              <a:buNone/>
              <a:defRPr sz="4700"/>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10958" name="Google Shape;10958;p27"/>
          <p:cNvSpPr txBox="1">
            <a:spLocks noGrp="1"/>
          </p:cNvSpPr>
          <p:nvPr>
            <p:ph type="subTitle" idx="5"/>
          </p:nvPr>
        </p:nvSpPr>
        <p:spPr>
          <a:xfrm>
            <a:off x="2223600" y="4234703"/>
            <a:ext cx="4696800" cy="369300"/>
          </a:xfrm>
          <a:prstGeom prst="rect">
            <a:avLst/>
          </a:prstGeom>
          <a:solidFill>
            <a:schemeClr val="dk2"/>
          </a:solidFill>
        </p:spPr>
        <p:txBody>
          <a:bodyPr spcFirstLastPara="1" wrap="square" lIns="91425" tIns="91425" rIns="91425" bIns="91425" anchor="ctr" anchorCtr="0">
            <a:noAutofit/>
          </a:bodyPr>
          <a:lstStyle>
            <a:lvl1pPr lvl="0" rtl="0">
              <a:lnSpc>
                <a:spcPct val="115000"/>
              </a:lnSpc>
              <a:spcBef>
                <a:spcPts val="0"/>
              </a:spcBef>
              <a:spcAft>
                <a:spcPts val="0"/>
              </a:spcAft>
              <a:buClr>
                <a:schemeClr val="dk1"/>
              </a:buClr>
              <a:buSzPts val="2400"/>
              <a:buFont typeface="PT Sans"/>
              <a:buNone/>
              <a:defRPr sz="1600">
                <a:solidFill>
                  <a:schemeClr val="dk1"/>
                </a:solidFill>
              </a:defRPr>
            </a:lvl1pPr>
            <a:lvl2pPr lvl="1" algn="ctr" rtl="0">
              <a:lnSpc>
                <a:spcPct val="100000"/>
              </a:lnSpc>
              <a:spcBef>
                <a:spcPts val="0"/>
              </a:spcBef>
              <a:spcAft>
                <a:spcPts val="0"/>
              </a:spcAft>
              <a:buClr>
                <a:schemeClr val="dk1"/>
              </a:buClr>
              <a:buSzPts val="2100"/>
              <a:buNone/>
              <a:defRPr sz="2100">
                <a:solidFill>
                  <a:schemeClr val="dk1"/>
                </a:solidFill>
              </a:defRPr>
            </a:lvl2pPr>
            <a:lvl3pPr lvl="2" algn="ctr" rtl="0">
              <a:lnSpc>
                <a:spcPct val="100000"/>
              </a:lnSpc>
              <a:spcBef>
                <a:spcPts val="0"/>
              </a:spcBef>
              <a:spcAft>
                <a:spcPts val="0"/>
              </a:spcAft>
              <a:buClr>
                <a:schemeClr val="dk1"/>
              </a:buClr>
              <a:buSzPts val="2100"/>
              <a:buNone/>
              <a:defRPr sz="2100">
                <a:solidFill>
                  <a:schemeClr val="dk1"/>
                </a:solidFill>
              </a:defRPr>
            </a:lvl3pPr>
            <a:lvl4pPr lvl="3"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a:r>
              <a:rPr lang="en-US"/>
              <a:t>Click to edit Master subtitle style</a:t>
            </a:r>
            <a:endParaRPr/>
          </a:p>
        </p:txBody>
      </p:sp>
      <p:grpSp>
        <p:nvGrpSpPr>
          <p:cNvPr id="10959" name="Google Shape;10959;p27"/>
          <p:cNvGrpSpPr/>
          <p:nvPr/>
        </p:nvGrpSpPr>
        <p:grpSpPr>
          <a:xfrm rot="5400000">
            <a:off x="1416205" y="-2099758"/>
            <a:ext cx="6311597" cy="9467556"/>
            <a:chOff x="635875" y="1065050"/>
            <a:chExt cx="2940550" cy="4410900"/>
          </a:xfrm>
        </p:grpSpPr>
        <p:sp>
          <p:nvSpPr>
            <p:cNvPr id="10960" name="Google Shape;10960;p27"/>
            <p:cNvSpPr/>
            <p:nvPr/>
          </p:nvSpPr>
          <p:spPr>
            <a:xfrm>
              <a:off x="676400" y="11059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1" name="Google Shape;10961;p27"/>
            <p:cNvSpPr/>
            <p:nvPr/>
          </p:nvSpPr>
          <p:spPr>
            <a:xfrm>
              <a:off x="768325" y="1105900"/>
              <a:ext cx="12400" cy="12600"/>
            </a:xfrm>
            <a:custGeom>
              <a:avLst/>
              <a:gdLst/>
              <a:ahLst/>
              <a:cxnLst/>
              <a:rect l="l" t="t" r="r" b="b"/>
              <a:pathLst>
                <a:path w="496" h="504"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2" name="Google Shape;10962;p27"/>
            <p:cNvSpPr/>
            <p:nvPr/>
          </p:nvSpPr>
          <p:spPr>
            <a:xfrm>
              <a:off x="860125" y="1105900"/>
              <a:ext cx="12525" cy="12600"/>
            </a:xfrm>
            <a:custGeom>
              <a:avLst/>
              <a:gdLst/>
              <a:ahLst/>
              <a:cxnLst/>
              <a:rect l="l" t="t" r="r" b="b"/>
              <a:pathLst>
                <a:path w="501" h="504"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3" name="Google Shape;10963;p27"/>
            <p:cNvSpPr/>
            <p:nvPr/>
          </p:nvSpPr>
          <p:spPr>
            <a:xfrm>
              <a:off x="951850" y="11059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4" name="Google Shape;10964;p27"/>
            <p:cNvSpPr/>
            <p:nvPr/>
          </p:nvSpPr>
          <p:spPr>
            <a:xfrm>
              <a:off x="1043825" y="110590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5" name="Google Shape;10965;p27"/>
            <p:cNvSpPr/>
            <p:nvPr/>
          </p:nvSpPr>
          <p:spPr>
            <a:xfrm>
              <a:off x="1135575" y="110590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6" name="Google Shape;10966;p27"/>
            <p:cNvSpPr/>
            <p:nvPr/>
          </p:nvSpPr>
          <p:spPr>
            <a:xfrm>
              <a:off x="1227500" y="1105900"/>
              <a:ext cx="12400" cy="12600"/>
            </a:xfrm>
            <a:custGeom>
              <a:avLst/>
              <a:gdLst/>
              <a:ahLst/>
              <a:cxnLst/>
              <a:rect l="l" t="t" r="r" b="b"/>
              <a:pathLst>
                <a:path w="496" h="504"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7" name="Google Shape;10967;p27"/>
            <p:cNvSpPr/>
            <p:nvPr/>
          </p:nvSpPr>
          <p:spPr>
            <a:xfrm>
              <a:off x="1319275" y="110590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8" name="Google Shape;10968;p27"/>
            <p:cNvSpPr/>
            <p:nvPr/>
          </p:nvSpPr>
          <p:spPr>
            <a:xfrm>
              <a:off x="1411200" y="1105900"/>
              <a:ext cx="12425" cy="12600"/>
            </a:xfrm>
            <a:custGeom>
              <a:avLst/>
              <a:gdLst/>
              <a:ahLst/>
              <a:cxnLst/>
              <a:rect l="l" t="t" r="r" b="b"/>
              <a:pathLst>
                <a:path w="497" h="504"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9" name="Google Shape;10969;p27"/>
            <p:cNvSpPr/>
            <p:nvPr/>
          </p:nvSpPr>
          <p:spPr>
            <a:xfrm>
              <a:off x="1503000" y="1105900"/>
              <a:ext cx="12525" cy="12600"/>
            </a:xfrm>
            <a:custGeom>
              <a:avLst/>
              <a:gdLst/>
              <a:ahLst/>
              <a:cxnLst/>
              <a:rect l="l" t="t" r="r" b="b"/>
              <a:pathLst>
                <a:path w="501" h="504"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0" name="Google Shape;10970;p27"/>
            <p:cNvSpPr/>
            <p:nvPr/>
          </p:nvSpPr>
          <p:spPr>
            <a:xfrm>
              <a:off x="1594750" y="110590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1" name="Google Shape;10971;p27"/>
            <p:cNvSpPr/>
            <p:nvPr/>
          </p:nvSpPr>
          <p:spPr>
            <a:xfrm>
              <a:off x="1686650" y="11059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2" name="Google Shape;10972;p27"/>
            <p:cNvSpPr/>
            <p:nvPr/>
          </p:nvSpPr>
          <p:spPr>
            <a:xfrm>
              <a:off x="1778450" y="110590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3" name="Google Shape;10973;p27"/>
            <p:cNvSpPr/>
            <p:nvPr/>
          </p:nvSpPr>
          <p:spPr>
            <a:xfrm>
              <a:off x="1870375" y="1105900"/>
              <a:ext cx="12400" cy="12600"/>
            </a:xfrm>
            <a:custGeom>
              <a:avLst/>
              <a:gdLst/>
              <a:ahLst/>
              <a:cxnLst/>
              <a:rect l="l" t="t" r="r" b="b"/>
              <a:pathLst>
                <a:path w="496" h="504"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4" name="Google Shape;10974;p27"/>
            <p:cNvSpPr/>
            <p:nvPr/>
          </p:nvSpPr>
          <p:spPr>
            <a:xfrm>
              <a:off x="1962150" y="110590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5" name="Google Shape;10975;p27"/>
            <p:cNvSpPr/>
            <p:nvPr/>
          </p:nvSpPr>
          <p:spPr>
            <a:xfrm>
              <a:off x="2054075" y="1105900"/>
              <a:ext cx="12425" cy="12600"/>
            </a:xfrm>
            <a:custGeom>
              <a:avLst/>
              <a:gdLst/>
              <a:ahLst/>
              <a:cxnLst/>
              <a:rect l="l" t="t" r="r" b="b"/>
              <a:pathLst>
                <a:path w="497" h="504"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6" name="Google Shape;10976;p27"/>
            <p:cNvSpPr/>
            <p:nvPr/>
          </p:nvSpPr>
          <p:spPr>
            <a:xfrm>
              <a:off x="2145825" y="11059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7" name="Google Shape;10977;p27"/>
            <p:cNvSpPr/>
            <p:nvPr/>
          </p:nvSpPr>
          <p:spPr>
            <a:xfrm>
              <a:off x="2237800" y="1105900"/>
              <a:ext cx="12350" cy="12600"/>
            </a:xfrm>
            <a:custGeom>
              <a:avLst/>
              <a:gdLst/>
              <a:ahLst/>
              <a:cxnLst/>
              <a:rect l="l" t="t" r="r" b="b"/>
              <a:pathLst>
                <a:path w="494" h="504"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8" name="Google Shape;10978;p27"/>
            <p:cNvSpPr/>
            <p:nvPr/>
          </p:nvSpPr>
          <p:spPr>
            <a:xfrm>
              <a:off x="2329550" y="110590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9" name="Google Shape;10979;p27"/>
            <p:cNvSpPr/>
            <p:nvPr/>
          </p:nvSpPr>
          <p:spPr>
            <a:xfrm>
              <a:off x="2421325" y="110590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0" name="Google Shape;10980;p27"/>
            <p:cNvSpPr/>
            <p:nvPr/>
          </p:nvSpPr>
          <p:spPr>
            <a:xfrm>
              <a:off x="2513250" y="1105900"/>
              <a:ext cx="12575" cy="12600"/>
            </a:xfrm>
            <a:custGeom>
              <a:avLst/>
              <a:gdLst/>
              <a:ahLst/>
              <a:cxnLst/>
              <a:rect l="l" t="t" r="r" b="b"/>
              <a:pathLst>
                <a:path w="503" h="504"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1" name="Google Shape;10981;p27"/>
            <p:cNvSpPr/>
            <p:nvPr/>
          </p:nvSpPr>
          <p:spPr>
            <a:xfrm>
              <a:off x="2605000" y="110590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2" name="Google Shape;10982;p27"/>
            <p:cNvSpPr/>
            <p:nvPr/>
          </p:nvSpPr>
          <p:spPr>
            <a:xfrm>
              <a:off x="2696950" y="1105900"/>
              <a:ext cx="12375" cy="12600"/>
            </a:xfrm>
            <a:custGeom>
              <a:avLst/>
              <a:gdLst/>
              <a:ahLst/>
              <a:cxnLst/>
              <a:rect l="l" t="t" r="r" b="b"/>
              <a:pathLst>
                <a:path w="495" h="504"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3" name="Google Shape;10983;p27"/>
            <p:cNvSpPr/>
            <p:nvPr/>
          </p:nvSpPr>
          <p:spPr>
            <a:xfrm>
              <a:off x="2788700" y="11059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4" name="Google Shape;10984;p27"/>
            <p:cNvSpPr/>
            <p:nvPr/>
          </p:nvSpPr>
          <p:spPr>
            <a:xfrm>
              <a:off x="2880675" y="1105900"/>
              <a:ext cx="12375" cy="12600"/>
            </a:xfrm>
            <a:custGeom>
              <a:avLst/>
              <a:gdLst/>
              <a:ahLst/>
              <a:cxnLst/>
              <a:rect l="l" t="t" r="r" b="b"/>
              <a:pathLst>
                <a:path w="495" h="504"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5" name="Google Shape;10985;p27"/>
            <p:cNvSpPr/>
            <p:nvPr/>
          </p:nvSpPr>
          <p:spPr>
            <a:xfrm>
              <a:off x="2972425" y="110590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6" name="Google Shape;10986;p27"/>
            <p:cNvSpPr/>
            <p:nvPr/>
          </p:nvSpPr>
          <p:spPr>
            <a:xfrm>
              <a:off x="3064375" y="1105900"/>
              <a:ext cx="12375" cy="12600"/>
            </a:xfrm>
            <a:custGeom>
              <a:avLst/>
              <a:gdLst/>
              <a:ahLst/>
              <a:cxnLst/>
              <a:rect l="l" t="t" r="r" b="b"/>
              <a:pathLst>
                <a:path w="495" h="504"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7" name="Google Shape;10987;p27"/>
            <p:cNvSpPr/>
            <p:nvPr/>
          </p:nvSpPr>
          <p:spPr>
            <a:xfrm>
              <a:off x="3156125" y="11059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8" name="Google Shape;10988;p27"/>
            <p:cNvSpPr/>
            <p:nvPr/>
          </p:nvSpPr>
          <p:spPr>
            <a:xfrm>
              <a:off x="3247875" y="1105900"/>
              <a:ext cx="12575" cy="12600"/>
            </a:xfrm>
            <a:custGeom>
              <a:avLst/>
              <a:gdLst/>
              <a:ahLst/>
              <a:cxnLst/>
              <a:rect l="l" t="t" r="r" b="b"/>
              <a:pathLst>
                <a:path w="503"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9" name="Google Shape;10989;p27"/>
            <p:cNvSpPr/>
            <p:nvPr/>
          </p:nvSpPr>
          <p:spPr>
            <a:xfrm>
              <a:off x="3339850" y="1105900"/>
              <a:ext cx="12525" cy="12600"/>
            </a:xfrm>
            <a:custGeom>
              <a:avLst/>
              <a:gdLst/>
              <a:ahLst/>
              <a:cxnLst/>
              <a:rect l="l" t="t" r="r" b="b"/>
              <a:pathLst>
                <a:path w="501" h="504"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0" name="Google Shape;10990;p27"/>
            <p:cNvSpPr/>
            <p:nvPr/>
          </p:nvSpPr>
          <p:spPr>
            <a:xfrm>
              <a:off x="3431575" y="11059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1" name="Google Shape;10991;p27"/>
            <p:cNvSpPr/>
            <p:nvPr/>
          </p:nvSpPr>
          <p:spPr>
            <a:xfrm>
              <a:off x="3523550" y="110590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2" name="Google Shape;10992;p27"/>
            <p:cNvSpPr/>
            <p:nvPr/>
          </p:nvSpPr>
          <p:spPr>
            <a:xfrm>
              <a:off x="676400" y="1197875"/>
              <a:ext cx="12600" cy="12375"/>
            </a:xfrm>
            <a:custGeom>
              <a:avLst/>
              <a:gdLst/>
              <a:ahLst/>
              <a:cxnLst/>
              <a:rect l="l" t="t" r="r" b="b"/>
              <a:pathLst>
                <a:path w="504" h="495" extrusionOk="0">
                  <a:moveTo>
                    <a:pt x="252" y="0"/>
                  </a:moveTo>
                  <a:cubicBezTo>
                    <a:pt x="116" y="0"/>
                    <a:pt x="1" y="107"/>
                    <a:pt x="1" y="243"/>
                  </a:cubicBezTo>
                  <a:cubicBezTo>
                    <a:pt x="1" y="388"/>
                    <a:pt x="116" y="494"/>
                    <a:pt x="252" y="494"/>
                  </a:cubicBezTo>
                  <a:cubicBezTo>
                    <a:pt x="388" y="494"/>
                    <a:pt x="503" y="388"/>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3" name="Google Shape;10993;p27"/>
            <p:cNvSpPr/>
            <p:nvPr/>
          </p:nvSpPr>
          <p:spPr>
            <a:xfrm>
              <a:off x="768325" y="1197875"/>
              <a:ext cx="12400" cy="12375"/>
            </a:xfrm>
            <a:custGeom>
              <a:avLst/>
              <a:gdLst/>
              <a:ahLst/>
              <a:cxnLst/>
              <a:rect l="l" t="t" r="r" b="b"/>
              <a:pathLst>
                <a:path w="496" h="495" extrusionOk="0">
                  <a:moveTo>
                    <a:pt x="245" y="0"/>
                  </a:moveTo>
                  <a:cubicBezTo>
                    <a:pt x="109" y="0"/>
                    <a:pt x="0" y="107"/>
                    <a:pt x="0" y="243"/>
                  </a:cubicBezTo>
                  <a:cubicBezTo>
                    <a:pt x="0" y="388"/>
                    <a:pt x="109" y="494"/>
                    <a:pt x="245" y="494"/>
                  </a:cubicBezTo>
                  <a:cubicBezTo>
                    <a:pt x="388" y="494"/>
                    <a:pt x="496" y="388"/>
                    <a:pt x="496" y="243"/>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4" name="Google Shape;10994;p27"/>
            <p:cNvSpPr/>
            <p:nvPr/>
          </p:nvSpPr>
          <p:spPr>
            <a:xfrm>
              <a:off x="860125" y="1197875"/>
              <a:ext cx="12525" cy="12375"/>
            </a:xfrm>
            <a:custGeom>
              <a:avLst/>
              <a:gdLst/>
              <a:ahLst/>
              <a:cxnLst/>
              <a:rect l="l" t="t" r="r" b="b"/>
              <a:pathLst>
                <a:path w="501" h="495" extrusionOk="0">
                  <a:moveTo>
                    <a:pt x="251" y="0"/>
                  </a:moveTo>
                  <a:cubicBezTo>
                    <a:pt x="114" y="0"/>
                    <a:pt x="0" y="107"/>
                    <a:pt x="0" y="243"/>
                  </a:cubicBezTo>
                  <a:cubicBezTo>
                    <a:pt x="0" y="388"/>
                    <a:pt x="114" y="494"/>
                    <a:pt x="251" y="494"/>
                  </a:cubicBezTo>
                  <a:cubicBezTo>
                    <a:pt x="387" y="494"/>
                    <a:pt x="501" y="388"/>
                    <a:pt x="501" y="243"/>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5" name="Google Shape;10995;p27"/>
            <p:cNvSpPr/>
            <p:nvPr/>
          </p:nvSpPr>
          <p:spPr>
            <a:xfrm>
              <a:off x="951850" y="1197875"/>
              <a:ext cx="12600" cy="12375"/>
            </a:xfrm>
            <a:custGeom>
              <a:avLst/>
              <a:gdLst/>
              <a:ahLst/>
              <a:cxnLst/>
              <a:rect l="l" t="t" r="r" b="b"/>
              <a:pathLst>
                <a:path w="504" h="495" extrusionOk="0">
                  <a:moveTo>
                    <a:pt x="252" y="0"/>
                  </a:moveTo>
                  <a:cubicBezTo>
                    <a:pt x="116" y="0"/>
                    <a:pt x="1" y="107"/>
                    <a:pt x="1" y="243"/>
                  </a:cubicBezTo>
                  <a:cubicBezTo>
                    <a:pt x="1" y="388"/>
                    <a:pt x="116" y="494"/>
                    <a:pt x="252" y="494"/>
                  </a:cubicBezTo>
                  <a:cubicBezTo>
                    <a:pt x="388" y="494"/>
                    <a:pt x="503" y="388"/>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6" name="Google Shape;10996;p27"/>
            <p:cNvSpPr/>
            <p:nvPr/>
          </p:nvSpPr>
          <p:spPr>
            <a:xfrm>
              <a:off x="1043825" y="1197875"/>
              <a:ext cx="12375" cy="12375"/>
            </a:xfrm>
            <a:custGeom>
              <a:avLst/>
              <a:gdLst/>
              <a:ahLst/>
              <a:cxnLst/>
              <a:rect l="l" t="t" r="r" b="b"/>
              <a:pathLst>
                <a:path w="495" h="495" extrusionOk="0">
                  <a:moveTo>
                    <a:pt x="250" y="0"/>
                  </a:moveTo>
                  <a:cubicBezTo>
                    <a:pt x="107" y="0"/>
                    <a:pt x="0" y="107"/>
                    <a:pt x="0" y="243"/>
                  </a:cubicBezTo>
                  <a:cubicBezTo>
                    <a:pt x="0" y="388"/>
                    <a:pt x="107" y="494"/>
                    <a:pt x="250" y="494"/>
                  </a:cubicBezTo>
                  <a:cubicBezTo>
                    <a:pt x="388" y="494"/>
                    <a:pt x="494" y="388"/>
                    <a:pt x="494" y="243"/>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7" name="Google Shape;10997;p27"/>
            <p:cNvSpPr/>
            <p:nvPr/>
          </p:nvSpPr>
          <p:spPr>
            <a:xfrm>
              <a:off x="1135575" y="1197875"/>
              <a:ext cx="12575" cy="12375"/>
            </a:xfrm>
            <a:custGeom>
              <a:avLst/>
              <a:gdLst/>
              <a:ahLst/>
              <a:cxnLst/>
              <a:rect l="l" t="t" r="r" b="b"/>
              <a:pathLst>
                <a:path w="503" h="495" extrusionOk="0">
                  <a:moveTo>
                    <a:pt x="252" y="0"/>
                  </a:moveTo>
                  <a:cubicBezTo>
                    <a:pt x="116" y="0"/>
                    <a:pt x="0" y="107"/>
                    <a:pt x="0" y="243"/>
                  </a:cubicBezTo>
                  <a:cubicBezTo>
                    <a:pt x="0" y="388"/>
                    <a:pt x="116" y="494"/>
                    <a:pt x="252" y="494"/>
                  </a:cubicBezTo>
                  <a:cubicBezTo>
                    <a:pt x="387" y="494"/>
                    <a:pt x="503" y="388"/>
                    <a:pt x="503" y="243"/>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8" name="Google Shape;10998;p27"/>
            <p:cNvSpPr/>
            <p:nvPr/>
          </p:nvSpPr>
          <p:spPr>
            <a:xfrm>
              <a:off x="1227500" y="1197875"/>
              <a:ext cx="12400" cy="12375"/>
            </a:xfrm>
            <a:custGeom>
              <a:avLst/>
              <a:gdLst/>
              <a:ahLst/>
              <a:cxnLst/>
              <a:rect l="l" t="t" r="r" b="b"/>
              <a:pathLst>
                <a:path w="496" h="495" extrusionOk="0">
                  <a:moveTo>
                    <a:pt x="251" y="0"/>
                  </a:moveTo>
                  <a:cubicBezTo>
                    <a:pt x="109" y="0"/>
                    <a:pt x="0" y="107"/>
                    <a:pt x="0" y="243"/>
                  </a:cubicBezTo>
                  <a:cubicBezTo>
                    <a:pt x="0" y="388"/>
                    <a:pt x="109" y="494"/>
                    <a:pt x="251" y="494"/>
                  </a:cubicBezTo>
                  <a:cubicBezTo>
                    <a:pt x="387" y="494"/>
                    <a:pt x="496" y="388"/>
                    <a:pt x="496" y="243"/>
                  </a:cubicBezTo>
                  <a:cubicBezTo>
                    <a:pt x="496"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9" name="Google Shape;10999;p27"/>
            <p:cNvSpPr/>
            <p:nvPr/>
          </p:nvSpPr>
          <p:spPr>
            <a:xfrm>
              <a:off x="1319275" y="1197875"/>
              <a:ext cx="12550" cy="12375"/>
            </a:xfrm>
            <a:custGeom>
              <a:avLst/>
              <a:gdLst/>
              <a:ahLst/>
              <a:cxnLst/>
              <a:rect l="l" t="t" r="r" b="b"/>
              <a:pathLst>
                <a:path w="502" h="495" extrusionOk="0">
                  <a:moveTo>
                    <a:pt x="252" y="0"/>
                  </a:moveTo>
                  <a:cubicBezTo>
                    <a:pt x="114" y="0"/>
                    <a:pt x="1" y="107"/>
                    <a:pt x="1" y="243"/>
                  </a:cubicBezTo>
                  <a:cubicBezTo>
                    <a:pt x="1" y="388"/>
                    <a:pt x="114" y="494"/>
                    <a:pt x="252" y="494"/>
                  </a:cubicBezTo>
                  <a:cubicBezTo>
                    <a:pt x="388" y="494"/>
                    <a:pt x="501" y="388"/>
                    <a:pt x="501" y="243"/>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0" name="Google Shape;11000;p27"/>
            <p:cNvSpPr/>
            <p:nvPr/>
          </p:nvSpPr>
          <p:spPr>
            <a:xfrm>
              <a:off x="1411200" y="1197875"/>
              <a:ext cx="12425" cy="12375"/>
            </a:xfrm>
            <a:custGeom>
              <a:avLst/>
              <a:gdLst/>
              <a:ahLst/>
              <a:cxnLst/>
              <a:rect l="l" t="t" r="r" b="b"/>
              <a:pathLst>
                <a:path w="497" h="495" extrusionOk="0">
                  <a:moveTo>
                    <a:pt x="245" y="0"/>
                  </a:moveTo>
                  <a:cubicBezTo>
                    <a:pt x="109" y="0"/>
                    <a:pt x="1" y="107"/>
                    <a:pt x="1" y="243"/>
                  </a:cubicBezTo>
                  <a:cubicBezTo>
                    <a:pt x="1" y="388"/>
                    <a:pt x="109" y="494"/>
                    <a:pt x="245" y="494"/>
                  </a:cubicBezTo>
                  <a:cubicBezTo>
                    <a:pt x="388" y="494"/>
                    <a:pt x="496" y="388"/>
                    <a:pt x="496" y="243"/>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1" name="Google Shape;11001;p27"/>
            <p:cNvSpPr/>
            <p:nvPr/>
          </p:nvSpPr>
          <p:spPr>
            <a:xfrm>
              <a:off x="1503000" y="1197875"/>
              <a:ext cx="12525" cy="12375"/>
            </a:xfrm>
            <a:custGeom>
              <a:avLst/>
              <a:gdLst/>
              <a:ahLst/>
              <a:cxnLst/>
              <a:rect l="l" t="t" r="r" b="b"/>
              <a:pathLst>
                <a:path w="501" h="495" extrusionOk="0">
                  <a:moveTo>
                    <a:pt x="250" y="0"/>
                  </a:moveTo>
                  <a:cubicBezTo>
                    <a:pt x="114" y="0"/>
                    <a:pt x="0" y="107"/>
                    <a:pt x="0" y="243"/>
                  </a:cubicBezTo>
                  <a:cubicBezTo>
                    <a:pt x="0" y="388"/>
                    <a:pt x="114" y="494"/>
                    <a:pt x="250" y="494"/>
                  </a:cubicBezTo>
                  <a:cubicBezTo>
                    <a:pt x="387" y="494"/>
                    <a:pt x="501" y="388"/>
                    <a:pt x="501" y="243"/>
                  </a:cubicBezTo>
                  <a:cubicBezTo>
                    <a:pt x="501" y="107"/>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2" name="Google Shape;11002;p27"/>
            <p:cNvSpPr/>
            <p:nvPr/>
          </p:nvSpPr>
          <p:spPr>
            <a:xfrm>
              <a:off x="1594750" y="1197875"/>
              <a:ext cx="12575" cy="12375"/>
            </a:xfrm>
            <a:custGeom>
              <a:avLst/>
              <a:gdLst/>
              <a:ahLst/>
              <a:cxnLst/>
              <a:rect l="l" t="t" r="r" b="b"/>
              <a:pathLst>
                <a:path w="503" h="495" extrusionOk="0">
                  <a:moveTo>
                    <a:pt x="251" y="0"/>
                  </a:moveTo>
                  <a:cubicBezTo>
                    <a:pt x="115" y="0"/>
                    <a:pt x="0" y="107"/>
                    <a:pt x="0" y="243"/>
                  </a:cubicBezTo>
                  <a:cubicBezTo>
                    <a:pt x="0" y="388"/>
                    <a:pt x="115" y="494"/>
                    <a:pt x="251" y="494"/>
                  </a:cubicBezTo>
                  <a:cubicBezTo>
                    <a:pt x="394" y="494"/>
                    <a:pt x="503" y="388"/>
                    <a:pt x="503" y="243"/>
                  </a:cubicBezTo>
                  <a:cubicBezTo>
                    <a:pt x="503" y="107"/>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3" name="Google Shape;11003;p27"/>
            <p:cNvSpPr/>
            <p:nvPr/>
          </p:nvSpPr>
          <p:spPr>
            <a:xfrm>
              <a:off x="1686650" y="1197875"/>
              <a:ext cx="12600" cy="12375"/>
            </a:xfrm>
            <a:custGeom>
              <a:avLst/>
              <a:gdLst/>
              <a:ahLst/>
              <a:cxnLst/>
              <a:rect l="l" t="t" r="r" b="b"/>
              <a:pathLst>
                <a:path w="504" h="495" extrusionOk="0">
                  <a:moveTo>
                    <a:pt x="252" y="0"/>
                  </a:moveTo>
                  <a:cubicBezTo>
                    <a:pt x="116" y="0"/>
                    <a:pt x="1" y="107"/>
                    <a:pt x="1" y="243"/>
                  </a:cubicBezTo>
                  <a:cubicBezTo>
                    <a:pt x="1" y="388"/>
                    <a:pt x="116" y="494"/>
                    <a:pt x="252" y="494"/>
                  </a:cubicBezTo>
                  <a:cubicBezTo>
                    <a:pt x="388" y="494"/>
                    <a:pt x="503" y="388"/>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4" name="Google Shape;11004;p27"/>
            <p:cNvSpPr/>
            <p:nvPr/>
          </p:nvSpPr>
          <p:spPr>
            <a:xfrm>
              <a:off x="1778450" y="1197875"/>
              <a:ext cx="12550" cy="12375"/>
            </a:xfrm>
            <a:custGeom>
              <a:avLst/>
              <a:gdLst/>
              <a:ahLst/>
              <a:cxnLst/>
              <a:rect l="l" t="t" r="r" b="b"/>
              <a:pathLst>
                <a:path w="502" h="495" extrusionOk="0">
                  <a:moveTo>
                    <a:pt x="252" y="0"/>
                  </a:moveTo>
                  <a:cubicBezTo>
                    <a:pt x="114" y="0"/>
                    <a:pt x="1" y="107"/>
                    <a:pt x="1" y="243"/>
                  </a:cubicBezTo>
                  <a:cubicBezTo>
                    <a:pt x="1" y="388"/>
                    <a:pt x="114" y="494"/>
                    <a:pt x="252" y="494"/>
                  </a:cubicBezTo>
                  <a:cubicBezTo>
                    <a:pt x="388" y="494"/>
                    <a:pt x="501" y="388"/>
                    <a:pt x="501" y="243"/>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5" name="Google Shape;11005;p27"/>
            <p:cNvSpPr/>
            <p:nvPr/>
          </p:nvSpPr>
          <p:spPr>
            <a:xfrm>
              <a:off x="1870375" y="1197875"/>
              <a:ext cx="12400" cy="12375"/>
            </a:xfrm>
            <a:custGeom>
              <a:avLst/>
              <a:gdLst/>
              <a:ahLst/>
              <a:cxnLst/>
              <a:rect l="l" t="t" r="r" b="b"/>
              <a:pathLst>
                <a:path w="496" h="495" extrusionOk="0">
                  <a:moveTo>
                    <a:pt x="252" y="0"/>
                  </a:moveTo>
                  <a:cubicBezTo>
                    <a:pt x="109" y="0"/>
                    <a:pt x="0" y="107"/>
                    <a:pt x="0" y="243"/>
                  </a:cubicBezTo>
                  <a:cubicBezTo>
                    <a:pt x="0" y="388"/>
                    <a:pt x="109" y="494"/>
                    <a:pt x="252" y="494"/>
                  </a:cubicBezTo>
                  <a:cubicBezTo>
                    <a:pt x="387" y="494"/>
                    <a:pt x="496" y="388"/>
                    <a:pt x="496" y="243"/>
                  </a:cubicBezTo>
                  <a:cubicBezTo>
                    <a:pt x="496"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6" name="Google Shape;11006;p27"/>
            <p:cNvSpPr/>
            <p:nvPr/>
          </p:nvSpPr>
          <p:spPr>
            <a:xfrm>
              <a:off x="1962150" y="1197875"/>
              <a:ext cx="12550" cy="12375"/>
            </a:xfrm>
            <a:custGeom>
              <a:avLst/>
              <a:gdLst/>
              <a:ahLst/>
              <a:cxnLst/>
              <a:rect l="l" t="t" r="r" b="b"/>
              <a:pathLst>
                <a:path w="502" h="495" extrusionOk="0">
                  <a:moveTo>
                    <a:pt x="250" y="0"/>
                  </a:moveTo>
                  <a:cubicBezTo>
                    <a:pt x="114" y="0"/>
                    <a:pt x="1" y="107"/>
                    <a:pt x="1" y="243"/>
                  </a:cubicBezTo>
                  <a:cubicBezTo>
                    <a:pt x="1" y="388"/>
                    <a:pt x="114" y="494"/>
                    <a:pt x="250" y="494"/>
                  </a:cubicBezTo>
                  <a:cubicBezTo>
                    <a:pt x="388" y="494"/>
                    <a:pt x="502" y="388"/>
                    <a:pt x="502" y="243"/>
                  </a:cubicBezTo>
                  <a:cubicBezTo>
                    <a:pt x="502"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7" name="Google Shape;11007;p27"/>
            <p:cNvSpPr/>
            <p:nvPr/>
          </p:nvSpPr>
          <p:spPr>
            <a:xfrm>
              <a:off x="2054075" y="1197875"/>
              <a:ext cx="12425" cy="12375"/>
            </a:xfrm>
            <a:custGeom>
              <a:avLst/>
              <a:gdLst/>
              <a:ahLst/>
              <a:cxnLst/>
              <a:rect l="l" t="t" r="r" b="b"/>
              <a:pathLst>
                <a:path w="497" h="495" extrusionOk="0">
                  <a:moveTo>
                    <a:pt x="252" y="0"/>
                  </a:moveTo>
                  <a:cubicBezTo>
                    <a:pt x="109" y="0"/>
                    <a:pt x="1" y="107"/>
                    <a:pt x="1" y="243"/>
                  </a:cubicBezTo>
                  <a:cubicBezTo>
                    <a:pt x="1" y="388"/>
                    <a:pt x="109" y="494"/>
                    <a:pt x="252" y="494"/>
                  </a:cubicBezTo>
                  <a:cubicBezTo>
                    <a:pt x="388" y="494"/>
                    <a:pt x="496" y="388"/>
                    <a:pt x="496" y="243"/>
                  </a:cubicBezTo>
                  <a:cubicBezTo>
                    <a:pt x="496"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8" name="Google Shape;11008;p27"/>
            <p:cNvSpPr/>
            <p:nvPr/>
          </p:nvSpPr>
          <p:spPr>
            <a:xfrm>
              <a:off x="2145825" y="1197875"/>
              <a:ext cx="12600" cy="12375"/>
            </a:xfrm>
            <a:custGeom>
              <a:avLst/>
              <a:gdLst/>
              <a:ahLst/>
              <a:cxnLst/>
              <a:rect l="l" t="t" r="r" b="b"/>
              <a:pathLst>
                <a:path w="504" h="495" extrusionOk="0">
                  <a:moveTo>
                    <a:pt x="252" y="0"/>
                  </a:moveTo>
                  <a:cubicBezTo>
                    <a:pt x="116" y="0"/>
                    <a:pt x="1" y="107"/>
                    <a:pt x="1" y="243"/>
                  </a:cubicBezTo>
                  <a:cubicBezTo>
                    <a:pt x="1" y="388"/>
                    <a:pt x="116" y="494"/>
                    <a:pt x="252" y="494"/>
                  </a:cubicBezTo>
                  <a:cubicBezTo>
                    <a:pt x="388" y="494"/>
                    <a:pt x="503" y="388"/>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9" name="Google Shape;11009;p27"/>
            <p:cNvSpPr/>
            <p:nvPr/>
          </p:nvSpPr>
          <p:spPr>
            <a:xfrm>
              <a:off x="2237800" y="1197875"/>
              <a:ext cx="12350" cy="12375"/>
            </a:xfrm>
            <a:custGeom>
              <a:avLst/>
              <a:gdLst/>
              <a:ahLst/>
              <a:cxnLst/>
              <a:rect l="l" t="t" r="r" b="b"/>
              <a:pathLst>
                <a:path w="494" h="495" extrusionOk="0">
                  <a:moveTo>
                    <a:pt x="244" y="0"/>
                  </a:moveTo>
                  <a:cubicBezTo>
                    <a:pt x="107" y="0"/>
                    <a:pt x="0" y="107"/>
                    <a:pt x="0" y="243"/>
                  </a:cubicBezTo>
                  <a:cubicBezTo>
                    <a:pt x="0" y="388"/>
                    <a:pt x="107" y="494"/>
                    <a:pt x="244" y="494"/>
                  </a:cubicBezTo>
                  <a:cubicBezTo>
                    <a:pt x="387" y="494"/>
                    <a:pt x="494" y="388"/>
                    <a:pt x="494" y="243"/>
                  </a:cubicBezTo>
                  <a:cubicBezTo>
                    <a:pt x="494" y="107"/>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0" name="Google Shape;11010;p27"/>
            <p:cNvSpPr/>
            <p:nvPr/>
          </p:nvSpPr>
          <p:spPr>
            <a:xfrm>
              <a:off x="2329550" y="1197875"/>
              <a:ext cx="12575" cy="12375"/>
            </a:xfrm>
            <a:custGeom>
              <a:avLst/>
              <a:gdLst/>
              <a:ahLst/>
              <a:cxnLst/>
              <a:rect l="l" t="t" r="r" b="b"/>
              <a:pathLst>
                <a:path w="503" h="495" extrusionOk="0">
                  <a:moveTo>
                    <a:pt x="251" y="0"/>
                  </a:moveTo>
                  <a:cubicBezTo>
                    <a:pt x="115" y="0"/>
                    <a:pt x="0" y="107"/>
                    <a:pt x="0" y="243"/>
                  </a:cubicBezTo>
                  <a:cubicBezTo>
                    <a:pt x="0" y="388"/>
                    <a:pt x="115" y="494"/>
                    <a:pt x="251" y="494"/>
                  </a:cubicBezTo>
                  <a:cubicBezTo>
                    <a:pt x="387" y="494"/>
                    <a:pt x="502" y="388"/>
                    <a:pt x="502" y="243"/>
                  </a:cubicBezTo>
                  <a:cubicBezTo>
                    <a:pt x="502"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1" name="Google Shape;11011;p27"/>
            <p:cNvSpPr/>
            <p:nvPr/>
          </p:nvSpPr>
          <p:spPr>
            <a:xfrm>
              <a:off x="2421325" y="1197875"/>
              <a:ext cx="12550" cy="12375"/>
            </a:xfrm>
            <a:custGeom>
              <a:avLst/>
              <a:gdLst/>
              <a:ahLst/>
              <a:cxnLst/>
              <a:rect l="l" t="t" r="r" b="b"/>
              <a:pathLst>
                <a:path w="502" h="495" extrusionOk="0">
                  <a:moveTo>
                    <a:pt x="250" y="0"/>
                  </a:moveTo>
                  <a:cubicBezTo>
                    <a:pt x="114" y="0"/>
                    <a:pt x="1" y="107"/>
                    <a:pt x="1" y="243"/>
                  </a:cubicBezTo>
                  <a:cubicBezTo>
                    <a:pt x="1" y="388"/>
                    <a:pt x="114" y="494"/>
                    <a:pt x="250" y="494"/>
                  </a:cubicBezTo>
                  <a:cubicBezTo>
                    <a:pt x="395" y="494"/>
                    <a:pt x="501" y="388"/>
                    <a:pt x="501" y="243"/>
                  </a:cubicBezTo>
                  <a:cubicBezTo>
                    <a:pt x="501" y="107"/>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2" name="Google Shape;11012;p27"/>
            <p:cNvSpPr/>
            <p:nvPr/>
          </p:nvSpPr>
          <p:spPr>
            <a:xfrm>
              <a:off x="2513250" y="1197875"/>
              <a:ext cx="12575" cy="12375"/>
            </a:xfrm>
            <a:custGeom>
              <a:avLst/>
              <a:gdLst/>
              <a:ahLst/>
              <a:cxnLst/>
              <a:rect l="l" t="t" r="r" b="b"/>
              <a:pathLst>
                <a:path w="503" h="495" extrusionOk="0">
                  <a:moveTo>
                    <a:pt x="252" y="0"/>
                  </a:moveTo>
                  <a:cubicBezTo>
                    <a:pt x="109" y="0"/>
                    <a:pt x="0" y="107"/>
                    <a:pt x="0" y="243"/>
                  </a:cubicBezTo>
                  <a:cubicBezTo>
                    <a:pt x="0" y="388"/>
                    <a:pt x="109" y="494"/>
                    <a:pt x="252" y="494"/>
                  </a:cubicBezTo>
                  <a:cubicBezTo>
                    <a:pt x="388" y="494"/>
                    <a:pt x="503" y="388"/>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3" name="Google Shape;11013;p27"/>
            <p:cNvSpPr/>
            <p:nvPr/>
          </p:nvSpPr>
          <p:spPr>
            <a:xfrm>
              <a:off x="2605000" y="1197875"/>
              <a:ext cx="12575" cy="12375"/>
            </a:xfrm>
            <a:custGeom>
              <a:avLst/>
              <a:gdLst/>
              <a:ahLst/>
              <a:cxnLst/>
              <a:rect l="l" t="t" r="r" b="b"/>
              <a:pathLst>
                <a:path w="503" h="495" extrusionOk="0">
                  <a:moveTo>
                    <a:pt x="252" y="0"/>
                  </a:moveTo>
                  <a:cubicBezTo>
                    <a:pt x="116" y="0"/>
                    <a:pt x="0" y="107"/>
                    <a:pt x="0" y="243"/>
                  </a:cubicBezTo>
                  <a:cubicBezTo>
                    <a:pt x="0" y="388"/>
                    <a:pt x="116" y="494"/>
                    <a:pt x="252" y="494"/>
                  </a:cubicBezTo>
                  <a:cubicBezTo>
                    <a:pt x="387" y="494"/>
                    <a:pt x="503" y="388"/>
                    <a:pt x="503" y="243"/>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4" name="Google Shape;11014;p27"/>
            <p:cNvSpPr/>
            <p:nvPr/>
          </p:nvSpPr>
          <p:spPr>
            <a:xfrm>
              <a:off x="2696950" y="1197875"/>
              <a:ext cx="12375" cy="12375"/>
            </a:xfrm>
            <a:custGeom>
              <a:avLst/>
              <a:gdLst/>
              <a:ahLst/>
              <a:cxnLst/>
              <a:rect l="l" t="t" r="r" b="b"/>
              <a:pathLst>
                <a:path w="495" h="495" extrusionOk="0">
                  <a:moveTo>
                    <a:pt x="252" y="0"/>
                  </a:moveTo>
                  <a:cubicBezTo>
                    <a:pt x="108" y="0"/>
                    <a:pt x="1" y="107"/>
                    <a:pt x="1" y="243"/>
                  </a:cubicBezTo>
                  <a:cubicBezTo>
                    <a:pt x="1" y="388"/>
                    <a:pt x="108" y="494"/>
                    <a:pt x="252" y="494"/>
                  </a:cubicBezTo>
                  <a:cubicBezTo>
                    <a:pt x="388" y="494"/>
                    <a:pt x="495" y="388"/>
                    <a:pt x="495" y="243"/>
                  </a:cubicBezTo>
                  <a:cubicBezTo>
                    <a:pt x="495"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5" name="Google Shape;11015;p27"/>
            <p:cNvSpPr/>
            <p:nvPr/>
          </p:nvSpPr>
          <p:spPr>
            <a:xfrm>
              <a:off x="2788700" y="1197875"/>
              <a:ext cx="12600" cy="12375"/>
            </a:xfrm>
            <a:custGeom>
              <a:avLst/>
              <a:gdLst/>
              <a:ahLst/>
              <a:cxnLst/>
              <a:rect l="l" t="t" r="r" b="b"/>
              <a:pathLst>
                <a:path w="504" h="495" extrusionOk="0">
                  <a:moveTo>
                    <a:pt x="252" y="0"/>
                  </a:moveTo>
                  <a:cubicBezTo>
                    <a:pt x="116" y="0"/>
                    <a:pt x="1" y="107"/>
                    <a:pt x="1" y="243"/>
                  </a:cubicBezTo>
                  <a:cubicBezTo>
                    <a:pt x="1" y="388"/>
                    <a:pt x="116" y="494"/>
                    <a:pt x="252" y="494"/>
                  </a:cubicBezTo>
                  <a:cubicBezTo>
                    <a:pt x="388" y="494"/>
                    <a:pt x="503" y="388"/>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6" name="Google Shape;11016;p27"/>
            <p:cNvSpPr/>
            <p:nvPr/>
          </p:nvSpPr>
          <p:spPr>
            <a:xfrm>
              <a:off x="2880675" y="1197875"/>
              <a:ext cx="12375" cy="12375"/>
            </a:xfrm>
            <a:custGeom>
              <a:avLst/>
              <a:gdLst/>
              <a:ahLst/>
              <a:cxnLst/>
              <a:rect l="l" t="t" r="r" b="b"/>
              <a:pathLst>
                <a:path w="495" h="495" extrusionOk="0">
                  <a:moveTo>
                    <a:pt x="243" y="0"/>
                  </a:moveTo>
                  <a:cubicBezTo>
                    <a:pt x="107" y="0"/>
                    <a:pt x="0" y="107"/>
                    <a:pt x="0" y="243"/>
                  </a:cubicBezTo>
                  <a:cubicBezTo>
                    <a:pt x="0" y="388"/>
                    <a:pt x="107" y="494"/>
                    <a:pt x="243" y="494"/>
                  </a:cubicBezTo>
                  <a:cubicBezTo>
                    <a:pt x="387" y="494"/>
                    <a:pt x="494" y="388"/>
                    <a:pt x="494" y="243"/>
                  </a:cubicBezTo>
                  <a:cubicBezTo>
                    <a:pt x="494" y="107"/>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7" name="Google Shape;11017;p27"/>
            <p:cNvSpPr/>
            <p:nvPr/>
          </p:nvSpPr>
          <p:spPr>
            <a:xfrm>
              <a:off x="2972425" y="1197875"/>
              <a:ext cx="12575" cy="12375"/>
            </a:xfrm>
            <a:custGeom>
              <a:avLst/>
              <a:gdLst/>
              <a:ahLst/>
              <a:cxnLst/>
              <a:rect l="l" t="t" r="r" b="b"/>
              <a:pathLst>
                <a:path w="503" h="495" extrusionOk="0">
                  <a:moveTo>
                    <a:pt x="251" y="0"/>
                  </a:moveTo>
                  <a:cubicBezTo>
                    <a:pt x="115" y="0"/>
                    <a:pt x="0" y="107"/>
                    <a:pt x="0" y="243"/>
                  </a:cubicBezTo>
                  <a:cubicBezTo>
                    <a:pt x="0" y="388"/>
                    <a:pt x="115" y="494"/>
                    <a:pt x="251" y="494"/>
                  </a:cubicBezTo>
                  <a:cubicBezTo>
                    <a:pt x="387" y="494"/>
                    <a:pt x="503" y="388"/>
                    <a:pt x="503" y="243"/>
                  </a:cubicBezTo>
                  <a:cubicBezTo>
                    <a:pt x="503"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8" name="Google Shape;11018;p27"/>
            <p:cNvSpPr/>
            <p:nvPr/>
          </p:nvSpPr>
          <p:spPr>
            <a:xfrm>
              <a:off x="3064375" y="1197875"/>
              <a:ext cx="12375" cy="12375"/>
            </a:xfrm>
            <a:custGeom>
              <a:avLst/>
              <a:gdLst/>
              <a:ahLst/>
              <a:cxnLst/>
              <a:rect l="l" t="t" r="r" b="b"/>
              <a:pathLst>
                <a:path w="495" h="495" extrusionOk="0">
                  <a:moveTo>
                    <a:pt x="243" y="0"/>
                  </a:moveTo>
                  <a:cubicBezTo>
                    <a:pt x="107" y="0"/>
                    <a:pt x="1" y="107"/>
                    <a:pt x="1" y="243"/>
                  </a:cubicBezTo>
                  <a:cubicBezTo>
                    <a:pt x="1" y="388"/>
                    <a:pt x="107" y="494"/>
                    <a:pt x="243" y="494"/>
                  </a:cubicBezTo>
                  <a:cubicBezTo>
                    <a:pt x="388" y="494"/>
                    <a:pt x="495" y="388"/>
                    <a:pt x="495" y="243"/>
                  </a:cubicBezTo>
                  <a:cubicBezTo>
                    <a:pt x="495" y="107"/>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9" name="Google Shape;11019;p27"/>
            <p:cNvSpPr/>
            <p:nvPr/>
          </p:nvSpPr>
          <p:spPr>
            <a:xfrm>
              <a:off x="3156125" y="1197875"/>
              <a:ext cx="12600" cy="12375"/>
            </a:xfrm>
            <a:custGeom>
              <a:avLst/>
              <a:gdLst/>
              <a:ahLst/>
              <a:cxnLst/>
              <a:rect l="l" t="t" r="r" b="b"/>
              <a:pathLst>
                <a:path w="504" h="495" extrusionOk="0">
                  <a:moveTo>
                    <a:pt x="252" y="0"/>
                  </a:moveTo>
                  <a:cubicBezTo>
                    <a:pt x="116" y="0"/>
                    <a:pt x="1" y="107"/>
                    <a:pt x="1" y="243"/>
                  </a:cubicBezTo>
                  <a:cubicBezTo>
                    <a:pt x="1" y="388"/>
                    <a:pt x="116" y="494"/>
                    <a:pt x="252" y="494"/>
                  </a:cubicBezTo>
                  <a:cubicBezTo>
                    <a:pt x="388" y="494"/>
                    <a:pt x="503" y="388"/>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0" name="Google Shape;11020;p27"/>
            <p:cNvSpPr/>
            <p:nvPr/>
          </p:nvSpPr>
          <p:spPr>
            <a:xfrm>
              <a:off x="3247875" y="1197875"/>
              <a:ext cx="12575" cy="12375"/>
            </a:xfrm>
            <a:custGeom>
              <a:avLst/>
              <a:gdLst/>
              <a:ahLst/>
              <a:cxnLst/>
              <a:rect l="l" t="t" r="r" b="b"/>
              <a:pathLst>
                <a:path w="503" h="495" extrusionOk="0">
                  <a:moveTo>
                    <a:pt x="252" y="0"/>
                  </a:moveTo>
                  <a:cubicBezTo>
                    <a:pt x="116" y="0"/>
                    <a:pt x="1" y="107"/>
                    <a:pt x="1" y="243"/>
                  </a:cubicBezTo>
                  <a:cubicBezTo>
                    <a:pt x="1" y="388"/>
                    <a:pt x="116" y="494"/>
                    <a:pt x="252" y="494"/>
                  </a:cubicBezTo>
                  <a:cubicBezTo>
                    <a:pt x="388" y="494"/>
                    <a:pt x="503" y="388"/>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1" name="Google Shape;11021;p27"/>
            <p:cNvSpPr/>
            <p:nvPr/>
          </p:nvSpPr>
          <p:spPr>
            <a:xfrm>
              <a:off x="3339850" y="1197875"/>
              <a:ext cx="12525" cy="12375"/>
            </a:xfrm>
            <a:custGeom>
              <a:avLst/>
              <a:gdLst/>
              <a:ahLst/>
              <a:cxnLst/>
              <a:rect l="l" t="t" r="r" b="b"/>
              <a:pathLst>
                <a:path w="501" h="495" extrusionOk="0">
                  <a:moveTo>
                    <a:pt x="251" y="0"/>
                  </a:moveTo>
                  <a:cubicBezTo>
                    <a:pt x="107" y="0"/>
                    <a:pt x="0" y="107"/>
                    <a:pt x="0" y="243"/>
                  </a:cubicBezTo>
                  <a:cubicBezTo>
                    <a:pt x="0" y="388"/>
                    <a:pt x="107" y="494"/>
                    <a:pt x="251" y="494"/>
                  </a:cubicBezTo>
                  <a:cubicBezTo>
                    <a:pt x="387" y="494"/>
                    <a:pt x="501" y="388"/>
                    <a:pt x="501" y="243"/>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2" name="Google Shape;11022;p27"/>
            <p:cNvSpPr/>
            <p:nvPr/>
          </p:nvSpPr>
          <p:spPr>
            <a:xfrm>
              <a:off x="3431575" y="1197875"/>
              <a:ext cx="12600" cy="12375"/>
            </a:xfrm>
            <a:custGeom>
              <a:avLst/>
              <a:gdLst/>
              <a:ahLst/>
              <a:cxnLst/>
              <a:rect l="l" t="t" r="r" b="b"/>
              <a:pathLst>
                <a:path w="504" h="495" extrusionOk="0">
                  <a:moveTo>
                    <a:pt x="252" y="0"/>
                  </a:moveTo>
                  <a:cubicBezTo>
                    <a:pt x="116" y="0"/>
                    <a:pt x="1" y="107"/>
                    <a:pt x="1" y="243"/>
                  </a:cubicBezTo>
                  <a:cubicBezTo>
                    <a:pt x="1" y="388"/>
                    <a:pt x="116" y="494"/>
                    <a:pt x="252" y="494"/>
                  </a:cubicBezTo>
                  <a:cubicBezTo>
                    <a:pt x="388" y="494"/>
                    <a:pt x="503" y="388"/>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3" name="Google Shape;11023;p27"/>
            <p:cNvSpPr/>
            <p:nvPr/>
          </p:nvSpPr>
          <p:spPr>
            <a:xfrm>
              <a:off x="3523550" y="1197875"/>
              <a:ext cx="12375" cy="12375"/>
            </a:xfrm>
            <a:custGeom>
              <a:avLst/>
              <a:gdLst/>
              <a:ahLst/>
              <a:cxnLst/>
              <a:rect l="l" t="t" r="r" b="b"/>
              <a:pathLst>
                <a:path w="495" h="495" extrusionOk="0">
                  <a:moveTo>
                    <a:pt x="250" y="0"/>
                  </a:moveTo>
                  <a:cubicBezTo>
                    <a:pt x="107" y="0"/>
                    <a:pt x="0" y="107"/>
                    <a:pt x="0" y="243"/>
                  </a:cubicBezTo>
                  <a:cubicBezTo>
                    <a:pt x="0" y="388"/>
                    <a:pt x="107" y="494"/>
                    <a:pt x="250" y="494"/>
                  </a:cubicBezTo>
                  <a:cubicBezTo>
                    <a:pt x="388" y="494"/>
                    <a:pt x="494" y="388"/>
                    <a:pt x="494" y="243"/>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4" name="Google Shape;11024;p27"/>
            <p:cNvSpPr/>
            <p:nvPr/>
          </p:nvSpPr>
          <p:spPr>
            <a:xfrm>
              <a:off x="676400" y="12896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5" name="Google Shape;11025;p27"/>
            <p:cNvSpPr/>
            <p:nvPr/>
          </p:nvSpPr>
          <p:spPr>
            <a:xfrm>
              <a:off x="768325" y="1289625"/>
              <a:ext cx="12400" cy="12575"/>
            </a:xfrm>
            <a:custGeom>
              <a:avLst/>
              <a:gdLst/>
              <a:ahLst/>
              <a:cxnLst/>
              <a:rect l="l" t="t" r="r" b="b"/>
              <a:pathLst>
                <a:path w="496" h="503" extrusionOk="0">
                  <a:moveTo>
                    <a:pt x="245" y="0"/>
                  </a:moveTo>
                  <a:cubicBezTo>
                    <a:pt x="109" y="0"/>
                    <a:pt x="0" y="116"/>
                    <a:pt x="0" y="252"/>
                  </a:cubicBezTo>
                  <a:cubicBezTo>
                    <a:pt x="0" y="387"/>
                    <a:pt x="109" y="503"/>
                    <a:pt x="245" y="503"/>
                  </a:cubicBezTo>
                  <a:cubicBezTo>
                    <a:pt x="388" y="503"/>
                    <a:pt x="496" y="387"/>
                    <a:pt x="496" y="252"/>
                  </a:cubicBezTo>
                  <a:cubicBezTo>
                    <a:pt x="496" y="116"/>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6" name="Google Shape;11026;p27"/>
            <p:cNvSpPr/>
            <p:nvPr/>
          </p:nvSpPr>
          <p:spPr>
            <a:xfrm>
              <a:off x="860125" y="1289625"/>
              <a:ext cx="12525" cy="12575"/>
            </a:xfrm>
            <a:custGeom>
              <a:avLst/>
              <a:gdLst/>
              <a:ahLst/>
              <a:cxnLst/>
              <a:rect l="l" t="t" r="r" b="b"/>
              <a:pathLst>
                <a:path w="501" h="503" extrusionOk="0">
                  <a:moveTo>
                    <a:pt x="251" y="0"/>
                  </a:moveTo>
                  <a:cubicBezTo>
                    <a:pt x="114" y="0"/>
                    <a:pt x="0" y="116"/>
                    <a:pt x="0" y="252"/>
                  </a:cubicBezTo>
                  <a:cubicBezTo>
                    <a:pt x="0" y="387"/>
                    <a:pt x="114" y="503"/>
                    <a:pt x="251" y="503"/>
                  </a:cubicBezTo>
                  <a:cubicBezTo>
                    <a:pt x="387" y="503"/>
                    <a:pt x="501" y="387"/>
                    <a:pt x="501" y="252"/>
                  </a:cubicBezTo>
                  <a:cubicBezTo>
                    <a:pt x="501"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7" name="Google Shape;11027;p27"/>
            <p:cNvSpPr/>
            <p:nvPr/>
          </p:nvSpPr>
          <p:spPr>
            <a:xfrm>
              <a:off x="951850" y="12896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8" name="Google Shape;11028;p27"/>
            <p:cNvSpPr/>
            <p:nvPr/>
          </p:nvSpPr>
          <p:spPr>
            <a:xfrm>
              <a:off x="1043825" y="1289625"/>
              <a:ext cx="12375" cy="12575"/>
            </a:xfrm>
            <a:custGeom>
              <a:avLst/>
              <a:gdLst/>
              <a:ahLst/>
              <a:cxnLst/>
              <a:rect l="l" t="t" r="r" b="b"/>
              <a:pathLst>
                <a:path w="495" h="503" extrusionOk="0">
                  <a:moveTo>
                    <a:pt x="250" y="0"/>
                  </a:moveTo>
                  <a:cubicBezTo>
                    <a:pt x="107" y="0"/>
                    <a:pt x="0" y="116"/>
                    <a:pt x="0" y="252"/>
                  </a:cubicBezTo>
                  <a:cubicBezTo>
                    <a:pt x="0" y="387"/>
                    <a:pt x="107" y="503"/>
                    <a:pt x="250" y="503"/>
                  </a:cubicBezTo>
                  <a:cubicBezTo>
                    <a:pt x="388" y="503"/>
                    <a:pt x="494" y="387"/>
                    <a:pt x="494" y="252"/>
                  </a:cubicBezTo>
                  <a:cubicBezTo>
                    <a:pt x="494"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9" name="Google Shape;11029;p27"/>
            <p:cNvSpPr/>
            <p:nvPr/>
          </p:nvSpPr>
          <p:spPr>
            <a:xfrm>
              <a:off x="1135575" y="1289625"/>
              <a:ext cx="12575" cy="12575"/>
            </a:xfrm>
            <a:custGeom>
              <a:avLst/>
              <a:gdLst/>
              <a:ahLst/>
              <a:cxnLst/>
              <a:rect l="l" t="t" r="r" b="b"/>
              <a:pathLst>
                <a:path w="503" h="503" extrusionOk="0">
                  <a:moveTo>
                    <a:pt x="252" y="0"/>
                  </a:moveTo>
                  <a:cubicBezTo>
                    <a:pt x="116" y="0"/>
                    <a:pt x="0" y="116"/>
                    <a:pt x="0" y="252"/>
                  </a:cubicBezTo>
                  <a:cubicBezTo>
                    <a:pt x="0" y="387"/>
                    <a:pt x="116" y="503"/>
                    <a:pt x="252" y="503"/>
                  </a:cubicBezTo>
                  <a:cubicBezTo>
                    <a:pt x="387" y="503"/>
                    <a:pt x="503" y="387"/>
                    <a:pt x="503" y="252"/>
                  </a:cubicBezTo>
                  <a:cubicBezTo>
                    <a:pt x="503"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0" name="Google Shape;11030;p27"/>
            <p:cNvSpPr/>
            <p:nvPr/>
          </p:nvSpPr>
          <p:spPr>
            <a:xfrm>
              <a:off x="1227500" y="1289625"/>
              <a:ext cx="12400" cy="12575"/>
            </a:xfrm>
            <a:custGeom>
              <a:avLst/>
              <a:gdLst/>
              <a:ahLst/>
              <a:cxnLst/>
              <a:rect l="l" t="t" r="r" b="b"/>
              <a:pathLst>
                <a:path w="496" h="503" extrusionOk="0">
                  <a:moveTo>
                    <a:pt x="251" y="0"/>
                  </a:moveTo>
                  <a:cubicBezTo>
                    <a:pt x="109" y="0"/>
                    <a:pt x="0" y="116"/>
                    <a:pt x="0" y="252"/>
                  </a:cubicBezTo>
                  <a:cubicBezTo>
                    <a:pt x="0" y="387"/>
                    <a:pt x="109" y="503"/>
                    <a:pt x="251" y="503"/>
                  </a:cubicBezTo>
                  <a:cubicBezTo>
                    <a:pt x="387" y="503"/>
                    <a:pt x="496" y="387"/>
                    <a:pt x="496" y="252"/>
                  </a:cubicBezTo>
                  <a:cubicBezTo>
                    <a:pt x="496"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27"/>
            <p:cNvSpPr/>
            <p:nvPr/>
          </p:nvSpPr>
          <p:spPr>
            <a:xfrm>
              <a:off x="1319275" y="1289625"/>
              <a:ext cx="12550" cy="12575"/>
            </a:xfrm>
            <a:custGeom>
              <a:avLst/>
              <a:gdLst/>
              <a:ahLst/>
              <a:cxnLst/>
              <a:rect l="l" t="t" r="r" b="b"/>
              <a:pathLst>
                <a:path w="502" h="503" extrusionOk="0">
                  <a:moveTo>
                    <a:pt x="252" y="0"/>
                  </a:moveTo>
                  <a:cubicBezTo>
                    <a:pt x="114" y="0"/>
                    <a:pt x="1" y="116"/>
                    <a:pt x="1" y="252"/>
                  </a:cubicBezTo>
                  <a:cubicBezTo>
                    <a:pt x="1" y="387"/>
                    <a:pt x="114" y="503"/>
                    <a:pt x="252" y="503"/>
                  </a:cubicBezTo>
                  <a:cubicBezTo>
                    <a:pt x="388" y="503"/>
                    <a:pt x="501" y="387"/>
                    <a:pt x="501" y="252"/>
                  </a:cubicBezTo>
                  <a:cubicBezTo>
                    <a:pt x="501"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2" name="Google Shape;11032;p27"/>
            <p:cNvSpPr/>
            <p:nvPr/>
          </p:nvSpPr>
          <p:spPr>
            <a:xfrm>
              <a:off x="1411200" y="1289625"/>
              <a:ext cx="12425" cy="12575"/>
            </a:xfrm>
            <a:custGeom>
              <a:avLst/>
              <a:gdLst/>
              <a:ahLst/>
              <a:cxnLst/>
              <a:rect l="l" t="t" r="r" b="b"/>
              <a:pathLst>
                <a:path w="497" h="503" extrusionOk="0">
                  <a:moveTo>
                    <a:pt x="245" y="0"/>
                  </a:moveTo>
                  <a:cubicBezTo>
                    <a:pt x="109" y="0"/>
                    <a:pt x="1" y="116"/>
                    <a:pt x="1" y="252"/>
                  </a:cubicBezTo>
                  <a:cubicBezTo>
                    <a:pt x="1" y="387"/>
                    <a:pt x="109" y="503"/>
                    <a:pt x="245" y="503"/>
                  </a:cubicBezTo>
                  <a:cubicBezTo>
                    <a:pt x="388" y="503"/>
                    <a:pt x="496" y="387"/>
                    <a:pt x="496" y="252"/>
                  </a:cubicBezTo>
                  <a:cubicBezTo>
                    <a:pt x="496" y="116"/>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3" name="Google Shape;11033;p27"/>
            <p:cNvSpPr/>
            <p:nvPr/>
          </p:nvSpPr>
          <p:spPr>
            <a:xfrm>
              <a:off x="1503000" y="1289625"/>
              <a:ext cx="12525" cy="12575"/>
            </a:xfrm>
            <a:custGeom>
              <a:avLst/>
              <a:gdLst/>
              <a:ahLst/>
              <a:cxnLst/>
              <a:rect l="l" t="t" r="r" b="b"/>
              <a:pathLst>
                <a:path w="501" h="503" extrusionOk="0">
                  <a:moveTo>
                    <a:pt x="250" y="0"/>
                  </a:moveTo>
                  <a:cubicBezTo>
                    <a:pt x="114" y="0"/>
                    <a:pt x="0" y="116"/>
                    <a:pt x="0" y="252"/>
                  </a:cubicBezTo>
                  <a:cubicBezTo>
                    <a:pt x="0" y="387"/>
                    <a:pt x="114" y="503"/>
                    <a:pt x="250" y="503"/>
                  </a:cubicBezTo>
                  <a:cubicBezTo>
                    <a:pt x="387" y="503"/>
                    <a:pt x="501" y="387"/>
                    <a:pt x="501" y="252"/>
                  </a:cubicBezTo>
                  <a:cubicBezTo>
                    <a:pt x="501" y="116"/>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4" name="Google Shape;11034;p27"/>
            <p:cNvSpPr/>
            <p:nvPr/>
          </p:nvSpPr>
          <p:spPr>
            <a:xfrm>
              <a:off x="1594750" y="1289625"/>
              <a:ext cx="12575" cy="12575"/>
            </a:xfrm>
            <a:custGeom>
              <a:avLst/>
              <a:gdLst/>
              <a:ahLst/>
              <a:cxnLst/>
              <a:rect l="l" t="t" r="r" b="b"/>
              <a:pathLst>
                <a:path w="503" h="503" extrusionOk="0">
                  <a:moveTo>
                    <a:pt x="251" y="0"/>
                  </a:moveTo>
                  <a:cubicBezTo>
                    <a:pt x="115" y="0"/>
                    <a:pt x="0" y="116"/>
                    <a:pt x="0" y="252"/>
                  </a:cubicBezTo>
                  <a:cubicBezTo>
                    <a:pt x="0" y="387"/>
                    <a:pt x="115" y="503"/>
                    <a:pt x="251" y="503"/>
                  </a:cubicBezTo>
                  <a:cubicBezTo>
                    <a:pt x="394" y="503"/>
                    <a:pt x="503" y="387"/>
                    <a:pt x="503" y="252"/>
                  </a:cubicBezTo>
                  <a:cubicBezTo>
                    <a:pt x="503" y="116"/>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5" name="Google Shape;11035;p27"/>
            <p:cNvSpPr/>
            <p:nvPr/>
          </p:nvSpPr>
          <p:spPr>
            <a:xfrm>
              <a:off x="1686650" y="12896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6" name="Google Shape;11036;p27"/>
            <p:cNvSpPr/>
            <p:nvPr/>
          </p:nvSpPr>
          <p:spPr>
            <a:xfrm>
              <a:off x="1778450" y="1289625"/>
              <a:ext cx="12550" cy="12575"/>
            </a:xfrm>
            <a:custGeom>
              <a:avLst/>
              <a:gdLst/>
              <a:ahLst/>
              <a:cxnLst/>
              <a:rect l="l" t="t" r="r" b="b"/>
              <a:pathLst>
                <a:path w="502" h="503" extrusionOk="0">
                  <a:moveTo>
                    <a:pt x="252" y="0"/>
                  </a:moveTo>
                  <a:cubicBezTo>
                    <a:pt x="114" y="0"/>
                    <a:pt x="1" y="116"/>
                    <a:pt x="1" y="252"/>
                  </a:cubicBezTo>
                  <a:cubicBezTo>
                    <a:pt x="1" y="387"/>
                    <a:pt x="114" y="503"/>
                    <a:pt x="252" y="503"/>
                  </a:cubicBezTo>
                  <a:cubicBezTo>
                    <a:pt x="388" y="503"/>
                    <a:pt x="501" y="387"/>
                    <a:pt x="501" y="252"/>
                  </a:cubicBezTo>
                  <a:cubicBezTo>
                    <a:pt x="501"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7" name="Google Shape;11037;p27"/>
            <p:cNvSpPr/>
            <p:nvPr/>
          </p:nvSpPr>
          <p:spPr>
            <a:xfrm>
              <a:off x="1870375" y="1289625"/>
              <a:ext cx="12400" cy="12575"/>
            </a:xfrm>
            <a:custGeom>
              <a:avLst/>
              <a:gdLst/>
              <a:ahLst/>
              <a:cxnLst/>
              <a:rect l="l" t="t" r="r" b="b"/>
              <a:pathLst>
                <a:path w="496" h="503" extrusionOk="0">
                  <a:moveTo>
                    <a:pt x="252" y="0"/>
                  </a:moveTo>
                  <a:cubicBezTo>
                    <a:pt x="109" y="0"/>
                    <a:pt x="0" y="116"/>
                    <a:pt x="0" y="252"/>
                  </a:cubicBezTo>
                  <a:cubicBezTo>
                    <a:pt x="0" y="387"/>
                    <a:pt x="109" y="503"/>
                    <a:pt x="252" y="503"/>
                  </a:cubicBezTo>
                  <a:cubicBezTo>
                    <a:pt x="387" y="503"/>
                    <a:pt x="496" y="387"/>
                    <a:pt x="496" y="252"/>
                  </a:cubicBezTo>
                  <a:cubicBezTo>
                    <a:pt x="496"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8" name="Google Shape;11038;p27"/>
            <p:cNvSpPr/>
            <p:nvPr/>
          </p:nvSpPr>
          <p:spPr>
            <a:xfrm>
              <a:off x="1962150" y="1289625"/>
              <a:ext cx="12550" cy="12575"/>
            </a:xfrm>
            <a:custGeom>
              <a:avLst/>
              <a:gdLst/>
              <a:ahLst/>
              <a:cxnLst/>
              <a:rect l="l" t="t" r="r" b="b"/>
              <a:pathLst>
                <a:path w="502" h="503" extrusionOk="0">
                  <a:moveTo>
                    <a:pt x="250" y="0"/>
                  </a:moveTo>
                  <a:cubicBezTo>
                    <a:pt x="114" y="0"/>
                    <a:pt x="1" y="116"/>
                    <a:pt x="1" y="252"/>
                  </a:cubicBezTo>
                  <a:cubicBezTo>
                    <a:pt x="1" y="387"/>
                    <a:pt x="114" y="503"/>
                    <a:pt x="250" y="503"/>
                  </a:cubicBezTo>
                  <a:cubicBezTo>
                    <a:pt x="388" y="503"/>
                    <a:pt x="502" y="387"/>
                    <a:pt x="502" y="252"/>
                  </a:cubicBezTo>
                  <a:cubicBezTo>
                    <a:pt x="502"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9" name="Google Shape;11039;p27"/>
            <p:cNvSpPr/>
            <p:nvPr/>
          </p:nvSpPr>
          <p:spPr>
            <a:xfrm>
              <a:off x="2054075" y="1289625"/>
              <a:ext cx="12425" cy="12575"/>
            </a:xfrm>
            <a:custGeom>
              <a:avLst/>
              <a:gdLst/>
              <a:ahLst/>
              <a:cxnLst/>
              <a:rect l="l" t="t" r="r" b="b"/>
              <a:pathLst>
                <a:path w="497" h="503" extrusionOk="0">
                  <a:moveTo>
                    <a:pt x="252" y="0"/>
                  </a:moveTo>
                  <a:cubicBezTo>
                    <a:pt x="109" y="0"/>
                    <a:pt x="1" y="116"/>
                    <a:pt x="1" y="252"/>
                  </a:cubicBezTo>
                  <a:cubicBezTo>
                    <a:pt x="1" y="387"/>
                    <a:pt x="109" y="503"/>
                    <a:pt x="252" y="503"/>
                  </a:cubicBezTo>
                  <a:cubicBezTo>
                    <a:pt x="388" y="503"/>
                    <a:pt x="496" y="387"/>
                    <a:pt x="496" y="252"/>
                  </a:cubicBezTo>
                  <a:cubicBezTo>
                    <a:pt x="496"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0" name="Google Shape;11040;p27"/>
            <p:cNvSpPr/>
            <p:nvPr/>
          </p:nvSpPr>
          <p:spPr>
            <a:xfrm>
              <a:off x="2145825" y="12896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1" name="Google Shape;11041;p27"/>
            <p:cNvSpPr/>
            <p:nvPr/>
          </p:nvSpPr>
          <p:spPr>
            <a:xfrm>
              <a:off x="2237800" y="1289625"/>
              <a:ext cx="12350" cy="12575"/>
            </a:xfrm>
            <a:custGeom>
              <a:avLst/>
              <a:gdLst/>
              <a:ahLst/>
              <a:cxnLst/>
              <a:rect l="l" t="t" r="r" b="b"/>
              <a:pathLst>
                <a:path w="494" h="503" extrusionOk="0">
                  <a:moveTo>
                    <a:pt x="244" y="0"/>
                  </a:moveTo>
                  <a:cubicBezTo>
                    <a:pt x="107" y="0"/>
                    <a:pt x="0" y="116"/>
                    <a:pt x="0" y="252"/>
                  </a:cubicBezTo>
                  <a:cubicBezTo>
                    <a:pt x="0" y="387"/>
                    <a:pt x="107" y="503"/>
                    <a:pt x="244" y="503"/>
                  </a:cubicBezTo>
                  <a:cubicBezTo>
                    <a:pt x="387" y="503"/>
                    <a:pt x="494" y="387"/>
                    <a:pt x="494" y="252"/>
                  </a:cubicBezTo>
                  <a:cubicBezTo>
                    <a:pt x="494" y="116"/>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2" name="Google Shape;11042;p27"/>
            <p:cNvSpPr/>
            <p:nvPr/>
          </p:nvSpPr>
          <p:spPr>
            <a:xfrm>
              <a:off x="2329550" y="1289625"/>
              <a:ext cx="12575" cy="12575"/>
            </a:xfrm>
            <a:custGeom>
              <a:avLst/>
              <a:gdLst/>
              <a:ahLst/>
              <a:cxnLst/>
              <a:rect l="l" t="t" r="r" b="b"/>
              <a:pathLst>
                <a:path w="503" h="503" extrusionOk="0">
                  <a:moveTo>
                    <a:pt x="251" y="0"/>
                  </a:moveTo>
                  <a:cubicBezTo>
                    <a:pt x="115" y="0"/>
                    <a:pt x="0" y="116"/>
                    <a:pt x="0" y="252"/>
                  </a:cubicBezTo>
                  <a:cubicBezTo>
                    <a:pt x="0" y="387"/>
                    <a:pt x="115" y="503"/>
                    <a:pt x="251" y="503"/>
                  </a:cubicBezTo>
                  <a:cubicBezTo>
                    <a:pt x="387" y="503"/>
                    <a:pt x="502" y="387"/>
                    <a:pt x="502" y="252"/>
                  </a:cubicBezTo>
                  <a:cubicBezTo>
                    <a:pt x="502"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3" name="Google Shape;11043;p27"/>
            <p:cNvSpPr/>
            <p:nvPr/>
          </p:nvSpPr>
          <p:spPr>
            <a:xfrm>
              <a:off x="2421325" y="1289625"/>
              <a:ext cx="12550" cy="12575"/>
            </a:xfrm>
            <a:custGeom>
              <a:avLst/>
              <a:gdLst/>
              <a:ahLst/>
              <a:cxnLst/>
              <a:rect l="l" t="t" r="r" b="b"/>
              <a:pathLst>
                <a:path w="502" h="503" extrusionOk="0">
                  <a:moveTo>
                    <a:pt x="250" y="0"/>
                  </a:moveTo>
                  <a:cubicBezTo>
                    <a:pt x="114" y="0"/>
                    <a:pt x="1" y="116"/>
                    <a:pt x="1" y="252"/>
                  </a:cubicBezTo>
                  <a:cubicBezTo>
                    <a:pt x="1" y="387"/>
                    <a:pt x="114" y="503"/>
                    <a:pt x="250" y="503"/>
                  </a:cubicBezTo>
                  <a:cubicBezTo>
                    <a:pt x="395" y="503"/>
                    <a:pt x="501" y="387"/>
                    <a:pt x="501" y="252"/>
                  </a:cubicBezTo>
                  <a:cubicBezTo>
                    <a:pt x="501" y="116"/>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4" name="Google Shape;11044;p27"/>
            <p:cNvSpPr/>
            <p:nvPr/>
          </p:nvSpPr>
          <p:spPr>
            <a:xfrm>
              <a:off x="2513250" y="1289625"/>
              <a:ext cx="12575" cy="12575"/>
            </a:xfrm>
            <a:custGeom>
              <a:avLst/>
              <a:gdLst/>
              <a:ahLst/>
              <a:cxnLst/>
              <a:rect l="l" t="t" r="r" b="b"/>
              <a:pathLst>
                <a:path w="503" h="503" extrusionOk="0">
                  <a:moveTo>
                    <a:pt x="252" y="0"/>
                  </a:moveTo>
                  <a:cubicBezTo>
                    <a:pt x="109" y="0"/>
                    <a:pt x="0" y="116"/>
                    <a:pt x="0" y="252"/>
                  </a:cubicBezTo>
                  <a:cubicBezTo>
                    <a:pt x="0" y="387"/>
                    <a:pt x="109"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5" name="Google Shape;11045;p27"/>
            <p:cNvSpPr/>
            <p:nvPr/>
          </p:nvSpPr>
          <p:spPr>
            <a:xfrm>
              <a:off x="2605000" y="1289625"/>
              <a:ext cx="12575" cy="12575"/>
            </a:xfrm>
            <a:custGeom>
              <a:avLst/>
              <a:gdLst/>
              <a:ahLst/>
              <a:cxnLst/>
              <a:rect l="l" t="t" r="r" b="b"/>
              <a:pathLst>
                <a:path w="503" h="503" extrusionOk="0">
                  <a:moveTo>
                    <a:pt x="252" y="0"/>
                  </a:moveTo>
                  <a:cubicBezTo>
                    <a:pt x="116" y="0"/>
                    <a:pt x="0" y="116"/>
                    <a:pt x="0" y="252"/>
                  </a:cubicBezTo>
                  <a:cubicBezTo>
                    <a:pt x="0" y="387"/>
                    <a:pt x="116" y="503"/>
                    <a:pt x="252" y="503"/>
                  </a:cubicBezTo>
                  <a:cubicBezTo>
                    <a:pt x="387" y="503"/>
                    <a:pt x="503" y="387"/>
                    <a:pt x="503" y="252"/>
                  </a:cubicBezTo>
                  <a:cubicBezTo>
                    <a:pt x="503"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6" name="Google Shape;11046;p27"/>
            <p:cNvSpPr/>
            <p:nvPr/>
          </p:nvSpPr>
          <p:spPr>
            <a:xfrm>
              <a:off x="2696950" y="1289625"/>
              <a:ext cx="12375" cy="12575"/>
            </a:xfrm>
            <a:custGeom>
              <a:avLst/>
              <a:gdLst/>
              <a:ahLst/>
              <a:cxnLst/>
              <a:rect l="l" t="t" r="r" b="b"/>
              <a:pathLst>
                <a:path w="495" h="503" extrusionOk="0">
                  <a:moveTo>
                    <a:pt x="252" y="0"/>
                  </a:moveTo>
                  <a:cubicBezTo>
                    <a:pt x="108" y="0"/>
                    <a:pt x="1" y="116"/>
                    <a:pt x="1" y="252"/>
                  </a:cubicBezTo>
                  <a:cubicBezTo>
                    <a:pt x="1" y="387"/>
                    <a:pt x="108" y="503"/>
                    <a:pt x="252" y="503"/>
                  </a:cubicBezTo>
                  <a:cubicBezTo>
                    <a:pt x="388" y="503"/>
                    <a:pt x="495" y="387"/>
                    <a:pt x="495" y="252"/>
                  </a:cubicBezTo>
                  <a:cubicBezTo>
                    <a:pt x="495"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7" name="Google Shape;11047;p27"/>
            <p:cNvSpPr/>
            <p:nvPr/>
          </p:nvSpPr>
          <p:spPr>
            <a:xfrm>
              <a:off x="2788700" y="12896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8" name="Google Shape;11048;p27"/>
            <p:cNvSpPr/>
            <p:nvPr/>
          </p:nvSpPr>
          <p:spPr>
            <a:xfrm>
              <a:off x="2880675" y="1289625"/>
              <a:ext cx="12375" cy="12575"/>
            </a:xfrm>
            <a:custGeom>
              <a:avLst/>
              <a:gdLst/>
              <a:ahLst/>
              <a:cxnLst/>
              <a:rect l="l" t="t" r="r" b="b"/>
              <a:pathLst>
                <a:path w="495" h="503" extrusionOk="0">
                  <a:moveTo>
                    <a:pt x="243" y="0"/>
                  </a:moveTo>
                  <a:cubicBezTo>
                    <a:pt x="107" y="0"/>
                    <a:pt x="0" y="116"/>
                    <a:pt x="0" y="252"/>
                  </a:cubicBezTo>
                  <a:cubicBezTo>
                    <a:pt x="0" y="387"/>
                    <a:pt x="107" y="503"/>
                    <a:pt x="243" y="503"/>
                  </a:cubicBezTo>
                  <a:cubicBezTo>
                    <a:pt x="387" y="503"/>
                    <a:pt x="494" y="387"/>
                    <a:pt x="494" y="252"/>
                  </a:cubicBezTo>
                  <a:cubicBezTo>
                    <a:pt x="494" y="116"/>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9" name="Google Shape;11049;p27"/>
            <p:cNvSpPr/>
            <p:nvPr/>
          </p:nvSpPr>
          <p:spPr>
            <a:xfrm>
              <a:off x="2972425" y="1289625"/>
              <a:ext cx="12575" cy="12575"/>
            </a:xfrm>
            <a:custGeom>
              <a:avLst/>
              <a:gdLst/>
              <a:ahLst/>
              <a:cxnLst/>
              <a:rect l="l" t="t" r="r" b="b"/>
              <a:pathLst>
                <a:path w="503" h="503" extrusionOk="0">
                  <a:moveTo>
                    <a:pt x="251" y="0"/>
                  </a:moveTo>
                  <a:cubicBezTo>
                    <a:pt x="115" y="0"/>
                    <a:pt x="0" y="116"/>
                    <a:pt x="0" y="252"/>
                  </a:cubicBezTo>
                  <a:cubicBezTo>
                    <a:pt x="0" y="387"/>
                    <a:pt x="115" y="503"/>
                    <a:pt x="251" y="503"/>
                  </a:cubicBezTo>
                  <a:cubicBezTo>
                    <a:pt x="387" y="503"/>
                    <a:pt x="503" y="387"/>
                    <a:pt x="503" y="252"/>
                  </a:cubicBezTo>
                  <a:cubicBezTo>
                    <a:pt x="503"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0" name="Google Shape;11050;p27"/>
            <p:cNvSpPr/>
            <p:nvPr/>
          </p:nvSpPr>
          <p:spPr>
            <a:xfrm>
              <a:off x="3064375" y="1289625"/>
              <a:ext cx="12375" cy="12575"/>
            </a:xfrm>
            <a:custGeom>
              <a:avLst/>
              <a:gdLst/>
              <a:ahLst/>
              <a:cxnLst/>
              <a:rect l="l" t="t" r="r" b="b"/>
              <a:pathLst>
                <a:path w="495" h="503" extrusionOk="0">
                  <a:moveTo>
                    <a:pt x="243" y="0"/>
                  </a:moveTo>
                  <a:cubicBezTo>
                    <a:pt x="107" y="0"/>
                    <a:pt x="1" y="116"/>
                    <a:pt x="1" y="252"/>
                  </a:cubicBezTo>
                  <a:cubicBezTo>
                    <a:pt x="1" y="387"/>
                    <a:pt x="107" y="503"/>
                    <a:pt x="243" y="503"/>
                  </a:cubicBezTo>
                  <a:cubicBezTo>
                    <a:pt x="388" y="503"/>
                    <a:pt x="495" y="387"/>
                    <a:pt x="495" y="252"/>
                  </a:cubicBezTo>
                  <a:cubicBezTo>
                    <a:pt x="495" y="116"/>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1" name="Google Shape;11051;p27"/>
            <p:cNvSpPr/>
            <p:nvPr/>
          </p:nvSpPr>
          <p:spPr>
            <a:xfrm>
              <a:off x="3156125" y="12896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2" name="Google Shape;11052;p27"/>
            <p:cNvSpPr/>
            <p:nvPr/>
          </p:nvSpPr>
          <p:spPr>
            <a:xfrm>
              <a:off x="3247875" y="1289625"/>
              <a:ext cx="12575" cy="12575"/>
            </a:xfrm>
            <a:custGeom>
              <a:avLst/>
              <a:gdLst/>
              <a:ahLst/>
              <a:cxnLst/>
              <a:rect l="l" t="t" r="r" b="b"/>
              <a:pathLst>
                <a:path w="503"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3" name="Google Shape;11053;p27"/>
            <p:cNvSpPr/>
            <p:nvPr/>
          </p:nvSpPr>
          <p:spPr>
            <a:xfrm>
              <a:off x="3339850" y="1289625"/>
              <a:ext cx="12525" cy="12575"/>
            </a:xfrm>
            <a:custGeom>
              <a:avLst/>
              <a:gdLst/>
              <a:ahLst/>
              <a:cxnLst/>
              <a:rect l="l" t="t" r="r" b="b"/>
              <a:pathLst>
                <a:path w="501" h="503" extrusionOk="0">
                  <a:moveTo>
                    <a:pt x="251" y="0"/>
                  </a:moveTo>
                  <a:cubicBezTo>
                    <a:pt x="107" y="0"/>
                    <a:pt x="0" y="116"/>
                    <a:pt x="0" y="252"/>
                  </a:cubicBezTo>
                  <a:cubicBezTo>
                    <a:pt x="0" y="387"/>
                    <a:pt x="107" y="503"/>
                    <a:pt x="251" y="503"/>
                  </a:cubicBezTo>
                  <a:cubicBezTo>
                    <a:pt x="387" y="503"/>
                    <a:pt x="501" y="387"/>
                    <a:pt x="501" y="252"/>
                  </a:cubicBezTo>
                  <a:cubicBezTo>
                    <a:pt x="501"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4" name="Google Shape;11054;p27"/>
            <p:cNvSpPr/>
            <p:nvPr/>
          </p:nvSpPr>
          <p:spPr>
            <a:xfrm>
              <a:off x="3431575" y="12896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5" name="Google Shape;11055;p27"/>
            <p:cNvSpPr/>
            <p:nvPr/>
          </p:nvSpPr>
          <p:spPr>
            <a:xfrm>
              <a:off x="3523550" y="1289625"/>
              <a:ext cx="12375" cy="12575"/>
            </a:xfrm>
            <a:custGeom>
              <a:avLst/>
              <a:gdLst/>
              <a:ahLst/>
              <a:cxnLst/>
              <a:rect l="l" t="t" r="r" b="b"/>
              <a:pathLst>
                <a:path w="495" h="503" extrusionOk="0">
                  <a:moveTo>
                    <a:pt x="250" y="0"/>
                  </a:moveTo>
                  <a:cubicBezTo>
                    <a:pt x="107" y="0"/>
                    <a:pt x="0" y="116"/>
                    <a:pt x="0" y="252"/>
                  </a:cubicBezTo>
                  <a:cubicBezTo>
                    <a:pt x="0" y="387"/>
                    <a:pt x="107" y="503"/>
                    <a:pt x="250" y="503"/>
                  </a:cubicBezTo>
                  <a:cubicBezTo>
                    <a:pt x="388" y="503"/>
                    <a:pt x="494" y="387"/>
                    <a:pt x="494" y="252"/>
                  </a:cubicBezTo>
                  <a:cubicBezTo>
                    <a:pt x="494"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6" name="Google Shape;11056;p27"/>
            <p:cNvSpPr/>
            <p:nvPr/>
          </p:nvSpPr>
          <p:spPr>
            <a:xfrm>
              <a:off x="676400" y="1381375"/>
              <a:ext cx="12600" cy="12575"/>
            </a:xfrm>
            <a:custGeom>
              <a:avLst/>
              <a:gdLst/>
              <a:ahLst/>
              <a:cxnLst/>
              <a:rect l="l" t="t" r="r" b="b"/>
              <a:pathLst>
                <a:path w="504" h="503" extrusionOk="0">
                  <a:moveTo>
                    <a:pt x="252" y="0"/>
                  </a:moveTo>
                  <a:cubicBezTo>
                    <a:pt x="116" y="0"/>
                    <a:pt x="1" y="116"/>
                    <a:pt x="1" y="251"/>
                  </a:cubicBezTo>
                  <a:cubicBezTo>
                    <a:pt x="1" y="394"/>
                    <a:pt x="116" y="503"/>
                    <a:pt x="252" y="503"/>
                  </a:cubicBezTo>
                  <a:cubicBezTo>
                    <a:pt x="388" y="503"/>
                    <a:pt x="503" y="394"/>
                    <a:pt x="503" y="251"/>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7" name="Google Shape;11057;p27"/>
            <p:cNvSpPr/>
            <p:nvPr/>
          </p:nvSpPr>
          <p:spPr>
            <a:xfrm>
              <a:off x="768325" y="1381375"/>
              <a:ext cx="12400" cy="12575"/>
            </a:xfrm>
            <a:custGeom>
              <a:avLst/>
              <a:gdLst/>
              <a:ahLst/>
              <a:cxnLst/>
              <a:rect l="l" t="t" r="r" b="b"/>
              <a:pathLst>
                <a:path w="496" h="503" extrusionOk="0">
                  <a:moveTo>
                    <a:pt x="245" y="0"/>
                  </a:moveTo>
                  <a:cubicBezTo>
                    <a:pt x="109" y="0"/>
                    <a:pt x="0" y="116"/>
                    <a:pt x="0" y="251"/>
                  </a:cubicBezTo>
                  <a:cubicBezTo>
                    <a:pt x="0" y="394"/>
                    <a:pt x="109" y="503"/>
                    <a:pt x="245" y="503"/>
                  </a:cubicBezTo>
                  <a:cubicBezTo>
                    <a:pt x="388" y="503"/>
                    <a:pt x="496" y="394"/>
                    <a:pt x="496" y="251"/>
                  </a:cubicBezTo>
                  <a:cubicBezTo>
                    <a:pt x="496" y="116"/>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8" name="Google Shape;11058;p27"/>
            <p:cNvSpPr/>
            <p:nvPr/>
          </p:nvSpPr>
          <p:spPr>
            <a:xfrm>
              <a:off x="860125" y="1381375"/>
              <a:ext cx="12525" cy="12575"/>
            </a:xfrm>
            <a:custGeom>
              <a:avLst/>
              <a:gdLst/>
              <a:ahLst/>
              <a:cxnLst/>
              <a:rect l="l" t="t" r="r" b="b"/>
              <a:pathLst>
                <a:path w="501" h="503" extrusionOk="0">
                  <a:moveTo>
                    <a:pt x="251" y="0"/>
                  </a:moveTo>
                  <a:cubicBezTo>
                    <a:pt x="114" y="0"/>
                    <a:pt x="0" y="116"/>
                    <a:pt x="0" y="251"/>
                  </a:cubicBezTo>
                  <a:cubicBezTo>
                    <a:pt x="0" y="394"/>
                    <a:pt x="114" y="503"/>
                    <a:pt x="251" y="503"/>
                  </a:cubicBezTo>
                  <a:cubicBezTo>
                    <a:pt x="387" y="503"/>
                    <a:pt x="501" y="394"/>
                    <a:pt x="501" y="251"/>
                  </a:cubicBezTo>
                  <a:cubicBezTo>
                    <a:pt x="501"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9" name="Google Shape;11059;p27"/>
            <p:cNvSpPr/>
            <p:nvPr/>
          </p:nvSpPr>
          <p:spPr>
            <a:xfrm>
              <a:off x="951850" y="1381375"/>
              <a:ext cx="12600" cy="12575"/>
            </a:xfrm>
            <a:custGeom>
              <a:avLst/>
              <a:gdLst/>
              <a:ahLst/>
              <a:cxnLst/>
              <a:rect l="l" t="t" r="r" b="b"/>
              <a:pathLst>
                <a:path w="504" h="503" extrusionOk="0">
                  <a:moveTo>
                    <a:pt x="252" y="0"/>
                  </a:moveTo>
                  <a:cubicBezTo>
                    <a:pt x="116" y="0"/>
                    <a:pt x="1" y="116"/>
                    <a:pt x="1" y="251"/>
                  </a:cubicBezTo>
                  <a:cubicBezTo>
                    <a:pt x="1" y="394"/>
                    <a:pt x="116" y="503"/>
                    <a:pt x="252" y="503"/>
                  </a:cubicBezTo>
                  <a:cubicBezTo>
                    <a:pt x="388" y="503"/>
                    <a:pt x="503" y="394"/>
                    <a:pt x="503" y="251"/>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0" name="Google Shape;11060;p27"/>
            <p:cNvSpPr/>
            <p:nvPr/>
          </p:nvSpPr>
          <p:spPr>
            <a:xfrm>
              <a:off x="1043825" y="1381375"/>
              <a:ext cx="12375" cy="12575"/>
            </a:xfrm>
            <a:custGeom>
              <a:avLst/>
              <a:gdLst/>
              <a:ahLst/>
              <a:cxnLst/>
              <a:rect l="l" t="t" r="r" b="b"/>
              <a:pathLst>
                <a:path w="495" h="503" extrusionOk="0">
                  <a:moveTo>
                    <a:pt x="250" y="0"/>
                  </a:moveTo>
                  <a:cubicBezTo>
                    <a:pt x="107" y="0"/>
                    <a:pt x="0" y="116"/>
                    <a:pt x="0" y="251"/>
                  </a:cubicBezTo>
                  <a:cubicBezTo>
                    <a:pt x="0" y="394"/>
                    <a:pt x="107" y="503"/>
                    <a:pt x="250" y="503"/>
                  </a:cubicBezTo>
                  <a:cubicBezTo>
                    <a:pt x="388" y="503"/>
                    <a:pt x="494" y="394"/>
                    <a:pt x="494" y="251"/>
                  </a:cubicBezTo>
                  <a:cubicBezTo>
                    <a:pt x="494"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1" name="Google Shape;11061;p27"/>
            <p:cNvSpPr/>
            <p:nvPr/>
          </p:nvSpPr>
          <p:spPr>
            <a:xfrm>
              <a:off x="1135575" y="1381375"/>
              <a:ext cx="12575" cy="12575"/>
            </a:xfrm>
            <a:custGeom>
              <a:avLst/>
              <a:gdLst/>
              <a:ahLst/>
              <a:cxnLst/>
              <a:rect l="l" t="t" r="r" b="b"/>
              <a:pathLst>
                <a:path w="503" h="503" extrusionOk="0">
                  <a:moveTo>
                    <a:pt x="252" y="0"/>
                  </a:moveTo>
                  <a:cubicBezTo>
                    <a:pt x="116" y="0"/>
                    <a:pt x="0" y="116"/>
                    <a:pt x="0" y="251"/>
                  </a:cubicBezTo>
                  <a:cubicBezTo>
                    <a:pt x="0" y="394"/>
                    <a:pt x="116" y="503"/>
                    <a:pt x="252" y="503"/>
                  </a:cubicBezTo>
                  <a:cubicBezTo>
                    <a:pt x="387" y="503"/>
                    <a:pt x="503" y="394"/>
                    <a:pt x="503" y="251"/>
                  </a:cubicBezTo>
                  <a:cubicBezTo>
                    <a:pt x="503"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2" name="Google Shape;11062;p27"/>
            <p:cNvSpPr/>
            <p:nvPr/>
          </p:nvSpPr>
          <p:spPr>
            <a:xfrm>
              <a:off x="1227500" y="1381375"/>
              <a:ext cx="12400" cy="12575"/>
            </a:xfrm>
            <a:custGeom>
              <a:avLst/>
              <a:gdLst/>
              <a:ahLst/>
              <a:cxnLst/>
              <a:rect l="l" t="t" r="r" b="b"/>
              <a:pathLst>
                <a:path w="496" h="503" extrusionOk="0">
                  <a:moveTo>
                    <a:pt x="251" y="0"/>
                  </a:moveTo>
                  <a:cubicBezTo>
                    <a:pt x="109" y="0"/>
                    <a:pt x="0" y="116"/>
                    <a:pt x="0" y="251"/>
                  </a:cubicBezTo>
                  <a:cubicBezTo>
                    <a:pt x="0" y="394"/>
                    <a:pt x="109" y="503"/>
                    <a:pt x="251" y="503"/>
                  </a:cubicBezTo>
                  <a:cubicBezTo>
                    <a:pt x="387" y="503"/>
                    <a:pt x="496" y="394"/>
                    <a:pt x="496" y="251"/>
                  </a:cubicBezTo>
                  <a:cubicBezTo>
                    <a:pt x="496"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3" name="Google Shape;11063;p27"/>
            <p:cNvSpPr/>
            <p:nvPr/>
          </p:nvSpPr>
          <p:spPr>
            <a:xfrm>
              <a:off x="1319275" y="1381375"/>
              <a:ext cx="12550" cy="12575"/>
            </a:xfrm>
            <a:custGeom>
              <a:avLst/>
              <a:gdLst/>
              <a:ahLst/>
              <a:cxnLst/>
              <a:rect l="l" t="t" r="r" b="b"/>
              <a:pathLst>
                <a:path w="502" h="503" extrusionOk="0">
                  <a:moveTo>
                    <a:pt x="252" y="0"/>
                  </a:moveTo>
                  <a:cubicBezTo>
                    <a:pt x="114" y="0"/>
                    <a:pt x="1" y="116"/>
                    <a:pt x="1" y="251"/>
                  </a:cubicBezTo>
                  <a:cubicBezTo>
                    <a:pt x="1" y="394"/>
                    <a:pt x="114" y="503"/>
                    <a:pt x="252" y="503"/>
                  </a:cubicBezTo>
                  <a:cubicBezTo>
                    <a:pt x="388" y="503"/>
                    <a:pt x="501" y="394"/>
                    <a:pt x="501" y="251"/>
                  </a:cubicBezTo>
                  <a:cubicBezTo>
                    <a:pt x="501"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4" name="Google Shape;11064;p27"/>
            <p:cNvSpPr/>
            <p:nvPr/>
          </p:nvSpPr>
          <p:spPr>
            <a:xfrm>
              <a:off x="1411200" y="1381375"/>
              <a:ext cx="12425" cy="12575"/>
            </a:xfrm>
            <a:custGeom>
              <a:avLst/>
              <a:gdLst/>
              <a:ahLst/>
              <a:cxnLst/>
              <a:rect l="l" t="t" r="r" b="b"/>
              <a:pathLst>
                <a:path w="497" h="503" extrusionOk="0">
                  <a:moveTo>
                    <a:pt x="245" y="0"/>
                  </a:moveTo>
                  <a:cubicBezTo>
                    <a:pt x="109" y="0"/>
                    <a:pt x="1" y="116"/>
                    <a:pt x="1" y="251"/>
                  </a:cubicBezTo>
                  <a:cubicBezTo>
                    <a:pt x="1" y="394"/>
                    <a:pt x="109" y="503"/>
                    <a:pt x="245" y="503"/>
                  </a:cubicBezTo>
                  <a:cubicBezTo>
                    <a:pt x="388" y="503"/>
                    <a:pt x="496" y="394"/>
                    <a:pt x="496" y="251"/>
                  </a:cubicBezTo>
                  <a:cubicBezTo>
                    <a:pt x="496" y="116"/>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5" name="Google Shape;11065;p27"/>
            <p:cNvSpPr/>
            <p:nvPr/>
          </p:nvSpPr>
          <p:spPr>
            <a:xfrm>
              <a:off x="1503000" y="1381375"/>
              <a:ext cx="12525" cy="12575"/>
            </a:xfrm>
            <a:custGeom>
              <a:avLst/>
              <a:gdLst/>
              <a:ahLst/>
              <a:cxnLst/>
              <a:rect l="l" t="t" r="r" b="b"/>
              <a:pathLst>
                <a:path w="501" h="503" extrusionOk="0">
                  <a:moveTo>
                    <a:pt x="250" y="0"/>
                  </a:moveTo>
                  <a:cubicBezTo>
                    <a:pt x="114" y="0"/>
                    <a:pt x="0" y="116"/>
                    <a:pt x="0" y="251"/>
                  </a:cubicBezTo>
                  <a:cubicBezTo>
                    <a:pt x="0" y="394"/>
                    <a:pt x="114" y="503"/>
                    <a:pt x="250" y="503"/>
                  </a:cubicBezTo>
                  <a:cubicBezTo>
                    <a:pt x="387" y="503"/>
                    <a:pt x="501" y="394"/>
                    <a:pt x="501" y="251"/>
                  </a:cubicBezTo>
                  <a:cubicBezTo>
                    <a:pt x="501" y="116"/>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6" name="Google Shape;11066;p27"/>
            <p:cNvSpPr/>
            <p:nvPr/>
          </p:nvSpPr>
          <p:spPr>
            <a:xfrm>
              <a:off x="1594750" y="1381375"/>
              <a:ext cx="12575" cy="12575"/>
            </a:xfrm>
            <a:custGeom>
              <a:avLst/>
              <a:gdLst/>
              <a:ahLst/>
              <a:cxnLst/>
              <a:rect l="l" t="t" r="r" b="b"/>
              <a:pathLst>
                <a:path w="503" h="503" extrusionOk="0">
                  <a:moveTo>
                    <a:pt x="251" y="0"/>
                  </a:moveTo>
                  <a:cubicBezTo>
                    <a:pt x="115" y="0"/>
                    <a:pt x="0" y="116"/>
                    <a:pt x="0" y="251"/>
                  </a:cubicBezTo>
                  <a:cubicBezTo>
                    <a:pt x="0" y="394"/>
                    <a:pt x="115" y="503"/>
                    <a:pt x="251" y="503"/>
                  </a:cubicBezTo>
                  <a:cubicBezTo>
                    <a:pt x="394" y="503"/>
                    <a:pt x="503" y="394"/>
                    <a:pt x="503" y="251"/>
                  </a:cubicBezTo>
                  <a:cubicBezTo>
                    <a:pt x="503" y="116"/>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7" name="Google Shape;11067;p27"/>
            <p:cNvSpPr/>
            <p:nvPr/>
          </p:nvSpPr>
          <p:spPr>
            <a:xfrm>
              <a:off x="1686650" y="1381375"/>
              <a:ext cx="12600" cy="12575"/>
            </a:xfrm>
            <a:custGeom>
              <a:avLst/>
              <a:gdLst/>
              <a:ahLst/>
              <a:cxnLst/>
              <a:rect l="l" t="t" r="r" b="b"/>
              <a:pathLst>
                <a:path w="504" h="503" extrusionOk="0">
                  <a:moveTo>
                    <a:pt x="252" y="0"/>
                  </a:moveTo>
                  <a:cubicBezTo>
                    <a:pt x="116" y="0"/>
                    <a:pt x="1" y="116"/>
                    <a:pt x="1" y="251"/>
                  </a:cubicBezTo>
                  <a:cubicBezTo>
                    <a:pt x="1" y="394"/>
                    <a:pt x="116" y="503"/>
                    <a:pt x="252" y="503"/>
                  </a:cubicBezTo>
                  <a:cubicBezTo>
                    <a:pt x="388" y="503"/>
                    <a:pt x="503" y="394"/>
                    <a:pt x="503" y="251"/>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8" name="Google Shape;11068;p27"/>
            <p:cNvSpPr/>
            <p:nvPr/>
          </p:nvSpPr>
          <p:spPr>
            <a:xfrm>
              <a:off x="1778450" y="1381375"/>
              <a:ext cx="12550" cy="12575"/>
            </a:xfrm>
            <a:custGeom>
              <a:avLst/>
              <a:gdLst/>
              <a:ahLst/>
              <a:cxnLst/>
              <a:rect l="l" t="t" r="r" b="b"/>
              <a:pathLst>
                <a:path w="502" h="503" extrusionOk="0">
                  <a:moveTo>
                    <a:pt x="252" y="0"/>
                  </a:moveTo>
                  <a:cubicBezTo>
                    <a:pt x="114" y="0"/>
                    <a:pt x="1" y="116"/>
                    <a:pt x="1" y="251"/>
                  </a:cubicBezTo>
                  <a:cubicBezTo>
                    <a:pt x="1" y="394"/>
                    <a:pt x="114" y="503"/>
                    <a:pt x="252" y="503"/>
                  </a:cubicBezTo>
                  <a:cubicBezTo>
                    <a:pt x="388" y="503"/>
                    <a:pt x="501" y="394"/>
                    <a:pt x="501" y="251"/>
                  </a:cubicBezTo>
                  <a:cubicBezTo>
                    <a:pt x="501"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9" name="Google Shape;11069;p27"/>
            <p:cNvSpPr/>
            <p:nvPr/>
          </p:nvSpPr>
          <p:spPr>
            <a:xfrm>
              <a:off x="1870375" y="1381375"/>
              <a:ext cx="12400" cy="12575"/>
            </a:xfrm>
            <a:custGeom>
              <a:avLst/>
              <a:gdLst/>
              <a:ahLst/>
              <a:cxnLst/>
              <a:rect l="l" t="t" r="r" b="b"/>
              <a:pathLst>
                <a:path w="496" h="503" extrusionOk="0">
                  <a:moveTo>
                    <a:pt x="252" y="0"/>
                  </a:moveTo>
                  <a:cubicBezTo>
                    <a:pt x="109" y="0"/>
                    <a:pt x="0" y="116"/>
                    <a:pt x="0" y="251"/>
                  </a:cubicBezTo>
                  <a:cubicBezTo>
                    <a:pt x="0" y="394"/>
                    <a:pt x="109" y="503"/>
                    <a:pt x="252" y="503"/>
                  </a:cubicBezTo>
                  <a:cubicBezTo>
                    <a:pt x="387" y="503"/>
                    <a:pt x="496" y="394"/>
                    <a:pt x="496" y="251"/>
                  </a:cubicBezTo>
                  <a:cubicBezTo>
                    <a:pt x="496"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0" name="Google Shape;11070;p27"/>
            <p:cNvSpPr/>
            <p:nvPr/>
          </p:nvSpPr>
          <p:spPr>
            <a:xfrm>
              <a:off x="1962150" y="1381375"/>
              <a:ext cx="12550" cy="12575"/>
            </a:xfrm>
            <a:custGeom>
              <a:avLst/>
              <a:gdLst/>
              <a:ahLst/>
              <a:cxnLst/>
              <a:rect l="l" t="t" r="r" b="b"/>
              <a:pathLst>
                <a:path w="502" h="503" extrusionOk="0">
                  <a:moveTo>
                    <a:pt x="250" y="0"/>
                  </a:moveTo>
                  <a:cubicBezTo>
                    <a:pt x="114" y="0"/>
                    <a:pt x="1" y="116"/>
                    <a:pt x="1" y="251"/>
                  </a:cubicBezTo>
                  <a:cubicBezTo>
                    <a:pt x="1" y="394"/>
                    <a:pt x="114" y="503"/>
                    <a:pt x="250" y="503"/>
                  </a:cubicBezTo>
                  <a:cubicBezTo>
                    <a:pt x="388" y="503"/>
                    <a:pt x="502" y="394"/>
                    <a:pt x="502" y="251"/>
                  </a:cubicBezTo>
                  <a:cubicBezTo>
                    <a:pt x="502"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1" name="Google Shape;11071;p27"/>
            <p:cNvSpPr/>
            <p:nvPr/>
          </p:nvSpPr>
          <p:spPr>
            <a:xfrm>
              <a:off x="2054075" y="1381375"/>
              <a:ext cx="12425" cy="12575"/>
            </a:xfrm>
            <a:custGeom>
              <a:avLst/>
              <a:gdLst/>
              <a:ahLst/>
              <a:cxnLst/>
              <a:rect l="l" t="t" r="r" b="b"/>
              <a:pathLst>
                <a:path w="497" h="503" extrusionOk="0">
                  <a:moveTo>
                    <a:pt x="252" y="0"/>
                  </a:moveTo>
                  <a:cubicBezTo>
                    <a:pt x="109" y="0"/>
                    <a:pt x="1" y="116"/>
                    <a:pt x="1" y="251"/>
                  </a:cubicBezTo>
                  <a:cubicBezTo>
                    <a:pt x="1" y="394"/>
                    <a:pt x="109" y="503"/>
                    <a:pt x="252" y="503"/>
                  </a:cubicBezTo>
                  <a:cubicBezTo>
                    <a:pt x="388" y="503"/>
                    <a:pt x="496" y="394"/>
                    <a:pt x="496" y="251"/>
                  </a:cubicBezTo>
                  <a:cubicBezTo>
                    <a:pt x="496"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2" name="Google Shape;11072;p27"/>
            <p:cNvSpPr/>
            <p:nvPr/>
          </p:nvSpPr>
          <p:spPr>
            <a:xfrm>
              <a:off x="2145825" y="1381375"/>
              <a:ext cx="12600" cy="12575"/>
            </a:xfrm>
            <a:custGeom>
              <a:avLst/>
              <a:gdLst/>
              <a:ahLst/>
              <a:cxnLst/>
              <a:rect l="l" t="t" r="r" b="b"/>
              <a:pathLst>
                <a:path w="504" h="503" extrusionOk="0">
                  <a:moveTo>
                    <a:pt x="252" y="0"/>
                  </a:moveTo>
                  <a:cubicBezTo>
                    <a:pt x="116" y="0"/>
                    <a:pt x="1" y="116"/>
                    <a:pt x="1" y="251"/>
                  </a:cubicBezTo>
                  <a:cubicBezTo>
                    <a:pt x="1" y="394"/>
                    <a:pt x="116" y="503"/>
                    <a:pt x="252" y="503"/>
                  </a:cubicBezTo>
                  <a:cubicBezTo>
                    <a:pt x="388" y="503"/>
                    <a:pt x="503" y="394"/>
                    <a:pt x="503" y="251"/>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3" name="Google Shape;11073;p27"/>
            <p:cNvSpPr/>
            <p:nvPr/>
          </p:nvSpPr>
          <p:spPr>
            <a:xfrm>
              <a:off x="2237800" y="1381375"/>
              <a:ext cx="12350" cy="12575"/>
            </a:xfrm>
            <a:custGeom>
              <a:avLst/>
              <a:gdLst/>
              <a:ahLst/>
              <a:cxnLst/>
              <a:rect l="l" t="t" r="r" b="b"/>
              <a:pathLst>
                <a:path w="494" h="503" extrusionOk="0">
                  <a:moveTo>
                    <a:pt x="244" y="0"/>
                  </a:moveTo>
                  <a:cubicBezTo>
                    <a:pt x="107" y="0"/>
                    <a:pt x="0" y="116"/>
                    <a:pt x="0" y="251"/>
                  </a:cubicBezTo>
                  <a:cubicBezTo>
                    <a:pt x="0" y="394"/>
                    <a:pt x="107" y="503"/>
                    <a:pt x="244" y="503"/>
                  </a:cubicBezTo>
                  <a:cubicBezTo>
                    <a:pt x="387" y="503"/>
                    <a:pt x="494" y="394"/>
                    <a:pt x="494" y="251"/>
                  </a:cubicBezTo>
                  <a:cubicBezTo>
                    <a:pt x="494" y="116"/>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4" name="Google Shape;11074;p27"/>
            <p:cNvSpPr/>
            <p:nvPr/>
          </p:nvSpPr>
          <p:spPr>
            <a:xfrm>
              <a:off x="2329550" y="1381375"/>
              <a:ext cx="12575" cy="12575"/>
            </a:xfrm>
            <a:custGeom>
              <a:avLst/>
              <a:gdLst/>
              <a:ahLst/>
              <a:cxnLst/>
              <a:rect l="l" t="t" r="r" b="b"/>
              <a:pathLst>
                <a:path w="503" h="503" extrusionOk="0">
                  <a:moveTo>
                    <a:pt x="251" y="0"/>
                  </a:moveTo>
                  <a:cubicBezTo>
                    <a:pt x="115" y="0"/>
                    <a:pt x="0" y="116"/>
                    <a:pt x="0" y="251"/>
                  </a:cubicBezTo>
                  <a:cubicBezTo>
                    <a:pt x="0" y="394"/>
                    <a:pt x="115" y="503"/>
                    <a:pt x="251" y="503"/>
                  </a:cubicBezTo>
                  <a:cubicBezTo>
                    <a:pt x="387" y="503"/>
                    <a:pt x="502" y="394"/>
                    <a:pt x="502" y="251"/>
                  </a:cubicBezTo>
                  <a:cubicBezTo>
                    <a:pt x="502"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5" name="Google Shape;11075;p27"/>
            <p:cNvSpPr/>
            <p:nvPr/>
          </p:nvSpPr>
          <p:spPr>
            <a:xfrm>
              <a:off x="2421325" y="1381375"/>
              <a:ext cx="12550" cy="12575"/>
            </a:xfrm>
            <a:custGeom>
              <a:avLst/>
              <a:gdLst/>
              <a:ahLst/>
              <a:cxnLst/>
              <a:rect l="l" t="t" r="r" b="b"/>
              <a:pathLst>
                <a:path w="502" h="503" extrusionOk="0">
                  <a:moveTo>
                    <a:pt x="250" y="0"/>
                  </a:moveTo>
                  <a:cubicBezTo>
                    <a:pt x="114" y="0"/>
                    <a:pt x="1" y="116"/>
                    <a:pt x="1" y="251"/>
                  </a:cubicBezTo>
                  <a:cubicBezTo>
                    <a:pt x="1" y="394"/>
                    <a:pt x="114" y="503"/>
                    <a:pt x="250" y="503"/>
                  </a:cubicBezTo>
                  <a:cubicBezTo>
                    <a:pt x="395" y="503"/>
                    <a:pt x="501" y="394"/>
                    <a:pt x="501" y="251"/>
                  </a:cubicBezTo>
                  <a:cubicBezTo>
                    <a:pt x="501" y="116"/>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6" name="Google Shape;11076;p27"/>
            <p:cNvSpPr/>
            <p:nvPr/>
          </p:nvSpPr>
          <p:spPr>
            <a:xfrm>
              <a:off x="2513250" y="1381375"/>
              <a:ext cx="12575" cy="12575"/>
            </a:xfrm>
            <a:custGeom>
              <a:avLst/>
              <a:gdLst/>
              <a:ahLst/>
              <a:cxnLst/>
              <a:rect l="l" t="t" r="r" b="b"/>
              <a:pathLst>
                <a:path w="503" h="503" extrusionOk="0">
                  <a:moveTo>
                    <a:pt x="252" y="0"/>
                  </a:moveTo>
                  <a:cubicBezTo>
                    <a:pt x="109" y="0"/>
                    <a:pt x="0" y="116"/>
                    <a:pt x="0" y="251"/>
                  </a:cubicBezTo>
                  <a:cubicBezTo>
                    <a:pt x="0" y="394"/>
                    <a:pt x="109" y="503"/>
                    <a:pt x="252" y="503"/>
                  </a:cubicBezTo>
                  <a:cubicBezTo>
                    <a:pt x="388" y="503"/>
                    <a:pt x="503" y="394"/>
                    <a:pt x="503" y="251"/>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7" name="Google Shape;11077;p27"/>
            <p:cNvSpPr/>
            <p:nvPr/>
          </p:nvSpPr>
          <p:spPr>
            <a:xfrm>
              <a:off x="2605000" y="1381375"/>
              <a:ext cx="12575" cy="12575"/>
            </a:xfrm>
            <a:custGeom>
              <a:avLst/>
              <a:gdLst/>
              <a:ahLst/>
              <a:cxnLst/>
              <a:rect l="l" t="t" r="r" b="b"/>
              <a:pathLst>
                <a:path w="503" h="503" extrusionOk="0">
                  <a:moveTo>
                    <a:pt x="252" y="0"/>
                  </a:moveTo>
                  <a:cubicBezTo>
                    <a:pt x="116" y="0"/>
                    <a:pt x="0" y="116"/>
                    <a:pt x="0" y="251"/>
                  </a:cubicBezTo>
                  <a:cubicBezTo>
                    <a:pt x="0" y="394"/>
                    <a:pt x="116" y="503"/>
                    <a:pt x="252" y="503"/>
                  </a:cubicBezTo>
                  <a:cubicBezTo>
                    <a:pt x="387" y="503"/>
                    <a:pt x="503" y="394"/>
                    <a:pt x="503" y="251"/>
                  </a:cubicBezTo>
                  <a:cubicBezTo>
                    <a:pt x="503"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8" name="Google Shape;11078;p27"/>
            <p:cNvSpPr/>
            <p:nvPr/>
          </p:nvSpPr>
          <p:spPr>
            <a:xfrm>
              <a:off x="2696950" y="1381375"/>
              <a:ext cx="12375" cy="12575"/>
            </a:xfrm>
            <a:custGeom>
              <a:avLst/>
              <a:gdLst/>
              <a:ahLst/>
              <a:cxnLst/>
              <a:rect l="l" t="t" r="r" b="b"/>
              <a:pathLst>
                <a:path w="495" h="503" extrusionOk="0">
                  <a:moveTo>
                    <a:pt x="252" y="0"/>
                  </a:moveTo>
                  <a:cubicBezTo>
                    <a:pt x="108" y="0"/>
                    <a:pt x="1" y="116"/>
                    <a:pt x="1" y="251"/>
                  </a:cubicBezTo>
                  <a:cubicBezTo>
                    <a:pt x="1" y="394"/>
                    <a:pt x="108" y="503"/>
                    <a:pt x="252" y="503"/>
                  </a:cubicBezTo>
                  <a:cubicBezTo>
                    <a:pt x="388" y="503"/>
                    <a:pt x="495" y="394"/>
                    <a:pt x="495" y="251"/>
                  </a:cubicBezTo>
                  <a:cubicBezTo>
                    <a:pt x="495"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9" name="Google Shape;11079;p27"/>
            <p:cNvSpPr/>
            <p:nvPr/>
          </p:nvSpPr>
          <p:spPr>
            <a:xfrm>
              <a:off x="2788700" y="1381375"/>
              <a:ext cx="12600" cy="12575"/>
            </a:xfrm>
            <a:custGeom>
              <a:avLst/>
              <a:gdLst/>
              <a:ahLst/>
              <a:cxnLst/>
              <a:rect l="l" t="t" r="r" b="b"/>
              <a:pathLst>
                <a:path w="504" h="503" extrusionOk="0">
                  <a:moveTo>
                    <a:pt x="252" y="0"/>
                  </a:moveTo>
                  <a:cubicBezTo>
                    <a:pt x="116" y="0"/>
                    <a:pt x="1" y="116"/>
                    <a:pt x="1" y="251"/>
                  </a:cubicBezTo>
                  <a:cubicBezTo>
                    <a:pt x="1" y="394"/>
                    <a:pt x="116" y="503"/>
                    <a:pt x="252" y="503"/>
                  </a:cubicBezTo>
                  <a:cubicBezTo>
                    <a:pt x="388" y="503"/>
                    <a:pt x="503" y="394"/>
                    <a:pt x="503" y="251"/>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0" name="Google Shape;11080;p27"/>
            <p:cNvSpPr/>
            <p:nvPr/>
          </p:nvSpPr>
          <p:spPr>
            <a:xfrm>
              <a:off x="2880675" y="1381375"/>
              <a:ext cx="12375" cy="12575"/>
            </a:xfrm>
            <a:custGeom>
              <a:avLst/>
              <a:gdLst/>
              <a:ahLst/>
              <a:cxnLst/>
              <a:rect l="l" t="t" r="r" b="b"/>
              <a:pathLst>
                <a:path w="495" h="503" extrusionOk="0">
                  <a:moveTo>
                    <a:pt x="243" y="0"/>
                  </a:moveTo>
                  <a:cubicBezTo>
                    <a:pt x="107" y="0"/>
                    <a:pt x="0" y="116"/>
                    <a:pt x="0" y="251"/>
                  </a:cubicBezTo>
                  <a:cubicBezTo>
                    <a:pt x="0" y="394"/>
                    <a:pt x="107" y="503"/>
                    <a:pt x="243" y="503"/>
                  </a:cubicBezTo>
                  <a:cubicBezTo>
                    <a:pt x="387" y="503"/>
                    <a:pt x="494" y="394"/>
                    <a:pt x="494" y="251"/>
                  </a:cubicBezTo>
                  <a:cubicBezTo>
                    <a:pt x="494" y="116"/>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1" name="Google Shape;11081;p27"/>
            <p:cNvSpPr/>
            <p:nvPr/>
          </p:nvSpPr>
          <p:spPr>
            <a:xfrm>
              <a:off x="2972425" y="1381375"/>
              <a:ext cx="12575" cy="12575"/>
            </a:xfrm>
            <a:custGeom>
              <a:avLst/>
              <a:gdLst/>
              <a:ahLst/>
              <a:cxnLst/>
              <a:rect l="l" t="t" r="r" b="b"/>
              <a:pathLst>
                <a:path w="503" h="503" extrusionOk="0">
                  <a:moveTo>
                    <a:pt x="251" y="0"/>
                  </a:moveTo>
                  <a:cubicBezTo>
                    <a:pt x="115" y="0"/>
                    <a:pt x="0" y="116"/>
                    <a:pt x="0" y="251"/>
                  </a:cubicBezTo>
                  <a:cubicBezTo>
                    <a:pt x="0" y="394"/>
                    <a:pt x="115" y="503"/>
                    <a:pt x="251" y="503"/>
                  </a:cubicBezTo>
                  <a:cubicBezTo>
                    <a:pt x="387" y="503"/>
                    <a:pt x="503" y="394"/>
                    <a:pt x="503" y="251"/>
                  </a:cubicBezTo>
                  <a:cubicBezTo>
                    <a:pt x="503"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2" name="Google Shape;11082;p27"/>
            <p:cNvSpPr/>
            <p:nvPr/>
          </p:nvSpPr>
          <p:spPr>
            <a:xfrm>
              <a:off x="3064375" y="1381375"/>
              <a:ext cx="12375" cy="12575"/>
            </a:xfrm>
            <a:custGeom>
              <a:avLst/>
              <a:gdLst/>
              <a:ahLst/>
              <a:cxnLst/>
              <a:rect l="l" t="t" r="r" b="b"/>
              <a:pathLst>
                <a:path w="495" h="503" extrusionOk="0">
                  <a:moveTo>
                    <a:pt x="243" y="0"/>
                  </a:moveTo>
                  <a:cubicBezTo>
                    <a:pt x="107" y="0"/>
                    <a:pt x="1" y="116"/>
                    <a:pt x="1" y="251"/>
                  </a:cubicBezTo>
                  <a:cubicBezTo>
                    <a:pt x="1" y="394"/>
                    <a:pt x="107" y="503"/>
                    <a:pt x="243" y="503"/>
                  </a:cubicBezTo>
                  <a:cubicBezTo>
                    <a:pt x="388" y="503"/>
                    <a:pt x="495" y="394"/>
                    <a:pt x="495" y="251"/>
                  </a:cubicBezTo>
                  <a:cubicBezTo>
                    <a:pt x="495" y="116"/>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3" name="Google Shape;11083;p27"/>
            <p:cNvSpPr/>
            <p:nvPr/>
          </p:nvSpPr>
          <p:spPr>
            <a:xfrm>
              <a:off x="3156125" y="1381375"/>
              <a:ext cx="12600" cy="12575"/>
            </a:xfrm>
            <a:custGeom>
              <a:avLst/>
              <a:gdLst/>
              <a:ahLst/>
              <a:cxnLst/>
              <a:rect l="l" t="t" r="r" b="b"/>
              <a:pathLst>
                <a:path w="504" h="503" extrusionOk="0">
                  <a:moveTo>
                    <a:pt x="252" y="0"/>
                  </a:moveTo>
                  <a:cubicBezTo>
                    <a:pt x="116" y="0"/>
                    <a:pt x="1" y="116"/>
                    <a:pt x="1" y="251"/>
                  </a:cubicBezTo>
                  <a:cubicBezTo>
                    <a:pt x="1" y="394"/>
                    <a:pt x="116" y="503"/>
                    <a:pt x="252" y="503"/>
                  </a:cubicBezTo>
                  <a:cubicBezTo>
                    <a:pt x="388" y="503"/>
                    <a:pt x="503" y="394"/>
                    <a:pt x="503" y="251"/>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4" name="Google Shape;11084;p27"/>
            <p:cNvSpPr/>
            <p:nvPr/>
          </p:nvSpPr>
          <p:spPr>
            <a:xfrm>
              <a:off x="3247875" y="1381375"/>
              <a:ext cx="12575" cy="12575"/>
            </a:xfrm>
            <a:custGeom>
              <a:avLst/>
              <a:gdLst/>
              <a:ahLst/>
              <a:cxnLst/>
              <a:rect l="l" t="t" r="r" b="b"/>
              <a:pathLst>
                <a:path w="503" h="503" extrusionOk="0">
                  <a:moveTo>
                    <a:pt x="252" y="0"/>
                  </a:moveTo>
                  <a:cubicBezTo>
                    <a:pt x="116" y="0"/>
                    <a:pt x="1" y="116"/>
                    <a:pt x="1" y="251"/>
                  </a:cubicBezTo>
                  <a:cubicBezTo>
                    <a:pt x="1" y="394"/>
                    <a:pt x="116" y="503"/>
                    <a:pt x="252" y="503"/>
                  </a:cubicBezTo>
                  <a:cubicBezTo>
                    <a:pt x="388" y="503"/>
                    <a:pt x="503" y="394"/>
                    <a:pt x="503" y="251"/>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5" name="Google Shape;11085;p27"/>
            <p:cNvSpPr/>
            <p:nvPr/>
          </p:nvSpPr>
          <p:spPr>
            <a:xfrm>
              <a:off x="3339850" y="1381375"/>
              <a:ext cx="12525" cy="12575"/>
            </a:xfrm>
            <a:custGeom>
              <a:avLst/>
              <a:gdLst/>
              <a:ahLst/>
              <a:cxnLst/>
              <a:rect l="l" t="t" r="r" b="b"/>
              <a:pathLst>
                <a:path w="501" h="503" extrusionOk="0">
                  <a:moveTo>
                    <a:pt x="251" y="0"/>
                  </a:moveTo>
                  <a:cubicBezTo>
                    <a:pt x="107" y="0"/>
                    <a:pt x="0" y="116"/>
                    <a:pt x="0" y="251"/>
                  </a:cubicBezTo>
                  <a:cubicBezTo>
                    <a:pt x="0" y="394"/>
                    <a:pt x="107" y="503"/>
                    <a:pt x="251" y="503"/>
                  </a:cubicBezTo>
                  <a:cubicBezTo>
                    <a:pt x="387" y="503"/>
                    <a:pt x="501" y="394"/>
                    <a:pt x="501" y="251"/>
                  </a:cubicBezTo>
                  <a:cubicBezTo>
                    <a:pt x="501"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6" name="Google Shape;11086;p27"/>
            <p:cNvSpPr/>
            <p:nvPr/>
          </p:nvSpPr>
          <p:spPr>
            <a:xfrm>
              <a:off x="3431575" y="1381375"/>
              <a:ext cx="12600" cy="12575"/>
            </a:xfrm>
            <a:custGeom>
              <a:avLst/>
              <a:gdLst/>
              <a:ahLst/>
              <a:cxnLst/>
              <a:rect l="l" t="t" r="r" b="b"/>
              <a:pathLst>
                <a:path w="504" h="503" extrusionOk="0">
                  <a:moveTo>
                    <a:pt x="252" y="0"/>
                  </a:moveTo>
                  <a:cubicBezTo>
                    <a:pt x="116" y="0"/>
                    <a:pt x="1" y="116"/>
                    <a:pt x="1" y="251"/>
                  </a:cubicBezTo>
                  <a:cubicBezTo>
                    <a:pt x="1" y="394"/>
                    <a:pt x="116" y="503"/>
                    <a:pt x="252" y="503"/>
                  </a:cubicBezTo>
                  <a:cubicBezTo>
                    <a:pt x="388" y="503"/>
                    <a:pt x="503" y="394"/>
                    <a:pt x="503" y="251"/>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7" name="Google Shape;11087;p27"/>
            <p:cNvSpPr/>
            <p:nvPr/>
          </p:nvSpPr>
          <p:spPr>
            <a:xfrm>
              <a:off x="3523550" y="1381375"/>
              <a:ext cx="12375" cy="12575"/>
            </a:xfrm>
            <a:custGeom>
              <a:avLst/>
              <a:gdLst/>
              <a:ahLst/>
              <a:cxnLst/>
              <a:rect l="l" t="t" r="r" b="b"/>
              <a:pathLst>
                <a:path w="495" h="503" extrusionOk="0">
                  <a:moveTo>
                    <a:pt x="250" y="0"/>
                  </a:moveTo>
                  <a:cubicBezTo>
                    <a:pt x="107" y="0"/>
                    <a:pt x="0" y="116"/>
                    <a:pt x="0" y="251"/>
                  </a:cubicBezTo>
                  <a:cubicBezTo>
                    <a:pt x="0" y="394"/>
                    <a:pt x="107" y="503"/>
                    <a:pt x="250" y="503"/>
                  </a:cubicBezTo>
                  <a:cubicBezTo>
                    <a:pt x="388" y="503"/>
                    <a:pt x="494" y="394"/>
                    <a:pt x="494" y="251"/>
                  </a:cubicBezTo>
                  <a:cubicBezTo>
                    <a:pt x="494"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8" name="Google Shape;11088;p27"/>
            <p:cNvSpPr/>
            <p:nvPr/>
          </p:nvSpPr>
          <p:spPr>
            <a:xfrm>
              <a:off x="676400" y="1473325"/>
              <a:ext cx="12600" cy="12550"/>
            </a:xfrm>
            <a:custGeom>
              <a:avLst/>
              <a:gdLst/>
              <a:ahLst/>
              <a:cxnLst/>
              <a:rect l="l" t="t" r="r" b="b"/>
              <a:pathLst>
                <a:path w="504" h="502" extrusionOk="0">
                  <a:moveTo>
                    <a:pt x="252" y="1"/>
                  </a:moveTo>
                  <a:cubicBezTo>
                    <a:pt x="116" y="1"/>
                    <a:pt x="1" y="107"/>
                    <a:pt x="1" y="252"/>
                  </a:cubicBezTo>
                  <a:cubicBezTo>
                    <a:pt x="1" y="388"/>
                    <a:pt x="116" y="501"/>
                    <a:pt x="252" y="501"/>
                  </a:cubicBezTo>
                  <a:cubicBezTo>
                    <a:pt x="388" y="501"/>
                    <a:pt x="503" y="388"/>
                    <a:pt x="503" y="252"/>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9" name="Google Shape;11089;p27"/>
            <p:cNvSpPr/>
            <p:nvPr/>
          </p:nvSpPr>
          <p:spPr>
            <a:xfrm>
              <a:off x="768325" y="1473325"/>
              <a:ext cx="12400" cy="12550"/>
            </a:xfrm>
            <a:custGeom>
              <a:avLst/>
              <a:gdLst/>
              <a:ahLst/>
              <a:cxnLst/>
              <a:rect l="l" t="t" r="r" b="b"/>
              <a:pathLst>
                <a:path w="496" h="502" extrusionOk="0">
                  <a:moveTo>
                    <a:pt x="245" y="1"/>
                  </a:moveTo>
                  <a:cubicBezTo>
                    <a:pt x="109" y="1"/>
                    <a:pt x="0" y="107"/>
                    <a:pt x="0" y="252"/>
                  </a:cubicBezTo>
                  <a:cubicBezTo>
                    <a:pt x="0" y="388"/>
                    <a:pt x="109" y="501"/>
                    <a:pt x="245" y="501"/>
                  </a:cubicBezTo>
                  <a:cubicBezTo>
                    <a:pt x="388" y="501"/>
                    <a:pt x="496" y="388"/>
                    <a:pt x="496" y="252"/>
                  </a:cubicBezTo>
                  <a:cubicBezTo>
                    <a:pt x="496" y="107"/>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0" name="Google Shape;11090;p27"/>
            <p:cNvSpPr/>
            <p:nvPr/>
          </p:nvSpPr>
          <p:spPr>
            <a:xfrm>
              <a:off x="860125" y="1473325"/>
              <a:ext cx="12525" cy="12550"/>
            </a:xfrm>
            <a:custGeom>
              <a:avLst/>
              <a:gdLst/>
              <a:ahLst/>
              <a:cxnLst/>
              <a:rect l="l" t="t" r="r" b="b"/>
              <a:pathLst>
                <a:path w="501" h="502" extrusionOk="0">
                  <a:moveTo>
                    <a:pt x="251" y="1"/>
                  </a:moveTo>
                  <a:cubicBezTo>
                    <a:pt x="114" y="1"/>
                    <a:pt x="0" y="107"/>
                    <a:pt x="0" y="252"/>
                  </a:cubicBezTo>
                  <a:cubicBezTo>
                    <a:pt x="0" y="388"/>
                    <a:pt x="114" y="501"/>
                    <a:pt x="251" y="501"/>
                  </a:cubicBezTo>
                  <a:cubicBezTo>
                    <a:pt x="387" y="501"/>
                    <a:pt x="501" y="388"/>
                    <a:pt x="501" y="252"/>
                  </a:cubicBezTo>
                  <a:cubicBezTo>
                    <a:pt x="501"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1" name="Google Shape;11091;p27"/>
            <p:cNvSpPr/>
            <p:nvPr/>
          </p:nvSpPr>
          <p:spPr>
            <a:xfrm>
              <a:off x="951850" y="1473325"/>
              <a:ext cx="12600" cy="12550"/>
            </a:xfrm>
            <a:custGeom>
              <a:avLst/>
              <a:gdLst/>
              <a:ahLst/>
              <a:cxnLst/>
              <a:rect l="l" t="t" r="r" b="b"/>
              <a:pathLst>
                <a:path w="504" h="502" extrusionOk="0">
                  <a:moveTo>
                    <a:pt x="252" y="1"/>
                  </a:moveTo>
                  <a:cubicBezTo>
                    <a:pt x="116" y="1"/>
                    <a:pt x="1" y="107"/>
                    <a:pt x="1" y="252"/>
                  </a:cubicBezTo>
                  <a:cubicBezTo>
                    <a:pt x="1" y="388"/>
                    <a:pt x="116" y="501"/>
                    <a:pt x="252" y="501"/>
                  </a:cubicBezTo>
                  <a:cubicBezTo>
                    <a:pt x="388" y="501"/>
                    <a:pt x="503" y="388"/>
                    <a:pt x="503" y="252"/>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2" name="Google Shape;11092;p27"/>
            <p:cNvSpPr/>
            <p:nvPr/>
          </p:nvSpPr>
          <p:spPr>
            <a:xfrm>
              <a:off x="1043825" y="1473325"/>
              <a:ext cx="12375" cy="12550"/>
            </a:xfrm>
            <a:custGeom>
              <a:avLst/>
              <a:gdLst/>
              <a:ahLst/>
              <a:cxnLst/>
              <a:rect l="l" t="t" r="r" b="b"/>
              <a:pathLst>
                <a:path w="495" h="502" extrusionOk="0">
                  <a:moveTo>
                    <a:pt x="250" y="1"/>
                  </a:moveTo>
                  <a:cubicBezTo>
                    <a:pt x="107" y="1"/>
                    <a:pt x="0" y="107"/>
                    <a:pt x="0" y="252"/>
                  </a:cubicBezTo>
                  <a:cubicBezTo>
                    <a:pt x="0" y="388"/>
                    <a:pt x="107" y="501"/>
                    <a:pt x="250" y="501"/>
                  </a:cubicBezTo>
                  <a:cubicBezTo>
                    <a:pt x="388" y="501"/>
                    <a:pt x="494" y="388"/>
                    <a:pt x="494" y="252"/>
                  </a:cubicBezTo>
                  <a:cubicBezTo>
                    <a:pt x="494" y="107"/>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3" name="Google Shape;11093;p27"/>
            <p:cNvSpPr/>
            <p:nvPr/>
          </p:nvSpPr>
          <p:spPr>
            <a:xfrm>
              <a:off x="1135575" y="1473325"/>
              <a:ext cx="12575" cy="12550"/>
            </a:xfrm>
            <a:custGeom>
              <a:avLst/>
              <a:gdLst/>
              <a:ahLst/>
              <a:cxnLst/>
              <a:rect l="l" t="t" r="r" b="b"/>
              <a:pathLst>
                <a:path w="503" h="502" extrusionOk="0">
                  <a:moveTo>
                    <a:pt x="252" y="1"/>
                  </a:moveTo>
                  <a:cubicBezTo>
                    <a:pt x="116" y="1"/>
                    <a:pt x="0" y="107"/>
                    <a:pt x="0" y="252"/>
                  </a:cubicBezTo>
                  <a:cubicBezTo>
                    <a:pt x="0" y="388"/>
                    <a:pt x="116" y="501"/>
                    <a:pt x="252" y="501"/>
                  </a:cubicBezTo>
                  <a:cubicBezTo>
                    <a:pt x="387" y="501"/>
                    <a:pt x="503" y="388"/>
                    <a:pt x="503" y="252"/>
                  </a:cubicBezTo>
                  <a:cubicBezTo>
                    <a:pt x="503" y="107"/>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4" name="Google Shape;11094;p27"/>
            <p:cNvSpPr/>
            <p:nvPr/>
          </p:nvSpPr>
          <p:spPr>
            <a:xfrm>
              <a:off x="1227500" y="1473325"/>
              <a:ext cx="12400" cy="12550"/>
            </a:xfrm>
            <a:custGeom>
              <a:avLst/>
              <a:gdLst/>
              <a:ahLst/>
              <a:cxnLst/>
              <a:rect l="l" t="t" r="r" b="b"/>
              <a:pathLst>
                <a:path w="496" h="502" extrusionOk="0">
                  <a:moveTo>
                    <a:pt x="251" y="1"/>
                  </a:moveTo>
                  <a:cubicBezTo>
                    <a:pt x="109" y="1"/>
                    <a:pt x="0" y="107"/>
                    <a:pt x="0" y="252"/>
                  </a:cubicBezTo>
                  <a:cubicBezTo>
                    <a:pt x="0" y="388"/>
                    <a:pt x="109" y="501"/>
                    <a:pt x="251" y="501"/>
                  </a:cubicBezTo>
                  <a:cubicBezTo>
                    <a:pt x="387" y="501"/>
                    <a:pt x="496" y="388"/>
                    <a:pt x="496" y="252"/>
                  </a:cubicBezTo>
                  <a:cubicBezTo>
                    <a:pt x="496"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5" name="Google Shape;11095;p27"/>
            <p:cNvSpPr/>
            <p:nvPr/>
          </p:nvSpPr>
          <p:spPr>
            <a:xfrm>
              <a:off x="1319275" y="1473325"/>
              <a:ext cx="12550" cy="12550"/>
            </a:xfrm>
            <a:custGeom>
              <a:avLst/>
              <a:gdLst/>
              <a:ahLst/>
              <a:cxnLst/>
              <a:rect l="l" t="t" r="r" b="b"/>
              <a:pathLst>
                <a:path w="502" h="502" extrusionOk="0">
                  <a:moveTo>
                    <a:pt x="252" y="1"/>
                  </a:moveTo>
                  <a:cubicBezTo>
                    <a:pt x="114" y="1"/>
                    <a:pt x="1" y="107"/>
                    <a:pt x="1" y="252"/>
                  </a:cubicBezTo>
                  <a:cubicBezTo>
                    <a:pt x="1" y="388"/>
                    <a:pt x="114" y="501"/>
                    <a:pt x="252" y="501"/>
                  </a:cubicBezTo>
                  <a:cubicBezTo>
                    <a:pt x="388" y="501"/>
                    <a:pt x="501" y="388"/>
                    <a:pt x="501" y="252"/>
                  </a:cubicBezTo>
                  <a:cubicBezTo>
                    <a:pt x="501"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6" name="Google Shape;11096;p27"/>
            <p:cNvSpPr/>
            <p:nvPr/>
          </p:nvSpPr>
          <p:spPr>
            <a:xfrm>
              <a:off x="1411200" y="1473325"/>
              <a:ext cx="12425" cy="12550"/>
            </a:xfrm>
            <a:custGeom>
              <a:avLst/>
              <a:gdLst/>
              <a:ahLst/>
              <a:cxnLst/>
              <a:rect l="l" t="t" r="r" b="b"/>
              <a:pathLst>
                <a:path w="497" h="502" extrusionOk="0">
                  <a:moveTo>
                    <a:pt x="245" y="1"/>
                  </a:moveTo>
                  <a:cubicBezTo>
                    <a:pt x="109" y="1"/>
                    <a:pt x="1" y="107"/>
                    <a:pt x="1" y="252"/>
                  </a:cubicBezTo>
                  <a:cubicBezTo>
                    <a:pt x="1" y="388"/>
                    <a:pt x="109" y="501"/>
                    <a:pt x="245" y="501"/>
                  </a:cubicBezTo>
                  <a:cubicBezTo>
                    <a:pt x="388" y="501"/>
                    <a:pt x="496" y="388"/>
                    <a:pt x="496" y="252"/>
                  </a:cubicBezTo>
                  <a:cubicBezTo>
                    <a:pt x="496" y="107"/>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7" name="Google Shape;11097;p27"/>
            <p:cNvSpPr/>
            <p:nvPr/>
          </p:nvSpPr>
          <p:spPr>
            <a:xfrm>
              <a:off x="1503000" y="1473325"/>
              <a:ext cx="12525" cy="12550"/>
            </a:xfrm>
            <a:custGeom>
              <a:avLst/>
              <a:gdLst/>
              <a:ahLst/>
              <a:cxnLst/>
              <a:rect l="l" t="t" r="r" b="b"/>
              <a:pathLst>
                <a:path w="501" h="502" extrusionOk="0">
                  <a:moveTo>
                    <a:pt x="250" y="1"/>
                  </a:moveTo>
                  <a:cubicBezTo>
                    <a:pt x="114" y="1"/>
                    <a:pt x="0" y="107"/>
                    <a:pt x="0" y="252"/>
                  </a:cubicBezTo>
                  <a:cubicBezTo>
                    <a:pt x="0" y="388"/>
                    <a:pt x="114" y="501"/>
                    <a:pt x="250" y="501"/>
                  </a:cubicBezTo>
                  <a:cubicBezTo>
                    <a:pt x="387" y="501"/>
                    <a:pt x="501" y="388"/>
                    <a:pt x="501" y="252"/>
                  </a:cubicBezTo>
                  <a:cubicBezTo>
                    <a:pt x="501" y="107"/>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8" name="Google Shape;11098;p27"/>
            <p:cNvSpPr/>
            <p:nvPr/>
          </p:nvSpPr>
          <p:spPr>
            <a:xfrm>
              <a:off x="1594750" y="1473325"/>
              <a:ext cx="12575" cy="12550"/>
            </a:xfrm>
            <a:custGeom>
              <a:avLst/>
              <a:gdLst/>
              <a:ahLst/>
              <a:cxnLst/>
              <a:rect l="l" t="t" r="r" b="b"/>
              <a:pathLst>
                <a:path w="503" h="502" extrusionOk="0">
                  <a:moveTo>
                    <a:pt x="251" y="1"/>
                  </a:moveTo>
                  <a:cubicBezTo>
                    <a:pt x="115" y="1"/>
                    <a:pt x="0" y="107"/>
                    <a:pt x="0" y="252"/>
                  </a:cubicBezTo>
                  <a:cubicBezTo>
                    <a:pt x="0" y="388"/>
                    <a:pt x="115" y="501"/>
                    <a:pt x="251" y="501"/>
                  </a:cubicBezTo>
                  <a:cubicBezTo>
                    <a:pt x="394" y="501"/>
                    <a:pt x="503" y="388"/>
                    <a:pt x="503" y="252"/>
                  </a:cubicBezTo>
                  <a:cubicBezTo>
                    <a:pt x="503" y="107"/>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9" name="Google Shape;11099;p27"/>
            <p:cNvSpPr/>
            <p:nvPr/>
          </p:nvSpPr>
          <p:spPr>
            <a:xfrm>
              <a:off x="1686650" y="1473325"/>
              <a:ext cx="12600" cy="12550"/>
            </a:xfrm>
            <a:custGeom>
              <a:avLst/>
              <a:gdLst/>
              <a:ahLst/>
              <a:cxnLst/>
              <a:rect l="l" t="t" r="r" b="b"/>
              <a:pathLst>
                <a:path w="504" h="502" extrusionOk="0">
                  <a:moveTo>
                    <a:pt x="252" y="1"/>
                  </a:moveTo>
                  <a:cubicBezTo>
                    <a:pt x="116" y="1"/>
                    <a:pt x="1" y="107"/>
                    <a:pt x="1" y="252"/>
                  </a:cubicBezTo>
                  <a:cubicBezTo>
                    <a:pt x="1" y="388"/>
                    <a:pt x="116" y="501"/>
                    <a:pt x="252" y="501"/>
                  </a:cubicBezTo>
                  <a:cubicBezTo>
                    <a:pt x="388" y="501"/>
                    <a:pt x="503" y="388"/>
                    <a:pt x="503" y="252"/>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0" name="Google Shape;11100;p27"/>
            <p:cNvSpPr/>
            <p:nvPr/>
          </p:nvSpPr>
          <p:spPr>
            <a:xfrm>
              <a:off x="1778450" y="1473325"/>
              <a:ext cx="12550" cy="12550"/>
            </a:xfrm>
            <a:custGeom>
              <a:avLst/>
              <a:gdLst/>
              <a:ahLst/>
              <a:cxnLst/>
              <a:rect l="l" t="t" r="r" b="b"/>
              <a:pathLst>
                <a:path w="502" h="502" extrusionOk="0">
                  <a:moveTo>
                    <a:pt x="252" y="1"/>
                  </a:moveTo>
                  <a:cubicBezTo>
                    <a:pt x="114" y="1"/>
                    <a:pt x="1" y="107"/>
                    <a:pt x="1" y="252"/>
                  </a:cubicBezTo>
                  <a:cubicBezTo>
                    <a:pt x="1" y="388"/>
                    <a:pt x="114" y="501"/>
                    <a:pt x="252" y="501"/>
                  </a:cubicBezTo>
                  <a:cubicBezTo>
                    <a:pt x="388" y="501"/>
                    <a:pt x="501" y="388"/>
                    <a:pt x="501" y="252"/>
                  </a:cubicBezTo>
                  <a:cubicBezTo>
                    <a:pt x="501"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1" name="Google Shape;11101;p27"/>
            <p:cNvSpPr/>
            <p:nvPr/>
          </p:nvSpPr>
          <p:spPr>
            <a:xfrm>
              <a:off x="1870375" y="1473325"/>
              <a:ext cx="12400" cy="12550"/>
            </a:xfrm>
            <a:custGeom>
              <a:avLst/>
              <a:gdLst/>
              <a:ahLst/>
              <a:cxnLst/>
              <a:rect l="l" t="t" r="r" b="b"/>
              <a:pathLst>
                <a:path w="496" h="502" extrusionOk="0">
                  <a:moveTo>
                    <a:pt x="252" y="1"/>
                  </a:moveTo>
                  <a:cubicBezTo>
                    <a:pt x="109" y="1"/>
                    <a:pt x="0" y="107"/>
                    <a:pt x="0" y="252"/>
                  </a:cubicBezTo>
                  <a:cubicBezTo>
                    <a:pt x="0" y="388"/>
                    <a:pt x="109" y="501"/>
                    <a:pt x="252" y="501"/>
                  </a:cubicBezTo>
                  <a:cubicBezTo>
                    <a:pt x="387" y="501"/>
                    <a:pt x="496" y="388"/>
                    <a:pt x="496" y="252"/>
                  </a:cubicBezTo>
                  <a:cubicBezTo>
                    <a:pt x="496" y="107"/>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2" name="Google Shape;11102;p27"/>
            <p:cNvSpPr/>
            <p:nvPr/>
          </p:nvSpPr>
          <p:spPr>
            <a:xfrm>
              <a:off x="1962150" y="1473325"/>
              <a:ext cx="12550" cy="12550"/>
            </a:xfrm>
            <a:custGeom>
              <a:avLst/>
              <a:gdLst/>
              <a:ahLst/>
              <a:cxnLst/>
              <a:rect l="l" t="t" r="r" b="b"/>
              <a:pathLst>
                <a:path w="502" h="502" extrusionOk="0">
                  <a:moveTo>
                    <a:pt x="250" y="1"/>
                  </a:moveTo>
                  <a:cubicBezTo>
                    <a:pt x="114" y="1"/>
                    <a:pt x="1" y="107"/>
                    <a:pt x="1" y="252"/>
                  </a:cubicBezTo>
                  <a:cubicBezTo>
                    <a:pt x="1" y="388"/>
                    <a:pt x="114" y="501"/>
                    <a:pt x="250" y="501"/>
                  </a:cubicBezTo>
                  <a:cubicBezTo>
                    <a:pt x="388" y="501"/>
                    <a:pt x="502" y="388"/>
                    <a:pt x="502" y="252"/>
                  </a:cubicBezTo>
                  <a:cubicBezTo>
                    <a:pt x="502" y="107"/>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3" name="Google Shape;11103;p27"/>
            <p:cNvSpPr/>
            <p:nvPr/>
          </p:nvSpPr>
          <p:spPr>
            <a:xfrm>
              <a:off x="2054075" y="1473325"/>
              <a:ext cx="12425" cy="12550"/>
            </a:xfrm>
            <a:custGeom>
              <a:avLst/>
              <a:gdLst/>
              <a:ahLst/>
              <a:cxnLst/>
              <a:rect l="l" t="t" r="r" b="b"/>
              <a:pathLst>
                <a:path w="497" h="502" extrusionOk="0">
                  <a:moveTo>
                    <a:pt x="252" y="1"/>
                  </a:moveTo>
                  <a:cubicBezTo>
                    <a:pt x="109" y="1"/>
                    <a:pt x="1" y="107"/>
                    <a:pt x="1" y="252"/>
                  </a:cubicBezTo>
                  <a:cubicBezTo>
                    <a:pt x="1" y="388"/>
                    <a:pt x="109" y="501"/>
                    <a:pt x="252" y="501"/>
                  </a:cubicBezTo>
                  <a:cubicBezTo>
                    <a:pt x="388" y="501"/>
                    <a:pt x="496" y="388"/>
                    <a:pt x="496" y="252"/>
                  </a:cubicBezTo>
                  <a:cubicBezTo>
                    <a:pt x="496"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4" name="Google Shape;11104;p27"/>
            <p:cNvSpPr/>
            <p:nvPr/>
          </p:nvSpPr>
          <p:spPr>
            <a:xfrm>
              <a:off x="2145825" y="1473325"/>
              <a:ext cx="12600" cy="12550"/>
            </a:xfrm>
            <a:custGeom>
              <a:avLst/>
              <a:gdLst/>
              <a:ahLst/>
              <a:cxnLst/>
              <a:rect l="l" t="t" r="r" b="b"/>
              <a:pathLst>
                <a:path w="504" h="502" extrusionOk="0">
                  <a:moveTo>
                    <a:pt x="252" y="1"/>
                  </a:moveTo>
                  <a:cubicBezTo>
                    <a:pt x="116" y="1"/>
                    <a:pt x="1" y="107"/>
                    <a:pt x="1" y="252"/>
                  </a:cubicBezTo>
                  <a:cubicBezTo>
                    <a:pt x="1" y="388"/>
                    <a:pt x="116" y="501"/>
                    <a:pt x="252" y="501"/>
                  </a:cubicBezTo>
                  <a:cubicBezTo>
                    <a:pt x="388" y="501"/>
                    <a:pt x="503" y="388"/>
                    <a:pt x="503" y="252"/>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5" name="Google Shape;11105;p27"/>
            <p:cNvSpPr/>
            <p:nvPr/>
          </p:nvSpPr>
          <p:spPr>
            <a:xfrm>
              <a:off x="2237800" y="1473325"/>
              <a:ext cx="12350" cy="12550"/>
            </a:xfrm>
            <a:custGeom>
              <a:avLst/>
              <a:gdLst/>
              <a:ahLst/>
              <a:cxnLst/>
              <a:rect l="l" t="t" r="r" b="b"/>
              <a:pathLst>
                <a:path w="494" h="502" extrusionOk="0">
                  <a:moveTo>
                    <a:pt x="244" y="1"/>
                  </a:moveTo>
                  <a:cubicBezTo>
                    <a:pt x="107" y="1"/>
                    <a:pt x="0" y="107"/>
                    <a:pt x="0" y="252"/>
                  </a:cubicBezTo>
                  <a:cubicBezTo>
                    <a:pt x="0" y="388"/>
                    <a:pt x="107" y="501"/>
                    <a:pt x="244" y="501"/>
                  </a:cubicBezTo>
                  <a:cubicBezTo>
                    <a:pt x="387" y="501"/>
                    <a:pt x="494" y="388"/>
                    <a:pt x="494" y="252"/>
                  </a:cubicBezTo>
                  <a:cubicBezTo>
                    <a:pt x="494" y="107"/>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6" name="Google Shape;11106;p27"/>
            <p:cNvSpPr/>
            <p:nvPr/>
          </p:nvSpPr>
          <p:spPr>
            <a:xfrm>
              <a:off x="2329550" y="1473325"/>
              <a:ext cx="12575" cy="12550"/>
            </a:xfrm>
            <a:custGeom>
              <a:avLst/>
              <a:gdLst/>
              <a:ahLst/>
              <a:cxnLst/>
              <a:rect l="l" t="t" r="r" b="b"/>
              <a:pathLst>
                <a:path w="503" h="502" extrusionOk="0">
                  <a:moveTo>
                    <a:pt x="251" y="1"/>
                  </a:moveTo>
                  <a:cubicBezTo>
                    <a:pt x="115" y="1"/>
                    <a:pt x="0" y="107"/>
                    <a:pt x="0" y="252"/>
                  </a:cubicBezTo>
                  <a:cubicBezTo>
                    <a:pt x="0" y="388"/>
                    <a:pt x="115" y="501"/>
                    <a:pt x="251" y="501"/>
                  </a:cubicBezTo>
                  <a:cubicBezTo>
                    <a:pt x="387" y="501"/>
                    <a:pt x="502" y="388"/>
                    <a:pt x="502" y="252"/>
                  </a:cubicBezTo>
                  <a:cubicBezTo>
                    <a:pt x="502"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7" name="Google Shape;11107;p27"/>
            <p:cNvSpPr/>
            <p:nvPr/>
          </p:nvSpPr>
          <p:spPr>
            <a:xfrm>
              <a:off x="2421325" y="1473325"/>
              <a:ext cx="12550" cy="12550"/>
            </a:xfrm>
            <a:custGeom>
              <a:avLst/>
              <a:gdLst/>
              <a:ahLst/>
              <a:cxnLst/>
              <a:rect l="l" t="t" r="r" b="b"/>
              <a:pathLst>
                <a:path w="502" h="502" extrusionOk="0">
                  <a:moveTo>
                    <a:pt x="250" y="1"/>
                  </a:moveTo>
                  <a:cubicBezTo>
                    <a:pt x="114" y="1"/>
                    <a:pt x="1" y="107"/>
                    <a:pt x="1" y="252"/>
                  </a:cubicBezTo>
                  <a:cubicBezTo>
                    <a:pt x="1" y="388"/>
                    <a:pt x="114" y="501"/>
                    <a:pt x="250" y="501"/>
                  </a:cubicBezTo>
                  <a:cubicBezTo>
                    <a:pt x="395" y="501"/>
                    <a:pt x="501" y="388"/>
                    <a:pt x="501" y="252"/>
                  </a:cubicBezTo>
                  <a:cubicBezTo>
                    <a:pt x="501" y="107"/>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8" name="Google Shape;11108;p27"/>
            <p:cNvSpPr/>
            <p:nvPr/>
          </p:nvSpPr>
          <p:spPr>
            <a:xfrm>
              <a:off x="2513250" y="1473325"/>
              <a:ext cx="12575" cy="12550"/>
            </a:xfrm>
            <a:custGeom>
              <a:avLst/>
              <a:gdLst/>
              <a:ahLst/>
              <a:cxnLst/>
              <a:rect l="l" t="t" r="r" b="b"/>
              <a:pathLst>
                <a:path w="503" h="502" extrusionOk="0">
                  <a:moveTo>
                    <a:pt x="252" y="1"/>
                  </a:moveTo>
                  <a:cubicBezTo>
                    <a:pt x="109" y="1"/>
                    <a:pt x="0" y="107"/>
                    <a:pt x="0" y="252"/>
                  </a:cubicBezTo>
                  <a:cubicBezTo>
                    <a:pt x="0" y="388"/>
                    <a:pt x="109" y="501"/>
                    <a:pt x="252" y="501"/>
                  </a:cubicBezTo>
                  <a:cubicBezTo>
                    <a:pt x="388" y="501"/>
                    <a:pt x="503" y="388"/>
                    <a:pt x="503" y="252"/>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9" name="Google Shape;11109;p27"/>
            <p:cNvSpPr/>
            <p:nvPr/>
          </p:nvSpPr>
          <p:spPr>
            <a:xfrm>
              <a:off x="2605000" y="1473325"/>
              <a:ext cx="12575" cy="12550"/>
            </a:xfrm>
            <a:custGeom>
              <a:avLst/>
              <a:gdLst/>
              <a:ahLst/>
              <a:cxnLst/>
              <a:rect l="l" t="t" r="r" b="b"/>
              <a:pathLst>
                <a:path w="503" h="502" extrusionOk="0">
                  <a:moveTo>
                    <a:pt x="252" y="1"/>
                  </a:moveTo>
                  <a:cubicBezTo>
                    <a:pt x="116" y="1"/>
                    <a:pt x="0" y="107"/>
                    <a:pt x="0" y="252"/>
                  </a:cubicBezTo>
                  <a:cubicBezTo>
                    <a:pt x="0" y="388"/>
                    <a:pt x="116" y="501"/>
                    <a:pt x="252" y="501"/>
                  </a:cubicBezTo>
                  <a:cubicBezTo>
                    <a:pt x="387" y="501"/>
                    <a:pt x="503" y="388"/>
                    <a:pt x="503" y="252"/>
                  </a:cubicBezTo>
                  <a:cubicBezTo>
                    <a:pt x="503" y="107"/>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0" name="Google Shape;11110;p27"/>
            <p:cNvSpPr/>
            <p:nvPr/>
          </p:nvSpPr>
          <p:spPr>
            <a:xfrm>
              <a:off x="2696950" y="1473325"/>
              <a:ext cx="12375" cy="12550"/>
            </a:xfrm>
            <a:custGeom>
              <a:avLst/>
              <a:gdLst/>
              <a:ahLst/>
              <a:cxnLst/>
              <a:rect l="l" t="t" r="r" b="b"/>
              <a:pathLst>
                <a:path w="495" h="502" extrusionOk="0">
                  <a:moveTo>
                    <a:pt x="252" y="1"/>
                  </a:moveTo>
                  <a:cubicBezTo>
                    <a:pt x="108" y="1"/>
                    <a:pt x="1" y="107"/>
                    <a:pt x="1" y="252"/>
                  </a:cubicBezTo>
                  <a:cubicBezTo>
                    <a:pt x="1" y="388"/>
                    <a:pt x="108" y="501"/>
                    <a:pt x="252" y="501"/>
                  </a:cubicBezTo>
                  <a:cubicBezTo>
                    <a:pt x="388" y="501"/>
                    <a:pt x="495" y="388"/>
                    <a:pt x="495" y="252"/>
                  </a:cubicBezTo>
                  <a:cubicBezTo>
                    <a:pt x="495"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1" name="Google Shape;11111;p27"/>
            <p:cNvSpPr/>
            <p:nvPr/>
          </p:nvSpPr>
          <p:spPr>
            <a:xfrm>
              <a:off x="2788700" y="1473325"/>
              <a:ext cx="12600" cy="12550"/>
            </a:xfrm>
            <a:custGeom>
              <a:avLst/>
              <a:gdLst/>
              <a:ahLst/>
              <a:cxnLst/>
              <a:rect l="l" t="t" r="r" b="b"/>
              <a:pathLst>
                <a:path w="504" h="502" extrusionOk="0">
                  <a:moveTo>
                    <a:pt x="252" y="1"/>
                  </a:moveTo>
                  <a:cubicBezTo>
                    <a:pt x="116" y="1"/>
                    <a:pt x="1" y="107"/>
                    <a:pt x="1" y="252"/>
                  </a:cubicBezTo>
                  <a:cubicBezTo>
                    <a:pt x="1" y="388"/>
                    <a:pt x="116" y="501"/>
                    <a:pt x="252" y="501"/>
                  </a:cubicBezTo>
                  <a:cubicBezTo>
                    <a:pt x="388" y="501"/>
                    <a:pt x="503" y="388"/>
                    <a:pt x="503" y="252"/>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2" name="Google Shape;11112;p27"/>
            <p:cNvSpPr/>
            <p:nvPr/>
          </p:nvSpPr>
          <p:spPr>
            <a:xfrm>
              <a:off x="2880675" y="1473325"/>
              <a:ext cx="12375" cy="12550"/>
            </a:xfrm>
            <a:custGeom>
              <a:avLst/>
              <a:gdLst/>
              <a:ahLst/>
              <a:cxnLst/>
              <a:rect l="l" t="t" r="r" b="b"/>
              <a:pathLst>
                <a:path w="495" h="502" extrusionOk="0">
                  <a:moveTo>
                    <a:pt x="243" y="1"/>
                  </a:moveTo>
                  <a:cubicBezTo>
                    <a:pt x="107" y="1"/>
                    <a:pt x="0" y="107"/>
                    <a:pt x="0" y="252"/>
                  </a:cubicBezTo>
                  <a:cubicBezTo>
                    <a:pt x="0" y="388"/>
                    <a:pt x="107" y="501"/>
                    <a:pt x="243" y="501"/>
                  </a:cubicBezTo>
                  <a:cubicBezTo>
                    <a:pt x="387" y="501"/>
                    <a:pt x="494" y="388"/>
                    <a:pt x="494" y="252"/>
                  </a:cubicBezTo>
                  <a:cubicBezTo>
                    <a:pt x="494" y="107"/>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3" name="Google Shape;11113;p27"/>
            <p:cNvSpPr/>
            <p:nvPr/>
          </p:nvSpPr>
          <p:spPr>
            <a:xfrm>
              <a:off x="2972425" y="1473325"/>
              <a:ext cx="12575" cy="12550"/>
            </a:xfrm>
            <a:custGeom>
              <a:avLst/>
              <a:gdLst/>
              <a:ahLst/>
              <a:cxnLst/>
              <a:rect l="l" t="t" r="r" b="b"/>
              <a:pathLst>
                <a:path w="503" h="502" extrusionOk="0">
                  <a:moveTo>
                    <a:pt x="251" y="1"/>
                  </a:moveTo>
                  <a:cubicBezTo>
                    <a:pt x="115" y="1"/>
                    <a:pt x="0" y="107"/>
                    <a:pt x="0" y="252"/>
                  </a:cubicBezTo>
                  <a:cubicBezTo>
                    <a:pt x="0" y="388"/>
                    <a:pt x="115" y="501"/>
                    <a:pt x="251" y="501"/>
                  </a:cubicBezTo>
                  <a:cubicBezTo>
                    <a:pt x="387" y="501"/>
                    <a:pt x="503" y="388"/>
                    <a:pt x="503" y="252"/>
                  </a:cubicBezTo>
                  <a:cubicBezTo>
                    <a:pt x="503"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4" name="Google Shape;11114;p27"/>
            <p:cNvSpPr/>
            <p:nvPr/>
          </p:nvSpPr>
          <p:spPr>
            <a:xfrm>
              <a:off x="3064375" y="1473325"/>
              <a:ext cx="12375" cy="12550"/>
            </a:xfrm>
            <a:custGeom>
              <a:avLst/>
              <a:gdLst/>
              <a:ahLst/>
              <a:cxnLst/>
              <a:rect l="l" t="t" r="r" b="b"/>
              <a:pathLst>
                <a:path w="495" h="502" extrusionOk="0">
                  <a:moveTo>
                    <a:pt x="243" y="1"/>
                  </a:moveTo>
                  <a:cubicBezTo>
                    <a:pt x="107" y="1"/>
                    <a:pt x="1" y="107"/>
                    <a:pt x="1" y="252"/>
                  </a:cubicBezTo>
                  <a:cubicBezTo>
                    <a:pt x="1" y="388"/>
                    <a:pt x="107" y="501"/>
                    <a:pt x="243" y="501"/>
                  </a:cubicBezTo>
                  <a:cubicBezTo>
                    <a:pt x="388" y="501"/>
                    <a:pt x="495" y="388"/>
                    <a:pt x="495" y="252"/>
                  </a:cubicBezTo>
                  <a:cubicBezTo>
                    <a:pt x="495" y="107"/>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5" name="Google Shape;11115;p27"/>
            <p:cNvSpPr/>
            <p:nvPr/>
          </p:nvSpPr>
          <p:spPr>
            <a:xfrm>
              <a:off x="3156125" y="1473325"/>
              <a:ext cx="12600" cy="12550"/>
            </a:xfrm>
            <a:custGeom>
              <a:avLst/>
              <a:gdLst/>
              <a:ahLst/>
              <a:cxnLst/>
              <a:rect l="l" t="t" r="r" b="b"/>
              <a:pathLst>
                <a:path w="504" h="502" extrusionOk="0">
                  <a:moveTo>
                    <a:pt x="252" y="1"/>
                  </a:moveTo>
                  <a:cubicBezTo>
                    <a:pt x="116" y="1"/>
                    <a:pt x="1" y="107"/>
                    <a:pt x="1" y="252"/>
                  </a:cubicBezTo>
                  <a:cubicBezTo>
                    <a:pt x="1" y="388"/>
                    <a:pt x="116" y="501"/>
                    <a:pt x="252" y="501"/>
                  </a:cubicBezTo>
                  <a:cubicBezTo>
                    <a:pt x="388" y="501"/>
                    <a:pt x="503" y="388"/>
                    <a:pt x="503" y="252"/>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6" name="Google Shape;11116;p27"/>
            <p:cNvSpPr/>
            <p:nvPr/>
          </p:nvSpPr>
          <p:spPr>
            <a:xfrm>
              <a:off x="3247875" y="1473325"/>
              <a:ext cx="12575" cy="12550"/>
            </a:xfrm>
            <a:custGeom>
              <a:avLst/>
              <a:gdLst/>
              <a:ahLst/>
              <a:cxnLst/>
              <a:rect l="l" t="t" r="r" b="b"/>
              <a:pathLst>
                <a:path w="503" h="502" extrusionOk="0">
                  <a:moveTo>
                    <a:pt x="252" y="1"/>
                  </a:moveTo>
                  <a:cubicBezTo>
                    <a:pt x="116" y="1"/>
                    <a:pt x="1" y="107"/>
                    <a:pt x="1" y="252"/>
                  </a:cubicBezTo>
                  <a:cubicBezTo>
                    <a:pt x="1" y="388"/>
                    <a:pt x="116" y="501"/>
                    <a:pt x="252" y="501"/>
                  </a:cubicBezTo>
                  <a:cubicBezTo>
                    <a:pt x="388" y="501"/>
                    <a:pt x="503" y="388"/>
                    <a:pt x="503" y="252"/>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7" name="Google Shape;11117;p27"/>
            <p:cNvSpPr/>
            <p:nvPr/>
          </p:nvSpPr>
          <p:spPr>
            <a:xfrm>
              <a:off x="3339850" y="1473325"/>
              <a:ext cx="12525" cy="12550"/>
            </a:xfrm>
            <a:custGeom>
              <a:avLst/>
              <a:gdLst/>
              <a:ahLst/>
              <a:cxnLst/>
              <a:rect l="l" t="t" r="r" b="b"/>
              <a:pathLst>
                <a:path w="501" h="502" extrusionOk="0">
                  <a:moveTo>
                    <a:pt x="251" y="1"/>
                  </a:moveTo>
                  <a:cubicBezTo>
                    <a:pt x="107" y="1"/>
                    <a:pt x="0" y="107"/>
                    <a:pt x="0" y="252"/>
                  </a:cubicBezTo>
                  <a:cubicBezTo>
                    <a:pt x="0" y="388"/>
                    <a:pt x="107" y="501"/>
                    <a:pt x="251" y="501"/>
                  </a:cubicBezTo>
                  <a:cubicBezTo>
                    <a:pt x="387" y="501"/>
                    <a:pt x="501" y="388"/>
                    <a:pt x="501" y="252"/>
                  </a:cubicBezTo>
                  <a:cubicBezTo>
                    <a:pt x="501"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8" name="Google Shape;11118;p27"/>
            <p:cNvSpPr/>
            <p:nvPr/>
          </p:nvSpPr>
          <p:spPr>
            <a:xfrm>
              <a:off x="3431575" y="1473325"/>
              <a:ext cx="12600" cy="12550"/>
            </a:xfrm>
            <a:custGeom>
              <a:avLst/>
              <a:gdLst/>
              <a:ahLst/>
              <a:cxnLst/>
              <a:rect l="l" t="t" r="r" b="b"/>
              <a:pathLst>
                <a:path w="504" h="502" extrusionOk="0">
                  <a:moveTo>
                    <a:pt x="252" y="1"/>
                  </a:moveTo>
                  <a:cubicBezTo>
                    <a:pt x="116" y="1"/>
                    <a:pt x="1" y="107"/>
                    <a:pt x="1" y="252"/>
                  </a:cubicBezTo>
                  <a:cubicBezTo>
                    <a:pt x="1" y="388"/>
                    <a:pt x="116" y="501"/>
                    <a:pt x="252" y="501"/>
                  </a:cubicBezTo>
                  <a:cubicBezTo>
                    <a:pt x="388" y="501"/>
                    <a:pt x="503" y="388"/>
                    <a:pt x="503" y="252"/>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9" name="Google Shape;11119;p27"/>
            <p:cNvSpPr/>
            <p:nvPr/>
          </p:nvSpPr>
          <p:spPr>
            <a:xfrm>
              <a:off x="3523550" y="1473325"/>
              <a:ext cx="12375" cy="12550"/>
            </a:xfrm>
            <a:custGeom>
              <a:avLst/>
              <a:gdLst/>
              <a:ahLst/>
              <a:cxnLst/>
              <a:rect l="l" t="t" r="r" b="b"/>
              <a:pathLst>
                <a:path w="495" h="502" extrusionOk="0">
                  <a:moveTo>
                    <a:pt x="250" y="1"/>
                  </a:moveTo>
                  <a:cubicBezTo>
                    <a:pt x="107" y="1"/>
                    <a:pt x="0" y="107"/>
                    <a:pt x="0" y="252"/>
                  </a:cubicBezTo>
                  <a:cubicBezTo>
                    <a:pt x="0" y="388"/>
                    <a:pt x="107" y="501"/>
                    <a:pt x="250" y="501"/>
                  </a:cubicBezTo>
                  <a:cubicBezTo>
                    <a:pt x="388" y="501"/>
                    <a:pt x="494" y="388"/>
                    <a:pt x="494" y="252"/>
                  </a:cubicBezTo>
                  <a:cubicBezTo>
                    <a:pt x="494" y="107"/>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0" name="Google Shape;11120;p27"/>
            <p:cNvSpPr/>
            <p:nvPr/>
          </p:nvSpPr>
          <p:spPr>
            <a:xfrm>
              <a:off x="676400" y="15650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1" name="Google Shape;11121;p27"/>
            <p:cNvSpPr/>
            <p:nvPr/>
          </p:nvSpPr>
          <p:spPr>
            <a:xfrm>
              <a:off x="768325" y="1565075"/>
              <a:ext cx="12400" cy="12600"/>
            </a:xfrm>
            <a:custGeom>
              <a:avLst/>
              <a:gdLst/>
              <a:ahLst/>
              <a:cxnLst/>
              <a:rect l="l" t="t" r="r" b="b"/>
              <a:pathLst>
                <a:path w="496" h="504"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2" name="Google Shape;11122;p27"/>
            <p:cNvSpPr/>
            <p:nvPr/>
          </p:nvSpPr>
          <p:spPr>
            <a:xfrm>
              <a:off x="860125" y="1565075"/>
              <a:ext cx="12525" cy="12600"/>
            </a:xfrm>
            <a:custGeom>
              <a:avLst/>
              <a:gdLst/>
              <a:ahLst/>
              <a:cxnLst/>
              <a:rect l="l" t="t" r="r" b="b"/>
              <a:pathLst>
                <a:path w="501" h="504"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3" name="Google Shape;11123;p27"/>
            <p:cNvSpPr/>
            <p:nvPr/>
          </p:nvSpPr>
          <p:spPr>
            <a:xfrm>
              <a:off x="951850" y="15650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4" name="Google Shape;11124;p27"/>
            <p:cNvSpPr/>
            <p:nvPr/>
          </p:nvSpPr>
          <p:spPr>
            <a:xfrm>
              <a:off x="1043825" y="1565075"/>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5" name="Google Shape;11125;p27"/>
            <p:cNvSpPr/>
            <p:nvPr/>
          </p:nvSpPr>
          <p:spPr>
            <a:xfrm>
              <a:off x="1135575" y="1565075"/>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6" name="Google Shape;11126;p27"/>
            <p:cNvSpPr/>
            <p:nvPr/>
          </p:nvSpPr>
          <p:spPr>
            <a:xfrm>
              <a:off x="1227500" y="1565075"/>
              <a:ext cx="12400" cy="12600"/>
            </a:xfrm>
            <a:custGeom>
              <a:avLst/>
              <a:gdLst/>
              <a:ahLst/>
              <a:cxnLst/>
              <a:rect l="l" t="t" r="r" b="b"/>
              <a:pathLst>
                <a:path w="496" h="504"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7" name="Google Shape;11127;p27"/>
            <p:cNvSpPr/>
            <p:nvPr/>
          </p:nvSpPr>
          <p:spPr>
            <a:xfrm>
              <a:off x="1319275" y="1565075"/>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8" name="Google Shape;11128;p27"/>
            <p:cNvSpPr/>
            <p:nvPr/>
          </p:nvSpPr>
          <p:spPr>
            <a:xfrm>
              <a:off x="1411200" y="1565075"/>
              <a:ext cx="12425" cy="12600"/>
            </a:xfrm>
            <a:custGeom>
              <a:avLst/>
              <a:gdLst/>
              <a:ahLst/>
              <a:cxnLst/>
              <a:rect l="l" t="t" r="r" b="b"/>
              <a:pathLst>
                <a:path w="497" h="504"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9" name="Google Shape;11129;p27"/>
            <p:cNvSpPr/>
            <p:nvPr/>
          </p:nvSpPr>
          <p:spPr>
            <a:xfrm>
              <a:off x="1503000" y="1565075"/>
              <a:ext cx="12525" cy="12600"/>
            </a:xfrm>
            <a:custGeom>
              <a:avLst/>
              <a:gdLst/>
              <a:ahLst/>
              <a:cxnLst/>
              <a:rect l="l" t="t" r="r" b="b"/>
              <a:pathLst>
                <a:path w="501" h="504"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0" name="Google Shape;11130;p27"/>
            <p:cNvSpPr/>
            <p:nvPr/>
          </p:nvSpPr>
          <p:spPr>
            <a:xfrm>
              <a:off x="1594750" y="1565075"/>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1" name="Google Shape;11131;p27"/>
            <p:cNvSpPr/>
            <p:nvPr/>
          </p:nvSpPr>
          <p:spPr>
            <a:xfrm>
              <a:off x="1686650" y="15650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2" name="Google Shape;11132;p27"/>
            <p:cNvSpPr/>
            <p:nvPr/>
          </p:nvSpPr>
          <p:spPr>
            <a:xfrm>
              <a:off x="1778450" y="1565075"/>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3" name="Google Shape;11133;p27"/>
            <p:cNvSpPr/>
            <p:nvPr/>
          </p:nvSpPr>
          <p:spPr>
            <a:xfrm>
              <a:off x="1870375" y="1565075"/>
              <a:ext cx="12400" cy="12600"/>
            </a:xfrm>
            <a:custGeom>
              <a:avLst/>
              <a:gdLst/>
              <a:ahLst/>
              <a:cxnLst/>
              <a:rect l="l" t="t" r="r" b="b"/>
              <a:pathLst>
                <a:path w="496" h="504"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4" name="Google Shape;11134;p27"/>
            <p:cNvSpPr/>
            <p:nvPr/>
          </p:nvSpPr>
          <p:spPr>
            <a:xfrm>
              <a:off x="1962150" y="1565075"/>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5" name="Google Shape;11135;p27"/>
            <p:cNvSpPr/>
            <p:nvPr/>
          </p:nvSpPr>
          <p:spPr>
            <a:xfrm>
              <a:off x="2054075" y="1565075"/>
              <a:ext cx="12425" cy="12600"/>
            </a:xfrm>
            <a:custGeom>
              <a:avLst/>
              <a:gdLst/>
              <a:ahLst/>
              <a:cxnLst/>
              <a:rect l="l" t="t" r="r" b="b"/>
              <a:pathLst>
                <a:path w="497" h="504"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6" name="Google Shape;11136;p27"/>
            <p:cNvSpPr/>
            <p:nvPr/>
          </p:nvSpPr>
          <p:spPr>
            <a:xfrm>
              <a:off x="2145825" y="15650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7" name="Google Shape;11137;p27"/>
            <p:cNvSpPr/>
            <p:nvPr/>
          </p:nvSpPr>
          <p:spPr>
            <a:xfrm>
              <a:off x="2237800" y="1565075"/>
              <a:ext cx="12350" cy="12600"/>
            </a:xfrm>
            <a:custGeom>
              <a:avLst/>
              <a:gdLst/>
              <a:ahLst/>
              <a:cxnLst/>
              <a:rect l="l" t="t" r="r" b="b"/>
              <a:pathLst>
                <a:path w="494" h="504"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8" name="Google Shape;11138;p27"/>
            <p:cNvSpPr/>
            <p:nvPr/>
          </p:nvSpPr>
          <p:spPr>
            <a:xfrm>
              <a:off x="2329550" y="1565075"/>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9" name="Google Shape;11139;p27"/>
            <p:cNvSpPr/>
            <p:nvPr/>
          </p:nvSpPr>
          <p:spPr>
            <a:xfrm>
              <a:off x="2421325" y="1565075"/>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0" name="Google Shape;11140;p27"/>
            <p:cNvSpPr/>
            <p:nvPr/>
          </p:nvSpPr>
          <p:spPr>
            <a:xfrm>
              <a:off x="2513250" y="1565075"/>
              <a:ext cx="12575" cy="12600"/>
            </a:xfrm>
            <a:custGeom>
              <a:avLst/>
              <a:gdLst/>
              <a:ahLst/>
              <a:cxnLst/>
              <a:rect l="l" t="t" r="r" b="b"/>
              <a:pathLst>
                <a:path w="503" h="504"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1" name="Google Shape;11141;p27"/>
            <p:cNvSpPr/>
            <p:nvPr/>
          </p:nvSpPr>
          <p:spPr>
            <a:xfrm>
              <a:off x="2605000" y="1565075"/>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2" name="Google Shape;11142;p27"/>
            <p:cNvSpPr/>
            <p:nvPr/>
          </p:nvSpPr>
          <p:spPr>
            <a:xfrm>
              <a:off x="2696950" y="1565075"/>
              <a:ext cx="12375" cy="12600"/>
            </a:xfrm>
            <a:custGeom>
              <a:avLst/>
              <a:gdLst/>
              <a:ahLst/>
              <a:cxnLst/>
              <a:rect l="l" t="t" r="r" b="b"/>
              <a:pathLst>
                <a:path w="495" h="504"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3" name="Google Shape;11143;p27"/>
            <p:cNvSpPr/>
            <p:nvPr/>
          </p:nvSpPr>
          <p:spPr>
            <a:xfrm>
              <a:off x="2788700" y="15650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4" name="Google Shape;11144;p27"/>
            <p:cNvSpPr/>
            <p:nvPr/>
          </p:nvSpPr>
          <p:spPr>
            <a:xfrm>
              <a:off x="2880675" y="1565075"/>
              <a:ext cx="12375" cy="12600"/>
            </a:xfrm>
            <a:custGeom>
              <a:avLst/>
              <a:gdLst/>
              <a:ahLst/>
              <a:cxnLst/>
              <a:rect l="l" t="t" r="r" b="b"/>
              <a:pathLst>
                <a:path w="495" h="504"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5" name="Google Shape;11145;p27"/>
            <p:cNvSpPr/>
            <p:nvPr/>
          </p:nvSpPr>
          <p:spPr>
            <a:xfrm>
              <a:off x="2972425" y="1565075"/>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6" name="Google Shape;11146;p27"/>
            <p:cNvSpPr/>
            <p:nvPr/>
          </p:nvSpPr>
          <p:spPr>
            <a:xfrm>
              <a:off x="3064375" y="1565075"/>
              <a:ext cx="12375" cy="12600"/>
            </a:xfrm>
            <a:custGeom>
              <a:avLst/>
              <a:gdLst/>
              <a:ahLst/>
              <a:cxnLst/>
              <a:rect l="l" t="t" r="r" b="b"/>
              <a:pathLst>
                <a:path w="495" h="504"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7" name="Google Shape;11147;p27"/>
            <p:cNvSpPr/>
            <p:nvPr/>
          </p:nvSpPr>
          <p:spPr>
            <a:xfrm>
              <a:off x="3156125" y="15650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8" name="Google Shape;11148;p27"/>
            <p:cNvSpPr/>
            <p:nvPr/>
          </p:nvSpPr>
          <p:spPr>
            <a:xfrm>
              <a:off x="3247875" y="1565075"/>
              <a:ext cx="12575" cy="12600"/>
            </a:xfrm>
            <a:custGeom>
              <a:avLst/>
              <a:gdLst/>
              <a:ahLst/>
              <a:cxnLst/>
              <a:rect l="l" t="t" r="r" b="b"/>
              <a:pathLst>
                <a:path w="503"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9" name="Google Shape;11149;p27"/>
            <p:cNvSpPr/>
            <p:nvPr/>
          </p:nvSpPr>
          <p:spPr>
            <a:xfrm>
              <a:off x="3339850" y="1565075"/>
              <a:ext cx="12525" cy="12600"/>
            </a:xfrm>
            <a:custGeom>
              <a:avLst/>
              <a:gdLst/>
              <a:ahLst/>
              <a:cxnLst/>
              <a:rect l="l" t="t" r="r" b="b"/>
              <a:pathLst>
                <a:path w="501" h="504"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0" name="Google Shape;11150;p27"/>
            <p:cNvSpPr/>
            <p:nvPr/>
          </p:nvSpPr>
          <p:spPr>
            <a:xfrm>
              <a:off x="3431575" y="15650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1" name="Google Shape;11151;p27"/>
            <p:cNvSpPr/>
            <p:nvPr/>
          </p:nvSpPr>
          <p:spPr>
            <a:xfrm>
              <a:off x="3523550" y="1565075"/>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2" name="Google Shape;11152;p27"/>
            <p:cNvSpPr/>
            <p:nvPr/>
          </p:nvSpPr>
          <p:spPr>
            <a:xfrm>
              <a:off x="676400" y="1657050"/>
              <a:ext cx="12600" cy="12375"/>
            </a:xfrm>
            <a:custGeom>
              <a:avLst/>
              <a:gdLst/>
              <a:ahLst/>
              <a:cxnLst/>
              <a:rect l="l" t="t" r="r" b="b"/>
              <a:pathLst>
                <a:path w="504" h="495" extrusionOk="0">
                  <a:moveTo>
                    <a:pt x="252" y="0"/>
                  </a:moveTo>
                  <a:cubicBezTo>
                    <a:pt x="116" y="0"/>
                    <a:pt x="1" y="107"/>
                    <a:pt x="1" y="250"/>
                  </a:cubicBezTo>
                  <a:cubicBezTo>
                    <a:pt x="1" y="387"/>
                    <a:pt x="116" y="494"/>
                    <a:pt x="252" y="494"/>
                  </a:cubicBezTo>
                  <a:cubicBezTo>
                    <a:pt x="388" y="494"/>
                    <a:pt x="503" y="387"/>
                    <a:pt x="503" y="250"/>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3" name="Google Shape;11153;p27"/>
            <p:cNvSpPr/>
            <p:nvPr/>
          </p:nvSpPr>
          <p:spPr>
            <a:xfrm>
              <a:off x="768325" y="1657050"/>
              <a:ext cx="12400" cy="12375"/>
            </a:xfrm>
            <a:custGeom>
              <a:avLst/>
              <a:gdLst/>
              <a:ahLst/>
              <a:cxnLst/>
              <a:rect l="l" t="t" r="r" b="b"/>
              <a:pathLst>
                <a:path w="496" h="495" extrusionOk="0">
                  <a:moveTo>
                    <a:pt x="245" y="0"/>
                  </a:moveTo>
                  <a:cubicBezTo>
                    <a:pt x="109" y="0"/>
                    <a:pt x="0" y="107"/>
                    <a:pt x="0" y="250"/>
                  </a:cubicBezTo>
                  <a:cubicBezTo>
                    <a:pt x="0" y="387"/>
                    <a:pt x="109" y="494"/>
                    <a:pt x="245" y="494"/>
                  </a:cubicBezTo>
                  <a:cubicBezTo>
                    <a:pt x="388" y="494"/>
                    <a:pt x="496" y="387"/>
                    <a:pt x="496" y="250"/>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4" name="Google Shape;11154;p27"/>
            <p:cNvSpPr/>
            <p:nvPr/>
          </p:nvSpPr>
          <p:spPr>
            <a:xfrm>
              <a:off x="860125" y="1657050"/>
              <a:ext cx="12525" cy="12375"/>
            </a:xfrm>
            <a:custGeom>
              <a:avLst/>
              <a:gdLst/>
              <a:ahLst/>
              <a:cxnLst/>
              <a:rect l="l" t="t" r="r" b="b"/>
              <a:pathLst>
                <a:path w="501" h="495" extrusionOk="0">
                  <a:moveTo>
                    <a:pt x="251" y="0"/>
                  </a:moveTo>
                  <a:cubicBezTo>
                    <a:pt x="114" y="0"/>
                    <a:pt x="0" y="107"/>
                    <a:pt x="0" y="250"/>
                  </a:cubicBezTo>
                  <a:cubicBezTo>
                    <a:pt x="0" y="387"/>
                    <a:pt x="114" y="494"/>
                    <a:pt x="251" y="494"/>
                  </a:cubicBezTo>
                  <a:cubicBezTo>
                    <a:pt x="387" y="494"/>
                    <a:pt x="501" y="387"/>
                    <a:pt x="501" y="250"/>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5" name="Google Shape;11155;p27"/>
            <p:cNvSpPr/>
            <p:nvPr/>
          </p:nvSpPr>
          <p:spPr>
            <a:xfrm>
              <a:off x="951850" y="1657050"/>
              <a:ext cx="12600" cy="12375"/>
            </a:xfrm>
            <a:custGeom>
              <a:avLst/>
              <a:gdLst/>
              <a:ahLst/>
              <a:cxnLst/>
              <a:rect l="l" t="t" r="r" b="b"/>
              <a:pathLst>
                <a:path w="504" h="495" extrusionOk="0">
                  <a:moveTo>
                    <a:pt x="252" y="0"/>
                  </a:moveTo>
                  <a:cubicBezTo>
                    <a:pt x="116" y="0"/>
                    <a:pt x="1" y="107"/>
                    <a:pt x="1" y="250"/>
                  </a:cubicBezTo>
                  <a:cubicBezTo>
                    <a:pt x="1" y="387"/>
                    <a:pt x="116" y="494"/>
                    <a:pt x="252" y="494"/>
                  </a:cubicBezTo>
                  <a:cubicBezTo>
                    <a:pt x="388" y="494"/>
                    <a:pt x="503" y="387"/>
                    <a:pt x="503" y="250"/>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6" name="Google Shape;11156;p27"/>
            <p:cNvSpPr/>
            <p:nvPr/>
          </p:nvSpPr>
          <p:spPr>
            <a:xfrm>
              <a:off x="1043825" y="1657050"/>
              <a:ext cx="12375" cy="12375"/>
            </a:xfrm>
            <a:custGeom>
              <a:avLst/>
              <a:gdLst/>
              <a:ahLst/>
              <a:cxnLst/>
              <a:rect l="l" t="t" r="r" b="b"/>
              <a:pathLst>
                <a:path w="495" h="495" extrusionOk="0">
                  <a:moveTo>
                    <a:pt x="250" y="0"/>
                  </a:moveTo>
                  <a:cubicBezTo>
                    <a:pt x="107" y="0"/>
                    <a:pt x="0" y="107"/>
                    <a:pt x="0" y="250"/>
                  </a:cubicBezTo>
                  <a:cubicBezTo>
                    <a:pt x="0" y="387"/>
                    <a:pt x="107" y="494"/>
                    <a:pt x="250" y="494"/>
                  </a:cubicBezTo>
                  <a:cubicBezTo>
                    <a:pt x="388" y="494"/>
                    <a:pt x="494" y="387"/>
                    <a:pt x="494" y="250"/>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7" name="Google Shape;11157;p27"/>
            <p:cNvSpPr/>
            <p:nvPr/>
          </p:nvSpPr>
          <p:spPr>
            <a:xfrm>
              <a:off x="1135575" y="1657050"/>
              <a:ext cx="12575" cy="12375"/>
            </a:xfrm>
            <a:custGeom>
              <a:avLst/>
              <a:gdLst/>
              <a:ahLst/>
              <a:cxnLst/>
              <a:rect l="l" t="t" r="r" b="b"/>
              <a:pathLst>
                <a:path w="503" h="495" extrusionOk="0">
                  <a:moveTo>
                    <a:pt x="252" y="0"/>
                  </a:moveTo>
                  <a:cubicBezTo>
                    <a:pt x="116" y="0"/>
                    <a:pt x="0" y="107"/>
                    <a:pt x="0" y="250"/>
                  </a:cubicBezTo>
                  <a:cubicBezTo>
                    <a:pt x="0" y="387"/>
                    <a:pt x="116" y="494"/>
                    <a:pt x="252" y="494"/>
                  </a:cubicBezTo>
                  <a:cubicBezTo>
                    <a:pt x="387" y="494"/>
                    <a:pt x="503" y="387"/>
                    <a:pt x="503" y="250"/>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8" name="Google Shape;11158;p27"/>
            <p:cNvSpPr/>
            <p:nvPr/>
          </p:nvSpPr>
          <p:spPr>
            <a:xfrm>
              <a:off x="1227500" y="1657050"/>
              <a:ext cx="12400" cy="12375"/>
            </a:xfrm>
            <a:custGeom>
              <a:avLst/>
              <a:gdLst/>
              <a:ahLst/>
              <a:cxnLst/>
              <a:rect l="l" t="t" r="r" b="b"/>
              <a:pathLst>
                <a:path w="496" h="495" extrusionOk="0">
                  <a:moveTo>
                    <a:pt x="251" y="0"/>
                  </a:moveTo>
                  <a:cubicBezTo>
                    <a:pt x="109" y="0"/>
                    <a:pt x="0" y="107"/>
                    <a:pt x="0" y="250"/>
                  </a:cubicBezTo>
                  <a:cubicBezTo>
                    <a:pt x="0" y="387"/>
                    <a:pt x="109" y="494"/>
                    <a:pt x="251" y="494"/>
                  </a:cubicBezTo>
                  <a:cubicBezTo>
                    <a:pt x="387" y="494"/>
                    <a:pt x="496" y="387"/>
                    <a:pt x="496" y="250"/>
                  </a:cubicBezTo>
                  <a:cubicBezTo>
                    <a:pt x="496"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9" name="Google Shape;11159;p27"/>
            <p:cNvSpPr/>
            <p:nvPr/>
          </p:nvSpPr>
          <p:spPr>
            <a:xfrm>
              <a:off x="1319275" y="1657050"/>
              <a:ext cx="12550" cy="12375"/>
            </a:xfrm>
            <a:custGeom>
              <a:avLst/>
              <a:gdLst/>
              <a:ahLst/>
              <a:cxnLst/>
              <a:rect l="l" t="t" r="r" b="b"/>
              <a:pathLst>
                <a:path w="502" h="495" extrusionOk="0">
                  <a:moveTo>
                    <a:pt x="252" y="0"/>
                  </a:moveTo>
                  <a:cubicBezTo>
                    <a:pt x="114" y="0"/>
                    <a:pt x="1" y="107"/>
                    <a:pt x="1" y="250"/>
                  </a:cubicBezTo>
                  <a:cubicBezTo>
                    <a:pt x="1" y="387"/>
                    <a:pt x="114" y="494"/>
                    <a:pt x="252" y="494"/>
                  </a:cubicBezTo>
                  <a:cubicBezTo>
                    <a:pt x="388" y="494"/>
                    <a:pt x="501" y="387"/>
                    <a:pt x="501" y="250"/>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0" name="Google Shape;11160;p27"/>
            <p:cNvSpPr/>
            <p:nvPr/>
          </p:nvSpPr>
          <p:spPr>
            <a:xfrm>
              <a:off x="1411200" y="1657050"/>
              <a:ext cx="12425" cy="12375"/>
            </a:xfrm>
            <a:custGeom>
              <a:avLst/>
              <a:gdLst/>
              <a:ahLst/>
              <a:cxnLst/>
              <a:rect l="l" t="t" r="r" b="b"/>
              <a:pathLst>
                <a:path w="497" h="495" extrusionOk="0">
                  <a:moveTo>
                    <a:pt x="245" y="0"/>
                  </a:moveTo>
                  <a:cubicBezTo>
                    <a:pt x="109" y="0"/>
                    <a:pt x="1" y="107"/>
                    <a:pt x="1" y="250"/>
                  </a:cubicBezTo>
                  <a:cubicBezTo>
                    <a:pt x="1" y="387"/>
                    <a:pt x="109" y="494"/>
                    <a:pt x="245" y="494"/>
                  </a:cubicBezTo>
                  <a:cubicBezTo>
                    <a:pt x="388" y="494"/>
                    <a:pt x="496" y="387"/>
                    <a:pt x="496" y="250"/>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1" name="Google Shape;11161;p27"/>
            <p:cNvSpPr/>
            <p:nvPr/>
          </p:nvSpPr>
          <p:spPr>
            <a:xfrm>
              <a:off x="1503000" y="1657050"/>
              <a:ext cx="12525" cy="12375"/>
            </a:xfrm>
            <a:custGeom>
              <a:avLst/>
              <a:gdLst/>
              <a:ahLst/>
              <a:cxnLst/>
              <a:rect l="l" t="t" r="r" b="b"/>
              <a:pathLst>
                <a:path w="501" h="495" extrusionOk="0">
                  <a:moveTo>
                    <a:pt x="250" y="0"/>
                  </a:moveTo>
                  <a:cubicBezTo>
                    <a:pt x="114" y="0"/>
                    <a:pt x="0" y="107"/>
                    <a:pt x="0" y="250"/>
                  </a:cubicBezTo>
                  <a:cubicBezTo>
                    <a:pt x="0" y="387"/>
                    <a:pt x="114" y="494"/>
                    <a:pt x="250" y="494"/>
                  </a:cubicBezTo>
                  <a:cubicBezTo>
                    <a:pt x="387" y="494"/>
                    <a:pt x="501" y="387"/>
                    <a:pt x="501" y="250"/>
                  </a:cubicBezTo>
                  <a:cubicBezTo>
                    <a:pt x="501" y="107"/>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2" name="Google Shape;11162;p27"/>
            <p:cNvSpPr/>
            <p:nvPr/>
          </p:nvSpPr>
          <p:spPr>
            <a:xfrm>
              <a:off x="1594750" y="1657050"/>
              <a:ext cx="12575" cy="12375"/>
            </a:xfrm>
            <a:custGeom>
              <a:avLst/>
              <a:gdLst/>
              <a:ahLst/>
              <a:cxnLst/>
              <a:rect l="l" t="t" r="r" b="b"/>
              <a:pathLst>
                <a:path w="503" h="495" extrusionOk="0">
                  <a:moveTo>
                    <a:pt x="251" y="0"/>
                  </a:moveTo>
                  <a:cubicBezTo>
                    <a:pt x="115" y="0"/>
                    <a:pt x="0" y="107"/>
                    <a:pt x="0" y="250"/>
                  </a:cubicBezTo>
                  <a:cubicBezTo>
                    <a:pt x="0" y="387"/>
                    <a:pt x="115" y="494"/>
                    <a:pt x="251" y="494"/>
                  </a:cubicBezTo>
                  <a:cubicBezTo>
                    <a:pt x="394" y="494"/>
                    <a:pt x="503" y="387"/>
                    <a:pt x="503" y="250"/>
                  </a:cubicBezTo>
                  <a:cubicBezTo>
                    <a:pt x="503" y="107"/>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3" name="Google Shape;11163;p27"/>
            <p:cNvSpPr/>
            <p:nvPr/>
          </p:nvSpPr>
          <p:spPr>
            <a:xfrm>
              <a:off x="1686650" y="1657050"/>
              <a:ext cx="12600" cy="12375"/>
            </a:xfrm>
            <a:custGeom>
              <a:avLst/>
              <a:gdLst/>
              <a:ahLst/>
              <a:cxnLst/>
              <a:rect l="l" t="t" r="r" b="b"/>
              <a:pathLst>
                <a:path w="504" h="495" extrusionOk="0">
                  <a:moveTo>
                    <a:pt x="252" y="0"/>
                  </a:moveTo>
                  <a:cubicBezTo>
                    <a:pt x="116" y="0"/>
                    <a:pt x="1" y="107"/>
                    <a:pt x="1" y="250"/>
                  </a:cubicBezTo>
                  <a:cubicBezTo>
                    <a:pt x="1" y="387"/>
                    <a:pt x="116" y="494"/>
                    <a:pt x="252" y="494"/>
                  </a:cubicBezTo>
                  <a:cubicBezTo>
                    <a:pt x="388" y="494"/>
                    <a:pt x="503" y="387"/>
                    <a:pt x="503" y="250"/>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4" name="Google Shape;11164;p27"/>
            <p:cNvSpPr/>
            <p:nvPr/>
          </p:nvSpPr>
          <p:spPr>
            <a:xfrm>
              <a:off x="1778450" y="1657050"/>
              <a:ext cx="12550" cy="12375"/>
            </a:xfrm>
            <a:custGeom>
              <a:avLst/>
              <a:gdLst/>
              <a:ahLst/>
              <a:cxnLst/>
              <a:rect l="l" t="t" r="r" b="b"/>
              <a:pathLst>
                <a:path w="502" h="495" extrusionOk="0">
                  <a:moveTo>
                    <a:pt x="252" y="0"/>
                  </a:moveTo>
                  <a:cubicBezTo>
                    <a:pt x="114" y="0"/>
                    <a:pt x="1" y="107"/>
                    <a:pt x="1" y="250"/>
                  </a:cubicBezTo>
                  <a:cubicBezTo>
                    <a:pt x="1" y="387"/>
                    <a:pt x="114" y="494"/>
                    <a:pt x="252" y="494"/>
                  </a:cubicBezTo>
                  <a:cubicBezTo>
                    <a:pt x="388" y="494"/>
                    <a:pt x="501" y="387"/>
                    <a:pt x="501" y="250"/>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5" name="Google Shape;11165;p27"/>
            <p:cNvSpPr/>
            <p:nvPr/>
          </p:nvSpPr>
          <p:spPr>
            <a:xfrm>
              <a:off x="1870375" y="1657050"/>
              <a:ext cx="12400" cy="12375"/>
            </a:xfrm>
            <a:custGeom>
              <a:avLst/>
              <a:gdLst/>
              <a:ahLst/>
              <a:cxnLst/>
              <a:rect l="l" t="t" r="r" b="b"/>
              <a:pathLst>
                <a:path w="496" h="495" extrusionOk="0">
                  <a:moveTo>
                    <a:pt x="252" y="0"/>
                  </a:moveTo>
                  <a:cubicBezTo>
                    <a:pt x="109" y="0"/>
                    <a:pt x="0" y="107"/>
                    <a:pt x="0" y="250"/>
                  </a:cubicBezTo>
                  <a:cubicBezTo>
                    <a:pt x="0" y="387"/>
                    <a:pt x="109" y="494"/>
                    <a:pt x="252" y="494"/>
                  </a:cubicBezTo>
                  <a:cubicBezTo>
                    <a:pt x="387" y="494"/>
                    <a:pt x="496" y="387"/>
                    <a:pt x="496" y="250"/>
                  </a:cubicBezTo>
                  <a:cubicBezTo>
                    <a:pt x="496"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6" name="Google Shape;11166;p27"/>
            <p:cNvSpPr/>
            <p:nvPr/>
          </p:nvSpPr>
          <p:spPr>
            <a:xfrm>
              <a:off x="1962150" y="1657050"/>
              <a:ext cx="12550" cy="12375"/>
            </a:xfrm>
            <a:custGeom>
              <a:avLst/>
              <a:gdLst/>
              <a:ahLst/>
              <a:cxnLst/>
              <a:rect l="l" t="t" r="r" b="b"/>
              <a:pathLst>
                <a:path w="502" h="495" extrusionOk="0">
                  <a:moveTo>
                    <a:pt x="250" y="0"/>
                  </a:moveTo>
                  <a:cubicBezTo>
                    <a:pt x="114" y="0"/>
                    <a:pt x="1" y="107"/>
                    <a:pt x="1" y="250"/>
                  </a:cubicBezTo>
                  <a:cubicBezTo>
                    <a:pt x="1" y="387"/>
                    <a:pt x="114" y="494"/>
                    <a:pt x="250" y="494"/>
                  </a:cubicBezTo>
                  <a:cubicBezTo>
                    <a:pt x="388" y="494"/>
                    <a:pt x="502" y="387"/>
                    <a:pt x="502" y="250"/>
                  </a:cubicBezTo>
                  <a:cubicBezTo>
                    <a:pt x="502"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7" name="Google Shape;11167;p27"/>
            <p:cNvSpPr/>
            <p:nvPr/>
          </p:nvSpPr>
          <p:spPr>
            <a:xfrm>
              <a:off x="2054075" y="1657050"/>
              <a:ext cx="12425" cy="12375"/>
            </a:xfrm>
            <a:custGeom>
              <a:avLst/>
              <a:gdLst/>
              <a:ahLst/>
              <a:cxnLst/>
              <a:rect l="l" t="t" r="r" b="b"/>
              <a:pathLst>
                <a:path w="497" h="495" extrusionOk="0">
                  <a:moveTo>
                    <a:pt x="252" y="0"/>
                  </a:moveTo>
                  <a:cubicBezTo>
                    <a:pt x="109" y="0"/>
                    <a:pt x="1" y="107"/>
                    <a:pt x="1" y="250"/>
                  </a:cubicBezTo>
                  <a:cubicBezTo>
                    <a:pt x="1" y="387"/>
                    <a:pt x="109" y="494"/>
                    <a:pt x="252" y="494"/>
                  </a:cubicBezTo>
                  <a:cubicBezTo>
                    <a:pt x="388" y="494"/>
                    <a:pt x="496" y="387"/>
                    <a:pt x="496" y="250"/>
                  </a:cubicBezTo>
                  <a:cubicBezTo>
                    <a:pt x="496"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8" name="Google Shape;11168;p27"/>
            <p:cNvSpPr/>
            <p:nvPr/>
          </p:nvSpPr>
          <p:spPr>
            <a:xfrm>
              <a:off x="2145825" y="1657050"/>
              <a:ext cx="12600" cy="12375"/>
            </a:xfrm>
            <a:custGeom>
              <a:avLst/>
              <a:gdLst/>
              <a:ahLst/>
              <a:cxnLst/>
              <a:rect l="l" t="t" r="r" b="b"/>
              <a:pathLst>
                <a:path w="504" h="495" extrusionOk="0">
                  <a:moveTo>
                    <a:pt x="252" y="0"/>
                  </a:moveTo>
                  <a:cubicBezTo>
                    <a:pt x="116" y="0"/>
                    <a:pt x="1" y="107"/>
                    <a:pt x="1" y="250"/>
                  </a:cubicBezTo>
                  <a:cubicBezTo>
                    <a:pt x="1" y="387"/>
                    <a:pt x="116" y="494"/>
                    <a:pt x="252" y="494"/>
                  </a:cubicBezTo>
                  <a:cubicBezTo>
                    <a:pt x="388" y="494"/>
                    <a:pt x="503" y="387"/>
                    <a:pt x="503" y="250"/>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9" name="Google Shape;11169;p27"/>
            <p:cNvSpPr/>
            <p:nvPr/>
          </p:nvSpPr>
          <p:spPr>
            <a:xfrm>
              <a:off x="2237800" y="1657050"/>
              <a:ext cx="12350" cy="12375"/>
            </a:xfrm>
            <a:custGeom>
              <a:avLst/>
              <a:gdLst/>
              <a:ahLst/>
              <a:cxnLst/>
              <a:rect l="l" t="t" r="r" b="b"/>
              <a:pathLst>
                <a:path w="494" h="495" extrusionOk="0">
                  <a:moveTo>
                    <a:pt x="244" y="0"/>
                  </a:moveTo>
                  <a:cubicBezTo>
                    <a:pt x="107" y="0"/>
                    <a:pt x="0" y="107"/>
                    <a:pt x="0" y="250"/>
                  </a:cubicBezTo>
                  <a:cubicBezTo>
                    <a:pt x="0" y="387"/>
                    <a:pt x="107" y="494"/>
                    <a:pt x="244" y="494"/>
                  </a:cubicBezTo>
                  <a:cubicBezTo>
                    <a:pt x="387" y="494"/>
                    <a:pt x="494" y="387"/>
                    <a:pt x="494" y="250"/>
                  </a:cubicBezTo>
                  <a:cubicBezTo>
                    <a:pt x="494" y="107"/>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0" name="Google Shape;11170;p27"/>
            <p:cNvSpPr/>
            <p:nvPr/>
          </p:nvSpPr>
          <p:spPr>
            <a:xfrm>
              <a:off x="2329550" y="1657050"/>
              <a:ext cx="12575" cy="12375"/>
            </a:xfrm>
            <a:custGeom>
              <a:avLst/>
              <a:gdLst/>
              <a:ahLst/>
              <a:cxnLst/>
              <a:rect l="l" t="t" r="r" b="b"/>
              <a:pathLst>
                <a:path w="503" h="495" extrusionOk="0">
                  <a:moveTo>
                    <a:pt x="251" y="0"/>
                  </a:moveTo>
                  <a:cubicBezTo>
                    <a:pt x="115" y="0"/>
                    <a:pt x="0" y="107"/>
                    <a:pt x="0" y="250"/>
                  </a:cubicBezTo>
                  <a:cubicBezTo>
                    <a:pt x="0" y="387"/>
                    <a:pt x="115" y="494"/>
                    <a:pt x="251" y="494"/>
                  </a:cubicBezTo>
                  <a:cubicBezTo>
                    <a:pt x="387" y="494"/>
                    <a:pt x="502" y="387"/>
                    <a:pt x="502" y="250"/>
                  </a:cubicBezTo>
                  <a:cubicBezTo>
                    <a:pt x="502"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1" name="Google Shape;11171;p27"/>
            <p:cNvSpPr/>
            <p:nvPr/>
          </p:nvSpPr>
          <p:spPr>
            <a:xfrm>
              <a:off x="2421325" y="1657050"/>
              <a:ext cx="12550" cy="12375"/>
            </a:xfrm>
            <a:custGeom>
              <a:avLst/>
              <a:gdLst/>
              <a:ahLst/>
              <a:cxnLst/>
              <a:rect l="l" t="t" r="r" b="b"/>
              <a:pathLst>
                <a:path w="502" h="495" extrusionOk="0">
                  <a:moveTo>
                    <a:pt x="250" y="0"/>
                  </a:moveTo>
                  <a:cubicBezTo>
                    <a:pt x="114" y="0"/>
                    <a:pt x="1" y="107"/>
                    <a:pt x="1" y="250"/>
                  </a:cubicBezTo>
                  <a:cubicBezTo>
                    <a:pt x="1" y="387"/>
                    <a:pt x="114" y="494"/>
                    <a:pt x="250" y="494"/>
                  </a:cubicBezTo>
                  <a:cubicBezTo>
                    <a:pt x="395" y="494"/>
                    <a:pt x="501" y="387"/>
                    <a:pt x="501" y="250"/>
                  </a:cubicBezTo>
                  <a:cubicBezTo>
                    <a:pt x="501" y="107"/>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2" name="Google Shape;11172;p27"/>
            <p:cNvSpPr/>
            <p:nvPr/>
          </p:nvSpPr>
          <p:spPr>
            <a:xfrm>
              <a:off x="2513250" y="1657050"/>
              <a:ext cx="12575" cy="12375"/>
            </a:xfrm>
            <a:custGeom>
              <a:avLst/>
              <a:gdLst/>
              <a:ahLst/>
              <a:cxnLst/>
              <a:rect l="l" t="t" r="r" b="b"/>
              <a:pathLst>
                <a:path w="503" h="495" extrusionOk="0">
                  <a:moveTo>
                    <a:pt x="252" y="0"/>
                  </a:moveTo>
                  <a:cubicBezTo>
                    <a:pt x="109" y="0"/>
                    <a:pt x="0" y="107"/>
                    <a:pt x="0" y="250"/>
                  </a:cubicBezTo>
                  <a:cubicBezTo>
                    <a:pt x="0" y="387"/>
                    <a:pt x="109" y="494"/>
                    <a:pt x="252" y="494"/>
                  </a:cubicBezTo>
                  <a:cubicBezTo>
                    <a:pt x="388" y="494"/>
                    <a:pt x="503" y="387"/>
                    <a:pt x="503" y="250"/>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3" name="Google Shape;11173;p27"/>
            <p:cNvSpPr/>
            <p:nvPr/>
          </p:nvSpPr>
          <p:spPr>
            <a:xfrm>
              <a:off x="2605000" y="1657050"/>
              <a:ext cx="12575" cy="12375"/>
            </a:xfrm>
            <a:custGeom>
              <a:avLst/>
              <a:gdLst/>
              <a:ahLst/>
              <a:cxnLst/>
              <a:rect l="l" t="t" r="r" b="b"/>
              <a:pathLst>
                <a:path w="503" h="495" extrusionOk="0">
                  <a:moveTo>
                    <a:pt x="252" y="0"/>
                  </a:moveTo>
                  <a:cubicBezTo>
                    <a:pt x="116" y="0"/>
                    <a:pt x="0" y="107"/>
                    <a:pt x="0" y="250"/>
                  </a:cubicBezTo>
                  <a:cubicBezTo>
                    <a:pt x="0" y="387"/>
                    <a:pt x="116" y="494"/>
                    <a:pt x="252" y="494"/>
                  </a:cubicBezTo>
                  <a:cubicBezTo>
                    <a:pt x="387" y="494"/>
                    <a:pt x="503" y="387"/>
                    <a:pt x="503" y="250"/>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4" name="Google Shape;11174;p27"/>
            <p:cNvSpPr/>
            <p:nvPr/>
          </p:nvSpPr>
          <p:spPr>
            <a:xfrm>
              <a:off x="2696950" y="1657050"/>
              <a:ext cx="12375" cy="12375"/>
            </a:xfrm>
            <a:custGeom>
              <a:avLst/>
              <a:gdLst/>
              <a:ahLst/>
              <a:cxnLst/>
              <a:rect l="l" t="t" r="r" b="b"/>
              <a:pathLst>
                <a:path w="495" h="495" extrusionOk="0">
                  <a:moveTo>
                    <a:pt x="252" y="0"/>
                  </a:moveTo>
                  <a:cubicBezTo>
                    <a:pt x="108" y="0"/>
                    <a:pt x="1" y="107"/>
                    <a:pt x="1" y="250"/>
                  </a:cubicBezTo>
                  <a:cubicBezTo>
                    <a:pt x="1" y="387"/>
                    <a:pt x="108" y="494"/>
                    <a:pt x="252" y="494"/>
                  </a:cubicBezTo>
                  <a:cubicBezTo>
                    <a:pt x="388" y="494"/>
                    <a:pt x="495" y="387"/>
                    <a:pt x="495" y="250"/>
                  </a:cubicBezTo>
                  <a:cubicBezTo>
                    <a:pt x="495"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5" name="Google Shape;11175;p27"/>
            <p:cNvSpPr/>
            <p:nvPr/>
          </p:nvSpPr>
          <p:spPr>
            <a:xfrm>
              <a:off x="2788700" y="1657050"/>
              <a:ext cx="12600" cy="12375"/>
            </a:xfrm>
            <a:custGeom>
              <a:avLst/>
              <a:gdLst/>
              <a:ahLst/>
              <a:cxnLst/>
              <a:rect l="l" t="t" r="r" b="b"/>
              <a:pathLst>
                <a:path w="504" h="495" extrusionOk="0">
                  <a:moveTo>
                    <a:pt x="252" y="0"/>
                  </a:moveTo>
                  <a:cubicBezTo>
                    <a:pt x="116" y="0"/>
                    <a:pt x="1" y="107"/>
                    <a:pt x="1" y="250"/>
                  </a:cubicBezTo>
                  <a:cubicBezTo>
                    <a:pt x="1" y="387"/>
                    <a:pt x="116" y="494"/>
                    <a:pt x="252" y="494"/>
                  </a:cubicBezTo>
                  <a:cubicBezTo>
                    <a:pt x="388" y="494"/>
                    <a:pt x="503" y="387"/>
                    <a:pt x="503" y="250"/>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6" name="Google Shape;11176;p27"/>
            <p:cNvSpPr/>
            <p:nvPr/>
          </p:nvSpPr>
          <p:spPr>
            <a:xfrm>
              <a:off x="2880675" y="1657050"/>
              <a:ext cx="12375" cy="12375"/>
            </a:xfrm>
            <a:custGeom>
              <a:avLst/>
              <a:gdLst/>
              <a:ahLst/>
              <a:cxnLst/>
              <a:rect l="l" t="t" r="r" b="b"/>
              <a:pathLst>
                <a:path w="495" h="495" extrusionOk="0">
                  <a:moveTo>
                    <a:pt x="243" y="0"/>
                  </a:moveTo>
                  <a:cubicBezTo>
                    <a:pt x="107" y="0"/>
                    <a:pt x="0" y="107"/>
                    <a:pt x="0" y="250"/>
                  </a:cubicBezTo>
                  <a:cubicBezTo>
                    <a:pt x="0" y="387"/>
                    <a:pt x="107" y="494"/>
                    <a:pt x="243" y="494"/>
                  </a:cubicBezTo>
                  <a:cubicBezTo>
                    <a:pt x="387" y="494"/>
                    <a:pt x="494" y="387"/>
                    <a:pt x="494" y="250"/>
                  </a:cubicBezTo>
                  <a:cubicBezTo>
                    <a:pt x="494" y="107"/>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7" name="Google Shape;11177;p27"/>
            <p:cNvSpPr/>
            <p:nvPr/>
          </p:nvSpPr>
          <p:spPr>
            <a:xfrm>
              <a:off x="2972425" y="1657050"/>
              <a:ext cx="12575" cy="12375"/>
            </a:xfrm>
            <a:custGeom>
              <a:avLst/>
              <a:gdLst/>
              <a:ahLst/>
              <a:cxnLst/>
              <a:rect l="l" t="t" r="r" b="b"/>
              <a:pathLst>
                <a:path w="503" h="495" extrusionOk="0">
                  <a:moveTo>
                    <a:pt x="251" y="0"/>
                  </a:moveTo>
                  <a:cubicBezTo>
                    <a:pt x="115" y="0"/>
                    <a:pt x="0" y="107"/>
                    <a:pt x="0" y="250"/>
                  </a:cubicBezTo>
                  <a:cubicBezTo>
                    <a:pt x="0" y="387"/>
                    <a:pt x="115" y="494"/>
                    <a:pt x="251" y="494"/>
                  </a:cubicBezTo>
                  <a:cubicBezTo>
                    <a:pt x="387" y="494"/>
                    <a:pt x="503" y="387"/>
                    <a:pt x="503" y="250"/>
                  </a:cubicBezTo>
                  <a:cubicBezTo>
                    <a:pt x="503"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8" name="Google Shape;11178;p27"/>
            <p:cNvSpPr/>
            <p:nvPr/>
          </p:nvSpPr>
          <p:spPr>
            <a:xfrm>
              <a:off x="3064375" y="1657050"/>
              <a:ext cx="12375" cy="12375"/>
            </a:xfrm>
            <a:custGeom>
              <a:avLst/>
              <a:gdLst/>
              <a:ahLst/>
              <a:cxnLst/>
              <a:rect l="l" t="t" r="r" b="b"/>
              <a:pathLst>
                <a:path w="495" h="495" extrusionOk="0">
                  <a:moveTo>
                    <a:pt x="243" y="0"/>
                  </a:moveTo>
                  <a:cubicBezTo>
                    <a:pt x="107" y="0"/>
                    <a:pt x="1" y="107"/>
                    <a:pt x="1" y="250"/>
                  </a:cubicBezTo>
                  <a:cubicBezTo>
                    <a:pt x="1" y="387"/>
                    <a:pt x="107" y="494"/>
                    <a:pt x="243" y="494"/>
                  </a:cubicBezTo>
                  <a:cubicBezTo>
                    <a:pt x="388" y="494"/>
                    <a:pt x="495" y="387"/>
                    <a:pt x="495" y="250"/>
                  </a:cubicBezTo>
                  <a:cubicBezTo>
                    <a:pt x="495" y="107"/>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9" name="Google Shape;11179;p27"/>
            <p:cNvSpPr/>
            <p:nvPr/>
          </p:nvSpPr>
          <p:spPr>
            <a:xfrm>
              <a:off x="3156125" y="1657050"/>
              <a:ext cx="12600" cy="12375"/>
            </a:xfrm>
            <a:custGeom>
              <a:avLst/>
              <a:gdLst/>
              <a:ahLst/>
              <a:cxnLst/>
              <a:rect l="l" t="t" r="r" b="b"/>
              <a:pathLst>
                <a:path w="504" h="495" extrusionOk="0">
                  <a:moveTo>
                    <a:pt x="252" y="0"/>
                  </a:moveTo>
                  <a:cubicBezTo>
                    <a:pt x="116" y="0"/>
                    <a:pt x="1" y="107"/>
                    <a:pt x="1" y="250"/>
                  </a:cubicBezTo>
                  <a:cubicBezTo>
                    <a:pt x="1" y="387"/>
                    <a:pt x="116" y="494"/>
                    <a:pt x="252" y="494"/>
                  </a:cubicBezTo>
                  <a:cubicBezTo>
                    <a:pt x="388" y="494"/>
                    <a:pt x="503" y="387"/>
                    <a:pt x="503" y="250"/>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0" name="Google Shape;11180;p27"/>
            <p:cNvSpPr/>
            <p:nvPr/>
          </p:nvSpPr>
          <p:spPr>
            <a:xfrm>
              <a:off x="3247875" y="1657050"/>
              <a:ext cx="12575" cy="12375"/>
            </a:xfrm>
            <a:custGeom>
              <a:avLst/>
              <a:gdLst/>
              <a:ahLst/>
              <a:cxnLst/>
              <a:rect l="l" t="t" r="r" b="b"/>
              <a:pathLst>
                <a:path w="503" h="495" extrusionOk="0">
                  <a:moveTo>
                    <a:pt x="252" y="0"/>
                  </a:moveTo>
                  <a:cubicBezTo>
                    <a:pt x="116" y="0"/>
                    <a:pt x="1" y="107"/>
                    <a:pt x="1" y="250"/>
                  </a:cubicBezTo>
                  <a:cubicBezTo>
                    <a:pt x="1" y="387"/>
                    <a:pt x="116" y="494"/>
                    <a:pt x="252" y="494"/>
                  </a:cubicBezTo>
                  <a:cubicBezTo>
                    <a:pt x="388" y="494"/>
                    <a:pt x="503" y="387"/>
                    <a:pt x="503" y="250"/>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1" name="Google Shape;11181;p27"/>
            <p:cNvSpPr/>
            <p:nvPr/>
          </p:nvSpPr>
          <p:spPr>
            <a:xfrm>
              <a:off x="3339850" y="1657050"/>
              <a:ext cx="12525" cy="12375"/>
            </a:xfrm>
            <a:custGeom>
              <a:avLst/>
              <a:gdLst/>
              <a:ahLst/>
              <a:cxnLst/>
              <a:rect l="l" t="t" r="r" b="b"/>
              <a:pathLst>
                <a:path w="501" h="495" extrusionOk="0">
                  <a:moveTo>
                    <a:pt x="251" y="0"/>
                  </a:moveTo>
                  <a:cubicBezTo>
                    <a:pt x="107" y="0"/>
                    <a:pt x="0" y="107"/>
                    <a:pt x="0" y="250"/>
                  </a:cubicBezTo>
                  <a:cubicBezTo>
                    <a:pt x="0" y="387"/>
                    <a:pt x="107" y="494"/>
                    <a:pt x="251" y="494"/>
                  </a:cubicBezTo>
                  <a:cubicBezTo>
                    <a:pt x="387" y="494"/>
                    <a:pt x="501" y="387"/>
                    <a:pt x="501" y="250"/>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2" name="Google Shape;11182;p27"/>
            <p:cNvSpPr/>
            <p:nvPr/>
          </p:nvSpPr>
          <p:spPr>
            <a:xfrm>
              <a:off x="3431575" y="1657050"/>
              <a:ext cx="12600" cy="12375"/>
            </a:xfrm>
            <a:custGeom>
              <a:avLst/>
              <a:gdLst/>
              <a:ahLst/>
              <a:cxnLst/>
              <a:rect l="l" t="t" r="r" b="b"/>
              <a:pathLst>
                <a:path w="504" h="495" extrusionOk="0">
                  <a:moveTo>
                    <a:pt x="252" y="0"/>
                  </a:moveTo>
                  <a:cubicBezTo>
                    <a:pt x="116" y="0"/>
                    <a:pt x="1" y="107"/>
                    <a:pt x="1" y="250"/>
                  </a:cubicBezTo>
                  <a:cubicBezTo>
                    <a:pt x="1" y="387"/>
                    <a:pt x="116" y="494"/>
                    <a:pt x="252" y="494"/>
                  </a:cubicBezTo>
                  <a:cubicBezTo>
                    <a:pt x="388" y="494"/>
                    <a:pt x="503" y="387"/>
                    <a:pt x="503" y="250"/>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3" name="Google Shape;11183;p27"/>
            <p:cNvSpPr/>
            <p:nvPr/>
          </p:nvSpPr>
          <p:spPr>
            <a:xfrm>
              <a:off x="3523550" y="1657050"/>
              <a:ext cx="12375" cy="12375"/>
            </a:xfrm>
            <a:custGeom>
              <a:avLst/>
              <a:gdLst/>
              <a:ahLst/>
              <a:cxnLst/>
              <a:rect l="l" t="t" r="r" b="b"/>
              <a:pathLst>
                <a:path w="495" h="495" extrusionOk="0">
                  <a:moveTo>
                    <a:pt x="250" y="0"/>
                  </a:moveTo>
                  <a:cubicBezTo>
                    <a:pt x="107" y="0"/>
                    <a:pt x="0" y="107"/>
                    <a:pt x="0" y="250"/>
                  </a:cubicBezTo>
                  <a:cubicBezTo>
                    <a:pt x="0" y="387"/>
                    <a:pt x="107" y="494"/>
                    <a:pt x="250" y="494"/>
                  </a:cubicBezTo>
                  <a:cubicBezTo>
                    <a:pt x="388" y="494"/>
                    <a:pt x="494" y="387"/>
                    <a:pt x="494" y="250"/>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4" name="Google Shape;11184;p27"/>
            <p:cNvSpPr/>
            <p:nvPr/>
          </p:nvSpPr>
          <p:spPr>
            <a:xfrm>
              <a:off x="676400" y="17488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5" name="Google Shape;11185;p27"/>
            <p:cNvSpPr/>
            <p:nvPr/>
          </p:nvSpPr>
          <p:spPr>
            <a:xfrm>
              <a:off x="768325" y="1748800"/>
              <a:ext cx="12400" cy="12575"/>
            </a:xfrm>
            <a:custGeom>
              <a:avLst/>
              <a:gdLst/>
              <a:ahLst/>
              <a:cxnLst/>
              <a:rect l="l" t="t" r="r" b="b"/>
              <a:pathLst>
                <a:path w="496" h="503" extrusionOk="0">
                  <a:moveTo>
                    <a:pt x="245" y="0"/>
                  </a:moveTo>
                  <a:cubicBezTo>
                    <a:pt x="109" y="0"/>
                    <a:pt x="0" y="115"/>
                    <a:pt x="0" y="251"/>
                  </a:cubicBezTo>
                  <a:cubicBezTo>
                    <a:pt x="0" y="387"/>
                    <a:pt x="109" y="503"/>
                    <a:pt x="245" y="503"/>
                  </a:cubicBezTo>
                  <a:cubicBezTo>
                    <a:pt x="388" y="503"/>
                    <a:pt x="496" y="387"/>
                    <a:pt x="496" y="251"/>
                  </a:cubicBezTo>
                  <a:cubicBezTo>
                    <a:pt x="496" y="115"/>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6" name="Google Shape;11186;p27"/>
            <p:cNvSpPr/>
            <p:nvPr/>
          </p:nvSpPr>
          <p:spPr>
            <a:xfrm>
              <a:off x="860125" y="1748800"/>
              <a:ext cx="12525" cy="12575"/>
            </a:xfrm>
            <a:custGeom>
              <a:avLst/>
              <a:gdLst/>
              <a:ahLst/>
              <a:cxnLst/>
              <a:rect l="l" t="t" r="r" b="b"/>
              <a:pathLst>
                <a:path w="501" h="503" extrusionOk="0">
                  <a:moveTo>
                    <a:pt x="251" y="0"/>
                  </a:moveTo>
                  <a:cubicBezTo>
                    <a:pt x="114" y="0"/>
                    <a:pt x="0" y="115"/>
                    <a:pt x="0" y="251"/>
                  </a:cubicBezTo>
                  <a:cubicBezTo>
                    <a:pt x="0" y="387"/>
                    <a:pt x="114" y="503"/>
                    <a:pt x="251" y="503"/>
                  </a:cubicBezTo>
                  <a:cubicBezTo>
                    <a:pt x="387" y="503"/>
                    <a:pt x="501" y="387"/>
                    <a:pt x="501" y="251"/>
                  </a:cubicBezTo>
                  <a:cubicBezTo>
                    <a:pt x="501"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7" name="Google Shape;11187;p27"/>
            <p:cNvSpPr/>
            <p:nvPr/>
          </p:nvSpPr>
          <p:spPr>
            <a:xfrm>
              <a:off x="951850" y="17488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8" name="Google Shape;11188;p27"/>
            <p:cNvSpPr/>
            <p:nvPr/>
          </p:nvSpPr>
          <p:spPr>
            <a:xfrm>
              <a:off x="1043825" y="1748800"/>
              <a:ext cx="12375" cy="12575"/>
            </a:xfrm>
            <a:custGeom>
              <a:avLst/>
              <a:gdLst/>
              <a:ahLst/>
              <a:cxnLst/>
              <a:rect l="l" t="t" r="r" b="b"/>
              <a:pathLst>
                <a:path w="495" h="503" extrusionOk="0">
                  <a:moveTo>
                    <a:pt x="250" y="0"/>
                  </a:moveTo>
                  <a:cubicBezTo>
                    <a:pt x="107" y="0"/>
                    <a:pt x="0" y="115"/>
                    <a:pt x="0" y="251"/>
                  </a:cubicBezTo>
                  <a:cubicBezTo>
                    <a:pt x="0" y="387"/>
                    <a:pt x="107" y="503"/>
                    <a:pt x="250" y="503"/>
                  </a:cubicBezTo>
                  <a:cubicBezTo>
                    <a:pt x="388" y="503"/>
                    <a:pt x="494" y="387"/>
                    <a:pt x="494" y="251"/>
                  </a:cubicBezTo>
                  <a:cubicBezTo>
                    <a:pt x="494" y="115"/>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9" name="Google Shape;11189;p27"/>
            <p:cNvSpPr/>
            <p:nvPr/>
          </p:nvSpPr>
          <p:spPr>
            <a:xfrm>
              <a:off x="1135575" y="1748800"/>
              <a:ext cx="12575" cy="12575"/>
            </a:xfrm>
            <a:custGeom>
              <a:avLst/>
              <a:gdLst/>
              <a:ahLst/>
              <a:cxnLst/>
              <a:rect l="l" t="t" r="r" b="b"/>
              <a:pathLst>
                <a:path w="503" h="503" extrusionOk="0">
                  <a:moveTo>
                    <a:pt x="252" y="0"/>
                  </a:moveTo>
                  <a:cubicBezTo>
                    <a:pt x="116" y="0"/>
                    <a:pt x="0" y="115"/>
                    <a:pt x="0" y="251"/>
                  </a:cubicBezTo>
                  <a:cubicBezTo>
                    <a:pt x="0" y="387"/>
                    <a:pt x="116" y="503"/>
                    <a:pt x="252" y="503"/>
                  </a:cubicBezTo>
                  <a:cubicBezTo>
                    <a:pt x="387" y="503"/>
                    <a:pt x="503" y="387"/>
                    <a:pt x="503" y="251"/>
                  </a:cubicBezTo>
                  <a:cubicBezTo>
                    <a:pt x="503" y="115"/>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0" name="Google Shape;11190;p27"/>
            <p:cNvSpPr/>
            <p:nvPr/>
          </p:nvSpPr>
          <p:spPr>
            <a:xfrm>
              <a:off x="1227500" y="1748800"/>
              <a:ext cx="12400" cy="12575"/>
            </a:xfrm>
            <a:custGeom>
              <a:avLst/>
              <a:gdLst/>
              <a:ahLst/>
              <a:cxnLst/>
              <a:rect l="l" t="t" r="r" b="b"/>
              <a:pathLst>
                <a:path w="496" h="503" extrusionOk="0">
                  <a:moveTo>
                    <a:pt x="251" y="0"/>
                  </a:moveTo>
                  <a:cubicBezTo>
                    <a:pt x="109" y="0"/>
                    <a:pt x="0" y="115"/>
                    <a:pt x="0" y="251"/>
                  </a:cubicBezTo>
                  <a:cubicBezTo>
                    <a:pt x="0" y="387"/>
                    <a:pt x="109" y="503"/>
                    <a:pt x="251" y="503"/>
                  </a:cubicBezTo>
                  <a:cubicBezTo>
                    <a:pt x="387" y="503"/>
                    <a:pt x="496" y="387"/>
                    <a:pt x="496" y="251"/>
                  </a:cubicBezTo>
                  <a:cubicBezTo>
                    <a:pt x="496"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1" name="Google Shape;11191;p27"/>
            <p:cNvSpPr/>
            <p:nvPr/>
          </p:nvSpPr>
          <p:spPr>
            <a:xfrm>
              <a:off x="1319275" y="1748800"/>
              <a:ext cx="12550" cy="12575"/>
            </a:xfrm>
            <a:custGeom>
              <a:avLst/>
              <a:gdLst/>
              <a:ahLst/>
              <a:cxnLst/>
              <a:rect l="l" t="t" r="r" b="b"/>
              <a:pathLst>
                <a:path w="502" h="503" extrusionOk="0">
                  <a:moveTo>
                    <a:pt x="252" y="0"/>
                  </a:moveTo>
                  <a:cubicBezTo>
                    <a:pt x="114" y="0"/>
                    <a:pt x="1" y="115"/>
                    <a:pt x="1" y="251"/>
                  </a:cubicBezTo>
                  <a:cubicBezTo>
                    <a:pt x="1" y="387"/>
                    <a:pt x="114" y="503"/>
                    <a:pt x="252" y="503"/>
                  </a:cubicBezTo>
                  <a:cubicBezTo>
                    <a:pt x="388" y="503"/>
                    <a:pt x="501" y="387"/>
                    <a:pt x="501" y="251"/>
                  </a:cubicBezTo>
                  <a:cubicBezTo>
                    <a:pt x="501"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2" name="Google Shape;11192;p27"/>
            <p:cNvSpPr/>
            <p:nvPr/>
          </p:nvSpPr>
          <p:spPr>
            <a:xfrm>
              <a:off x="1411200" y="1748800"/>
              <a:ext cx="12425" cy="12575"/>
            </a:xfrm>
            <a:custGeom>
              <a:avLst/>
              <a:gdLst/>
              <a:ahLst/>
              <a:cxnLst/>
              <a:rect l="l" t="t" r="r" b="b"/>
              <a:pathLst>
                <a:path w="497" h="503" extrusionOk="0">
                  <a:moveTo>
                    <a:pt x="245" y="0"/>
                  </a:moveTo>
                  <a:cubicBezTo>
                    <a:pt x="109" y="0"/>
                    <a:pt x="1" y="115"/>
                    <a:pt x="1" y="251"/>
                  </a:cubicBezTo>
                  <a:cubicBezTo>
                    <a:pt x="1" y="387"/>
                    <a:pt x="109" y="503"/>
                    <a:pt x="245" y="503"/>
                  </a:cubicBezTo>
                  <a:cubicBezTo>
                    <a:pt x="388" y="503"/>
                    <a:pt x="496" y="387"/>
                    <a:pt x="496" y="251"/>
                  </a:cubicBezTo>
                  <a:cubicBezTo>
                    <a:pt x="496" y="115"/>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3" name="Google Shape;11193;p27"/>
            <p:cNvSpPr/>
            <p:nvPr/>
          </p:nvSpPr>
          <p:spPr>
            <a:xfrm>
              <a:off x="1503000" y="1748800"/>
              <a:ext cx="12525" cy="12575"/>
            </a:xfrm>
            <a:custGeom>
              <a:avLst/>
              <a:gdLst/>
              <a:ahLst/>
              <a:cxnLst/>
              <a:rect l="l" t="t" r="r" b="b"/>
              <a:pathLst>
                <a:path w="501" h="503" extrusionOk="0">
                  <a:moveTo>
                    <a:pt x="250" y="0"/>
                  </a:moveTo>
                  <a:cubicBezTo>
                    <a:pt x="114" y="0"/>
                    <a:pt x="0" y="115"/>
                    <a:pt x="0" y="251"/>
                  </a:cubicBezTo>
                  <a:cubicBezTo>
                    <a:pt x="0" y="387"/>
                    <a:pt x="114" y="503"/>
                    <a:pt x="250" y="503"/>
                  </a:cubicBezTo>
                  <a:cubicBezTo>
                    <a:pt x="387" y="503"/>
                    <a:pt x="501" y="387"/>
                    <a:pt x="501" y="251"/>
                  </a:cubicBezTo>
                  <a:cubicBezTo>
                    <a:pt x="501" y="115"/>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4" name="Google Shape;11194;p27"/>
            <p:cNvSpPr/>
            <p:nvPr/>
          </p:nvSpPr>
          <p:spPr>
            <a:xfrm>
              <a:off x="1594750" y="1748800"/>
              <a:ext cx="12575" cy="12575"/>
            </a:xfrm>
            <a:custGeom>
              <a:avLst/>
              <a:gdLst/>
              <a:ahLst/>
              <a:cxnLst/>
              <a:rect l="l" t="t" r="r" b="b"/>
              <a:pathLst>
                <a:path w="503" h="503" extrusionOk="0">
                  <a:moveTo>
                    <a:pt x="251" y="0"/>
                  </a:moveTo>
                  <a:cubicBezTo>
                    <a:pt x="115" y="0"/>
                    <a:pt x="0" y="115"/>
                    <a:pt x="0" y="251"/>
                  </a:cubicBezTo>
                  <a:cubicBezTo>
                    <a:pt x="0" y="387"/>
                    <a:pt x="115" y="503"/>
                    <a:pt x="251" y="503"/>
                  </a:cubicBezTo>
                  <a:cubicBezTo>
                    <a:pt x="394" y="503"/>
                    <a:pt x="503" y="387"/>
                    <a:pt x="503" y="251"/>
                  </a:cubicBezTo>
                  <a:cubicBezTo>
                    <a:pt x="503" y="115"/>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5" name="Google Shape;11195;p27"/>
            <p:cNvSpPr/>
            <p:nvPr/>
          </p:nvSpPr>
          <p:spPr>
            <a:xfrm>
              <a:off x="1686650" y="17488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6" name="Google Shape;11196;p27"/>
            <p:cNvSpPr/>
            <p:nvPr/>
          </p:nvSpPr>
          <p:spPr>
            <a:xfrm>
              <a:off x="1778450" y="1748800"/>
              <a:ext cx="12550" cy="12575"/>
            </a:xfrm>
            <a:custGeom>
              <a:avLst/>
              <a:gdLst/>
              <a:ahLst/>
              <a:cxnLst/>
              <a:rect l="l" t="t" r="r" b="b"/>
              <a:pathLst>
                <a:path w="502" h="503" extrusionOk="0">
                  <a:moveTo>
                    <a:pt x="252" y="0"/>
                  </a:moveTo>
                  <a:cubicBezTo>
                    <a:pt x="114" y="0"/>
                    <a:pt x="1" y="115"/>
                    <a:pt x="1" y="251"/>
                  </a:cubicBezTo>
                  <a:cubicBezTo>
                    <a:pt x="1" y="387"/>
                    <a:pt x="114" y="503"/>
                    <a:pt x="252" y="503"/>
                  </a:cubicBezTo>
                  <a:cubicBezTo>
                    <a:pt x="388" y="503"/>
                    <a:pt x="501" y="387"/>
                    <a:pt x="501" y="251"/>
                  </a:cubicBezTo>
                  <a:cubicBezTo>
                    <a:pt x="501"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7" name="Google Shape;11197;p27"/>
            <p:cNvSpPr/>
            <p:nvPr/>
          </p:nvSpPr>
          <p:spPr>
            <a:xfrm>
              <a:off x="1870375" y="1748800"/>
              <a:ext cx="12400" cy="12575"/>
            </a:xfrm>
            <a:custGeom>
              <a:avLst/>
              <a:gdLst/>
              <a:ahLst/>
              <a:cxnLst/>
              <a:rect l="l" t="t" r="r" b="b"/>
              <a:pathLst>
                <a:path w="496" h="503" extrusionOk="0">
                  <a:moveTo>
                    <a:pt x="252" y="0"/>
                  </a:moveTo>
                  <a:cubicBezTo>
                    <a:pt x="109" y="0"/>
                    <a:pt x="0" y="115"/>
                    <a:pt x="0" y="251"/>
                  </a:cubicBezTo>
                  <a:cubicBezTo>
                    <a:pt x="0" y="387"/>
                    <a:pt x="109" y="503"/>
                    <a:pt x="252" y="503"/>
                  </a:cubicBezTo>
                  <a:cubicBezTo>
                    <a:pt x="387" y="503"/>
                    <a:pt x="496" y="387"/>
                    <a:pt x="496" y="251"/>
                  </a:cubicBezTo>
                  <a:cubicBezTo>
                    <a:pt x="496" y="115"/>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8" name="Google Shape;11198;p27"/>
            <p:cNvSpPr/>
            <p:nvPr/>
          </p:nvSpPr>
          <p:spPr>
            <a:xfrm>
              <a:off x="1962150" y="1748800"/>
              <a:ext cx="12550" cy="12575"/>
            </a:xfrm>
            <a:custGeom>
              <a:avLst/>
              <a:gdLst/>
              <a:ahLst/>
              <a:cxnLst/>
              <a:rect l="l" t="t" r="r" b="b"/>
              <a:pathLst>
                <a:path w="502" h="503" extrusionOk="0">
                  <a:moveTo>
                    <a:pt x="250" y="0"/>
                  </a:moveTo>
                  <a:cubicBezTo>
                    <a:pt x="114" y="0"/>
                    <a:pt x="1" y="115"/>
                    <a:pt x="1" y="251"/>
                  </a:cubicBezTo>
                  <a:cubicBezTo>
                    <a:pt x="1" y="387"/>
                    <a:pt x="114" y="503"/>
                    <a:pt x="250" y="503"/>
                  </a:cubicBezTo>
                  <a:cubicBezTo>
                    <a:pt x="388" y="503"/>
                    <a:pt x="502" y="387"/>
                    <a:pt x="502" y="251"/>
                  </a:cubicBezTo>
                  <a:cubicBezTo>
                    <a:pt x="502" y="115"/>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9" name="Google Shape;11199;p27"/>
            <p:cNvSpPr/>
            <p:nvPr/>
          </p:nvSpPr>
          <p:spPr>
            <a:xfrm>
              <a:off x="2054075" y="1748800"/>
              <a:ext cx="12425" cy="12575"/>
            </a:xfrm>
            <a:custGeom>
              <a:avLst/>
              <a:gdLst/>
              <a:ahLst/>
              <a:cxnLst/>
              <a:rect l="l" t="t" r="r" b="b"/>
              <a:pathLst>
                <a:path w="497" h="503" extrusionOk="0">
                  <a:moveTo>
                    <a:pt x="252" y="0"/>
                  </a:moveTo>
                  <a:cubicBezTo>
                    <a:pt x="109" y="0"/>
                    <a:pt x="1" y="115"/>
                    <a:pt x="1" y="251"/>
                  </a:cubicBezTo>
                  <a:cubicBezTo>
                    <a:pt x="1" y="387"/>
                    <a:pt x="109" y="503"/>
                    <a:pt x="252" y="503"/>
                  </a:cubicBezTo>
                  <a:cubicBezTo>
                    <a:pt x="388" y="503"/>
                    <a:pt x="496" y="387"/>
                    <a:pt x="496" y="251"/>
                  </a:cubicBezTo>
                  <a:cubicBezTo>
                    <a:pt x="496"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0" name="Google Shape;11200;p27"/>
            <p:cNvSpPr/>
            <p:nvPr/>
          </p:nvSpPr>
          <p:spPr>
            <a:xfrm>
              <a:off x="2145825" y="17488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1" name="Google Shape;11201;p27"/>
            <p:cNvSpPr/>
            <p:nvPr/>
          </p:nvSpPr>
          <p:spPr>
            <a:xfrm>
              <a:off x="2237800" y="1748800"/>
              <a:ext cx="12350" cy="12575"/>
            </a:xfrm>
            <a:custGeom>
              <a:avLst/>
              <a:gdLst/>
              <a:ahLst/>
              <a:cxnLst/>
              <a:rect l="l" t="t" r="r" b="b"/>
              <a:pathLst>
                <a:path w="494" h="503" extrusionOk="0">
                  <a:moveTo>
                    <a:pt x="244" y="0"/>
                  </a:moveTo>
                  <a:cubicBezTo>
                    <a:pt x="107" y="0"/>
                    <a:pt x="0" y="115"/>
                    <a:pt x="0" y="251"/>
                  </a:cubicBezTo>
                  <a:cubicBezTo>
                    <a:pt x="0" y="387"/>
                    <a:pt x="107" y="503"/>
                    <a:pt x="244" y="503"/>
                  </a:cubicBezTo>
                  <a:cubicBezTo>
                    <a:pt x="387" y="503"/>
                    <a:pt x="494" y="387"/>
                    <a:pt x="494" y="251"/>
                  </a:cubicBezTo>
                  <a:cubicBezTo>
                    <a:pt x="494" y="115"/>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2" name="Google Shape;11202;p27"/>
            <p:cNvSpPr/>
            <p:nvPr/>
          </p:nvSpPr>
          <p:spPr>
            <a:xfrm>
              <a:off x="2329550" y="1748800"/>
              <a:ext cx="12575" cy="12575"/>
            </a:xfrm>
            <a:custGeom>
              <a:avLst/>
              <a:gdLst/>
              <a:ahLst/>
              <a:cxnLst/>
              <a:rect l="l" t="t" r="r" b="b"/>
              <a:pathLst>
                <a:path w="503" h="503" extrusionOk="0">
                  <a:moveTo>
                    <a:pt x="251" y="0"/>
                  </a:moveTo>
                  <a:cubicBezTo>
                    <a:pt x="115" y="0"/>
                    <a:pt x="0" y="115"/>
                    <a:pt x="0" y="251"/>
                  </a:cubicBezTo>
                  <a:cubicBezTo>
                    <a:pt x="0" y="387"/>
                    <a:pt x="115" y="503"/>
                    <a:pt x="251" y="503"/>
                  </a:cubicBezTo>
                  <a:cubicBezTo>
                    <a:pt x="387" y="503"/>
                    <a:pt x="502" y="387"/>
                    <a:pt x="502" y="251"/>
                  </a:cubicBezTo>
                  <a:cubicBezTo>
                    <a:pt x="502"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3" name="Google Shape;11203;p27"/>
            <p:cNvSpPr/>
            <p:nvPr/>
          </p:nvSpPr>
          <p:spPr>
            <a:xfrm>
              <a:off x="2421325" y="1748800"/>
              <a:ext cx="12550" cy="12575"/>
            </a:xfrm>
            <a:custGeom>
              <a:avLst/>
              <a:gdLst/>
              <a:ahLst/>
              <a:cxnLst/>
              <a:rect l="l" t="t" r="r" b="b"/>
              <a:pathLst>
                <a:path w="502" h="503" extrusionOk="0">
                  <a:moveTo>
                    <a:pt x="250" y="0"/>
                  </a:moveTo>
                  <a:cubicBezTo>
                    <a:pt x="114" y="0"/>
                    <a:pt x="1" y="115"/>
                    <a:pt x="1" y="251"/>
                  </a:cubicBezTo>
                  <a:cubicBezTo>
                    <a:pt x="1" y="387"/>
                    <a:pt x="114" y="503"/>
                    <a:pt x="250" y="503"/>
                  </a:cubicBezTo>
                  <a:cubicBezTo>
                    <a:pt x="395" y="503"/>
                    <a:pt x="501" y="387"/>
                    <a:pt x="501" y="251"/>
                  </a:cubicBezTo>
                  <a:cubicBezTo>
                    <a:pt x="501" y="115"/>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4" name="Google Shape;11204;p27"/>
            <p:cNvSpPr/>
            <p:nvPr/>
          </p:nvSpPr>
          <p:spPr>
            <a:xfrm>
              <a:off x="2513250" y="1748800"/>
              <a:ext cx="12575" cy="12575"/>
            </a:xfrm>
            <a:custGeom>
              <a:avLst/>
              <a:gdLst/>
              <a:ahLst/>
              <a:cxnLst/>
              <a:rect l="l" t="t" r="r" b="b"/>
              <a:pathLst>
                <a:path w="503" h="503" extrusionOk="0">
                  <a:moveTo>
                    <a:pt x="252" y="0"/>
                  </a:moveTo>
                  <a:cubicBezTo>
                    <a:pt x="109" y="0"/>
                    <a:pt x="0" y="115"/>
                    <a:pt x="0" y="251"/>
                  </a:cubicBezTo>
                  <a:cubicBezTo>
                    <a:pt x="0" y="387"/>
                    <a:pt x="109"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5" name="Google Shape;11205;p27"/>
            <p:cNvSpPr/>
            <p:nvPr/>
          </p:nvSpPr>
          <p:spPr>
            <a:xfrm>
              <a:off x="2605000" y="1748800"/>
              <a:ext cx="12575" cy="12575"/>
            </a:xfrm>
            <a:custGeom>
              <a:avLst/>
              <a:gdLst/>
              <a:ahLst/>
              <a:cxnLst/>
              <a:rect l="l" t="t" r="r" b="b"/>
              <a:pathLst>
                <a:path w="503" h="503" extrusionOk="0">
                  <a:moveTo>
                    <a:pt x="252" y="0"/>
                  </a:moveTo>
                  <a:cubicBezTo>
                    <a:pt x="116" y="0"/>
                    <a:pt x="0" y="115"/>
                    <a:pt x="0" y="251"/>
                  </a:cubicBezTo>
                  <a:cubicBezTo>
                    <a:pt x="0" y="387"/>
                    <a:pt x="116" y="503"/>
                    <a:pt x="252" y="503"/>
                  </a:cubicBezTo>
                  <a:cubicBezTo>
                    <a:pt x="387" y="503"/>
                    <a:pt x="503" y="387"/>
                    <a:pt x="503" y="251"/>
                  </a:cubicBezTo>
                  <a:cubicBezTo>
                    <a:pt x="503" y="115"/>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6" name="Google Shape;11206;p27"/>
            <p:cNvSpPr/>
            <p:nvPr/>
          </p:nvSpPr>
          <p:spPr>
            <a:xfrm>
              <a:off x="2696950" y="1748800"/>
              <a:ext cx="12375" cy="12575"/>
            </a:xfrm>
            <a:custGeom>
              <a:avLst/>
              <a:gdLst/>
              <a:ahLst/>
              <a:cxnLst/>
              <a:rect l="l" t="t" r="r" b="b"/>
              <a:pathLst>
                <a:path w="495" h="503" extrusionOk="0">
                  <a:moveTo>
                    <a:pt x="252" y="0"/>
                  </a:moveTo>
                  <a:cubicBezTo>
                    <a:pt x="108" y="0"/>
                    <a:pt x="1" y="115"/>
                    <a:pt x="1" y="251"/>
                  </a:cubicBezTo>
                  <a:cubicBezTo>
                    <a:pt x="1" y="387"/>
                    <a:pt x="108" y="503"/>
                    <a:pt x="252" y="503"/>
                  </a:cubicBezTo>
                  <a:cubicBezTo>
                    <a:pt x="388" y="503"/>
                    <a:pt x="495" y="387"/>
                    <a:pt x="495" y="251"/>
                  </a:cubicBezTo>
                  <a:cubicBezTo>
                    <a:pt x="495"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7" name="Google Shape;11207;p27"/>
            <p:cNvSpPr/>
            <p:nvPr/>
          </p:nvSpPr>
          <p:spPr>
            <a:xfrm>
              <a:off x="2788700" y="17488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8" name="Google Shape;11208;p27"/>
            <p:cNvSpPr/>
            <p:nvPr/>
          </p:nvSpPr>
          <p:spPr>
            <a:xfrm>
              <a:off x="2880675" y="1748800"/>
              <a:ext cx="12375" cy="12575"/>
            </a:xfrm>
            <a:custGeom>
              <a:avLst/>
              <a:gdLst/>
              <a:ahLst/>
              <a:cxnLst/>
              <a:rect l="l" t="t" r="r" b="b"/>
              <a:pathLst>
                <a:path w="495" h="503" extrusionOk="0">
                  <a:moveTo>
                    <a:pt x="243" y="0"/>
                  </a:moveTo>
                  <a:cubicBezTo>
                    <a:pt x="107" y="0"/>
                    <a:pt x="0" y="115"/>
                    <a:pt x="0" y="251"/>
                  </a:cubicBezTo>
                  <a:cubicBezTo>
                    <a:pt x="0" y="387"/>
                    <a:pt x="107" y="503"/>
                    <a:pt x="243" y="503"/>
                  </a:cubicBezTo>
                  <a:cubicBezTo>
                    <a:pt x="387" y="503"/>
                    <a:pt x="494" y="387"/>
                    <a:pt x="494" y="251"/>
                  </a:cubicBezTo>
                  <a:cubicBezTo>
                    <a:pt x="494" y="115"/>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9" name="Google Shape;11209;p27"/>
            <p:cNvSpPr/>
            <p:nvPr/>
          </p:nvSpPr>
          <p:spPr>
            <a:xfrm>
              <a:off x="2972425" y="1748800"/>
              <a:ext cx="12575" cy="12575"/>
            </a:xfrm>
            <a:custGeom>
              <a:avLst/>
              <a:gdLst/>
              <a:ahLst/>
              <a:cxnLst/>
              <a:rect l="l" t="t" r="r" b="b"/>
              <a:pathLst>
                <a:path w="503" h="503" extrusionOk="0">
                  <a:moveTo>
                    <a:pt x="251" y="0"/>
                  </a:moveTo>
                  <a:cubicBezTo>
                    <a:pt x="115" y="0"/>
                    <a:pt x="0" y="115"/>
                    <a:pt x="0" y="251"/>
                  </a:cubicBezTo>
                  <a:cubicBezTo>
                    <a:pt x="0" y="387"/>
                    <a:pt x="115" y="503"/>
                    <a:pt x="251" y="503"/>
                  </a:cubicBezTo>
                  <a:cubicBezTo>
                    <a:pt x="387" y="503"/>
                    <a:pt x="503" y="387"/>
                    <a:pt x="503" y="251"/>
                  </a:cubicBezTo>
                  <a:cubicBezTo>
                    <a:pt x="503"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0" name="Google Shape;11210;p27"/>
            <p:cNvSpPr/>
            <p:nvPr/>
          </p:nvSpPr>
          <p:spPr>
            <a:xfrm>
              <a:off x="3064375" y="1748800"/>
              <a:ext cx="12375" cy="12575"/>
            </a:xfrm>
            <a:custGeom>
              <a:avLst/>
              <a:gdLst/>
              <a:ahLst/>
              <a:cxnLst/>
              <a:rect l="l" t="t" r="r" b="b"/>
              <a:pathLst>
                <a:path w="495" h="503" extrusionOk="0">
                  <a:moveTo>
                    <a:pt x="243" y="0"/>
                  </a:moveTo>
                  <a:cubicBezTo>
                    <a:pt x="107" y="0"/>
                    <a:pt x="1" y="115"/>
                    <a:pt x="1" y="251"/>
                  </a:cubicBezTo>
                  <a:cubicBezTo>
                    <a:pt x="1" y="387"/>
                    <a:pt x="107" y="503"/>
                    <a:pt x="243" y="503"/>
                  </a:cubicBezTo>
                  <a:cubicBezTo>
                    <a:pt x="388" y="503"/>
                    <a:pt x="495" y="387"/>
                    <a:pt x="495" y="251"/>
                  </a:cubicBezTo>
                  <a:cubicBezTo>
                    <a:pt x="495" y="115"/>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1" name="Google Shape;11211;p27"/>
            <p:cNvSpPr/>
            <p:nvPr/>
          </p:nvSpPr>
          <p:spPr>
            <a:xfrm>
              <a:off x="3156125" y="17488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2" name="Google Shape;11212;p27"/>
            <p:cNvSpPr/>
            <p:nvPr/>
          </p:nvSpPr>
          <p:spPr>
            <a:xfrm>
              <a:off x="3247875" y="1748800"/>
              <a:ext cx="12575" cy="12575"/>
            </a:xfrm>
            <a:custGeom>
              <a:avLst/>
              <a:gdLst/>
              <a:ahLst/>
              <a:cxnLst/>
              <a:rect l="l" t="t" r="r" b="b"/>
              <a:pathLst>
                <a:path w="503"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3" name="Google Shape;11213;p27"/>
            <p:cNvSpPr/>
            <p:nvPr/>
          </p:nvSpPr>
          <p:spPr>
            <a:xfrm>
              <a:off x="3339850" y="1748800"/>
              <a:ext cx="12525" cy="12575"/>
            </a:xfrm>
            <a:custGeom>
              <a:avLst/>
              <a:gdLst/>
              <a:ahLst/>
              <a:cxnLst/>
              <a:rect l="l" t="t" r="r" b="b"/>
              <a:pathLst>
                <a:path w="501" h="503" extrusionOk="0">
                  <a:moveTo>
                    <a:pt x="251" y="0"/>
                  </a:moveTo>
                  <a:cubicBezTo>
                    <a:pt x="107" y="0"/>
                    <a:pt x="0" y="115"/>
                    <a:pt x="0" y="251"/>
                  </a:cubicBezTo>
                  <a:cubicBezTo>
                    <a:pt x="0" y="387"/>
                    <a:pt x="107" y="503"/>
                    <a:pt x="251" y="503"/>
                  </a:cubicBezTo>
                  <a:cubicBezTo>
                    <a:pt x="387" y="503"/>
                    <a:pt x="501" y="387"/>
                    <a:pt x="501" y="251"/>
                  </a:cubicBezTo>
                  <a:cubicBezTo>
                    <a:pt x="501"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4" name="Google Shape;11214;p27"/>
            <p:cNvSpPr/>
            <p:nvPr/>
          </p:nvSpPr>
          <p:spPr>
            <a:xfrm>
              <a:off x="3431575" y="17488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5" name="Google Shape;11215;p27"/>
            <p:cNvSpPr/>
            <p:nvPr/>
          </p:nvSpPr>
          <p:spPr>
            <a:xfrm>
              <a:off x="3523550" y="1748800"/>
              <a:ext cx="12375" cy="12575"/>
            </a:xfrm>
            <a:custGeom>
              <a:avLst/>
              <a:gdLst/>
              <a:ahLst/>
              <a:cxnLst/>
              <a:rect l="l" t="t" r="r" b="b"/>
              <a:pathLst>
                <a:path w="495" h="503" extrusionOk="0">
                  <a:moveTo>
                    <a:pt x="250" y="0"/>
                  </a:moveTo>
                  <a:cubicBezTo>
                    <a:pt x="107" y="0"/>
                    <a:pt x="0" y="115"/>
                    <a:pt x="0" y="251"/>
                  </a:cubicBezTo>
                  <a:cubicBezTo>
                    <a:pt x="0" y="387"/>
                    <a:pt x="107" y="503"/>
                    <a:pt x="250" y="503"/>
                  </a:cubicBezTo>
                  <a:cubicBezTo>
                    <a:pt x="388" y="503"/>
                    <a:pt x="494" y="387"/>
                    <a:pt x="494" y="251"/>
                  </a:cubicBezTo>
                  <a:cubicBezTo>
                    <a:pt x="494" y="115"/>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6" name="Google Shape;11216;p27"/>
            <p:cNvSpPr/>
            <p:nvPr/>
          </p:nvSpPr>
          <p:spPr>
            <a:xfrm>
              <a:off x="676400" y="18407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7" name="Google Shape;11217;p27"/>
            <p:cNvSpPr/>
            <p:nvPr/>
          </p:nvSpPr>
          <p:spPr>
            <a:xfrm>
              <a:off x="768325" y="1840700"/>
              <a:ext cx="12400" cy="12425"/>
            </a:xfrm>
            <a:custGeom>
              <a:avLst/>
              <a:gdLst/>
              <a:ahLst/>
              <a:cxnLst/>
              <a:rect l="l" t="t" r="r" b="b"/>
              <a:pathLst>
                <a:path w="496" h="497" extrusionOk="0">
                  <a:moveTo>
                    <a:pt x="245" y="1"/>
                  </a:moveTo>
                  <a:cubicBezTo>
                    <a:pt x="109" y="1"/>
                    <a:pt x="0" y="109"/>
                    <a:pt x="0" y="245"/>
                  </a:cubicBezTo>
                  <a:cubicBezTo>
                    <a:pt x="0" y="388"/>
                    <a:pt x="109" y="496"/>
                    <a:pt x="245" y="496"/>
                  </a:cubicBezTo>
                  <a:cubicBezTo>
                    <a:pt x="388" y="496"/>
                    <a:pt x="496" y="388"/>
                    <a:pt x="496" y="245"/>
                  </a:cubicBezTo>
                  <a:cubicBezTo>
                    <a:pt x="496" y="109"/>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8" name="Google Shape;11218;p27"/>
            <p:cNvSpPr/>
            <p:nvPr/>
          </p:nvSpPr>
          <p:spPr>
            <a:xfrm>
              <a:off x="860125" y="1840700"/>
              <a:ext cx="12525" cy="12425"/>
            </a:xfrm>
            <a:custGeom>
              <a:avLst/>
              <a:gdLst/>
              <a:ahLst/>
              <a:cxnLst/>
              <a:rect l="l" t="t" r="r" b="b"/>
              <a:pathLst>
                <a:path w="501" h="497" extrusionOk="0">
                  <a:moveTo>
                    <a:pt x="251" y="1"/>
                  </a:moveTo>
                  <a:cubicBezTo>
                    <a:pt x="114" y="1"/>
                    <a:pt x="0" y="109"/>
                    <a:pt x="0" y="245"/>
                  </a:cubicBezTo>
                  <a:cubicBezTo>
                    <a:pt x="0" y="388"/>
                    <a:pt x="114" y="496"/>
                    <a:pt x="251" y="496"/>
                  </a:cubicBezTo>
                  <a:cubicBezTo>
                    <a:pt x="387" y="496"/>
                    <a:pt x="501" y="388"/>
                    <a:pt x="501" y="245"/>
                  </a:cubicBezTo>
                  <a:cubicBezTo>
                    <a:pt x="501"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9" name="Google Shape;11219;p27"/>
            <p:cNvSpPr/>
            <p:nvPr/>
          </p:nvSpPr>
          <p:spPr>
            <a:xfrm>
              <a:off x="951850" y="18407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0" name="Google Shape;11220;p27"/>
            <p:cNvSpPr/>
            <p:nvPr/>
          </p:nvSpPr>
          <p:spPr>
            <a:xfrm>
              <a:off x="1043825" y="1840700"/>
              <a:ext cx="12375" cy="12425"/>
            </a:xfrm>
            <a:custGeom>
              <a:avLst/>
              <a:gdLst/>
              <a:ahLst/>
              <a:cxnLst/>
              <a:rect l="l" t="t" r="r" b="b"/>
              <a:pathLst>
                <a:path w="495" h="497" extrusionOk="0">
                  <a:moveTo>
                    <a:pt x="250" y="1"/>
                  </a:moveTo>
                  <a:cubicBezTo>
                    <a:pt x="107" y="1"/>
                    <a:pt x="0" y="109"/>
                    <a:pt x="0" y="245"/>
                  </a:cubicBezTo>
                  <a:cubicBezTo>
                    <a:pt x="0" y="388"/>
                    <a:pt x="107" y="496"/>
                    <a:pt x="250" y="496"/>
                  </a:cubicBezTo>
                  <a:cubicBezTo>
                    <a:pt x="388" y="496"/>
                    <a:pt x="494" y="388"/>
                    <a:pt x="494" y="245"/>
                  </a:cubicBezTo>
                  <a:cubicBezTo>
                    <a:pt x="494"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1" name="Google Shape;11221;p27"/>
            <p:cNvSpPr/>
            <p:nvPr/>
          </p:nvSpPr>
          <p:spPr>
            <a:xfrm>
              <a:off x="1135575" y="1840700"/>
              <a:ext cx="12575" cy="12425"/>
            </a:xfrm>
            <a:custGeom>
              <a:avLst/>
              <a:gdLst/>
              <a:ahLst/>
              <a:cxnLst/>
              <a:rect l="l" t="t" r="r" b="b"/>
              <a:pathLst>
                <a:path w="503" h="497" extrusionOk="0">
                  <a:moveTo>
                    <a:pt x="252" y="1"/>
                  </a:moveTo>
                  <a:cubicBezTo>
                    <a:pt x="116" y="1"/>
                    <a:pt x="0" y="109"/>
                    <a:pt x="0" y="245"/>
                  </a:cubicBezTo>
                  <a:cubicBezTo>
                    <a:pt x="0" y="388"/>
                    <a:pt x="116" y="496"/>
                    <a:pt x="252" y="496"/>
                  </a:cubicBezTo>
                  <a:cubicBezTo>
                    <a:pt x="387" y="496"/>
                    <a:pt x="503" y="388"/>
                    <a:pt x="503" y="245"/>
                  </a:cubicBezTo>
                  <a:cubicBezTo>
                    <a:pt x="503"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2" name="Google Shape;11222;p27"/>
            <p:cNvSpPr/>
            <p:nvPr/>
          </p:nvSpPr>
          <p:spPr>
            <a:xfrm>
              <a:off x="1227500" y="1840700"/>
              <a:ext cx="12400" cy="12425"/>
            </a:xfrm>
            <a:custGeom>
              <a:avLst/>
              <a:gdLst/>
              <a:ahLst/>
              <a:cxnLst/>
              <a:rect l="l" t="t" r="r" b="b"/>
              <a:pathLst>
                <a:path w="496" h="497" extrusionOk="0">
                  <a:moveTo>
                    <a:pt x="251" y="1"/>
                  </a:moveTo>
                  <a:cubicBezTo>
                    <a:pt x="109" y="1"/>
                    <a:pt x="0" y="109"/>
                    <a:pt x="0" y="245"/>
                  </a:cubicBezTo>
                  <a:cubicBezTo>
                    <a:pt x="0" y="388"/>
                    <a:pt x="109" y="496"/>
                    <a:pt x="251" y="496"/>
                  </a:cubicBezTo>
                  <a:cubicBezTo>
                    <a:pt x="387" y="496"/>
                    <a:pt x="496" y="388"/>
                    <a:pt x="496" y="245"/>
                  </a:cubicBezTo>
                  <a:cubicBezTo>
                    <a:pt x="496"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3" name="Google Shape;11223;p27"/>
            <p:cNvSpPr/>
            <p:nvPr/>
          </p:nvSpPr>
          <p:spPr>
            <a:xfrm>
              <a:off x="1319275" y="1840700"/>
              <a:ext cx="12550" cy="12425"/>
            </a:xfrm>
            <a:custGeom>
              <a:avLst/>
              <a:gdLst/>
              <a:ahLst/>
              <a:cxnLst/>
              <a:rect l="l" t="t" r="r" b="b"/>
              <a:pathLst>
                <a:path w="502" h="497" extrusionOk="0">
                  <a:moveTo>
                    <a:pt x="252" y="1"/>
                  </a:moveTo>
                  <a:cubicBezTo>
                    <a:pt x="114" y="1"/>
                    <a:pt x="1" y="109"/>
                    <a:pt x="1" y="245"/>
                  </a:cubicBezTo>
                  <a:cubicBezTo>
                    <a:pt x="1" y="388"/>
                    <a:pt x="114" y="496"/>
                    <a:pt x="252" y="496"/>
                  </a:cubicBezTo>
                  <a:cubicBezTo>
                    <a:pt x="388" y="496"/>
                    <a:pt x="501" y="388"/>
                    <a:pt x="501" y="245"/>
                  </a:cubicBezTo>
                  <a:cubicBezTo>
                    <a:pt x="501"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4" name="Google Shape;11224;p27"/>
            <p:cNvSpPr/>
            <p:nvPr/>
          </p:nvSpPr>
          <p:spPr>
            <a:xfrm>
              <a:off x="1411200" y="1840700"/>
              <a:ext cx="12425" cy="12425"/>
            </a:xfrm>
            <a:custGeom>
              <a:avLst/>
              <a:gdLst/>
              <a:ahLst/>
              <a:cxnLst/>
              <a:rect l="l" t="t" r="r" b="b"/>
              <a:pathLst>
                <a:path w="497" h="497" extrusionOk="0">
                  <a:moveTo>
                    <a:pt x="245" y="1"/>
                  </a:moveTo>
                  <a:cubicBezTo>
                    <a:pt x="109" y="1"/>
                    <a:pt x="1" y="109"/>
                    <a:pt x="1" y="245"/>
                  </a:cubicBezTo>
                  <a:cubicBezTo>
                    <a:pt x="1" y="388"/>
                    <a:pt x="109" y="496"/>
                    <a:pt x="245" y="496"/>
                  </a:cubicBezTo>
                  <a:cubicBezTo>
                    <a:pt x="388" y="496"/>
                    <a:pt x="496" y="388"/>
                    <a:pt x="496" y="245"/>
                  </a:cubicBezTo>
                  <a:cubicBezTo>
                    <a:pt x="496" y="109"/>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5" name="Google Shape;11225;p27"/>
            <p:cNvSpPr/>
            <p:nvPr/>
          </p:nvSpPr>
          <p:spPr>
            <a:xfrm>
              <a:off x="1503000" y="1840700"/>
              <a:ext cx="12525" cy="12425"/>
            </a:xfrm>
            <a:custGeom>
              <a:avLst/>
              <a:gdLst/>
              <a:ahLst/>
              <a:cxnLst/>
              <a:rect l="l" t="t" r="r" b="b"/>
              <a:pathLst>
                <a:path w="501" h="497" extrusionOk="0">
                  <a:moveTo>
                    <a:pt x="250" y="1"/>
                  </a:moveTo>
                  <a:cubicBezTo>
                    <a:pt x="114" y="1"/>
                    <a:pt x="0" y="109"/>
                    <a:pt x="0" y="245"/>
                  </a:cubicBezTo>
                  <a:cubicBezTo>
                    <a:pt x="0" y="388"/>
                    <a:pt x="114" y="496"/>
                    <a:pt x="250" y="496"/>
                  </a:cubicBezTo>
                  <a:cubicBezTo>
                    <a:pt x="387" y="496"/>
                    <a:pt x="501" y="388"/>
                    <a:pt x="501" y="245"/>
                  </a:cubicBezTo>
                  <a:cubicBezTo>
                    <a:pt x="501" y="109"/>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6" name="Google Shape;11226;p27"/>
            <p:cNvSpPr/>
            <p:nvPr/>
          </p:nvSpPr>
          <p:spPr>
            <a:xfrm>
              <a:off x="1594750" y="1840700"/>
              <a:ext cx="12575" cy="12425"/>
            </a:xfrm>
            <a:custGeom>
              <a:avLst/>
              <a:gdLst/>
              <a:ahLst/>
              <a:cxnLst/>
              <a:rect l="l" t="t" r="r" b="b"/>
              <a:pathLst>
                <a:path w="503" h="497" extrusionOk="0">
                  <a:moveTo>
                    <a:pt x="251" y="1"/>
                  </a:moveTo>
                  <a:cubicBezTo>
                    <a:pt x="115" y="1"/>
                    <a:pt x="0" y="109"/>
                    <a:pt x="0" y="245"/>
                  </a:cubicBezTo>
                  <a:cubicBezTo>
                    <a:pt x="0" y="388"/>
                    <a:pt x="115" y="496"/>
                    <a:pt x="251" y="496"/>
                  </a:cubicBezTo>
                  <a:cubicBezTo>
                    <a:pt x="394" y="496"/>
                    <a:pt x="503" y="388"/>
                    <a:pt x="503" y="245"/>
                  </a:cubicBezTo>
                  <a:cubicBezTo>
                    <a:pt x="503" y="109"/>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7" name="Google Shape;11227;p27"/>
            <p:cNvSpPr/>
            <p:nvPr/>
          </p:nvSpPr>
          <p:spPr>
            <a:xfrm>
              <a:off x="1686650" y="18407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8" name="Google Shape;11228;p27"/>
            <p:cNvSpPr/>
            <p:nvPr/>
          </p:nvSpPr>
          <p:spPr>
            <a:xfrm>
              <a:off x="1778450" y="1840700"/>
              <a:ext cx="12550" cy="12425"/>
            </a:xfrm>
            <a:custGeom>
              <a:avLst/>
              <a:gdLst/>
              <a:ahLst/>
              <a:cxnLst/>
              <a:rect l="l" t="t" r="r" b="b"/>
              <a:pathLst>
                <a:path w="502" h="497" extrusionOk="0">
                  <a:moveTo>
                    <a:pt x="252" y="1"/>
                  </a:moveTo>
                  <a:cubicBezTo>
                    <a:pt x="114" y="1"/>
                    <a:pt x="1" y="109"/>
                    <a:pt x="1" y="245"/>
                  </a:cubicBezTo>
                  <a:cubicBezTo>
                    <a:pt x="1" y="388"/>
                    <a:pt x="114" y="496"/>
                    <a:pt x="252" y="496"/>
                  </a:cubicBezTo>
                  <a:cubicBezTo>
                    <a:pt x="388" y="496"/>
                    <a:pt x="501" y="388"/>
                    <a:pt x="501" y="245"/>
                  </a:cubicBezTo>
                  <a:cubicBezTo>
                    <a:pt x="501"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9" name="Google Shape;11229;p27"/>
            <p:cNvSpPr/>
            <p:nvPr/>
          </p:nvSpPr>
          <p:spPr>
            <a:xfrm>
              <a:off x="1870375" y="1840700"/>
              <a:ext cx="12400" cy="12425"/>
            </a:xfrm>
            <a:custGeom>
              <a:avLst/>
              <a:gdLst/>
              <a:ahLst/>
              <a:cxnLst/>
              <a:rect l="l" t="t" r="r" b="b"/>
              <a:pathLst>
                <a:path w="496" h="497" extrusionOk="0">
                  <a:moveTo>
                    <a:pt x="252" y="1"/>
                  </a:moveTo>
                  <a:cubicBezTo>
                    <a:pt x="109" y="1"/>
                    <a:pt x="0" y="109"/>
                    <a:pt x="0" y="245"/>
                  </a:cubicBezTo>
                  <a:cubicBezTo>
                    <a:pt x="0" y="388"/>
                    <a:pt x="109" y="496"/>
                    <a:pt x="252" y="496"/>
                  </a:cubicBezTo>
                  <a:cubicBezTo>
                    <a:pt x="387" y="496"/>
                    <a:pt x="496" y="388"/>
                    <a:pt x="496" y="245"/>
                  </a:cubicBezTo>
                  <a:cubicBezTo>
                    <a:pt x="496"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0" name="Google Shape;11230;p27"/>
            <p:cNvSpPr/>
            <p:nvPr/>
          </p:nvSpPr>
          <p:spPr>
            <a:xfrm>
              <a:off x="1962150" y="1840700"/>
              <a:ext cx="12550" cy="12425"/>
            </a:xfrm>
            <a:custGeom>
              <a:avLst/>
              <a:gdLst/>
              <a:ahLst/>
              <a:cxnLst/>
              <a:rect l="l" t="t" r="r" b="b"/>
              <a:pathLst>
                <a:path w="502" h="497" extrusionOk="0">
                  <a:moveTo>
                    <a:pt x="250" y="1"/>
                  </a:moveTo>
                  <a:cubicBezTo>
                    <a:pt x="114" y="1"/>
                    <a:pt x="1" y="109"/>
                    <a:pt x="1" y="245"/>
                  </a:cubicBezTo>
                  <a:cubicBezTo>
                    <a:pt x="1" y="388"/>
                    <a:pt x="114" y="496"/>
                    <a:pt x="250" y="496"/>
                  </a:cubicBezTo>
                  <a:cubicBezTo>
                    <a:pt x="388" y="496"/>
                    <a:pt x="502" y="388"/>
                    <a:pt x="502" y="245"/>
                  </a:cubicBezTo>
                  <a:cubicBezTo>
                    <a:pt x="502"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1" name="Google Shape;11231;p27"/>
            <p:cNvSpPr/>
            <p:nvPr/>
          </p:nvSpPr>
          <p:spPr>
            <a:xfrm>
              <a:off x="2054075" y="1840700"/>
              <a:ext cx="12425" cy="12425"/>
            </a:xfrm>
            <a:custGeom>
              <a:avLst/>
              <a:gdLst/>
              <a:ahLst/>
              <a:cxnLst/>
              <a:rect l="l" t="t" r="r" b="b"/>
              <a:pathLst>
                <a:path w="497" h="497" extrusionOk="0">
                  <a:moveTo>
                    <a:pt x="252" y="1"/>
                  </a:moveTo>
                  <a:cubicBezTo>
                    <a:pt x="109" y="1"/>
                    <a:pt x="1" y="109"/>
                    <a:pt x="1" y="245"/>
                  </a:cubicBezTo>
                  <a:cubicBezTo>
                    <a:pt x="1" y="388"/>
                    <a:pt x="109" y="496"/>
                    <a:pt x="252" y="496"/>
                  </a:cubicBezTo>
                  <a:cubicBezTo>
                    <a:pt x="388" y="496"/>
                    <a:pt x="496" y="388"/>
                    <a:pt x="496" y="245"/>
                  </a:cubicBezTo>
                  <a:cubicBezTo>
                    <a:pt x="496"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2" name="Google Shape;11232;p27"/>
            <p:cNvSpPr/>
            <p:nvPr/>
          </p:nvSpPr>
          <p:spPr>
            <a:xfrm>
              <a:off x="2145825" y="18407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3" name="Google Shape;11233;p27"/>
            <p:cNvSpPr/>
            <p:nvPr/>
          </p:nvSpPr>
          <p:spPr>
            <a:xfrm>
              <a:off x="2237800" y="1840700"/>
              <a:ext cx="12350" cy="12425"/>
            </a:xfrm>
            <a:custGeom>
              <a:avLst/>
              <a:gdLst/>
              <a:ahLst/>
              <a:cxnLst/>
              <a:rect l="l" t="t" r="r" b="b"/>
              <a:pathLst>
                <a:path w="494" h="497" extrusionOk="0">
                  <a:moveTo>
                    <a:pt x="244" y="1"/>
                  </a:moveTo>
                  <a:cubicBezTo>
                    <a:pt x="107" y="1"/>
                    <a:pt x="0" y="109"/>
                    <a:pt x="0" y="245"/>
                  </a:cubicBezTo>
                  <a:cubicBezTo>
                    <a:pt x="0" y="388"/>
                    <a:pt x="107" y="496"/>
                    <a:pt x="244" y="496"/>
                  </a:cubicBezTo>
                  <a:cubicBezTo>
                    <a:pt x="387" y="496"/>
                    <a:pt x="494" y="388"/>
                    <a:pt x="494" y="245"/>
                  </a:cubicBezTo>
                  <a:cubicBezTo>
                    <a:pt x="494" y="109"/>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4" name="Google Shape;11234;p27"/>
            <p:cNvSpPr/>
            <p:nvPr/>
          </p:nvSpPr>
          <p:spPr>
            <a:xfrm>
              <a:off x="2329550" y="1840700"/>
              <a:ext cx="12575" cy="12425"/>
            </a:xfrm>
            <a:custGeom>
              <a:avLst/>
              <a:gdLst/>
              <a:ahLst/>
              <a:cxnLst/>
              <a:rect l="l" t="t" r="r" b="b"/>
              <a:pathLst>
                <a:path w="503" h="497" extrusionOk="0">
                  <a:moveTo>
                    <a:pt x="251" y="1"/>
                  </a:moveTo>
                  <a:cubicBezTo>
                    <a:pt x="115" y="1"/>
                    <a:pt x="0" y="109"/>
                    <a:pt x="0" y="245"/>
                  </a:cubicBezTo>
                  <a:cubicBezTo>
                    <a:pt x="0" y="388"/>
                    <a:pt x="115" y="496"/>
                    <a:pt x="251" y="496"/>
                  </a:cubicBezTo>
                  <a:cubicBezTo>
                    <a:pt x="387" y="496"/>
                    <a:pt x="502" y="388"/>
                    <a:pt x="502" y="245"/>
                  </a:cubicBezTo>
                  <a:cubicBezTo>
                    <a:pt x="502"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5" name="Google Shape;11235;p27"/>
            <p:cNvSpPr/>
            <p:nvPr/>
          </p:nvSpPr>
          <p:spPr>
            <a:xfrm>
              <a:off x="2421325" y="1840700"/>
              <a:ext cx="12550" cy="12425"/>
            </a:xfrm>
            <a:custGeom>
              <a:avLst/>
              <a:gdLst/>
              <a:ahLst/>
              <a:cxnLst/>
              <a:rect l="l" t="t" r="r" b="b"/>
              <a:pathLst>
                <a:path w="502" h="497" extrusionOk="0">
                  <a:moveTo>
                    <a:pt x="250" y="1"/>
                  </a:moveTo>
                  <a:cubicBezTo>
                    <a:pt x="114" y="1"/>
                    <a:pt x="1" y="109"/>
                    <a:pt x="1" y="245"/>
                  </a:cubicBezTo>
                  <a:cubicBezTo>
                    <a:pt x="1" y="388"/>
                    <a:pt x="114" y="496"/>
                    <a:pt x="250" y="496"/>
                  </a:cubicBezTo>
                  <a:cubicBezTo>
                    <a:pt x="395" y="496"/>
                    <a:pt x="501" y="388"/>
                    <a:pt x="501" y="245"/>
                  </a:cubicBezTo>
                  <a:cubicBezTo>
                    <a:pt x="501" y="109"/>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6" name="Google Shape;11236;p27"/>
            <p:cNvSpPr/>
            <p:nvPr/>
          </p:nvSpPr>
          <p:spPr>
            <a:xfrm>
              <a:off x="2513250" y="1840700"/>
              <a:ext cx="12575" cy="12425"/>
            </a:xfrm>
            <a:custGeom>
              <a:avLst/>
              <a:gdLst/>
              <a:ahLst/>
              <a:cxnLst/>
              <a:rect l="l" t="t" r="r" b="b"/>
              <a:pathLst>
                <a:path w="503" h="497" extrusionOk="0">
                  <a:moveTo>
                    <a:pt x="252" y="1"/>
                  </a:moveTo>
                  <a:cubicBezTo>
                    <a:pt x="109" y="1"/>
                    <a:pt x="0" y="109"/>
                    <a:pt x="0" y="245"/>
                  </a:cubicBezTo>
                  <a:cubicBezTo>
                    <a:pt x="0" y="388"/>
                    <a:pt x="109"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7" name="Google Shape;11237;p27"/>
            <p:cNvSpPr/>
            <p:nvPr/>
          </p:nvSpPr>
          <p:spPr>
            <a:xfrm>
              <a:off x="2605000" y="1840700"/>
              <a:ext cx="12575" cy="12425"/>
            </a:xfrm>
            <a:custGeom>
              <a:avLst/>
              <a:gdLst/>
              <a:ahLst/>
              <a:cxnLst/>
              <a:rect l="l" t="t" r="r" b="b"/>
              <a:pathLst>
                <a:path w="503" h="497" extrusionOk="0">
                  <a:moveTo>
                    <a:pt x="252" y="1"/>
                  </a:moveTo>
                  <a:cubicBezTo>
                    <a:pt x="116" y="1"/>
                    <a:pt x="0" y="109"/>
                    <a:pt x="0" y="245"/>
                  </a:cubicBezTo>
                  <a:cubicBezTo>
                    <a:pt x="0" y="388"/>
                    <a:pt x="116" y="496"/>
                    <a:pt x="252" y="496"/>
                  </a:cubicBezTo>
                  <a:cubicBezTo>
                    <a:pt x="387" y="496"/>
                    <a:pt x="503" y="388"/>
                    <a:pt x="503" y="245"/>
                  </a:cubicBezTo>
                  <a:cubicBezTo>
                    <a:pt x="503"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8" name="Google Shape;11238;p27"/>
            <p:cNvSpPr/>
            <p:nvPr/>
          </p:nvSpPr>
          <p:spPr>
            <a:xfrm>
              <a:off x="2696950" y="1840700"/>
              <a:ext cx="12375" cy="12425"/>
            </a:xfrm>
            <a:custGeom>
              <a:avLst/>
              <a:gdLst/>
              <a:ahLst/>
              <a:cxnLst/>
              <a:rect l="l" t="t" r="r" b="b"/>
              <a:pathLst>
                <a:path w="495" h="497" extrusionOk="0">
                  <a:moveTo>
                    <a:pt x="252" y="1"/>
                  </a:moveTo>
                  <a:cubicBezTo>
                    <a:pt x="108" y="1"/>
                    <a:pt x="1" y="109"/>
                    <a:pt x="1" y="245"/>
                  </a:cubicBezTo>
                  <a:cubicBezTo>
                    <a:pt x="1" y="388"/>
                    <a:pt x="108" y="496"/>
                    <a:pt x="252" y="496"/>
                  </a:cubicBezTo>
                  <a:cubicBezTo>
                    <a:pt x="388" y="496"/>
                    <a:pt x="495" y="388"/>
                    <a:pt x="495" y="245"/>
                  </a:cubicBezTo>
                  <a:cubicBezTo>
                    <a:pt x="495"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9" name="Google Shape;11239;p27"/>
            <p:cNvSpPr/>
            <p:nvPr/>
          </p:nvSpPr>
          <p:spPr>
            <a:xfrm>
              <a:off x="2788700" y="18407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0" name="Google Shape;11240;p27"/>
            <p:cNvSpPr/>
            <p:nvPr/>
          </p:nvSpPr>
          <p:spPr>
            <a:xfrm>
              <a:off x="2880675" y="1840700"/>
              <a:ext cx="12375" cy="12425"/>
            </a:xfrm>
            <a:custGeom>
              <a:avLst/>
              <a:gdLst/>
              <a:ahLst/>
              <a:cxnLst/>
              <a:rect l="l" t="t" r="r" b="b"/>
              <a:pathLst>
                <a:path w="495" h="497" extrusionOk="0">
                  <a:moveTo>
                    <a:pt x="243" y="1"/>
                  </a:moveTo>
                  <a:cubicBezTo>
                    <a:pt x="107" y="1"/>
                    <a:pt x="0" y="109"/>
                    <a:pt x="0" y="245"/>
                  </a:cubicBezTo>
                  <a:cubicBezTo>
                    <a:pt x="0" y="388"/>
                    <a:pt x="107" y="496"/>
                    <a:pt x="243" y="496"/>
                  </a:cubicBezTo>
                  <a:cubicBezTo>
                    <a:pt x="387" y="496"/>
                    <a:pt x="494" y="388"/>
                    <a:pt x="494" y="245"/>
                  </a:cubicBezTo>
                  <a:cubicBezTo>
                    <a:pt x="494" y="109"/>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1" name="Google Shape;11241;p27"/>
            <p:cNvSpPr/>
            <p:nvPr/>
          </p:nvSpPr>
          <p:spPr>
            <a:xfrm>
              <a:off x="2972425" y="1840700"/>
              <a:ext cx="12575" cy="12425"/>
            </a:xfrm>
            <a:custGeom>
              <a:avLst/>
              <a:gdLst/>
              <a:ahLst/>
              <a:cxnLst/>
              <a:rect l="l" t="t" r="r" b="b"/>
              <a:pathLst>
                <a:path w="503" h="497" extrusionOk="0">
                  <a:moveTo>
                    <a:pt x="251" y="1"/>
                  </a:moveTo>
                  <a:cubicBezTo>
                    <a:pt x="115" y="1"/>
                    <a:pt x="0" y="109"/>
                    <a:pt x="0" y="245"/>
                  </a:cubicBezTo>
                  <a:cubicBezTo>
                    <a:pt x="0" y="388"/>
                    <a:pt x="115" y="496"/>
                    <a:pt x="251" y="496"/>
                  </a:cubicBezTo>
                  <a:cubicBezTo>
                    <a:pt x="387" y="496"/>
                    <a:pt x="503" y="388"/>
                    <a:pt x="503" y="245"/>
                  </a:cubicBezTo>
                  <a:cubicBezTo>
                    <a:pt x="503"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2" name="Google Shape;11242;p27"/>
            <p:cNvSpPr/>
            <p:nvPr/>
          </p:nvSpPr>
          <p:spPr>
            <a:xfrm>
              <a:off x="3064375" y="1840700"/>
              <a:ext cx="12375" cy="12425"/>
            </a:xfrm>
            <a:custGeom>
              <a:avLst/>
              <a:gdLst/>
              <a:ahLst/>
              <a:cxnLst/>
              <a:rect l="l" t="t" r="r" b="b"/>
              <a:pathLst>
                <a:path w="495" h="497" extrusionOk="0">
                  <a:moveTo>
                    <a:pt x="243" y="1"/>
                  </a:moveTo>
                  <a:cubicBezTo>
                    <a:pt x="107" y="1"/>
                    <a:pt x="1" y="109"/>
                    <a:pt x="1" y="245"/>
                  </a:cubicBezTo>
                  <a:cubicBezTo>
                    <a:pt x="1" y="388"/>
                    <a:pt x="107" y="496"/>
                    <a:pt x="243" y="496"/>
                  </a:cubicBezTo>
                  <a:cubicBezTo>
                    <a:pt x="388" y="496"/>
                    <a:pt x="495" y="388"/>
                    <a:pt x="495" y="245"/>
                  </a:cubicBezTo>
                  <a:cubicBezTo>
                    <a:pt x="495" y="109"/>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3" name="Google Shape;11243;p27"/>
            <p:cNvSpPr/>
            <p:nvPr/>
          </p:nvSpPr>
          <p:spPr>
            <a:xfrm>
              <a:off x="3156125" y="18407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4" name="Google Shape;11244;p27"/>
            <p:cNvSpPr/>
            <p:nvPr/>
          </p:nvSpPr>
          <p:spPr>
            <a:xfrm>
              <a:off x="3247875" y="1840700"/>
              <a:ext cx="12575" cy="12425"/>
            </a:xfrm>
            <a:custGeom>
              <a:avLst/>
              <a:gdLst/>
              <a:ahLst/>
              <a:cxnLst/>
              <a:rect l="l" t="t" r="r" b="b"/>
              <a:pathLst>
                <a:path w="503"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5" name="Google Shape;11245;p27"/>
            <p:cNvSpPr/>
            <p:nvPr/>
          </p:nvSpPr>
          <p:spPr>
            <a:xfrm>
              <a:off x="3339850" y="1840700"/>
              <a:ext cx="12525" cy="12425"/>
            </a:xfrm>
            <a:custGeom>
              <a:avLst/>
              <a:gdLst/>
              <a:ahLst/>
              <a:cxnLst/>
              <a:rect l="l" t="t" r="r" b="b"/>
              <a:pathLst>
                <a:path w="501" h="497" extrusionOk="0">
                  <a:moveTo>
                    <a:pt x="251" y="1"/>
                  </a:moveTo>
                  <a:cubicBezTo>
                    <a:pt x="107" y="1"/>
                    <a:pt x="0" y="109"/>
                    <a:pt x="0" y="245"/>
                  </a:cubicBezTo>
                  <a:cubicBezTo>
                    <a:pt x="0" y="388"/>
                    <a:pt x="107" y="496"/>
                    <a:pt x="251" y="496"/>
                  </a:cubicBezTo>
                  <a:cubicBezTo>
                    <a:pt x="387" y="496"/>
                    <a:pt x="501" y="388"/>
                    <a:pt x="501" y="245"/>
                  </a:cubicBezTo>
                  <a:cubicBezTo>
                    <a:pt x="501"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6" name="Google Shape;11246;p27"/>
            <p:cNvSpPr/>
            <p:nvPr/>
          </p:nvSpPr>
          <p:spPr>
            <a:xfrm>
              <a:off x="3431575" y="18407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7" name="Google Shape;11247;p27"/>
            <p:cNvSpPr/>
            <p:nvPr/>
          </p:nvSpPr>
          <p:spPr>
            <a:xfrm>
              <a:off x="3523550" y="1840700"/>
              <a:ext cx="12375" cy="12425"/>
            </a:xfrm>
            <a:custGeom>
              <a:avLst/>
              <a:gdLst/>
              <a:ahLst/>
              <a:cxnLst/>
              <a:rect l="l" t="t" r="r" b="b"/>
              <a:pathLst>
                <a:path w="495" h="497" extrusionOk="0">
                  <a:moveTo>
                    <a:pt x="250" y="1"/>
                  </a:moveTo>
                  <a:cubicBezTo>
                    <a:pt x="107" y="1"/>
                    <a:pt x="0" y="109"/>
                    <a:pt x="0" y="245"/>
                  </a:cubicBezTo>
                  <a:cubicBezTo>
                    <a:pt x="0" y="388"/>
                    <a:pt x="107" y="496"/>
                    <a:pt x="250" y="496"/>
                  </a:cubicBezTo>
                  <a:cubicBezTo>
                    <a:pt x="388" y="496"/>
                    <a:pt x="494" y="388"/>
                    <a:pt x="494" y="245"/>
                  </a:cubicBezTo>
                  <a:cubicBezTo>
                    <a:pt x="494"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8" name="Google Shape;11248;p27"/>
            <p:cNvSpPr/>
            <p:nvPr/>
          </p:nvSpPr>
          <p:spPr>
            <a:xfrm>
              <a:off x="676400" y="19325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9" name="Google Shape;11249;p27"/>
            <p:cNvSpPr/>
            <p:nvPr/>
          </p:nvSpPr>
          <p:spPr>
            <a:xfrm>
              <a:off x="768325" y="1932500"/>
              <a:ext cx="12400" cy="12550"/>
            </a:xfrm>
            <a:custGeom>
              <a:avLst/>
              <a:gdLst/>
              <a:ahLst/>
              <a:cxnLst/>
              <a:rect l="l" t="t" r="r" b="b"/>
              <a:pathLst>
                <a:path w="496" h="502" extrusionOk="0">
                  <a:moveTo>
                    <a:pt x="245" y="1"/>
                  </a:moveTo>
                  <a:cubicBezTo>
                    <a:pt x="109" y="1"/>
                    <a:pt x="0" y="114"/>
                    <a:pt x="0" y="252"/>
                  </a:cubicBezTo>
                  <a:cubicBezTo>
                    <a:pt x="0" y="388"/>
                    <a:pt x="109" y="501"/>
                    <a:pt x="245" y="501"/>
                  </a:cubicBezTo>
                  <a:cubicBezTo>
                    <a:pt x="388" y="501"/>
                    <a:pt x="496" y="388"/>
                    <a:pt x="496" y="252"/>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0" name="Google Shape;11250;p27"/>
            <p:cNvSpPr/>
            <p:nvPr/>
          </p:nvSpPr>
          <p:spPr>
            <a:xfrm>
              <a:off x="860125" y="1932500"/>
              <a:ext cx="12525" cy="12550"/>
            </a:xfrm>
            <a:custGeom>
              <a:avLst/>
              <a:gdLst/>
              <a:ahLst/>
              <a:cxnLst/>
              <a:rect l="l" t="t" r="r" b="b"/>
              <a:pathLst>
                <a:path w="501" h="502" extrusionOk="0">
                  <a:moveTo>
                    <a:pt x="251" y="1"/>
                  </a:moveTo>
                  <a:cubicBezTo>
                    <a:pt x="114" y="1"/>
                    <a:pt x="0" y="114"/>
                    <a:pt x="0" y="252"/>
                  </a:cubicBezTo>
                  <a:cubicBezTo>
                    <a:pt x="0" y="388"/>
                    <a:pt x="114" y="501"/>
                    <a:pt x="251" y="501"/>
                  </a:cubicBezTo>
                  <a:cubicBezTo>
                    <a:pt x="387" y="501"/>
                    <a:pt x="501" y="388"/>
                    <a:pt x="501" y="252"/>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1" name="Google Shape;11251;p27"/>
            <p:cNvSpPr/>
            <p:nvPr/>
          </p:nvSpPr>
          <p:spPr>
            <a:xfrm>
              <a:off x="951850" y="19325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2" name="Google Shape;11252;p27"/>
            <p:cNvSpPr/>
            <p:nvPr/>
          </p:nvSpPr>
          <p:spPr>
            <a:xfrm>
              <a:off x="1043825" y="1932500"/>
              <a:ext cx="12375" cy="12550"/>
            </a:xfrm>
            <a:custGeom>
              <a:avLst/>
              <a:gdLst/>
              <a:ahLst/>
              <a:cxnLst/>
              <a:rect l="l" t="t" r="r" b="b"/>
              <a:pathLst>
                <a:path w="495" h="502" extrusionOk="0">
                  <a:moveTo>
                    <a:pt x="250" y="1"/>
                  </a:moveTo>
                  <a:cubicBezTo>
                    <a:pt x="107" y="1"/>
                    <a:pt x="0" y="114"/>
                    <a:pt x="0" y="252"/>
                  </a:cubicBezTo>
                  <a:cubicBezTo>
                    <a:pt x="0" y="388"/>
                    <a:pt x="107" y="501"/>
                    <a:pt x="250" y="501"/>
                  </a:cubicBezTo>
                  <a:cubicBezTo>
                    <a:pt x="388" y="501"/>
                    <a:pt x="494" y="388"/>
                    <a:pt x="494" y="252"/>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3" name="Google Shape;11253;p27"/>
            <p:cNvSpPr/>
            <p:nvPr/>
          </p:nvSpPr>
          <p:spPr>
            <a:xfrm>
              <a:off x="1135575" y="1932500"/>
              <a:ext cx="12575" cy="12550"/>
            </a:xfrm>
            <a:custGeom>
              <a:avLst/>
              <a:gdLst/>
              <a:ahLst/>
              <a:cxnLst/>
              <a:rect l="l" t="t" r="r" b="b"/>
              <a:pathLst>
                <a:path w="503" h="502" extrusionOk="0">
                  <a:moveTo>
                    <a:pt x="252" y="1"/>
                  </a:moveTo>
                  <a:cubicBezTo>
                    <a:pt x="116" y="1"/>
                    <a:pt x="0" y="114"/>
                    <a:pt x="0" y="252"/>
                  </a:cubicBezTo>
                  <a:cubicBezTo>
                    <a:pt x="0" y="388"/>
                    <a:pt x="116" y="501"/>
                    <a:pt x="252" y="501"/>
                  </a:cubicBezTo>
                  <a:cubicBezTo>
                    <a:pt x="387" y="501"/>
                    <a:pt x="503" y="388"/>
                    <a:pt x="503" y="252"/>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4" name="Google Shape;11254;p27"/>
            <p:cNvSpPr/>
            <p:nvPr/>
          </p:nvSpPr>
          <p:spPr>
            <a:xfrm>
              <a:off x="1227500" y="1932500"/>
              <a:ext cx="12400" cy="12550"/>
            </a:xfrm>
            <a:custGeom>
              <a:avLst/>
              <a:gdLst/>
              <a:ahLst/>
              <a:cxnLst/>
              <a:rect l="l" t="t" r="r" b="b"/>
              <a:pathLst>
                <a:path w="496" h="502" extrusionOk="0">
                  <a:moveTo>
                    <a:pt x="251" y="1"/>
                  </a:moveTo>
                  <a:cubicBezTo>
                    <a:pt x="109" y="1"/>
                    <a:pt x="0" y="114"/>
                    <a:pt x="0" y="252"/>
                  </a:cubicBezTo>
                  <a:cubicBezTo>
                    <a:pt x="0" y="388"/>
                    <a:pt x="109" y="501"/>
                    <a:pt x="251" y="501"/>
                  </a:cubicBezTo>
                  <a:cubicBezTo>
                    <a:pt x="387" y="501"/>
                    <a:pt x="496" y="388"/>
                    <a:pt x="496" y="252"/>
                  </a:cubicBezTo>
                  <a:cubicBezTo>
                    <a:pt x="496"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5" name="Google Shape;11255;p27"/>
            <p:cNvSpPr/>
            <p:nvPr/>
          </p:nvSpPr>
          <p:spPr>
            <a:xfrm>
              <a:off x="1319275" y="1932500"/>
              <a:ext cx="12550" cy="12550"/>
            </a:xfrm>
            <a:custGeom>
              <a:avLst/>
              <a:gdLst/>
              <a:ahLst/>
              <a:cxnLst/>
              <a:rect l="l" t="t" r="r" b="b"/>
              <a:pathLst>
                <a:path w="502" h="502" extrusionOk="0">
                  <a:moveTo>
                    <a:pt x="252" y="1"/>
                  </a:moveTo>
                  <a:cubicBezTo>
                    <a:pt x="114" y="1"/>
                    <a:pt x="1" y="114"/>
                    <a:pt x="1" y="252"/>
                  </a:cubicBezTo>
                  <a:cubicBezTo>
                    <a:pt x="1" y="388"/>
                    <a:pt x="114" y="501"/>
                    <a:pt x="252" y="501"/>
                  </a:cubicBezTo>
                  <a:cubicBezTo>
                    <a:pt x="388" y="501"/>
                    <a:pt x="501" y="388"/>
                    <a:pt x="501" y="252"/>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6" name="Google Shape;11256;p27"/>
            <p:cNvSpPr/>
            <p:nvPr/>
          </p:nvSpPr>
          <p:spPr>
            <a:xfrm>
              <a:off x="1411200" y="1932500"/>
              <a:ext cx="12425" cy="12550"/>
            </a:xfrm>
            <a:custGeom>
              <a:avLst/>
              <a:gdLst/>
              <a:ahLst/>
              <a:cxnLst/>
              <a:rect l="l" t="t" r="r" b="b"/>
              <a:pathLst>
                <a:path w="497" h="502" extrusionOk="0">
                  <a:moveTo>
                    <a:pt x="245" y="1"/>
                  </a:moveTo>
                  <a:cubicBezTo>
                    <a:pt x="109" y="1"/>
                    <a:pt x="1" y="114"/>
                    <a:pt x="1" y="252"/>
                  </a:cubicBezTo>
                  <a:cubicBezTo>
                    <a:pt x="1" y="388"/>
                    <a:pt x="109" y="501"/>
                    <a:pt x="245" y="501"/>
                  </a:cubicBezTo>
                  <a:cubicBezTo>
                    <a:pt x="388" y="501"/>
                    <a:pt x="496" y="388"/>
                    <a:pt x="496" y="252"/>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7" name="Google Shape;11257;p27"/>
            <p:cNvSpPr/>
            <p:nvPr/>
          </p:nvSpPr>
          <p:spPr>
            <a:xfrm>
              <a:off x="1503000" y="1932500"/>
              <a:ext cx="12525" cy="12550"/>
            </a:xfrm>
            <a:custGeom>
              <a:avLst/>
              <a:gdLst/>
              <a:ahLst/>
              <a:cxnLst/>
              <a:rect l="l" t="t" r="r" b="b"/>
              <a:pathLst>
                <a:path w="501" h="502" extrusionOk="0">
                  <a:moveTo>
                    <a:pt x="250" y="1"/>
                  </a:moveTo>
                  <a:cubicBezTo>
                    <a:pt x="114" y="1"/>
                    <a:pt x="0" y="114"/>
                    <a:pt x="0" y="252"/>
                  </a:cubicBezTo>
                  <a:cubicBezTo>
                    <a:pt x="0" y="388"/>
                    <a:pt x="114" y="501"/>
                    <a:pt x="250" y="501"/>
                  </a:cubicBezTo>
                  <a:cubicBezTo>
                    <a:pt x="387" y="501"/>
                    <a:pt x="501" y="388"/>
                    <a:pt x="501" y="252"/>
                  </a:cubicBezTo>
                  <a:cubicBezTo>
                    <a:pt x="501" y="114"/>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8" name="Google Shape;11258;p27"/>
            <p:cNvSpPr/>
            <p:nvPr/>
          </p:nvSpPr>
          <p:spPr>
            <a:xfrm>
              <a:off x="1594750" y="1932500"/>
              <a:ext cx="12575" cy="12550"/>
            </a:xfrm>
            <a:custGeom>
              <a:avLst/>
              <a:gdLst/>
              <a:ahLst/>
              <a:cxnLst/>
              <a:rect l="l" t="t" r="r" b="b"/>
              <a:pathLst>
                <a:path w="503" h="502" extrusionOk="0">
                  <a:moveTo>
                    <a:pt x="251" y="1"/>
                  </a:moveTo>
                  <a:cubicBezTo>
                    <a:pt x="115" y="1"/>
                    <a:pt x="0" y="114"/>
                    <a:pt x="0" y="252"/>
                  </a:cubicBezTo>
                  <a:cubicBezTo>
                    <a:pt x="0" y="388"/>
                    <a:pt x="115" y="501"/>
                    <a:pt x="251" y="501"/>
                  </a:cubicBezTo>
                  <a:cubicBezTo>
                    <a:pt x="394" y="501"/>
                    <a:pt x="503" y="388"/>
                    <a:pt x="503" y="252"/>
                  </a:cubicBezTo>
                  <a:cubicBezTo>
                    <a:pt x="503" y="114"/>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9" name="Google Shape;11259;p27"/>
            <p:cNvSpPr/>
            <p:nvPr/>
          </p:nvSpPr>
          <p:spPr>
            <a:xfrm>
              <a:off x="1686650" y="19325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0" name="Google Shape;11260;p27"/>
            <p:cNvSpPr/>
            <p:nvPr/>
          </p:nvSpPr>
          <p:spPr>
            <a:xfrm>
              <a:off x="1778450" y="1932500"/>
              <a:ext cx="12550" cy="12550"/>
            </a:xfrm>
            <a:custGeom>
              <a:avLst/>
              <a:gdLst/>
              <a:ahLst/>
              <a:cxnLst/>
              <a:rect l="l" t="t" r="r" b="b"/>
              <a:pathLst>
                <a:path w="502" h="502" extrusionOk="0">
                  <a:moveTo>
                    <a:pt x="252" y="1"/>
                  </a:moveTo>
                  <a:cubicBezTo>
                    <a:pt x="114" y="1"/>
                    <a:pt x="1" y="114"/>
                    <a:pt x="1" y="252"/>
                  </a:cubicBezTo>
                  <a:cubicBezTo>
                    <a:pt x="1" y="388"/>
                    <a:pt x="114" y="501"/>
                    <a:pt x="252" y="501"/>
                  </a:cubicBezTo>
                  <a:cubicBezTo>
                    <a:pt x="388" y="501"/>
                    <a:pt x="501" y="388"/>
                    <a:pt x="501" y="252"/>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1" name="Google Shape;11261;p27"/>
            <p:cNvSpPr/>
            <p:nvPr/>
          </p:nvSpPr>
          <p:spPr>
            <a:xfrm>
              <a:off x="1870375" y="1932500"/>
              <a:ext cx="12400" cy="12550"/>
            </a:xfrm>
            <a:custGeom>
              <a:avLst/>
              <a:gdLst/>
              <a:ahLst/>
              <a:cxnLst/>
              <a:rect l="l" t="t" r="r" b="b"/>
              <a:pathLst>
                <a:path w="496" h="502" extrusionOk="0">
                  <a:moveTo>
                    <a:pt x="252" y="1"/>
                  </a:moveTo>
                  <a:cubicBezTo>
                    <a:pt x="109" y="1"/>
                    <a:pt x="0" y="114"/>
                    <a:pt x="0" y="252"/>
                  </a:cubicBezTo>
                  <a:cubicBezTo>
                    <a:pt x="0" y="388"/>
                    <a:pt x="109" y="501"/>
                    <a:pt x="252" y="501"/>
                  </a:cubicBezTo>
                  <a:cubicBezTo>
                    <a:pt x="387" y="501"/>
                    <a:pt x="496" y="388"/>
                    <a:pt x="496" y="252"/>
                  </a:cubicBezTo>
                  <a:cubicBezTo>
                    <a:pt x="496"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2" name="Google Shape;11262;p27"/>
            <p:cNvSpPr/>
            <p:nvPr/>
          </p:nvSpPr>
          <p:spPr>
            <a:xfrm>
              <a:off x="1962150" y="1932500"/>
              <a:ext cx="12550" cy="12550"/>
            </a:xfrm>
            <a:custGeom>
              <a:avLst/>
              <a:gdLst/>
              <a:ahLst/>
              <a:cxnLst/>
              <a:rect l="l" t="t" r="r" b="b"/>
              <a:pathLst>
                <a:path w="502" h="502" extrusionOk="0">
                  <a:moveTo>
                    <a:pt x="250" y="1"/>
                  </a:moveTo>
                  <a:cubicBezTo>
                    <a:pt x="114" y="1"/>
                    <a:pt x="1" y="114"/>
                    <a:pt x="1" y="252"/>
                  </a:cubicBezTo>
                  <a:cubicBezTo>
                    <a:pt x="1" y="388"/>
                    <a:pt x="114" y="501"/>
                    <a:pt x="250" y="501"/>
                  </a:cubicBezTo>
                  <a:cubicBezTo>
                    <a:pt x="388" y="501"/>
                    <a:pt x="502" y="388"/>
                    <a:pt x="502" y="252"/>
                  </a:cubicBezTo>
                  <a:cubicBezTo>
                    <a:pt x="502"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3" name="Google Shape;11263;p27"/>
            <p:cNvSpPr/>
            <p:nvPr/>
          </p:nvSpPr>
          <p:spPr>
            <a:xfrm>
              <a:off x="2054075" y="1932500"/>
              <a:ext cx="12425" cy="12550"/>
            </a:xfrm>
            <a:custGeom>
              <a:avLst/>
              <a:gdLst/>
              <a:ahLst/>
              <a:cxnLst/>
              <a:rect l="l" t="t" r="r" b="b"/>
              <a:pathLst>
                <a:path w="497" h="502" extrusionOk="0">
                  <a:moveTo>
                    <a:pt x="252" y="1"/>
                  </a:moveTo>
                  <a:cubicBezTo>
                    <a:pt x="109" y="1"/>
                    <a:pt x="1" y="114"/>
                    <a:pt x="1" y="252"/>
                  </a:cubicBezTo>
                  <a:cubicBezTo>
                    <a:pt x="1" y="388"/>
                    <a:pt x="109" y="501"/>
                    <a:pt x="252" y="501"/>
                  </a:cubicBezTo>
                  <a:cubicBezTo>
                    <a:pt x="388" y="501"/>
                    <a:pt x="496" y="388"/>
                    <a:pt x="496" y="252"/>
                  </a:cubicBezTo>
                  <a:cubicBezTo>
                    <a:pt x="496"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4" name="Google Shape;11264;p27"/>
            <p:cNvSpPr/>
            <p:nvPr/>
          </p:nvSpPr>
          <p:spPr>
            <a:xfrm>
              <a:off x="2145825" y="19325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5" name="Google Shape;11265;p27"/>
            <p:cNvSpPr/>
            <p:nvPr/>
          </p:nvSpPr>
          <p:spPr>
            <a:xfrm>
              <a:off x="2237800" y="1932500"/>
              <a:ext cx="12350" cy="12550"/>
            </a:xfrm>
            <a:custGeom>
              <a:avLst/>
              <a:gdLst/>
              <a:ahLst/>
              <a:cxnLst/>
              <a:rect l="l" t="t" r="r" b="b"/>
              <a:pathLst>
                <a:path w="494" h="502" extrusionOk="0">
                  <a:moveTo>
                    <a:pt x="244" y="1"/>
                  </a:moveTo>
                  <a:cubicBezTo>
                    <a:pt x="107" y="1"/>
                    <a:pt x="0" y="114"/>
                    <a:pt x="0" y="252"/>
                  </a:cubicBezTo>
                  <a:cubicBezTo>
                    <a:pt x="0" y="388"/>
                    <a:pt x="107" y="501"/>
                    <a:pt x="244" y="501"/>
                  </a:cubicBezTo>
                  <a:cubicBezTo>
                    <a:pt x="387" y="501"/>
                    <a:pt x="494" y="388"/>
                    <a:pt x="494" y="252"/>
                  </a:cubicBezTo>
                  <a:cubicBezTo>
                    <a:pt x="494" y="114"/>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6" name="Google Shape;11266;p27"/>
            <p:cNvSpPr/>
            <p:nvPr/>
          </p:nvSpPr>
          <p:spPr>
            <a:xfrm>
              <a:off x="2329550" y="1932500"/>
              <a:ext cx="12575" cy="12550"/>
            </a:xfrm>
            <a:custGeom>
              <a:avLst/>
              <a:gdLst/>
              <a:ahLst/>
              <a:cxnLst/>
              <a:rect l="l" t="t" r="r" b="b"/>
              <a:pathLst>
                <a:path w="503" h="502" extrusionOk="0">
                  <a:moveTo>
                    <a:pt x="251" y="1"/>
                  </a:moveTo>
                  <a:cubicBezTo>
                    <a:pt x="115" y="1"/>
                    <a:pt x="0" y="114"/>
                    <a:pt x="0" y="252"/>
                  </a:cubicBezTo>
                  <a:cubicBezTo>
                    <a:pt x="0" y="388"/>
                    <a:pt x="115" y="501"/>
                    <a:pt x="251" y="501"/>
                  </a:cubicBezTo>
                  <a:cubicBezTo>
                    <a:pt x="387" y="501"/>
                    <a:pt x="502" y="388"/>
                    <a:pt x="502" y="252"/>
                  </a:cubicBezTo>
                  <a:cubicBezTo>
                    <a:pt x="502"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7" name="Google Shape;11267;p27"/>
            <p:cNvSpPr/>
            <p:nvPr/>
          </p:nvSpPr>
          <p:spPr>
            <a:xfrm>
              <a:off x="2421325" y="1932500"/>
              <a:ext cx="12550" cy="12550"/>
            </a:xfrm>
            <a:custGeom>
              <a:avLst/>
              <a:gdLst/>
              <a:ahLst/>
              <a:cxnLst/>
              <a:rect l="l" t="t" r="r" b="b"/>
              <a:pathLst>
                <a:path w="502" h="502" extrusionOk="0">
                  <a:moveTo>
                    <a:pt x="250" y="1"/>
                  </a:moveTo>
                  <a:cubicBezTo>
                    <a:pt x="114" y="1"/>
                    <a:pt x="1" y="114"/>
                    <a:pt x="1" y="252"/>
                  </a:cubicBezTo>
                  <a:cubicBezTo>
                    <a:pt x="1" y="388"/>
                    <a:pt x="114" y="501"/>
                    <a:pt x="250" y="501"/>
                  </a:cubicBezTo>
                  <a:cubicBezTo>
                    <a:pt x="395" y="501"/>
                    <a:pt x="501" y="388"/>
                    <a:pt x="501" y="252"/>
                  </a:cubicBezTo>
                  <a:cubicBezTo>
                    <a:pt x="501" y="114"/>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8" name="Google Shape;11268;p27"/>
            <p:cNvSpPr/>
            <p:nvPr/>
          </p:nvSpPr>
          <p:spPr>
            <a:xfrm>
              <a:off x="2513250" y="1932500"/>
              <a:ext cx="12575" cy="12550"/>
            </a:xfrm>
            <a:custGeom>
              <a:avLst/>
              <a:gdLst/>
              <a:ahLst/>
              <a:cxnLst/>
              <a:rect l="l" t="t" r="r" b="b"/>
              <a:pathLst>
                <a:path w="503" h="502" extrusionOk="0">
                  <a:moveTo>
                    <a:pt x="252" y="1"/>
                  </a:moveTo>
                  <a:cubicBezTo>
                    <a:pt x="109" y="1"/>
                    <a:pt x="0" y="114"/>
                    <a:pt x="0" y="252"/>
                  </a:cubicBezTo>
                  <a:cubicBezTo>
                    <a:pt x="0" y="388"/>
                    <a:pt x="109"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9" name="Google Shape;11269;p27"/>
            <p:cNvSpPr/>
            <p:nvPr/>
          </p:nvSpPr>
          <p:spPr>
            <a:xfrm>
              <a:off x="2605000" y="1932500"/>
              <a:ext cx="12575" cy="12550"/>
            </a:xfrm>
            <a:custGeom>
              <a:avLst/>
              <a:gdLst/>
              <a:ahLst/>
              <a:cxnLst/>
              <a:rect l="l" t="t" r="r" b="b"/>
              <a:pathLst>
                <a:path w="503" h="502" extrusionOk="0">
                  <a:moveTo>
                    <a:pt x="252" y="1"/>
                  </a:moveTo>
                  <a:cubicBezTo>
                    <a:pt x="116" y="1"/>
                    <a:pt x="0" y="114"/>
                    <a:pt x="0" y="252"/>
                  </a:cubicBezTo>
                  <a:cubicBezTo>
                    <a:pt x="0" y="388"/>
                    <a:pt x="116" y="501"/>
                    <a:pt x="252" y="501"/>
                  </a:cubicBezTo>
                  <a:cubicBezTo>
                    <a:pt x="387" y="501"/>
                    <a:pt x="503" y="388"/>
                    <a:pt x="503" y="252"/>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0" name="Google Shape;11270;p27"/>
            <p:cNvSpPr/>
            <p:nvPr/>
          </p:nvSpPr>
          <p:spPr>
            <a:xfrm>
              <a:off x="2696950" y="1932500"/>
              <a:ext cx="12375" cy="12550"/>
            </a:xfrm>
            <a:custGeom>
              <a:avLst/>
              <a:gdLst/>
              <a:ahLst/>
              <a:cxnLst/>
              <a:rect l="l" t="t" r="r" b="b"/>
              <a:pathLst>
                <a:path w="495" h="502" extrusionOk="0">
                  <a:moveTo>
                    <a:pt x="252" y="1"/>
                  </a:moveTo>
                  <a:cubicBezTo>
                    <a:pt x="108" y="1"/>
                    <a:pt x="1" y="114"/>
                    <a:pt x="1" y="252"/>
                  </a:cubicBezTo>
                  <a:cubicBezTo>
                    <a:pt x="1" y="388"/>
                    <a:pt x="108" y="501"/>
                    <a:pt x="252" y="501"/>
                  </a:cubicBezTo>
                  <a:cubicBezTo>
                    <a:pt x="388" y="501"/>
                    <a:pt x="495" y="388"/>
                    <a:pt x="495" y="252"/>
                  </a:cubicBezTo>
                  <a:cubicBezTo>
                    <a:pt x="495"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1" name="Google Shape;11271;p27"/>
            <p:cNvSpPr/>
            <p:nvPr/>
          </p:nvSpPr>
          <p:spPr>
            <a:xfrm>
              <a:off x="2788700" y="19325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2" name="Google Shape;11272;p27"/>
            <p:cNvSpPr/>
            <p:nvPr/>
          </p:nvSpPr>
          <p:spPr>
            <a:xfrm>
              <a:off x="2880675" y="1932500"/>
              <a:ext cx="12375" cy="12550"/>
            </a:xfrm>
            <a:custGeom>
              <a:avLst/>
              <a:gdLst/>
              <a:ahLst/>
              <a:cxnLst/>
              <a:rect l="l" t="t" r="r" b="b"/>
              <a:pathLst>
                <a:path w="495" h="502" extrusionOk="0">
                  <a:moveTo>
                    <a:pt x="243" y="1"/>
                  </a:moveTo>
                  <a:cubicBezTo>
                    <a:pt x="107" y="1"/>
                    <a:pt x="0" y="114"/>
                    <a:pt x="0" y="252"/>
                  </a:cubicBezTo>
                  <a:cubicBezTo>
                    <a:pt x="0" y="388"/>
                    <a:pt x="107" y="501"/>
                    <a:pt x="243" y="501"/>
                  </a:cubicBezTo>
                  <a:cubicBezTo>
                    <a:pt x="387" y="501"/>
                    <a:pt x="494" y="388"/>
                    <a:pt x="494" y="252"/>
                  </a:cubicBezTo>
                  <a:cubicBezTo>
                    <a:pt x="494" y="114"/>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3" name="Google Shape;11273;p27"/>
            <p:cNvSpPr/>
            <p:nvPr/>
          </p:nvSpPr>
          <p:spPr>
            <a:xfrm>
              <a:off x="2972425" y="1932500"/>
              <a:ext cx="12575" cy="12550"/>
            </a:xfrm>
            <a:custGeom>
              <a:avLst/>
              <a:gdLst/>
              <a:ahLst/>
              <a:cxnLst/>
              <a:rect l="l" t="t" r="r" b="b"/>
              <a:pathLst>
                <a:path w="503" h="502" extrusionOk="0">
                  <a:moveTo>
                    <a:pt x="251" y="1"/>
                  </a:moveTo>
                  <a:cubicBezTo>
                    <a:pt x="115" y="1"/>
                    <a:pt x="0" y="114"/>
                    <a:pt x="0" y="252"/>
                  </a:cubicBezTo>
                  <a:cubicBezTo>
                    <a:pt x="0" y="388"/>
                    <a:pt x="115" y="501"/>
                    <a:pt x="251" y="501"/>
                  </a:cubicBezTo>
                  <a:cubicBezTo>
                    <a:pt x="387" y="501"/>
                    <a:pt x="503" y="388"/>
                    <a:pt x="503" y="252"/>
                  </a:cubicBezTo>
                  <a:cubicBezTo>
                    <a:pt x="503"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4" name="Google Shape;11274;p27"/>
            <p:cNvSpPr/>
            <p:nvPr/>
          </p:nvSpPr>
          <p:spPr>
            <a:xfrm>
              <a:off x="3064375" y="1932500"/>
              <a:ext cx="12375" cy="12550"/>
            </a:xfrm>
            <a:custGeom>
              <a:avLst/>
              <a:gdLst/>
              <a:ahLst/>
              <a:cxnLst/>
              <a:rect l="l" t="t" r="r" b="b"/>
              <a:pathLst>
                <a:path w="495" h="502" extrusionOk="0">
                  <a:moveTo>
                    <a:pt x="243" y="1"/>
                  </a:moveTo>
                  <a:cubicBezTo>
                    <a:pt x="107" y="1"/>
                    <a:pt x="1" y="114"/>
                    <a:pt x="1" y="252"/>
                  </a:cubicBezTo>
                  <a:cubicBezTo>
                    <a:pt x="1" y="388"/>
                    <a:pt x="107" y="501"/>
                    <a:pt x="243" y="501"/>
                  </a:cubicBezTo>
                  <a:cubicBezTo>
                    <a:pt x="388" y="501"/>
                    <a:pt x="495" y="388"/>
                    <a:pt x="495" y="252"/>
                  </a:cubicBezTo>
                  <a:cubicBezTo>
                    <a:pt x="495" y="114"/>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5" name="Google Shape;11275;p27"/>
            <p:cNvSpPr/>
            <p:nvPr/>
          </p:nvSpPr>
          <p:spPr>
            <a:xfrm>
              <a:off x="3156125" y="19325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6" name="Google Shape;11276;p27"/>
            <p:cNvSpPr/>
            <p:nvPr/>
          </p:nvSpPr>
          <p:spPr>
            <a:xfrm>
              <a:off x="3247875" y="1932500"/>
              <a:ext cx="12575" cy="12550"/>
            </a:xfrm>
            <a:custGeom>
              <a:avLst/>
              <a:gdLst/>
              <a:ahLst/>
              <a:cxnLst/>
              <a:rect l="l" t="t" r="r" b="b"/>
              <a:pathLst>
                <a:path w="503"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7" name="Google Shape;11277;p27"/>
            <p:cNvSpPr/>
            <p:nvPr/>
          </p:nvSpPr>
          <p:spPr>
            <a:xfrm>
              <a:off x="3339850" y="1932500"/>
              <a:ext cx="12525" cy="12550"/>
            </a:xfrm>
            <a:custGeom>
              <a:avLst/>
              <a:gdLst/>
              <a:ahLst/>
              <a:cxnLst/>
              <a:rect l="l" t="t" r="r" b="b"/>
              <a:pathLst>
                <a:path w="501" h="502" extrusionOk="0">
                  <a:moveTo>
                    <a:pt x="251" y="1"/>
                  </a:moveTo>
                  <a:cubicBezTo>
                    <a:pt x="107" y="1"/>
                    <a:pt x="0" y="114"/>
                    <a:pt x="0" y="252"/>
                  </a:cubicBezTo>
                  <a:cubicBezTo>
                    <a:pt x="0" y="388"/>
                    <a:pt x="107" y="501"/>
                    <a:pt x="251" y="501"/>
                  </a:cubicBezTo>
                  <a:cubicBezTo>
                    <a:pt x="387" y="501"/>
                    <a:pt x="501" y="388"/>
                    <a:pt x="501" y="252"/>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8" name="Google Shape;11278;p27"/>
            <p:cNvSpPr/>
            <p:nvPr/>
          </p:nvSpPr>
          <p:spPr>
            <a:xfrm>
              <a:off x="3431575" y="19325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9" name="Google Shape;11279;p27"/>
            <p:cNvSpPr/>
            <p:nvPr/>
          </p:nvSpPr>
          <p:spPr>
            <a:xfrm>
              <a:off x="3523550" y="1932500"/>
              <a:ext cx="12375" cy="12550"/>
            </a:xfrm>
            <a:custGeom>
              <a:avLst/>
              <a:gdLst/>
              <a:ahLst/>
              <a:cxnLst/>
              <a:rect l="l" t="t" r="r" b="b"/>
              <a:pathLst>
                <a:path w="495" h="502" extrusionOk="0">
                  <a:moveTo>
                    <a:pt x="250" y="1"/>
                  </a:moveTo>
                  <a:cubicBezTo>
                    <a:pt x="107" y="1"/>
                    <a:pt x="0" y="114"/>
                    <a:pt x="0" y="252"/>
                  </a:cubicBezTo>
                  <a:cubicBezTo>
                    <a:pt x="0" y="388"/>
                    <a:pt x="107" y="501"/>
                    <a:pt x="250" y="501"/>
                  </a:cubicBezTo>
                  <a:cubicBezTo>
                    <a:pt x="388" y="501"/>
                    <a:pt x="494" y="388"/>
                    <a:pt x="494" y="252"/>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0" name="Google Shape;11280;p27"/>
            <p:cNvSpPr/>
            <p:nvPr/>
          </p:nvSpPr>
          <p:spPr>
            <a:xfrm>
              <a:off x="676400" y="20244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1" name="Google Shape;11281;p27"/>
            <p:cNvSpPr/>
            <p:nvPr/>
          </p:nvSpPr>
          <p:spPr>
            <a:xfrm>
              <a:off x="768325" y="2024425"/>
              <a:ext cx="12400" cy="12400"/>
            </a:xfrm>
            <a:custGeom>
              <a:avLst/>
              <a:gdLst/>
              <a:ahLst/>
              <a:cxnLst/>
              <a:rect l="l" t="t" r="r" b="b"/>
              <a:pathLst>
                <a:path w="496" h="496" extrusionOk="0">
                  <a:moveTo>
                    <a:pt x="245" y="0"/>
                  </a:moveTo>
                  <a:cubicBezTo>
                    <a:pt x="109" y="0"/>
                    <a:pt x="0" y="109"/>
                    <a:pt x="0" y="245"/>
                  </a:cubicBezTo>
                  <a:cubicBezTo>
                    <a:pt x="0" y="388"/>
                    <a:pt x="109" y="496"/>
                    <a:pt x="245" y="496"/>
                  </a:cubicBezTo>
                  <a:cubicBezTo>
                    <a:pt x="388" y="496"/>
                    <a:pt x="496" y="388"/>
                    <a:pt x="496" y="245"/>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2" name="Google Shape;11282;p27"/>
            <p:cNvSpPr/>
            <p:nvPr/>
          </p:nvSpPr>
          <p:spPr>
            <a:xfrm>
              <a:off x="860125" y="2024425"/>
              <a:ext cx="12525" cy="12400"/>
            </a:xfrm>
            <a:custGeom>
              <a:avLst/>
              <a:gdLst/>
              <a:ahLst/>
              <a:cxnLst/>
              <a:rect l="l" t="t" r="r" b="b"/>
              <a:pathLst>
                <a:path w="501" h="496" extrusionOk="0">
                  <a:moveTo>
                    <a:pt x="251" y="0"/>
                  </a:moveTo>
                  <a:cubicBezTo>
                    <a:pt x="114" y="0"/>
                    <a:pt x="0" y="109"/>
                    <a:pt x="0" y="245"/>
                  </a:cubicBezTo>
                  <a:cubicBezTo>
                    <a:pt x="0" y="388"/>
                    <a:pt x="114" y="496"/>
                    <a:pt x="251" y="496"/>
                  </a:cubicBezTo>
                  <a:cubicBezTo>
                    <a:pt x="387" y="496"/>
                    <a:pt x="501" y="388"/>
                    <a:pt x="501" y="245"/>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3" name="Google Shape;11283;p27"/>
            <p:cNvSpPr/>
            <p:nvPr/>
          </p:nvSpPr>
          <p:spPr>
            <a:xfrm>
              <a:off x="951850" y="20244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4" name="Google Shape;11284;p27"/>
            <p:cNvSpPr/>
            <p:nvPr/>
          </p:nvSpPr>
          <p:spPr>
            <a:xfrm>
              <a:off x="1043825" y="2024425"/>
              <a:ext cx="12375" cy="12400"/>
            </a:xfrm>
            <a:custGeom>
              <a:avLst/>
              <a:gdLst/>
              <a:ahLst/>
              <a:cxnLst/>
              <a:rect l="l" t="t" r="r" b="b"/>
              <a:pathLst>
                <a:path w="495" h="496" extrusionOk="0">
                  <a:moveTo>
                    <a:pt x="250" y="0"/>
                  </a:moveTo>
                  <a:cubicBezTo>
                    <a:pt x="107" y="0"/>
                    <a:pt x="0" y="109"/>
                    <a:pt x="0" y="245"/>
                  </a:cubicBezTo>
                  <a:cubicBezTo>
                    <a:pt x="0" y="388"/>
                    <a:pt x="107" y="496"/>
                    <a:pt x="250" y="496"/>
                  </a:cubicBezTo>
                  <a:cubicBezTo>
                    <a:pt x="388" y="496"/>
                    <a:pt x="494" y="388"/>
                    <a:pt x="494" y="245"/>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5" name="Google Shape;11285;p27"/>
            <p:cNvSpPr/>
            <p:nvPr/>
          </p:nvSpPr>
          <p:spPr>
            <a:xfrm>
              <a:off x="1135575" y="2024425"/>
              <a:ext cx="12575" cy="12400"/>
            </a:xfrm>
            <a:custGeom>
              <a:avLst/>
              <a:gdLst/>
              <a:ahLst/>
              <a:cxnLst/>
              <a:rect l="l" t="t" r="r" b="b"/>
              <a:pathLst>
                <a:path w="503" h="496" extrusionOk="0">
                  <a:moveTo>
                    <a:pt x="252" y="0"/>
                  </a:moveTo>
                  <a:cubicBezTo>
                    <a:pt x="116" y="0"/>
                    <a:pt x="0" y="109"/>
                    <a:pt x="0" y="245"/>
                  </a:cubicBezTo>
                  <a:cubicBezTo>
                    <a:pt x="0" y="388"/>
                    <a:pt x="116" y="496"/>
                    <a:pt x="252" y="496"/>
                  </a:cubicBezTo>
                  <a:cubicBezTo>
                    <a:pt x="387" y="496"/>
                    <a:pt x="503" y="388"/>
                    <a:pt x="503" y="245"/>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6" name="Google Shape;11286;p27"/>
            <p:cNvSpPr/>
            <p:nvPr/>
          </p:nvSpPr>
          <p:spPr>
            <a:xfrm>
              <a:off x="1227500" y="2024425"/>
              <a:ext cx="12400" cy="12400"/>
            </a:xfrm>
            <a:custGeom>
              <a:avLst/>
              <a:gdLst/>
              <a:ahLst/>
              <a:cxnLst/>
              <a:rect l="l" t="t" r="r" b="b"/>
              <a:pathLst>
                <a:path w="496" h="496" extrusionOk="0">
                  <a:moveTo>
                    <a:pt x="251" y="0"/>
                  </a:moveTo>
                  <a:cubicBezTo>
                    <a:pt x="109" y="0"/>
                    <a:pt x="0" y="109"/>
                    <a:pt x="0" y="245"/>
                  </a:cubicBezTo>
                  <a:cubicBezTo>
                    <a:pt x="0" y="388"/>
                    <a:pt x="109" y="496"/>
                    <a:pt x="251" y="496"/>
                  </a:cubicBezTo>
                  <a:cubicBezTo>
                    <a:pt x="387" y="496"/>
                    <a:pt x="496" y="388"/>
                    <a:pt x="496" y="245"/>
                  </a:cubicBezTo>
                  <a:cubicBezTo>
                    <a:pt x="496"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7" name="Google Shape;11287;p27"/>
            <p:cNvSpPr/>
            <p:nvPr/>
          </p:nvSpPr>
          <p:spPr>
            <a:xfrm>
              <a:off x="1319275" y="2024425"/>
              <a:ext cx="12550" cy="12400"/>
            </a:xfrm>
            <a:custGeom>
              <a:avLst/>
              <a:gdLst/>
              <a:ahLst/>
              <a:cxnLst/>
              <a:rect l="l" t="t" r="r" b="b"/>
              <a:pathLst>
                <a:path w="502" h="496" extrusionOk="0">
                  <a:moveTo>
                    <a:pt x="252" y="0"/>
                  </a:moveTo>
                  <a:cubicBezTo>
                    <a:pt x="114" y="0"/>
                    <a:pt x="1" y="109"/>
                    <a:pt x="1" y="245"/>
                  </a:cubicBezTo>
                  <a:cubicBezTo>
                    <a:pt x="1" y="388"/>
                    <a:pt x="114" y="496"/>
                    <a:pt x="252" y="496"/>
                  </a:cubicBezTo>
                  <a:cubicBezTo>
                    <a:pt x="388" y="496"/>
                    <a:pt x="501" y="388"/>
                    <a:pt x="501" y="245"/>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8" name="Google Shape;11288;p27"/>
            <p:cNvSpPr/>
            <p:nvPr/>
          </p:nvSpPr>
          <p:spPr>
            <a:xfrm>
              <a:off x="1411200" y="2024425"/>
              <a:ext cx="12425" cy="12400"/>
            </a:xfrm>
            <a:custGeom>
              <a:avLst/>
              <a:gdLst/>
              <a:ahLst/>
              <a:cxnLst/>
              <a:rect l="l" t="t" r="r" b="b"/>
              <a:pathLst>
                <a:path w="497" h="496" extrusionOk="0">
                  <a:moveTo>
                    <a:pt x="245" y="0"/>
                  </a:moveTo>
                  <a:cubicBezTo>
                    <a:pt x="109" y="0"/>
                    <a:pt x="1" y="109"/>
                    <a:pt x="1" y="245"/>
                  </a:cubicBezTo>
                  <a:cubicBezTo>
                    <a:pt x="1" y="388"/>
                    <a:pt x="109" y="496"/>
                    <a:pt x="245" y="496"/>
                  </a:cubicBezTo>
                  <a:cubicBezTo>
                    <a:pt x="388" y="496"/>
                    <a:pt x="496" y="388"/>
                    <a:pt x="496" y="245"/>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9" name="Google Shape;11289;p27"/>
            <p:cNvSpPr/>
            <p:nvPr/>
          </p:nvSpPr>
          <p:spPr>
            <a:xfrm>
              <a:off x="1503000" y="2024425"/>
              <a:ext cx="12525" cy="12400"/>
            </a:xfrm>
            <a:custGeom>
              <a:avLst/>
              <a:gdLst/>
              <a:ahLst/>
              <a:cxnLst/>
              <a:rect l="l" t="t" r="r" b="b"/>
              <a:pathLst>
                <a:path w="501" h="496" extrusionOk="0">
                  <a:moveTo>
                    <a:pt x="250" y="0"/>
                  </a:moveTo>
                  <a:cubicBezTo>
                    <a:pt x="114" y="0"/>
                    <a:pt x="0" y="109"/>
                    <a:pt x="0" y="245"/>
                  </a:cubicBezTo>
                  <a:cubicBezTo>
                    <a:pt x="0" y="388"/>
                    <a:pt x="114" y="496"/>
                    <a:pt x="250" y="496"/>
                  </a:cubicBezTo>
                  <a:cubicBezTo>
                    <a:pt x="387" y="496"/>
                    <a:pt x="501" y="388"/>
                    <a:pt x="501" y="245"/>
                  </a:cubicBezTo>
                  <a:cubicBezTo>
                    <a:pt x="501" y="109"/>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0" name="Google Shape;11290;p27"/>
            <p:cNvSpPr/>
            <p:nvPr/>
          </p:nvSpPr>
          <p:spPr>
            <a:xfrm>
              <a:off x="1594750" y="2024425"/>
              <a:ext cx="12575" cy="12400"/>
            </a:xfrm>
            <a:custGeom>
              <a:avLst/>
              <a:gdLst/>
              <a:ahLst/>
              <a:cxnLst/>
              <a:rect l="l" t="t" r="r" b="b"/>
              <a:pathLst>
                <a:path w="503" h="496" extrusionOk="0">
                  <a:moveTo>
                    <a:pt x="251" y="0"/>
                  </a:moveTo>
                  <a:cubicBezTo>
                    <a:pt x="115" y="0"/>
                    <a:pt x="0" y="109"/>
                    <a:pt x="0" y="245"/>
                  </a:cubicBezTo>
                  <a:cubicBezTo>
                    <a:pt x="0" y="388"/>
                    <a:pt x="115" y="496"/>
                    <a:pt x="251" y="496"/>
                  </a:cubicBezTo>
                  <a:cubicBezTo>
                    <a:pt x="394" y="496"/>
                    <a:pt x="503" y="388"/>
                    <a:pt x="503" y="245"/>
                  </a:cubicBezTo>
                  <a:cubicBezTo>
                    <a:pt x="503" y="109"/>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1" name="Google Shape;11291;p27"/>
            <p:cNvSpPr/>
            <p:nvPr/>
          </p:nvSpPr>
          <p:spPr>
            <a:xfrm>
              <a:off x="1686650" y="20244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2" name="Google Shape;11292;p27"/>
            <p:cNvSpPr/>
            <p:nvPr/>
          </p:nvSpPr>
          <p:spPr>
            <a:xfrm>
              <a:off x="1778450" y="2024425"/>
              <a:ext cx="12550" cy="12400"/>
            </a:xfrm>
            <a:custGeom>
              <a:avLst/>
              <a:gdLst/>
              <a:ahLst/>
              <a:cxnLst/>
              <a:rect l="l" t="t" r="r" b="b"/>
              <a:pathLst>
                <a:path w="502" h="496" extrusionOk="0">
                  <a:moveTo>
                    <a:pt x="252" y="0"/>
                  </a:moveTo>
                  <a:cubicBezTo>
                    <a:pt x="114" y="0"/>
                    <a:pt x="1" y="109"/>
                    <a:pt x="1" y="245"/>
                  </a:cubicBezTo>
                  <a:cubicBezTo>
                    <a:pt x="1" y="388"/>
                    <a:pt x="114" y="496"/>
                    <a:pt x="252" y="496"/>
                  </a:cubicBezTo>
                  <a:cubicBezTo>
                    <a:pt x="388" y="496"/>
                    <a:pt x="501" y="388"/>
                    <a:pt x="501" y="245"/>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3" name="Google Shape;11293;p27"/>
            <p:cNvSpPr/>
            <p:nvPr/>
          </p:nvSpPr>
          <p:spPr>
            <a:xfrm>
              <a:off x="1870375" y="2024425"/>
              <a:ext cx="12400" cy="12400"/>
            </a:xfrm>
            <a:custGeom>
              <a:avLst/>
              <a:gdLst/>
              <a:ahLst/>
              <a:cxnLst/>
              <a:rect l="l" t="t" r="r" b="b"/>
              <a:pathLst>
                <a:path w="496" h="496" extrusionOk="0">
                  <a:moveTo>
                    <a:pt x="252" y="0"/>
                  </a:moveTo>
                  <a:cubicBezTo>
                    <a:pt x="109" y="0"/>
                    <a:pt x="0" y="109"/>
                    <a:pt x="0" y="245"/>
                  </a:cubicBezTo>
                  <a:cubicBezTo>
                    <a:pt x="0" y="388"/>
                    <a:pt x="109" y="496"/>
                    <a:pt x="252" y="496"/>
                  </a:cubicBezTo>
                  <a:cubicBezTo>
                    <a:pt x="387" y="496"/>
                    <a:pt x="496" y="388"/>
                    <a:pt x="496" y="245"/>
                  </a:cubicBezTo>
                  <a:cubicBezTo>
                    <a:pt x="496"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4" name="Google Shape;11294;p27"/>
            <p:cNvSpPr/>
            <p:nvPr/>
          </p:nvSpPr>
          <p:spPr>
            <a:xfrm>
              <a:off x="1962150" y="2024425"/>
              <a:ext cx="12550" cy="12400"/>
            </a:xfrm>
            <a:custGeom>
              <a:avLst/>
              <a:gdLst/>
              <a:ahLst/>
              <a:cxnLst/>
              <a:rect l="l" t="t" r="r" b="b"/>
              <a:pathLst>
                <a:path w="502" h="496" extrusionOk="0">
                  <a:moveTo>
                    <a:pt x="250" y="0"/>
                  </a:moveTo>
                  <a:cubicBezTo>
                    <a:pt x="114" y="0"/>
                    <a:pt x="1" y="109"/>
                    <a:pt x="1" y="245"/>
                  </a:cubicBezTo>
                  <a:cubicBezTo>
                    <a:pt x="1" y="388"/>
                    <a:pt x="114" y="496"/>
                    <a:pt x="250" y="496"/>
                  </a:cubicBezTo>
                  <a:cubicBezTo>
                    <a:pt x="388" y="496"/>
                    <a:pt x="502" y="388"/>
                    <a:pt x="502" y="245"/>
                  </a:cubicBezTo>
                  <a:cubicBezTo>
                    <a:pt x="502"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5" name="Google Shape;11295;p27"/>
            <p:cNvSpPr/>
            <p:nvPr/>
          </p:nvSpPr>
          <p:spPr>
            <a:xfrm>
              <a:off x="2054075" y="2024425"/>
              <a:ext cx="12425" cy="12400"/>
            </a:xfrm>
            <a:custGeom>
              <a:avLst/>
              <a:gdLst/>
              <a:ahLst/>
              <a:cxnLst/>
              <a:rect l="l" t="t" r="r" b="b"/>
              <a:pathLst>
                <a:path w="497" h="496" extrusionOk="0">
                  <a:moveTo>
                    <a:pt x="252" y="0"/>
                  </a:moveTo>
                  <a:cubicBezTo>
                    <a:pt x="109" y="0"/>
                    <a:pt x="1" y="109"/>
                    <a:pt x="1" y="245"/>
                  </a:cubicBezTo>
                  <a:cubicBezTo>
                    <a:pt x="1" y="388"/>
                    <a:pt x="109" y="496"/>
                    <a:pt x="252" y="496"/>
                  </a:cubicBezTo>
                  <a:cubicBezTo>
                    <a:pt x="388" y="496"/>
                    <a:pt x="496" y="388"/>
                    <a:pt x="496" y="245"/>
                  </a:cubicBezTo>
                  <a:cubicBezTo>
                    <a:pt x="496"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6" name="Google Shape;11296;p27"/>
            <p:cNvSpPr/>
            <p:nvPr/>
          </p:nvSpPr>
          <p:spPr>
            <a:xfrm>
              <a:off x="2145825" y="20244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7" name="Google Shape;11297;p27"/>
            <p:cNvSpPr/>
            <p:nvPr/>
          </p:nvSpPr>
          <p:spPr>
            <a:xfrm>
              <a:off x="2237800" y="2024425"/>
              <a:ext cx="12350" cy="12400"/>
            </a:xfrm>
            <a:custGeom>
              <a:avLst/>
              <a:gdLst/>
              <a:ahLst/>
              <a:cxnLst/>
              <a:rect l="l" t="t" r="r" b="b"/>
              <a:pathLst>
                <a:path w="494" h="496" extrusionOk="0">
                  <a:moveTo>
                    <a:pt x="244" y="0"/>
                  </a:moveTo>
                  <a:cubicBezTo>
                    <a:pt x="107" y="0"/>
                    <a:pt x="0" y="109"/>
                    <a:pt x="0" y="245"/>
                  </a:cubicBezTo>
                  <a:cubicBezTo>
                    <a:pt x="0" y="388"/>
                    <a:pt x="107" y="496"/>
                    <a:pt x="244" y="496"/>
                  </a:cubicBezTo>
                  <a:cubicBezTo>
                    <a:pt x="387" y="496"/>
                    <a:pt x="494" y="388"/>
                    <a:pt x="494" y="245"/>
                  </a:cubicBezTo>
                  <a:cubicBezTo>
                    <a:pt x="494" y="109"/>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8" name="Google Shape;11298;p27"/>
            <p:cNvSpPr/>
            <p:nvPr/>
          </p:nvSpPr>
          <p:spPr>
            <a:xfrm>
              <a:off x="2329550" y="2024425"/>
              <a:ext cx="12575" cy="12400"/>
            </a:xfrm>
            <a:custGeom>
              <a:avLst/>
              <a:gdLst/>
              <a:ahLst/>
              <a:cxnLst/>
              <a:rect l="l" t="t" r="r" b="b"/>
              <a:pathLst>
                <a:path w="503" h="496" extrusionOk="0">
                  <a:moveTo>
                    <a:pt x="251" y="0"/>
                  </a:moveTo>
                  <a:cubicBezTo>
                    <a:pt x="115" y="0"/>
                    <a:pt x="0" y="109"/>
                    <a:pt x="0" y="245"/>
                  </a:cubicBezTo>
                  <a:cubicBezTo>
                    <a:pt x="0" y="388"/>
                    <a:pt x="115" y="496"/>
                    <a:pt x="251" y="496"/>
                  </a:cubicBezTo>
                  <a:cubicBezTo>
                    <a:pt x="387" y="496"/>
                    <a:pt x="502" y="388"/>
                    <a:pt x="502" y="245"/>
                  </a:cubicBezTo>
                  <a:cubicBezTo>
                    <a:pt x="502"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9" name="Google Shape;11299;p27"/>
            <p:cNvSpPr/>
            <p:nvPr/>
          </p:nvSpPr>
          <p:spPr>
            <a:xfrm>
              <a:off x="2421325" y="2024425"/>
              <a:ext cx="12550" cy="12400"/>
            </a:xfrm>
            <a:custGeom>
              <a:avLst/>
              <a:gdLst/>
              <a:ahLst/>
              <a:cxnLst/>
              <a:rect l="l" t="t" r="r" b="b"/>
              <a:pathLst>
                <a:path w="502" h="496" extrusionOk="0">
                  <a:moveTo>
                    <a:pt x="250" y="0"/>
                  </a:moveTo>
                  <a:cubicBezTo>
                    <a:pt x="114" y="0"/>
                    <a:pt x="1" y="109"/>
                    <a:pt x="1" y="245"/>
                  </a:cubicBezTo>
                  <a:cubicBezTo>
                    <a:pt x="1" y="388"/>
                    <a:pt x="114" y="496"/>
                    <a:pt x="250" y="496"/>
                  </a:cubicBezTo>
                  <a:cubicBezTo>
                    <a:pt x="395" y="496"/>
                    <a:pt x="501" y="388"/>
                    <a:pt x="501" y="245"/>
                  </a:cubicBezTo>
                  <a:cubicBezTo>
                    <a:pt x="501" y="109"/>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0" name="Google Shape;11300;p27"/>
            <p:cNvSpPr/>
            <p:nvPr/>
          </p:nvSpPr>
          <p:spPr>
            <a:xfrm>
              <a:off x="2513250" y="2024425"/>
              <a:ext cx="12575" cy="12400"/>
            </a:xfrm>
            <a:custGeom>
              <a:avLst/>
              <a:gdLst/>
              <a:ahLst/>
              <a:cxnLst/>
              <a:rect l="l" t="t" r="r" b="b"/>
              <a:pathLst>
                <a:path w="503" h="496" extrusionOk="0">
                  <a:moveTo>
                    <a:pt x="252" y="0"/>
                  </a:moveTo>
                  <a:cubicBezTo>
                    <a:pt x="109" y="0"/>
                    <a:pt x="0" y="109"/>
                    <a:pt x="0" y="245"/>
                  </a:cubicBezTo>
                  <a:cubicBezTo>
                    <a:pt x="0" y="388"/>
                    <a:pt x="109"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1" name="Google Shape;11301;p27"/>
            <p:cNvSpPr/>
            <p:nvPr/>
          </p:nvSpPr>
          <p:spPr>
            <a:xfrm>
              <a:off x="2605000" y="2024425"/>
              <a:ext cx="12575" cy="12400"/>
            </a:xfrm>
            <a:custGeom>
              <a:avLst/>
              <a:gdLst/>
              <a:ahLst/>
              <a:cxnLst/>
              <a:rect l="l" t="t" r="r" b="b"/>
              <a:pathLst>
                <a:path w="503" h="496" extrusionOk="0">
                  <a:moveTo>
                    <a:pt x="252" y="0"/>
                  </a:moveTo>
                  <a:cubicBezTo>
                    <a:pt x="116" y="0"/>
                    <a:pt x="0" y="109"/>
                    <a:pt x="0" y="245"/>
                  </a:cubicBezTo>
                  <a:cubicBezTo>
                    <a:pt x="0" y="388"/>
                    <a:pt x="116" y="496"/>
                    <a:pt x="252" y="496"/>
                  </a:cubicBezTo>
                  <a:cubicBezTo>
                    <a:pt x="387" y="496"/>
                    <a:pt x="503" y="388"/>
                    <a:pt x="503" y="245"/>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2" name="Google Shape;11302;p27"/>
            <p:cNvSpPr/>
            <p:nvPr/>
          </p:nvSpPr>
          <p:spPr>
            <a:xfrm>
              <a:off x="2696950" y="2024425"/>
              <a:ext cx="12375" cy="12400"/>
            </a:xfrm>
            <a:custGeom>
              <a:avLst/>
              <a:gdLst/>
              <a:ahLst/>
              <a:cxnLst/>
              <a:rect l="l" t="t" r="r" b="b"/>
              <a:pathLst>
                <a:path w="495" h="496" extrusionOk="0">
                  <a:moveTo>
                    <a:pt x="252" y="0"/>
                  </a:moveTo>
                  <a:cubicBezTo>
                    <a:pt x="108" y="0"/>
                    <a:pt x="1" y="109"/>
                    <a:pt x="1" y="245"/>
                  </a:cubicBezTo>
                  <a:cubicBezTo>
                    <a:pt x="1" y="388"/>
                    <a:pt x="108" y="496"/>
                    <a:pt x="252" y="496"/>
                  </a:cubicBezTo>
                  <a:cubicBezTo>
                    <a:pt x="388" y="496"/>
                    <a:pt x="495" y="388"/>
                    <a:pt x="495" y="245"/>
                  </a:cubicBezTo>
                  <a:cubicBezTo>
                    <a:pt x="495"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3" name="Google Shape;11303;p27"/>
            <p:cNvSpPr/>
            <p:nvPr/>
          </p:nvSpPr>
          <p:spPr>
            <a:xfrm>
              <a:off x="2788700" y="20244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4" name="Google Shape;11304;p27"/>
            <p:cNvSpPr/>
            <p:nvPr/>
          </p:nvSpPr>
          <p:spPr>
            <a:xfrm>
              <a:off x="2880675" y="2024425"/>
              <a:ext cx="12375" cy="12400"/>
            </a:xfrm>
            <a:custGeom>
              <a:avLst/>
              <a:gdLst/>
              <a:ahLst/>
              <a:cxnLst/>
              <a:rect l="l" t="t" r="r" b="b"/>
              <a:pathLst>
                <a:path w="495" h="496" extrusionOk="0">
                  <a:moveTo>
                    <a:pt x="243" y="0"/>
                  </a:moveTo>
                  <a:cubicBezTo>
                    <a:pt x="107" y="0"/>
                    <a:pt x="0" y="109"/>
                    <a:pt x="0" y="245"/>
                  </a:cubicBezTo>
                  <a:cubicBezTo>
                    <a:pt x="0" y="388"/>
                    <a:pt x="107" y="496"/>
                    <a:pt x="243" y="496"/>
                  </a:cubicBezTo>
                  <a:cubicBezTo>
                    <a:pt x="387" y="496"/>
                    <a:pt x="494" y="388"/>
                    <a:pt x="494" y="245"/>
                  </a:cubicBezTo>
                  <a:cubicBezTo>
                    <a:pt x="494" y="109"/>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5" name="Google Shape;11305;p27"/>
            <p:cNvSpPr/>
            <p:nvPr/>
          </p:nvSpPr>
          <p:spPr>
            <a:xfrm>
              <a:off x="2972425" y="2024425"/>
              <a:ext cx="12575" cy="12400"/>
            </a:xfrm>
            <a:custGeom>
              <a:avLst/>
              <a:gdLst/>
              <a:ahLst/>
              <a:cxnLst/>
              <a:rect l="l" t="t" r="r" b="b"/>
              <a:pathLst>
                <a:path w="503" h="496" extrusionOk="0">
                  <a:moveTo>
                    <a:pt x="251" y="0"/>
                  </a:moveTo>
                  <a:cubicBezTo>
                    <a:pt x="115" y="0"/>
                    <a:pt x="0" y="109"/>
                    <a:pt x="0" y="245"/>
                  </a:cubicBezTo>
                  <a:cubicBezTo>
                    <a:pt x="0" y="388"/>
                    <a:pt x="115" y="496"/>
                    <a:pt x="251" y="496"/>
                  </a:cubicBezTo>
                  <a:cubicBezTo>
                    <a:pt x="387" y="496"/>
                    <a:pt x="503" y="388"/>
                    <a:pt x="503" y="245"/>
                  </a:cubicBezTo>
                  <a:cubicBezTo>
                    <a:pt x="503"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6" name="Google Shape;11306;p27"/>
            <p:cNvSpPr/>
            <p:nvPr/>
          </p:nvSpPr>
          <p:spPr>
            <a:xfrm>
              <a:off x="3064375" y="2024425"/>
              <a:ext cx="12375" cy="12400"/>
            </a:xfrm>
            <a:custGeom>
              <a:avLst/>
              <a:gdLst/>
              <a:ahLst/>
              <a:cxnLst/>
              <a:rect l="l" t="t" r="r" b="b"/>
              <a:pathLst>
                <a:path w="495" h="496" extrusionOk="0">
                  <a:moveTo>
                    <a:pt x="243" y="0"/>
                  </a:moveTo>
                  <a:cubicBezTo>
                    <a:pt x="107" y="0"/>
                    <a:pt x="1" y="109"/>
                    <a:pt x="1" y="245"/>
                  </a:cubicBezTo>
                  <a:cubicBezTo>
                    <a:pt x="1" y="388"/>
                    <a:pt x="107" y="496"/>
                    <a:pt x="243" y="496"/>
                  </a:cubicBezTo>
                  <a:cubicBezTo>
                    <a:pt x="388" y="496"/>
                    <a:pt x="495" y="388"/>
                    <a:pt x="495" y="245"/>
                  </a:cubicBezTo>
                  <a:cubicBezTo>
                    <a:pt x="495" y="109"/>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7" name="Google Shape;11307;p27"/>
            <p:cNvSpPr/>
            <p:nvPr/>
          </p:nvSpPr>
          <p:spPr>
            <a:xfrm>
              <a:off x="3156125" y="20244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8" name="Google Shape;11308;p27"/>
            <p:cNvSpPr/>
            <p:nvPr/>
          </p:nvSpPr>
          <p:spPr>
            <a:xfrm>
              <a:off x="3247875" y="2024425"/>
              <a:ext cx="12575" cy="12400"/>
            </a:xfrm>
            <a:custGeom>
              <a:avLst/>
              <a:gdLst/>
              <a:ahLst/>
              <a:cxnLst/>
              <a:rect l="l" t="t" r="r" b="b"/>
              <a:pathLst>
                <a:path w="503"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9" name="Google Shape;11309;p27"/>
            <p:cNvSpPr/>
            <p:nvPr/>
          </p:nvSpPr>
          <p:spPr>
            <a:xfrm>
              <a:off x="3339850" y="2024425"/>
              <a:ext cx="12525" cy="12400"/>
            </a:xfrm>
            <a:custGeom>
              <a:avLst/>
              <a:gdLst/>
              <a:ahLst/>
              <a:cxnLst/>
              <a:rect l="l" t="t" r="r" b="b"/>
              <a:pathLst>
                <a:path w="501" h="496" extrusionOk="0">
                  <a:moveTo>
                    <a:pt x="251" y="0"/>
                  </a:moveTo>
                  <a:cubicBezTo>
                    <a:pt x="107" y="0"/>
                    <a:pt x="0" y="109"/>
                    <a:pt x="0" y="245"/>
                  </a:cubicBezTo>
                  <a:cubicBezTo>
                    <a:pt x="0" y="388"/>
                    <a:pt x="107" y="496"/>
                    <a:pt x="251" y="496"/>
                  </a:cubicBezTo>
                  <a:cubicBezTo>
                    <a:pt x="387" y="496"/>
                    <a:pt x="501" y="388"/>
                    <a:pt x="501" y="245"/>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0" name="Google Shape;11310;p27"/>
            <p:cNvSpPr/>
            <p:nvPr/>
          </p:nvSpPr>
          <p:spPr>
            <a:xfrm>
              <a:off x="3431575" y="20244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1" name="Google Shape;11311;p27"/>
            <p:cNvSpPr/>
            <p:nvPr/>
          </p:nvSpPr>
          <p:spPr>
            <a:xfrm>
              <a:off x="3523550" y="2024425"/>
              <a:ext cx="12375" cy="12400"/>
            </a:xfrm>
            <a:custGeom>
              <a:avLst/>
              <a:gdLst/>
              <a:ahLst/>
              <a:cxnLst/>
              <a:rect l="l" t="t" r="r" b="b"/>
              <a:pathLst>
                <a:path w="495" h="496" extrusionOk="0">
                  <a:moveTo>
                    <a:pt x="250" y="0"/>
                  </a:moveTo>
                  <a:cubicBezTo>
                    <a:pt x="107" y="0"/>
                    <a:pt x="0" y="109"/>
                    <a:pt x="0" y="245"/>
                  </a:cubicBezTo>
                  <a:cubicBezTo>
                    <a:pt x="0" y="388"/>
                    <a:pt x="107" y="496"/>
                    <a:pt x="250" y="496"/>
                  </a:cubicBezTo>
                  <a:cubicBezTo>
                    <a:pt x="388" y="496"/>
                    <a:pt x="494" y="388"/>
                    <a:pt x="494" y="245"/>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2" name="Google Shape;11312;p27"/>
            <p:cNvSpPr/>
            <p:nvPr/>
          </p:nvSpPr>
          <p:spPr>
            <a:xfrm>
              <a:off x="676400" y="21162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3" name="Google Shape;11313;p27"/>
            <p:cNvSpPr/>
            <p:nvPr/>
          </p:nvSpPr>
          <p:spPr>
            <a:xfrm>
              <a:off x="768325" y="2116225"/>
              <a:ext cx="12400" cy="12525"/>
            </a:xfrm>
            <a:custGeom>
              <a:avLst/>
              <a:gdLst/>
              <a:ahLst/>
              <a:cxnLst/>
              <a:rect l="l" t="t" r="r" b="b"/>
              <a:pathLst>
                <a:path w="496" h="501" extrusionOk="0">
                  <a:moveTo>
                    <a:pt x="245" y="0"/>
                  </a:moveTo>
                  <a:cubicBezTo>
                    <a:pt x="109" y="0"/>
                    <a:pt x="0" y="114"/>
                    <a:pt x="0" y="250"/>
                  </a:cubicBezTo>
                  <a:cubicBezTo>
                    <a:pt x="0" y="387"/>
                    <a:pt x="109" y="501"/>
                    <a:pt x="245" y="501"/>
                  </a:cubicBezTo>
                  <a:cubicBezTo>
                    <a:pt x="388" y="501"/>
                    <a:pt x="496" y="387"/>
                    <a:pt x="496" y="250"/>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4" name="Google Shape;11314;p27"/>
            <p:cNvSpPr/>
            <p:nvPr/>
          </p:nvSpPr>
          <p:spPr>
            <a:xfrm>
              <a:off x="860125" y="2116225"/>
              <a:ext cx="12525" cy="12525"/>
            </a:xfrm>
            <a:custGeom>
              <a:avLst/>
              <a:gdLst/>
              <a:ahLst/>
              <a:cxnLst/>
              <a:rect l="l" t="t" r="r" b="b"/>
              <a:pathLst>
                <a:path w="501" h="501" extrusionOk="0">
                  <a:moveTo>
                    <a:pt x="251" y="0"/>
                  </a:moveTo>
                  <a:cubicBezTo>
                    <a:pt x="114" y="0"/>
                    <a:pt x="0" y="114"/>
                    <a:pt x="0" y="250"/>
                  </a:cubicBezTo>
                  <a:cubicBezTo>
                    <a:pt x="0" y="387"/>
                    <a:pt x="114" y="501"/>
                    <a:pt x="251" y="501"/>
                  </a:cubicBezTo>
                  <a:cubicBezTo>
                    <a:pt x="387" y="501"/>
                    <a:pt x="501" y="387"/>
                    <a:pt x="501" y="250"/>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5" name="Google Shape;11315;p27"/>
            <p:cNvSpPr/>
            <p:nvPr/>
          </p:nvSpPr>
          <p:spPr>
            <a:xfrm>
              <a:off x="951850" y="21162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6" name="Google Shape;11316;p27"/>
            <p:cNvSpPr/>
            <p:nvPr/>
          </p:nvSpPr>
          <p:spPr>
            <a:xfrm>
              <a:off x="1043825" y="2116225"/>
              <a:ext cx="12375" cy="12525"/>
            </a:xfrm>
            <a:custGeom>
              <a:avLst/>
              <a:gdLst/>
              <a:ahLst/>
              <a:cxnLst/>
              <a:rect l="l" t="t" r="r" b="b"/>
              <a:pathLst>
                <a:path w="495" h="501" extrusionOk="0">
                  <a:moveTo>
                    <a:pt x="250" y="0"/>
                  </a:moveTo>
                  <a:cubicBezTo>
                    <a:pt x="107" y="0"/>
                    <a:pt x="0" y="114"/>
                    <a:pt x="0" y="250"/>
                  </a:cubicBezTo>
                  <a:cubicBezTo>
                    <a:pt x="0" y="387"/>
                    <a:pt x="107" y="501"/>
                    <a:pt x="250" y="501"/>
                  </a:cubicBezTo>
                  <a:cubicBezTo>
                    <a:pt x="388" y="501"/>
                    <a:pt x="494" y="387"/>
                    <a:pt x="494" y="250"/>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7" name="Google Shape;11317;p27"/>
            <p:cNvSpPr/>
            <p:nvPr/>
          </p:nvSpPr>
          <p:spPr>
            <a:xfrm>
              <a:off x="1135575" y="2116225"/>
              <a:ext cx="12575" cy="12525"/>
            </a:xfrm>
            <a:custGeom>
              <a:avLst/>
              <a:gdLst/>
              <a:ahLst/>
              <a:cxnLst/>
              <a:rect l="l" t="t" r="r" b="b"/>
              <a:pathLst>
                <a:path w="503" h="501" extrusionOk="0">
                  <a:moveTo>
                    <a:pt x="252" y="0"/>
                  </a:moveTo>
                  <a:cubicBezTo>
                    <a:pt x="116" y="0"/>
                    <a:pt x="0" y="114"/>
                    <a:pt x="0" y="250"/>
                  </a:cubicBezTo>
                  <a:cubicBezTo>
                    <a:pt x="0" y="387"/>
                    <a:pt x="116" y="501"/>
                    <a:pt x="252" y="501"/>
                  </a:cubicBezTo>
                  <a:cubicBezTo>
                    <a:pt x="387" y="501"/>
                    <a:pt x="503" y="387"/>
                    <a:pt x="503" y="250"/>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8" name="Google Shape;11318;p27"/>
            <p:cNvSpPr/>
            <p:nvPr/>
          </p:nvSpPr>
          <p:spPr>
            <a:xfrm>
              <a:off x="1227500" y="2116225"/>
              <a:ext cx="12400" cy="12525"/>
            </a:xfrm>
            <a:custGeom>
              <a:avLst/>
              <a:gdLst/>
              <a:ahLst/>
              <a:cxnLst/>
              <a:rect l="l" t="t" r="r" b="b"/>
              <a:pathLst>
                <a:path w="496" h="501" extrusionOk="0">
                  <a:moveTo>
                    <a:pt x="251" y="0"/>
                  </a:moveTo>
                  <a:cubicBezTo>
                    <a:pt x="109" y="0"/>
                    <a:pt x="0" y="114"/>
                    <a:pt x="0" y="250"/>
                  </a:cubicBezTo>
                  <a:cubicBezTo>
                    <a:pt x="0" y="387"/>
                    <a:pt x="109" y="501"/>
                    <a:pt x="251" y="501"/>
                  </a:cubicBezTo>
                  <a:cubicBezTo>
                    <a:pt x="387" y="501"/>
                    <a:pt x="496" y="387"/>
                    <a:pt x="496" y="250"/>
                  </a:cubicBezTo>
                  <a:cubicBezTo>
                    <a:pt x="496"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9" name="Google Shape;11319;p27"/>
            <p:cNvSpPr/>
            <p:nvPr/>
          </p:nvSpPr>
          <p:spPr>
            <a:xfrm>
              <a:off x="1319275" y="2116225"/>
              <a:ext cx="12550" cy="12525"/>
            </a:xfrm>
            <a:custGeom>
              <a:avLst/>
              <a:gdLst/>
              <a:ahLst/>
              <a:cxnLst/>
              <a:rect l="l" t="t" r="r" b="b"/>
              <a:pathLst>
                <a:path w="502" h="501" extrusionOk="0">
                  <a:moveTo>
                    <a:pt x="252" y="0"/>
                  </a:moveTo>
                  <a:cubicBezTo>
                    <a:pt x="114" y="0"/>
                    <a:pt x="1" y="114"/>
                    <a:pt x="1" y="250"/>
                  </a:cubicBezTo>
                  <a:cubicBezTo>
                    <a:pt x="1" y="387"/>
                    <a:pt x="114" y="501"/>
                    <a:pt x="252" y="501"/>
                  </a:cubicBezTo>
                  <a:cubicBezTo>
                    <a:pt x="388" y="501"/>
                    <a:pt x="501" y="387"/>
                    <a:pt x="501" y="250"/>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0" name="Google Shape;11320;p27"/>
            <p:cNvSpPr/>
            <p:nvPr/>
          </p:nvSpPr>
          <p:spPr>
            <a:xfrm>
              <a:off x="1411200" y="2116225"/>
              <a:ext cx="12425" cy="12525"/>
            </a:xfrm>
            <a:custGeom>
              <a:avLst/>
              <a:gdLst/>
              <a:ahLst/>
              <a:cxnLst/>
              <a:rect l="l" t="t" r="r" b="b"/>
              <a:pathLst>
                <a:path w="497" h="501" extrusionOk="0">
                  <a:moveTo>
                    <a:pt x="245" y="0"/>
                  </a:moveTo>
                  <a:cubicBezTo>
                    <a:pt x="109" y="0"/>
                    <a:pt x="1" y="114"/>
                    <a:pt x="1" y="250"/>
                  </a:cubicBezTo>
                  <a:cubicBezTo>
                    <a:pt x="1" y="387"/>
                    <a:pt x="109" y="501"/>
                    <a:pt x="245" y="501"/>
                  </a:cubicBezTo>
                  <a:cubicBezTo>
                    <a:pt x="388" y="501"/>
                    <a:pt x="496" y="387"/>
                    <a:pt x="496" y="250"/>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1" name="Google Shape;11321;p27"/>
            <p:cNvSpPr/>
            <p:nvPr/>
          </p:nvSpPr>
          <p:spPr>
            <a:xfrm>
              <a:off x="1503000" y="2116225"/>
              <a:ext cx="12525" cy="12525"/>
            </a:xfrm>
            <a:custGeom>
              <a:avLst/>
              <a:gdLst/>
              <a:ahLst/>
              <a:cxnLst/>
              <a:rect l="l" t="t" r="r" b="b"/>
              <a:pathLst>
                <a:path w="501" h="501" extrusionOk="0">
                  <a:moveTo>
                    <a:pt x="250" y="0"/>
                  </a:moveTo>
                  <a:cubicBezTo>
                    <a:pt x="114" y="0"/>
                    <a:pt x="0" y="114"/>
                    <a:pt x="0" y="250"/>
                  </a:cubicBezTo>
                  <a:cubicBezTo>
                    <a:pt x="0" y="387"/>
                    <a:pt x="114" y="501"/>
                    <a:pt x="250" y="501"/>
                  </a:cubicBezTo>
                  <a:cubicBezTo>
                    <a:pt x="387" y="501"/>
                    <a:pt x="501" y="387"/>
                    <a:pt x="501" y="250"/>
                  </a:cubicBezTo>
                  <a:cubicBezTo>
                    <a:pt x="501" y="114"/>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2" name="Google Shape;11322;p27"/>
            <p:cNvSpPr/>
            <p:nvPr/>
          </p:nvSpPr>
          <p:spPr>
            <a:xfrm>
              <a:off x="1594750" y="2116225"/>
              <a:ext cx="12575" cy="12525"/>
            </a:xfrm>
            <a:custGeom>
              <a:avLst/>
              <a:gdLst/>
              <a:ahLst/>
              <a:cxnLst/>
              <a:rect l="l" t="t" r="r" b="b"/>
              <a:pathLst>
                <a:path w="503" h="501" extrusionOk="0">
                  <a:moveTo>
                    <a:pt x="251" y="0"/>
                  </a:moveTo>
                  <a:cubicBezTo>
                    <a:pt x="115" y="0"/>
                    <a:pt x="0" y="114"/>
                    <a:pt x="0" y="250"/>
                  </a:cubicBezTo>
                  <a:cubicBezTo>
                    <a:pt x="0" y="387"/>
                    <a:pt x="115" y="501"/>
                    <a:pt x="251" y="501"/>
                  </a:cubicBezTo>
                  <a:cubicBezTo>
                    <a:pt x="394" y="501"/>
                    <a:pt x="503" y="387"/>
                    <a:pt x="503" y="250"/>
                  </a:cubicBezTo>
                  <a:cubicBezTo>
                    <a:pt x="503" y="114"/>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3" name="Google Shape;11323;p27"/>
            <p:cNvSpPr/>
            <p:nvPr/>
          </p:nvSpPr>
          <p:spPr>
            <a:xfrm>
              <a:off x="1686650" y="21162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4" name="Google Shape;11324;p27"/>
            <p:cNvSpPr/>
            <p:nvPr/>
          </p:nvSpPr>
          <p:spPr>
            <a:xfrm>
              <a:off x="1778450" y="2116225"/>
              <a:ext cx="12550" cy="12525"/>
            </a:xfrm>
            <a:custGeom>
              <a:avLst/>
              <a:gdLst/>
              <a:ahLst/>
              <a:cxnLst/>
              <a:rect l="l" t="t" r="r" b="b"/>
              <a:pathLst>
                <a:path w="502" h="501" extrusionOk="0">
                  <a:moveTo>
                    <a:pt x="252" y="0"/>
                  </a:moveTo>
                  <a:cubicBezTo>
                    <a:pt x="114" y="0"/>
                    <a:pt x="1" y="114"/>
                    <a:pt x="1" y="250"/>
                  </a:cubicBezTo>
                  <a:cubicBezTo>
                    <a:pt x="1" y="387"/>
                    <a:pt x="114" y="501"/>
                    <a:pt x="252" y="501"/>
                  </a:cubicBezTo>
                  <a:cubicBezTo>
                    <a:pt x="388" y="501"/>
                    <a:pt x="501" y="387"/>
                    <a:pt x="501" y="250"/>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5" name="Google Shape;11325;p27"/>
            <p:cNvSpPr/>
            <p:nvPr/>
          </p:nvSpPr>
          <p:spPr>
            <a:xfrm>
              <a:off x="1870375" y="2116225"/>
              <a:ext cx="12400" cy="12525"/>
            </a:xfrm>
            <a:custGeom>
              <a:avLst/>
              <a:gdLst/>
              <a:ahLst/>
              <a:cxnLst/>
              <a:rect l="l" t="t" r="r" b="b"/>
              <a:pathLst>
                <a:path w="496" h="501" extrusionOk="0">
                  <a:moveTo>
                    <a:pt x="252" y="0"/>
                  </a:moveTo>
                  <a:cubicBezTo>
                    <a:pt x="109" y="0"/>
                    <a:pt x="0" y="114"/>
                    <a:pt x="0" y="250"/>
                  </a:cubicBezTo>
                  <a:cubicBezTo>
                    <a:pt x="0" y="387"/>
                    <a:pt x="109" y="501"/>
                    <a:pt x="252" y="501"/>
                  </a:cubicBezTo>
                  <a:cubicBezTo>
                    <a:pt x="387" y="501"/>
                    <a:pt x="496" y="387"/>
                    <a:pt x="496" y="250"/>
                  </a:cubicBezTo>
                  <a:cubicBezTo>
                    <a:pt x="496"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6" name="Google Shape;11326;p27"/>
            <p:cNvSpPr/>
            <p:nvPr/>
          </p:nvSpPr>
          <p:spPr>
            <a:xfrm>
              <a:off x="1962150" y="2116225"/>
              <a:ext cx="12550" cy="12525"/>
            </a:xfrm>
            <a:custGeom>
              <a:avLst/>
              <a:gdLst/>
              <a:ahLst/>
              <a:cxnLst/>
              <a:rect l="l" t="t" r="r" b="b"/>
              <a:pathLst>
                <a:path w="502" h="501" extrusionOk="0">
                  <a:moveTo>
                    <a:pt x="250" y="0"/>
                  </a:moveTo>
                  <a:cubicBezTo>
                    <a:pt x="114" y="0"/>
                    <a:pt x="1" y="114"/>
                    <a:pt x="1" y="250"/>
                  </a:cubicBezTo>
                  <a:cubicBezTo>
                    <a:pt x="1" y="387"/>
                    <a:pt x="114" y="501"/>
                    <a:pt x="250" y="501"/>
                  </a:cubicBezTo>
                  <a:cubicBezTo>
                    <a:pt x="388" y="501"/>
                    <a:pt x="502" y="387"/>
                    <a:pt x="502" y="250"/>
                  </a:cubicBezTo>
                  <a:cubicBezTo>
                    <a:pt x="502"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7" name="Google Shape;11327;p27"/>
            <p:cNvSpPr/>
            <p:nvPr/>
          </p:nvSpPr>
          <p:spPr>
            <a:xfrm>
              <a:off x="2054075" y="2116225"/>
              <a:ext cx="12425" cy="12525"/>
            </a:xfrm>
            <a:custGeom>
              <a:avLst/>
              <a:gdLst/>
              <a:ahLst/>
              <a:cxnLst/>
              <a:rect l="l" t="t" r="r" b="b"/>
              <a:pathLst>
                <a:path w="497" h="501" extrusionOk="0">
                  <a:moveTo>
                    <a:pt x="252" y="0"/>
                  </a:moveTo>
                  <a:cubicBezTo>
                    <a:pt x="109" y="0"/>
                    <a:pt x="1" y="114"/>
                    <a:pt x="1" y="250"/>
                  </a:cubicBezTo>
                  <a:cubicBezTo>
                    <a:pt x="1" y="387"/>
                    <a:pt x="109" y="501"/>
                    <a:pt x="252" y="501"/>
                  </a:cubicBezTo>
                  <a:cubicBezTo>
                    <a:pt x="388" y="501"/>
                    <a:pt x="496" y="387"/>
                    <a:pt x="496" y="250"/>
                  </a:cubicBezTo>
                  <a:cubicBezTo>
                    <a:pt x="496"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8" name="Google Shape;11328;p27"/>
            <p:cNvSpPr/>
            <p:nvPr/>
          </p:nvSpPr>
          <p:spPr>
            <a:xfrm>
              <a:off x="2145825" y="21162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9" name="Google Shape;11329;p27"/>
            <p:cNvSpPr/>
            <p:nvPr/>
          </p:nvSpPr>
          <p:spPr>
            <a:xfrm>
              <a:off x="2237800" y="2116225"/>
              <a:ext cx="12350" cy="12525"/>
            </a:xfrm>
            <a:custGeom>
              <a:avLst/>
              <a:gdLst/>
              <a:ahLst/>
              <a:cxnLst/>
              <a:rect l="l" t="t" r="r" b="b"/>
              <a:pathLst>
                <a:path w="494" h="501" extrusionOk="0">
                  <a:moveTo>
                    <a:pt x="244" y="0"/>
                  </a:moveTo>
                  <a:cubicBezTo>
                    <a:pt x="107" y="0"/>
                    <a:pt x="0" y="114"/>
                    <a:pt x="0" y="250"/>
                  </a:cubicBezTo>
                  <a:cubicBezTo>
                    <a:pt x="0" y="387"/>
                    <a:pt x="107" y="501"/>
                    <a:pt x="244" y="501"/>
                  </a:cubicBezTo>
                  <a:cubicBezTo>
                    <a:pt x="387" y="501"/>
                    <a:pt x="494" y="387"/>
                    <a:pt x="494" y="250"/>
                  </a:cubicBezTo>
                  <a:cubicBezTo>
                    <a:pt x="494" y="114"/>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0" name="Google Shape;11330;p27"/>
            <p:cNvSpPr/>
            <p:nvPr/>
          </p:nvSpPr>
          <p:spPr>
            <a:xfrm>
              <a:off x="2329550" y="2116225"/>
              <a:ext cx="12575" cy="12525"/>
            </a:xfrm>
            <a:custGeom>
              <a:avLst/>
              <a:gdLst/>
              <a:ahLst/>
              <a:cxnLst/>
              <a:rect l="l" t="t" r="r" b="b"/>
              <a:pathLst>
                <a:path w="503" h="501" extrusionOk="0">
                  <a:moveTo>
                    <a:pt x="251" y="0"/>
                  </a:moveTo>
                  <a:cubicBezTo>
                    <a:pt x="115" y="0"/>
                    <a:pt x="0" y="114"/>
                    <a:pt x="0" y="250"/>
                  </a:cubicBezTo>
                  <a:cubicBezTo>
                    <a:pt x="0" y="387"/>
                    <a:pt x="115" y="501"/>
                    <a:pt x="251" y="501"/>
                  </a:cubicBezTo>
                  <a:cubicBezTo>
                    <a:pt x="387" y="501"/>
                    <a:pt x="502" y="387"/>
                    <a:pt x="502" y="250"/>
                  </a:cubicBezTo>
                  <a:cubicBezTo>
                    <a:pt x="502"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1" name="Google Shape;11331;p27"/>
            <p:cNvSpPr/>
            <p:nvPr/>
          </p:nvSpPr>
          <p:spPr>
            <a:xfrm>
              <a:off x="2421325" y="2116225"/>
              <a:ext cx="12550" cy="12525"/>
            </a:xfrm>
            <a:custGeom>
              <a:avLst/>
              <a:gdLst/>
              <a:ahLst/>
              <a:cxnLst/>
              <a:rect l="l" t="t" r="r" b="b"/>
              <a:pathLst>
                <a:path w="502" h="501" extrusionOk="0">
                  <a:moveTo>
                    <a:pt x="250" y="0"/>
                  </a:moveTo>
                  <a:cubicBezTo>
                    <a:pt x="114" y="0"/>
                    <a:pt x="1" y="114"/>
                    <a:pt x="1" y="250"/>
                  </a:cubicBezTo>
                  <a:cubicBezTo>
                    <a:pt x="1" y="387"/>
                    <a:pt x="114" y="501"/>
                    <a:pt x="250" y="501"/>
                  </a:cubicBezTo>
                  <a:cubicBezTo>
                    <a:pt x="395" y="501"/>
                    <a:pt x="501" y="387"/>
                    <a:pt x="501" y="250"/>
                  </a:cubicBezTo>
                  <a:cubicBezTo>
                    <a:pt x="501" y="114"/>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2" name="Google Shape;11332;p27"/>
            <p:cNvSpPr/>
            <p:nvPr/>
          </p:nvSpPr>
          <p:spPr>
            <a:xfrm>
              <a:off x="2513250" y="2116225"/>
              <a:ext cx="12575" cy="12525"/>
            </a:xfrm>
            <a:custGeom>
              <a:avLst/>
              <a:gdLst/>
              <a:ahLst/>
              <a:cxnLst/>
              <a:rect l="l" t="t" r="r" b="b"/>
              <a:pathLst>
                <a:path w="503" h="501" extrusionOk="0">
                  <a:moveTo>
                    <a:pt x="252" y="0"/>
                  </a:moveTo>
                  <a:cubicBezTo>
                    <a:pt x="109" y="0"/>
                    <a:pt x="0" y="114"/>
                    <a:pt x="0" y="250"/>
                  </a:cubicBezTo>
                  <a:cubicBezTo>
                    <a:pt x="0" y="387"/>
                    <a:pt x="109"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3" name="Google Shape;11333;p27"/>
            <p:cNvSpPr/>
            <p:nvPr/>
          </p:nvSpPr>
          <p:spPr>
            <a:xfrm>
              <a:off x="2605000" y="2116225"/>
              <a:ext cx="12575" cy="12525"/>
            </a:xfrm>
            <a:custGeom>
              <a:avLst/>
              <a:gdLst/>
              <a:ahLst/>
              <a:cxnLst/>
              <a:rect l="l" t="t" r="r" b="b"/>
              <a:pathLst>
                <a:path w="503" h="501" extrusionOk="0">
                  <a:moveTo>
                    <a:pt x="252" y="0"/>
                  </a:moveTo>
                  <a:cubicBezTo>
                    <a:pt x="116" y="0"/>
                    <a:pt x="0" y="114"/>
                    <a:pt x="0" y="250"/>
                  </a:cubicBezTo>
                  <a:cubicBezTo>
                    <a:pt x="0" y="387"/>
                    <a:pt x="116" y="501"/>
                    <a:pt x="252" y="501"/>
                  </a:cubicBezTo>
                  <a:cubicBezTo>
                    <a:pt x="387" y="501"/>
                    <a:pt x="503" y="387"/>
                    <a:pt x="503" y="250"/>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4" name="Google Shape;11334;p27"/>
            <p:cNvSpPr/>
            <p:nvPr/>
          </p:nvSpPr>
          <p:spPr>
            <a:xfrm>
              <a:off x="2696950" y="2116225"/>
              <a:ext cx="12375" cy="12525"/>
            </a:xfrm>
            <a:custGeom>
              <a:avLst/>
              <a:gdLst/>
              <a:ahLst/>
              <a:cxnLst/>
              <a:rect l="l" t="t" r="r" b="b"/>
              <a:pathLst>
                <a:path w="495" h="501" extrusionOk="0">
                  <a:moveTo>
                    <a:pt x="252" y="0"/>
                  </a:moveTo>
                  <a:cubicBezTo>
                    <a:pt x="108" y="0"/>
                    <a:pt x="1" y="114"/>
                    <a:pt x="1" y="250"/>
                  </a:cubicBezTo>
                  <a:cubicBezTo>
                    <a:pt x="1" y="387"/>
                    <a:pt x="108" y="501"/>
                    <a:pt x="252" y="501"/>
                  </a:cubicBezTo>
                  <a:cubicBezTo>
                    <a:pt x="388" y="501"/>
                    <a:pt x="495" y="387"/>
                    <a:pt x="495" y="250"/>
                  </a:cubicBezTo>
                  <a:cubicBezTo>
                    <a:pt x="495"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5" name="Google Shape;11335;p27"/>
            <p:cNvSpPr/>
            <p:nvPr/>
          </p:nvSpPr>
          <p:spPr>
            <a:xfrm>
              <a:off x="2788700" y="21162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6" name="Google Shape;11336;p27"/>
            <p:cNvSpPr/>
            <p:nvPr/>
          </p:nvSpPr>
          <p:spPr>
            <a:xfrm>
              <a:off x="2880675" y="2116225"/>
              <a:ext cx="12375" cy="12525"/>
            </a:xfrm>
            <a:custGeom>
              <a:avLst/>
              <a:gdLst/>
              <a:ahLst/>
              <a:cxnLst/>
              <a:rect l="l" t="t" r="r" b="b"/>
              <a:pathLst>
                <a:path w="495" h="501" extrusionOk="0">
                  <a:moveTo>
                    <a:pt x="243" y="0"/>
                  </a:moveTo>
                  <a:cubicBezTo>
                    <a:pt x="107" y="0"/>
                    <a:pt x="0" y="114"/>
                    <a:pt x="0" y="250"/>
                  </a:cubicBezTo>
                  <a:cubicBezTo>
                    <a:pt x="0" y="387"/>
                    <a:pt x="107" y="501"/>
                    <a:pt x="243" y="501"/>
                  </a:cubicBezTo>
                  <a:cubicBezTo>
                    <a:pt x="387" y="501"/>
                    <a:pt x="494" y="387"/>
                    <a:pt x="494" y="250"/>
                  </a:cubicBezTo>
                  <a:cubicBezTo>
                    <a:pt x="494" y="114"/>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7" name="Google Shape;11337;p27"/>
            <p:cNvSpPr/>
            <p:nvPr/>
          </p:nvSpPr>
          <p:spPr>
            <a:xfrm>
              <a:off x="2972425" y="2116225"/>
              <a:ext cx="12575" cy="12525"/>
            </a:xfrm>
            <a:custGeom>
              <a:avLst/>
              <a:gdLst/>
              <a:ahLst/>
              <a:cxnLst/>
              <a:rect l="l" t="t" r="r" b="b"/>
              <a:pathLst>
                <a:path w="503" h="501" extrusionOk="0">
                  <a:moveTo>
                    <a:pt x="251" y="0"/>
                  </a:moveTo>
                  <a:cubicBezTo>
                    <a:pt x="115" y="0"/>
                    <a:pt x="0" y="114"/>
                    <a:pt x="0" y="250"/>
                  </a:cubicBezTo>
                  <a:cubicBezTo>
                    <a:pt x="0" y="387"/>
                    <a:pt x="115" y="501"/>
                    <a:pt x="251" y="501"/>
                  </a:cubicBezTo>
                  <a:cubicBezTo>
                    <a:pt x="387" y="501"/>
                    <a:pt x="503" y="387"/>
                    <a:pt x="503" y="250"/>
                  </a:cubicBezTo>
                  <a:cubicBezTo>
                    <a:pt x="503"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8" name="Google Shape;11338;p27"/>
            <p:cNvSpPr/>
            <p:nvPr/>
          </p:nvSpPr>
          <p:spPr>
            <a:xfrm>
              <a:off x="3064375" y="2116225"/>
              <a:ext cx="12375" cy="12525"/>
            </a:xfrm>
            <a:custGeom>
              <a:avLst/>
              <a:gdLst/>
              <a:ahLst/>
              <a:cxnLst/>
              <a:rect l="l" t="t" r="r" b="b"/>
              <a:pathLst>
                <a:path w="495" h="501" extrusionOk="0">
                  <a:moveTo>
                    <a:pt x="243" y="0"/>
                  </a:moveTo>
                  <a:cubicBezTo>
                    <a:pt x="107" y="0"/>
                    <a:pt x="1" y="114"/>
                    <a:pt x="1" y="250"/>
                  </a:cubicBezTo>
                  <a:cubicBezTo>
                    <a:pt x="1" y="387"/>
                    <a:pt x="107" y="501"/>
                    <a:pt x="243" y="501"/>
                  </a:cubicBezTo>
                  <a:cubicBezTo>
                    <a:pt x="388" y="501"/>
                    <a:pt x="495" y="387"/>
                    <a:pt x="495" y="250"/>
                  </a:cubicBezTo>
                  <a:cubicBezTo>
                    <a:pt x="495" y="114"/>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9" name="Google Shape;11339;p27"/>
            <p:cNvSpPr/>
            <p:nvPr/>
          </p:nvSpPr>
          <p:spPr>
            <a:xfrm>
              <a:off x="3156125" y="21162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0" name="Google Shape;11340;p27"/>
            <p:cNvSpPr/>
            <p:nvPr/>
          </p:nvSpPr>
          <p:spPr>
            <a:xfrm>
              <a:off x="3247875" y="2116225"/>
              <a:ext cx="12575" cy="12525"/>
            </a:xfrm>
            <a:custGeom>
              <a:avLst/>
              <a:gdLst/>
              <a:ahLst/>
              <a:cxnLst/>
              <a:rect l="l" t="t" r="r" b="b"/>
              <a:pathLst>
                <a:path w="503"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1" name="Google Shape;11341;p27"/>
            <p:cNvSpPr/>
            <p:nvPr/>
          </p:nvSpPr>
          <p:spPr>
            <a:xfrm>
              <a:off x="3339850" y="2116225"/>
              <a:ext cx="12525" cy="12525"/>
            </a:xfrm>
            <a:custGeom>
              <a:avLst/>
              <a:gdLst/>
              <a:ahLst/>
              <a:cxnLst/>
              <a:rect l="l" t="t" r="r" b="b"/>
              <a:pathLst>
                <a:path w="501" h="501" extrusionOk="0">
                  <a:moveTo>
                    <a:pt x="251" y="0"/>
                  </a:moveTo>
                  <a:cubicBezTo>
                    <a:pt x="107" y="0"/>
                    <a:pt x="0" y="114"/>
                    <a:pt x="0" y="250"/>
                  </a:cubicBezTo>
                  <a:cubicBezTo>
                    <a:pt x="0" y="387"/>
                    <a:pt x="107" y="501"/>
                    <a:pt x="251" y="501"/>
                  </a:cubicBezTo>
                  <a:cubicBezTo>
                    <a:pt x="387" y="501"/>
                    <a:pt x="501" y="387"/>
                    <a:pt x="501" y="250"/>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2" name="Google Shape;11342;p27"/>
            <p:cNvSpPr/>
            <p:nvPr/>
          </p:nvSpPr>
          <p:spPr>
            <a:xfrm>
              <a:off x="3431575" y="21162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3" name="Google Shape;11343;p27"/>
            <p:cNvSpPr/>
            <p:nvPr/>
          </p:nvSpPr>
          <p:spPr>
            <a:xfrm>
              <a:off x="3523550" y="2116225"/>
              <a:ext cx="12375" cy="12525"/>
            </a:xfrm>
            <a:custGeom>
              <a:avLst/>
              <a:gdLst/>
              <a:ahLst/>
              <a:cxnLst/>
              <a:rect l="l" t="t" r="r" b="b"/>
              <a:pathLst>
                <a:path w="495" h="501" extrusionOk="0">
                  <a:moveTo>
                    <a:pt x="250" y="0"/>
                  </a:moveTo>
                  <a:cubicBezTo>
                    <a:pt x="107" y="0"/>
                    <a:pt x="0" y="114"/>
                    <a:pt x="0" y="250"/>
                  </a:cubicBezTo>
                  <a:cubicBezTo>
                    <a:pt x="0" y="387"/>
                    <a:pt x="107" y="501"/>
                    <a:pt x="250" y="501"/>
                  </a:cubicBezTo>
                  <a:cubicBezTo>
                    <a:pt x="388" y="501"/>
                    <a:pt x="494" y="387"/>
                    <a:pt x="494" y="250"/>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4" name="Google Shape;11344;p27"/>
            <p:cNvSpPr/>
            <p:nvPr/>
          </p:nvSpPr>
          <p:spPr>
            <a:xfrm>
              <a:off x="676400" y="22079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5" name="Google Shape;11345;p27"/>
            <p:cNvSpPr/>
            <p:nvPr/>
          </p:nvSpPr>
          <p:spPr>
            <a:xfrm>
              <a:off x="768325" y="2207950"/>
              <a:ext cx="12400" cy="12600"/>
            </a:xfrm>
            <a:custGeom>
              <a:avLst/>
              <a:gdLst/>
              <a:ahLst/>
              <a:cxnLst/>
              <a:rect l="l" t="t" r="r" b="b"/>
              <a:pathLst>
                <a:path w="496" h="504"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6" name="Google Shape;11346;p27"/>
            <p:cNvSpPr/>
            <p:nvPr/>
          </p:nvSpPr>
          <p:spPr>
            <a:xfrm>
              <a:off x="860125" y="2207950"/>
              <a:ext cx="12525" cy="12600"/>
            </a:xfrm>
            <a:custGeom>
              <a:avLst/>
              <a:gdLst/>
              <a:ahLst/>
              <a:cxnLst/>
              <a:rect l="l" t="t" r="r" b="b"/>
              <a:pathLst>
                <a:path w="501" h="504"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7" name="Google Shape;11347;p27"/>
            <p:cNvSpPr/>
            <p:nvPr/>
          </p:nvSpPr>
          <p:spPr>
            <a:xfrm>
              <a:off x="951850" y="22079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8" name="Google Shape;11348;p27"/>
            <p:cNvSpPr/>
            <p:nvPr/>
          </p:nvSpPr>
          <p:spPr>
            <a:xfrm>
              <a:off x="1043825" y="220795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9" name="Google Shape;11349;p27"/>
            <p:cNvSpPr/>
            <p:nvPr/>
          </p:nvSpPr>
          <p:spPr>
            <a:xfrm>
              <a:off x="1135575" y="220795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0" name="Google Shape;11350;p27"/>
            <p:cNvSpPr/>
            <p:nvPr/>
          </p:nvSpPr>
          <p:spPr>
            <a:xfrm>
              <a:off x="1227500" y="2207950"/>
              <a:ext cx="12400" cy="12600"/>
            </a:xfrm>
            <a:custGeom>
              <a:avLst/>
              <a:gdLst/>
              <a:ahLst/>
              <a:cxnLst/>
              <a:rect l="l" t="t" r="r" b="b"/>
              <a:pathLst>
                <a:path w="496" h="504"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1" name="Google Shape;11351;p27"/>
            <p:cNvSpPr/>
            <p:nvPr/>
          </p:nvSpPr>
          <p:spPr>
            <a:xfrm>
              <a:off x="1319275" y="220795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2" name="Google Shape;11352;p27"/>
            <p:cNvSpPr/>
            <p:nvPr/>
          </p:nvSpPr>
          <p:spPr>
            <a:xfrm>
              <a:off x="1411200" y="2207950"/>
              <a:ext cx="12425" cy="12600"/>
            </a:xfrm>
            <a:custGeom>
              <a:avLst/>
              <a:gdLst/>
              <a:ahLst/>
              <a:cxnLst/>
              <a:rect l="l" t="t" r="r" b="b"/>
              <a:pathLst>
                <a:path w="497" h="504"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3" name="Google Shape;11353;p27"/>
            <p:cNvSpPr/>
            <p:nvPr/>
          </p:nvSpPr>
          <p:spPr>
            <a:xfrm>
              <a:off x="1503000" y="2207950"/>
              <a:ext cx="12525" cy="12600"/>
            </a:xfrm>
            <a:custGeom>
              <a:avLst/>
              <a:gdLst/>
              <a:ahLst/>
              <a:cxnLst/>
              <a:rect l="l" t="t" r="r" b="b"/>
              <a:pathLst>
                <a:path w="501" h="504"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4" name="Google Shape;11354;p27"/>
            <p:cNvSpPr/>
            <p:nvPr/>
          </p:nvSpPr>
          <p:spPr>
            <a:xfrm>
              <a:off x="1594750" y="220795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5" name="Google Shape;11355;p27"/>
            <p:cNvSpPr/>
            <p:nvPr/>
          </p:nvSpPr>
          <p:spPr>
            <a:xfrm>
              <a:off x="1686650" y="22079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6" name="Google Shape;11356;p27"/>
            <p:cNvSpPr/>
            <p:nvPr/>
          </p:nvSpPr>
          <p:spPr>
            <a:xfrm>
              <a:off x="1778450" y="220795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7" name="Google Shape;11357;p27"/>
            <p:cNvSpPr/>
            <p:nvPr/>
          </p:nvSpPr>
          <p:spPr>
            <a:xfrm>
              <a:off x="1870375" y="2207950"/>
              <a:ext cx="12400" cy="12600"/>
            </a:xfrm>
            <a:custGeom>
              <a:avLst/>
              <a:gdLst/>
              <a:ahLst/>
              <a:cxnLst/>
              <a:rect l="l" t="t" r="r" b="b"/>
              <a:pathLst>
                <a:path w="496" h="504"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8" name="Google Shape;11358;p27"/>
            <p:cNvSpPr/>
            <p:nvPr/>
          </p:nvSpPr>
          <p:spPr>
            <a:xfrm>
              <a:off x="1962150" y="220795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9" name="Google Shape;11359;p27"/>
            <p:cNvSpPr/>
            <p:nvPr/>
          </p:nvSpPr>
          <p:spPr>
            <a:xfrm>
              <a:off x="2054075" y="2207950"/>
              <a:ext cx="12425" cy="12600"/>
            </a:xfrm>
            <a:custGeom>
              <a:avLst/>
              <a:gdLst/>
              <a:ahLst/>
              <a:cxnLst/>
              <a:rect l="l" t="t" r="r" b="b"/>
              <a:pathLst>
                <a:path w="497" h="504"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0" name="Google Shape;11360;p27"/>
            <p:cNvSpPr/>
            <p:nvPr/>
          </p:nvSpPr>
          <p:spPr>
            <a:xfrm>
              <a:off x="2145825" y="22079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1" name="Google Shape;11361;p27"/>
            <p:cNvSpPr/>
            <p:nvPr/>
          </p:nvSpPr>
          <p:spPr>
            <a:xfrm>
              <a:off x="2237800" y="2207950"/>
              <a:ext cx="12350" cy="12600"/>
            </a:xfrm>
            <a:custGeom>
              <a:avLst/>
              <a:gdLst/>
              <a:ahLst/>
              <a:cxnLst/>
              <a:rect l="l" t="t" r="r" b="b"/>
              <a:pathLst>
                <a:path w="494" h="504"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2" name="Google Shape;11362;p27"/>
            <p:cNvSpPr/>
            <p:nvPr/>
          </p:nvSpPr>
          <p:spPr>
            <a:xfrm>
              <a:off x="2329550" y="220795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3" name="Google Shape;11363;p27"/>
            <p:cNvSpPr/>
            <p:nvPr/>
          </p:nvSpPr>
          <p:spPr>
            <a:xfrm>
              <a:off x="2421325" y="220795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4" name="Google Shape;11364;p27"/>
            <p:cNvSpPr/>
            <p:nvPr/>
          </p:nvSpPr>
          <p:spPr>
            <a:xfrm>
              <a:off x="2513250" y="2207950"/>
              <a:ext cx="12575" cy="12600"/>
            </a:xfrm>
            <a:custGeom>
              <a:avLst/>
              <a:gdLst/>
              <a:ahLst/>
              <a:cxnLst/>
              <a:rect l="l" t="t" r="r" b="b"/>
              <a:pathLst>
                <a:path w="503" h="504"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5" name="Google Shape;11365;p27"/>
            <p:cNvSpPr/>
            <p:nvPr/>
          </p:nvSpPr>
          <p:spPr>
            <a:xfrm>
              <a:off x="2605000" y="220795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6" name="Google Shape;11366;p27"/>
            <p:cNvSpPr/>
            <p:nvPr/>
          </p:nvSpPr>
          <p:spPr>
            <a:xfrm>
              <a:off x="2696950" y="2207950"/>
              <a:ext cx="12375" cy="12600"/>
            </a:xfrm>
            <a:custGeom>
              <a:avLst/>
              <a:gdLst/>
              <a:ahLst/>
              <a:cxnLst/>
              <a:rect l="l" t="t" r="r" b="b"/>
              <a:pathLst>
                <a:path w="495" h="504"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7" name="Google Shape;11367;p27"/>
            <p:cNvSpPr/>
            <p:nvPr/>
          </p:nvSpPr>
          <p:spPr>
            <a:xfrm>
              <a:off x="2788700" y="22079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8" name="Google Shape;11368;p27"/>
            <p:cNvSpPr/>
            <p:nvPr/>
          </p:nvSpPr>
          <p:spPr>
            <a:xfrm>
              <a:off x="2880675" y="2207950"/>
              <a:ext cx="12375" cy="12600"/>
            </a:xfrm>
            <a:custGeom>
              <a:avLst/>
              <a:gdLst/>
              <a:ahLst/>
              <a:cxnLst/>
              <a:rect l="l" t="t" r="r" b="b"/>
              <a:pathLst>
                <a:path w="495" h="504"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9" name="Google Shape;11369;p27"/>
            <p:cNvSpPr/>
            <p:nvPr/>
          </p:nvSpPr>
          <p:spPr>
            <a:xfrm>
              <a:off x="2972425" y="220795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0" name="Google Shape;11370;p27"/>
            <p:cNvSpPr/>
            <p:nvPr/>
          </p:nvSpPr>
          <p:spPr>
            <a:xfrm>
              <a:off x="3064375" y="2207950"/>
              <a:ext cx="12375" cy="12600"/>
            </a:xfrm>
            <a:custGeom>
              <a:avLst/>
              <a:gdLst/>
              <a:ahLst/>
              <a:cxnLst/>
              <a:rect l="l" t="t" r="r" b="b"/>
              <a:pathLst>
                <a:path w="495" h="504"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1" name="Google Shape;11371;p27"/>
            <p:cNvSpPr/>
            <p:nvPr/>
          </p:nvSpPr>
          <p:spPr>
            <a:xfrm>
              <a:off x="3156125" y="22079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2" name="Google Shape;11372;p27"/>
            <p:cNvSpPr/>
            <p:nvPr/>
          </p:nvSpPr>
          <p:spPr>
            <a:xfrm>
              <a:off x="3247875" y="2207950"/>
              <a:ext cx="12575" cy="12600"/>
            </a:xfrm>
            <a:custGeom>
              <a:avLst/>
              <a:gdLst/>
              <a:ahLst/>
              <a:cxnLst/>
              <a:rect l="l" t="t" r="r" b="b"/>
              <a:pathLst>
                <a:path w="503"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3" name="Google Shape;11373;p27"/>
            <p:cNvSpPr/>
            <p:nvPr/>
          </p:nvSpPr>
          <p:spPr>
            <a:xfrm>
              <a:off x="3339850" y="2207950"/>
              <a:ext cx="12525" cy="12600"/>
            </a:xfrm>
            <a:custGeom>
              <a:avLst/>
              <a:gdLst/>
              <a:ahLst/>
              <a:cxnLst/>
              <a:rect l="l" t="t" r="r" b="b"/>
              <a:pathLst>
                <a:path w="501" h="504"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4" name="Google Shape;11374;p27"/>
            <p:cNvSpPr/>
            <p:nvPr/>
          </p:nvSpPr>
          <p:spPr>
            <a:xfrm>
              <a:off x="3431575" y="22079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5" name="Google Shape;11375;p27"/>
            <p:cNvSpPr/>
            <p:nvPr/>
          </p:nvSpPr>
          <p:spPr>
            <a:xfrm>
              <a:off x="3523550" y="220795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6" name="Google Shape;11376;p27"/>
            <p:cNvSpPr/>
            <p:nvPr/>
          </p:nvSpPr>
          <p:spPr>
            <a:xfrm>
              <a:off x="676400" y="2299875"/>
              <a:ext cx="12600" cy="12600"/>
            </a:xfrm>
            <a:custGeom>
              <a:avLst/>
              <a:gdLst/>
              <a:ahLst/>
              <a:cxnLst/>
              <a:rect l="l" t="t" r="r" b="b"/>
              <a:pathLst>
                <a:path w="504" h="504" extrusionOk="0">
                  <a:moveTo>
                    <a:pt x="252" y="1"/>
                  </a:moveTo>
                  <a:cubicBezTo>
                    <a:pt x="116" y="1"/>
                    <a:pt x="1" y="109"/>
                    <a:pt x="1" y="252"/>
                  </a:cubicBezTo>
                  <a:cubicBezTo>
                    <a:pt x="1" y="388"/>
                    <a:pt x="116" y="503"/>
                    <a:pt x="252" y="503"/>
                  </a:cubicBezTo>
                  <a:cubicBezTo>
                    <a:pt x="388" y="503"/>
                    <a:pt x="503" y="388"/>
                    <a:pt x="503" y="252"/>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7" name="Google Shape;11377;p27"/>
            <p:cNvSpPr/>
            <p:nvPr/>
          </p:nvSpPr>
          <p:spPr>
            <a:xfrm>
              <a:off x="768325" y="2299875"/>
              <a:ext cx="12400" cy="12600"/>
            </a:xfrm>
            <a:custGeom>
              <a:avLst/>
              <a:gdLst/>
              <a:ahLst/>
              <a:cxnLst/>
              <a:rect l="l" t="t" r="r" b="b"/>
              <a:pathLst>
                <a:path w="496" h="504" extrusionOk="0">
                  <a:moveTo>
                    <a:pt x="245" y="1"/>
                  </a:moveTo>
                  <a:cubicBezTo>
                    <a:pt x="109" y="1"/>
                    <a:pt x="0" y="109"/>
                    <a:pt x="0" y="252"/>
                  </a:cubicBezTo>
                  <a:cubicBezTo>
                    <a:pt x="0" y="388"/>
                    <a:pt x="109" y="503"/>
                    <a:pt x="245" y="503"/>
                  </a:cubicBezTo>
                  <a:cubicBezTo>
                    <a:pt x="388" y="503"/>
                    <a:pt x="496" y="388"/>
                    <a:pt x="496" y="252"/>
                  </a:cubicBezTo>
                  <a:cubicBezTo>
                    <a:pt x="496" y="109"/>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8" name="Google Shape;11378;p27"/>
            <p:cNvSpPr/>
            <p:nvPr/>
          </p:nvSpPr>
          <p:spPr>
            <a:xfrm>
              <a:off x="860125" y="2299875"/>
              <a:ext cx="12525" cy="12600"/>
            </a:xfrm>
            <a:custGeom>
              <a:avLst/>
              <a:gdLst/>
              <a:ahLst/>
              <a:cxnLst/>
              <a:rect l="l" t="t" r="r" b="b"/>
              <a:pathLst>
                <a:path w="501" h="504" extrusionOk="0">
                  <a:moveTo>
                    <a:pt x="251" y="1"/>
                  </a:moveTo>
                  <a:cubicBezTo>
                    <a:pt x="114" y="1"/>
                    <a:pt x="0" y="109"/>
                    <a:pt x="0" y="252"/>
                  </a:cubicBezTo>
                  <a:cubicBezTo>
                    <a:pt x="0" y="388"/>
                    <a:pt x="114" y="503"/>
                    <a:pt x="251" y="503"/>
                  </a:cubicBezTo>
                  <a:cubicBezTo>
                    <a:pt x="387" y="503"/>
                    <a:pt x="501" y="388"/>
                    <a:pt x="501" y="252"/>
                  </a:cubicBezTo>
                  <a:cubicBezTo>
                    <a:pt x="501"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9" name="Google Shape;11379;p27"/>
            <p:cNvSpPr/>
            <p:nvPr/>
          </p:nvSpPr>
          <p:spPr>
            <a:xfrm>
              <a:off x="951850" y="2299875"/>
              <a:ext cx="12600" cy="12600"/>
            </a:xfrm>
            <a:custGeom>
              <a:avLst/>
              <a:gdLst/>
              <a:ahLst/>
              <a:cxnLst/>
              <a:rect l="l" t="t" r="r" b="b"/>
              <a:pathLst>
                <a:path w="504" h="504" extrusionOk="0">
                  <a:moveTo>
                    <a:pt x="252" y="1"/>
                  </a:moveTo>
                  <a:cubicBezTo>
                    <a:pt x="116" y="1"/>
                    <a:pt x="1" y="109"/>
                    <a:pt x="1" y="252"/>
                  </a:cubicBezTo>
                  <a:cubicBezTo>
                    <a:pt x="1" y="388"/>
                    <a:pt x="116" y="503"/>
                    <a:pt x="252" y="503"/>
                  </a:cubicBezTo>
                  <a:cubicBezTo>
                    <a:pt x="388" y="503"/>
                    <a:pt x="503" y="388"/>
                    <a:pt x="503" y="252"/>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0" name="Google Shape;11380;p27"/>
            <p:cNvSpPr/>
            <p:nvPr/>
          </p:nvSpPr>
          <p:spPr>
            <a:xfrm>
              <a:off x="1043825" y="2299875"/>
              <a:ext cx="12375" cy="12600"/>
            </a:xfrm>
            <a:custGeom>
              <a:avLst/>
              <a:gdLst/>
              <a:ahLst/>
              <a:cxnLst/>
              <a:rect l="l" t="t" r="r" b="b"/>
              <a:pathLst>
                <a:path w="495" h="504" extrusionOk="0">
                  <a:moveTo>
                    <a:pt x="250" y="1"/>
                  </a:moveTo>
                  <a:cubicBezTo>
                    <a:pt x="107" y="1"/>
                    <a:pt x="0" y="109"/>
                    <a:pt x="0" y="252"/>
                  </a:cubicBezTo>
                  <a:cubicBezTo>
                    <a:pt x="0" y="388"/>
                    <a:pt x="107" y="503"/>
                    <a:pt x="250" y="503"/>
                  </a:cubicBezTo>
                  <a:cubicBezTo>
                    <a:pt x="388" y="503"/>
                    <a:pt x="494" y="388"/>
                    <a:pt x="494" y="252"/>
                  </a:cubicBezTo>
                  <a:cubicBezTo>
                    <a:pt x="494"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1" name="Google Shape;11381;p27"/>
            <p:cNvSpPr/>
            <p:nvPr/>
          </p:nvSpPr>
          <p:spPr>
            <a:xfrm>
              <a:off x="1135575" y="2299875"/>
              <a:ext cx="12575" cy="12600"/>
            </a:xfrm>
            <a:custGeom>
              <a:avLst/>
              <a:gdLst/>
              <a:ahLst/>
              <a:cxnLst/>
              <a:rect l="l" t="t" r="r" b="b"/>
              <a:pathLst>
                <a:path w="503" h="504" extrusionOk="0">
                  <a:moveTo>
                    <a:pt x="252" y="1"/>
                  </a:moveTo>
                  <a:cubicBezTo>
                    <a:pt x="116" y="1"/>
                    <a:pt x="0" y="109"/>
                    <a:pt x="0" y="252"/>
                  </a:cubicBezTo>
                  <a:cubicBezTo>
                    <a:pt x="0" y="388"/>
                    <a:pt x="116" y="503"/>
                    <a:pt x="252" y="503"/>
                  </a:cubicBezTo>
                  <a:cubicBezTo>
                    <a:pt x="387" y="503"/>
                    <a:pt x="503" y="388"/>
                    <a:pt x="503" y="252"/>
                  </a:cubicBezTo>
                  <a:cubicBezTo>
                    <a:pt x="503"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2" name="Google Shape;11382;p27"/>
            <p:cNvSpPr/>
            <p:nvPr/>
          </p:nvSpPr>
          <p:spPr>
            <a:xfrm>
              <a:off x="1227500" y="2299875"/>
              <a:ext cx="12400" cy="12600"/>
            </a:xfrm>
            <a:custGeom>
              <a:avLst/>
              <a:gdLst/>
              <a:ahLst/>
              <a:cxnLst/>
              <a:rect l="l" t="t" r="r" b="b"/>
              <a:pathLst>
                <a:path w="496" h="504" extrusionOk="0">
                  <a:moveTo>
                    <a:pt x="251" y="1"/>
                  </a:moveTo>
                  <a:cubicBezTo>
                    <a:pt x="109" y="1"/>
                    <a:pt x="0" y="109"/>
                    <a:pt x="0" y="252"/>
                  </a:cubicBezTo>
                  <a:cubicBezTo>
                    <a:pt x="0" y="388"/>
                    <a:pt x="109" y="503"/>
                    <a:pt x="251" y="503"/>
                  </a:cubicBezTo>
                  <a:cubicBezTo>
                    <a:pt x="387" y="503"/>
                    <a:pt x="496" y="388"/>
                    <a:pt x="496" y="252"/>
                  </a:cubicBezTo>
                  <a:cubicBezTo>
                    <a:pt x="496"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3" name="Google Shape;11383;p27"/>
            <p:cNvSpPr/>
            <p:nvPr/>
          </p:nvSpPr>
          <p:spPr>
            <a:xfrm>
              <a:off x="1319275" y="2299875"/>
              <a:ext cx="12550" cy="12600"/>
            </a:xfrm>
            <a:custGeom>
              <a:avLst/>
              <a:gdLst/>
              <a:ahLst/>
              <a:cxnLst/>
              <a:rect l="l" t="t" r="r" b="b"/>
              <a:pathLst>
                <a:path w="502" h="504" extrusionOk="0">
                  <a:moveTo>
                    <a:pt x="252" y="1"/>
                  </a:moveTo>
                  <a:cubicBezTo>
                    <a:pt x="114" y="1"/>
                    <a:pt x="1" y="109"/>
                    <a:pt x="1" y="252"/>
                  </a:cubicBezTo>
                  <a:cubicBezTo>
                    <a:pt x="1" y="388"/>
                    <a:pt x="114" y="503"/>
                    <a:pt x="252" y="503"/>
                  </a:cubicBezTo>
                  <a:cubicBezTo>
                    <a:pt x="388" y="503"/>
                    <a:pt x="501" y="388"/>
                    <a:pt x="501" y="252"/>
                  </a:cubicBezTo>
                  <a:cubicBezTo>
                    <a:pt x="501"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4" name="Google Shape;11384;p27"/>
            <p:cNvSpPr/>
            <p:nvPr/>
          </p:nvSpPr>
          <p:spPr>
            <a:xfrm>
              <a:off x="1411200" y="2299875"/>
              <a:ext cx="12425" cy="12600"/>
            </a:xfrm>
            <a:custGeom>
              <a:avLst/>
              <a:gdLst/>
              <a:ahLst/>
              <a:cxnLst/>
              <a:rect l="l" t="t" r="r" b="b"/>
              <a:pathLst>
                <a:path w="497" h="504" extrusionOk="0">
                  <a:moveTo>
                    <a:pt x="245" y="1"/>
                  </a:moveTo>
                  <a:cubicBezTo>
                    <a:pt x="109" y="1"/>
                    <a:pt x="1" y="109"/>
                    <a:pt x="1" y="252"/>
                  </a:cubicBezTo>
                  <a:cubicBezTo>
                    <a:pt x="1" y="388"/>
                    <a:pt x="109" y="503"/>
                    <a:pt x="245" y="503"/>
                  </a:cubicBezTo>
                  <a:cubicBezTo>
                    <a:pt x="388" y="503"/>
                    <a:pt x="496" y="388"/>
                    <a:pt x="496" y="252"/>
                  </a:cubicBezTo>
                  <a:cubicBezTo>
                    <a:pt x="496" y="109"/>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5" name="Google Shape;11385;p27"/>
            <p:cNvSpPr/>
            <p:nvPr/>
          </p:nvSpPr>
          <p:spPr>
            <a:xfrm>
              <a:off x="1503000" y="2299875"/>
              <a:ext cx="12525" cy="12600"/>
            </a:xfrm>
            <a:custGeom>
              <a:avLst/>
              <a:gdLst/>
              <a:ahLst/>
              <a:cxnLst/>
              <a:rect l="l" t="t" r="r" b="b"/>
              <a:pathLst>
                <a:path w="501" h="504" extrusionOk="0">
                  <a:moveTo>
                    <a:pt x="250" y="1"/>
                  </a:moveTo>
                  <a:cubicBezTo>
                    <a:pt x="114" y="1"/>
                    <a:pt x="0" y="109"/>
                    <a:pt x="0" y="252"/>
                  </a:cubicBezTo>
                  <a:cubicBezTo>
                    <a:pt x="0" y="388"/>
                    <a:pt x="114" y="503"/>
                    <a:pt x="250" y="503"/>
                  </a:cubicBezTo>
                  <a:cubicBezTo>
                    <a:pt x="387" y="503"/>
                    <a:pt x="501" y="388"/>
                    <a:pt x="501" y="252"/>
                  </a:cubicBezTo>
                  <a:cubicBezTo>
                    <a:pt x="501" y="109"/>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6" name="Google Shape;11386;p27"/>
            <p:cNvSpPr/>
            <p:nvPr/>
          </p:nvSpPr>
          <p:spPr>
            <a:xfrm>
              <a:off x="1594750" y="2299875"/>
              <a:ext cx="12575" cy="12600"/>
            </a:xfrm>
            <a:custGeom>
              <a:avLst/>
              <a:gdLst/>
              <a:ahLst/>
              <a:cxnLst/>
              <a:rect l="l" t="t" r="r" b="b"/>
              <a:pathLst>
                <a:path w="503" h="504" extrusionOk="0">
                  <a:moveTo>
                    <a:pt x="251" y="1"/>
                  </a:moveTo>
                  <a:cubicBezTo>
                    <a:pt x="115" y="1"/>
                    <a:pt x="0" y="109"/>
                    <a:pt x="0" y="252"/>
                  </a:cubicBezTo>
                  <a:cubicBezTo>
                    <a:pt x="0" y="388"/>
                    <a:pt x="115" y="503"/>
                    <a:pt x="251" y="503"/>
                  </a:cubicBezTo>
                  <a:cubicBezTo>
                    <a:pt x="394" y="503"/>
                    <a:pt x="503" y="388"/>
                    <a:pt x="503" y="252"/>
                  </a:cubicBezTo>
                  <a:cubicBezTo>
                    <a:pt x="503" y="109"/>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7" name="Google Shape;11387;p27"/>
            <p:cNvSpPr/>
            <p:nvPr/>
          </p:nvSpPr>
          <p:spPr>
            <a:xfrm>
              <a:off x="1686650" y="2299875"/>
              <a:ext cx="12600" cy="12600"/>
            </a:xfrm>
            <a:custGeom>
              <a:avLst/>
              <a:gdLst/>
              <a:ahLst/>
              <a:cxnLst/>
              <a:rect l="l" t="t" r="r" b="b"/>
              <a:pathLst>
                <a:path w="504" h="504" extrusionOk="0">
                  <a:moveTo>
                    <a:pt x="252" y="1"/>
                  </a:moveTo>
                  <a:cubicBezTo>
                    <a:pt x="116" y="1"/>
                    <a:pt x="1" y="109"/>
                    <a:pt x="1" y="252"/>
                  </a:cubicBezTo>
                  <a:cubicBezTo>
                    <a:pt x="1" y="388"/>
                    <a:pt x="116" y="503"/>
                    <a:pt x="252" y="503"/>
                  </a:cubicBezTo>
                  <a:cubicBezTo>
                    <a:pt x="388" y="503"/>
                    <a:pt x="503" y="388"/>
                    <a:pt x="503" y="252"/>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8" name="Google Shape;11388;p27"/>
            <p:cNvSpPr/>
            <p:nvPr/>
          </p:nvSpPr>
          <p:spPr>
            <a:xfrm>
              <a:off x="1778450" y="2299875"/>
              <a:ext cx="12550" cy="12600"/>
            </a:xfrm>
            <a:custGeom>
              <a:avLst/>
              <a:gdLst/>
              <a:ahLst/>
              <a:cxnLst/>
              <a:rect l="l" t="t" r="r" b="b"/>
              <a:pathLst>
                <a:path w="502" h="504" extrusionOk="0">
                  <a:moveTo>
                    <a:pt x="252" y="1"/>
                  </a:moveTo>
                  <a:cubicBezTo>
                    <a:pt x="114" y="1"/>
                    <a:pt x="1" y="109"/>
                    <a:pt x="1" y="252"/>
                  </a:cubicBezTo>
                  <a:cubicBezTo>
                    <a:pt x="1" y="388"/>
                    <a:pt x="114" y="503"/>
                    <a:pt x="252" y="503"/>
                  </a:cubicBezTo>
                  <a:cubicBezTo>
                    <a:pt x="388" y="503"/>
                    <a:pt x="501" y="388"/>
                    <a:pt x="501" y="252"/>
                  </a:cubicBezTo>
                  <a:cubicBezTo>
                    <a:pt x="501"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9" name="Google Shape;11389;p27"/>
            <p:cNvSpPr/>
            <p:nvPr/>
          </p:nvSpPr>
          <p:spPr>
            <a:xfrm>
              <a:off x="1870375" y="2299875"/>
              <a:ext cx="12400" cy="12600"/>
            </a:xfrm>
            <a:custGeom>
              <a:avLst/>
              <a:gdLst/>
              <a:ahLst/>
              <a:cxnLst/>
              <a:rect l="l" t="t" r="r" b="b"/>
              <a:pathLst>
                <a:path w="496" h="504" extrusionOk="0">
                  <a:moveTo>
                    <a:pt x="252" y="1"/>
                  </a:moveTo>
                  <a:cubicBezTo>
                    <a:pt x="109" y="1"/>
                    <a:pt x="0" y="109"/>
                    <a:pt x="0" y="252"/>
                  </a:cubicBezTo>
                  <a:cubicBezTo>
                    <a:pt x="0" y="388"/>
                    <a:pt x="109" y="503"/>
                    <a:pt x="252" y="503"/>
                  </a:cubicBezTo>
                  <a:cubicBezTo>
                    <a:pt x="387" y="503"/>
                    <a:pt x="496" y="388"/>
                    <a:pt x="496" y="252"/>
                  </a:cubicBezTo>
                  <a:cubicBezTo>
                    <a:pt x="496"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0" name="Google Shape;11390;p27"/>
            <p:cNvSpPr/>
            <p:nvPr/>
          </p:nvSpPr>
          <p:spPr>
            <a:xfrm>
              <a:off x="1962150" y="2299875"/>
              <a:ext cx="12550" cy="12600"/>
            </a:xfrm>
            <a:custGeom>
              <a:avLst/>
              <a:gdLst/>
              <a:ahLst/>
              <a:cxnLst/>
              <a:rect l="l" t="t" r="r" b="b"/>
              <a:pathLst>
                <a:path w="502" h="504" extrusionOk="0">
                  <a:moveTo>
                    <a:pt x="250" y="1"/>
                  </a:moveTo>
                  <a:cubicBezTo>
                    <a:pt x="114" y="1"/>
                    <a:pt x="1" y="109"/>
                    <a:pt x="1" y="252"/>
                  </a:cubicBezTo>
                  <a:cubicBezTo>
                    <a:pt x="1" y="388"/>
                    <a:pt x="114" y="503"/>
                    <a:pt x="250" y="503"/>
                  </a:cubicBezTo>
                  <a:cubicBezTo>
                    <a:pt x="388" y="503"/>
                    <a:pt x="502" y="388"/>
                    <a:pt x="502" y="252"/>
                  </a:cubicBezTo>
                  <a:cubicBezTo>
                    <a:pt x="502"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1" name="Google Shape;11391;p27"/>
            <p:cNvSpPr/>
            <p:nvPr/>
          </p:nvSpPr>
          <p:spPr>
            <a:xfrm>
              <a:off x="2054075" y="2299875"/>
              <a:ext cx="12425" cy="12600"/>
            </a:xfrm>
            <a:custGeom>
              <a:avLst/>
              <a:gdLst/>
              <a:ahLst/>
              <a:cxnLst/>
              <a:rect l="l" t="t" r="r" b="b"/>
              <a:pathLst>
                <a:path w="497" h="504" extrusionOk="0">
                  <a:moveTo>
                    <a:pt x="252" y="1"/>
                  </a:moveTo>
                  <a:cubicBezTo>
                    <a:pt x="109" y="1"/>
                    <a:pt x="1" y="109"/>
                    <a:pt x="1" y="252"/>
                  </a:cubicBezTo>
                  <a:cubicBezTo>
                    <a:pt x="1" y="388"/>
                    <a:pt x="109" y="503"/>
                    <a:pt x="252" y="503"/>
                  </a:cubicBezTo>
                  <a:cubicBezTo>
                    <a:pt x="388" y="503"/>
                    <a:pt x="496" y="388"/>
                    <a:pt x="496" y="252"/>
                  </a:cubicBezTo>
                  <a:cubicBezTo>
                    <a:pt x="496"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2" name="Google Shape;11392;p27"/>
            <p:cNvSpPr/>
            <p:nvPr/>
          </p:nvSpPr>
          <p:spPr>
            <a:xfrm>
              <a:off x="2145825" y="2299875"/>
              <a:ext cx="12600" cy="12600"/>
            </a:xfrm>
            <a:custGeom>
              <a:avLst/>
              <a:gdLst/>
              <a:ahLst/>
              <a:cxnLst/>
              <a:rect l="l" t="t" r="r" b="b"/>
              <a:pathLst>
                <a:path w="504" h="504" extrusionOk="0">
                  <a:moveTo>
                    <a:pt x="252" y="1"/>
                  </a:moveTo>
                  <a:cubicBezTo>
                    <a:pt x="116" y="1"/>
                    <a:pt x="1" y="109"/>
                    <a:pt x="1" y="252"/>
                  </a:cubicBezTo>
                  <a:cubicBezTo>
                    <a:pt x="1" y="388"/>
                    <a:pt x="116" y="503"/>
                    <a:pt x="252" y="503"/>
                  </a:cubicBezTo>
                  <a:cubicBezTo>
                    <a:pt x="388" y="503"/>
                    <a:pt x="503" y="388"/>
                    <a:pt x="503" y="252"/>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3" name="Google Shape;11393;p27"/>
            <p:cNvSpPr/>
            <p:nvPr/>
          </p:nvSpPr>
          <p:spPr>
            <a:xfrm>
              <a:off x="2237800" y="2299875"/>
              <a:ext cx="12350" cy="12600"/>
            </a:xfrm>
            <a:custGeom>
              <a:avLst/>
              <a:gdLst/>
              <a:ahLst/>
              <a:cxnLst/>
              <a:rect l="l" t="t" r="r" b="b"/>
              <a:pathLst>
                <a:path w="494" h="504" extrusionOk="0">
                  <a:moveTo>
                    <a:pt x="244" y="1"/>
                  </a:moveTo>
                  <a:cubicBezTo>
                    <a:pt x="107" y="1"/>
                    <a:pt x="0" y="109"/>
                    <a:pt x="0" y="252"/>
                  </a:cubicBezTo>
                  <a:cubicBezTo>
                    <a:pt x="0" y="388"/>
                    <a:pt x="107" y="503"/>
                    <a:pt x="244" y="503"/>
                  </a:cubicBezTo>
                  <a:cubicBezTo>
                    <a:pt x="387" y="503"/>
                    <a:pt x="494" y="388"/>
                    <a:pt x="494" y="252"/>
                  </a:cubicBezTo>
                  <a:cubicBezTo>
                    <a:pt x="494" y="109"/>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4" name="Google Shape;11394;p27"/>
            <p:cNvSpPr/>
            <p:nvPr/>
          </p:nvSpPr>
          <p:spPr>
            <a:xfrm>
              <a:off x="2329550" y="2299875"/>
              <a:ext cx="12575" cy="12600"/>
            </a:xfrm>
            <a:custGeom>
              <a:avLst/>
              <a:gdLst/>
              <a:ahLst/>
              <a:cxnLst/>
              <a:rect l="l" t="t" r="r" b="b"/>
              <a:pathLst>
                <a:path w="503" h="504" extrusionOk="0">
                  <a:moveTo>
                    <a:pt x="251" y="1"/>
                  </a:moveTo>
                  <a:cubicBezTo>
                    <a:pt x="115" y="1"/>
                    <a:pt x="0" y="109"/>
                    <a:pt x="0" y="252"/>
                  </a:cubicBezTo>
                  <a:cubicBezTo>
                    <a:pt x="0" y="388"/>
                    <a:pt x="115" y="503"/>
                    <a:pt x="251" y="503"/>
                  </a:cubicBezTo>
                  <a:cubicBezTo>
                    <a:pt x="387" y="503"/>
                    <a:pt x="502" y="388"/>
                    <a:pt x="502" y="252"/>
                  </a:cubicBezTo>
                  <a:cubicBezTo>
                    <a:pt x="502"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5" name="Google Shape;11395;p27"/>
            <p:cNvSpPr/>
            <p:nvPr/>
          </p:nvSpPr>
          <p:spPr>
            <a:xfrm>
              <a:off x="2421325" y="2299875"/>
              <a:ext cx="12550" cy="12600"/>
            </a:xfrm>
            <a:custGeom>
              <a:avLst/>
              <a:gdLst/>
              <a:ahLst/>
              <a:cxnLst/>
              <a:rect l="l" t="t" r="r" b="b"/>
              <a:pathLst>
                <a:path w="502" h="504" extrusionOk="0">
                  <a:moveTo>
                    <a:pt x="250" y="1"/>
                  </a:moveTo>
                  <a:cubicBezTo>
                    <a:pt x="114" y="1"/>
                    <a:pt x="1" y="109"/>
                    <a:pt x="1" y="252"/>
                  </a:cubicBezTo>
                  <a:cubicBezTo>
                    <a:pt x="1" y="388"/>
                    <a:pt x="114" y="503"/>
                    <a:pt x="250" y="503"/>
                  </a:cubicBezTo>
                  <a:cubicBezTo>
                    <a:pt x="395" y="503"/>
                    <a:pt x="501" y="388"/>
                    <a:pt x="501" y="252"/>
                  </a:cubicBezTo>
                  <a:cubicBezTo>
                    <a:pt x="501" y="109"/>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6" name="Google Shape;11396;p27"/>
            <p:cNvSpPr/>
            <p:nvPr/>
          </p:nvSpPr>
          <p:spPr>
            <a:xfrm>
              <a:off x="2513250" y="2299875"/>
              <a:ext cx="12575" cy="12600"/>
            </a:xfrm>
            <a:custGeom>
              <a:avLst/>
              <a:gdLst/>
              <a:ahLst/>
              <a:cxnLst/>
              <a:rect l="l" t="t" r="r" b="b"/>
              <a:pathLst>
                <a:path w="503" h="504" extrusionOk="0">
                  <a:moveTo>
                    <a:pt x="252" y="1"/>
                  </a:moveTo>
                  <a:cubicBezTo>
                    <a:pt x="109" y="1"/>
                    <a:pt x="0" y="109"/>
                    <a:pt x="0" y="252"/>
                  </a:cubicBezTo>
                  <a:cubicBezTo>
                    <a:pt x="0" y="388"/>
                    <a:pt x="109" y="503"/>
                    <a:pt x="252" y="503"/>
                  </a:cubicBezTo>
                  <a:cubicBezTo>
                    <a:pt x="388" y="503"/>
                    <a:pt x="503" y="388"/>
                    <a:pt x="503" y="252"/>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7" name="Google Shape;11397;p27"/>
            <p:cNvSpPr/>
            <p:nvPr/>
          </p:nvSpPr>
          <p:spPr>
            <a:xfrm>
              <a:off x="2605000" y="2299875"/>
              <a:ext cx="12575" cy="12600"/>
            </a:xfrm>
            <a:custGeom>
              <a:avLst/>
              <a:gdLst/>
              <a:ahLst/>
              <a:cxnLst/>
              <a:rect l="l" t="t" r="r" b="b"/>
              <a:pathLst>
                <a:path w="503" h="504" extrusionOk="0">
                  <a:moveTo>
                    <a:pt x="252" y="1"/>
                  </a:moveTo>
                  <a:cubicBezTo>
                    <a:pt x="116" y="1"/>
                    <a:pt x="0" y="109"/>
                    <a:pt x="0" y="252"/>
                  </a:cubicBezTo>
                  <a:cubicBezTo>
                    <a:pt x="0" y="388"/>
                    <a:pt x="116" y="503"/>
                    <a:pt x="252" y="503"/>
                  </a:cubicBezTo>
                  <a:cubicBezTo>
                    <a:pt x="387" y="503"/>
                    <a:pt x="503" y="388"/>
                    <a:pt x="503" y="252"/>
                  </a:cubicBezTo>
                  <a:cubicBezTo>
                    <a:pt x="503"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8" name="Google Shape;11398;p27"/>
            <p:cNvSpPr/>
            <p:nvPr/>
          </p:nvSpPr>
          <p:spPr>
            <a:xfrm>
              <a:off x="2696950" y="2299875"/>
              <a:ext cx="12375" cy="12600"/>
            </a:xfrm>
            <a:custGeom>
              <a:avLst/>
              <a:gdLst/>
              <a:ahLst/>
              <a:cxnLst/>
              <a:rect l="l" t="t" r="r" b="b"/>
              <a:pathLst>
                <a:path w="495" h="504" extrusionOk="0">
                  <a:moveTo>
                    <a:pt x="252" y="1"/>
                  </a:moveTo>
                  <a:cubicBezTo>
                    <a:pt x="108" y="1"/>
                    <a:pt x="1" y="109"/>
                    <a:pt x="1" y="252"/>
                  </a:cubicBezTo>
                  <a:cubicBezTo>
                    <a:pt x="1" y="388"/>
                    <a:pt x="108" y="503"/>
                    <a:pt x="252" y="503"/>
                  </a:cubicBezTo>
                  <a:cubicBezTo>
                    <a:pt x="388" y="503"/>
                    <a:pt x="495" y="388"/>
                    <a:pt x="495" y="252"/>
                  </a:cubicBezTo>
                  <a:cubicBezTo>
                    <a:pt x="495"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9" name="Google Shape;11399;p27"/>
            <p:cNvSpPr/>
            <p:nvPr/>
          </p:nvSpPr>
          <p:spPr>
            <a:xfrm>
              <a:off x="2788700" y="2299875"/>
              <a:ext cx="12600" cy="12600"/>
            </a:xfrm>
            <a:custGeom>
              <a:avLst/>
              <a:gdLst/>
              <a:ahLst/>
              <a:cxnLst/>
              <a:rect l="l" t="t" r="r" b="b"/>
              <a:pathLst>
                <a:path w="504" h="504" extrusionOk="0">
                  <a:moveTo>
                    <a:pt x="252" y="1"/>
                  </a:moveTo>
                  <a:cubicBezTo>
                    <a:pt x="116" y="1"/>
                    <a:pt x="1" y="109"/>
                    <a:pt x="1" y="252"/>
                  </a:cubicBezTo>
                  <a:cubicBezTo>
                    <a:pt x="1" y="388"/>
                    <a:pt x="116" y="503"/>
                    <a:pt x="252" y="503"/>
                  </a:cubicBezTo>
                  <a:cubicBezTo>
                    <a:pt x="388" y="503"/>
                    <a:pt x="503" y="388"/>
                    <a:pt x="503" y="252"/>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0" name="Google Shape;11400;p27"/>
            <p:cNvSpPr/>
            <p:nvPr/>
          </p:nvSpPr>
          <p:spPr>
            <a:xfrm>
              <a:off x="2880675" y="2299875"/>
              <a:ext cx="12375" cy="12600"/>
            </a:xfrm>
            <a:custGeom>
              <a:avLst/>
              <a:gdLst/>
              <a:ahLst/>
              <a:cxnLst/>
              <a:rect l="l" t="t" r="r" b="b"/>
              <a:pathLst>
                <a:path w="495" h="504" extrusionOk="0">
                  <a:moveTo>
                    <a:pt x="243" y="1"/>
                  </a:moveTo>
                  <a:cubicBezTo>
                    <a:pt x="107" y="1"/>
                    <a:pt x="0" y="109"/>
                    <a:pt x="0" y="252"/>
                  </a:cubicBezTo>
                  <a:cubicBezTo>
                    <a:pt x="0" y="388"/>
                    <a:pt x="107" y="503"/>
                    <a:pt x="243" y="503"/>
                  </a:cubicBezTo>
                  <a:cubicBezTo>
                    <a:pt x="387" y="503"/>
                    <a:pt x="494" y="388"/>
                    <a:pt x="494" y="252"/>
                  </a:cubicBezTo>
                  <a:cubicBezTo>
                    <a:pt x="494" y="109"/>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1" name="Google Shape;11401;p27"/>
            <p:cNvSpPr/>
            <p:nvPr/>
          </p:nvSpPr>
          <p:spPr>
            <a:xfrm>
              <a:off x="2972425" y="2299875"/>
              <a:ext cx="12575" cy="12600"/>
            </a:xfrm>
            <a:custGeom>
              <a:avLst/>
              <a:gdLst/>
              <a:ahLst/>
              <a:cxnLst/>
              <a:rect l="l" t="t" r="r" b="b"/>
              <a:pathLst>
                <a:path w="503" h="504" extrusionOk="0">
                  <a:moveTo>
                    <a:pt x="251" y="1"/>
                  </a:moveTo>
                  <a:cubicBezTo>
                    <a:pt x="115" y="1"/>
                    <a:pt x="0" y="109"/>
                    <a:pt x="0" y="252"/>
                  </a:cubicBezTo>
                  <a:cubicBezTo>
                    <a:pt x="0" y="388"/>
                    <a:pt x="115" y="503"/>
                    <a:pt x="251" y="503"/>
                  </a:cubicBezTo>
                  <a:cubicBezTo>
                    <a:pt x="387" y="503"/>
                    <a:pt x="503" y="388"/>
                    <a:pt x="503" y="252"/>
                  </a:cubicBezTo>
                  <a:cubicBezTo>
                    <a:pt x="503"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2" name="Google Shape;11402;p27"/>
            <p:cNvSpPr/>
            <p:nvPr/>
          </p:nvSpPr>
          <p:spPr>
            <a:xfrm>
              <a:off x="3064375" y="2299875"/>
              <a:ext cx="12375" cy="12600"/>
            </a:xfrm>
            <a:custGeom>
              <a:avLst/>
              <a:gdLst/>
              <a:ahLst/>
              <a:cxnLst/>
              <a:rect l="l" t="t" r="r" b="b"/>
              <a:pathLst>
                <a:path w="495" h="504" extrusionOk="0">
                  <a:moveTo>
                    <a:pt x="243" y="1"/>
                  </a:moveTo>
                  <a:cubicBezTo>
                    <a:pt x="107" y="1"/>
                    <a:pt x="1" y="109"/>
                    <a:pt x="1" y="252"/>
                  </a:cubicBezTo>
                  <a:cubicBezTo>
                    <a:pt x="1" y="388"/>
                    <a:pt x="107" y="503"/>
                    <a:pt x="243" y="503"/>
                  </a:cubicBezTo>
                  <a:cubicBezTo>
                    <a:pt x="388" y="503"/>
                    <a:pt x="495" y="388"/>
                    <a:pt x="495" y="252"/>
                  </a:cubicBezTo>
                  <a:cubicBezTo>
                    <a:pt x="495" y="109"/>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3" name="Google Shape;11403;p27"/>
            <p:cNvSpPr/>
            <p:nvPr/>
          </p:nvSpPr>
          <p:spPr>
            <a:xfrm>
              <a:off x="3156125" y="2299875"/>
              <a:ext cx="12600" cy="12600"/>
            </a:xfrm>
            <a:custGeom>
              <a:avLst/>
              <a:gdLst/>
              <a:ahLst/>
              <a:cxnLst/>
              <a:rect l="l" t="t" r="r" b="b"/>
              <a:pathLst>
                <a:path w="504" h="504" extrusionOk="0">
                  <a:moveTo>
                    <a:pt x="252" y="1"/>
                  </a:moveTo>
                  <a:cubicBezTo>
                    <a:pt x="116" y="1"/>
                    <a:pt x="1" y="109"/>
                    <a:pt x="1" y="252"/>
                  </a:cubicBezTo>
                  <a:cubicBezTo>
                    <a:pt x="1" y="388"/>
                    <a:pt x="116" y="503"/>
                    <a:pt x="252" y="503"/>
                  </a:cubicBezTo>
                  <a:cubicBezTo>
                    <a:pt x="388" y="503"/>
                    <a:pt x="503" y="388"/>
                    <a:pt x="503" y="252"/>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4" name="Google Shape;11404;p27"/>
            <p:cNvSpPr/>
            <p:nvPr/>
          </p:nvSpPr>
          <p:spPr>
            <a:xfrm>
              <a:off x="3247875" y="2299875"/>
              <a:ext cx="12575" cy="12600"/>
            </a:xfrm>
            <a:custGeom>
              <a:avLst/>
              <a:gdLst/>
              <a:ahLst/>
              <a:cxnLst/>
              <a:rect l="l" t="t" r="r" b="b"/>
              <a:pathLst>
                <a:path w="503" h="504" extrusionOk="0">
                  <a:moveTo>
                    <a:pt x="252" y="1"/>
                  </a:moveTo>
                  <a:cubicBezTo>
                    <a:pt x="116" y="1"/>
                    <a:pt x="1" y="109"/>
                    <a:pt x="1" y="252"/>
                  </a:cubicBezTo>
                  <a:cubicBezTo>
                    <a:pt x="1" y="388"/>
                    <a:pt x="116" y="503"/>
                    <a:pt x="252" y="503"/>
                  </a:cubicBezTo>
                  <a:cubicBezTo>
                    <a:pt x="388" y="503"/>
                    <a:pt x="503" y="388"/>
                    <a:pt x="503" y="252"/>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5" name="Google Shape;11405;p27"/>
            <p:cNvSpPr/>
            <p:nvPr/>
          </p:nvSpPr>
          <p:spPr>
            <a:xfrm>
              <a:off x="3339850" y="2299875"/>
              <a:ext cx="12525" cy="12600"/>
            </a:xfrm>
            <a:custGeom>
              <a:avLst/>
              <a:gdLst/>
              <a:ahLst/>
              <a:cxnLst/>
              <a:rect l="l" t="t" r="r" b="b"/>
              <a:pathLst>
                <a:path w="501" h="504" extrusionOk="0">
                  <a:moveTo>
                    <a:pt x="251" y="1"/>
                  </a:moveTo>
                  <a:cubicBezTo>
                    <a:pt x="107" y="1"/>
                    <a:pt x="0" y="109"/>
                    <a:pt x="0" y="252"/>
                  </a:cubicBezTo>
                  <a:cubicBezTo>
                    <a:pt x="0" y="388"/>
                    <a:pt x="107" y="503"/>
                    <a:pt x="251" y="503"/>
                  </a:cubicBezTo>
                  <a:cubicBezTo>
                    <a:pt x="387" y="503"/>
                    <a:pt x="501" y="388"/>
                    <a:pt x="501" y="252"/>
                  </a:cubicBezTo>
                  <a:cubicBezTo>
                    <a:pt x="501"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6" name="Google Shape;11406;p27"/>
            <p:cNvSpPr/>
            <p:nvPr/>
          </p:nvSpPr>
          <p:spPr>
            <a:xfrm>
              <a:off x="3431575" y="2299875"/>
              <a:ext cx="12600" cy="12600"/>
            </a:xfrm>
            <a:custGeom>
              <a:avLst/>
              <a:gdLst/>
              <a:ahLst/>
              <a:cxnLst/>
              <a:rect l="l" t="t" r="r" b="b"/>
              <a:pathLst>
                <a:path w="504" h="504" extrusionOk="0">
                  <a:moveTo>
                    <a:pt x="252" y="1"/>
                  </a:moveTo>
                  <a:cubicBezTo>
                    <a:pt x="116" y="1"/>
                    <a:pt x="1" y="109"/>
                    <a:pt x="1" y="252"/>
                  </a:cubicBezTo>
                  <a:cubicBezTo>
                    <a:pt x="1" y="388"/>
                    <a:pt x="116" y="503"/>
                    <a:pt x="252" y="503"/>
                  </a:cubicBezTo>
                  <a:cubicBezTo>
                    <a:pt x="388" y="503"/>
                    <a:pt x="503" y="388"/>
                    <a:pt x="503" y="252"/>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7" name="Google Shape;11407;p27"/>
            <p:cNvSpPr/>
            <p:nvPr/>
          </p:nvSpPr>
          <p:spPr>
            <a:xfrm>
              <a:off x="3523550" y="2299875"/>
              <a:ext cx="12375" cy="12600"/>
            </a:xfrm>
            <a:custGeom>
              <a:avLst/>
              <a:gdLst/>
              <a:ahLst/>
              <a:cxnLst/>
              <a:rect l="l" t="t" r="r" b="b"/>
              <a:pathLst>
                <a:path w="495" h="504" extrusionOk="0">
                  <a:moveTo>
                    <a:pt x="250" y="1"/>
                  </a:moveTo>
                  <a:cubicBezTo>
                    <a:pt x="107" y="1"/>
                    <a:pt x="0" y="109"/>
                    <a:pt x="0" y="252"/>
                  </a:cubicBezTo>
                  <a:cubicBezTo>
                    <a:pt x="0" y="388"/>
                    <a:pt x="107" y="503"/>
                    <a:pt x="250" y="503"/>
                  </a:cubicBezTo>
                  <a:cubicBezTo>
                    <a:pt x="388" y="503"/>
                    <a:pt x="494" y="388"/>
                    <a:pt x="494" y="252"/>
                  </a:cubicBezTo>
                  <a:cubicBezTo>
                    <a:pt x="494"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8" name="Google Shape;11408;p27"/>
            <p:cNvSpPr/>
            <p:nvPr/>
          </p:nvSpPr>
          <p:spPr>
            <a:xfrm>
              <a:off x="676400" y="23916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9" name="Google Shape;11409;p27"/>
            <p:cNvSpPr/>
            <p:nvPr/>
          </p:nvSpPr>
          <p:spPr>
            <a:xfrm>
              <a:off x="768325" y="2391675"/>
              <a:ext cx="12400" cy="12550"/>
            </a:xfrm>
            <a:custGeom>
              <a:avLst/>
              <a:gdLst/>
              <a:ahLst/>
              <a:cxnLst/>
              <a:rect l="l" t="t" r="r" b="b"/>
              <a:pathLst>
                <a:path w="496" h="502" extrusionOk="0">
                  <a:moveTo>
                    <a:pt x="245" y="0"/>
                  </a:moveTo>
                  <a:cubicBezTo>
                    <a:pt x="109" y="0"/>
                    <a:pt x="0" y="114"/>
                    <a:pt x="0" y="252"/>
                  </a:cubicBezTo>
                  <a:cubicBezTo>
                    <a:pt x="0" y="388"/>
                    <a:pt x="109" y="501"/>
                    <a:pt x="245" y="501"/>
                  </a:cubicBezTo>
                  <a:cubicBezTo>
                    <a:pt x="388" y="501"/>
                    <a:pt x="496" y="388"/>
                    <a:pt x="496" y="252"/>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0" name="Google Shape;11410;p27"/>
            <p:cNvSpPr/>
            <p:nvPr/>
          </p:nvSpPr>
          <p:spPr>
            <a:xfrm>
              <a:off x="860125" y="2391675"/>
              <a:ext cx="12525" cy="12550"/>
            </a:xfrm>
            <a:custGeom>
              <a:avLst/>
              <a:gdLst/>
              <a:ahLst/>
              <a:cxnLst/>
              <a:rect l="l" t="t" r="r" b="b"/>
              <a:pathLst>
                <a:path w="501" h="502" extrusionOk="0">
                  <a:moveTo>
                    <a:pt x="251" y="0"/>
                  </a:moveTo>
                  <a:cubicBezTo>
                    <a:pt x="114" y="0"/>
                    <a:pt x="0" y="114"/>
                    <a:pt x="0" y="252"/>
                  </a:cubicBezTo>
                  <a:cubicBezTo>
                    <a:pt x="0" y="388"/>
                    <a:pt x="114" y="501"/>
                    <a:pt x="251" y="501"/>
                  </a:cubicBezTo>
                  <a:cubicBezTo>
                    <a:pt x="387" y="501"/>
                    <a:pt x="501" y="388"/>
                    <a:pt x="501" y="252"/>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1" name="Google Shape;11411;p27"/>
            <p:cNvSpPr/>
            <p:nvPr/>
          </p:nvSpPr>
          <p:spPr>
            <a:xfrm>
              <a:off x="951850" y="23916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2" name="Google Shape;11412;p27"/>
            <p:cNvSpPr/>
            <p:nvPr/>
          </p:nvSpPr>
          <p:spPr>
            <a:xfrm>
              <a:off x="1043825" y="2391675"/>
              <a:ext cx="12375" cy="12550"/>
            </a:xfrm>
            <a:custGeom>
              <a:avLst/>
              <a:gdLst/>
              <a:ahLst/>
              <a:cxnLst/>
              <a:rect l="l" t="t" r="r" b="b"/>
              <a:pathLst>
                <a:path w="495" h="502" extrusionOk="0">
                  <a:moveTo>
                    <a:pt x="250" y="0"/>
                  </a:moveTo>
                  <a:cubicBezTo>
                    <a:pt x="107" y="0"/>
                    <a:pt x="0" y="114"/>
                    <a:pt x="0" y="252"/>
                  </a:cubicBezTo>
                  <a:cubicBezTo>
                    <a:pt x="0" y="388"/>
                    <a:pt x="107" y="501"/>
                    <a:pt x="250" y="501"/>
                  </a:cubicBezTo>
                  <a:cubicBezTo>
                    <a:pt x="388" y="501"/>
                    <a:pt x="494" y="388"/>
                    <a:pt x="494" y="252"/>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3" name="Google Shape;11413;p27"/>
            <p:cNvSpPr/>
            <p:nvPr/>
          </p:nvSpPr>
          <p:spPr>
            <a:xfrm>
              <a:off x="1135575" y="2391675"/>
              <a:ext cx="12575" cy="12550"/>
            </a:xfrm>
            <a:custGeom>
              <a:avLst/>
              <a:gdLst/>
              <a:ahLst/>
              <a:cxnLst/>
              <a:rect l="l" t="t" r="r" b="b"/>
              <a:pathLst>
                <a:path w="503" h="502" extrusionOk="0">
                  <a:moveTo>
                    <a:pt x="252" y="0"/>
                  </a:moveTo>
                  <a:cubicBezTo>
                    <a:pt x="116" y="0"/>
                    <a:pt x="0" y="114"/>
                    <a:pt x="0" y="252"/>
                  </a:cubicBezTo>
                  <a:cubicBezTo>
                    <a:pt x="0" y="388"/>
                    <a:pt x="116" y="501"/>
                    <a:pt x="252" y="501"/>
                  </a:cubicBezTo>
                  <a:cubicBezTo>
                    <a:pt x="387" y="501"/>
                    <a:pt x="503" y="388"/>
                    <a:pt x="503" y="252"/>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4" name="Google Shape;11414;p27"/>
            <p:cNvSpPr/>
            <p:nvPr/>
          </p:nvSpPr>
          <p:spPr>
            <a:xfrm>
              <a:off x="1227500" y="2391675"/>
              <a:ext cx="12400" cy="12550"/>
            </a:xfrm>
            <a:custGeom>
              <a:avLst/>
              <a:gdLst/>
              <a:ahLst/>
              <a:cxnLst/>
              <a:rect l="l" t="t" r="r" b="b"/>
              <a:pathLst>
                <a:path w="496" h="502" extrusionOk="0">
                  <a:moveTo>
                    <a:pt x="251" y="0"/>
                  </a:moveTo>
                  <a:cubicBezTo>
                    <a:pt x="109" y="0"/>
                    <a:pt x="0" y="114"/>
                    <a:pt x="0" y="252"/>
                  </a:cubicBezTo>
                  <a:cubicBezTo>
                    <a:pt x="0" y="388"/>
                    <a:pt x="109" y="501"/>
                    <a:pt x="251" y="501"/>
                  </a:cubicBezTo>
                  <a:cubicBezTo>
                    <a:pt x="387" y="501"/>
                    <a:pt x="496" y="388"/>
                    <a:pt x="496" y="252"/>
                  </a:cubicBezTo>
                  <a:cubicBezTo>
                    <a:pt x="496"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5" name="Google Shape;11415;p27"/>
            <p:cNvSpPr/>
            <p:nvPr/>
          </p:nvSpPr>
          <p:spPr>
            <a:xfrm>
              <a:off x="1319275" y="2391675"/>
              <a:ext cx="12550" cy="12550"/>
            </a:xfrm>
            <a:custGeom>
              <a:avLst/>
              <a:gdLst/>
              <a:ahLst/>
              <a:cxnLst/>
              <a:rect l="l" t="t" r="r" b="b"/>
              <a:pathLst>
                <a:path w="502" h="502" extrusionOk="0">
                  <a:moveTo>
                    <a:pt x="252" y="0"/>
                  </a:moveTo>
                  <a:cubicBezTo>
                    <a:pt x="114" y="0"/>
                    <a:pt x="1" y="114"/>
                    <a:pt x="1" y="252"/>
                  </a:cubicBezTo>
                  <a:cubicBezTo>
                    <a:pt x="1" y="388"/>
                    <a:pt x="114" y="501"/>
                    <a:pt x="252" y="501"/>
                  </a:cubicBezTo>
                  <a:cubicBezTo>
                    <a:pt x="388" y="501"/>
                    <a:pt x="501" y="388"/>
                    <a:pt x="501" y="252"/>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6" name="Google Shape;11416;p27"/>
            <p:cNvSpPr/>
            <p:nvPr/>
          </p:nvSpPr>
          <p:spPr>
            <a:xfrm>
              <a:off x="1411200" y="2391675"/>
              <a:ext cx="12425" cy="12550"/>
            </a:xfrm>
            <a:custGeom>
              <a:avLst/>
              <a:gdLst/>
              <a:ahLst/>
              <a:cxnLst/>
              <a:rect l="l" t="t" r="r" b="b"/>
              <a:pathLst>
                <a:path w="497" h="502" extrusionOk="0">
                  <a:moveTo>
                    <a:pt x="245" y="0"/>
                  </a:moveTo>
                  <a:cubicBezTo>
                    <a:pt x="109" y="0"/>
                    <a:pt x="1" y="114"/>
                    <a:pt x="1" y="252"/>
                  </a:cubicBezTo>
                  <a:cubicBezTo>
                    <a:pt x="1" y="388"/>
                    <a:pt x="109" y="501"/>
                    <a:pt x="245" y="501"/>
                  </a:cubicBezTo>
                  <a:cubicBezTo>
                    <a:pt x="388" y="501"/>
                    <a:pt x="496" y="388"/>
                    <a:pt x="496" y="252"/>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7" name="Google Shape;11417;p27"/>
            <p:cNvSpPr/>
            <p:nvPr/>
          </p:nvSpPr>
          <p:spPr>
            <a:xfrm>
              <a:off x="1503000" y="2391675"/>
              <a:ext cx="12525" cy="12550"/>
            </a:xfrm>
            <a:custGeom>
              <a:avLst/>
              <a:gdLst/>
              <a:ahLst/>
              <a:cxnLst/>
              <a:rect l="l" t="t" r="r" b="b"/>
              <a:pathLst>
                <a:path w="501" h="502" extrusionOk="0">
                  <a:moveTo>
                    <a:pt x="250" y="0"/>
                  </a:moveTo>
                  <a:cubicBezTo>
                    <a:pt x="114" y="0"/>
                    <a:pt x="0" y="114"/>
                    <a:pt x="0" y="252"/>
                  </a:cubicBezTo>
                  <a:cubicBezTo>
                    <a:pt x="0" y="388"/>
                    <a:pt x="114" y="501"/>
                    <a:pt x="250" y="501"/>
                  </a:cubicBezTo>
                  <a:cubicBezTo>
                    <a:pt x="387" y="501"/>
                    <a:pt x="501" y="388"/>
                    <a:pt x="501" y="252"/>
                  </a:cubicBezTo>
                  <a:cubicBezTo>
                    <a:pt x="501" y="114"/>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8" name="Google Shape;11418;p27"/>
            <p:cNvSpPr/>
            <p:nvPr/>
          </p:nvSpPr>
          <p:spPr>
            <a:xfrm>
              <a:off x="1594750" y="2391675"/>
              <a:ext cx="12575" cy="12550"/>
            </a:xfrm>
            <a:custGeom>
              <a:avLst/>
              <a:gdLst/>
              <a:ahLst/>
              <a:cxnLst/>
              <a:rect l="l" t="t" r="r" b="b"/>
              <a:pathLst>
                <a:path w="503" h="502" extrusionOk="0">
                  <a:moveTo>
                    <a:pt x="251" y="0"/>
                  </a:moveTo>
                  <a:cubicBezTo>
                    <a:pt x="115" y="0"/>
                    <a:pt x="0" y="114"/>
                    <a:pt x="0" y="252"/>
                  </a:cubicBezTo>
                  <a:cubicBezTo>
                    <a:pt x="0" y="388"/>
                    <a:pt x="115" y="501"/>
                    <a:pt x="251" y="501"/>
                  </a:cubicBezTo>
                  <a:cubicBezTo>
                    <a:pt x="394" y="501"/>
                    <a:pt x="503" y="388"/>
                    <a:pt x="503" y="252"/>
                  </a:cubicBezTo>
                  <a:cubicBezTo>
                    <a:pt x="503" y="114"/>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9" name="Google Shape;11419;p27"/>
            <p:cNvSpPr/>
            <p:nvPr/>
          </p:nvSpPr>
          <p:spPr>
            <a:xfrm>
              <a:off x="1686650" y="23916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0" name="Google Shape;11420;p27"/>
            <p:cNvSpPr/>
            <p:nvPr/>
          </p:nvSpPr>
          <p:spPr>
            <a:xfrm>
              <a:off x="1778450" y="2391675"/>
              <a:ext cx="12550" cy="12550"/>
            </a:xfrm>
            <a:custGeom>
              <a:avLst/>
              <a:gdLst/>
              <a:ahLst/>
              <a:cxnLst/>
              <a:rect l="l" t="t" r="r" b="b"/>
              <a:pathLst>
                <a:path w="502" h="502" extrusionOk="0">
                  <a:moveTo>
                    <a:pt x="252" y="0"/>
                  </a:moveTo>
                  <a:cubicBezTo>
                    <a:pt x="114" y="0"/>
                    <a:pt x="1" y="114"/>
                    <a:pt x="1" y="252"/>
                  </a:cubicBezTo>
                  <a:cubicBezTo>
                    <a:pt x="1" y="388"/>
                    <a:pt x="114" y="501"/>
                    <a:pt x="252" y="501"/>
                  </a:cubicBezTo>
                  <a:cubicBezTo>
                    <a:pt x="388" y="501"/>
                    <a:pt x="501" y="388"/>
                    <a:pt x="501" y="252"/>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1" name="Google Shape;11421;p27"/>
            <p:cNvSpPr/>
            <p:nvPr/>
          </p:nvSpPr>
          <p:spPr>
            <a:xfrm>
              <a:off x="1870375" y="2391675"/>
              <a:ext cx="12400" cy="12550"/>
            </a:xfrm>
            <a:custGeom>
              <a:avLst/>
              <a:gdLst/>
              <a:ahLst/>
              <a:cxnLst/>
              <a:rect l="l" t="t" r="r" b="b"/>
              <a:pathLst>
                <a:path w="496" h="502" extrusionOk="0">
                  <a:moveTo>
                    <a:pt x="252" y="0"/>
                  </a:moveTo>
                  <a:cubicBezTo>
                    <a:pt x="109" y="0"/>
                    <a:pt x="0" y="114"/>
                    <a:pt x="0" y="252"/>
                  </a:cubicBezTo>
                  <a:cubicBezTo>
                    <a:pt x="0" y="388"/>
                    <a:pt x="109" y="501"/>
                    <a:pt x="252" y="501"/>
                  </a:cubicBezTo>
                  <a:cubicBezTo>
                    <a:pt x="387" y="501"/>
                    <a:pt x="496" y="388"/>
                    <a:pt x="496" y="252"/>
                  </a:cubicBezTo>
                  <a:cubicBezTo>
                    <a:pt x="496"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2" name="Google Shape;11422;p27"/>
            <p:cNvSpPr/>
            <p:nvPr/>
          </p:nvSpPr>
          <p:spPr>
            <a:xfrm>
              <a:off x="1962150" y="2391675"/>
              <a:ext cx="12550" cy="12550"/>
            </a:xfrm>
            <a:custGeom>
              <a:avLst/>
              <a:gdLst/>
              <a:ahLst/>
              <a:cxnLst/>
              <a:rect l="l" t="t" r="r" b="b"/>
              <a:pathLst>
                <a:path w="502" h="502" extrusionOk="0">
                  <a:moveTo>
                    <a:pt x="250" y="0"/>
                  </a:moveTo>
                  <a:cubicBezTo>
                    <a:pt x="114" y="0"/>
                    <a:pt x="1" y="114"/>
                    <a:pt x="1" y="252"/>
                  </a:cubicBezTo>
                  <a:cubicBezTo>
                    <a:pt x="1" y="388"/>
                    <a:pt x="114" y="501"/>
                    <a:pt x="250" y="501"/>
                  </a:cubicBezTo>
                  <a:cubicBezTo>
                    <a:pt x="388" y="501"/>
                    <a:pt x="502" y="388"/>
                    <a:pt x="502" y="252"/>
                  </a:cubicBezTo>
                  <a:cubicBezTo>
                    <a:pt x="502"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3" name="Google Shape;11423;p27"/>
            <p:cNvSpPr/>
            <p:nvPr/>
          </p:nvSpPr>
          <p:spPr>
            <a:xfrm>
              <a:off x="2054075" y="2391675"/>
              <a:ext cx="12425" cy="12550"/>
            </a:xfrm>
            <a:custGeom>
              <a:avLst/>
              <a:gdLst/>
              <a:ahLst/>
              <a:cxnLst/>
              <a:rect l="l" t="t" r="r" b="b"/>
              <a:pathLst>
                <a:path w="497" h="502" extrusionOk="0">
                  <a:moveTo>
                    <a:pt x="252" y="0"/>
                  </a:moveTo>
                  <a:cubicBezTo>
                    <a:pt x="109" y="0"/>
                    <a:pt x="1" y="114"/>
                    <a:pt x="1" y="252"/>
                  </a:cubicBezTo>
                  <a:cubicBezTo>
                    <a:pt x="1" y="388"/>
                    <a:pt x="109" y="501"/>
                    <a:pt x="252" y="501"/>
                  </a:cubicBezTo>
                  <a:cubicBezTo>
                    <a:pt x="388" y="501"/>
                    <a:pt x="496" y="388"/>
                    <a:pt x="496" y="252"/>
                  </a:cubicBezTo>
                  <a:cubicBezTo>
                    <a:pt x="496"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4" name="Google Shape;11424;p27"/>
            <p:cNvSpPr/>
            <p:nvPr/>
          </p:nvSpPr>
          <p:spPr>
            <a:xfrm>
              <a:off x="2145825" y="23916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5" name="Google Shape;11425;p27"/>
            <p:cNvSpPr/>
            <p:nvPr/>
          </p:nvSpPr>
          <p:spPr>
            <a:xfrm>
              <a:off x="2237800" y="2391675"/>
              <a:ext cx="12350" cy="12550"/>
            </a:xfrm>
            <a:custGeom>
              <a:avLst/>
              <a:gdLst/>
              <a:ahLst/>
              <a:cxnLst/>
              <a:rect l="l" t="t" r="r" b="b"/>
              <a:pathLst>
                <a:path w="494" h="502" extrusionOk="0">
                  <a:moveTo>
                    <a:pt x="244" y="0"/>
                  </a:moveTo>
                  <a:cubicBezTo>
                    <a:pt x="107" y="0"/>
                    <a:pt x="0" y="114"/>
                    <a:pt x="0" y="252"/>
                  </a:cubicBezTo>
                  <a:cubicBezTo>
                    <a:pt x="0" y="388"/>
                    <a:pt x="107" y="501"/>
                    <a:pt x="244" y="501"/>
                  </a:cubicBezTo>
                  <a:cubicBezTo>
                    <a:pt x="387" y="501"/>
                    <a:pt x="494" y="388"/>
                    <a:pt x="494" y="252"/>
                  </a:cubicBezTo>
                  <a:cubicBezTo>
                    <a:pt x="494" y="114"/>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6" name="Google Shape;11426;p27"/>
            <p:cNvSpPr/>
            <p:nvPr/>
          </p:nvSpPr>
          <p:spPr>
            <a:xfrm>
              <a:off x="2329550" y="2391675"/>
              <a:ext cx="12575" cy="12550"/>
            </a:xfrm>
            <a:custGeom>
              <a:avLst/>
              <a:gdLst/>
              <a:ahLst/>
              <a:cxnLst/>
              <a:rect l="l" t="t" r="r" b="b"/>
              <a:pathLst>
                <a:path w="503" h="502" extrusionOk="0">
                  <a:moveTo>
                    <a:pt x="251" y="0"/>
                  </a:moveTo>
                  <a:cubicBezTo>
                    <a:pt x="115" y="0"/>
                    <a:pt x="0" y="114"/>
                    <a:pt x="0" y="252"/>
                  </a:cubicBezTo>
                  <a:cubicBezTo>
                    <a:pt x="0" y="388"/>
                    <a:pt x="115" y="501"/>
                    <a:pt x="251" y="501"/>
                  </a:cubicBezTo>
                  <a:cubicBezTo>
                    <a:pt x="387" y="501"/>
                    <a:pt x="502" y="388"/>
                    <a:pt x="502" y="252"/>
                  </a:cubicBezTo>
                  <a:cubicBezTo>
                    <a:pt x="502"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7" name="Google Shape;11427;p27"/>
            <p:cNvSpPr/>
            <p:nvPr/>
          </p:nvSpPr>
          <p:spPr>
            <a:xfrm>
              <a:off x="2421325" y="2391675"/>
              <a:ext cx="12550" cy="12550"/>
            </a:xfrm>
            <a:custGeom>
              <a:avLst/>
              <a:gdLst/>
              <a:ahLst/>
              <a:cxnLst/>
              <a:rect l="l" t="t" r="r" b="b"/>
              <a:pathLst>
                <a:path w="502" h="502" extrusionOk="0">
                  <a:moveTo>
                    <a:pt x="250" y="0"/>
                  </a:moveTo>
                  <a:cubicBezTo>
                    <a:pt x="114" y="0"/>
                    <a:pt x="1" y="114"/>
                    <a:pt x="1" y="252"/>
                  </a:cubicBezTo>
                  <a:cubicBezTo>
                    <a:pt x="1" y="388"/>
                    <a:pt x="114" y="501"/>
                    <a:pt x="250" y="501"/>
                  </a:cubicBezTo>
                  <a:cubicBezTo>
                    <a:pt x="395" y="501"/>
                    <a:pt x="501" y="388"/>
                    <a:pt x="501" y="252"/>
                  </a:cubicBezTo>
                  <a:cubicBezTo>
                    <a:pt x="501" y="114"/>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8" name="Google Shape;11428;p27"/>
            <p:cNvSpPr/>
            <p:nvPr/>
          </p:nvSpPr>
          <p:spPr>
            <a:xfrm>
              <a:off x="2513250" y="2391675"/>
              <a:ext cx="12575" cy="12550"/>
            </a:xfrm>
            <a:custGeom>
              <a:avLst/>
              <a:gdLst/>
              <a:ahLst/>
              <a:cxnLst/>
              <a:rect l="l" t="t" r="r" b="b"/>
              <a:pathLst>
                <a:path w="503" h="502" extrusionOk="0">
                  <a:moveTo>
                    <a:pt x="252" y="0"/>
                  </a:moveTo>
                  <a:cubicBezTo>
                    <a:pt x="109" y="0"/>
                    <a:pt x="0" y="114"/>
                    <a:pt x="0" y="252"/>
                  </a:cubicBezTo>
                  <a:cubicBezTo>
                    <a:pt x="0" y="388"/>
                    <a:pt x="109"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9" name="Google Shape;11429;p27"/>
            <p:cNvSpPr/>
            <p:nvPr/>
          </p:nvSpPr>
          <p:spPr>
            <a:xfrm>
              <a:off x="2605000" y="2391675"/>
              <a:ext cx="12575" cy="12550"/>
            </a:xfrm>
            <a:custGeom>
              <a:avLst/>
              <a:gdLst/>
              <a:ahLst/>
              <a:cxnLst/>
              <a:rect l="l" t="t" r="r" b="b"/>
              <a:pathLst>
                <a:path w="503" h="502" extrusionOk="0">
                  <a:moveTo>
                    <a:pt x="252" y="0"/>
                  </a:moveTo>
                  <a:cubicBezTo>
                    <a:pt x="116" y="0"/>
                    <a:pt x="0" y="114"/>
                    <a:pt x="0" y="252"/>
                  </a:cubicBezTo>
                  <a:cubicBezTo>
                    <a:pt x="0" y="388"/>
                    <a:pt x="116" y="501"/>
                    <a:pt x="252" y="501"/>
                  </a:cubicBezTo>
                  <a:cubicBezTo>
                    <a:pt x="387" y="501"/>
                    <a:pt x="503" y="388"/>
                    <a:pt x="503" y="252"/>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0" name="Google Shape;11430;p27"/>
            <p:cNvSpPr/>
            <p:nvPr/>
          </p:nvSpPr>
          <p:spPr>
            <a:xfrm>
              <a:off x="2696950" y="2391675"/>
              <a:ext cx="12375" cy="12550"/>
            </a:xfrm>
            <a:custGeom>
              <a:avLst/>
              <a:gdLst/>
              <a:ahLst/>
              <a:cxnLst/>
              <a:rect l="l" t="t" r="r" b="b"/>
              <a:pathLst>
                <a:path w="495" h="502" extrusionOk="0">
                  <a:moveTo>
                    <a:pt x="252" y="0"/>
                  </a:moveTo>
                  <a:cubicBezTo>
                    <a:pt x="108" y="0"/>
                    <a:pt x="1" y="114"/>
                    <a:pt x="1" y="252"/>
                  </a:cubicBezTo>
                  <a:cubicBezTo>
                    <a:pt x="1" y="388"/>
                    <a:pt x="108" y="501"/>
                    <a:pt x="252" y="501"/>
                  </a:cubicBezTo>
                  <a:cubicBezTo>
                    <a:pt x="388" y="501"/>
                    <a:pt x="495" y="388"/>
                    <a:pt x="495" y="252"/>
                  </a:cubicBezTo>
                  <a:cubicBezTo>
                    <a:pt x="495"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1" name="Google Shape;11431;p27"/>
            <p:cNvSpPr/>
            <p:nvPr/>
          </p:nvSpPr>
          <p:spPr>
            <a:xfrm>
              <a:off x="2788700" y="23916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2" name="Google Shape;11432;p27"/>
            <p:cNvSpPr/>
            <p:nvPr/>
          </p:nvSpPr>
          <p:spPr>
            <a:xfrm>
              <a:off x="2880675" y="2391675"/>
              <a:ext cx="12375" cy="12550"/>
            </a:xfrm>
            <a:custGeom>
              <a:avLst/>
              <a:gdLst/>
              <a:ahLst/>
              <a:cxnLst/>
              <a:rect l="l" t="t" r="r" b="b"/>
              <a:pathLst>
                <a:path w="495" h="502" extrusionOk="0">
                  <a:moveTo>
                    <a:pt x="243" y="0"/>
                  </a:moveTo>
                  <a:cubicBezTo>
                    <a:pt x="107" y="0"/>
                    <a:pt x="0" y="114"/>
                    <a:pt x="0" y="252"/>
                  </a:cubicBezTo>
                  <a:cubicBezTo>
                    <a:pt x="0" y="388"/>
                    <a:pt x="107" y="501"/>
                    <a:pt x="243" y="501"/>
                  </a:cubicBezTo>
                  <a:cubicBezTo>
                    <a:pt x="387" y="501"/>
                    <a:pt x="494" y="388"/>
                    <a:pt x="494" y="252"/>
                  </a:cubicBezTo>
                  <a:cubicBezTo>
                    <a:pt x="494" y="114"/>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3" name="Google Shape;11433;p27"/>
            <p:cNvSpPr/>
            <p:nvPr/>
          </p:nvSpPr>
          <p:spPr>
            <a:xfrm>
              <a:off x="2972425" y="2391675"/>
              <a:ext cx="12575" cy="12550"/>
            </a:xfrm>
            <a:custGeom>
              <a:avLst/>
              <a:gdLst/>
              <a:ahLst/>
              <a:cxnLst/>
              <a:rect l="l" t="t" r="r" b="b"/>
              <a:pathLst>
                <a:path w="503" h="502" extrusionOk="0">
                  <a:moveTo>
                    <a:pt x="251" y="0"/>
                  </a:moveTo>
                  <a:cubicBezTo>
                    <a:pt x="115" y="0"/>
                    <a:pt x="0" y="114"/>
                    <a:pt x="0" y="252"/>
                  </a:cubicBezTo>
                  <a:cubicBezTo>
                    <a:pt x="0" y="388"/>
                    <a:pt x="115" y="501"/>
                    <a:pt x="251" y="501"/>
                  </a:cubicBezTo>
                  <a:cubicBezTo>
                    <a:pt x="387" y="501"/>
                    <a:pt x="503" y="388"/>
                    <a:pt x="503" y="252"/>
                  </a:cubicBezTo>
                  <a:cubicBezTo>
                    <a:pt x="503"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4" name="Google Shape;11434;p27"/>
            <p:cNvSpPr/>
            <p:nvPr/>
          </p:nvSpPr>
          <p:spPr>
            <a:xfrm>
              <a:off x="3064375" y="2391675"/>
              <a:ext cx="12375" cy="12550"/>
            </a:xfrm>
            <a:custGeom>
              <a:avLst/>
              <a:gdLst/>
              <a:ahLst/>
              <a:cxnLst/>
              <a:rect l="l" t="t" r="r" b="b"/>
              <a:pathLst>
                <a:path w="495" h="502" extrusionOk="0">
                  <a:moveTo>
                    <a:pt x="243" y="0"/>
                  </a:moveTo>
                  <a:cubicBezTo>
                    <a:pt x="107" y="0"/>
                    <a:pt x="1" y="114"/>
                    <a:pt x="1" y="252"/>
                  </a:cubicBezTo>
                  <a:cubicBezTo>
                    <a:pt x="1" y="388"/>
                    <a:pt x="107" y="501"/>
                    <a:pt x="243" y="501"/>
                  </a:cubicBezTo>
                  <a:cubicBezTo>
                    <a:pt x="388" y="501"/>
                    <a:pt x="495" y="388"/>
                    <a:pt x="495" y="252"/>
                  </a:cubicBezTo>
                  <a:cubicBezTo>
                    <a:pt x="495" y="114"/>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5" name="Google Shape;11435;p27"/>
            <p:cNvSpPr/>
            <p:nvPr/>
          </p:nvSpPr>
          <p:spPr>
            <a:xfrm>
              <a:off x="3156125" y="23916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6" name="Google Shape;11436;p27"/>
            <p:cNvSpPr/>
            <p:nvPr/>
          </p:nvSpPr>
          <p:spPr>
            <a:xfrm>
              <a:off x="3247875" y="2391675"/>
              <a:ext cx="12575" cy="12550"/>
            </a:xfrm>
            <a:custGeom>
              <a:avLst/>
              <a:gdLst/>
              <a:ahLst/>
              <a:cxnLst/>
              <a:rect l="l" t="t" r="r" b="b"/>
              <a:pathLst>
                <a:path w="503"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7" name="Google Shape;11437;p27"/>
            <p:cNvSpPr/>
            <p:nvPr/>
          </p:nvSpPr>
          <p:spPr>
            <a:xfrm>
              <a:off x="3339850" y="2391675"/>
              <a:ext cx="12525" cy="12550"/>
            </a:xfrm>
            <a:custGeom>
              <a:avLst/>
              <a:gdLst/>
              <a:ahLst/>
              <a:cxnLst/>
              <a:rect l="l" t="t" r="r" b="b"/>
              <a:pathLst>
                <a:path w="501" h="502" extrusionOk="0">
                  <a:moveTo>
                    <a:pt x="251" y="0"/>
                  </a:moveTo>
                  <a:cubicBezTo>
                    <a:pt x="107" y="0"/>
                    <a:pt x="0" y="114"/>
                    <a:pt x="0" y="252"/>
                  </a:cubicBezTo>
                  <a:cubicBezTo>
                    <a:pt x="0" y="388"/>
                    <a:pt x="107" y="501"/>
                    <a:pt x="251" y="501"/>
                  </a:cubicBezTo>
                  <a:cubicBezTo>
                    <a:pt x="387" y="501"/>
                    <a:pt x="501" y="388"/>
                    <a:pt x="501" y="252"/>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8" name="Google Shape;11438;p27"/>
            <p:cNvSpPr/>
            <p:nvPr/>
          </p:nvSpPr>
          <p:spPr>
            <a:xfrm>
              <a:off x="3431575" y="23916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9" name="Google Shape;11439;p27"/>
            <p:cNvSpPr/>
            <p:nvPr/>
          </p:nvSpPr>
          <p:spPr>
            <a:xfrm>
              <a:off x="3523550" y="2391675"/>
              <a:ext cx="12375" cy="12550"/>
            </a:xfrm>
            <a:custGeom>
              <a:avLst/>
              <a:gdLst/>
              <a:ahLst/>
              <a:cxnLst/>
              <a:rect l="l" t="t" r="r" b="b"/>
              <a:pathLst>
                <a:path w="495" h="502" extrusionOk="0">
                  <a:moveTo>
                    <a:pt x="250" y="0"/>
                  </a:moveTo>
                  <a:cubicBezTo>
                    <a:pt x="107" y="0"/>
                    <a:pt x="0" y="114"/>
                    <a:pt x="0" y="252"/>
                  </a:cubicBezTo>
                  <a:cubicBezTo>
                    <a:pt x="0" y="388"/>
                    <a:pt x="107" y="501"/>
                    <a:pt x="250" y="501"/>
                  </a:cubicBezTo>
                  <a:cubicBezTo>
                    <a:pt x="388" y="501"/>
                    <a:pt x="494" y="388"/>
                    <a:pt x="494" y="252"/>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0" name="Google Shape;11440;p27"/>
            <p:cNvSpPr/>
            <p:nvPr/>
          </p:nvSpPr>
          <p:spPr>
            <a:xfrm>
              <a:off x="676400" y="2483600"/>
              <a:ext cx="12600" cy="12400"/>
            </a:xfrm>
            <a:custGeom>
              <a:avLst/>
              <a:gdLst/>
              <a:ahLst/>
              <a:cxnLst/>
              <a:rect l="l" t="t" r="r" b="b"/>
              <a:pathLst>
                <a:path w="504" h="496" extrusionOk="0">
                  <a:moveTo>
                    <a:pt x="252" y="0"/>
                  </a:moveTo>
                  <a:cubicBezTo>
                    <a:pt x="116" y="0"/>
                    <a:pt x="1" y="109"/>
                    <a:pt x="1" y="251"/>
                  </a:cubicBezTo>
                  <a:cubicBezTo>
                    <a:pt x="1" y="387"/>
                    <a:pt x="116" y="496"/>
                    <a:pt x="252" y="496"/>
                  </a:cubicBezTo>
                  <a:cubicBezTo>
                    <a:pt x="388" y="496"/>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1" name="Google Shape;11441;p27"/>
            <p:cNvSpPr/>
            <p:nvPr/>
          </p:nvSpPr>
          <p:spPr>
            <a:xfrm>
              <a:off x="768325" y="2483600"/>
              <a:ext cx="12400" cy="12400"/>
            </a:xfrm>
            <a:custGeom>
              <a:avLst/>
              <a:gdLst/>
              <a:ahLst/>
              <a:cxnLst/>
              <a:rect l="l" t="t" r="r" b="b"/>
              <a:pathLst>
                <a:path w="496" h="496" extrusionOk="0">
                  <a:moveTo>
                    <a:pt x="245" y="0"/>
                  </a:moveTo>
                  <a:cubicBezTo>
                    <a:pt x="109" y="0"/>
                    <a:pt x="0" y="109"/>
                    <a:pt x="0" y="251"/>
                  </a:cubicBezTo>
                  <a:cubicBezTo>
                    <a:pt x="0" y="387"/>
                    <a:pt x="109" y="496"/>
                    <a:pt x="245" y="496"/>
                  </a:cubicBezTo>
                  <a:cubicBezTo>
                    <a:pt x="388" y="496"/>
                    <a:pt x="496" y="387"/>
                    <a:pt x="496" y="251"/>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2" name="Google Shape;11442;p27"/>
            <p:cNvSpPr/>
            <p:nvPr/>
          </p:nvSpPr>
          <p:spPr>
            <a:xfrm>
              <a:off x="860125" y="2483600"/>
              <a:ext cx="12525" cy="12400"/>
            </a:xfrm>
            <a:custGeom>
              <a:avLst/>
              <a:gdLst/>
              <a:ahLst/>
              <a:cxnLst/>
              <a:rect l="l" t="t" r="r" b="b"/>
              <a:pathLst>
                <a:path w="501" h="496" extrusionOk="0">
                  <a:moveTo>
                    <a:pt x="251" y="0"/>
                  </a:moveTo>
                  <a:cubicBezTo>
                    <a:pt x="114" y="0"/>
                    <a:pt x="0" y="109"/>
                    <a:pt x="0" y="251"/>
                  </a:cubicBezTo>
                  <a:cubicBezTo>
                    <a:pt x="0" y="387"/>
                    <a:pt x="114" y="496"/>
                    <a:pt x="251" y="496"/>
                  </a:cubicBezTo>
                  <a:cubicBezTo>
                    <a:pt x="387" y="496"/>
                    <a:pt x="501" y="387"/>
                    <a:pt x="501" y="251"/>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3" name="Google Shape;11443;p27"/>
            <p:cNvSpPr/>
            <p:nvPr/>
          </p:nvSpPr>
          <p:spPr>
            <a:xfrm>
              <a:off x="951850" y="2483600"/>
              <a:ext cx="12600" cy="12400"/>
            </a:xfrm>
            <a:custGeom>
              <a:avLst/>
              <a:gdLst/>
              <a:ahLst/>
              <a:cxnLst/>
              <a:rect l="l" t="t" r="r" b="b"/>
              <a:pathLst>
                <a:path w="504" h="496" extrusionOk="0">
                  <a:moveTo>
                    <a:pt x="252" y="0"/>
                  </a:moveTo>
                  <a:cubicBezTo>
                    <a:pt x="116" y="0"/>
                    <a:pt x="1" y="109"/>
                    <a:pt x="1" y="251"/>
                  </a:cubicBezTo>
                  <a:cubicBezTo>
                    <a:pt x="1" y="387"/>
                    <a:pt x="116" y="496"/>
                    <a:pt x="252" y="496"/>
                  </a:cubicBezTo>
                  <a:cubicBezTo>
                    <a:pt x="388" y="496"/>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4" name="Google Shape;11444;p27"/>
            <p:cNvSpPr/>
            <p:nvPr/>
          </p:nvSpPr>
          <p:spPr>
            <a:xfrm>
              <a:off x="1043825" y="2483600"/>
              <a:ext cx="12375" cy="12400"/>
            </a:xfrm>
            <a:custGeom>
              <a:avLst/>
              <a:gdLst/>
              <a:ahLst/>
              <a:cxnLst/>
              <a:rect l="l" t="t" r="r" b="b"/>
              <a:pathLst>
                <a:path w="495" h="496" extrusionOk="0">
                  <a:moveTo>
                    <a:pt x="250" y="0"/>
                  </a:moveTo>
                  <a:cubicBezTo>
                    <a:pt x="107" y="0"/>
                    <a:pt x="0" y="109"/>
                    <a:pt x="0" y="251"/>
                  </a:cubicBezTo>
                  <a:cubicBezTo>
                    <a:pt x="0" y="387"/>
                    <a:pt x="107" y="496"/>
                    <a:pt x="250" y="496"/>
                  </a:cubicBezTo>
                  <a:cubicBezTo>
                    <a:pt x="388" y="496"/>
                    <a:pt x="494" y="387"/>
                    <a:pt x="494" y="251"/>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5" name="Google Shape;11445;p27"/>
            <p:cNvSpPr/>
            <p:nvPr/>
          </p:nvSpPr>
          <p:spPr>
            <a:xfrm>
              <a:off x="1135575" y="2483600"/>
              <a:ext cx="12575" cy="12400"/>
            </a:xfrm>
            <a:custGeom>
              <a:avLst/>
              <a:gdLst/>
              <a:ahLst/>
              <a:cxnLst/>
              <a:rect l="l" t="t" r="r" b="b"/>
              <a:pathLst>
                <a:path w="503" h="496" extrusionOk="0">
                  <a:moveTo>
                    <a:pt x="252" y="0"/>
                  </a:moveTo>
                  <a:cubicBezTo>
                    <a:pt x="116" y="0"/>
                    <a:pt x="0" y="109"/>
                    <a:pt x="0" y="251"/>
                  </a:cubicBezTo>
                  <a:cubicBezTo>
                    <a:pt x="0" y="387"/>
                    <a:pt x="116" y="496"/>
                    <a:pt x="252" y="496"/>
                  </a:cubicBezTo>
                  <a:cubicBezTo>
                    <a:pt x="387" y="496"/>
                    <a:pt x="503" y="387"/>
                    <a:pt x="503" y="251"/>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6" name="Google Shape;11446;p27"/>
            <p:cNvSpPr/>
            <p:nvPr/>
          </p:nvSpPr>
          <p:spPr>
            <a:xfrm>
              <a:off x="1227500" y="2483600"/>
              <a:ext cx="12400" cy="12400"/>
            </a:xfrm>
            <a:custGeom>
              <a:avLst/>
              <a:gdLst/>
              <a:ahLst/>
              <a:cxnLst/>
              <a:rect l="l" t="t" r="r" b="b"/>
              <a:pathLst>
                <a:path w="496" h="496" extrusionOk="0">
                  <a:moveTo>
                    <a:pt x="251" y="0"/>
                  </a:moveTo>
                  <a:cubicBezTo>
                    <a:pt x="109" y="0"/>
                    <a:pt x="0" y="109"/>
                    <a:pt x="0" y="251"/>
                  </a:cubicBezTo>
                  <a:cubicBezTo>
                    <a:pt x="0" y="387"/>
                    <a:pt x="109" y="496"/>
                    <a:pt x="251" y="496"/>
                  </a:cubicBezTo>
                  <a:cubicBezTo>
                    <a:pt x="387" y="496"/>
                    <a:pt x="496" y="387"/>
                    <a:pt x="496" y="251"/>
                  </a:cubicBezTo>
                  <a:cubicBezTo>
                    <a:pt x="496"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7" name="Google Shape;11447;p27"/>
            <p:cNvSpPr/>
            <p:nvPr/>
          </p:nvSpPr>
          <p:spPr>
            <a:xfrm>
              <a:off x="1319275" y="2483600"/>
              <a:ext cx="12550" cy="12400"/>
            </a:xfrm>
            <a:custGeom>
              <a:avLst/>
              <a:gdLst/>
              <a:ahLst/>
              <a:cxnLst/>
              <a:rect l="l" t="t" r="r" b="b"/>
              <a:pathLst>
                <a:path w="502" h="496" extrusionOk="0">
                  <a:moveTo>
                    <a:pt x="252" y="0"/>
                  </a:moveTo>
                  <a:cubicBezTo>
                    <a:pt x="114" y="0"/>
                    <a:pt x="1" y="109"/>
                    <a:pt x="1" y="251"/>
                  </a:cubicBezTo>
                  <a:cubicBezTo>
                    <a:pt x="1" y="387"/>
                    <a:pt x="114" y="496"/>
                    <a:pt x="252" y="496"/>
                  </a:cubicBezTo>
                  <a:cubicBezTo>
                    <a:pt x="388" y="496"/>
                    <a:pt x="501" y="387"/>
                    <a:pt x="501" y="251"/>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8" name="Google Shape;11448;p27"/>
            <p:cNvSpPr/>
            <p:nvPr/>
          </p:nvSpPr>
          <p:spPr>
            <a:xfrm>
              <a:off x="1411200" y="2483600"/>
              <a:ext cx="12425" cy="12400"/>
            </a:xfrm>
            <a:custGeom>
              <a:avLst/>
              <a:gdLst/>
              <a:ahLst/>
              <a:cxnLst/>
              <a:rect l="l" t="t" r="r" b="b"/>
              <a:pathLst>
                <a:path w="497" h="496" extrusionOk="0">
                  <a:moveTo>
                    <a:pt x="245" y="0"/>
                  </a:moveTo>
                  <a:cubicBezTo>
                    <a:pt x="109" y="0"/>
                    <a:pt x="1" y="109"/>
                    <a:pt x="1" y="251"/>
                  </a:cubicBezTo>
                  <a:cubicBezTo>
                    <a:pt x="1" y="387"/>
                    <a:pt x="109" y="496"/>
                    <a:pt x="245" y="496"/>
                  </a:cubicBezTo>
                  <a:cubicBezTo>
                    <a:pt x="388" y="496"/>
                    <a:pt x="496" y="387"/>
                    <a:pt x="496" y="251"/>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9" name="Google Shape;11449;p27"/>
            <p:cNvSpPr/>
            <p:nvPr/>
          </p:nvSpPr>
          <p:spPr>
            <a:xfrm>
              <a:off x="1503000" y="2483600"/>
              <a:ext cx="12525" cy="12400"/>
            </a:xfrm>
            <a:custGeom>
              <a:avLst/>
              <a:gdLst/>
              <a:ahLst/>
              <a:cxnLst/>
              <a:rect l="l" t="t" r="r" b="b"/>
              <a:pathLst>
                <a:path w="501" h="496" extrusionOk="0">
                  <a:moveTo>
                    <a:pt x="250" y="0"/>
                  </a:moveTo>
                  <a:cubicBezTo>
                    <a:pt x="114" y="0"/>
                    <a:pt x="0" y="109"/>
                    <a:pt x="0" y="251"/>
                  </a:cubicBezTo>
                  <a:cubicBezTo>
                    <a:pt x="0" y="387"/>
                    <a:pt x="114" y="496"/>
                    <a:pt x="250" y="496"/>
                  </a:cubicBezTo>
                  <a:cubicBezTo>
                    <a:pt x="387" y="496"/>
                    <a:pt x="501" y="387"/>
                    <a:pt x="501" y="251"/>
                  </a:cubicBezTo>
                  <a:cubicBezTo>
                    <a:pt x="501" y="109"/>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0" name="Google Shape;11450;p27"/>
            <p:cNvSpPr/>
            <p:nvPr/>
          </p:nvSpPr>
          <p:spPr>
            <a:xfrm>
              <a:off x="1594750" y="2483600"/>
              <a:ext cx="12575" cy="12400"/>
            </a:xfrm>
            <a:custGeom>
              <a:avLst/>
              <a:gdLst/>
              <a:ahLst/>
              <a:cxnLst/>
              <a:rect l="l" t="t" r="r" b="b"/>
              <a:pathLst>
                <a:path w="503" h="496" extrusionOk="0">
                  <a:moveTo>
                    <a:pt x="251" y="0"/>
                  </a:moveTo>
                  <a:cubicBezTo>
                    <a:pt x="115" y="0"/>
                    <a:pt x="0" y="109"/>
                    <a:pt x="0" y="251"/>
                  </a:cubicBezTo>
                  <a:cubicBezTo>
                    <a:pt x="0" y="387"/>
                    <a:pt x="115" y="496"/>
                    <a:pt x="251" y="496"/>
                  </a:cubicBezTo>
                  <a:cubicBezTo>
                    <a:pt x="394" y="496"/>
                    <a:pt x="503" y="387"/>
                    <a:pt x="503" y="251"/>
                  </a:cubicBezTo>
                  <a:cubicBezTo>
                    <a:pt x="503" y="109"/>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1" name="Google Shape;11451;p27"/>
            <p:cNvSpPr/>
            <p:nvPr/>
          </p:nvSpPr>
          <p:spPr>
            <a:xfrm>
              <a:off x="1686650" y="2483600"/>
              <a:ext cx="12600" cy="12400"/>
            </a:xfrm>
            <a:custGeom>
              <a:avLst/>
              <a:gdLst/>
              <a:ahLst/>
              <a:cxnLst/>
              <a:rect l="l" t="t" r="r" b="b"/>
              <a:pathLst>
                <a:path w="504" h="496" extrusionOk="0">
                  <a:moveTo>
                    <a:pt x="252" y="0"/>
                  </a:moveTo>
                  <a:cubicBezTo>
                    <a:pt x="116" y="0"/>
                    <a:pt x="1" y="109"/>
                    <a:pt x="1" y="251"/>
                  </a:cubicBezTo>
                  <a:cubicBezTo>
                    <a:pt x="1" y="387"/>
                    <a:pt x="116" y="496"/>
                    <a:pt x="252" y="496"/>
                  </a:cubicBezTo>
                  <a:cubicBezTo>
                    <a:pt x="388" y="496"/>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2" name="Google Shape;11452;p27"/>
            <p:cNvSpPr/>
            <p:nvPr/>
          </p:nvSpPr>
          <p:spPr>
            <a:xfrm>
              <a:off x="1778450" y="2483600"/>
              <a:ext cx="12550" cy="12400"/>
            </a:xfrm>
            <a:custGeom>
              <a:avLst/>
              <a:gdLst/>
              <a:ahLst/>
              <a:cxnLst/>
              <a:rect l="l" t="t" r="r" b="b"/>
              <a:pathLst>
                <a:path w="502" h="496" extrusionOk="0">
                  <a:moveTo>
                    <a:pt x="252" y="0"/>
                  </a:moveTo>
                  <a:cubicBezTo>
                    <a:pt x="114" y="0"/>
                    <a:pt x="1" y="109"/>
                    <a:pt x="1" y="251"/>
                  </a:cubicBezTo>
                  <a:cubicBezTo>
                    <a:pt x="1" y="387"/>
                    <a:pt x="114" y="496"/>
                    <a:pt x="252" y="496"/>
                  </a:cubicBezTo>
                  <a:cubicBezTo>
                    <a:pt x="388" y="496"/>
                    <a:pt x="501" y="387"/>
                    <a:pt x="501" y="251"/>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3" name="Google Shape;11453;p27"/>
            <p:cNvSpPr/>
            <p:nvPr/>
          </p:nvSpPr>
          <p:spPr>
            <a:xfrm>
              <a:off x="1870375" y="2483600"/>
              <a:ext cx="12400" cy="12400"/>
            </a:xfrm>
            <a:custGeom>
              <a:avLst/>
              <a:gdLst/>
              <a:ahLst/>
              <a:cxnLst/>
              <a:rect l="l" t="t" r="r" b="b"/>
              <a:pathLst>
                <a:path w="496" h="496" extrusionOk="0">
                  <a:moveTo>
                    <a:pt x="252" y="0"/>
                  </a:moveTo>
                  <a:cubicBezTo>
                    <a:pt x="109" y="0"/>
                    <a:pt x="0" y="109"/>
                    <a:pt x="0" y="251"/>
                  </a:cubicBezTo>
                  <a:cubicBezTo>
                    <a:pt x="0" y="387"/>
                    <a:pt x="109" y="496"/>
                    <a:pt x="252" y="496"/>
                  </a:cubicBezTo>
                  <a:cubicBezTo>
                    <a:pt x="387" y="496"/>
                    <a:pt x="496" y="387"/>
                    <a:pt x="496" y="251"/>
                  </a:cubicBezTo>
                  <a:cubicBezTo>
                    <a:pt x="496"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4" name="Google Shape;11454;p27"/>
            <p:cNvSpPr/>
            <p:nvPr/>
          </p:nvSpPr>
          <p:spPr>
            <a:xfrm>
              <a:off x="1962150" y="2483600"/>
              <a:ext cx="12550" cy="12400"/>
            </a:xfrm>
            <a:custGeom>
              <a:avLst/>
              <a:gdLst/>
              <a:ahLst/>
              <a:cxnLst/>
              <a:rect l="l" t="t" r="r" b="b"/>
              <a:pathLst>
                <a:path w="502" h="496" extrusionOk="0">
                  <a:moveTo>
                    <a:pt x="250" y="0"/>
                  </a:moveTo>
                  <a:cubicBezTo>
                    <a:pt x="114" y="0"/>
                    <a:pt x="1" y="109"/>
                    <a:pt x="1" y="251"/>
                  </a:cubicBezTo>
                  <a:cubicBezTo>
                    <a:pt x="1" y="387"/>
                    <a:pt x="114" y="496"/>
                    <a:pt x="250" y="496"/>
                  </a:cubicBezTo>
                  <a:cubicBezTo>
                    <a:pt x="388" y="496"/>
                    <a:pt x="502" y="387"/>
                    <a:pt x="502" y="251"/>
                  </a:cubicBezTo>
                  <a:cubicBezTo>
                    <a:pt x="502"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5" name="Google Shape;11455;p27"/>
            <p:cNvSpPr/>
            <p:nvPr/>
          </p:nvSpPr>
          <p:spPr>
            <a:xfrm>
              <a:off x="2054075" y="2483600"/>
              <a:ext cx="12425" cy="12400"/>
            </a:xfrm>
            <a:custGeom>
              <a:avLst/>
              <a:gdLst/>
              <a:ahLst/>
              <a:cxnLst/>
              <a:rect l="l" t="t" r="r" b="b"/>
              <a:pathLst>
                <a:path w="497" h="496" extrusionOk="0">
                  <a:moveTo>
                    <a:pt x="252" y="0"/>
                  </a:moveTo>
                  <a:cubicBezTo>
                    <a:pt x="109" y="0"/>
                    <a:pt x="1" y="109"/>
                    <a:pt x="1" y="251"/>
                  </a:cubicBezTo>
                  <a:cubicBezTo>
                    <a:pt x="1" y="387"/>
                    <a:pt x="109" y="496"/>
                    <a:pt x="252" y="496"/>
                  </a:cubicBezTo>
                  <a:cubicBezTo>
                    <a:pt x="388" y="496"/>
                    <a:pt x="496" y="387"/>
                    <a:pt x="496" y="251"/>
                  </a:cubicBezTo>
                  <a:cubicBezTo>
                    <a:pt x="496"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6" name="Google Shape;11456;p27"/>
            <p:cNvSpPr/>
            <p:nvPr/>
          </p:nvSpPr>
          <p:spPr>
            <a:xfrm>
              <a:off x="2145825" y="2483600"/>
              <a:ext cx="12600" cy="12400"/>
            </a:xfrm>
            <a:custGeom>
              <a:avLst/>
              <a:gdLst/>
              <a:ahLst/>
              <a:cxnLst/>
              <a:rect l="l" t="t" r="r" b="b"/>
              <a:pathLst>
                <a:path w="504" h="496" extrusionOk="0">
                  <a:moveTo>
                    <a:pt x="252" y="0"/>
                  </a:moveTo>
                  <a:cubicBezTo>
                    <a:pt x="116" y="0"/>
                    <a:pt x="1" y="109"/>
                    <a:pt x="1" y="251"/>
                  </a:cubicBezTo>
                  <a:cubicBezTo>
                    <a:pt x="1" y="387"/>
                    <a:pt x="116" y="496"/>
                    <a:pt x="252" y="496"/>
                  </a:cubicBezTo>
                  <a:cubicBezTo>
                    <a:pt x="388" y="496"/>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7" name="Google Shape;11457;p27"/>
            <p:cNvSpPr/>
            <p:nvPr/>
          </p:nvSpPr>
          <p:spPr>
            <a:xfrm>
              <a:off x="2237800" y="2483600"/>
              <a:ext cx="12350" cy="12400"/>
            </a:xfrm>
            <a:custGeom>
              <a:avLst/>
              <a:gdLst/>
              <a:ahLst/>
              <a:cxnLst/>
              <a:rect l="l" t="t" r="r" b="b"/>
              <a:pathLst>
                <a:path w="494" h="496" extrusionOk="0">
                  <a:moveTo>
                    <a:pt x="244" y="0"/>
                  </a:moveTo>
                  <a:cubicBezTo>
                    <a:pt x="107" y="0"/>
                    <a:pt x="0" y="109"/>
                    <a:pt x="0" y="251"/>
                  </a:cubicBezTo>
                  <a:cubicBezTo>
                    <a:pt x="0" y="387"/>
                    <a:pt x="107" y="496"/>
                    <a:pt x="244" y="496"/>
                  </a:cubicBezTo>
                  <a:cubicBezTo>
                    <a:pt x="387" y="496"/>
                    <a:pt x="494" y="387"/>
                    <a:pt x="494" y="251"/>
                  </a:cubicBezTo>
                  <a:cubicBezTo>
                    <a:pt x="494" y="109"/>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8" name="Google Shape;11458;p27"/>
            <p:cNvSpPr/>
            <p:nvPr/>
          </p:nvSpPr>
          <p:spPr>
            <a:xfrm>
              <a:off x="2329550" y="2483600"/>
              <a:ext cx="12575" cy="12400"/>
            </a:xfrm>
            <a:custGeom>
              <a:avLst/>
              <a:gdLst/>
              <a:ahLst/>
              <a:cxnLst/>
              <a:rect l="l" t="t" r="r" b="b"/>
              <a:pathLst>
                <a:path w="503" h="496" extrusionOk="0">
                  <a:moveTo>
                    <a:pt x="251" y="0"/>
                  </a:moveTo>
                  <a:cubicBezTo>
                    <a:pt x="115" y="0"/>
                    <a:pt x="0" y="109"/>
                    <a:pt x="0" y="251"/>
                  </a:cubicBezTo>
                  <a:cubicBezTo>
                    <a:pt x="0" y="387"/>
                    <a:pt x="115" y="496"/>
                    <a:pt x="251" y="496"/>
                  </a:cubicBezTo>
                  <a:cubicBezTo>
                    <a:pt x="387" y="496"/>
                    <a:pt x="502" y="387"/>
                    <a:pt x="502" y="251"/>
                  </a:cubicBezTo>
                  <a:cubicBezTo>
                    <a:pt x="502"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9" name="Google Shape;11459;p27"/>
            <p:cNvSpPr/>
            <p:nvPr/>
          </p:nvSpPr>
          <p:spPr>
            <a:xfrm>
              <a:off x="2421325" y="2483600"/>
              <a:ext cx="12550" cy="12400"/>
            </a:xfrm>
            <a:custGeom>
              <a:avLst/>
              <a:gdLst/>
              <a:ahLst/>
              <a:cxnLst/>
              <a:rect l="l" t="t" r="r" b="b"/>
              <a:pathLst>
                <a:path w="502" h="496" extrusionOk="0">
                  <a:moveTo>
                    <a:pt x="250" y="0"/>
                  </a:moveTo>
                  <a:cubicBezTo>
                    <a:pt x="114" y="0"/>
                    <a:pt x="1" y="109"/>
                    <a:pt x="1" y="251"/>
                  </a:cubicBezTo>
                  <a:cubicBezTo>
                    <a:pt x="1" y="387"/>
                    <a:pt x="114" y="496"/>
                    <a:pt x="250" y="496"/>
                  </a:cubicBezTo>
                  <a:cubicBezTo>
                    <a:pt x="395" y="496"/>
                    <a:pt x="501" y="387"/>
                    <a:pt x="501" y="251"/>
                  </a:cubicBezTo>
                  <a:cubicBezTo>
                    <a:pt x="501" y="109"/>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0" name="Google Shape;11460;p27"/>
            <p:cNvSpPr/>
            <p:nvPr/>
          </p:nvSpPr>
          <p:spPr>
            <a:xfrm>
              <a:off x="2513250" y="2483600"/>
              <a:ext cx="12575" cy="12400"/>
            </a:xfrm>
            <a:custGeom>
              <a:avLst/>
              <a:gdLst/>
              <a:ahLst/>
              <a:cxnLst/>
              <a:rect l="l" t="t" r="r" b="b"/>
              <a:pathLst>
                <a:path w="503" h="496" extrusionOk="0">
                  <a:moveTo>
                    <a:pt x="252" y="0"/>
                  </a:moveTo>
                  <a:cubicBezTo>
                    <a:pt x="109" y="0"/>
                    <a:pt x="0" y="109"/>
                    <a:pt x="0" y="251"/>
                  </a:cubicBezTo>
                  <a:cubicBezTo>
                    <a:pt x="0" y="387"/>
                    <a:pt x="109" y="496"/>
                    <a:pt x="252" y="496"/>
                  </a:cubicBezTo>
                  <a:cubicBezTo>
                    <a:pt x="388" y="496"/>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1" name="Google Shape;11461;p27"/>
            <p:cNvSpPr/>
            <p:nvPr/>
          </p:nvSpPr>
          <p:spPr>
            <a:xfrm>
              <a:off x="2605000" y="2483600"/>
              <a:ext cx="12575" cy="12400"/>
            </a:xfrm>
            <a:custGeom>
              <a:avLst/>
              <a:gdLst/>
              <a:ahLst/>
              <a:cxnLst/>
              <a:rect l="l" t="t" r="r" b="b"/>
              <a:pathLst>
                <a:path w="503" h="496" extrusionOk="0">
                  <a:moveTo>
                    <a:pt x="252" y="0"/>
                  </a:moveTo>
                  <a:cubicBezTo>
                    <a:pt x="116" y="0"/>
                    <a:pt x="0" y="109"/>
                    <a:pt x="0" y="251"/>
                  </a:cubicBezTo>
                  <a:cubicBezTo>
                    <a:pt x="0" y="387"/>
                    <a:pt x="116" y="496"/>
                    <a:pt x="252" y="496"/>
                  </a:cubicBezTo>
                  <a:cubicBezTo>
                    <a:pt x="387" y="496"/>
                    <a:pt x="503" y="387"/>
                    <a:pt x="503" y="251"/>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2" name="Google Shape;11462;p27"/>
            <p:cNvSpPr/>
            <p:nvPr/>
          </p:nvSpPr>
          <p:spPr>
            <a:xfrm>
              <a:off x="2696950" y="2483600"/>
              <a:ext cx="12375" cy="12400"/>
            </a:xfrm>
            <a:custGeom>
              <a:avLst/>
              <a:gdLst/>
              <a:ahLst/>
              <a:cxnLst/>
              <a:rect l="l" t="t" r="r" b="b"/>
              <a:pathLst>
                <a:path w="495" h="496" extrusionOk="0">
                  <a:moveTo>
                    <a:pt x="252" y="0"/>
                  </a:moveTo>
                  <a:cubicBezTo>
                    <a:pt x="108" y="0"/>
                    <a:pt x="1" y="109"/>
                    <a:pt x="1" y="251"/>
                  </a:cubicBezTo>
                  <a:cubicBezTo>
                    <a:pt x="1" y="387"/>
                    <a:pt x="108" y="496"/>
                    <a:pt x="252" y="496"/>
                  </a:cubicBezTo>
                  <a:cubicBezTo>
                    <a:pt x="388" y="496"/>
                    <a:pt x="495" y="387"/>
                    <a:pt x="495" y="251"/>
                  </a:cubicBezTo>
                  <a:cubicBezTo>
                    <a:pt x="495"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3" name="Google Shape;11463;p27"/>
            <p:cNvSpPr/>
            <p:nvPr/>
          </p:nvSpPr>
          <p:spPr>
            <a:xfrm>
              <a:off x="2788700" y="2483600"/>
              <a:ext cx="12600" cy="12400"/>
            </a:xfrm>
            <a:custGeom>
              <a:avLst/>
              <a:gdLst/>
              <a:ahLst/>
              <a:cxnLst/>
              <a:rect l="l" t="t" r="r" b="b"/>
              <a:pathLst>
                <a:path w="504" h="496" extrusionOk="0">
                  <a:moveTo>
                    <a:pt x="252" y="0"/>
                  </a:moveTo>
                  <a:cubicBezTo>
                    <a:pt x="116" y="0"/>
                    <a:pt x="1" y="109"/>
                    <a:pt x="1" y="251"/>
                  </a:cubicBezTo>
                  <a:cubicBezTo>
                    <a:pt x="1" y="387"/>
                    <a:pt x="116" y="496"/>
                    <a:pt x="252" y="496"/>
                  </a:cubicBezTo>
                  <a:cubicBezTo>
                    <a:pt x="388" y="496"/>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4" name="Google Shape;11464;p27"/>
            <p:cNvSpPr/>
            <p:nvPr/>
          </p:nvSpPr>
          <p:spPr>
            <a:xfrm>
              <a:off x="2880675" y="2483600"/>
              <a:ext cx="12375" cy="12400"/>
            </a:xfrm>
            <a:custGeom>
              <a:avLst/>
              <a:gdLst/>
              <a:ahLst/>
              <a:cxnLst/>
              <a:rect l="l" t="t" r="r" b="b"/>
              <a:pathLst>
                <a:path w="495" h="496" extrusionOk="0">
                  <a:moveTo>
                    <a:pt x="243" y="0"/>
                  </a:moveTo>
                  <a:cubicBezTo>
                    <a:pt x="107" y="0"/>
                    <a:pt x="0" y="109"/>
                    <a:pt x="0" y="251"/>
                  </a:cubicBezTo>
                  <a:cubicBezTo>
                    <a:pt x="0" y="387"/>
                    <a:pt x="107" y="496"/>
                    <a:pt x="243" y="496"/>
                  </a:cubicBezTo>
                  <a:cubicBezTo>
                    <a:pt x="387" y="496"/>
                    <a:pt x="494" y="387"/>
                    <a:pt x="494" y="251"/>
                  </a:cubicBezTo>
                  <a:cubicBezTo>
                    <a:pt x="494" y="109"/>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5" name="Google Shape;11465;p27"/>
            <p:cNvSpPr/>
            <p:nvPr/>
          </p:nvSpPr>
          <p:spPr>
            <a:xfrm>
              <a:off x="2972425" y="2483600"/>
              <a:ext cx="12575" cy="12400"/>
            </a:xfrm>
            <a:custGeom>
              <a:avLst/>
              <a:gdLst/>
              <a:ahLst/>
              <a:cxnLst/>
              <a:rect l="l" t="t" r="r" b="b"/>
              <a:pathLst>
                <a:path w="503" h="496" extrusionOk="0">
                  <a:moveTo>
                    <a:pt x="251" y="0"/>
                  </a:moveTo>
                  <a:cubicBezTo>
                    <a:pt x="115" y="0"/>
                    <a:pt x="0" y="109"/>
                    <a:pt x="0" y="251"/>
                  </a:cubicBezTo>
                  <a:cubicBezTo>
                    <a:pt x="0" y="387"/>
                    <a:pt x="115" y="496"/>
                    <a:pt x="251" y="496"/>
                  </a:cubicBezTo>
                  <a:cubicBezTo>
                    <a:pt x="387" y="496"/>
                    <a:pt x="503" y="387"/>
                    <a:pt x="503" y="251"/>
                  </a:cubicBezTo>
                  <a:cubicBezTo>
                    <a:pt x="503"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6" name="Google Shape;11466;p27"/>
            <p:cNvSpPr/>
            <p:nvPr/>
          </p:nvSpPr>
          <p:spPr>
            <a:xfrm>
              <a:off x="3064375" y="2483600"/>
              <a:ext cx="12375" cy="12400"/>
            </a:xfrm>
            <a:custGeom>
              <a:avLst/>
              <a:gdLst/>
              <a:ahLst/>
              <a:cxnLst/>
              <a:rect l="l" t="t" r="r" b="b"/>
              <a:pathLst>
                <a:path w="495" h="496" extrusionOk="0">
                  <a:moveTo>
                    <a:pt x="243" y="0"/>
                  </a:moveTo>
                  <a:cubicBezTo>
                    <a:pt x="107" y="0"/>
                    <a:pt x="1" y="109"/>
                    <a:pt x="1" y="251"/>
                  </a:cubicBezTo>
                  <a:cubicBezTo>
                    <a:pt x="1" y="387"/>
                    <a:pt x="107" y="496"/>
                    <a:pt x="243" y="496"/>
                  </a:cubicBezTo>
                  <a:cubicBezTo>
                    <a:pt x="388" y="496"/>
                    <a:pt x="495" y="387"/>
                    <a:pt x="495" y="251"/>
                  </a:cubicBezTo>
                  <a:cubicBezTo>
                    <a:pt x="495" y="109"/>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7" name="Google Shape;11467;p27"/>
            <p:cNvSpPr/>
            <p:nvPr/>
          </p:nvSpPr>
          <p:spPr>
            <a:xfrm>
              <a:off x="3156125" y="2483600"/>
              <a:ext cx="12600" cy="12400"/>
            </a:xfrm>
            <a:custGeom>
              <a:avLst/>
              <a:gdLst/>
              <a:ahLst/>
              <a:cxnLst/>
              <a:rect l="l" t="t" r="r" b="b"/>
              <a:pathLst>
                <a:path w="504" h="496" extrusionOk="0">
                  <a:moveTo>
                    <a:pt x="252" y="0"/>
                  </a:moveTo>
                  <a:cubicBezTo>
                    <a:pt x="116" y="0"/>
                    <a:pt x="1" y="109"/>
                    <a:pt x="1" y="251"/>
                  </a:cubicBezTo>
                  <a:cubicBezTo>
                    <a:pt x="1" y="387"/>
                    <a:pt x="116" y="496"/>
                    <a:pt x="252" y="496"/>
                  </a:cubicBezTo>
                  <a:cubicBezTo>
                    <a:pt x="388" y="496"/>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8" name="Google Shape;11468;p27"/>
            <p:cNvSpPr/>
            <p:nvPr/>
          </p:nvSpPr>
          <p:spPr>
            <a:xfrm>
              <a:off x="3247875" y="2483600"/>
              <a:ext cx="12575" cy="12400"/>
            </a:xfrm>
            <a:custGeom>
              <a:avLst/>
              <a:gdLst/>
              <a:ahLst/>
              <a:cxnLst/>
              <a:rect l="l" t="t" r="r" b="b"/>
              <a:pathLst>
                <a:path w="503" h="496" extrusionOk="0">
                  <a:moveTo>
                    <a:pt x="252" y="0"/>
                  </a:moveTo>
                  <a:cubicBezTo>
                    <a:pt x="116" y="0"/>
                    <a:pt x="1" y="109"/>
                    <a:pt x="1" y="251"/>
                  </a:cubicBezTo>
                  <a:cubicBezTo>
                    <a:pt x="1" y="387"/>
                    <a:pt x="116" y="496"/>
                    <a:pt x="252" y="496"/>
                  </a:cubicBezTo>
                  <a:cubicBezTo>
                    <a:pt x="388" y="496"/>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9" name="Google Shape;11469;p27"/>
            <p:cNvSpPr/>
            <p:nvPr/>
          </p:nvSpPr>
          <p:spPr>
            <a:xfrm>
              <a:off x="3339850" y="2483600"/>
              <a:ext cx="12525" cy="12400"/>
            </a:xfrm>
            <a:custGeom>
              <a:avLst/>
              <a:gdLst/>
              <a:ahLst/>
              <a:cxnLst/>
              <a:rect l="l" t="t" r="r" b="b"/>
              <a:pathLst>
                <a:path w="501" h="496" extrusionOk="0">
                  <a:moveTo>
                    <a:pt x="251" y="0"/>
                  </a:moveTo>
                  <a:cubicBezTo>
                    <a:pt x="107" y="0"/>
                    <a:pt x="0" y="109"/>
                    <a:pt x="0" y="251"/>
                  </a:cubicBezTo>
                  <a:cubicBezTo>
                    <a:pt x="0" y="387"/>
                    <a:pt x="107" y="496"/>
                    <a:pt x="251" y="496"/>
                  </a:cubicBezTo>
                  <a:cubicBezTo>
                    <a:pt x="387" y="496"/>
                    <a:pt x="501" y="387"/>
                    <a:pt x="501" y="251"/>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0" name="Google Shape;11470;p27"/>
            <p:cNvSpPr/>
            <p:nvPr/>
          </p:nvSpPr>
          <p:spPr>
            <a:xfrm>
              <a:off x="3431575" y="2483600"/>
              <a:ext cx="12600" cy="12400"/>
            </a:xfrm>
            <a:custGeom>
              <a:avLst/>
              <a:gdLst/>
              <a:ahLst/>
              <a:cxnLst/>
              <a:rect l="l" t="t" r="r" b="b"/>
              <a:pathLst>
                <a:path w="504" h="496" extrusionOk="0">
                  <a:moveTo>
                    <a:pt x="252" y="0"/>
                  </a:moveTo>
                  <a:cubicBezTo>
                    <a:pt x="116" y="0"/>
                    <a:pt x="1" y="109"/>
                    <a:pt x="1" y="251"/>
                  </a:cubicBezTo>
                  <a:cubicBezTo>
                    <a:pt x="1" y="387"/>
                    <a:pt x="116" y="496"/>
                    <a:pt x="252" y="496"/>
                  </a:cubicBezTo>
                  <a:cubicBezTo>
                    <a:pt x="388" y="496"/>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1" name="Google Shape;11471;p27"/>
            <p:cNvSpPr/>
            <p:nvPr/>
          </p:nvSpPr>
          <p:spPr>
            <a:xfrm>
              <a:off x="3523550" y="2483600"/>
              <a:ext cx="12375" cy="12400"/>
            </a:xfrm>
            <a:custGeom>
              <a:avLst/>
              <a:gdLst/>
              <a:ahLst/>
              <a:cxnLst/>
              <a:rect l="l" t="t" r="r" b="b"/>
              <a:pathLst>
                <a:path w="495" h="496" extrusionOk="0">
                  <a:moveTo>
                    <a:pt x="250" y="0"/>
                  </a:moveTo>
                  <a:cubicBezTo>
                    <a:pt x="107" y="0"/>
                    <a:pt x="0" y="109"/>
                    <a:pt x="0" y="251"/>
                  </a:cubicBezTo>
                  <a:cubicBezTo>
                    <a:pt x="0" y="387"/>
                    <a:pt x="107" y="496"/>
                    <a:pt x="250" y="496"/>
                  </a:cubicBezTo>
                  <a:cubicBezTo>
                    <a:pt x="388" y="496"/>
                    <a:pt x="494" y="387"/>
                    <a:pt x="494" y="251"/>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2" name="Google Shape;11472;p27"/>
            <p:cNvSpPr/>
            <p:nvPr/>
          </p:nvSpPr>
          <p:spPr>
            <a:xfrm>
              <a:off x="676400" y="2575375"/>
              <a:ext cx="12600" cy="12550"/>
            </a:xfrm>
            <a:custGeom>
              <a:avLst/>
              <a:gdLst/>
              <a:ahLst/>
              <a:cxnLst/>
              <a:rect l="l" t="t" r="r" b="b"/>
              <a:pathLst>
                <a:path w="504" h="502" extrusionOk="0">
                  <a:moveTo>
                    <a:pt x="252" y="1"/>
                  </a:moveTo>
                  <a:cubicBezTo>
                    <a:pt x="116" y="1"/>
                    <a:pt x="1" y="114"/>
                    <a:pt x="1" y="250"/>
                  </a:cubicBezTo>
                  <a:cubicBezTo>
                    <a:pt x="1" y="388"/>
                    <a:pt x="116" y="502"/>
                    <a:pt x="252" y="502"/>
                  </a:cubicBezTo>
                  <a:cubicBezTo>
                    <a:pt x="388" y="502"/>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3" name="Google Shape;11473;p27"/>
            <p:cNvSpPr/>
            <p:nvPr/>
          </p:nvSpPr>
          <p:spPr>
            <a:xfrm>
              <a:off x="768325" y="2575375"/>
              <a:ext cx="12400" cy="12550"/>
            </a:xfrm>
            <a:custGeom>
              <a:avLst/>
              <a:gdLst/>
              <a:ahLst/>
              <a:cxnLst/>
              <a:rect l="l" t="t" r="r" b="b"/>
              <a:pathLst>
                <a:path w="496" h="502" extrusionOk="0">
                  <a:moveTo>
                    <a:pt x="245" y="1"/>
                  </a:moveTo>
                  <a:cubicBezTo>
                    <a:pt x="109" y="1"/>
                    <a:pt x="0" y="114"/>
                    <a:pt x="0" y="250"/>
                  </a:cubicBezTo>
                  <a:cubicBezTo>
                    <a:pt x="0" y="388"/>
                    <a:pt x="109" y="502"/>
                    <a:pt x="245" y="502"/>
                  </a:cubicBezTo>
                  <a:cubicBezTo>
                    <a:pt x="388" y="502"/>
                    <a:pt x="496" y="388"/>
                    <a:pt x="496" y="250"/>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4" name="Google Shape;11474;p27"/>
            <p:cNvSpPr/>
            <p:nvPr/>
          </p:nvSpPr>
          <p:spPr>
            <a:xfrm>
              <a:off x="860125" y="2575375"/>
              <a:ext cx="12525" cy="12550"/>
            </a:xfrm>
            <a:custGeom>
              <a:avLst/>
              <a:gdLst/>
              <a:ahLst/>
              <a:cxnLst/>
              <a:rect l="l" t="t" r="r" b="b"/>
              <a:pathLst>
                <a:path w="501" h="502" extrusionOk="0">
                  <a:moveTo>
                    <a:pt x="251" y="1"/>
                  </a:moveTo>
                  <a:cubicBezTo>
                    <a:pt x="114" y="1"/>
                    <a:pt x="0" y="114"/>
                    <a:pt x="0" y="250"/>
                  </a:cubicBezTo>
                  <a:cubicBezTo>
                    <a:pt x="0" y="388"/>
                    <a:pt x="114" y="502"/>
                    <a:pt x="251" y="502"/>
                  </a:cubicBezTo>
                  <a:cubicBezTo>
                    <a:pt x="387" y="502"/>
                    <a:pt x="501" y="388"/>
                    <a:pt x="501" y="250"/>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5" name="Google Shape;11475;p27"/>
            <p:cNvSpPr/>
            <p:nvPr/>
          </p:nvSpPr>
          <p:spPr>
            <a:xfrm>
              <a:off x="951850" y="2575375"/>
              <a:ext cx="12600" cy="12550"/>
            </a:xfrm>
            <a:custGeom>
              <a:avLst/>
              <a:gdLst/>
              <a:ahLst/>
              <a:cxnLst/>
              <a:rect l="l" t="t" r="r" b="b"/>
              <a:pathLst>
                <a:path w="504" h="502" extrusionOk="0">
                  <a:moveTo>
                    <a:pt x="252" y="1"/>
                  </a:moveTo>
                  <a:cubicBezTo>
                    <a:pt x="116" y="1"/>
                    <a:pt x="1" y="114"/>
                    <a:pt x="1" y="250"/>
                  </a:cubicBezTo>
                  <a:cubicBezTo>
                    <a:pt x="1" y="388"/>
                    <a:pt x="116" y="502"/>
                    <a:pt x="252" y="502"/>
                  </a:cubicBezTo>
                  <a:cubicBezTo>
                    <a:pt x="388" y="502"/>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6" name="Google Shape;11476;p27"/>
            <p:cNvSpPr/>
            <p:nvPr/>
          </p:nvSpPr>
          <p:spPr>
            <a:xfrm>
              <a:off x="1043825" y="2575375"/>
              <a:ext cx="12375" cy="12550"/>
            </a:xfrm>
            <a:custGeom>
              <a:avLst/>
              <a:gdLst/>
              <a:ahLst/>
              <a:cxnLst/>
              <a:rect l="l" t="t" r="r" b="b"/>
              <a:pathLst>
                <a:path w="495" h="502" extrusionOk="0">
                  <a:moveTo>
                    <a:pt x="250" y="1"/>
                  </a:moveTo>
                  <a:cubicBezTo>
                    <a:pt x="107" y="1"/>
                    <a:pt x="0" y="114"/>
                    <a:pt x="0" y="250"/>
                  </a:cubicBezTo>
                  <a:cubicBezTo>
                    <a:pt x="0" y="388"/>
                    <a:pt x="107" y="502"/>
                    <a:pt x="250" y="502"/>
                  </a:cubicBezTo>
                  <a:cubicBezTo>
                    <a:pt x="388" y="502"/>
                    <a:pt x="494" y="388"/>
                    <a:pt x="494" y="250"/>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7" name="Google Shape;11477;p27"/>
            <p:cNvSpPr/>
            <p:nvPr/>
          </p:nvSpPr>
          <p:spPr>
            <a:xfrm>
              <a:off x="1135575" y="2575375"/>
              <a:ext cx="12575" cy="12550"/>
            </a:xfrm>
            <a:custGeom>
              <a:avLst/>
              <a:gdLst/>
              <a:ahLst/>
              <a:cxnLst/>
              <a:rect l="l" t="t" r="r" b="b"/>
              <a:pathLst>
                <a:path w="503" h="502" extrusionOk="0">
                  <a:moveTo>
                    <a:pt x="252" y="1"/>
                  </a:moveTo>
                  <a:cubicBezTo>
                    <a:pt x="116" y="1"/>
                    <a:pt x="0" y="114"/>
                    <a:pt x="0" y="250"/>
                  </a:cubicBezTo>
                  <a:cubicBezTo>
                    <a:pt x="0" y="388"/>
                    <a:pt x="116" y="502"/>
                    <a:pt x="252" y="502"/>
                  </a:cubicBezTo>
                  <a:cubicBezTo>
                    <a:pt x="387" y="502"/>
                    <a:pt x="503" y="388"/>
                    <a:pt x="503" y="250"/>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8" name="Google Shape;11478;p27"/>
            <p:cNvSpPr/>
            <p:nvPr/>
          </p:nvSpPr>
          <p:spPr>
            <a:xfrm>
              <a:off x="1227500" y="2575375"/>
              <a:ext cx="12400" cy="12550"/>
            </a:xfrm>
            <a:custGeom>
              <a:avLst/>
              <a:gdLst/>
              <a:ahLst/>
              <a:cxnLst/>
              <a:rect l="l" t="t" r="r" b="b"/>
              <a:pathLst>
                <a:path w="496" h="502" extrusionOk="0">
                  <a:moveTo>
                    <a:pt x="251" y="1"/>
                  </a:moveTo>
                  <a:cubicBezTo>
                    <a:pt x="109" y="1"/>
                    <a:pt x="0" y="114"/>
                    <a:pt x="0" y="250"/>
                  </a:cubicBezTo>
                  <a:cubicBezTo>
                    <a:pt x="0" y="388"/>
                    <a:pt x="109" y="502"/>
                    <a:pt x="251" y="502"/>
                  </a:cubicBezTo>
                  <a:cubicBezTo>
                    <a:pt x="387" y="502"/>
                    <a:pt x="496" y="388"/>
                    <a:pt x="496" y="250"/>
                  </a:cubicBezTo>
                  <a:cubicBezTo>
                    <a:pt x="496"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9" name="Google Shape;11479;p27"/>
            <p:cNvSpPr/>
            <p:nvPr/>
          </p:nvSpPr>
          <p:spPr>
            <a:xfrm>
              <a:off x="1319275" y="2575375"/>
              <a:ext cx="12550" cy="12550"/>
            </a:xfrm>
            <a:custGeom>
              <a:avLst/>
              <a:gdLst/>
              <a:ahLst/>
              <a:cxnLst/>
              <a:rect l="l" t="t" r="r" b="b"/>
              <a:pathLst>
                <a:path w="502" h="502" extrusionOk="0">
                  <a:moveTo>
                    <a:pt x="252" y="1"/>
                  </a:moveTo>
                  <a:cubicBezTo>
                    <a:pt x="114" y="1"/>
                    <a:pt x="1" y="114"/>
                    <a:pt x="1" y="250"/>
                  </a:cubicBezTo>
                  <a:cubicBezTo>
                    <a:pt x="1" y="388"/>
                    <a:pt x="114" y="502"/>
                    <a:pt x="252" y="502"/>
                  </a:cubicBezTo>
                  <a:cubicBezTo>
                    <a:pt x="388" y="502"/>
                    <a:pt x="501" y="388"/>
                    <a:pt x="501" y="250"/>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0" name="Google Shape;11480;p27"/>
            <p:cNvSpPr/>
            <p:nvPr/>
          </p:nvSpPr>
          <p:spPr>
            <a:xfrm>
              <a:off x="1411200" y="2575375"/>
              <a:ext cx="12425" cy="12550"/>
            </a:xfrm>
            <a:custGeom>
              <a:avLst/>
              <a:gdLst/>
              <a:ahLst/>
              <a:cxnLst/>
              <a:rect l="l" t="t" r="r" b="b"/>
              <a:pathLst>
                <a:path w="497" h="502" extrusionOk="0">
                  <a:moveTo>
                    <a:pt x="245" y="1"/>
                  </a:moveTo>
                  <a:cubicBezTo>
                    <a:pt x="109" y="1"/>
                    <a:pt x="1" y="114"/>
                    <a:pt x="1" y="250"/>
                  </a:cubicBezTo>
                  <a:cubicBezTo>
                    <a:pt x="1" y="388"/>
                    <a:pt x="109" y="502"/>
                    <a:pt x="245" y="502"/>
                  </a:cubicBezTo>
                  <a:cubicBezTo>
                    <a:pt x="388" y="502"/>
                    <a:pt x="496" y="388"/>
                    <a:pt x="496" y="250"/>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1" name="Google Shape;11481;p27"/>
            <p:cNvSpPr/>
            <p:nvPr/>
          </p:nvSpPr>
          <p:spPr>
            <a:xfrm>
              <a:off x="1503000" y="2575375"/>
              <a:ext cx="12525" cy="12550"/>
            </a:xfrm>
            <a:custGeom>
              <a:avLst/>
              <a:gdLst/>
              <a:ahLst/>
              <a:cxnLst/>
              <a:rect l="l" t="t" r="r" b="b"/>
              <a:pathLst>
                <a:path w="501" h="502" extrusionOk="0">
                  <a:moveTo>
                    <a:pt x="250" y="1"/>
                  </a:moveTo>
                  <a:cubicBezTo>
                    <a:pt x="114" y="1"/>
                    <a:pt x="0" y="114"/>
                    <a:pt x="0" y="250"/>
                  </a:cubicBezTo>
                  <a:cubicBezTo>
                    <a:pt x="0" y="388"/>
                    <a:pt x="114" y="502"/>
                    <a:pt x="250" y="502"/>
                  </a:cubicBezTo>
                  <a:cubicBezTo>
                    <a:pt x="387" y="502"/>
                    <a:pt x="501" y="388"/>
                    <a:pt x="501" y="250"/>
                  </a:cubicBezTo>
                  <a:cubicBezTo>
                    <a:pt x="501" y="114"/>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2" name="Google Shape;11482;p27"/>
            <p:cNvSpPr/>
            <p:nvPr/>
          </p:nvSpPr>
          <p:spPr>
            <a:xfrm>
              <a:off x="1594750" y="2575375"/>
              <a:ext cx="12575" cy="12550"/>
            </a:xfrm>
            <a:custGeom>
              <a:avLst/>
              <a:gdLst/>
              <a:ahLst/>
              <a:cxnLst/>
              <a:rect l="l" t="t" r="r" b="b"/>
              <a:pathLst>
                <a:path w="503" h="502" extrusionOk="0">
                  <a:moveTo>
                    <a:pt x="251" y="1"/>
                  </a:moveTo>
                  <a:cubicBezTo>
                    <a:pt x="115" y="1"/>
                    <a:pt x="0" y="114"/>
                    <a:pt x="0" y="250"/>
                  </a:cubicBezTo>
                  <a:cubicBezTo>
                    <a:pt x="0" y="388"/>
                    <a:pt x="115" y="502"/>
                    <a:pt x="251" y="502"/>
                  </a:cubicBezTo>
                  <a:cubicBezTo>
                    <a:pt x="394" y="502"/>
                    <a:pt x="503" y="388"/>
                    <a:pt x="503" y="250"/>
                  </a:cubicBezTo>
                  <a:cubicBezTo>
                    <a:pt x="503" y="114"/>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3" name="Google Shape;11483;p27"/>
            <p:cNvSpPr/>
            <p:nvPr/>
          </p:nvSpPr>
          <p:spPr>
            <a:xfrm>
              <a:off x="1686650" y="2575375"/>
              <a:ext cx="12600" cy="12550"/>
            </a:xfrm>
            <a:custGeom>
              <a:avLst/>
              <a:gdLst/>
              <a:ahLst/>
              <a:cxnLst/>
              <a:rect l="l" t="t" r="r" b="b"/>
              <a:pathLst>
                <a:path w="504" h="502" extrusionOk="0">
                  <a:moveTo>
                    <a:pt x="252" y="1"/>
                  </a:moveTo>
                  <a:cubicBezTo>
                    <a:pt x="116" y="1"/>
                    <a:pt x="1" y="114"/>
                    <a:pt x="1" y="250"/>
                  </a:cubicBezTo>
                  <a:cubicBezTo>
                    <a:pt x="1" y="388"/>
                    <a:pt x="116" y="502"/>
                    <a:pt x="252" y="502"/>
                  </a:cubicBezTo>
                  <a:cubicBezTo>
                    <a:pt x="388" y="502"/>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4" name="Google Shape;11484;p27"/>
            <p:cNvSpPr/>
            <p:nvPr/>
          </p:nvSpPr>
          <p:spPr>
            <a:xfrm>
              <a:off x="1778450" y="2575375"/>
              <a:ext cx="12550" cy="12550"/>
            </a:xfrm>
            <a:custGeom>
              <a:avLst/>
              <a:gdLst/>
              <a:ahLst/>
              <a:cxnLst/>
              <a:rect l="l" t="t" r="r" b="b"/>
              <a:pathLst>
                <a:path w="502" h="502" extrusionOk="0">
                  <a:moveTo>
                    <a:pt x="252" y="1"/>
                  </a:moveTo>
                  <a:cubicBezTo>
                    <a:pt x="114" y="1"/>
                    <a:pt x="1" y="114"/>
                    <a:pt x="1" y="250"/>
                  </a:cubicBezTo>
                  <a:cubicBezTo>
                    <a:pt x="1" y="388"/>
                    <a:pt x="114" y="502"/>
                    <a:pt x="252" y="502"/>
                  </a:cubicBezTo>
                  <a:cubicBezTo>
                    <a:pt x="388" y="502"/>
                    <a:pt x="501" y="388"/>
                    <a:pt x="501" y="250"/>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5" name="Google Shape;11485;p27"/>
            <p:cNvSpPr/>
            <p:nvPr/>
          </p:nvSpPr>
          <p:spPr>
            <a:xfrm>
              <a:off x="1870375" y="2575375"/>
              <a:ext cx="12400" cy="12550"/>
            </a:xfrm>
            <a:custGeom>
              <a:avLst/>
              <a:gdLst/>
              <a:ahLst/>
              <a:cxnLst/>
              <a:rect l="l" t="t" r="r" b="b"/>
              <a:pathLst>
                <a:path w="496" h="502" extrusionOk="0">
                  <a:moveTo>
                    <a:pt x="252" y="1"/>
                  </a:moveTo>
                  <a:cubicBezTo>
                    <a:pt x="109" y="1"/>
                    <a:pt x="0" y="114"/>
                    <a:pt x="0" y="250"/>
                  </a:cubicBezTo>
                  <a:cubicBezTo>
                    <a:pt x="0" y="388"/>
                    <a:pt x="109" y="502"/>
                    <a:pt x="252" y="502"/>
                  </a:cubicBezTo>
                  <a:cubicBezTo>
                    <a:pt x="387" y="502"/>
                    <a:pt x="496" y="388"/>
                    <a:pt x="496" y="250"/>
                  </a:cubicBezTo>
                  <a:cubicBezTo>
                    <a:pt x="496"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6" name="Google Shape;11486;p27"/>
            <p:cNvSpPr/>
            <p:nvPr/>
          </p:nvSpPr>
          <p:spPr>
            <a:xfrm>
              <a:off x="1962150" y="2575375"/>
              <a:ext cx="12550" cy="12550"/>
            </a:xfrm>
            <a:custGeom>
              <a:avLst/>
              <a:gdLst/>
              <a:ahLst/>
              <a:cxnLst/>
              <a:rect l="l" t="t" r="r" b="b"/>
              <a:pathLst>
                <a:path w="502" h="502" extrusionOk="0">
                  <a:moveTo>
                    <a:pt x="250" y="1"/>
                  </a:moveTo>
                  <a:cubicBezTo>
                    <a:pt x="114" y="1"/>
                    <a:pt x="1" y="114"/>
                    <a:pt x="1" y="250"/>
                  </a:cubicBezTo>
                  <a:cubicBezTo>
                    <a:pt x="1" y="388"/>
                    <a:pt x="114" y="502"/>
                    <a:pt x="250" y="502"/>
                  </a:cubicBezTo>
                  <a:cubicBezTo>
                    <a:pt x="388" y="502"/>
                    <a:pt x="502" y="388"/>
                    <a:pt x="502" y="250"/>
                  </a:cubicBezTo>
                  <a:cubicBezTo>
                    <a:pt x="502"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7" name="Google Shape;11487;p27"/>
            <p:cNvSpPr/>
            <p:nvPr/>
          </p:nvSpPr>
          <p:spPr>
            <a:xfrm>
              <a:off x="2054075" y="2575375"/>
              <a:ext cx="12425" cy="12550"/>
            </a:xfrm>
            <a:custGeom>
              <a:avLst/>
              <a:gdLst/>
              <a:ahLst/>
              <a:cxnLst/>
              <a:rect l="l" t="t" r="r" b="b"/>
              <a:pathLst>
                <a:path w="497" h="502" extrusionOk="0">
                  <a:moveTo>
                    <a:pt x="252" y="1"/>
                  </a:moveTo>
                  <a:cubicBezTo>
                    <a:pt x="109" y="1"/>
                    <a:pt x="1" y="114"/>
                    <a:pt x="1" y="250"/>
                  </a:cubicBezTo>
                  <a:cubicBezTo>
                    <a:pt x="1" y="388"/>
                    <a:pt x="109" y="502"/>
                    <a:pt x="252" y="502"/>
                  </a:cubicBezTo>
                  <a:cubicBezTo>
                    <a:pt x="388" y="502"/>
                    <a:pt x="496" y="388"/>
                    <a:pt x="496" y="250"/>
                  </a:cubicBezTo>
                  <a:cubicBezTo>
                    <a:pt x="496"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8" name="Google Shape;11488;p27"/>
            <p:cNvSpPr/>
            <p:nvPr/>
          </p:nvSpPr>
          <p:spPr>
            <a:xfrm>
              <a:off x="2145825" y="2575375"/>
              <a:ext cx="12600" cy="12550"/>
            </a:xfrm>
            <a:custGeom>
              <a:avLst/>
              <a:gdLst/>
              <a:ahLst/>
              <a:cxnLst/>
              <a:rect l="l" t="t" r="r" b="b"/>
              <a:pathLst>
                <a:path w="504" h="502" extrusionOk="0">
                  <a:moveTo>
                    <a:pt x="252" y="1"/>
                  </a:moveTo>
                  <a:cubicBezTo>
                    <a:pt x="116" y="1"/>
                    <a:pt x="1" y="114"/>
                    <a:pt x="1" y="250"/>
                  </a:cubicBezTo>
                  <a:cubicBezTo>
                    <a:pt x="1" y="388"/>
                    <a:pt x="116" y="502"/>
                    <a:pt x="252" y="502"/>
                  </a:cubicBezTo>
                  <a:cubicBezTo>
                    <a:pt x="388" y="502"/>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9" name="Google Shape;11489;p27"/>
            <p:cNvSpPr/>
            <p:nvPr/>
          </p:nvSpPr>
          <p:spPr>
            <a:xfrm>
              <a:off x="2237800" y="2575375"/>
              <a:ext cx="12350" cy="12550"/>
            </a:xfrm>
            <a:custGeom>
              <a:avLst/>
              <a:gdLst/>
              <a:ahLst/>
              <a:cxnLst/>
              <a:rect l="l" t="t" r="r" b="b"/>
              <a:pathLst>
                <a:path w="494" h="502" extrusionOk="0">
                  <a:moveTo>
                    <a:pt x="244" y="1"/>
                  </a:moveTo>
                  <a:cubicBezTo>
                    <a:pt x="107" y="1"/>
                    <a:pt x="0" y="114"/>
                    <a:pt x="0" y="250"/>
                  </a:cubicBezTo>
                  <a:cubicBezTo>
                    <a:pt x="0" y="388"/>
                    <a:pt x="107" y="502"/>
                    <a:pt x="244" y="502"/>
                  </a:cubicBezTo>
                  <a:cubicBezTo>
                    <a:pt x="387" y="502"/>
                    <a:pt x="494" y="388"/>
                    <a:pt x="494" y="250"/>
                  </a:cubicBezTo>
                  <a:cubicBezTo>
                    <a:pt x="494" y="114"/>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0" name="Google Shape;11490;p27"/>
            <p:cNvSpPr/>
            <p:nvPr/>
          </p:nvSpPr>
          <p:spPr>
            <a:xfrm>
              <a:off x="2329550" y="2575375"/>
              <a:ext cx="12575" cy="12550"/>
            </a:xfrm>
            <a:custGeom>
              <a:avLst/>
              <a:gdLst/>
              <a:ahLst/>
              <a:cxnLst/>
              <a:rect l="l" t="t" r="r" b="b"/>
              <a:pathLst>
                <a:path w="503" h="502" extrusionOk="0">
                  <a:moveTo>
                    <a:pt x="251" y="1"/>
                  </a:moveTo>
                  <a:cubicBezTo>
                    <a:pt x="115" y="1"/>
                    <a:pt x="0" y="114"/>
                    <a:pt x="0" y="250"/>
                  </a:cubicBezTo>
                  <a:cubicBezTo>
                    <a:pt x="0" y="388"/>
                    <a:pt x="115" y="502"/>
                    <a:pt x="251" y="502"/>
                  </a:cubicBezTo>
                  <a:cubicBezTo>
                    <a:pt x="387" y="502"/>
                    <a:pt x="502" y="388"/>
                    <a:pt x="502" y="250"/>
                  </a:cubicBezTo>
                  <a:cubicBezTo>
                    <a:pt x="502"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1" name="Google Shape;11491;p27"/>
            <p:cNvSpPr/>
            <p:nvPr/>
          </p:nvSpPr>
          <p:spPr>
            <a:xfrm>
              <a:off x="2421325" y="2575375"/>
              <a:ext cx="12550" cy="12550"/>
            </a:xfrm>
            <a:custGeom>
              <a:avLst/>
              <a:gdLst/>
              <a:ahLst/>
              <a:cxnLst/>
              <a:rect l="l" t="t" r="r" b="b"/>
              <a:pathLst>
                <a:path w="502" h="502" extrusionOk="0">
                  <a:moveTo>
                    <a:pt x="250" y="1"/>
                  </a:moveTo>
                  <a:cubicBezTo>
                    <a:pt x="114" y="1"/>
                    <a:pt x="1" y="114"/>
                    <a:pt x="1" y="250"/>
                  </a:cubicBezTo>
                  <a:cubicBezTo>
                    <a:pt x="1" y="388"/>
                    <a:pt x="114" y="502"/>
                    <a:pt x="250" y="502"/>
                  </a:cubicBezTo>
                  <a:cubicBezTo>
                    <a:pt x="395" y="502"/>
                    <a:pt x="501" y="388"/>
                    <a:pt x="501" y="250"/>
                  </a:cubicBezTo>
                  <a:cubicBezTo>
                    <a:pt x="501" y="114"/>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2" name="Google Shape;11492;p27"/>
            <p:cNvSpPr/>
            <p:nvPr/>
          </p:nvSpPr>
          <p:spPr>
            <a:xfrm>
              <a:off x="2513250" y="2575375"/>
              <a:ext cx="12575" cy="12550"/>
            </a:xfrm>
            <a:custGeom>
              <a:avLst/>
              <a:gdLst/>
              <a:ahLst/>
              <a:cxnLst/>
              <a:rect l="l" t="t" r="r" b="b"/>
              <a:pathLst>
                <a:path w="503" h="502" extrusionOk="0">
                  <a:moveTo>
                    <a:pt x="252" y="1"/>
                  </a:moveTo>
                  <a:cubicBezTo>
                    <a:pt x="109" y="1"/>
                    <a:pt x="0" y="114"/>
                    <a:pt x="0" y="250"/>
                  </a:cubicBezTo>
                  <a:cubicBezTo>
                    <a:pt x="0" y="388"/>
                    <a:pt x="109" y="502"/>
                    <a:pt x="252" y="502"/>
                  </a:cubicBezTo>
                  <a:cubicBezTo>
                    <a:pt x="388" y="502"/>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3" name="Google Shape;11493;p27"/>
            <p:cNvSpPr/>
            <p:nvPr/>
          </p:nvSpPr>
          <p:spPr>
            <a:xfrm>
              <a:off x="2605000" y="2575375"/>
              <a:ext cx="12575" cy="12550"/>
            </a:xfrm>
            <a:custGeom>
              <a:avLst/>
              <a:gdLst/>
              <a:ahLst/>
              <a:cxnLst/>
              <a:rect l="l" t="t" r="r" b="b"/>
              <a:pathLst>
                <a:path w="503" h="502" extrusionOk="0">
                  <a:moveTo>
                    <a:pt x="252" y="1"/>
                  </a:moveTo>
                  <a:cubicBezTo>
                    <a:pt x="116" y="1"/>
                    <a:pt x="0" y="114"/>
                    <a:pt x="0" y="250"/>
                  </a:cubicBezTo>
                  <a:cubicBezTo>
                    <a:pt x="0" y="388"/>
                    <a:pt x="116" y="502"/>
                    <a:pt x="252" y="502"/>
                  </a:cubicBezTo>
                  <a:cubicBezTo>
                    <a:pt x="387" y="502"/>
                    <a:pt x="503" y="388"/>
                    <a:pt x="503" y="250"/>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4" name="Google Shape;11494;p27"/>
            <p:cNvSpPr/>
            <p:nvPr/>
          </p:nvSpPr>
          <p:spPr>
            <a:xfrm>
              <a:off x="2696950" y="2575375"/>
              <a:ext cx="12375" cy="12550"/>
            </a:xfrm>
            <a:custGeom>
              <a:avLst/>
              <a:gdLst/>
              <a:ahLst/>
              <a:cxnLst/>
              <a:rect l="l" t="t" r="r" b="b"/>
              <a:pathLst>
                <a:path w="495" h="502" extrusionOk="0">
                  <a:moveTo>
                    <a:pt x="252" y="1"/>
                  </a:moveTo>
                  <a:cubicBezTo>
                    <a:pt x="108" y="1"/>
                    <a:pt x="1" y="114"/>
                    <a:pt x="1" y="250"/>
                  </a:cubicBezTo>
                  <a:cubicBezTo>
                    <a:pt x="1" y="388"/>
                    <a:pt x="108" y="502"/>
                    <a:pt x="252" y="502"/>
                  </a:cubicBezTo>
                  <a:cubicBezTo>
                    <a:pt x="388" y="502"/>
                    <a:pt x="495" y="388"/>
                    <a:pt x="495" y="250"/>
                  </a:cubicBezTo>
                  <a:cubicBezTo>
                    <a:pt x="495"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5" name="Google Shape;11495;p27"/>
            <p:cNvSpPr/>
            <p:nvPr/>
          </p:nvSpPr>
          <p:spPr>
            <a:xfrm>
              <a:off x="2788700" y="2575375"/>
              <a:ext cx="12600" cy="12550"/>
            </a:xfrm>
            <a:custGeom>
              <a:avLst/>
              <a:gdLst/>
              <a:ahLst/>
              <a:cxnLst/>
              <a:rect l="l" t="t" r="r" b="b"/>
              <a:pathLst>
                <a:path w="504" h="502" extrusionOk="0">
                  <a:moveTo>
                    <a:pt x="252" y="1"/>
                  </a:moveTo>
                  <a:cubicBezTo>
                    <a:pt x="116" y="1"/>
                    <a:pt x="1" y="114"/>
                    <a:pt x="1" y="250"/>
                  </a:cubicBezTo>
                  <a:cubicBezTo>
                    <a:pt x="1" y="388"/>
                    <a:pt x="116" y="502"/>
                    <a:pt x="252" y="502"/>
                  </a:cubicBezTo>
                  <a:cubicBezTo>
                    <a:pt x="388" y="502"/>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6" name="Google Shape;11496;p27"/>
            <p:cNvSpPr/>
            <p:nvPr/>
          </p:nvSpPr>
          <p:spPr>
            <a:xfrm>
              <a:off x="2880675" y="2575375"/>
              <a:ext cx="12375" cy="12550"/>
            </a:xfrm>
            <a:custGeom>
              <a:avLst/>
              <a:gdLst/>
              <a:ahLst/>
              <a:cxnLst/>
              <a:rect l="l" t="t" r="r" b="b"/>
              <a:pathLst>
                <a:path w="495" h="502" extrusionOk="0">
                  <a:moveTo>
                    <a:pt x="243" y="1"/>
                  </a:moveTo>
                  <a:cubicBezTo>
                    <a:pt x="107" y="1"/>
                    <a:pt x="0" y="114"/>
                    <a:pt x="0" y="250"/>
                  </a:cubicBezTo>
                  <a:cubicBezTo>
                    <a:pt x="0" y="388"/>
                    <a:pt x="107" y="502"/>
                    <a:pt x="243" y="502"/>
                  </a:cubicBezTo>
                  <a:cubicBezTo>
                    <a:pt x="387" y="502"/>
                    <a:pt x="494" y="388"/>
                    <a:pt x="494" y="250"/>
                  </a:cubicBezTo>
                  <a:cubicBezTo>
                    <a:pt x="494" y="114"/>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7" name="Google Shape;11497;p27"/>
            <p:cNvSpPr/>
            <p:nvPr/>
          </p:nvSpPr>
          <p:spPr>
            <a:xfrm>
              <a:off x="2972425" y="2575375"/>
              <a:ext cx="12575" cy="12550"/>
            </a:xfrm>
            <a:custGeom>
              <a:avLst/>
              <a:gdLst/>
              <a:ahLst/>
              <a:cxnLst/>
              <a:rect l="l" t="t" r="r" b="b"/>
              <a:pathLst>
                <a:path w="503" h="502" extrusionOk="0">
                  <a:moveTo>
                    <a:pt x="251" y="1"/>
                  </a:moveTo>
                  <a:cubicBezTo>
                    <a:pt x="115" y="1"/>
                    <a:pt x="0" y="114"/>
                    <a:pt x="0" y="250"/>
                  </a:cubicBezTo>
                  <a:cubicBezTo>
                    <a:pt x="0" y="388"/>
                    <a:pt x="115" y="502"/>
                    <a:pt x="251" y="502"/>
                  </a:cubicBezTo>
                  <a:cubicBezTo>
                    <a:pt x="387" y="502"/>
                    <a:pt x="503" y="388"/>
                    <a:pt x="503" y="250"/>
                  </a:cubicBezTo>
                  <a:cubicBezTo>
                    <a:pt x="503"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8" name="Google Shape;11498;p27"/>
            <p:cNvSpPr/>
            <p:nvPr/>
          </p:nvSpPr>
          <p:spPr>
            <a:xfrm>
              <a:off x="3064375" y="2575375"/>
              <a:ext cx="12375" cy="12550"/>
            </a:xfrm>
            <a:custGeom>
              <a:avLst/>
              <a:gdLst/>
              <a:ahLst/>
              <a:cxnLst/>
              <a:rect l="l" t="t" r="r" b="b"/>
              <a:pathLst>
                <a:path w="495" h="502" extrusionOk="0">
                  <a:moveTo>
                    <a:pt x="243" y="1"/>
                  </a:moveTo>
                  <a:cubicBezTo>
                    <a:pt x="107" y="1"/>
                    <a:pt x="1" y="114"/>
                    <a:pt x="1" y="250"/>
                  </a:cubicBezTo>
                  <a:cubicBezTo>
                    <a:pt x="1" y="388"/>
                    <a:pt x="107" y="502"/>
                    <a:pt x="243" y="502"/>
                  </a:cubicBezTo>
                  <a:cubicBezTo>
                    <a:pt x="388" y="502"/>
                    <a:pt x="495" y="388"/>
                    <a:pt x="495" y="250"/>
                  </a:cubicBezTo>
                  <a:cubicBezTo>
                    <a:pt x="495" y="114"/>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9" name="Google Shape;11499;p27"/>
            <p:cNvSpPr/>
            <p:nvPr/>
          </p:nvSpPr>
          <p:spPr>
            <a:xfrm>
              <a:off x="3156125" y="2575375"/>
              <a:ext cx="12600" cy="12550"/>
            </a:xfrm>
            <a:custGeom>
              <a:avLst/>
              <a:gdLst/>
              <a:ahLst/>
              <a:cxnLst/>
              <a:rect l="l" t="t" r="r" b="b"/>
              <a:pathLst>
                <a:path w="504" h="502" extrusionOk="0">
                  <a:moveTo>
                    <a:pt x="252" y="1"/>
                  </a:moveTo>
                  <a:cubicBezTo>
                    <a:pt x="116" y="1"/>
                    <a:pt x="1" y="114"/>
                    <a:pt x="1" y="250"/>
                  </a:cubicBezTo>
                  <a:cubicBezTo>
                    <a:pt x="1" y="388"/>
                    <a:pt x="116" y="502"/>
                    <a:pt x="252" y="502"/>
                  </a:cubicBezTo>
                  <a:cubicBezTo>
                    <a:pt x="388" y="502"/>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0" name="Google Shape;11500;p27"/>
            <p:cNvSpPr/>
            <p:nvPr/>
          </p:nvSpPr>
          <p:spPr>
            <a:xfrm>
              <a:off x="3247875" y="2575375"/>
              <a:ext cx="12575" cy="12550"/>
            </a:xfrm>
            <a:custGeom>
              <a:avLst/>
              <a:gdLst/>
              <a:ahLst/>
              <a:cxnLst/>
              <a:rect l="l" t="t" r="r" b="b"/>
              <a:pathLst>
                <a:path w="503" h="502" extrusionOk="0">
                  <a:moveTo>
                    <a:pt x="252" y="1"/>
                  </a:moveTo>
                  <a:cubicBezTo>
                    <a:pt x="116" y="1"/>
                    <a:pt x="1" y="114"/>
                    <a:pt x="1" y="250"/>
                  </a:cubicBezTo>
                  <a:cubicBezTo>
                    <a:pt x="1" y="388"/>
                    <a:pt x="116" y="502"/>
                    <a:pt x="252" y="502"/>
                  </a:cubicBezTo>
                  <a:cubicBezTo>
                    <a:pt x="388" y="502"/>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1" name="Google Shape;11501;p27"/>
            <p:cNvSpPr/>
            <p:nvPr/>
          </p:nvSpPr>
          <p:spPr>
            <a:xfrm>
              <a:off x="3339850" y="2575375"/>
              <a:ext cx="12525" cy="12550"/>
            </a:xfrm>
            <a:custGeom>
              <a:avLst/>
              <a:gdLst/>
              <a:ahLst/>
              <a:cxnLst/>
              <a:rect l="l" t="t" r="r" b="b"/>
              <a:pathLst>
                <a:path w="501" h="502" extrusionOk="0">
                  <a:moveTo>
                    <a:pt x="251" y="1"/>
                  </a:moveTo>
                  <a:cubicBezTo>
                    <a:pt x="107" y="1"/>
                    <a:pt x="0" y="114"/>
                    <a:pt x="0" y="250"/>
                  </a:cubicBezTo>
                  <a:cubicBezTo>
                    <a:pt x="0" y="388"/>
                    <a:pt x="107" y="502"/>
                    <a:pt x="251" y="502"/>
                  </a:cubicBezTo>
                  <a:cubicBezTo>
                    <a:pt x="387" y="502"/>
                    <a:pt x="501" y="388"/>
                    <a:pt x="501" y="250"/>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2" name="Google Shape;11502;p27"/>
            <p:cNvSpPr/>
            <p:nvPr/>
          </p:nvSpPr>
          <p:spPr>
            <a:xfrm>
              <a:off x="3431575" y="2575375"/>
              <a:ext cx="12600" cy="12550"/>
            </a:xfrm>
            <a:custGeom>
              <a:avLst/>
              <a:gdLst/>
              <a:ahLst/>
              <a:cxnLst/>
              <a:rect l="l" t="t" r="r" b="b"/>
              <a:pathLst>
                <a:path w="504" h="502" extrusionOk="0">
                  <a:moveTo>
                    <a:pt x="252" y="1"/>
                  </a:moveTo>
                  <a:cubicBezTo>
                    <a:pt x="116" y="1"/>
                    <a:pt x="1" y="114"/>
                    <a:pt x="1" y="250"/>
                  </a:cubicBezTo>
                  <a:cubicBezTo>
                    <a:pt x="1" y="388"/>
                    <a:pt x="116" y="502"/>
                    <a:pt x="252" y="502"/>
                  </a:cubicBezTo>
                  <a:cubicBezTo>
                    <a:pt x="388" y="502"/>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3" name="Google Shape;11503;p27"/>
            <p:cNvSpPr/>
            <p:nvPr/>
          </p:nvSpPr>
          <p:spPr>
            <a:xfrm>
              <a:off x="3523550" y="2575375"/>
              <a:ext cx="12375" cy="12550"/>
            </a:xfrm>
            <a:custGeom>
              <a:avLst/>
              <a:gdLst/>
              <a:ahLst/>
              <a:cxnLst/>
              <a:rect l="l" t="t" r="r" b="b"/>
              <a:pathLst>
                <a:path w="495" h="502" extrusionOk="0">
                  <a:moveTo>
                    <a:pt x="250" y="1"/>
                  </a:moveTo>
                  <a:cubicBezTo>
                    <a:pt x="107" y="1"/>
                    <a:pt x="0" y="114"/>
                    <a:pt x="0" y="250"/>
                  </a:cubicBezTo>
                  <a:cubicBezTo>
                    <a:pt x="0" y="388"/>
                    <a:pt x="107" y="502"/>
                    <a:pt x="250" y="502"/>
                  </a:cubicBezTo>
                  <a:cubicBezTo>
                    <a:pt x="388" y="502"/>
                    <a:pt x="494" y="388"/>
                    <a:pt x="494" y="250"/>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4" name="Google Shape;11504;p27"/>
            <p:cNvSpPr/>
            <p:nvPr/>
          </p:nvSpPr>
          <p:spPr>
            <a:xfrm>
              <a:off x="676400" y="26673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5" name="Google Shape;11505;p27"/>
            <p:cNvSpPr/>
            <p:nvPr/>
          </p:nvSpPr>
          <p:spPr>
            <a:xfrm>
              <a:off x="768325" y="2667300"/>
              <a:ext cx="12400" cy="12425"/>
            </a:xfrm>
            <a:custGeom>
              <a:avLst/>
              <a:gdLst/>
              <a:ahLst/>
              <a:cxnLst/>
              <a:rect l="l" t="t" r="r" b="b"/>
              <a:pathLst>
                <a:path w="496" h="497" extrusionOk="0">
                  <a:moveTo>
                    <a:pt x="245" y="1"/>
                  </a:moveTo>
                  <a:cubicBezTo>
                    <a:pt x="109" y="1"/>
                    <a:pt x="0" y="109"/>
                    <a:pt x="0" y="245"/>
                  </a:cubicBezTo>
                  <a:cubicBezTo>
                    <a:pt x="0" y="388"/>
                    <a:pt x="109" y="496"/>
                    <a:pt x="245" y="496"/>
                  </a:cubicBezTo>
                  <a:cubicBezTo>
                    <a:pt x="388" y="496"/>
                    <a:pt x="496" y="388"/>
                    <a:pt x="496" y="245"/>
                  </a:cubicBezTo>
                  <a:cubicBezTo>
                    <a:pt x="496" y="109"/>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6" name="Google Shape;11506;p27"/>
            <p:cNvSpPr/>
            <p:nvPr/>
          </p:nvSpPr>
          <p:spPr>
            <a:xfrm>
              <a:off x="860125" y="2667300"/>
              <a:ext cx="12525" cy="12425"/>
            </a:xfrm>
            <a:custGeom>
              <a:avLst/>
              <a:gdLst/>
              <a:ahLst/>
              <a:cxnLst/>
              <a:rect l="l" t="t" r="r" b="b"/>
              <a:pathLst>
                <a:path w="501" h="497" extrusionOk="0">
                  <a:moveTo>
                    <a:pt x="251" y="1"/>
                  </a:moveTo>
                  <a:cubicBezTo>
                    <a:pt x="114" y="1"/>
                    <a:pt x="0" y="109"/>
                    <a:pt x="0" y="245"/>
                  </a:cubicBezTo>
                  <a:cubicBezTo>
                    <a:pt x="0" y="388"/>
                    <a:pt x="114" y="496"/>
                    <a:pt x="251" y="496"/>
                  </a:cubicBezTo>
                  <a:cubicBezTo>
                    <a:pt x="387" y="496"/>
                    <a:pt x="501" y="388"/>
                    <a:pt x="501" y="245"/>
                  </a:cubicBezTo>
                  <a:cubicBezTo>
                    <a:pt x="501"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7" name="Google Shape;11507;p27"/>
            <p:cNvSpPr/>
            <p:nvPr/>
          </p:nvSpPr>
          <p:spPr>
            <a:xfrm>
              <a:off x="951850" y="26673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8" name="Google Shape;11508;p27"/>
            <p:cNvSpPr/>
            <p:nvPr/>
          </p:nvSpPr>
          <p:spPr>
            <a:xfrm>
              <a:off x="1043825" y="2667300"/>
              <a:ext cx="12375" cy="12425"/>
            </a:xfrm>
            <a:custGeom>
              <a:avLst/>
              <a:gdLst/>
              <a:ahLst/>
              <a:cxnLst/>
              <a:rect l="l" t="t" r="r" b="b"/>
              <a:pathLst>
                <a:path w="495" h="497" extrusionOk="0">
                  <a:moveTo>
                    <a:pt x="250" y="1"/>
                  </a:moveTo>
                  <a:cubicBezTo>
                    <a:pt x="107" y="1"/>
                    <a:pt x="0" y="109"/>
                    <a:pt x="0" y="245"/>
                  </a:cubicBezTo>
                  <a:cubicBezTo>
                    <a:pt x="0" y="388"/>
                    <a:pt x="107" y="496"/>
                    <a:pt x="250" y="496"/>
                  </a:cubicBezTo>
                  <a:cubicBezTo>
                    <a:pt x="388" y="496"/>
                    <a:pt x="494" y="388"/>
                    <a:pt x="494" y="245"/>
                  </a:cubicBezTo>
                  <a:cubicBezTo>
                    <a:pt x="494"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9" name="Google Shape;11509;p27"/>
            <p:cNvSpPr/>
            <p:nvPr/>
          </p:nvSpPr>
          <p:spPr>
            <a:xfrm>
              <a:off x="1135575" y="2667300"/>
              <a:ext cx="12575" cy="12425"/>
            </a:xfrm>
            <a:custGeom>
              <a:avLst/>
              <a:gdLst/>
              <a:ahLst/>
              <a:cxnLst/>
              <a:rect l="l" t="t" r="r" b="b"/>
              <a:pathLst>
                <a:path w="503" h="497" extrusionOk="0">
                  <a:moveTo>
                    <a:pt x="252" y="1"/>
                  </a:moveTo>
                  <a:cubicBezTo>
                    <a:pt x="116" y="1"/>
                    <a:pt x="0" y="109"/>
                    <a:pt x="0" y="245"/>
                  </a:cubicBezTo>
                  <a:cubicBezTo>
                    <a:pt x="0" y="388"/>
                    <a:pt x="116" y="496"/>
                    <a:pt x="252" y="496"/>
                  </a:cubicBezTo>
                  <a:cubicBezTo>
                    <a:pt x="387" y="496"/>
                    <a:pt x="503" y="388"/>
                    <a:pt x="503" y="245"/>
                  </a:cubicBezTo>
                  <a:cubicBezTo>
                    <a:pt x="503"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0" name="Google Shape;11510;p27"/>
            <p:cNvSpPr/>
            <p:nvPr/>
          </p:nvSpPr>
          <p:spPr>
            <a:xfrm>
              <a:off x="1227500" y="2667300"/>
              <a:ext cx="12400" cy="12425"/>
            </a:xfrm>
            <a:custGeom>
              <a:avLst/>
              <a:gdLst/>
              <a:ahLst/>
              <a:cxnLst/>
              <a:rect l="l" t="t" r="r" b="b"/>
              <a:pathLst>
                <a:path w="496" h="497" extrusionOk="0">
                  <a:moveTo>
                    <a:pt x="251" y="1"/>
                  </a:moveTo>
                  <a:cubicBezTo>
                    <a:pt x="109" y="1"/>
                    <a:pt x="0" y="109"/>
                    <a:pt x="0" y="245"/>
                  </a:cubicBezTo>
                  <a:cubicBezTo>
                    <a:pt x="0" y="388"/>
                    <a:pt x="109" y="496"/>
                    <a:pt x="251" y="496"/>
                  </a:cubicBezTo>
                  <a:cubicBezTo>
                    <a:pt x="387" y="496"/>
                    <a:pt x="496" y="388"/>
                    <a:pt x="496" y="245"/>
                  </a:cubicBezTo>
                  <a:cubicBezTo>
                    <a:pt x="496"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1" name="Google Shape;11511;p27"/>
            <p:cNvSpPr/>
            <p:nvPr/>
          </p:nvSpPr>
          <p:spPr>
            <a:xfrm>
              <a:off x="1319275" y="2667300"/>
              <a:ext cx="12550" cy="12425"/>
            </a:xfrm>
            <a:custGeom>
              <a:avLst/>
              <a:gdLst/>
              <a:ahLst/>
              <a:cxnLst/>
              <a:rect l="l" t="t" r="r" b="b"/>
              <a:pathLst>
                <a:path w="502" h="497" extrusionOk="0">
                  <a:moveTo>
                    <a:pt x="252" y="1"/>
                  </a:moveTo>
                  <a:cubicBezTo>
                    <a:pt x="114" y="1"/>
                    <a:pt x="1" y="109"/>
                    <a:pt x="1" y="245"/>
                  </a:cubicBezTo>
                  <a:cubicBezTo>
                    <a:pt x="1" y="388"/>
                    <a:pt x="114" y="496"/>
                    <a:pt x="252" y="496"/>
                  </a:cubicBezTo>
                  <a:cubicBezTo>
                    <a:pt x="388" y="496"/>
                    <a:pt x="501" y="388"/>
                    <a:pt x="501" y="245"/>
                  </a:cubicBezTo>
                  <a:cubicBezTo>
                    <a:pt x="501"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2" name="Google Shape;11512;p27"/>
            <p:cNvSpPr/>
            <p:nvPr/>
          </p:nvSpPr>
          <p:spPr>
            <a:xfrm>
              <a:off x="1411200" y="2667300"/>
              <a:ext cx="12425" cy="12425"/>
            </a:xfrm>
            <a:custGeom>
              <a:avLst/>
              <a:gdLst/>
              <a:ahLst/>
              <a:cxnLst/>
              <a:rect l="l" t="t" r="r" b="b"/>
              <a:pathLst>
                <a:path w="497" h="497" extrusionOk="0">
                  <a:moveTo>
                    <a:pt x="245" y="1"/>
                  </a:moveTo>
                  <a:cubicBezTo>
                    <a:pt x="109" y="1"/>
                    <a:pt x="1" y="109"/>
                    <a:pt x="1" y="245"/>
                  </a:cubicBezTo>
                  <a:cubicBezTo>
                    <a:pt x="1" y="388"/>
                    <a:pt x="109" y="496"/>
                    <a:pt x="245" y="496"/>
                  </a:cubicBezTo>
                  <a:cubicBezTo>
                    <a:pt x="388" y="496"/>
                    <a:pt x="496" y="388"/>
                    <a:pt x="496" y="245"/>
                  </a:cubicBezTo>
                  <a:cubicBezTo>
                    <a:pt x="496" y="109"/>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3" name="Google Shape;11513;p27"/>
            <p:cNvSpPr/>
            <p:nvPr/>
          </p:nvSpPr>
          <p:spPr>
            <a:xfrm>
              <a:off x="1503000" y="2667300"/>
              <a:ext cx="12525" cy="12425"/>
            </a:xfrm>
            <a:custGeom>
              <a:avLst/>
              <a:gdLst/>
              <a:ahLst/>
              <a:cxnLst/>
              <a:rect l="l" t="t" r="r" b="b"/>
              <a:pathLst>
                <a:path w="501" h="497" extrusionOk="0">
                  <a:moveTo>
                    <a:pt x="250" y="1"/>
                  </a:moveTo>
                  <a:cubicBezTo>
                    <a:pt x="114" y="1"/>
                    <a:pt x="0" y="109"/>
                    <a:pt x="0" y="245"/>
                  </a:cubicBezTo>
                  <a:cubicBezTo>
                    <a:pt x="0" y="388"/>
                    <a:pt x="114" y="496"/>
                    <a:pt x="250" y="496"/>
                  </a:cubicBezTo>
                  <a:cubicBezTo>
                    <a:pt x="387" y="496"/>
                    <a:pt x="501" y="388"/>
                    <a:pt x="501" y="245"/>
                  </a:cubicBezTo>
                  <a:cubicBezTo>
                    <a:pt x="501" y="109"/>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4" name="Google Shape;11514;p27"/>
            <p:cNvSpPr/>
            <p:nvPr/>
          </p:nvSpPr>
          <p:spPr>
            <a:xfrm>
              <a:off x="1594750" y="2667300"/>
              <a:ext cx="12575" cy="12425"/>
            </a:xfrm>
            <a:custGeom>
              <a:avLst/>
              <a:gdLst/>
              <a:ahLst/>
              <a:cxnLst/>
              <a:rect l="l" t="t" r="r" b="b"/>
              <a:pathLst>
                <a:path w="503" h="497" extrusionOk="0">
                  <a:moveTo>
                    <a:pt x="251" y="1"/>
                  </a:moveTo>
                  <a:cubicBezTo>
                    <a:pt x="115" y="1"/>
                    <a:pt x="0" y="109"/>
                    <a:pt x="0" y="245"/>
                  </a:cubicBezTo>
                  <a:cubicBezTo>
                    <a:pt x="0" y="388"/>
                    <a:pt x="115" y="496"/>
                    <a:pt x="251" y="496"/>
                  </a:cubicBezTo>
                  <a:cubicBezTo>
                    <a:pt x="394" y="496"/>
                    <a:pt x="503" y="388"/>
                    <a:pt x="503" y="245"/>
                  </a:cubicBezTo>
                  <a:cubicBezTo>
                    <a:pt x="503" y="109"/>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5" name="Google Shape;11515;p27"/>
            <p:cNvSpPr/>
            <p:nvPr/>
          </p:nvSpPr>
          <p:spPr>
            <a:xfrm>
              <a:off x="1686650" y="26673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6" name="Google Shape;11516;p27"/>
            <p:cNvSpPr/>
            <p:nvPr/>
          </p:nvSpPr>
          <p:spPr>
            <a:xfrm>
              <a:off x="1778450" y="2667300"/>
              <a:ext cx="12550" cy="12425"/>
            </a:xfrm>
            <a:custGeom>
              <a:avLst/>
              <a:gdLst/>
              <a:ahLst/>
              <a:cxnLst/>
              <a:rect l="l" t="t" r="r" b="b"/>
              <a:pathLst>
                <a:path w="502" h="497" extrusionOk="0">
                  <a:moveTo>
                    <a:pt x="252" y="1"/>
                  </a:moveTo>
                  <a:cubicBezTo>
                    <a:pt x="114" y="1"/>
                    <a:pt x="1" y="109"/>
                    <a:pt x="1" y="245"/>
                  </a:cubicBezTo>
                  <a:cubicBezTo>
                    <a:pt x="1" y="388"/>
                    <a:pt x="114" y="496"/>
                    <a:pt x="252" y="496"/>
                  </a:cubicBezTo>
                  <a:cubicBezTo>
                    <a:pt x="388" y="496"/>
                    <a:pt x="501" y="388"/>
                    <a:pt x="501" y="245"/>
                  </a:cubicBezTo>
                  <a:cubicBezTo>
                    <a:pt x="501"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7" name="Google Shape;11517;p27"/>
            <p:cNvSpPr/>
            <p:nvPr/>
          </p:nvSpPr>
          <p:spPr>
            <a:xfrm>
              <a:off x="1870375" y="2667300"/>
              <a:ext cx="12400" cy="12425"/>
            </a:xfrm>
            <a:custGeom>
              <a:avLst/>
              <a:gdLst/>
              <a:ahLst/>
              <a:cxnLst/>
              <a:rect l="l" t="t" r="r" b="b"/>
              <a:pathLst>
                <a:path w="496" h="497" extrusionOk="0">
                  <a:moveTo>
                    <a:pt x="252" y="1"/>
                  </a:moveTo>
                  <a:cubicBezTo>
                    <a:pt x="109" y="1"/>
                    <a:pt x="0" y="109"/>
                    <a:pt x="0" y="245"/>
                  </a:cubicBezTo>
                  <a:cubicBezTo>
                    <a:pt x="0" y="388"/>
                    <a:pt x="109" y="496"/>
                    <a:pt x="252" y="496"/>
                  </a:cubicBezTo>
                  <a:cubicBezTo>
                    <a:pt x="387" y="496"/>
                    <a:pt x="496" y="388"/>
                    <a:pt x="496" y="245"/>
                  </a:cubicBezTo>
                  <a:cubicBezTo>
                    <a:pt x="496"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8" name="Google Shape;11518;p27"/>
            <p:cNvSpPr/>
            <p:nvPr/>
          </p:nvSpPr>
          <p:spPr>
            <a:xfrm>
              <a:off x="1962150" y="2667300"/>
              <a:ext cx="12550" cy="12425"/>
            </a:xfrm>
            <a:custGeom>
              <a:avLst/>
              <a:gdLst/>
              <a:ahLst/>
              <a:cxnLst/>
              <a:rect l="l" t="t" r="r" b="b"/>
              <a:pathLst>
                <a:path w="502" h="497" extrusionOk="0">
                  <a:moveTo>
                    <a:pt x="250" y="1"/>
                  </a:moveTo>
                  <a:cubicBezTo>
                    <a:pt x="114" y="1"/>
                    <a:pt x="1" y="109"/>
                    <a:pt x="1" y="245"/>
                  </a:cubicBezTo>
                  <a:cubicBezTo>
                    <a:pt x="1" y="388"/>
                    <a:pt x="114" y="496"/>
                    <a:pt x="250" y="496"/>
                  </a:cubicBezTo>
                  <a:cubicBezTo>
                    <a:pt x="388" y="496"/>
                    <a:pt x="502" y="388"/>
                    <a:pt x="502" y="245"/>
                  </a:cubicBezTo>
                  <a:cubicBezTo>
                    <a:pt x="502"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9" name="Google Shape;11519;p27"/>
            <p:cNvSpPr/>
            <p:nvPr/>
          </p:nvSpPr>
          <p:spPr>
            <a:xfrm>
              <a:off x="2054075" y="2667300"/>
              <a:ext cx="12425" cy="12425"/>
            </a:xfrm>
            <a:custGeom>
              <a:avLst/>
              <a:gdLst/>
              <a:ahLst/>
              <a:cxnLst/>
              <a:rect l="l" t="t" r="r" b="b"/>
              <a:pathLst>
                <a:path w="497" h="497" extrusionOk="0">
                  <a:moveTo>
                    <a:pt x="252" y="1"/>
                  </a:moveTo>
                  <a:cubicBezTo>
                    <a:pt x="109" y="1"/>
                    <a:pt x="1" y="109"/>
                    <a:pt x="1" y="245"/>
                  </a:cubicBezTo>
                  <a:cubicBezTo>
                    <a:pt x="1" y="388"/>
                    <a:pt x="109" y="496"/>
                    <a:pt x="252" y="496"/>
                  </a:cubicBezTo>
                  <a:cubicBezTo>
                    <a:pt x="388" y="496"/>
                    <a:pt x="496" y="388"/>
                    <a:pt x="496" y="245"/>
                  </a:cubicBezTo>
                  <a:cubicBezTo>
                    <a:pt x="496"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0" name="Google Shape;11520;p27"/>
            <p:cNvSpPr/>
            <p:nvPr/>
          </p:nvSpPr>
          <p:spPr>
            <a:xfrm>
              <a:off x="2145825" y="26673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1" name="Google Shape;11521;p27"/>
            <p:cNvSpPr/>
            <p:nvPr/>
          </p:nvSpPr>
          <p:spPr>
            <a:xfrm>
              <a:off x="2237800" y="2667300"/>
              <a:ext cx="12350" cy="12425"/>
            </a:xfrm>
            <a:custGeom>
              <a:avLst/>
              <a:gdLst/>
              <a:ahLst/>
              <a:cxnLst/>
              <a:rect l="l" t="t" r="r" b="b"/>
              <a:pathLst>
                <a:path w="494" h="497" extrusionOk="0">
                  <a:moveTo>
                    <a:pt x="244" y="1"/>
                  </a:moveTo>
                  <a:cubicBezTo>
                    <a:pt x="107" y="1"/>
                    <a:pt x="0" y="109"/>
                    <a:pt x="0" y="245"/>
                  </a:cubicBezTo>
                  <a:cubicBezTo>
                    <a:pt x="0" y="388"/>
                    <a:pt x="107" y="496"/>
                    <a:pt x="244" y="496"/>
                  </a:cubicBezTo>
                  <a:cubicBezTo>
                    <a:pt x="387" y="496"/>
                    <a:pt x="494" y="388"/>
                    <a:pt x="494" y="245"/>
                  </a:cubicBezTo>
                  <a:cubicBezTo>
                    <a:pt x="494" y="109"/>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2" name="Google Shape;11522;p27"/>
            <p:cNvSpPr/>
            <p:nvPr/>
          </p:nvSpPr>
          <p:spPr>
            <a:xfrm>
              <a:off x="2329550" y="2667300"/>
              <a:ext cx="12575" cy="12425"/>
            </a:xfrm>
            <a:custGeom>
              <a:avLst/>
              <a:gdLst/>
              <a:ahLst/>
              <a:cxnLst/>
              <a:rect l="l" t="t" r="r" b="b"/>
              <a:pathLst>
                <a:path w="503" h="497" extrusionOk="0">
                  <a:moveTo>
                    <a:pt x="251" y="1"/>
                  </a:moveTo>
                  <a:cubicBezTo>
                    <a:pt x="115" y="1"/>
                    <a:pt x="0" y="109"/>
                    <a:pt x="0" y="245"/>
                  </a:cubicBezTo>
                  <a:cubicBezTo>
                    <a:pt x="0" y="388"/>
                    <a:pt x="115" y="496"/>
                    <a:pt x="251" y="496"/>
                  </a:cubicBezTo>
                  <a:cubicBezTo>
                    <a:pt x="387" y="496"/>
                    <a:pt x="502" y="388"/>
                    <a:pt x="502" y="245"/>
                  </a:cubicBezTo>
                  <a:cubicBezTo>
                    <a:pt x="502"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3" name="Google Shape;11523;p27"/>
            <p:cNvSpPr/>
            <p:nvPr/>
          </p:nvSpPr>
          <p:spPr>
            <a:xfrm>
              <a:off x="2421325" y="2667300"/>
              <a:ext cx="12550" cy="12425"/>
            </a:xfrm>
            <a:custGeom>
              <a:avLst/>
              <a:gdLst/>
              <a:ahLst/>
              <a:cxnLst/>
              <a:rect l="l" t="t" r="r" b="b"/>
              <a:pathLst>
                <a:path w="502" h="497" extrusionOk="0">
                  <a:moveTo>
                    <a:pt x="250" y="1"/>
                  </a:moveTo>
                  <a:cubicBezTo>
                    <a:pt x="114" y="1"/>
                    <a:pt x="1" y="109"/>
                    <a:pt x="1" y="245"/>
                  </a:cubicBezTo>
                  <a:cubicBezTo>
                    <a:pt x="1" y="388"/>
                    <a:pt x="114" y="496"/>
                    <a:pt x="250" y="496"/>
                  </a:cubicBezTo>
                  <a:cubicBezTo>
                    <a:pt x="395" y="496"/>
                    <a:pt x="501" y="388"/>
                    <a:pt x="501" y="245"/>
                  </a:cubicBezTo>
                  <a:cubicBezTo>
                    <a:pt x="501" y="109"/>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4" name="Google Shape;11524;p27"/>
            <p:cNvSpPr/>
            <p:nvPr/>
          </p:nvSpPr>
          <p:spPr>
            <a:xfrm>
              <a:off x="2513250" y="2667300"/>
              <a:ext cx="12575" cy="12425"/>
            </a:xfrm>
            <a:custGeom>
              <a:avLst/>
              <a:gdLst/>
              <a:ahLst/>
              <a:cxnLst/>
              <a:rect l="l" t="t" r="r" b="b"/>
              <a:pathLst>
                <a:path w="503" h="497" extrusionOk="0">
                  <a:moveTo>
                    <a:pt x="252" y="1"/>
                  </a:moveTo>
                  <a:cubicBezTo>
                    <a:pt x="109" y="1"/>
                    <a:pt x="0" y="109"/>
                    <a:pt x="0" y="245"/>
                  </a:cubicBezTo>
                  <a:cubicBezTo>
                    <a:pt x="0" y="388"/>
                    <a:pt x="109"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5" name="Google Shape;11525;p27"/>
            <p:cNvSpPr/>
            <p:nvPr/>
          </p:nvSpPr>
          <p:spPr>
            <a:xfrm>
              <a:off x="2605000" y="2667300"/>
              <a:ext cx="12575" cy="12425"/>
            </a:xfrm>
            <a:custGeom>
              <a:avLst/>
              <a:gdLst/>
              <a:ahLst/>
              <a:cxnLst/>
              <a:rect l="l" t="t" r="r" b="b"/>
              <a:pathLst>
                <a:path w="503" h="497" extrusionOk="0">
                  <a:moveTo>
                    <a:pt x="252" y="1"/>
                  </a:moveTo>
                  <a:cubicBezTo>
                    <a:pt x="116" y="1"/>
                    <a:pt x="0" y="109"/>
                    <a:pt x="0" y="245"/>
                  </a:cubicBezTo>
                  <a:cubicBezTo>
                    <a:pt x="0" y="388"/>
                    <a:pt x="116" y="496"/>
                    <a:pt x="252" y="496"/>
                  </a:cubicBezTo>
                  <a:cubicBezTo>
                    <a:pt x="387" y="496"/>
                    <a:pt x="503" y="388"/>
                    <a:pt x="503" y="245"/>
                  </a:cubicBezTo>
                  <a:cubicBezTo>
                    <a:pt x="503"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6" name="Google Shape;11526;p27"/>
            <p:cNvSpPr/>
            <p:nvPr/>
          </p:nvSpPr>
          <p:spPr>
            <a:xfrm>
              <a:off x="2696950" y="2667300"/>
              <a:ext cx="12375" cy="12425"/>
            </a:xfrm>
            <a:custGeom>
              <a:avLst/>
              <a:gdLst/>
              <a:ahLst/>
              <a:cxnLst/>
              <a:rect l="l" t="t" r="r" b="b"/>
              <a:pathLst>
                <a:path w="495" h="497" extrusionOk="0">
                  <a:moveTo>
                    <a:pt x="252" y="1"/>
                  </a:moveTo>
                  <a:cubicBezTo>
                    <a:pt x="108" y="1"/>
                    <a:pt x="1" y="109"/>
                    <a:pt x="1" y="245"/>
                  </a:cubicBezTo>
                  <a:cubicBezTo>
                    <a:pt x="1" y="388"/>
                    <a:pt x="108" y="496"/>
                    <a:pt x="252" y="496"/>
                  </a:cubicBezTo>
                  <a:cubicBezTo>
                    <a:pt x="388" y="496"/>
                    <a:pt x="495" y="388"/>
                    <a:pt x="495" y="245"/>
                  </a:cubicBezTo>
                  <a:cubicBezTo>
                    <a:pt x="495"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7" name="Google Shape;11527;p27"/>
            <p:cNvSpPr/>
            <p:nvPr/>
          </p:nvSpPr>
          <p:spPr>
            <a:xfrm>
              <a:off x="2788700" y="26673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8" name="Google Shape;11528;p27"/>
            <p:cNvSpPr/>
            <p:nvPr/>
          </p:nvSpPr>
          <p:spPr>
            <a:xfrm>
              <a:off x="2880675" y="2667300"/>
              <a:ext cx="12375" cy="12425"/>
            </a:xfrm>
            <a:custGeom>
              <a:avLst/>
              <a:gdLst/>
              <a:ahLst/>
              <a:cxnLst/>
              <a:rect l="l" t="t" r="r" b="b"/>
              <a:pathLst>
                <a:path w="495" h="497" extrusionOk="0">
                  <a:moveTo>
                    <a:pt x="243" y="1"/>
                  </a:moveTo>
                  <a:cubicBezTo>
                    <a:pt x="107" y="1"/>
                    <a:pt x="0" y="109"/>
                    <a:pt x="0" y="245"/>
                  </a:cubicBezTo>
                  <a:cubicBezTo>
                    <a:pt x="0" y="388"/>
                    <a:pt x="107" y="496"/>
                    <a:pt x="243" y="496"/>
                  </a:cubicBezTo>
                  <a:cubicBezTo>
                    <a:pt x="387" y="496"/>
                    <a:pt x="494" y="388"/>
                    <a:pt x="494" y="245"/>
                  </a:cubicBezTo>
                  <a:cubicBezTo>
                    <a:pt x="494" y="109"/>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9" name="Google Shape;11529;p27"/>
            <p:cNvSpPr/>
            <p:nvPr/>
          </p:nvSpPr>
          <p:spPr>
            <a:xfrm>
              <a:off x="2972425" y="2667300"/>
              <a:ext cx="12575" cy="12425"/>
            </a:xfrm>
            <a:custGeom>
              <a:avLst/>
              <a:gdLst/>
              <a:ahLst/>
              <a:cxnLst/>
              <a:rect l="l" t="t" r="r" b="b"/>
              <a:pathLst>
                <a:path w="503" h="497" extrusionOk="0">
                  <a:moveTo>
                    <a:pt x="251" y="1"/>
                  </a:moveTo>
                  <a:cubicBezTo>
                    <a:pt x="115" y="1"/>
                    <a:pt x="0" y="109"/>
                    <a:pt x="0" y="245"/>
                  </a:cubicBezTo>
                  <a:cubicBezTo>
                    <a:pt x="0" y="388"/>
                    <a:pt x="115" y="496"/>
                    <a:pt x="251" y="496"/>
                  </a:cubicBezTo>
                  <a:cubicBezTo>
                    <a:pt x="387" y="496"/>
                    <a:pt x="503" y="388"/>
                    <a:pt x="503" y="245"/>
                  </a:cubicBezTo>
                  <a:cubicBezTo>
                    <a:pt x="503"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0" name="Google Shape;11530;p27"/>
            <p:cNvSpPr/>
            <p:nvPr/>
          </p:nvSpPr>
          <p:spPr>
            <a:xfrm>
              <a:off x="3064375" y="2667300"/>
              <a:ext cx="12375" cy="12425"/>
            </a:xfrm>
            <a:custGeom>
              <a:avLst/>
              <a:gdLst/>
              <a:ahLst/>
              <a:cxnLst/>
              <a:rect l="l" t="t" r="r" b="b"/>
              <a:pathLst>
                <a:path w="495" h="497" extrusionOk="0">
                  <a:moveTo>
                    <a:pt x="243" y="1"/>
                  </a:moveTo>
                  <a:cubicBezTo>
                    <a:pt x="107" y="1"/>
                    <a:pt x="1" y="109"/>
                    <a:pt x="1" y="245"/>
                  </a:cubicBezTo>
                  <a:cubicBezTo>
                    <a:pt x="1" y="388"/>
                    <a:pt x="107" y="496"/>
                    <a:pt x="243" y="496"/>
                  </a:cubicBezTo>
                  <a:cubicBezTo>
                    <a:pt x="388" y="496"/>
                    <a:pt x="495" y="388"/>
                    <a:pt x="495" y="245"/>
                  </a:cubicBezTo>
                  <a:cubicBezTo>
                    <a:pt x="495" y="109"/>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1" name="Google Shape;11531;p27"/>
            <p:cNvSpPr/>
            <p:nvPr/>
          </p:nvSpPr>
          <p:spPr>
            <a:xfrm>
              <a:off x="3156125" y="26673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2" name="Google Shape;11532;p27"/>
            <p:cNvSpPr/>
            <p:nvPr/>
          </p:nvSpPr>
          <p:spPr>
            <a:xfrm>
              <a:off x="3247875" y="2667300"/>
              <a:ext cx="12575" cy="12425"/>
            </a:xfrm>
            <a:custGeom>
              <a:avLst/>
              <a:gdLst/>
              <a:ahLst/>
              <a:cxnLst/>
              <a:rect l="l" t="t" r="r" b="b"/>
              <a:pathLst>
                <a:path w="503"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3" name="Google Shape;11533;p27"/>
            <p:cNvSpPr/>
            <p:nvPr/>
          </p:nvSpPr>
          <p:spPr>
            <a:xfrm>
              <a:off x="3339850" y="2667300"/>
              <a:ext cx="12525" cy="12425"/>
            </a:xfrm>
            <a:custGeom>
              <a:avLst/>
              <a:gdLst/>
              <a:ahLst/>
              <a:cxnLst/>
              <a:rect l="l" t="t" r="r" b="b"/>
              <a:pathLst>
                <a:path w="501" h="497" extrusionOk="0">
                  <a:moveTo>
                    <a:pt x="251" y="1"/>
                  </a:moveTo>
                  <a:cubicBezTo>
                    <a:pt x="107" y="1"/>
                    <a:pt x="0" y="109"/>
                    <a:pt x="0" y="245"/>
                  </a:cubicBezTo>
                  <a:cubicBezTo>
                    <a:pt x="0" y="388"/>
                    <a:pt x="107" y="496"/>
                    <a:pt x="251" y="496"/>
                  </a:cubicBezTo>
                  <a:cubicBezTo>
                    <a:pt x="387" y="496"/>
                    <a:pt x="501" y="388"/>
                    <a:pt x="501" y="245"/>
                  </a:cubicBezTo>
                  <a:cubicBezTo>
                    <a:pt x="501"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4" name="Google Shape;11534;p27"/>
            <p:cNvSpPr/>
            <p:nvPr/>
          </p:nvSpPr>
          <p:spPr>
            <a:xfrm>
              <a:off x="3431575" y="26673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5" name="Google Shape;11535;p27"/>
            <p:cNvSpPr/>
            <p:nvPr/>
          </p:nvSpPr>
          <p:spPr>
            <a:xfrm>
              <a:off x="3523550" y="2667300"/>
              <a:ext cx="12375" cy="12425"/>
            </a:xfrm>
            <a:custGeom>
              <a:avLst/>
              <a:gdLst/>
              <a:ahLst/>
              <a:cxnLst/>
              <a:rect l="l" t="t" r="r" b="b"/>
              <a:pathLst>
                <a:path w="495" h="497" extrusionOk="0">
                  <a:moveTo>
                    <a:pt x="250" y="1"/>
                  </a:moveTo>
                  <a:cubicBezTo>
                    <a:pt x="107" y="1"/>
                    <a:pt x="0" y="109"/>
                    <a:pt x="0" y="245"/>
                  </a:cubicBezTo>
                  <a:cubicBezTo>
                    <a:pt x="0" y="388"/>
                    <a:pt x="107" y="496"/>
                    <a:pt x="250" y="496"/>
                  </a:cubicBezTo>
                  <a:cubicBezTo>
                    <a:pt x="388" y="496"/>
                    <a:pt x="494" y="388"/>
                    <a:pt x="494" y="245"/>
                  </a:cubicBezTo>
                  <a:cubicBezTo>
                    <a:pt x="494"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6" name="Google Shape;11536;p27"/>
            <p:cNvSpPr/>
            <p:nvPr/>
          </p:nvSpPr>
          <p:spPr>
            <a:xfrm>
              <a:off x="676400" y="275905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7" name="Google Shape;11537;p27"/>
            <p:cNvSpPr/>
            <p:nvPr/>
          </p:nvSpPr>
          <p:spPr>
            <a:xfrm>
              <a:off x="768325" y="2759050"/>
              <a:ext cx="12400" cy="12575"/>
            </a:xfrm>
            <a:custGeom>
              <a:avLst/>
              <a:gdLst/>
              <a:ahLst/>
              <a:cxnLst/>
              <a:rect l="l" t="t" r="r" b="b"/>
              <a:pathLst>
                <a:path w="496" h="503"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8" name="Google Shape;11538;p27"/>
            <p:cNvSpPr/>
            <p:nvPr/>
          </p:nvSpPr>
          <p:spPr>
            <a:xfrm>
              <a:off x="860125" y="2759050"/>
              <a:ext cx="12525" cy="12575"/>
            </a:xfrm>
            <a:custGeom>
              <a:avLst/>
              <a:gdLst/>
              <a:ahLst/>
              <a:cxnLst/>
              <a:rect l="l" t="t" r="r" b="b"/>
              <a:pathLst>
                <a:path w="501" h="503"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9" name="Google Shape;11539;p27"/>
            <p:cNvSpPr/>
            <p:nvPr/>
          </p:nvSpPr>
          <p:spPr>
            <a:xfrm>
              <a:off x="951850" y="275905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0" name="Google Shape;11540;p27"/>
            <p:cNvSpPr/>
            <p:nvPr/>
          </p:nvSpPr>
          <p:spPr>
            <a:xfrm>
              <a:off x="1043825" y="2759050"/>
              <a:ext cx="12375" cy="12575"/>
            </a:xfrm>
            <a:custGeom>
              <a:avLst/>
              <a:gdLst/>
              <a:ahLst/>
              <a:cxnLst/>
              <a:rect l="l" t="t" r="r" b="b"/>
              <a:pathLst>
                <a:path w="495" h="503"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1" name="Google Shape;11541;p27"/>
            <p:cNvSpPr/>
            <p:nvPr/>
          </p:nvSpPr>
          <p:spPr>
            <a:xfrm>
              <a:off x="1135575" y="2759050"/>
              <a:ext cx="12575" cy="12575"/>
            </a:xfrm>
            <a:custGeom>
              <a:avLst/>
              <a:gdLst/>
              <a:ahLst/>
              <a:cxnLst/>
              <a:rect l="l" t="t" r="r" b="b"/>
              <a:pathLst>
                <a:path w="503" h="503"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2" name="Google Shape;11542;p27"/>
            <p:cNvSpPr/>
            <p:nvPr/>
          </p:nvSpPr>
          <p:spPr>
            <a:xfrm>
              <a:off x="1227500" y="2759050"/>
              <a:ext cx="12400" cy="12575"/>
            </a:xfrm>
            <a:custGeom>
              <a:avLst/>
              <a:gdLst/>
              <a:ahLst/>
              <a:cxnLst/>
              <a:rect l="l" t="t" r="r" b="b"/>
              <a:pathLst>
                <a:path w="496" h="503"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3" name="Google Shape;11543;p27"/>
            <p:cNvSpPr/>
            <p:nvPr/>
          </p:nvSpPr>
          <p:spPr>
            <a:xfrm>
              <a:off x="1319275" y="2759050"/>
              <a:ext cx="12550" cy="12575"/>
            </a:xfrm>
            <a:custGeom>
              <a:avLst/>
              <a:gdLst/>
              <a:ahLst/>
              <a:cxnLst/>
              <a:rect l="l" t="t" r="r" b="b"/>
              <a:pathLst>
                <a:path w="502" h="503"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4" name="Google Shape;11544;p27"/>
            <p:cNvSpPr/>
            <p:nvPr/>
          </p:nvSpPr>
          <p:spPr>
            <a:xfrm>
              <a:off x="1411200" y="2759050"/>
              <a:ext cx="12425" cy="12575"/>
            </a:xfrm>
            <a:custGeom>
              <a:avLst/>
              <a:gdLst/>
              <a:ahLst/>
              <a:cxnLst/>
              <a:rect l="l" t="t" r="r" b="b"/>
              <a:pathLst>
                <a:path w="497" h="503"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5" name="Google Shape;11545;p27"/>
            <p:cNvSpPr/>
            <p:nvPr/>
          </p:nvSpPr>
          <p:spPr>
            <a:xfrm>
              <a:off x="1503000" y="2759050"/>
              <a:ext cx="12525" cy="12575"/>
            </a:xfrm>
            <a:custGeom>
              <a:avLst/>
              <a:gdLst/>
              <a:ahLst/>
              <a:cxnLst/>
              <a:rect l="l" t="t" r="r" b="b"/>
              <a:pathLst>
                <a:path w="501" h="503"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6" name="Google Shape;11546;p27"/>
            <p:cNvSpPr/>
            <p:nvPr/>
          </p:nvSpPr>
          <p:spPr>
            <a:xfrm>
              <a:off x="1594750" y="2759050"/>
              <a:ext cx="12575" cy="12575"/>
            </a:xfrm>
            <a:custGeom>
              <a:avLst/>
              <a:gdLst/>
              <a:ahLst/>
              <a:cxnLst/>
              <a:rect l="l" t="t" r="r" b="b"/>
              <a:pathLst>
                <a:path w="503" h="503"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7" name="Google Shape;11547;p27"/>
            <p:cNvSpPr/>
            <p:nvPr/>
          </p:nvSpPr>
          <p:spPr>
            <a:xfrm>
              <a:off x="1686650" y="275905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8" name="Google Shape;11548;p27"/>
            <p:cNvSpPr/>
            <p:nvPr/>
          </p:nvSpPr>
          <p:spPr>
            <a:xfrm>
              <a:off x="1778450" y="2759050"/>
              <a:ext cx="12550" cy="12575"/>
            </a:xfrm>
            <a:custGeom>
              <a:avLst/>
              <a:gdLst/>
              <a:ahLst/>
              <a:cxnLst/>
              <a:rect l="l" t="t" r="r" b="b"/>
              <a:pathLst>
                <a:path w="502" h="503"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9" name="Google Shape;11549;p27"/>
            <p:cNvSpPr/>
            <p:nvPr/>
          </p:nvSpPr>
          <p:spPr>
            <a:xfrm>
              <a:off x="1870375" y="2759050"/>
              <a:ext cx="12400" cy="12575"/>
            </a:xfrm>
            <a:custGeom>
              <a:avLst/>
              <a:gdLst/>
              <a:ahLst/>
              <a:cxnLst/>
              <a:rect l="l" t="t" r="r" b="b"/>
              <a:pathLst>
                <a:path w="496" h="503"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0" name="Google Shape;11550;p27"/>
            <p:cNvSpPr/>
            <p:nvPr/>
          </p:nvSpPr>
          <p:spPr>
            <a:xfrm>
              <a:off x="1962150" y="2759050"/>
              <a:ext cx="12550" cy="12575"/>
            </a:xfrm>
            <a:custGeom>
              <a:avLst/>
              <a:gdLst/>
              <a:ahLst/>
              <a:cxnLst/>
              <a:rect l="l" t="t" r="r" b="b"/>
              <a:pathLst>
                <a:path w="502" h="503"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1" name="Google Shape;11551;p27"/>
            <p:cNvSpPr/>
            <p:nvPr/>
          </p:nvSpPr>
          <p:spPr>
            <a:xfrm>
              <a:off x="2054075" y="2759050"/>
              <a:ext cx="12425" cy="12575"/>
            </a:xfrm>
            <a:custGeom>
              <a:avLst/>
              <a:gdLst/>
              <a:ahLst/>
              <a:cxnLst/>
              <a:rect l="l" t="t" r="r" b="b"/>
              <a:pathLst>
                <a:path w="497" h="503"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2" name="Google Shape;11552;p27"/>
            <p:cNvSpPr/>
            <p:nvPr/>
          </p:nvSpPr>
          <p:spPr>
            <a:xfrm>
              <a:off x="2145825" y="275905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3" name="Google Shape;11553;p27"/>
            <p:cNvSpPr/>
            <p:nvPr/>
          </p:nvSpPr>
          <p:spPr>
            <a:xfrm>
              <a:off x="2237800" y="2759050"/>
              <a:ext cx="12350" cy="12575"/>
            </a:xfrm>
            <a:custGeom>
              <a:avLst/>
              <a:gdLst/>
              <a:ahLst/>
              <a:cxnLst/>
              <a:rect l="l" t="t" r="r" b="b"/>
              <a:pathLst>
                <a:path w="494" h="503"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4" name="Google Shape;11554;p27"/>
            <p:cNvSpPr/>
            <p:nvPr/>
          </p:nvSpPr>
          <p:spPr>
            <a:xfrm>
              <a:off x="2329550" y="2759050"/>
              <a:ext cx="12575" cy="12575"/>
            </a:xfrm>
            <a:custGeom>
              <a:avLst/>
              <a:gdLst/>
              <a:ahLst/>
              <a:cxnLst/>
              <a:rect l="l" t="t" r="r" b="b"/>
              <a:pathLst>
                <a:path w="503" h="503"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5" name="Google Shape;11555;p27"/>
            <p:cNvSpPr/>
            <p:nvPr/>
          </p:nvSpPr>
          <p:spPr>
            <a:xfrm>
              <a:off x="2421325" y="2759050"/>
              <a:ext cx="12550" cy="12575"/>
            </a:xfrm>
            <a:custGeom>
              <a:avLst/>
              <a:gdLst/>
              <a:ahLst/>
              <a:cxnLst/>
              <a:rect l="l" t="t" r="r" b="b"/>
              <a:pathLst>
                <a:path w="502" h="503"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6" name="Google Shape;11556;p27"/>
            <p:cNvSpPr/>
            <p:nvPr/>
          </p:nvSpPr>
          <p:spPr>
            <a:xfrm>
              <a:off x="2513250" y="2759050"/>
              <a:ext cx="12575" cy="12575"/>
            </a:xfrm>
            <a:custGeom>
              <a:avLst/>
              <a:gdLst/>
              <a:ahLst/>
              <a:cxnLst/>
              <a:rect l="l" t="t" r="r" b="b"/>
              <a:pathLst>
                <a:path w="503" h="503"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7" name="Google Shape;11557;p27"/>
            <p:cNvSpPr/>
            <p:nvPr/>
          </p:nvSpPr>
          <p:spPr>
            <a:xfrm>
              <a:off x="2605000" y="2759050"/>
              <a:ext cx="12575" cy="12575"/>
            </a:xfrm>
            <a:custGeom>
              <a:avLst/>
              <a:gdLst/>
              <a:ahLst/>
              <a:cxnLst/>
              <a:rect l="l" t="t" r="r" b="b"/>
              <a:pathLst>
                <a:path w="503" h="503"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8" name="Google Shape;11558;p27"/>
            <p:cNvSpPr/>
            <p:nvPr/>
          </p:nvSpPr>
          <p:spPr>
            <a:xfrm>
              <a:off x="2696950" y="2759050"/>
              <a:ext cx="12375" cy="12575"/>
            </a:xfrm>
            <a:custGeom>
              <a:avLst/>
              <a:gdLst/>
              <a:ahLst/>
              <a:cxnLst/>
              <a:rect l="l" t="t" r="r" b="b"/>
              <a:pathLst>
                <a:path w="495" h="503"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9" name="Google Shape;11559;p27"/>
            <p:cNvSpPr/>
            <p:nvPr/>
          </p:nvSpPr>
          <p:spPr>
            <a:xfrm>
              <a:off x="2788700" y="275905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0" name="Google Shape;11560;p27"/>
            <p:cNvSpPr/>
            <p:nvPr/>
          </p:nvSpPr>
          <p:spPr>
            <a:xfrm>
              <a:off x="2880675" y="2759050"/>
              <a:ext cx="12375" cy="12575"/>
            </a:xfrm>
            <a:custGeom>
              <a:avLst/>
              <a:gdLst/>
              <a:ahLst/>
              <a:cxnLst/>
              <a:rect l="l" t="t" r="r" b="b"/>
              <a:pathLst>
                <a:path w="495" h="503"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1" name="Google Shape;11561;p27"/>
            <p:cNvSpPr/>
            <p:nvPr/>
          </p:nvSpPr>
          <p:spPr>
            <a:xfrm>
              <a:off x="2972425" y="2759050"/>
              <a:ext cx="12575" cy="12575"/>
            </a:xfrm>
            <a:custGeom>
              <a:avLst/>
              <a:gdLst/>
              <a:ahLst/>
              <a:cxnLst/>
              <a:rect l="l" t="t" r="r" b="b"/>
              <a:pathLst>
                <a:path w="503" h="503"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2" name="Google Shape;11562;p27"/>
            <p:cNvSpPr/>
            <p:nvPr/>
          </p:nvSpPr>
          <p:spPr>
            <a:xfrm>
              <a:off x="3064375" y="2759050"/>
              <a:ext cx="12375" cy="12575"/>
            </a:xfrm>
            <a:custGeom>
              <a:avLst/>
              <a:gdLst/>
              <a:ahLst/>
              <a:cxnLst/>
              <a:rect l="l" t="t" r="r" b="b"/>
              <a:pathLst>
                <a:path w="495" h="503"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3" name="Google Shape;11563;p27"/>
            <p:cNvSpPr/>
            <p:nvPr/>
          </p:nvSpPr>
          <p:spPr>
            <a:xfrm>
              <a:off x="3156125" y="275905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4" name="Google Shape;11564;p27"/>
            <p:cNvSpPr/>
            <p:nvPr/>
          </p:nvSpPr>
          <p:spPr>
            <a:xfrm>
              <a:off x="3247875" y="2759050"/>
              <a:ext cx="12575" cy="12575"/>
            </a:xfrm>
            <a:custGeom>
              <a:avLst/>
              <a:gdLst/>
              <a:ahLst/>
              <a:cxnLst/>
              <a:rect l="l" t="t" r="r" b="b"/>
              <a:pathLst>
                <a:path w="503"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5" name="Google Shape;11565;p27"/>
            <p:cNvSpPr/>
            <p:nvPr/>
          </p:nvSpPr>
          <p:spPr>
            <a:xfrm>
              <a:off x="3339850" y="2759050"/>
              <a:ext cx="12525" cy="12575"/>
            </a:xfrm>
            <a:custGeom>
              <a:avLst/>
              <a:gdLst/>
              <a:ahLst/>
              <a:cxnLst/>
              <a:rect l="l" t="t" r="r" b="b"/>
              <a:pathLst>
                <a:path w="501" h="503"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6" name="Google Shape;11566;p27"/>
            <p:cNvSpPr/>
            <p:nvPr/>
          </p:nvSpPr>
          <p:spPr>
            <a:xfrm>
              <a:off x="3431575" y="275905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7" name="Google Shape;11567;p27"/>
            <p:cNvSpPr/>
            <p:nvPr/>
          </p:nvSpPr>
          <p:spPr>
            <a:xfrm>
              <a:off x="3523550" y="2759050"/>
              <a:ext cx="12375" cy="12575"/>
            </a:xfrm>
            <a:custGeom>
              <a:avLst/>
              <a:gdLst/>
              <a:ahLst/>
              <a:cxnLst/>
              <a:rect l="l" t="t" r="r" b="b"/>
              <a:pathLst>
                <a:path w="495" h="503"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8" name="Google Shape;11568;p27"/>
            <p:cNvSpPr/>
            <p:nvPr/>
          </p:nvSpPr>
          <p:spPr>
            <a:xfrm>
              <a:off x="676400" y="2851025"/>
              <a:ext cx="12600" cy="12350"/>
            </a:xfrm>
            <a:custGeom>
              <a:avLst/>
              <a:gdLst/>
              <a:ahLst/>
              <a:cxnLst/>
              <a:rect l="l" t="t" r="r" b="b"/>
              <a:pathLst>
                <a:path w="504" h="494" extrusionOk="0">
                  <a:moveTo>
                    <a:pt x="252" y="0"/>
                  </a:moveTo>
                  <a:cubicBezTo>
                    <a:pt x="116" y="0"/>
                    <a:pt x="1" y="107"/>
                    <a:pt x="1" y="244"/>
                  </a:cubicBezTo>
                  <a:cubicBezTo>
                    <a:pt x="1" y="387"/>
                    <a:pt x="116" y="494"/>
                    <a:pt x="252" y="494"/>
                  </a:cubicBezTo>
                  <a:cubicBezTo>
                    <a:pt x="388" y="494"/>
                    <a:pt x="503" y="387"/>
                    <a:pt x="503" y="244"/>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9" name="Google Shape;11569;p27"/>
            <p:cNvSpPr/>
            <p:nvPr/>
          </p:nvSpPr>
          <p:spPr>
            <a:xfrm>
              <a:off x="768325" y="2851025"/>
              <a:ext cx="12400" cy="12350"/>
            </a:xfrm>
            <a:custGeom>
              <a:avLst/>
              <a:gdLst/>
              <a:ahLst/>
              <a:cxnLst/>
              <a:rect l="l" t="t" r="r" b="b"/>
              <a:pathLst>
                <a:path w="496" h="494" extrusionOk="0">
                  <a:moveTo>
                    <a:pt x="245" y="0"/>
                  </a:moveTo>
                  <a:cubicBezTo>
                    <a:pt x="109" y="0"/>
                    <a:pt x="0" y="107"/>
                    <a:pt x="0" y="244"/>
                  </a:cubicBezTo>
                  <a:cubicBezTo>
                    <a:pt x="0" y="387"/>
                    <a:pt x="109" y="494"/>
                    <a:pt x="245" y="494"/>
                  </a:cubicBezTo>
                  <a:cubicBezTo>
                    <a:pt x="388" y="494"/>
                    <a:pt x="496" y="387"/>
                    <a:pt x="496" y="244"/>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0" name="Google Shape;11570;p27"/>
            <p:cNvSpPr/>
            <p:nvPr/>
          </p:nvSpPr>
          <p:spPr>
            <a:xfrm>
              <a:off x="860125" y="2851025"/>
              <a:ext cx="12525" cy="12350"/>
            </a:xfrm>
            <a:custGeom>
              <a:avLst/>
              <a:gdLst/>
              <a:ahLst/>
              <a:cxnLst/>
              <a:rect l="l" t="t" r="r" b="b"/>
              <a:pathLst>
                <a:path w="501" h="494" extrusionOk="0">
                  <a:moveTo>
                    <a:pt x="251" y="0"/>
                  </a:moveTo>
                  <a:cubicBezTo>
                    <a:pt x="114" y="0"/>
                    <a:pt x="0" y="107"/>
                    <a:pt x="0" y="244"/>
                  </a:cubicBezTo>
                  <a:cubicBezTo>
                    <a:pt x="0" y="387"/>
                    <a:pt x="114" y="494"/>
                    <a:pt x="251" y="494"/>
                  </a:cubicBezTo>
                  <a:cubicBezTo>
                    <a:pt x="387" y="494"/>
                    <a:pt x="501" y="387"/>
                    <a:pt x="501" y="244"/>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1" name="Google Shape;11571;p27"/>
            <p:cNvSpPr/>
            <p:nvPr/>
          </p:nvSpPr>
          <p:spPr>
            <a:xfrm>
              <a:off x="951850" y="2851025"/>
              <a:ext cx="12600" cy="12350"/>
            </a:xfrm>
            <a:custGeom>
              <a:avLst/>
              <a:gdLst/>
              <a:ahLst/>
              <a:cxnLst/>
              <a:rect l="l" t="t" r="r" b="b"/>
              <a:pathLst>
                <a:path w="504" h="494" extrusionOk="0">
                  <a:moveTo>
                    <a:pt x="252" y="0"/>
                  </a:moveTo>
                  <a:cubicBezTo>
                    <a:pt x="116" y="0"/>
                    <a:pt x="1" y="107"/>
                    <a:pt x="1" y="244"/>
                  </a:cubicBezTo>
                  <a:cubicBezTo>
                    <a:pt x="1" y="387"/>
                    <a:pt x="116" y="494"/>
                    <a:pt x="252" y="494"/>
                  </a:cubicBezTo>
                  <a:cubicBezTo>
                    <a:pt x="388" y="494"/>
                    <a:pt x="503" y="387"/>
                    <a:pt x="503" y="244"/>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2" name="Google Shape;11572;p27"/>
            <p:cNvSpPr/>
            <p:nvPr/>
          </p:nvSpPr>
          <p:spPr>
            <a:xfrm>
              <a:off x="1043825" y="2851025"/>
              <a:ext cx="12375" cy="12350"/>
            </a:xfrm>
            <a:custGeom>
              <a:avLst/>
              <a:gdLst/>
              <a:ahLst/>
              <a:cxnLst/>
              <a:rect l="l" t="t" r="r" b="b"/>
              <a:pathLst>
                <a:path w="495" h="494" extrusionOk="0">
                  <a:moveTo>
                    <a:pt x="250" y="0"/>
                  </a:moveTo>
                  <a:cubicBezTo>
                    <a:pt x="107" y="0"/>
                    <a:pt x="0" y="107"/>
                    <a:pt x="0" y="244"/>
                  </a:cubicBezTo>
                  <a:cubicBezTo>
                    <a:pt x="0" y="387"/>
                    <a:pt x="107" y="494"/>
                    <a:pt x="250" y="494"/>
                  </a:cubicBezTo>
                  <a:cubicBezTo>
                    <a:pt x="388" y="494"/>
                    <a:pt x="494" y="387"/>
                    <a:pt x="494" y="244"/>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3" name="Google Shape;11573;p27"/>
            <p:cNvSpPr/>
            <p:nvPr/>
          </p:nvSpPr>
          <p:spPr>
            <a:xfrm>
              <a:off x="1135575" y="2851025"/>
              <a:ext cx="12575" cy="12350"/>
            </a:xfrm>
            <a:custGeom>
              <a:avLst/>
              <a:gdLst/>
              <a:ahLst/>
              <a:cxnLst/>
              <a:rect l="l" t="t" r="r" b="b"/>
              <a:pathLst>
                <a:path w="503" h="494" extrusionOk="0">
                  <a:moveTo>
                    <a:pt x="252" y="0"/>
                  </a:moveTo>
                  <a:cubicBezTo>
                    <a:pt x="116" y="0"/>
                    <a:pt x="0" y="107"/>
                    <a:pt x="0" y="244"/>
                  </a:cubicBezTo>
                  <a:cubicBezTo>
                    <a:pt x="0" y="387"/>
                    <a:pt x="116" y="494"/>
                    <a:pt x="252" y="494"/>
                  </a:cubicBezTo>
                  <a:cubicBezTo>
                    <a:pt x="387" y="494"/>
                    <a:pt x="503" y="387"/>
                    <a:pt x="503" y="244"/>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4" name="Google Shape;11574;p27"/>
            <p:cNvSpPr/>
            <p:nvPr/>
          </p:nvSpPr>
          <p:spPr>
            <a:xfrm>
              <a:off x="1227500" y="2851025"/>
              <a:ext cx="12400" cy="12350"/>
            </a:xfrm>
            <a:custGeom>
              <a:avLst/>
              <a:gdLst/>
              <a:ahLst/>
              <a:cxnLst/>
              <a:rect l="l" t="t" r="r" b="b"/>
              <a:pathLst>
                <a:path w="496" h="494" extrusionOk="0">
                  <a:moveTo>
                    <a:pt x="251" y="0"/>
                  </a:moveTo>
                  <a:cubicBezTo>
                    <a:pt x="109" y="0"/>
                    <a:pt x="0" y="107"/>
                    <a:pt x="0" y="244"/>
                  </a:cubicBezTo>
                  <a:cubicBezTo>
                    <a:pt x="0" y="387"/>
                    <a:pt x="109" y="494"/>
                    <a:pt x="251" y="494"/>
                  </a:cubicBezTo>
                  <a:cubicBezTo>
                    <a:pt x="387" y="494"/>
                    <a:pt x="496" y="387"/>
                    <a:pt x="496" y="244"/>
                  </a:cubicBezTo>
                  <a:cubicBezTo>
                    <a:pt x="496"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5" name="Google Shape;11575;p27"/>
            <p:cNvSpPr/>
            <p:nvPr/>
          </p:nvSpPr>
          <p:spPr>
            <a:xfrm>
              <a:off x="1319275" y="2851025"/>
              <a:ext cx="12550" cy="12350"/>
            </a:xfrm>
            <a:custGeom>
              <a:avLst/>
              <a:gdLst/>
              <a:ahLst/>
              <a:cxnLst/>
              <a:rect l="l" t="t" r="r" b="b"/>
              <a:pathLst>
                <a:path w="502" h="494" extrusionOk="0">
                  <a:moveTo>
                    <a:pt x="252" y="0"/>
                  </a:moveTo>
                  <a:cubicBezTo>
                    <a:pt x="114" y="0"/>
                    <a:pt x="1" y="107"/>
                    <a:pt x="1" y="244"/>
                  </a:cubicBezTo>
                  <a:cubicBezTo>
                    <a:pt x="1" y="387"/>
                    <a:pt x="114" y="494"/>
                    <a:pt x="252" y="494"/>
                  </a:cubicBezTo>
                  <a:cubicBezTo>
                    <a:pt x="388" y="494"/>
                    <a:pt x="501" y="387"/>
                    <a:pt x="501" y="244"/>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6" name="Google Shape;11576;p27"/>
            <p:cNvSpPr/>
            <p:nvPr/>
          </p:nvSpPr>
          <p:spPr>
            <a:xfrm>
              <a:off x="1411200" y="2851025"/>
              <a:ext cx="12425" cy="12350"/>
            </a:xfrm>
            <a:custGeom>
              <a:avLst/>
              <a:gdLst/>
              <a:ahLst/>
              <a:cxnLst/>
              <a:rect l="l" t="t" r="r" b="b"/>
              <a:pathLst>
                <a:path w="497" h="494" extrusionOk="0">
                  <a:moveTo>
                    <a:pt x="245" y="0"/>
                  </a:moveTo>
                  <a:cubicBezTo>
                    <a:pt x="109" y="0"/>
                    <a:pt x="1" y="107"/>
                    <a:pt x="1" y="244"/>
                  </a:cubicBezTo>
                  <a:cubicBezTo>
                    <a:pt x="1" y="387"/>
                    <a:pt x="109" y="494"/>
                    <a:pt x="245" y="494"/>
                  </a:cubicBezTo>
                  <a:cubicBezTo>
                    <a:pt x="388" y="494"/>
                    <a:pt x="496" y="387"/>
                    <a:pt x="496" y="244"/>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7" name="Google Shape;11577;p27"/>
            <p:cNvSpPr/>
            <p:nvPr/>
          </p:nvSpPr>
          <p:spPr>
            <a:xfrm>
              <a:off x="1503000" y="2851025"/>
              <a:ext cx="12525" cy="12350"/>
            </a:xfrm>
            <a:custGeom>
              <a:avLst/>
              <a:gdLst/>
              <a:ahLst/>
              <a:cxnLst/>
              <a:rect l="l" t="t" r="r" b="b"/>
              <a:pathLst>
                <a:path w="501" h="494" extrusionOk="0">
                  <a:moveTo>
                    <a:pt x="250" y="0"/>
                  </a:moveTo>
                  <a:cubicBezTo>
                    <a:pt x="114" y="0"/>
                    <a:pt x="0" y="107"/>
                    <a:pt x="0" y="244"/>
                  </a:cubicBezTo>
                  <a:cubicBezTo>
                    <a:pt x="0" y="387"/>
                    <a:pt x="114" y="494"/>
                    <a:pt x="250" y="494"/>
                  </a:cubicBezTo>
                  <a:cubicBezTo>
                    <a:pt x="387" y="494"/>
                    <a:pt x="501" y="387"/>
                    <a:pt x="501" y="244"/>
                  </a:cubicBezTo>
                  <a:cubicBezTo>
                    <a:pt x="501" y="107"/>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8" name="Google Shape;11578;p27"/>
            <p:cNvSpPr/>
            <p:nvPr/>
          </p:nvSpPr>
          <p:spPr>
            <a:xfrm>
              <a:off x="1594750" y="2851025"/>
              <a:ext cx="12575" cy="12350"/>
            </a:xfrm>
            <a:custGeom>
              <a:avLst/>
              <a:gdLst/>
              <a:ahLst/>
              <a:cxnLst/>
              <a:rect l="l" t="t" r="r" b="b"/>
              <a:pathLst>
                <a:path w="503" h="494" extrusionOk="0">
                  <a:moveTo>
                    <a:pt x="251" y="0"/>
                  </a:moveTo>
                  <a:cubicBezTo>
                    <a:pt x="115" y="0"/>
                    <a:pt x="0" y="107"/>
                    <a:pt x="0" y="244"/>
                  </a:cubicBezTo>
                  <a:cubicBezTo>
                    <a:pt x="0" y="387"/>
                    <a:pt x="115" y="494"/>
                    <a:pt x="251" y="494"/>
                  </a:cubicBezTo>
                  <a:cubicBezTo>
                    <a:pt x="394" y="494"/>
                    <a:pt x="503" y="387"/>
                    <a:pt x="503" y="244"/>
                  </a:cubicBezTo>
                  <a:cubicBezTo>
                    <a:pt x="503" y="107"/>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9" name="Google Shape;11579;p27"/>
            <p:cNvSpPr/>
            <p:nvPr/>
          </p:nvSpPr>
          <p:spPr>
            <a:xfrm>
              <a:off x="1686650" y="2851025"/>
              <a:ext cx="12600" cy="12350"/>
            </a:xfrm>
            <a:custGeom>
              <a:avLst/>
              <a:gdLst/>
              <a:ahLst/>
              <a:cxnLst/>
              <a:rect l="l" t="t" r="r" b="b"/>
              <a:pathLst>
                <a:path w="504" h="494" extrusionOk="0">
                  <a:moveTo>
                    <a:pt x="252" y="0"/>
                  </a:moveTo>
                  <a:cubicBezTo>
                    <a:pt x="116" y="0"/>
                    <a:pt x="1" y="107"/>
                    <a:pt x="1" y="244"/>
                  </a:cubicBezTo>
                  <a:cubicBezTo>
                    <a:pt x="1" y="387"/>
                    <a:pt x="116" y="494"/>
                    <a:pt x="252" y="494"/>
                  </a:cubicBezTo>
                  <a:cubicBezTo>
                    <a:pt x="388" y="494"/>
                    <a:pt x="503" y="387"/>
                    <a:pt x="503" y="244"/>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0" name="Google Shape;11580;p27"/>
            <p:cNvSpPr/>
            <p:nvPr/>
          </p:nvSpPr>
          <p:spPr>
            <a:xfrm>
              <a:off x="1778450" y="2851025"/>
              <a:ext cx="12550" cy="12350"/>
            </a:xfrm>
            <a:custGeom>
              <a:avLst/>
              <a:gdLst/>
              <a:ahLst/>
              <a:cxnLst/>
              <a:rect l="l" t="t" r="r" b="b"/>
              <a:pathLst>
                <a:path w="502" h="494" extrusionOk="0">
                  <a:moveTo>
                    <a:pt x="252" y="0"/>
                  </a:moveTo>
                  <a:cubicBezTo>
                    <a:pt x="114" y="0"/>
                    <a:pt x="1" y="107"/>
                    <a:pt x="1" y="244"/>
                  </a:cubicBezTo>
                  <a:cubicBezTo>
                    <a:pt x="1" y="387"/>
                    <a:pt x="114" y="494"/>
                    <a:pt x="252" y="494"/>
                  </a:cubicBezTo>
                  <a:cubicBezTo>
                    <a:pt x="388" y="494"/>
                    <a:pt x="501" y="387"/>
                    <a:pt x="501" y="244"/>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1" name="Google Shape;11581;p27"/>
            <p:cNvSpPr/>
            <p:nvPr/>
          </p:nvSpPr>
          <p:spPr>
            <a:xfrm>
              <a:off x="1870375" y="2851025"/>
              <a:ext cx="12400" cy="12350"/>
            </a:xfrm>
            <a:custGeom>
              <a:avLst/>
              <a:gdLst/>
              <a:ahLst/>
              <a:cxnLst/>
              <a:rect l="l" t="t" r="r" b="b"/>
              <a:pathLst>
                <a:path w="496" h="494" extrusionOk="0">
                  <a:moveTo>
                    <a:pt x="252" y="0"/>
                  </a:moveTo>
                  <a:cubicBezTo>
                    <a:pt x="109" y="0"/>
                    <a:pt x="0" y="107"/>
                    <a:pt x="0" y="244"/>
                  </a:cubicBezTo>
                  <a:cubicBezTo>
                    <a:pt x="0" y="387"/>
                    <a:pt x="109" y="494"/>
                    <a:pt x="252" y="494"/>
                  </a:cubicBezTo>
                  <a:cubicBezTo>
                    <a:pt x="387" y="494"/>
                    <a:pt x="496" y="387"/>
                    <a:pt x="496" y="244"/>
                  </a:cubicBezTo>
                  <a:cubicBezTo>
                    <a:pt x="496"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2" name="Google Shape;11582;p27"/>
            <p:cNvSpPr/>
            <p:nvPr/>
          </p:nvSpPr>
          <p:spPr>
            <a:xfrm>
              <a:off x="1962150" y="2851025"/>
              <a:ext cx="12550" cy="12350"/>
            </a:xfrm>
            <a:custGeom>
              <a:avLst/>
              <a:gdLst/>
              <a:ahLst/>
              <a:cxnLst/>
              <a:rect l="l" t="t" r="r" b="b"/>
              <a:pathLst>
                <a:path w="502" h="494" extrusionOk="0">
                  <a:moveTo>
                    <a:pt x="250" y="0"/>
                  </a:moveTo>
                  <a:cubicBezTo>
                    <a:pt x="114" y="0"/>
                    <a:pt x="1" y="107"/>
                    <a:pt x="1" y="244"/>
                  </a:cubicBezTo>
                  <a:cubicBezTo>
                    <a:pt x="1" y="387"/>
                    <a:pt x="114" y="494"/>
                    <a:pt x="250" y="494"/>
                  </a:cubicBezTo>
                  <a:cubicBezTo>
                    <a:pt x="388" y="494"/>
                    <a:pt x="502" y="387"/>
                    <a:pt x="502" y="244"/>
                  </a:cubicBezTo>
                  <a:cubicBezTo>
                    <a:pt x="502"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3" name="Google Shape;11583;p27"/>
            <p:cNvSpPr/>
            <p:nvPr/>
          </p:nvSpPr>
          <p:spPr>
            <a:xfrm>
              <a:off x="2054075" y="2851025"/>
              <a:ext cx="12425" cy="12350"/>
            </a:xfrm>
            <a:custGeom>
              <a:avLst/>
              <a:gdLst/>
              <a:ahLst/>
              <a:cxnLst/>
              <a:rect l="l" t="t" r="r" b="b"/>
              <a:pathLst>
                <a:path w="497" h="494" extrusionOk="0">
                  <a:moveTo>
                    <a:pt x="252" y="0"/>
                  </a:moveTo>
                  <a:cubicBezTo>
                    <a:pt x="109" y="0"/>
                    <a:pt x="1" y="107"/>
                    <a:pt x="1" y="244"/>
                  </a:cubicBezTo>
                  <a:cubicBezTo>
                    <a:pt x="1" y="387"/>
                    <a:pt x="109" y="494"/>
                    <a:pt x="252" y="494"/>
                  </a:cubicBezTo>
                  <a:cubicBezTo>
                    <a:pt x="388" y="494"/>
                    <a:pt x="496" y="387"/>
                    <a:pt x="496" y="244"/>
                  </a:cubicBezTo>
                  <a:cubicBezTo>
                    <a:pt x="496"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4" name="Google Shape;11584;p27"/>
            <p:cNvSpPr/>
            <p:nvPr/>
          </p:nvSpPr>
          <p:spPr>
            <a:xfrm>
              <a:off x="2145825" y="2851025"/>
              <a:ext cx="12600" cy="12350"/>
            </a:xfrm>
            <a:custGeom>
              <a:avLst/>
              <a:gdLst/>
              <a:ahLst/>
              <a:cxnLst/>
              <a:rect l="l" t="t" r="r" b="b"/>
              <a:pathLst>
                <a:path w="504" h="494" extrusionOk="0">
                  <a:moveTo>
                    <a:pt x="252" y="0"/>
                  </a:moveTo>
                  <a:cubicBezTo>
                    <a:pt x="116" y="0"/>
                    <a:pt x="1" y="107"/>
                    <a:pt x="1" y="244"/>
                  </a:cubicBezTo>
                  <a:cubicBezTo>
                    <a:pt x="1" y="387"/>
                    <a:pt x="116" y="494"/>
                    <a:pt x="252" y="494"/>
                  </a:cubicBezTo>
                  <a:cubicBezTo>
                    <a:pt x="388" y="494"/>
                    <a:pt x="503" y="387"/>
                    <a:pt x="503" y="244"/>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5" name="Google Shape;11585;p27"/>
            <p:cNvSpPr/>
            <p:nvPr/>
          </p:nvSpPr>
          <p:spPr>
            <a:xfrm>
              <a:off x="2237800" y="2851025"/>
              <a:ext cx="12350" cy="12350"/>
            </a:xfrm>
            <a:custGeom>
              <a:avLst/>
              <a:gdLst/>
              <a:ahLst/>
              <a:cxnLst/>
              <a:rect l="l" t="t" r="r" b="b"/>
              <a:pathLst>
                <a:path w="494" h="494" extrusionOk="0">
                  <a:moveTo>
                    <a:pt x="244" y="0"/>
                  </a:moveTo>
                  <a:cubicBezTo>
                    <a:pt x="107" y="0"/>
                    <a:pt x="0" y="107"/>
                    <a:pt x="0" y="244"/>
                  </a:cubicBezTo>
                  <a:cubicBezTo>
                    <a:pt x="0" y="387"/>
                    <a:pt x="107" y="494"/>
                    <a:pt x="244" y="494"/>
                  </a:cubicBezTo>
                  <a:cubicBezTo>
                    <a:pt x="387" y="494"/>
                    <a:pt x="494" y="387"/>
                    <a:pt x="494" y="244"/>
                  </a:cubicBezTo>
                  <a:cubicBezTo>
                    <a:pt x="494" y="107"/>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6" name="Google Shape;11586;p27"/>
            <p:cNvSpPr/>
            <p:nvPr/>
          </p:nvSpPr>
          <p:spPr>
            <a:xfrm>
              <a:off x="2329550" y="2851025"/>
              <a:ext cx="12575" cy="12350"/>
            </a:xfrm>
            <a:custGeom>
              <a:avLst/>
              <a:gdLst/>
              <a:ahLst/>
              <a:cxnLst/>
              <a:rect l="l" t="t" r="r" b="b"/>
              <a:pathLst>
                <a:path w="503" h="494" extrusionOk="0">
                  <a:moveTo>
                    <a:pt x="251" y="0"/>
                  </a:moveTo>
                  <a:cubicBezTo>
                    <a:pt x="115" y="0"/>
                    <a:pt x="0" y="107"/>
                    <a:pt x="0" y="244"/>
                  </a:cubicBezTo>
                  <a:cubicBezTo>
                    <a:pt x="0" y="387"/>
                    <a:pt x="115" y="494"/>
                    <a:pt x="251" y="494"/>
                  </a:cubicBezTo>
                  <a:cubicBezTo>
                    <a:pt x="387" y="494"/>
                    <a:pt x="502" y="387"/>
                    <a:pt x="502" y="244"/>
                  </a:cubicBezTo>
                  <a:cubicBezTo>
                    <a:pt x="502"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7" name="Google Shape;11587;p27"/>
            <p:cNvSpPr/>
            <p:nvPr/>
          </p:nvSpPr>
          <p:spPr>
            <a:xfrm>
              <a:off x="2421325" y="2851025"/>
              <a:ext cx="12550" cy="12350"/>
            </a:xfrm>
            <a:custGeom>
              <a:avLst/>
              <a:gdLst/>
              <a:ahLst/>
              <a:cxnLst/>
              <a:rect l="l" t="t" r="r" b="b"/>
              <a:pathLst>
                <a:path w="502" h="494" extrusionOk="0">
                  <a:moveTo>
                    <a:pt x="250" y="0"/>
                  </a:moveTo>
                  <a:cubicBezTo>
                    <a:pt x="114" y="0"/>
                    <a:pt x="1" y="107"/>
                    <a:pt x="1" y="244"/>
                  </a:cubicBezTo>
                  <a:cubicBezTo>
                    <a:pt x="1" y="387"/>
                    <a:pt x="114" y="494"/>
                    <a:pt x="250" y="494"/>
                  </a:cubicBezTo>
                  <a:cubicBezTo>
                    <a:pt x="395" y="494"/>
                    <a:pt x="501" y="387"/>
                    <a:pt x="501" y="244"/>
                  </a:cubicBezTo>
                  <a:cubicBezTo>
                    <a:pt x="501" y="107"/>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8" name="Google Shape;11588;p27"/>
            <p:cNvSpPr/>
            <p:nvPr/>
          </p:nvSpPr>
          <p:spPr>
            <a:xfrm>
              <a:off x="2513250" y="2851025"/>
              <a:ext cx="12575" cy="12350"/>
            </a:xfrm>
            <a:custGeom>
              <a:avLst/>
              <a:gdLst/>
              <a:ahLst/>
              <a:cxnLst/>
              <a:rect l="l" t="t" r="r" b="b"/>
              <a:pathLst>
                <a:path w="503" h="494" extrusionOk="0">
                  <a:moveTo>
                    <a:pt x="252" y="0"/>
                  </a:moveTo>
                  <a:cubicBezTo>
                    <a:pt x="109" y="0"/>
                    <a:pt x="0" y="107"/>
                    <a:pt x="0" y="244"/>
                  </a:cubicBezTo>
                  <a:cubicBezTo>
                    <a:pt x="0" y="387"/>
                    <a:pt x="109" y="494"/>
                    <a:pt x="252" y="494"/>
                  </a:cubicBezTo>
                  <a:cubicBezTo>
                    <a:pt x="388" y="494"/>
                    <a:pt x="503" y="387"/>
                    <a:pt x="503" y="244"/>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9" name="Google Shape;11589;p27"/>
            <p:cNvSpPr/>
            <p:nvPr/>
          </p:nvSpPr>
          <p:spPr>
            <a:xfrm>
              <a:off x="2605000" y="2851025"/>
              <a:ext cx="12575" cy="12350"/>
            </a:xfrm>
            <a:custGeom>
              <a:avLst/>
              <a:gdLst/>
              <a:ahLst/>
              <a:cxnLst/>
              <a:rect l="l" t="t" r="r" b="b"/>
              <a:pathLst>
                <a:path w="503" h="494" extrusionOk="0">
                  <a:moveTo>
                    <a:pt x="252" y="0"/>
                  </a:moveTo>
                  <a:cubicBezTo>
                    <a:pt x="116" y="0"/>
                    <a:pt x="0" y="107"/>
                    <a:pt x="0" y="244"/>
                  </a:cubicBezTo>
                  <a:cubicBezTo>
                    <a:pt x="0" y="387"/>
                    <a:pt x="116" y="494"/>
                    <a:pt x="252" y="494"/>
                  </a:cubicBezTo>
                  <a:cubicBezTo>
                    <a:pt x="387" y="494"/>
                    <a:pt x="503" y="387"/>
                    <a:pt x="503" y="244"/>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0" name="Google Shape;11590;p27"/>
            <p:cNvSpPr/>
            <p:nvPr/>
          </p:nvSpPr>
          <p:spPr>
            <a:xfrm>
              <a:off x="2696950" y="2851025"/>
              <a:ext cx="12375" cy="12350"/>
            </a:xfrm>
            <a:custGeom>
              <a:avLst/>
              <a:gdLst/>
              <a:ahLst/>
              <a:cxnLst/>
              <a:rect l="l" t="t" r="r" b="b"/>
              <a:pathLst>
                <a:path w="495" h="494" extrusionOk="0">
                  <a:moveTo>
                    <a:pt x="252" y="0"/>
                  </a:moveTo>
                  <a:cubicBezTo>
                    <a:pt x="108" y="0"/>
                    <a:pt x="1" y="107"/>
                    <a:pt x="1" y="244"/>
                  </a:cubicBezTo>
                  <a:cubicBezTo>
                    <a:pt x="1" y="387"/>
                    <a:pt x="108" y="494"/>
                    <a:pt x="252" y="494"/>
                  </a:cubicBezTo>
                  <a:cubicBezTo>
                    <a:pt x="388" y="494"/>
                    <a:pt x="495" y="387"/>
                    <a:pt x="495" y="244"/>
                  </a:cubicBezTo>
                  <a:cubicBezTo>
                    <a:pt x="495"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1" name="Google Shape;11591;p27"/>
            <p:cNvSpPr/>
            <p:nvPr/>
          </p:nvSpPr>
          <p:spPr>
            <a:xfrm>
              <a:off x="2788700" y="2851025"/>
              <a:ext cx="12600" cy="12350"/>
            </a:xfrm>
            <a:custGeom>
              <a:avLst/>
              <a:gdLst/>
              <a:ahLst/>
              <a:cxnLst/>
              <a:rect l="l" t="t" r="r" b="b"/>
              <a:pathLst>
                <a:path w="504" h="494" extrusionOk="0">
                  <a:moveTo>
                    <a:pt x="252" y="0"/>
                  </a:moveTo>
                  <a:cubicBezTo>
                    <a:pt x="116" y="0"/>
                    <a:pt x="1" y="107"/>
                    <a:pt x="1" y="244"/>
                  </a:cubicBezTo>
                  <a:cubicBezTo>
                    <a:pt x="1" y="387"/>
                    <a:pt x="116" y="494"/>
                    <a:pt x="252" y="494"/>
                  </a:cubicBezTo>
                  <a:cubicBezTo>
                    <a:pt x="388" y="494"/>
                    <a:pt x="503" y="387"/>
                    <a:pt x="503" y="244"/>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2" name="Google Shape;11592;p27"/>
            <p:cNvSpPr/>
            <p:nvPr/>
          </p:nvSpPr>
          <p:spPr>
            <a:xfrm>
              <a:off x="2880675" y="2851025"/>
              <a:ext cx="12375" cy="12350"/>
            </a:xfrm>
            <a:custGeom>
              <a:avLst/>
              <a:gdLst/>
              <a:ahLst/>
              <a:cxnLst/>
              <a:rect l="l" t="t" r="r" b="b"/>
              <a:pathLst>
                <a:path w="495" h="494" extrusionOk="0">
                  <a:moveTo>
                    <a:pt x="243" y="0"/>
                  </a:moveTo>
                  <a:cubicBezTo>
                    <a:pt x="107" y="0"/>
                    <a:pt x="0" y="107"/>
                    <a:pt x="0" y="244"/>
                  </a:cubicBezTo>
                  <a:cubicBezTo>
                    <a:pt x="0" y="387"/>
                    <a:pt x="107" y="494"/>
                    <a:pt x="243" y="494"/>
                  </a:cubicBezTo>
                  <a:cubicBezTo>
                    <a:pt x="387" y="494"/>
                    <a:pt x="494" y="387"/>
                    <a:pt x="494" y="244"/>
                  </a:cubicBezTo>
                  <a:cubicBezTo>
                    <a:pt x="494" y="107"/>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3" name="Google Shape;11593;p27"/>
            <p:cNvSpPr/>
            <p:nvPr/>
          </p:nvSpPr>
          <p:spPr>
            <a:xfrm>
              <a:off x="2972425" y="2851025"/>
              <a:ext cx="12575" cy="12350"/>
            </a:xfrm>
            <a:custGeom>
              <a:avLst/>
              <a:gdLst/>
              <a:ahLst/>
              <a:cxnLst/>
              <a:rect l="l" t="t" r="r" b="b"/>
              <a:pathLst>
                <a:path w="503" h="494" extrusionOk="0">
                  <a:moveTo>
                    <a:pt x="251" y="0"/>
                  </a:moveTo>
                  <a:cubicBezTo>
                    <a:pt x="115" y="0"/>
                    <a:pt x="0" y="107"/>
                    <a:pt x="0" y="244"/>
                  </a:cubicBezTo>
                  <a:cubicBezTo>
                    <a:pt x="0" y="387"/>
                    <a:pt x="115" y="494"/>
                    <a:pt x="251" y="494"/>
                  </a:cubicBezTo>
                  <a:cubicBezTo>
                    <a:pt x="387" y="494"/>
                    <a:pt x="503" y="387"/>
                    <a:pt x="503" y="244"/>
                  </a:cubicBezTo>
                  <a:cubicBezTo>
                    <a:pt x="503"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4" name="Google Shape;11594;p27"/>
            <p:cNvSpPr/>
            <p:nvPr/>
          </p:nvSpPr>
          <p:spPr>
            <a:xfrm>
              <a:off x="3064375" y="2851025"/>
              <a:ext cx="12375" cy="12350"/>
            </a:xfrm>
            <a:custGeom>
              <a:avLst/>
              <a:gdLst/>
              <a:ahLst/>
              <a:cxnLst/>
              <a:rect l="l" t="t" r="r" b="b"/>
              <a:pathLst>
                <a:path w="495" h="494" extrusionOk="0">
                  <a:moveTo>
                    <a:pt x="243" y="0"/>
                  </a:moveTo>
                  <a:cubicBezTo>
                    <a:pt x="107" y="0"/>
                    <a:pt x="1" y="107"/>
                    <a:pt x="1" y="244"/>
                  </a:cubicBezTo>
                  <a:cubicBezTo>
                    <a:pt x="1" y="387"/>
                    <a:pt x="107" y="494"/>
                    <a:pt x="243" y="494"/>
                  </a:cubicBezTo>
                  <a:cubicBezTo>
                    <a:pt x="388" y="494"/>
                    <a:pt x="495" y="387"/>
                    <a:pt x="495" y="244"/>
                  </a:cubicBezTo>
                  <a:cubicBezTo>
                    <a:pt x="495" y="107"/>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5" name="Google Shape;11595;p27"/>
            <p:cNvSpPr/>
            <p:nvPr/>
          </p:nvSpPr>
          <p:spPr>
            <a:xfrm>
              <a:off x="3156125" y="2851025"/>
              <a:ext cx="12600" cy="12350"/>
            </a:xfrm>
            <a:custGeom>
              <a:avLst/>
              <a:gdLst/>
              <a:ahLst/>
              <a:cxnLst/>
              <a:rect l="l" t="t" r="r" b="b"/>
              <a:pathLst>
                <a:path w="504" h="494" extrusionOk="0">
                  <a:moveTo>
                    <a:pt x="252" y="0"/>
                  </a:moveTo>
                  <a:cubicBezTo>
                    <a:pt x="116" y="0"/>
                    <a:pt x="1" y="107"/>
                    <a:pt x="1" y="244"/>
                  </a:cubicBezTo>
                  <a:cubicBezTo>
                    <a:pt x="1" y="387"/>
                    <a:pt x="116" y="494"/>
                    <a:pt x="252" y="494"/>
                  </a:cubicBezTo>
                  <a:cubicBezTo>
                    <a:pt x="388" y="494"/>
                    <a:pt x="503" y="387"/>
                    <a:pt x="503" y="244"/>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6" name="Google Shape;11596;p27"/>
            <p:cNvSpPr/>
            <p:nvPr/>
          </p:nvSpPr>
          <p:spPr>
            <a:xfrm>
              <a:off x="3247875" y="2851025"/>
              <a:ext cx="12575" cy="12350"/>
            </a:xfrm>
            <a:custGeom>
              <a:avLst/>
              <a:gdLst/>
              <a:ahLst/>
              <a:cxnLst/>
              <a:rect l="l" t="t" r="r" b="b"/>
              <a:pathLst>
                <a:path w="503" h="494" extrusionOk="0">
                  <a:moveTo>
                    <a:pt x="252" y="0"/>
                  </a:moveTo>
                  <a:cubicBezTo>
                    <a:pt x="116" y="0"/>
                    <a:pt x="1" y="107"/>
                    <a:pt x="1" y="244"/>
                  </a:cubicBezTo>
                  <a:cubicBezTo>
                    <a:pt x="1" y="387"/>
                    <a:pt x="116" y="494"/>
                    <a:pt x="252" y="494"/>
                  </a:cubicBezTo>
                  <a:cubicBezTo>
                    <a:pt x="388" y="494"/>
                    <a:pt x="503" y="387"/>
                    <a:pt x="503" y="244"/>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7" name="Google Shape;11597;p27"/>
            <p:cNvSpPr/>
            <p:nvPr/>
          </p:nvSpPr>
          <p:spPr>
            <a:xfrm>
              <a:off x="3339850" y="2851025"/>
              <a:ext cx="12525" cy="12350"/>
            </a:xfrm>
            <a:custGeom>
              <a:avLst/>
              <a:gdLst/>
              <a:ahLst/>
              <a:cxnLst/>
              <a:rect l="l" t="t" r="r" b="b"/>
              <a:pathLst>
                <a:path w="501" h="494" extrusionOk="0">
                  <a:moveTo>
                    <a:pt x="251" y="0"/>
                  </a:moveTo>
                  <a:cubicBezTo>
                    <a:pt x="107" y="0"/>
                    <a:pt x="0" y="107"/>
                    <a:pt x="0" y="244"/>
                  </a:cubicBezTo>
                  <a:cubicBezTo>
                    <a:pt x="0" y="387"/>
                    <a:pt x="107" y="494"/>
                    <a:pt x="251" y="494"/>
                  </a:cubicBezTo>
                  <a:cubicBezTo>
                    <a:pt x="387" y="494"/>
                    <a:pt x="501" y="387"/>
                    <a:pt x="501" y="244"/>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8" name="Google Shape;11598;p27"/>
            <p:cNvSpPr/>
            <p:nvPr/>
          </p:nvSpPr>
          <p:spPr>
            <a:xfrm>
              <a:off x="3431575" y="2851025"/>
              <a:ext cx="12600" cy="12350"/>
            </a:xfrm>
            <a:custGeom>
              <a:avLst/>
              <a:gdLst/>
              <a:ahLst/>
              <a:cxnLst/>
              <a:rect l="l" t="t" r="r" b="b"/>
              <a:pathLst>
                <a:path w="504" h="494" extrusionOk="0">
                  <a:moveTo>
                    <a:pt x="252" y="0"/>
                  </a:moveTo>
                  <a:cubicBezTo>
                    <a:pt x="116" y="0"/>
                    <a:pt x="1" y="107"/>
                    <a:pt x="1" y="244"/>
                  </a:cubicBezTo>
                  <a:cubicBezTo>
                    <a:pt x="1" y="387"/>
                    <a:pt x="116" y="494"/>
                    <a:pt x="252" y="494"/>
                  </a:cubicBezTo>
                  <a:cubicBezTo>
                    <a:pt x="388" y="494"/>
                    <a:pt x="503" y="387"/>
                    <a:pt x="503" y="244"/>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9" name="Google Shape;11599;p27"/>
            <p:cNvSpPr/>
            <p:nvPr/>
          </p:nvSpPr>
          <p:spPr>
            <a:xfrm>
              <a:off x="3523550" y="2851025"/>
              <a:ext cx="12375" cy="12350"/>
            </a:xfrm>
            <a:custGeom>
              <a:avLst/>
              <a:gdLst/>
              <a:ahLst/>
              <a:cxnLst/>
              <a:rect l="l" t="t" r="r" b="b"/>
              <a:pathLst>
                <a:path w="495" h="494" extrusionOk="0">
                  <a:moveTo>
                    <a:pt x="250" y="0"/>
                  </a:moveTo>
                  <a:cubicBezTo>
                    <a:pt x="107" y="0"/>
                    <a:pt x="0" y="107"/>
                    <a:pt x="0" y="244"/>
                  </a:cubicBezTo>
                  <a:cubicBezTo>
                    <a:pt x="0" y="387"/>
                    <a:pt x="107" y="494"/>
                    <a:pt x="250" y="494"/>
                  </a:cubicBezTo>
                  <a:cubicBezTo>
                    <a:pt x="388" y="494"/>
                    <a:pt x="494" y="387"/>
                    <a:pt x="494" y="244"/>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0" name="Google Shape;11600;p27"/>
            <p:cNvSpPr/>
            <p:nvPr/>
          </p:nvSpPr>
          <p:spPr>
            <a:xfrm>
              <a:off x="676400" y="29427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1" name="Google Shape;11601;p27"/>
            <p:cNvSpPr/>
            <p:nvPr/>
          </p:nvSpPr>
          <p:spPr>
            <a:xfrm>
              <a:off x="768325" y="2942750"/>
              <a:ext cx="12400" cy="12600"/>
            </a:xfrm>
            <a:custGeom>
              <a:avLst/>
              <a:gdLst/>
              <a:ahLst/>
              <a:cxnLst/>
              <a:rect l="l" t="t" r="r" b="b"/>
              <a:pathLst>
                <a:path w="496" h="504"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2" name="Google Shape;11602;p27"/>
            <p:cNvSpPr/>
            <p:nvPr/>
          </p:nvSpPr>
          <p:spPr>
            <a:xfrm>
              <a:off x="860125" y="2942750"/>
              <a:ext cx="12525" cy="12600"/>
            </a:xfrm>
            <a:custGeom>
              <a:avLst/>
              <a:gdLst/>
              <a:ahLst/>
              <a:cxnLst/>
              <a:rect l="l" t="t" r="r" b="b"/>
              <a:pathLst>
                <a:path w="501" h="504"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3" name="Google Shape;11603;p27"/>
            <p:cNvSpPr/>
            <p:nvPr/>
          </p:nvSpPr>
          <p:spPr>
            <a:xfrm>
              <a:off x="951850" y="29427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4" name="Google Shape;11604;p27"/>
            <p:cNvSpPr/>
            <p:nvPr/>
          </p:nvSpPr>
          <p:spPr>
            <a:xfrm>
              <a:off x="1043825" y="294275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5" name="Google Shape;11605;p27"/>
            <p:cNvSpPr/>
            <p:nvPr/>
          </p:nvSpPr>
          <p:spPr>
            <a:xfrm>
              <a:off x="1135575" y="294275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6" name="Google Shape;11606;p27"/>
            <p:cNvSpPr/>
            <p:nvPr/>
          </p:nvSpPr>
          <p:spPr>
            <a:xfrm>
              <a:off x="1227500" y="2942750"/>
              <a:ext cx="12400" cy="12600"/>
            </a:xfrm>
            <a:custGeom>
              <a:avLst/>
              <a:gdLst/>
              <a:ahLst/>
              <a:cxnLst/>
              <a:rect l="l" t="t" r="r" b="b"/>
              <a:pathLst>
                <a:path w="496" h="504"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7" name="Google Shape;11607;p27"/>
            <p:cNvSpPr/>
            <p:nvPr/>
          </p:nvSpPr>
          <p:spPr>
            <a:xfrm>
              <a:off x="1319275" y="294275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8" name="Google Shape;11608;p27"/>
            <p:cNvSpPr/>
            <p:nvPr/>
          </p:nvSpPr>
          <p:spPr>
            <a:xfrm>
              <a:off x="1411200" y="2942750"/>
              <a:ext cx="12425" cy="12600"/>
            </a:xfrm>
            <a:custGeom>
              <a:avLst/>
              <a:gdLst/>
              <a:ahLst/>
              <a:cxnLst/>
              <a:rect l="l" t="t" r="r" b="b"/>
              <a:pathLst>
                <a:path w="497" h="504"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9" name="Google Shape;11609;p27"/>
            <p:cNvSpPr/>
            <p:nvPr/>
          </p:nvSpPr>
          <p:spPr>
            <a:xfrm>
              <a:off x="1503000" y="2942750"/>
              <a:ext cx="12525" cy="12600"/>
            </a:xfrm>
            <a:custGeom>
              <a:avLst/>
              <a:gdLst/>
              <a:ahLst/>
              <a:cxnLst/>
              <a:rect l="l" t="t" r="r" b="b"/>
              <a:pathLst>
                <a:path w="501" h="504"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0" name="Google Shape;11610;p27"/>
            <p:cNvSpPr/>
            <p:nvPr/>
          </p:nvSpPr>
          <p:spPr>
            <a:xfrm>
              <a:off x="1594750" y="294275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1" name="Google Shape;11611;p27"/>
            <p:cNvSpPr/>
            <p:nvPr/>
          </p:nvSpPr>
          <p:spPr>
            <a:xfrm>
              <a:off x="1686650" y="29427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2" name="Google Shape;11612;p27"/>
            <p:cNvSpPr/>
            <p:nvPr/>
          </p:nvSpPr>
          <p:spPr>
            <a:xfrm>
              <a:off x="1778450" y="294275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3" name="Google Shape;11613;p27"/>
            <p:cNvSpPr/>
            <p:nvPr/>
          </p:nvSpPr>
          <p:spPr>
            <a:xfrm>
              <a:off x="1870375" y="2942750"/>
              <a:ext cx="12400" cy="12600"/>
            </a:xfrm>
            <a:custGeom>
              <a:avLst/>
              <a:gdLst/>
              <a:ahLst/>
              <a:cxnLst/>
              <a:rect l="l" t="t" r="r" b="b"/>
              <a:pathLst>
                <a:path w="496" h="504"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4" name="Google Shape;11614;p27"/>
            <p:cNvSpPr/>
            <p:nvPr/>
          </p:nvSpPr>
          <p:spPr>
            <a:xfrm>
              <a:off x="1962150" y="294275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5" name="Google Shape;11615;p27"/>
            <p:cNvSpPr/>
            <p:nvPr/>
          </p:nvSpPr>
          <p:spPr>
            <a:xfrm>
              <a:off x="2054075" y="2942750"/>
              <a:ext cx="12425" cy="12600"/>
            </a:xfrm>
            <a:custGeom>
              <a:avLst/>
              <a:gdLst/>
              <a:ahLst/>
              <a:cxnLst/>
              <a:rect l="l" t="t" r="r" b="b"/>
              <a:pathLst>
                <a:path w="497" h="504"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6" name="Google Shape;11616;p27"/>
            <p:cNvSpPr/>
            <p:nvPr/>
          </p:nvSpPr>
          <p:spPr>
            <a:xfrm>
              <a:off x="2145825" y="29427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7" name="Google Shape;11617;p27"/>
            <p:cNvSpPr/>
            <p:nvPr/>
          </p:nvSpPr>
          <p:spPr>
            <a:xfrm>
              <a:off x="2237800" y="2942750"/>
              <a:ext cx="12350" cy="12600"/>
            </a:xfrm>
            <a:custGeom>
              <a:avLst/>
              <a:gdLst/>
              <a:ahLst/>
              <a:cxnLst/>
              <a:rect l="l" t="t" r="r" b="b"/>
              <a:pathLst>
                <a:path w="494" h="504"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8" name="Google Shape;11618;p27"/>
            <p:cNvSpPr/>
            <p:nvPr/>
          </p:nvSpPr>
          <p:spPr>
            <a:xfrm>
              <a:off x="2329550" y="294275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9" name="Google Shape;11619;p27"/>
            <p:cNvSpPr/>
            <p:nvPr/>
          </p:nvSpPr>
          <p:spPr>
            <a:xfrm>
              <a:off x="2421325" y="294275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0" name="Google Shape;11620;p27"/>
            <p:cNvSpPr/>
            <p:nvPr/>
          </p:nvSpPr>
          <p:spPr>
            <a:xfrm>
              <a:off x="2513250" y="2942750"/>
              <a:ext cx="12575" cy="12600"/>
            </a:xfrm>
            <a:custGeom>
              <a:avLst/>
              <a:gdLst/>
              <a:ahLst/>
              <a:cxnLst/>
              <a:rect l="l" t="t" r="r" b="b"/>
              <a:pathLst>
                <a:path w="503" h="504"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1" name="Google Shape;11621;p27"/>
            <p:cNvSpPr/>
            <p:nvPr/>
          </p:nvSpPr>
          <p:spPr>
            <a:xfrm>
              <a:off x="2605000" y="294275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2" name="Google Shape;11622;p27"/>
            <p:cNvSpPr/>
            <p:nvPr/>
          </p:nvSpPr>
          <p:spPr>
            <a:xfrm>
              <a:off x="2696950" y="2942750"/>
              <a:ext cx="12375" cy="12600"/>
            </a:xfrm>
            <a:custGeom>
              <a:avLst/>
              <a:gdLst/>
              <a:ahLst/>
              <a:cxnLst/>
              <a:rect l="l" t="t" r="r" b="b"/>
              <a:pathLst>
                <a:path w="495" h="504"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3" name="Google Shape;11623;p27"/>
            <p:cNvSpPr/>
            <p:nvPr/>
          </p:nvSpPr>
          <p:spPr>
            <a:xfrm>
              <a:off x="2788700" y="29427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4" name="Google Shape;11624;p27"/>
            <p:cNvSpPr/>
            <p:nvPr/>
          </p:nvSpPr>
          <p:spPr>
            <a:xfrm>
              <a:off x="2880675" y="2942750"/>
              <a:ext cx="12375" cy="12600"/>
            </a:xfrm>
            <a:custGeom>
              <a:avLst/>
              <a:gdLst/>
              <a:ahLst/>
              <a:cxnLst/>
              <a:rect l="l" t="t" r="r" b="b"/>
              <a:pathLst>
                <a:path w="495" h="504"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5" name="Google Shape;11625;p27"/>
            <p:cNvSpPr/>
            <p:nvPr/>
          </p:nvSpPr>
          <p:spPr>
            <a:xfrm>
              <a:off x="2972425" y="294275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6" name="Google Shape;11626;p27"/>
            <p:cNvSpPr/>
            <p:nvPr/>
          </p:nvSpPr>
          <p:spPr>
            <a:xfrm>
              <a:off x="3064375" y="2942750"/>
              <a:ext cx="12375" cy="12600"/>
            </a:xfrm>
            <a:custGeom>
              <a:avLst/>
              <a:gdLst/>
              <a:ahLst/>
              <a:cxnLst/>
              <a:rect l="l" t="t" r="r" b="b"/>
              <a:pathLst>
                <a:path w="495" h="504"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7" name="Google Shape;11627;p27"/>
            <p:cNvSpPr/>
            <p:nvPr/>
          </p:nvSpPr>
          <p:spPr>
            <a:xfrm>
              <a:off x="3156125" y="29427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8" name="Google Shape;11628;p27"/>
            <p:cNvSpPr/>
            <p:nvPr/>
          </p:nvSpPr>
          <p:spPr>
            <a:xfrm>
              <a:off x="3247875" y="2942750"/>
              <a:ext cx="12575" cy="12600"/>
            </a:xfrm>
            <a:custGeom>
              <a:avLst/>
              <a:gdLst/>
              <a:ahLst/>
              <a:cxnLst/>
              <a:rect l="l" t="t" r="r" b="b"/>
              <a:pathLst>
                <a:path w="503"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9" name="Google Shape;11629;p27"/>
            <p:cNvSpPr/>
            <p:nvPr/>
          </p:nvSpPr>
          <p:spPr>
            <a:xfrm>
              <a:off x="3339850" y="2942750"/>
              <a:ext cx="12525" cy="12600"/>
            </a:xfrm>
            <a:custGeom>
              <a:avLst/>
              <a:gdLst/>
              <a:ahLst/>
              <a:cxnLst/>
              <a:rect l="l" t="t" r="r" b="b"/>
              <a:pathLst>
                <a:path w="501" h="504"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0" name="Google Shape;11630;p27"/>
            <p:cNvSpPr/>
            <p:nvPr/>
          </p:nvSpPr>
          <p:spPr>
            <a:xfrm>
              <a:off x="3431575" y="29427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1" name="Google Shape;11631;p27"/>
            <p:cNvSpPr/>
            <p:nvPr/>
          </p:nvSpPr>
          <p:spPr>
            <a:xfrm>
              <a:off x="3523550" y="294275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2" name="Google Shape;11632;p27"/>
            <p:cNvSpPr/>
            <p:nvPr/>
          </p:nvSpPr>
          <p:spPr>
            <a:xfrm>
              <a:off x="676400" y="3034550"/>
              <a:ext cx="12600" cy="12550"/>
            </a:xfrm>
            <a:custGeom>
              <a:avLst/>
              <a:gdLst/>
              <a:ahLst/>
              <a:cxnLst/>
              <a:rect l="l" t="t" r="r" b="b"/>
              <a:pathLst>
                <a:path w="504" h="502" extrusionOk="0">
                  <a:moveTo>
                    <a:pt x="252" y="1"/>
                  </a:moveTo>
                  <a:cubicBezTo>
                    <a:pt x="116" y="1"/>
                    <a:pt x="1" y="114"/>
                    <a:pt x="1" y="250"/>
                  </a:cubicBezTo>
                  <a:cubicBezTo>
                    <a:pt x="1" y="388"/>
                    <a:pt x="116" y="501"/>
                    <a:pt x="252" y="501"/>
                  </a:cubicBezTo>
                  <a:cubicBezTo>
                    <a:pt x="388" y="501"/>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3" name="Google Shape;11633;p27"/>
            <p:cNvSpPr/>
            <p:nvPr/>
          </p:nvSpPr>
          <p:spPr>
            <a:xfrm>
              <a:off x="768325" y="3034550"/>
              <a:ext cx="12400" cy="12550"/>
            </a:xfrm>
            <a:custGeom>
              <a:avLst/>
              <a:gdLst/>
              <a:ahLst/>
              <a:cxnLst/>
              <a:rect l="l" t="t" r="r" b="b"/>
              <a:pathLst>
                <a:path w="496" h="502" extrusionOk="0">
                  <a:moveTo>
                    <a:pt x="245" y="1"/>
                  </a:moveTo>
                  <a:cubicBezTo>
                    <a:pt x="109" y="1"/>
                    <a:pt x="0" y="114"/>
                    <a:pt x="0" y="250"/>
                  </a:cubicBezTo>
                  <a:cubicBezTo>
                    <a:pt x="0" y="388"/>
                    <a:pt x="109" y="501"/>
                    <a:pt x="245" y="501"/>
                  </a:cubicBezTo>
                  <a:cubicBezTo>
                    <a:pt x="388" y="501"/>
                    <a:pt x="496" y="388"/>
                    <a:pt x="496" y="250"/>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4" name="Google Shape;11634;p27"/>
            <p:cNvSpPr/>
            <p:nvPr/>
          </p:nvSpPr>
          <p:spPr>
            <a:xfrm>
              <a:off x="860125" y="3034550"/>
              <a:ext cx="12525" cy="12550"/>
            </a:xfrm>
            <a:custGeom>
              <a:avLst/>
              <a:gdLst/>
              <a:ahLst/>
              <a:cxnLst/>
              <a:rect l="l" t="t" r="r" b="b"/>
              <a:pathLst>
                <a:path w="501" h="502" extrusionOk="0">
                  <a:moveTo>
                    <a:pt x="251" y="1"/>
                  </a:moveTo>
                  <a:cubicBezTo>
                    <a:pt x="114" y="1"/>
                    <a:pt x="0" y="114"/>
                    <a:pt x="0" y="250"/>
                  </a:cubicBezTo>
                  <a:cubicBezTo>
                    <a:pt x="0" y="388"/>
                    <a:pt x="114" y="501"/>
                    <a:pt x="251" y="501"/>
                  </a:cubicBezTo>
                  <a:cubicBezTo>
                    <a:pt x="387" y="501"/>
                    <a:pt x="501" y="388"/>
                    <a:pt x="501" y="250"/>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5" name="Google Shape;11635;p27"/>
            <p:cNvSpPr/>
            <p:nvPr/>
          </p:nvSpPr>
          <p:spPr>
            <a:xfrm>
              <a:off x="951850" y="3034550"/>
              <a:ext cx="12600" cy="12550"/>
            </a:xfrm>
            <a:custGeom>
              <a:avLst/>
              <a:gdLst/>
              <a:ahLst/>
              <a:cxnLst/>
              <a:rect l="l" t="t" r="r" b="b"/>
              <a:pathLst>
                <a:path w="504" h="502" extrusionOk="0">
                  <a:moveTo>
                    <a:pt x="252" y="1"/>
                  </a:moveTo>
                  <a:cubicBezTo>
                    <a:pt x="116" y="1"/>
                    <a:pt x="1" y="114"/>
                    <a:pt x="1" y="250"/>
                  </a:cubicBezTo>
                  <a:cubicBezTo>
                    <a:pt x="1" y="388"/>
                    <a:pt x="116" y="501"/>
                    <a:pt x="252" y="501"/>
                  </a:cubicBezTo>
                  <a:cubicBezTo>
                    <a:pt x="388" y="501"/>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6" name="Google Shape;11636;p27"/>
            <p:cNvSpPr/>
            <p:nvPr/>
          </p:nvSpPr>
          <p:spPr>
            <a:xfrm>
              <a:off x="1043825" y="3034550"/>
              <a:ext cx="12375" cy="12550"/>
            </a:xfrm>
            <a:custGeom>
              <a:avLst/>
              <a:gdLst/>
              <a:ahLst/>
              <a:cxnLst/>
              <a:rect l="l" t="t" r="r" b="b"/>
              <a:pathLst>
                <a:path w="495" h="502" extrusionOk="0">
                  <a:moveTo>
                    <a:pt x="250" y="1"/>
                  </a:moveTo>
                  <a:cubicBezTo>
                    <a:pt x="107" y="1"/>
                    <a:pt x="0" y="114"/>
                    <a:pt x="0" y="250"/>
                  </a:cubicBezTo>
                  <a:cubicBezTo>
                    <a:pt x="0" y="388"/>
                    <a:pt x="107" y="501"/>
                    <a:pt x="250" y="501"/>
                  </a:cubicBezTo>
                  <a:cubicBezTo>
                    <a:pt x="388" y="501"/>
                    <a:pt x="494" y="388"/>
                    <a:pt x="494" y="250"/>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7" name="Google Shape;11637;p27"/>
            <p:cNvSpPr/>
            <p:nvPr/>
          </p:nvSpPr>
          <p:spPr>
            <a:xfrm>
              <a:off x="1135575" y="3034550"/>
              <a:ext cx="12575" cy="12550"/>
            </a:xfrm>
            <a:custGeom>
              <a:avLst/>
              <a:gdLst/>
              <a:ahLst/>
              <a:cxnLst/>
              <a:rect l="l" t="t" r="r" b="b"/>
              <a:pathLst>
                <a:path w="503" h="502" extrusionOk="0">
                  <a:moveTo>
                    <a:pt x="252" y="1"/>
                  </a:moveTo>
                  <a:cubicBezTo>
                    <a:pt x="116" y="1"/>
                    <a:pt x="0" y="114"/>
                    <a:pt x="0" y="250"/>
                  </a:cubicBezTo>
                  <a:cubicBezTo>
                    <a:pt x="0" y="388"/>
                    <a:pt x="116" y="501"/>
                    <a:pt x="252" y="501"/>
                  </a:cubicBezTo>
                  <a:cubicBezTo>
                    <a:pt x="387" y="501"/>
                    <a:pt x="503" y="388"/>
                    <a:pt x="503" y="250"/>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8" name="Google Shape;11638;p27"/>
            <p:cNvSpPr/>
            <p:nvPr/>
          </p:nvSpPr>
          <p:spPr>
            <a:xfrm>
              <a:off x="1227500" y="3034550"/>
              <a:ext cx="12400" cy="12550"/>
            </a:xfrm>
            <a:custGeom>
              <a:avLst/>
              <a:gdLst/>
              <a:ahLst/>
              <a:cxnLst/>
              <a:rect l="l" t="t" r="r" b="b"/>
              <a:pathLst>
                <a:path w="496" h="502" extrusionOk="0">
                  <a:moveTo>
                    <a:pt x="251" y="1"/>
                  </a:moveTo>
                  <a:cubicBezTo>
                    <a:pt x="109" y="1"/>
                    <a:pt x="0" y="114"/>
                    <a:pt x="0" y="250"/>
                  </a:cubicBezTo>
                  <a:cubicBezTo>
                    <a:pt x="0" y="388"/>
                    <a:pt x="109" y="501"/>
                    <a:pt x="251" y="501"/>
                  </a:cubicBezTo>
                  <a:cubicBezTo>
                    <a:pt x="387" y="501"/>
                    <a:pt x="496" y="388"/>
                    <a:pt x="496" y="250"/>
                  </a:cubicBezTo>
                  <a:cubicBezTo>
                    <a:pt x="496"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9" name="Google Shape;11639;p27"/>
            <p:cNvSpPr/>
            <p:nvPr/>
          </p:nvSpPr>
          <p:spPr>
            <a:xfrm>
              <a:off x="1319275" y="3034550"/>
              <a:ext cx="12550" cy="12550"/>
            </a:xfrm>
            <a:custGeom>
              <a:avLst/>
              <a:gdLst/>
              <a:ahLst/>
              <a:cxnLst/>
              <a:rect l="l" t="t" r="r" b="b"/>
              <a:pathLst>
                <a:path w="502" h="502" extrusionOk="0">
                  <a:moveTo>
                    <a:pt x="252" y="1"/>
                  </a:moveTo>
                  <a:cubicBezTo>
                    <a:pt x="114" y="1"/>
                    <a:pt x="1" y="114"/>
                    <a:pt x="1" y="250"/>
                  </a:cubicBezTo>
                  <a:cubicBezTo>
                    <a:pt x="1" y="388"/>
                    <a:pt x="114" y="501"/>
                    <a:pt x="252" y="501"/>
                  </a:cubicBezTo>
                  <a:cubicBezTo>
                    <a:pt x="388" y="501"/>
                    <a:pt x="501" y="388"/>
                    <a:pt x="501" y="250"/>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0" name="Google Shape;11640;p27"/>
            <p:cNvSpPr/>
            <p:nvPr/>
          </p:nvSpPr>
          <p:spPr>
            <a:xfrm>
              <a:off x="1411200" y="3034550"/>
              <a:ext cx="12425" cy="12550"/>
            </a:xfrm>
            <a:custGeom>
              <a:avLst/>
              <a:gdLst/>
              <a:ahLst/>
              <a:cxnLst/>
              <a:rect l="l" t="t" r="r" b="b"/>
              <a:pathLst>
                <a:path w="497" h="502" extrusionOk="0">
                  <a:moveTo>
                    <a:pt x="245" y="1"/>
                  </a:moveTo>
                  <a:cubicBezTo>
                    <a:pt x="109" y="1"/>
                    <a:pt x="1" y="114"/>
                    <a:pt x="1" y="250"/>
                  </a:cubicBezTo>
                  <a:cubicBezTo>
                    <a:pt x="1" y="388"/>
                    <a:pt x="109" y="501"/>
                    <a:pt x="245" y="501"/>
                  </a:cubicBezTo>
                  <a:cubicBezTo>
                    <a:pt x="388" y="501"/>
                    <a:pt x="496" y="388"/>
                    <a:pt x="496" y="250"/>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1" name="Google Shape;11641;p27"/>
            <p:cNvSpPr/>
            <p:nvPr/>
          </p:nvSpPr>
          <p:spPr>
            <a:xfrm>
              <a:off x="1503000" y="3034550"/>
              <a:ext cx="12525" cy="12550"/>
            </a:xfrm>
            <a:custGeom>
              <a:avLst/>
              <a:gdLst/>
              <a:ahLst/>
              <a:cxnLst/>
              <a:rect l="l" t="t" r="r" b="b"/>
              <a:pathLst>
                <a:path w="501" h="502" extrusionOk="0">
                  <a:moveTo>
                    <a:pt x="250" y="1"/>
                  </a:moveTo>
                  <a:cubicBezTo>
                    <a:pt x="114" y="1"/>
                    <a:pt x="0" y="114"/>
                    <a:pt x="0" y="250"/>
                  </a:cubicBezTo>
                  <a:cubicBezTo>
                    <a:pt x="0" y="388"/>
                    <a:pt x="114" y="501"/>
                    <a:pt x="250" y="501"/>
                  </a:cubicBezTo>
                  <a:cubicBezTo>
                    <a:pt x="387" y="501"/>
                    <a:pt x="501" y="388"/>
                    <a:pt x="501" y="250"/>
                  </a:cubicBezTo>
                  <a:cubicBezTo>
                    <a:pt x="501" y="114"/>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2" name="Google Shape;11642;p27"/>
            <p:cNvSpPr/>
            <p:nvPr/>
          </p:nvSpPr>
          <p:spPr>
            <a:xfrm>
              <a:off x="1594750" y="3034550"/>
              <a:ext cx="12575" cy="12550"/>
            </a:xfrm>
            <a:custGeom>
              <a:avLst/>
              <a:gdLst/>
              <a:ahLst/>
              <a:cxnLst/>
              <a:rect l="l" t="t" r="r" b="b"/>
              <a:pathLst>
                <a:path w="503" h="502" extrusionOk="0">
                  <a:moveTo>
                    <a:pt x="251" y="1"/>
                  </a:moveTo>
                  <a:cubicBezTo>
                    <a:pt x="115" y="1"/>
                    <a:pt x="0" y="114"/>
                    <a:pt x="0" y="250"/>
                  </a:cubicBezTo>
                  <a:cubicBezTo>
                    <a:pt x="0" y="388"/>
                    <a:pt x="115" y="501"/>
                    <a:pt x="251" y="501"/>
                  </a:cubicBezTo>
                  <a:cubicBezTo>
                    <a:pt x="394" y="501"/>
                    <a:pt x="503" y="388"/>
                    <a:pt x="503" y="250"/>
                  </a:cubicBezTo>
                  <a:cubicBezTo>
                    <a:pt x="503" y="114"/>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3" name="Google Shape;11643;p27"/>
            <p:cNvSpPr/>
            <p:nvPr/>
          </p:nvSpPr>
          <p:spPr>
            <a:xfrm>
              <a:off x="1686650" y="3034550"/>
              <a:ext cx="12600" cy="12550"/>
            </a:xfrm>
            <a:custGeom>
              <a:avLst/>
              <a:gdLst/>
              <a:ahLst/>
              <a:cxnLst/>
              <a:rect l="l" t="t" r="r" b="b"/>
              <a:pathLst>
                <a:path w="504" h="502" extrusionOk="0">
                  <a:moveTo>
                    <a:pt x="252" y="1"/>
                  </a:moveTo>
                  <a:cubicBezTo>
                    <a:pt x="116" y="1"/>
                    <a:pt x="1" y="114"/>
                    <a:pt x="1" y="250"/>
                  </a:cubicBezTo>
                  <a:cubicBezTo>
                    <a:pt x="1" y="388"/>
                    <a:pt x="116" y="501"/>
                    <a:pt x="252" y="501"/>
                  </a:cubicBezTo>
                  <a:cubicBezTo>
                    <a:pt x="388" y="501"/>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4" name="Google Shape;11644;p27"/>
            <p:cNvSpPr/>
            <p:nvPr/>
          </p:nvSpPr>
          <p:spPr>
            <a:xfrm>
              <a:off x="1778450" y="3034550"/>
              <a:ext cx="12550" cy="12550"/>
            </a:xfrm>
            <a:custGeom>
              <a:avLst/>
              <a:gdLst/>
              <a:ahLst/>
              <a:cxnLst/>
              <a:rect l="l" t="t" r="r" b="b"/>
              <a:pathLst>
                <a:path w="502" h="502" extrusionOk="0">
                  <a:moveTo>
                    <a:pt x="252" y="1"/>
                  </a:moveTo>
                  <a:cubicBezTo>
                    <a:pt x="114" y="1"/>
                    <a:pt x="1" y="114"/>
                    <a:pt x="1" y="250"/>
                  </a:cubicBezTo>
                  <a:cubicBezTo>
                    <a:pt x="1" y="388"/>
                    <a:pt x="114" y="501"/>
                    <a:pt x="252" y="501"/>
                  </a:cubicBezTo>
                  <a:cubicBezTo>
                    <a:pt x="388" y="501"/>
                    <a:pt x="501" y="388"/>
                    <a:pt x="501" y="250"/>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5" name="Google Shape;11645;p27"/>
            <p:cNvSpPr/>
            <p:nvPr/>
          </p:nvSpPr>
          <p:spPr>
            <a:xfrm>
              <a:off x="1870375" y="3034550"/>
              <a:ext cx="12400" cy="12550"/>
            </a:xfrm>
            <a:custGeom>
              <a:avLst/>
              <a:gdLst/>
              <a:ahLst/>
              <a:cxnLst/>
              <a:rect l="l" t="t" r="r" b="b"/>
              <a:pathLst>
                <a:path w="496" h="502" extrusionOk="0">
                  <a:moveTo>
                    <a:pt x="252" y="1"/>
                  </a:moveTo>
                  <a:cubicBezTo>
                    <a:pt x="109" y="1"/>
                    <a:pt x="0" y="114"/>
                    <a:pt x="0" y="250"/>
                  </a:cubicBezTo>
                  <a:cubicBezTo>
                    <a:pt x="0" y="388"/>
                    <a:pt x="109" y="501"/>
                    <a:pt x="252" y="501"/>
                  </a:cubicBezTo>
                  <a:cubicBezTo>
                    <a:pt x="387" y="501"/>
                    <a:pt x="496" y="388"/>
                    <a:pt x="496" y="250"/>
                  </a:cubicBezTo>
                  <a:cubicBezTo>
                    <a:pt x="496"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6" name="Google Shape;11646;p27"/>
            <p:cNvSpPr/>
            <p:nvPr/>
          </p:nvSpPr>
          <p:spPr>
            <a:xfrm>
              <a:off x="1962150" y="3034550"/>
              <a:ext cx="12550" cy="12550"/>
            </a:xfrm>
            <a:custGeom>
              <a:avLst/>
              <a:gdLst/>
              <a:ahLst/>
              <a:cxnLst/>
              <a:rect l="l" t="t" r="r" b="b"/>
              <a:pathLst>
                <a:path w="502" h="502" extrusionOk="0">
                  <a:moveTo>
                    <a:pt x="250" y="1"/>
                  </a:moveTo>
                  <a:cubicBezTo>
                    <a:pt x="114" y="1"/>
                    <a:pt x="1" y="114"/>
                    <a:pt x="1" y="250"/>
                  </a:cubicBezTo>
                  <a:cubicBezTo>
                    <a:pt x="1" y="388"/>
                    <a:pt x="114" y="501"/>
                    <a:pt x="250" y="501"/>
                  </a:cubicBezTo>
                  <a:cubicBezTo>
                    <a:pt x="388" y="501"/>
                    <a:pt x="502" y="388"/>
                    <a:pt x="502" y="250"/>
                  </a:cubicBezTo>
                  <a:cubicBezTo>
                    <a:pt x="502"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7" name="Google Shape;11647;p27"/>
            <p:cNvSpPr/>
            <p:nvPr/>
          </p:nvSpPr>
          <p:spPr>
            <a:xfrm>
              <a:off x="2054075" y="3034550"/>
              <a:ext cx="12425" cy="12550"/>
            </a:xfrm>
            <a:custGeom>
              <a:avLst/>
              <a:gdLst/>
              <a:ahLst/>
              <a:cxnLst/>
              <a:rect l="l" t="t" r="r" b="b"/>
              <a:pathLst>
                <a:path w="497" h="502" extrusionOk="0">
                  <a:moveTo>
                    <a:pt x="252" y="1"/>
                  </a:moveTo>
                  <a:cubicBezTo>
                    <a:pt x="109" y="1"/>
                    <a:pt x="1" y="114"/>
                    <a:pt x="1" y="250"/>
                  </a:cubicBezTo>
                  <a:cubicBezTo>
                    <a:pt x="1" y="388"/>
                    <a:pt x="109" y="501"/>
                    <a:pt x="252" y="501"/>
                  </a:cubicBezTo>
                  <a:cubicBezTo>
                    <a:pt x="388" y="501"/>
                    <a:pt x="496" y="388"/>
                    <a:pt x="496" y="250"/>
                  </a:cubicBezTo>
                  <a:cubicBezTo>
                    <a:pt x="496"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8" name="Google Shape;11648;p27"/>
            <p:cNvSpPr/>
            <p:nvPr/>
          </p:nvSpPr>
          <p:spPr>
            <a:xfrm>
              <a:off x="2145825" y="3034550"/>
              <a:ext cx="12600" cy="12550"/>
            </a:xfrm>
            <a:custGeom>
              <a:avLst/>
              <a:gdLst/>
              <a:ahLst/>
              <a:cxnLst/>
              <a:rect l="l" t="t" r="r" b="b"/>
              <a:pathLst>
                <a:path w="504" h="502" extrusionOk="0">
                  <a:moveTo>
                    <a:pt x="252" y="1"/>
                  </a:moveTo>
                  <a:cubicBezTo>
                    <a:pt x="116" y="1"/>
                    <a:pt x="1" y="114"/>
                    <a:pt x="1" y="250"/>
                  </a:cubicBezTo>
                  <a:cubicBezTo>
                    <a:pt x="1" y="388"/>
                    <a:pt x="116" y="501"/>
                    <a:pt x="252" y="501"/>
                  </a:cubicBezTo>
                  <a:cubicBezTo>
                    <a:pt x="388" y="501"/>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9" name="Google Shape;11649;p27"/>
            <p:cNvSpPr/>
            <p:nvPr/>
          </p:nvSpPr>
          <p:spPr>
            <a:xfrm>
              <a:off x="2237800" y="3034550"/>
              <a:ext cx="12350" cy="12550"/>
            </a:xfrm>
            <a:custGeom>
              <a:avLst/>
              <a:gdLst/>
              <a:ahLst/>
              <a:cxnLst/>
              <a:rect l="l" t="t" r="r" b="b"/>
              <a:pathLst>
                <a:path w="494" h="502" extrusionOk="0">
                  <a:moveTo>
                    <a:pt x="244" y="1"/>
                  </a:moveTo>
                  <a:cubicBezTo>
                    <a:pt x="107" y="1"/>
                    <a:pt x="0" y="114"/>
                    <a:pt x="0" y="250"/>
                  </a:cubicBezTo>
                  <a:cubicBezTo>
                    <a:pt x="0" y="388"/>
                    <a:pt x="107" y="501"/>
                    <a:pt x="244" y="501"/>
                  </a:cubicBezTo>
                  <a:cubicBezTo>
                    <a:pt x="387" y="501"/>
                    <a:pt x="494" y="388"/>
                    <a:pt x="494" y="250"/>
                  </a:cubicBezTo>
                  <a:cubicBezTo>
                    <a:pt x="494" y="114"/>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0" name="Google Shape;11650;p27"/>
            <p:cNvSpPr/>
            <p:nvPr/>
          </p:nvSpPr>
          <p:spPr>
            <a:xfrm>
              <a:off x="2329550" y="3034550"/>
              <a:ext cx="12575" cy="12550"/>
            </a:xfrm>
            <a:custGeom>
              <a:avLst/>
              <a:gdLst/>
              <a:ahLst/>
              <a:cxnLst/>
              <a:rect l="l" t="t" r="r" b="b"/>
              <a:pathLst>
                <a:path w="503" h="502" extrusionOk="0">
                  <a:moveTo>
                    <a:pt x="251" y="1"/>
                  </a:moveTo>
                  <a:cubicBezTo>
                    <a:pt x="115" y="1"/>
                    <a:pt x="0" y="114"/>
                    <a:pt x="0" y="250"/>
                  </a:cubicBezTo>
                  <a:cubicBezTo>
                    <a:pt x="0" y="388"/>
                    <a:pt x="115" y="501"/>
                    <a:pt x="251" y="501"/>
                  </a:cubicBezTo>
                  <a:cubicBezTo>
                    <a:pt x="387" y="501"/>
                    <a:pt x="502" y="388"/>
                    <a:pt x="502" y="250"/>
                  </a:cubicBezTo>
                  <a:cubicBezTo>
                    <a:pt x="502"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1" name="Google Shape;11651;p27"/>
            <p:cNvSpPr/>
            <p:nvPr/>
          </p:nvSpPr>
          <p:spPr>
            <a:xfrm>
              <a:off x="2421325" y="3034550"/>
              <a:ext cx="12550" cy="12550"/>
            </a:xfrm>
            <a:custGeom>
              <a:avLst/>
              <a:gdLst/>
              <a:ahLst/>
              <a:cxnLst/>
              <a:rect l="l" t="t" r="r" b="b"/>
              <a:pathLst>
                <a:path w="502" h="502" extrusionOk="0">
                  <a:moveTo>
                    <a:pt x="250" y="1"/>
                  </a:moveTo>
                  <a:cubicBezTo>
                    <a:pt x="114" y="1"/>
                    <a:pt x="1" y="114"/>
                    <a:pt x="1" y="250"/>
                  </a:cubicBezTo>
                  <a:cubicBezTo>
                    <a:pt x="1" y="388"/>
                    <a:pt x="114" y="501"/>
                    <a:pt x="250" y="501"/>
                  </a:cubicBezTo>
                  <a:cubicBezTo>
                    <a:pt x="395" y="501"/>
                    <a:pt x="501" y="388"/>
                    <a:pt x="501" y="250"/>
                  </a:cubicBezTo>
                  <a:cubicBezTo>
                    <a:pt x="501" y="114"/>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2" name="Google Shape;11652;p27"/>
            <p:cNvSpPr/>
            <p:nvPr/>
          </p:nvSpPr>
          <p:spPr>
            <a:xfrm>
              <a:off x="2513250" y="3034550"/>
              <a:ext cx="12575" cy="12550"/>
            </a:xfrm>
            <a:custGeom>
              <a:avLst/>
              <a:gdLst/>
              <a:ahLst/>
              <a:cxnLst/>
              <a:rect l="l" t="t" r="r" b="b"/>
              <a:pathLst>
                <a:path w="503" h="502" extrusionOk="0">
                  <a:moveTo>
                    <a:pt x="252" y="1"/>
                  </a:moveTo>
                  <a:cubicBezTo>
                    <a:pt x="109" y="1"/>
                    <a:pt x="0" y="114"/>
                    <a:pt x="0" y="250"/>
                  </a:cubicBezTo>
                  <a:cubicBezTo>
                    <a:pt x="0" y="388"/>
                    <a:pt x="109" y="501"/>
                    <a:pt x="252" y="501"/>
                  </a:cubicBezTo>
                  <a:cubicBezTo>
                    <a:pt x="388" y="501"/>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3" name="Google Shape;11653;p27"/>
            <p:cNvSpPr/>
            <p:nvPr/>
          </p:nvSpPr>
          <p:spPr>
            <a:xfrm>
              <a:off x="2605000" y="3034550"/>
              <a:ext cx="12575" cy="12550"/>
            </a:xfrm>
            <a:custGeom>
              <a:avLst/>
              <a:gdLst/>
              <a:ahLst/>
              <a:cxnLst/>
              <a:rect l="l" t="t" r="r" b="b"/>
              <a:pathLst>
                <a:path w="503" h="502" extrusionOk="0">
                  <a:moveTo>
                    <a:pt x="252" y="1"/>
                  </a:moveTo>
                  <a:cubicBezTo>
                    <a:pt x="116" y="1"/>
                    <a:pt x="0" y="114"/>
                    <a:pt x="0" y="250"/>
                  </a:cubicBezTo>
                  <a:cubicBezTo>
                    <a:pt x="0" y="388"/>
                    <a:pt x="116" y="501"/>
                    <a:pt x="252" y="501"/>
                  </a:cubicBezTo>
                  <a:cubicBezTo>
                    <a:pt x="387" y="501"/>
                    <a:pt x="503" y="388"/>
                    <a:pt x="503" y="250"/>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4" name="Google Shape;11654;p27"/>
            <p:cNvSpPr/>
            <p:nvPr/>
          </p:nvSpPr>
          <p:spPr>
            <a:xfrm>
              <a:off x="2696950" y="3034550"/>
              <a:ext cx="12375" cy="12550"/>
            </a:xfrm>
            <a:custGeom>
              <a:avLst/>
              <a:gdLst/>
              <a:ahLst/>
              <a:cxnLst/>
              <a:rect l="l" t="t" r="r" b="b"/>
              <a:pathLst>
                <a:path w="495" h="502" extrusionOk="0">
                  <a:moveTo>
                    <a:pt x="252" y="1"/>
                  </a:moveTo>
                  <a:cubicBezTo>
                    <a:pt x="108" y="1"/>
                    <a:pt x="1" y="114"/>
                    <a:pt x="1" y="250"/>
                  </a:cubicBezTo>
                  <a:cubicBezTo>
                    <a:pt x="1" y="388"/>
                    <a:pt x="108" y="501"/>
                    <a:pt x="252" y="501"/>
                  </a:cubicBezTo>
                  <a:cubicBezTo>
                    <a:pt x="388" y="501"/>
                    <a:pt x="495" y="388"/>
                    <a:pt x="495" y="250"/>
                  </a:cubicBezTo>
                  <a:cubicBezTo>
                    <a:pt x="495"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5" name="Google Shape;11655;p27"/>
            <p:cNvSpPr/>
            <p:nvPr/>
          </p:nvSpPr>
          <p:spPr>
            <a:xfrm>
              <a:off x="2788700" y="3034550"/>
              <a:ext cx="12600" cy="12550"/>
            </a:xfrm>
            <a:custGeom>
              <a:avLst/>
              <a:gdLst/>
              <a:ahLst/>
              <a:cxnLst/>
              <a:rect l="l" t="t" r="r" b="b"/>
              <a:pathLst>
                <a:path w="504" h="502" extrusionOk="0">
                  <a:moveTo>
                    <a:pt x="252" y="1"/>
                  </a:moveTo>
                  <a:cubicBezTo>
                    <a:pt x="116" y="1"/>
                    <a:pt x="1" y="114"/>
                    <a:pt x="1" y="250"/>
                  </a:cubicBezTo>
                  <a:cubicBezTo>
                    <a:pt x="1" y="388"/>
                    <a:pt x="116" y="501"/>
                    <a:pt x="252" y="501"/>
                  </a:cubicBezTo>
                  <a:cubicBezTo>
                    <a:pt x="388" y="501"/>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6" name="Google Shape;11656;p27"/>
            <p:cNvSpPr/>
            <p:nvPr/>
          </p:nvSpPr>
          <p:spPr>
            <a:xfrm>
              <a:off x="2880675" y="3034550"/>
              <a:ext cx="12375" cy="12550"/>
            </a:xfrm>
            <a:custGeom>
              <a:avLst/>
              <a:gdLst/>
              <a:ahLst/>
              <a:cxnLst/>
              <a:rect l="l" t="t" r="r" b="b"/>
              <a:pathLst>
                <a:path w="495" h="502" extrusionOk="0">
                  <a:moveTo>
                    <a:pt x="243" y="1"/>
                  </a:moveTo>
                  <a:cubicBezTo>
                    <a:pt x="107" y="1"/>
                    <a:pt x="0" y="114"/>
                    <a:pt x="0" y="250"/>
                  </a:cubicBezTo>
                  <a:cubicBezTo>
                    <a:pt x="0" y="388"/>
                    <a:pt x="107" y="501"/>
                    <a:pt x="243" y="501"/>
                  </a:cubicBezTo>
                  <a:cubicBezTo>
                    <a:pt x="387" y="501"/>
                    <a:pt x="494" y="388"/>
                    <a:pt x="494" y="250"/>
                  </a:cubicBezTo>
                  <a:cubicBezTo>
                    <a:pt x="494" y="114"/>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7" name="Google Shape;11657;p27"/>
            <p:cNvSpPr/>
            <p:nvPr/>
          </p:nvSpPr>
          <p:spPr>
            <a:xfrm>
              <a:off x="2972425" y="3034550"/>
              <a:ext cx="12575" cy="12550"/>
            </a:xfrm>
            <a:custGeom>
              <a:avLst/>
              <a:gdLst/>
              <a:ahLst/>
              <a:cxnLst/>
              <a:rect l="l" t="t" r="r" b="b"/>
              <a:pathLst>
                <a:path w="503" h="502" extrusionOk="0">
                  <a:moveTo>
                    <a:pt x="251" y="1"/>
                  </a:moveTo>
                  <a:cubicBezTo>
                    <a:pt x="115" y="1"/>
                    <a:pt x="0" y="114"/>
                    <a:pt x="0" y="250"/>
                  </a:cubicBezTo>
                  <a:cubicBezTo>
                    <a:pt x="0" y="388"/>
                    <a:pt x="115" y="501"/>
                    <a:pt x="251" y="501"/>
                  </a:cubicBezTo>
                  <a:cubicBezTo>
                    <a:pt x="387" y="501"/>
                    <a:pt x="503" y="388"/>
                    <a:pt x="503" y="250"/>
                  </a:cubicBezTo>
                  <a:cubicBezTo>
                    <a:pt x="503"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8" name="Google Shape;11658;p27"/>
            <p:cNvSpPr/>
            <p:nvPr/>
          </p:nvSpPr>
          <p:spPr>
            <a:xfrm>
              <a:off x="3064375" y="3034550"/>
              <a:ext cx="12375" cy="12550"/>
            </a:xfrm>
            <a:custGeom>
              <a:avLst/>
              <a:gdLst/>
              <a:ahLst/>
              <a:cxnLst/>
              <a:rect l="l" t="t" r="r" b="b"/>
              <a:pathLst>
                <a:path w="495" h="502" extrusionOk="0">
                  <a:moveTo>
                    <a:pt x="243" y="1"/>
                  </a:moveTo>
                  <a:cubicBezTo>
                    <a:pt x="107" y="1"/>
                    <a:pt x="1" y="114"/>
                    <a:pt x="1" y="250"/>
                  </a:cubicBezTo>
                  <a:cubicBezTo>
                    <a:pt x="1" y="388"/>
                    <a:pt x="107" y="501"/>
                    <a:pt x="243" y="501"/>
                  </a:cubicBezTo>
                  <a:cubicBezTo>
                    <a:pt x="388" y="501"/>
                    <a:pt x="495" y="388"/>
                    <a:pt x="495" y="250"/>
                  </a:cubicBezTo>
                  <a:cubicBezTo>
                    <a:pt x="495" y="114"/>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9" name="Google Shape;11659;p27"/>
            <p:cNvSpPr/>
            <p:nvPr/>
          </p:nvSpPr>
          <p:spPr>
            <a:xfrm>
              <a:off x="3156125" y="3034550"/>
              <a:ext cx="12600" cy="12550"/>
            </a:xfrm>
            <a:custGeom>
              <a:avLst/>
              <a:gdLst/>
              <a:ahLst/>
              <a:cxnLst/>
              <a:rect l="l" t="t" r="r" b="b"/>
              <a:pathLst>
                <a:path w="504" h="502" extrusionOk="0">
                  <a:moveTo>
                    <a:pt x="252" y="1"/>
                  </a:moveTo>
                  <a:cubicBezTo>
                    <a:pt x="116" y="1"/>
                    <a:pt x="1" y="114"/>
                    <a:pt x="1" y="250"/>
                  </a:cubicBezTo>
                  <a:cubicBezTo>
                    <a:pt x="1" y="388"/>
                    <a:pt x="116" y="501"/>
                    <a:pt x="252" y="501"/>
                  </a:cubicBezTo>
                  <a:cubicBezTo>
                    <a:pt x="388" y="501"/>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0" name="Google Shape;11660;p27"/>
            <p:cNvSpPr/>
            <p:nvPr/>
          </p:nvSpPr>
          <p:spPr>
            <a:xfrm>
              <a:off x="3247875" y="3034550"/>
              <a:ext cx="12575" cy="12550"/>
            </a:xfrm>
            <a:custGeom>
              <a:avLst/>
              <a:gdLst/>
              <a:ahLst/>
              <a:cxnLst/>
              <a:rect l="l" t="t" r="r" b="b"/>
              <a:pathLst>
                <a:path w="503" h="502" extrusionOk="0">
                  <a:moveTo>
                    <a:pt x="252" y="1"/>
                  </a:moveTo>
                  <a:cubicBezTo>
                    <a:pt x="116" y="1"/>
                    <a:pt x="1" y="114"/>
                    <a:pt x="1" y="250"/>
                  </a:cubicBezTo>
                  <a:cubicBezTo>
                    <a:pt x="1" y="388"/>
                    <a:pt x="116" y="501"/>
                    <a:pt x="252" y="501"/>
                  </a:cubicBezTo>
                  <a:cubicBezTo>
                    <a:pt x="388" y="501"/>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1" name="Google Shape;11661;p27"/>
            <p:cNvSpPr/>
            <p:nvPr/>
          </p:nvSpPr>
          <p:spPr>
            <a:xfrm>
              <a:off x="3339850" y="3034550"/>
              <a:ext cx="12525" cy="12550"/>
            </a:xfrm>
            <a:custGeom>
              <a:avLst/>
              <a:gdLst/>
              <a:ahLst/>
              <a:cxnLst/>
              <a:rect l="l" t="t" r="r" b="b"/>
              <a:pathLst>
                <a:path w="501" h="502" extrusionOk="0">
                  <a:moveTo>
                    <a:pt x="251" y="1"/>
                  </a:moveTo>
                  <a:cubicBezTo>
                    <a:pt x="107" y="1"/>
                    <a:pt x="0" y="114"/>
                    <a:pt x="0" y="250"/>
                  </a:cubicBezTo>
                  <a:cubicBezTo>
                    <a:pt x="0" y="388"/>
                    <a:pt x="107" y="501"/>
                    <a:pt x="251" y="501"/>
                  </a:cubicBezTo>
                  <a:cubicBezTo>
                    <a:pt x="387" y="501"/>
                    <a:pt x="501" y="388"/>
                    <a:pt x="501" y="250"/>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2" name="Google Shape;11662;p27"/>
            <p:cNvSpPr/>
            <p:nvPr/>
          </p:nvSpPr>
          <p:spPr>
            <a:xfrm>
              <a:off x="3431575" y="3034550"/>
              <a:ext cx="12600" cy="12550"/>
            </a:xfrm>
            <a:custGeom>
              <a:avLst/>
              <a:gdLst/>
              <a:ahLst/>
              <a:cxnLst/>
              <a:rect l="l" t="t" r="r" b="b"/>
              <a:pathLst>
                <a:path w="504" h="502" extrusionOk="0">
                  <a:moveTo>
                    <a:pt x="252" y="1"/>
                  </a:moveTo>
                  <a:cubicBezTo>
                    <a:pt x="116" y="1"/>
                    <a:pt x="1" y="114"/>
                    <a:pt x="1" y="250"/>
                  </a:cubicBezTo>
                  <a:cubicBezTo>
                    <a:pt x="1" y="388"/>
                    <a:pt x="116" y="501"/>
                    <a:pt x="252" y="501"/>
                  </a:cubicBezTo>
                  <a:cubicBezTo>
                    <a:pt x="388" y="501"/>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3" name="Google Shape;11663;p27"/>
            <p:cNvSpPr/>
            <p:nvPr/>
          </p:nvSpPr>
          <p:spPr>
            <a:xfrm>
              <a:off x="3523550" y="3034550"/>
              <a:ext cx="12375" cy="12550"/>
            </a:xfrm>
            <a:custGeom>
              <a:avLst/>
              <a:gdLst/>
              <a:ahLst/>
              <a:cxnLst/>
              <a:rect l="l" t="t" r="r" b="b"/>
              <a:pathLst>
                <a:path w="495" h="502" extrusionOk="0">
                  <a:moveTo>
                    <a:pt x="250" y="1"/>
                  </a:moveTo>
                  <a:cubicBezTo>
                    <a:pt x="107" y="1"/>
                    <a:pt x="0" y="114"/>
                    <a:pt x="0" y="250"/>
                  </a:cubicBezTo>
                  <a:cubicBezTo>
                    <a:pt x="0" y="388"/>
                    <a:pt x="107" y="501"/>
                    <a:pt x="250" y="501"/>
                  </a:cubicBezTo>
                  <a:cubicBezTo>
                    <a:pt x="388" y="501"/>
                    <a:pt x="494" y="388"/>
                    <a:pt x="494" y="250"/>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4" name="Google Shape;11664;p27"/>
            <p:cNvSpPr/>
            <p:nvPr/>
          </p:nvSpPr>
          <p:spPr>
            <a:xfrm>
              <a:off x="676400" y="3126475"/>
              <a:ext cx="12600" cy="12400"/>
            </a:xfrm>
            <a:custGeom>
              <a:avLst/>
              <a:gdLst/>
              <a:ahLst/>
              <a:cxnLst/>
              <a:rect l="l" t="t" r="r" b="b"/>
              <a:pathLst>
                <a:path w="504" h="496" extrusionOk="0">
                  <a:moveTo>
                    <a:pt x="252" y="0"/>
                  </a:moveTo>
                  <a:cubicBezTo>
                    <a:pt x="116" y="0"/>
                    <a:pt x="1" y="109"/>
                    <a:pt x="1" y="252"/>
                  </a:cubicBezTo>
                  <a:cubicBezTo>
                    <a:pt x="1" y="388"/>
                    <a:pt x="116" y="496"/>
                    <a:pt x="252" y="496"/>
                  </a:cubicBezTo>
                  <a:cubicBezTo>
                    <a:pt x="388" y="496"/>
                    <a:pt x="503" y="388"/>
                    <a:pt x="503" y="252"/>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5" name="Google Shape;11665;p27"/>
            <p:cNvSpPr/>
            <p:nvPr/>
          </p:nvSpPr>
          <p:spPr>
            <a:xfrm>
              <a:off x="768325" y="3126475"/>
              <a:ext cx="12400" cy="12400"/>
            </a:xfrm>
            <a:custGeom>
              <a:avLst/>
              <a:gdLst/>
              <a:ahLst/>
              <a:cxnLst/>
              <a:rect l="l" t="t" r="r" b="b"/>
              <a:pathLst>
                <a:path w="496" h="496" extrusionOk="0">
                  <a:moveTo>
                    <a:pt x="245" y="0"/>
                  </a:moveTo>
                  <a:cubicBezTo>
                    <a:pt x="109" y="0"/>
                    <a:pt x="0" y="109"/>
                    <a:pt x="0" y="252"/>
                  </a:cubicBezTo>
                  <a:cubicBezTo>
                    <a:pt x="0" y="388"/>
                    <a:pt x="109" y="496"/>
                    <a:pt x="245" y="496"/>
                  </a:cubicBezTo>
                  <a:cubicBezTo>
                    <a:pt x="388" y="496"/>
                    <a:pt x="496" y="388"/>
                    <a:pt x="496" y="252"/>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6" name="Google Shape;11666;p27"/>
            <p:cNvSpPr/>
            <p:nvPr/>
          </p:nvSpPr>
          <p:spPr>
            <a:xfrm>
              <a:off x="860125" y="3126475"/>
              <a:ext cx="12525" cy="12400"/>
            </a:xfrm>
            <a:custGeom>
              <a:avLst/>
              <a:gdLst/>
              <a:ahLst/>
              <a:cxnLst/>
              <a:rect l="l" t="t" r="r" b="b"/>
              <a:pathLst>
                <a:path w="501" h="496" extrusionOk="0">
                  <a:moveTo>
                    <a:pt x="251" y="0"/>
                  </a:moveTo>
                  <a:cubicBezTo>
                    <a:pt x="114" y="0"/>
                    <a:pt x="0" y="109"/>
                    <a:pt x="0" y="252"/>
                  </a:cubicBezTo>
                  <a:cubicBezTo>
                    <a:pt x="0" y="388"/>
                    <a:pt x="114" y="496"/>
                    <a:pt x="251" y="496"/>
                  </a:cubicBezTo>
                  <a:cubicBezTo>
                    <a:pt x="387" y="496"/>
                    <a:pt x="501" y="388"/>
                    <a:pt x="501" y="252"/>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7" name="Google Shape;11667;p27"/>
            <p:cNvSpPr/>
            <p:nvPr/>
          </p:nvSpPr>
          <p:spPr>
            <a:xfrm>
              <a:off x="951850" y="3126475"/>
              <a:ext cx="12600" cy="12400"/>
            </a:xfrm>
            <a:custGeom>
              <a:avLst/>
              <a:gdLst/>
              <a:ahLst/>
              <a:cxnLst/>
              <a:rect l="l" t="t" r="r" b="b"/>
              <a:pathLst>
                <a:path w="504" h="496" extrusionOk="0">
                  <a:moveTo>
                    <a:pt x="252" y="0"/>
                  </a:moveTo>
                  <a:cubicBezTo>
                    <a:pt x="116" y="0"/>
                    <a:pt x="1" y="109"/>
                    <a:pt x="1" y="252"/>
                  </a:cubicBezTo>
                  <a:cubicBezTo>
                    <a:pt x="1" y="388"/>
                    <a:pt x="116" y="496"/>
                    <a:pt x="252" y="496"/>
                  </a:cubicBezTo>
                  <a:cubicBezTo>
                    <a:pt x="388" y="496"/>
                    <a:pt x="503" y="388"/>
                    <a:pt x="503" y="252"/>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8" name="Google Shape;11668;p27"/>
            <p:cNvSpPr/>
            <p:nvPr/>
          </p:nvSpPr>
          <p:spPr>
            <a:xfrm>
              <a:off x="1043825" y="3126475"/>
              <a:ext cx="12375" cy="12400"/>
            </a:xfrm>
            <a:custGeom>
              <a:avLst/>
              <a:gdLst/>
              <a:ahLst/>
              <a:cxnLst/>
              <a:rect l="l" t="t" r="r" b="b"/>
              <a:pathLst>
                <a:path w="495" h="496" extrusionOk="0">
                  <a:moveTo>
                    <a:pt x="250" y="0"/>
                  </a:moveTo>
                  <a:cubicBezTo>
                    <a:pt x="107" y="0"/>
                    <a:pt x="0" y="109"/>
                    <a:pt x="0" y="252"/>
                  </a:cubicBezTo>
                  <a:cubicBezTo>
                    <a:pt x="0" y="388"/>
                    <a:pt x="107" y="496"/>
                    <a:pt x="250" y="496"/>
                  </a:cubicBezTo>
                  <a:cubicBezTo>
                    <a:pt x="388" y="496"/>
                    <a:pt x="494" y="388"/>
                    <a:pt x="494" y="252"/>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9" name="Google Shape;11669;p27"/>
            <p:cNvSpPr/>
            <p:nvPr/>
          </p:nvSpPr>
          <p:spPr>
            <a:xfrm>
              <a:off x="1135575" y="3126475"/>
              <a:ext cx="12575" cy="12400"/>
            </a:xfrm>
            <a:custGeom>
              <a:avLst/>
              <a:gdLst/>
              <a:ahLst/>
              <a:cxnLst/>
              <a:rect l="l" t="t" r="r" b="b"/>
              <a:pathLst>
                <a:path w="503" h="496" extrusionOk="0">
                  <a:moveTo>
                    <a:pt x="252" y="0"/>
                  </a:moveTo>
                  <a:cubicBezTo>
                    <a:pt x="116" y="0"/>
                    <a:pt x="0" y="109"/>
                    <a:pt x="0" y="252"/>
                  </a:cubicBezTo>
                  <a:cubicBezTo>
                    <a:pt x="0" y="388"/>
                    <a:pt x="116" y="496"/>
                    <a:pt x="252" y="496"/>
                  </a:cubicBezTo>
                  <a:cubicBezTo>
                    <a:pt x="387" y="496"/>
                    <a:pt x="503" y="388"/>
                    <a:pt x="503" y="252"/>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0" name="Google Shape;11670;p27"/>
            <p:cNvSpPr/>
            <p:nvPr/>
          </p:nvSpPr>
          <p:spPr>
            <a:xfrm>
              <a:off x="1227500" y="3126475"/>
              <a:ext cx="12400" cy="12400"/>
            </a:xfrm>
            <a:custGeom>
              <a:avLst/>
              <a:gdLst/>
              <a:ahLst/>
              <a:cxnLst/>
              <a:rect l="l" t="t" r="r" b="b"/>
              <a:pathLst>
                <a:path w="496" h="496" extrusionOk="0">
                  <a:moveTo>
                    <a:pt x="251" y="0"/>
                  </a:moveTo>
                  <a:cubicBezTo>
                    <a:pt x="109" y="0"/>
                    <a:pt x="0" y="109"/>
                    <a:pt x="0" y="252"/>
                  </a:cubicBezTo>
                  <a:cubicBezTo>
                    <a:pt x="0" y="388"/>
                    <a:pt x="109" y="496"/>
                    <a:pt x="251" y="496"/>
                  </a:cubicBezTo>
                  <a:cubicBezTo>
                    <a:pt x="387" y="496"/>
                    <a:pt x="496" y="388"/>
                    <a:pt x="496" y="252"/>
                  </a:cubicBezTo>
                  <a:cubicBezTo>
                    <a:pt x="496"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1" name="Google Shape;11671;p27"/>
            <p:cNvSpPr/>
            <p:nvPr/>
          </p:nvSpPr>
          <p:spPr>
            <a:xfrm>
              <a:off x="1319275" y="3126475"/>
              <a:ext cx="12550" cy="12400"/>
            </a:xfrm>
            <a:custGeom>
              <a:avLst/>
              <a:gdLst/>
              <a:ahLst/>
              <a:cxnLst/>
              <a:rect l="l" t="t" r="r" b="b"/>
              <a:pathLst>
                <a:path w="502" h="496" extrusionOk="0">
                  <a:moveTo>
                    <a:pt x="252" y="0"/>
                  </a:moveTo>
                  <a:cubicBezTo>
                    <a:pt x="114" y="0"/>
                    <a:pt x="1" y="109"/>
                    <a:pt x="1" y="252"/>
                  </a:cubicBezTo>
                  <a:cubicBezTo>
                    <a:pt x="1" y="388"/>
                    <a:pt x="114" y="496"/>
                    <a:pt x="252" y="496"/>
                  </a:cubicBezTo>
                  <a:cubicBezTo>
                    <a:pt x="388" y="496"/>
                    <a:pt x="501" y="388"/>
                    <a:pt x="501" y="252"/>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2" name="Google Shape;11672;p27"/>
            <p:cNvSpPr/>
            <p:nvPr/>
          </p:nvSpPr>
          <p:spPr>
            <a:xfrm>
              <a:off x="1411200" y="3126475"/>
              <a:ext cx="12425" cy="12400"/>
            </a:xfrm>
            <a:custGeom>
              <a:avLst/>
              <a:gdLst/>
              <a:ahLst/>
              <a:cxnLst/>
              <a:rect l="l" t="t" r="r" b="b"/>
              <a:pathLst>
                <a:path w="497" h="496" extrusionOk="0">
                  <a:moveTo>
                    <a:pt x="245" y="0"/>
                  </a:moveTo>
                  <a:cubicBezTo>
                    <a:pt x="109" y="0"/>
                    <a:pt x="1" y="109"/>
                    <a:pt x="1" y="252"/>
                  </a:cubicBezTo>
                  <a:cubicBezTo>
                    <a:pt x="1" y="388"/>
                    <a:pt x="109" y="496"/>
                    <a:pt x="245" y="496"/>
                  </a:cubicBezTo>
                  <a:cubicBezTo>
                    <a:pt x="388" y="496"/>
                    <a:pt x="496" y="388"/>
                    <a:pt x="496" y="252"/>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3" name="Google Shape;11673;p27"/>
            <p:cNvSpPr/>
            <p:nvPr/>
          </p:nvSpPr>
          <p:spPr>
            <a:xfrm>
              <a:off x="1503000" y="3126475"/>
              <a:ext cx="12525" cy="12400"/>
            </a:xfrm>
            <a:custGeom>
              <a:avLst/>
              <a:gdLst/>
              <a:ahLst/>
              <a:cxnLst/>
              <a:rect l="l" t="t" r="r" b="b"/>
              <a:pathLst>
                <a:path w="501" h="496" extrusionOk="0">
                  <a:moveTo>
                    <a:pt x="250" y="0"/>
                  </a:moveTo>
                  <a:cubicBezTo>
                    <a:pt x="114" y="0"/>
                    <a:pt x="0" y="109"/>
                    <a:pt x="0" y="252"/>
                  </a:cubicBezTo>
                  <a:cubicBezTo>
                    <a:pt x="0" y="388"/>
                    <a:pt x="114" y="496"/>
                    <a:pt x="250" y="496"/>
                  </a:cubicBezTo>
                  <a:cubicBezTo>
                    <a:pt x="387" y="496"/>
                    <a:pt x="501" y="388"/>
                    <a:pt x="501" y="252"/>
                  </a:cubicBezTo>
                  <a:cubicBezTo>
                    <a:pt x="501" y="109"/>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4" name="Google Shape;11674;p27"/>
            <p:cNvSpPr/>
            <p:nvPr/>
          </p:nvSpPr>
          <p:spPr>
            <a:xfrm>
              <a:off x="1594750" y="3126475"/>
              <a:ext cx="12575" cy="12400"/>
            </a:xfrm>
            <a:custGeom>
              <a:avLst/>
              <a:gdLst/>
              <a:ahLst/>
              <a:cxnLst/>
              <a:rect l="l" t="t" r="r" b="b"/>
              <a:pathLst>
                <a:path w="503" h="496" extrusionOk="0">
                  <a:moveTo>
                    <a:pt x="251" y="0"/>
                  </a:moveTo>
                  <a:cubicBezTo>
                    <a:pt x="115" y="0"/>
                    <a:pt x="0" y="109"/>
                    <a:pt x="0" y="252"/>
                  </a:cubicBezTo>
                  <a:cubicBezTo>
                    <a:pt x="0" y="388"/>
                    <a:pt x="115" y="496"/>
                    <a:pt x="251" y="496"/>
                  </a:cubicBezTo>
                  <a:cubicBezTo>
                    <a:pt x="394" y="496"/>
                    <a:pt x="503" y="388"/>
                    <a:pt x="503" y="252"/>
                  </a:cubicBezTo>
                  <a:cubicBezTo>
                    <a:pt x="503" y="109"/>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5" name="Google Shape;11675;p27"/>
            <p:cNvSpPr/>
            <p:nvPr/>
          </p:nvSpPr>
          <p:spPr>
            <a:xfrm>
              <a:off x="1686650" y="3126475"/>
              <a:ext cx="12600" cy="12400"/>
            </a:xfrm>
            <a:custGeom>
              <a:avLst/>
              <a:gdLst/>
              <a:ahLst/>
              <a:cxnLst/>
              <a:rect l="l" t="t" r="r" b="b"/>
              <a:pathLst>
                <a:path w="504" h="496" extrusionOk="0">
                  <a:moveTo>
                    <a:pt x="252" y="0"/>
                  </a:moveTo>
                  <a:cubicBezTo>
                    <a:pt x="116" y="0"/>
                    <a:pt x="1" y="109"/>
                    <a:pt x="1" y="252"/>
                  </a:cubicBezTo>
                  <a:cubicBezTo>
                    <a:pt x="1" y="388"/>
                    <a:pt x="116" y="496"/>
                    <a:pt x="252" y="496"/>
                  </a:cubicBezTo>
                  <a:cubicBezTo>
                    <a:pt x="388" y="496"/>
                    <a:pt x="503" y="388"/>
                    <a:pt x="503" y="252"/>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6" name="Google Shape;11676;p27"/>
            <p:cNvSpPr/>
            <p:nvPr/>
          </p:nvSpPr>
          <p:spPr>
            <a:xfrm>
              <a:off x="1778450" y="3126475"/>
              <a:ext cx="12550" cy="12400"/>
            </a:xfrm>
            <a:custGeom>
              <a:avLst/>
              <a:gdLst/>
              <a:ahLst/>
              <a:cxnLst/>
              <a:rect l="l" t="t" r="r" b="b"/>
              <a:pathLst>
                <a:path w="502" h="496" extrusionOk="0">
                  <a:moveTo>
                    <a:pt x="252" y="0"/>
                  </a:moveTo>
                  <a:cubicBezTo>
                    <a:pt x="114" y="0"/>
                    <a:pt x="1" y="109"/>
                    <a:pt x="1" y="252"/>
                  </a:cubicBezTo>
                  <a:cubicBezTo>
                    <a:pt x="1" y="388"/>
                    <a:pt x="114" y="496"/>
                    <a:pt x="252" y="496"/>
                  </a:cubicBezTo>
                  <a:cubicBezTo>
                    <a:pt x="388" y="496"/>
                    <a:pt x="501" y="388"/>
                    <a:pt x="501" y="252"/>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7" name="Google Shape;11677;p27"/>
            <p:cNvSpPr/>
            <p:nvPr/>
          </p:nvSpPr>
          <p:spPr>
            <a:xfrm>
              <a:off x="1870375" y="3126475"/>
              <a:ext cx="12400" cy="12400"/>
            </a:xfrm>
            <a:custGeom>
              <a:avLst/>
              <a:gdLst/>
              <a:ahLst/>
              <a:cxnLst/>
              <a:rect l="l" t="t" r="r" b="b"/>
              <a:pathLst>
                <a:path w="496" h="496" extrusionOk="0">
                  <a:moveTo>
                    <a:pt x="252" y="0"/>
                  </a:moveTo>
                  <a:cubicBezTo>
                    <a:pt x="109" y="0"/>
                    <a:pt x="0" y="109"/>
                    <a:pt x="0" y="252"/>
                  </a:cubicBezTo>
                  <a:cubicBezTo>
                    <a:pt x="0" y="388"/>
                    <a:pt x="109" y="496"/>
                    <a:pt x="252" y="496"/>
                  </a:cubicBezTo>
                  <a:cubicBezTo>
                    <a:pt x="387" y="496"/>
                    <a:pt x="496" y="388"/>
                    <a:pt x="496" y="252"/>
                  </a:cubicBezTo>
                  <a:cubicBezTo>
                    <a:pt x="496"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8" name="Google Shape;11678;p27"/>
            <p:cNvSpPr/>
            <p:nvPr/>
          </p:nvSpPr>
          <p:spPr>
            <a:xfrm>
              <a:off x="1962150" y="3126475"/>
              <a:ext cx="12550" cy="12400"/>
            </a:xfrm>
            <a:custGeom>
              <a:avLst/>
              <a:gdLst/>
              <a:ahLst/>
              <a:cxnLst/>
              <a:rect l="l" t="t" r="r" b="b"/>
              <a:pathLst>
                <a:path w="502" h="496" extrusionOk="0">
                  <a:moveTo>
                    <a:pt x="250" y="0"/>
                  </a:moveTo>
                  <a:cubicBezTo>
                    <a:pt x="114" y="0"/>
                    <a:pt x="1" y="109"/>
                    <a:pt x="1" y="252"/>
                  </a:cubicBezTo>
                  <a:cubicBezTo>
                    <a:pt x="1" y="388"/>
                    <a:pt x="114" y="496"/>
                    <a:pt x="250" y="496"/>
                  </a:cubicBezTo>
                  <a:cubicBezTo>
                    <a:pt x="388" y="496"/>
                    <a:pt x="502" y="388"/>
                    <a:pt x="502" y="252"/>
                  </a:cubicBezTo>
                  <a:cubicBezTo>
                    <a:pt x="502"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9" name="Google Shape;11679;p27"/>
            <p:cNvSpPr/>
            <p:nvPr/>
          </p:nvSpPr>
          <p:spPr>
            <a:xfrm>
              <a:off x="2054075" y="3126475"/>
              <a:ext cx="12425" cy="12400"/>
            </a:xfrm>
            <a:custGeom>
              <a:avLst/>
              <a:gdLst/>
              <a:ahLst/>
              <a:cxnLst/>
              <a:rect l="l" t="t" r="r" b="b"/>
              <a:pathLst>
                <a:path w="497" h="496" extrusionOk="0">
                  <a:moveTo>
                    <a:pt x="252" y="0"/>
                  </a:moveTo>
                  <a:cubicBezTo>
                    <a:pt x="109" y="0"/>
                    <a:pt x="1" y="109"/>
                    <a:pt x="1" y="252"/>
                  </a:cubicBezTo>
                  <a:cubicBezTo>
                    <a:pt x="1" y="388"/>
                    <a:pt x="109" y="496"/>
                    <a:pt x="252" y="496"/>
                  </a:cubicBezTo>
                  <a:cubicBezTo>
                    <a:pt x="388" y="496"/>
                    <a:pt x="496" y="388"/>
                    <a:pt x="496" y="252"/>
                  </a:cubicBezTo>
                  <a:cubicBezTo>
                    <a:pt x="496"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0" name="Google Shape;11680;p27"/>
            <p:cNvSpPr/>
            <p:nvPr/>
          </p:nvSpPr>
          <p:spPr>
            <a:xfrm>
              <a:off x="2145825" y="3126475"/>
              <a:ext cx="12600" cy="12400"/>
            </a:xfrm>
            <a:custGeom>
              <a:avLst/>
              <a:gdLst/>
              <a:ahLst/>
              <a:cxnLst/>
              <a:rect l="l" t="t" r="r" b="b"/>
              <a:pathLst>
                <a:path w="504" h="496" extrusionOk="0">
                  <a:moveTo>
                    <a:pt x="252" y="0"/>
                  </a:moveTo>
                  <a:cubicBezTo>
                    <a:pt x="116" y="0"/>
                    <a:pt x="1" y="109"/>
                    <a:pt x="1" y="252"/>
                  </a:cubicBezTo>
                  <a:cubicBezTo>
                    <a:pt x="1" y="388"/>
                    <a:pt x="116" y="496"/>
                    <a:pt x="252" y="496"/>
                  </a:cubicBezTo>
                  <a:cubicBezTo>
                    <a:pt x="388" y="496"/>
                    <a:pt x="503" y="388"/>
                    <a:pt x="503" y="252"/>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1" name="Google Shape;11681;p27"/>
            <p:cNvSpPr/>
            <p:nvPr/>
          </p:nvSpPr>
          <p:spPr>
            <a:xfrm>
              <a:off x="2237800" y="3126475"/>
              <a:ext cx="12350" cy="12400"/>
            </a:xfrm>
            <a:custGeom>
              <a:avLst/>
              <a:gdLst/>
              <a:ahLst/>
              <a:cxnLst/>
              <a:rect l="l" t="t" r="r" b="b"/>
              <a:pathLst>
                <a:path w="494" h="496" extrusionOk="0">
                  <a:moveTo>
                    <a:pt x="244" y="0"/>
                  </a:moveTo>
                  <a:cubicBezTo>
                    <a:pt x="107" y="0"/>
                    <a:pt x="0" y="109"/>
                    <a:pt x="0" y="252"/>
                  </a:cubicBezTo>
                  <a:cubicBezTo>
                    <a:pt x="0" y="388"/>
                    <a:pt x="107" y="496"/>
                    <a:pt x="244" y="496"/>
                  </a:cubicBezTo>
                  <a:cubicBezTo>
                    <a:pt x="387" y="496"/>
                    <a:pt x="494" y="388"/>
                    <a:pt x="494" y="252"/>
                  </a:cubicBezTo>
                  <a:cubicBezTo>
                    <a:pt x="494" y="109"/>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2" name="Google Shape;11682;p27"/>
            <p:cNvSpPr/>
            <p:nvPr/>
          </p:nvSpPr>
          <p:spPr>
            <a:xfrm>
              <a:off x="2329550" y="3126475"/>
              <a:ext cx="12575" cy="12400"/>
            </a:xfrm>
            <a:custGeom>
              <a:avLst/>
              <a:gdLst/>
              <a:ahLst/>
              <a:cxnLst/>
              <a:rect l="l" t="t" r="r" b="b"/>
              <a:pathLst>
                <a:path w="503" h="496" extrusionOk="0">
                  <a:moveTo>
                    <a:pt x="251" y="0"/>
                  </a:moveTo>
                  <a:cubicBezTo>
                    <a:pt x="115" y="0"/>
                    <a:pt x="0" y="109"/>
                    <a:pt x="0" y="252"/>
                  </a:cubicBezTo>
                  <a:cubicBezTo>
                    <a:pt x="0" y="388"/>
                    <a:pt x="115" y="496"/>
                    <a:pt x="251" y="496"/>
                  </a:cubicBezTo>
                  <a:cubicBezTo>
                    <a:pt x="387" y="496"/>
                    <a:pt x="502" y="388"/>
                    <a:pt x="502" y="252"/>
                  </a:cubicBezTo>
                  <a:cubicBezTo>
                    <a:pt x="502"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3" name="Google Shape;11683;p27"/>
            <p:cNvSpPr/>
            <p:nvPr/>
          </p:nvSpPr>
          <p:spPr>
            <a:xfrm>
              <a:off x="2421325" y="3126475"/>
              <a:ext cx="12550" cy="12400"/>
            </a:xfrm>
            <a:custGeom>
              <a:avLst/>
              <a:gdLst/>
              <a:ahLst/>
              <a:cxnLst/>
              <a:rect l="l" t="t" r="r" b="b"/>
              <a:pathLst>
                <a:path w="502" h="496" extrusionOk="0">
                  <a:moveTo>
                    <a:pt x="250" y="0"/>
                  </a:moveTo>
                  <a:cubicBezTo>
                    <a:pt x="114" y="0"/>
                    <a:pt x="1" y="109"/>
                    <a:pt x="1" y="252"/>
                  </a:cubicBezTo>
                  <a:cubicBezTo>
                    <a:pt x="1" y="388"/>
                    <a:pt x="114" y="496"/>
                    <a:pt x="250" y="496"/>
                  </a:cubicBezTo>
                  <a:cubicBezTo>
                    <a:pt x="395" y="496"/>
                    <a:pt x="501" y="388"/>
                    <a:pt x="501" y="252"/>
                  </a:cubicBezTo>
                  <a:cubicBezTo>
                    <a:pt x="501" y="109"/>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4" name="Google Shape;11684;p27"/>
            <p:cNvSpPr/>
            <p:nvPr/>
          </p:nvSpPr>
          <p:spPr>
            <a:xfrm>
              <a:off x="2513250" y="3126475"/>
              <a:ext cx="12575" cy="12400"/>
            </a:xfrm>
            <a:custGeom>
              <a:avLst/>
              <a:gdLst/>
              <a:ahLst/>
              <a:cxnLst/>
              <a:rect l="l" t="t" r="r" b="b"/>
              <a:pathLst>
                <a:path w="503" h="496" extrusionOk="0">
                  <a:moveTo>
                    <a:pt x="252" y="0"/>
                  </a:moveTo>
                  <a:cubicBezTo>
                    <a:pt x="109" y="0"/>
                    <a:pt x="0" y="109"/>
                    <a:pt x="0" y="252"/>
                  </a:cubicBezTo>
                  <a:cubicBezTo>
                    <a:pt x="0" y="388"/>
                    <a:pt x="109" y="496"/>
                    <a:pt x="252" y="496"/>
                  </a:cubicBezTo>
                  <a:cubicBezTo>
                    <a:pt x="388" y="496"/>
                    <a:pt x="503" y="388"/>
                    <a:pt x="503" y="252"/>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5" name="Google Shape;11685;p27"/>
            <p:cNvSpPr/>
            <p:nvPr/>
          </p:nvSpPr>
          <p:spPr>
            <a:xfrm>
              <a:off x="2605000" y="3126475"/>
              <a:ext cx="12575" cy="12400"/>
            </a:xfrm>
            <a:custGeom>
              <a:avLst/>
              <a:gdLst/>
              <a:ahLst/>
              <a:cxnLst/>
              <a:rect l="l" t="t" r="r" b="b"/>
              <a:pathLst>
                <a:path w="503" h="496" extrusionOk="0">
                  <a:moveTo>
                    <a:pt x="252" y="0"/>
                  </a:moveTo>
                  <a:cubicBezTo>
                    <a:pt x="116" y="0"/>
                    <a:pt x="0" y="109"/>
                    <a:pt x="0" y="252"/>
                  </a:cubicBezTo>
                  <a:cubicBezTo>
                    <a:pt x="0" y="388"/>
                    <a:pt x="116" y="496"/>
                    <a:pt x="252" y="496"/>
                  </a:cubicBezTo>
                  <a:cubicBezTo>
                    <a:pt x="387" y="496"/>
                    <a:pt x="503" y="388"/>
                    <a:pt x="503" y="252"/>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6" name="Google Shape;11686;p27"/>
            <p:cNvSpPr/>
            <p:nvPr/>
          </p:nvSpPr>
          <p:spPr>
            <a:xfrm>
              <a:off x="2696950" y="3126475"/>
              <a:ext cx="12375" cy="12400"/>
            </a:xfrm>
            <a:custGeom>
              <a:avLst/>
              <a:gdLst/>
              <a:ahLst/>
              <a:cxnLst/>
              <a:rect l="l" t="t" r="r" b="b"/>
              <a:pathLst>
                <a:path w="495" h="496" extrusionOk="0">
                  <a:moveTo>
                    <a:pt x="252" y="0"/>
                  </a:moveTo>
                  <a:cubicBezTo>
                    <a:pt x="108" y="0"/>
                    <a:pt x="1" y="109"/>
                    <a:pt x="1" y="252"/>
                  </a:cubicBezTo>
                  <a:cubicBezTo>
                    <a:pt x="1" y="388"/>
                    <a:pt x="108" y="496"/>
                    <a:pt x="252" y="496"/>
                  </a:cubicBezTo>
                  <a:cubicBezTo>
                    <a:pt x="388" y="496"/>
                    <a:pt x="495" y="388"/>
                    <a:pt x="495" y="252"/>
                  </a:cubicBezTo>
                  <a:cubicBezTo>
                    <a:pt x="495"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7" name="Google Shape;11687;p27"/>
            <p:cNvSpPr/>
            <p:nvPr/>
          </p:nvSpPr>
          <p:spPr>
            <a:xfrm>
              <a:off x="2788700" y="3126475"/>
              <a:ext cx="12600" cy="12400"/>
            </a:xfrm>
            <a:custGeom>
              <a:avLst/>
              <a:gdLst/>
              <a:ahLst/>
              <a:cxnLst/>
              <a:rect l="l" t="t" r="r" b="b"/>
              <a:pathLst>
                <a:path w="504" h="496" extrusionOk="0">
                  <a:moveTo>
                    <a:pt x="252" y="0"/>
                  </a:moveTo>
                  <a:cubicBezTo>
                    <a:pt x="116" y="0"/>
                    <a:pt x="1" y="109"/>
                    <a:pt x="1" y="252"/>
                  </a:cubicBezTo>
                  <a:cubicBezTo>
                    <a:pt x="1" y="388"/>
                    <a:pt x="116" y="496"/>
                    <a:pt x="252" y="496"/>
                  </a:cubicBezTo>
                  <a:cubicBezTo>
                    <a:pt x="388" y="496"/>
                    <a:pt x="503" y="388"/>
                    <a:pt x="503" y="252"/>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8" name="Google Shape;11688;p27"/>
            <p:cNvSpPr/>
            <p:nvPr/>
          </p:nvSpPr>
          <p:spPr>
            <a:xfrm>
              <a:off x="2880675" y="3126475"/>
              <a:ext cx="12375" cy="12400"/>
            </a:xfrm>
            <a:custGeom>
              <a:avLst/>
              <a:gdLst/>
              <a:ahLst/>
              <a:cxnLst/>
              <a:rect l="l" t="t" r="r" b="b"/>
              <a:pathLst>
                <a:path w="495" h="496" extrusionOk="0">
                  <a:moveTo>
                    <a:pt x="243" y="0"/>
                  </a:moveTo>
                  <a:cubicBezTo>
                    <a:pt x="107" y="0"/>
                    <a:pt x="0" y="109"/>
                    <a:pt x="0" y="252"/>
                  </a:cubicBezTo>
                  <a:cubicBezTo>
                    <a:pt x="0" y="388"/>
                    <a:pt x="107" y="496"/>
                    <a:pt x="243" y="496"/>
                  </a:cubicBezTo>
                  <a:cubicBezTo>
                    <a:pt x="387" y="496"/>
                    <a:pt x="494" y="388"/>
                    <a:pt x="494" y="252"/>
                  </a:cubicBezTo>
                  <a:cubicBezTo>
                    <a:pt x="494" y="109"/>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9" name="Google Shape;11689;p27"/>
            <p:cNvSpPr/>
            <p:nvPr/>
          </p:nvSpPr>
          <p:spPr>
            <a:xfrm>
              <a:off x="2972425" y="3126475"/>
              <a:ext cx="12575" cy="12400"/>
            </a:xfrm>
            <a:custGeom>
              <a:avLst/>
              <a:gdLst/>
              <a:ahLst/>
              <a:cxnLst/>
              <a:rect l="l" t="t" r="r" b="b"/>
              <a:pathLst>
                <a:path w="503" h="496" extrusionOk="0">
                  <a:moveTo>
                    <a:pt x="251" y="0"/>
                  </a:moveTo>
                  <a:cubicBezTo>
                    <a:pt x="115" y="0"/>
                    <a:pt x="0" y="109"/>
                    <a:pt x="0" y="252"/>
                  </a:cubicBezTo>
                  <a:cubicBezTo>
                    <a:pt x="0" y="388"/>
                    <a:pt x="115" y="496"/>
                    <a:pt x="251" y="496"/>
                  </a:cubicBezTo>
                  <a:cubicBezTo>
                    <a:pt x="387" y="496"/>
                    <a:pt x="503" y="388"/>
                    <a:pt x="503" y="252"/>
                  </a:cubicBezTo>
                  <a:cubicBezTo>
                    <a:pt x="503"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0" name="Google Shape;11690;p27"/>
            <p:cNvSpPr/>
            <p:nvPr/>
          </p:nvSpPr>
          <p:spPr>
            <a:xfrm>
              <a:off x="3064375" y="3126475"/>
              <a:ext cx="12375" cy="12400"/>
            </a:xfrm>
            <a:custGeom>
              <a:avLst/>
              <a:gdLst/>
              <a:ahLst/>
              <a:cxnLst/>
              <a:rect l="l" t="t" r="r" b="b"/>
              <a:pathLst>
                <a:path w="495" h="496" extrusionOk="0">
                  <a:moveTo>
                    <a:pt x="243" y="0"/>
                  </a:moveTo>
                  <a:cubicBezTo>
                    <a:pt x="107" y="0"/>
                    <a:pt x="1" y="109"/>
                    <a:pt x="1" y="252"/>
                  </a:cubicBezTo>
                  <a:cubicBezTo>
                    <a:pt x="1" y="388"/>
                    <a:pt x="107" y="496"/>
                    <a:pt x="243" y="496"/>
                  </a:cubicBezTo>
                  <a:cubicBezTo>
                    <a:pt x="388" y="496"/>
                    <a:pt x="495" y="388"/>
                    <a:pt x="495" y="252"/>
                  </a:cubicBezTo>
                  <a:cubicBezTo>
                    <a:pt x="495" y="109"/>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1" name="Google Shape;11691;p27"/>
            <p:cNvSpPr/>
            <p:nvPr/>
          </p:nvSpPr>
          <p:spPr>
            <a:xfrm>
              <a:off x="3156125" y="3126475"/>
              <a:ext cx="12600" cy="12400"/>
            </a:xfrm>
            <a:custGeom>
              <a:avLst/>
              <a:gdLst/>
              <a:ahLst/>
              <a:cxnLst/>
              <a:rect l="l" t="t" r="r" b="b"/>
              <a:pathLst>
                <a:path w="504" h="496" extrusionOk="0">
                  <a:moveTo>
                    <a:pt x="252" y="0"/>
                  </a:moveTo>
                  <a:cubicBezTo>
                    <a:pt x="116" y="0"/>
                    <a:pt x="1" y="109"/>
                    <a:pt x="1" y="252"/>
                  </a:cubicBezTo>
                  <a:cubicBezTo>
                    <a:pt x="1" y="388"/>
                    <a:pt x="116" y="496"/>
                    <a:pt x="252" y="496"/>
                  </a:cubicBezTo>
                  <a:cubicBezTo>
                    <a:pt x="388" y="496"/>
                    <a:pt x="503" y="388"/>
                    <a:pt x="503" y="252"/>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2" name="Google Shape;11692;p27"/>
            <p:cNvSpPr/>
            <p:nvPr/>
          </p:nvSpPr>
          <p:spPr>
            <a:xfrm>
              <a:off x="3247875" y="3126475"/>
              <a:ext cx="12575" cy="12400"/>
            </a:xfrm>
            <a:custGeom>
              <a:avLst/>
              <a:gdLst/>
              <a:ahLst/>
              <a:cxnLst/>
              <a:rect l="l" t="t" r="r" b="b"/>
              <a:pathLst>
                <a:path w="503" h="496" extrusionOk="0">
                  <a:moveTo>
                    <a:pt x="252" y="0"/>
                  </a:moveTo>
                  <a:cubicBezTo>
                    <a:pt x="116" y="0"/>
                    <a:pt x="1" y="109"/>
                    <a:pt x="1" y="252"/>
                  </a:cubicBezTo>
                  <a:cubicBezTo>
                    <a:pt x="1" y="388"/>
                    <a:pt x="116" y="496"/>
                    <a:pt x="252" y="496"/>
                  </a:cubicBezTo>
                  <a:cubicBezTo>
                    <a:pt x="388" y="496"/>
                    <a:pt x="503" y="388"/>
                    <a:pt x="503" y="252"/>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3" name="Google Shape;11693;p27"/>
            <p:cNvSpPr/>
            <p:nvPr/>
          </p:nvSpPr>
          <p:spPr>
            <a:xfrm>
              <a:off x="3339850" y="3126475"/>
              <a:ext cx="12525" cy="12400"/>
            </a:xfrm>
            <a:custGeom>
              <a:avLst/>
              <a:gdLst/>
              <a:ahLst/>
              <a:cxnLst/>
              <a:rect l="l" t="t" r="r" b="b"/>
              <a:pathLst>
                <a:path w="501" h="496" extrusionOk="0">
                  <a:moveTo>
                    <a:pt x="251" y="0"/>
                  </a:moveTo>
                  <a:cubicBezTo>
                    <a:pt x="107" y="0"/>
                    <a:pt x="0" y="109"/>
                    <a:pt x="0" y="252"/>
                  </a:cubicBezTo>
                  <a:cubicBezTo>
                    <a:pt x="0" y="388"/>
                    <a:pt x="107" y="496"/>
                    <a:pt x="251" y="496"/>
                  </a:cubicBezTo>
                  <a:cubicBezTo>
                    <a:pt x="387" y="496"/>
                    <a:pt x="501" y="388"/>
                    <a:pt x="501" y="252"/>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4" name="Google Shape;11694;p27"/>
            <p:cNvSpPr/>
            <p:nvPr/>
          </p:nvSpPr>
          <p:spPr>
            <a:xfrm>
              <a:off x="3431575" y="3126475"/>
              <a:ext cx="12600" cy="12400"/>
            </a:xfrm>
            <a:custGeom>
              <a:avLst/>
              <a:gdLst/>
              <a:ahLst/>
              <a:cxnLst/>
              <a:rect l="l" t="t" r="r" b="b"/>
              <a:pathLst>
                <a:path w="504" h="496" extrusionOk="0">
                  <a:moveTo>
                    <a:pt x="252" y="0"/>
                  </a:moveTo>
                  <a:cubicBezTo>
                    <a:pt x="116" y="0"/>
                    <a:pt x="1" y="109"/>
                    <a:pt x="1" y="252"/>
                  </a:cubicBezTo>
                  <a:cubicBezTo>
                    <a:pt x="1" y="388"/>
                    <a:pt x="116" y="496"/>
                    <a:pt x="252" y="496"/>
                  </a:cubicBezTo>
                  <a:cubicBezTo>
                    <a:pt x="388" y="496"/>
                    <a:pt x="503" y="388"/>
                    <a:pt x="503" y="252"/>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5" name="Google Shape;11695;p27"/>
            <p:cNvSpPr/>
            <p:nvPr/>
          </p:nvSpPr>
          <p:spPr>
            <a:xfrm>
              <a:off x="3523550" y="3126475"/>
              <a:ext cx="12375" cy="12400"/>
            </a:xfrm>
            <a:custGeom>
              <a:avLst/>
              <a:gdLst/>
              <a:ahLst/>
              <a:cxnLst/>
              <a:rect l="l" t="t" r="r" b="b"/>
              <a:pathLst>
                <a:path w="495" h="496" extrusionOk="0">
                  <a:moveTo>
                    <a:pt x="250" y="0"/>
                  </a:moveTo>
                  <a:cubicBezTo>
                    <a:pt x="107" y="0"/>
                    <a:pt x="0" y="109"/>
                    <a:pt x="0" y="252"/>
                  </a:cubicBezTo>
                  <a:cubicBezTo>
                    <a:pt x="0" y="388"/>
                    <a:pt x="107" y="496"/>
                    <a:pt x="250" y="496"/>
                  </a:cubicBezTo>
                  <a:cubicBezTo>
                    <a:pt x="388" y="496"/>
                    <a:pt x="494" y="388"/>
                    <a:pt x="494" y="252"/>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6" name="Google Shape;11696;p27"/>
            <p:cNvSpPr/>
            <p:nvPr/>
          </p:nvSpPr>
          <p:spPr>
            <a:xfrm>
              <a:off x="676400" y="32182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7" name="Google Shape;11697;p27"/>
            <p:cNvSpPr/>
            <p:nvPr/>
          </p:nvSpPr>
          <p:spPr>
            <a:xfrm>
              <a:off x="768325" y="3218225"/>
              <a:ext cx="12400" cy="12575"/>
            </a:xfrm>
            <a:custGeom>
              <a:avLst/>
              <a:gdLst/>
              <a:ahLst/>
              <a:cxnLst/>
              <a:rect l="l" t="t" r="r" b="b"/>
              <a:pathLst>
                <a:path w="496" h="503" extrusionOk="0">
                  <a:moveTo>
                    <a:pt x="245" y="0"/>
                  </a:moveTo>
                  <a:cubicBezTo>
                    <a:pt x="109" y="0"/>
                    <a:pt x="0" y="116"/>
                    <a:pt x="0" y="252"/>
                  </a:cubicBezTo>
                  <a:cubicBezTo>
                    <a:pt x="0" y="387"/>
                    <a:pt x="109" y="503"/>
                    <a:pt x="245" y="503"/>
                  </a:cubicBezTo>
                  <a:cubicBezTo>
                    <a:pt x="388" y="503"/>
                    <a:pt x="496" y="387"/>
                    <a:pt x="496" y="252"/>
                  </a:cubicBezTo>
                  <a:cubicBezTo>
                    <a:pt x="496" y="116"/>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8" name="Google Shape;11698;p27"/>
            <p:cNvSpPr/>
            <p:nvPr/>
          </p:nvSpPr>
          <p:spPr>
            <a:xfrm>
              <a:off x="860125" y="3218225"/>
              <a:ext cx="12525" cy="12575"/>
            </a:xfrm>
            <a:custGeom>
              <a:avLst/>
              <a:gdLst/>
              <a:ahLst/>
              <a:cxnLst/>
              <a:rect l="l" t="t" r="r" b="b"/>
              <a:pathLst>
                <a:path w="501" h="503" extrusionOk="0">
                  <a:moveTo>
                    <a:pt x="251" y="0"/>
                  </a:moveTo>
                  <a:cubicBezTo>
                    <a:pt x="114" y="0"/>
                    <a:pt x="0" y="116"/>
                    <a:pt x="0" y="252"/>
                  </a:cubicBezTo>
                  <a:cubicBezTo>
                    <a:pt x="0" y="387"/>
                    <a:pt x="114" y="503"/>
                    <a:pt x="251" y="503"/>
                  </a:cubicBezTo>
                  <a:cubicBezTo>
                    <a:pt x="387" y="503"/>
                    <a:pt x="501" y="387"/>
                    <a:pt x="501" y="252"/>
                  </a:cubicBezTo>
                  <a:cubicBezTo>
                    <a:pt x="501"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9" name="Google Shape;11699;p27"/>
            <p:cNvSpPr/>
            <p:nvPr/>
          </p:nvSpPr>
          <p:spPr>
            <a:xfrm>
              <a:off x="951850" y="32182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0" name="Google Shape;11700;p27"/>
            <p:cNvSpPr/>
            <p:nvPr/>
          </p:nvSpPr>
          <p:spPr>
            <a:xfrm>
              <a:off x="1043825" y="3218225"/>
              <a:ext cx="12375" cy="12575"/>
            </a:xfrm>
            <a:custGeom>
              <a:avLst/>
              <a:gdLst/>
              <a:ahLst/>
              <a:cxnLst/>
              <a:rect l="l" t="t" r="r" b="b"/>
              <a:pathLst>
                <a:path w="495" h="503" extrusionOk="0">
                  <a:moveTo>
                    <a:pt x="250" y="0"/>
                  </a:moveTo>
                  <a:cubicBezTo>
                    <a:pt x="107" y="0"/>
                    <a:pt x="0" y="116"/>
                    <a:pt x="0" y="252"/>
                  </a:cubicBezTo>
                  <a:cubicBezTo>
                    <a:pt x="0" y="387"/>
                    <a:pt x="107" y="503"/>
                    <a:pt x="250" y="503"/>
                  </a:cubicBezTo>
                  <a:cubicBezTo>
                    <a:pt x="388" y="503"/>
                    <a:pt x="494" y="387"/>
                    <a:pt x="494" y="252"/>
                  </a:cubicBezTo>
                  <a:cubicBezTo>
                    <a:pt x="494"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1" name="Google Shape;11701;p27"/>
            <p:cNvSpPr/>
            <p:nvPr/>
          </p:nvSpPr>
          <p:spPr>
            <a:xfrm>
              <a:off x="1135575" y="3218225"/>
              <a:ext cx="12575" cy="12575"/>
            </a:xfrm>
            <a:custGeom>
              <a:avLst/>
              <a:gdLst/>
              <a:ahLst/>
              <a:cxnLst/>
              <a:rect l="l" t="t" r="r" b="b"/>
              <a:pathLst>
                <a:path w="503" h="503" extrusionOk="0">
                  <a:moveTo>
                    <a:pt x="252" y="0"/>
                  </a:moveTo>
                  <a:cubicBezTo>
                    <a:pt x="116" y="0"/>
                    <a:pt x="0" y="116"/>
                    <a:pt x="0" y="252"/>
                  </a:cubicBezTo>
                  <a:cubicBezTo>
                    <a:pt x="0" y="387"/>
                    <a:pt x="116" y="503"/>
                    <a:pt x="252" y="503"/>
                  </a:cubicBezTo>
                  <a:cubicBezTo>
                    <a:pt x="387" y="503"/>
                    <a:pt x="503" y="387"/>
                    <a:pt x="503" y="252"/>
                  </a:cubicBezTo>
                  <a:cubicBezTo>
                    <a:pt x="503"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2" name="Google Shape;11702;p27"/>
            <p:cNvSpPr/>
            <p:nvPr/>
          </p:nvSpPr>
          <p:spPr>
            <a:xfrm>
              <a:off x="1227500" y="3218225"/>
              <a:ext cx="12400" cy="12575"/>
            </a:xfrm>
            <a:custGeom>
              <a:avLst/>
              <a:gdLst/>
              <a:ahLst/>
              <a:cxnLst/>
              <a:rect l="l" t="t" r="r" b="b"/>
              <a:pathLst>
                <a:path w="496" h="503" extrusionOk="0">
                  <a:moveTo>
                    <a:pt x="251" y="0"/>
                  </a:moveTo>
                  <a:cubicBezTo>
                    <a:pt x="109" y="0"/>
                    <a:pt x="0" y="116"/>
                    <a:pt x="0" y="252"/>
                  </a:cubicBezTo>
                  <a:cubicBezTo>
                    <a:pt x="0" y="387"/>
                    <a:pt x="109" y="503"/>
                    <a:pt x="251" y="503"/>
                  </a:cubicBezTo>
                  <a:cubicBezTo>
                    <a:pt x="387" y="503"/>
                    <a:pt x="496" y="387"/>
                    <a:pt x="496" y="252"/>
                  </a:cubicBezTo>
                  <a:cubicBezTo>
                    <a:pt x="496"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3" name="Google Shape;11703;p27"/>
            <p:cNvSpPr/>
            <p:nvPr/>
          </p:nvSpPr>
          <p:spPr>
            <a:xfrm>
              <a:off x="1319275" y="3218225"/>
              <a:ext cx="12550" cy="12575"/>
            </a:xfrm>
            <a:custGeom>
              <a:avLst/>
              <a:gdLst/>
              <a:ahLst/>
              <a:cxnLst/>
              <a:rect l="l" t="t" r="r" b="b"/>
              <a:pathLst>
                <a:path w="502" h="503" extrusionOk="0">
                  <a:moveTo>
                    <a:pt x="252" y="0"/>
                  </a:moveTo>
                  <a:cubicBezTo>
                    <a:pt x="114" y="0"/>
                    <a:pt x="1" y="116"/>
                    <a:pt x="1" y="252"/>
                  </a:cubicBezTo>
                  <a:cubicBezTo>
                    <a:pt x="1" y="387"/>
                    <a:pt x="114" y="503"/>
                    <a:pt x="252" y="503"/>
                  </a:cubicBezTo>
                  <a:cubicBezTo>
                    <a:pt x="388" y="503"/>
                    <a:pt x="501" y="387"/>
                    <a:pt x="501" y="252"/>
                  </a:cubicBezTo>
                  <a:cubicBezTo>
                    <a:pt x="501"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4" name="Google Shape;11704;p27"/>
            <p:cNvSpPr/>
            <p:nvPr/>
          </p:nvSpPr>
          <p:spPr>
            <a:xfrm>
              <a:off x="1411200" y="3218225"/>
              <a:ext cx="12425" cy="12575"/>
            </a:xfrm>
            <a:custGeom>
              <a:avLst/>
              <a:gdLst/>
              <a:ahLst/>
              <a:cxnLst/>
              <a:rect l="l" t="t" r="r" b="b"/>
              <a:pathLst>
                <a:path w="497" h="503" extrusionOk="0">
                  <a:moveTo>
                    <a:pt x="245" y="0"/>
                  </a:moveTo>
                  <a:cubicBezTo>
                    <a:pt x="109" y="0"/>
                    <a:pt x="1" y="116"/>
                    <a:pt x="1" y="252"/>
                  </a:cubicBezTo>
                  <a:cubicBezTo>
                    <a:pt x="1" y="387"/>
                    <a:pt x="109" y="503"/>
                    <a:pt x="245" y="503"/>
                  </a:cubicBezTo>
                  <a:cubicBezTo>
                    <a:pt x="388" y="503"/>
                    <a:pt x="496" y="387"/>
                    <a:pt x="496" y="252"/>
                  </a:cubicBezTo>
                  <a:cubicBezTo>
                    <a:pt x="496" y="116"/>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5" name="Google Shape;11705;p27"/>
            <p:cNvSpPr/>
            <p:nvPr/>
          </p:nvSpPr>
          <p:spPr>
            <a:xfrm>
              <a:off x="1503000" y="3218225"/>
              <a:ext cx="12525" cy="12575"/>
            </a:xfrm>
            <a:custGeom>
              <a:avLst/>
              <a:gdLst/>
              <a:ahLst/>
              <a:cxnLst/>
              <a:rect l="l" t="t" r="r" b="b"/>
              <a:pathLst>
                <a:path w="501" h="503" extrusionOk="0">
                  <a:moveTo>
                    <a:pt x="250" y="0"/>
                  </a:moveTo>
                  <a:cubicBezTo>
                    <a:pt x="114" y="0"/>
                    <a:pt x="0" y="116"/>
                    <a:pt x="0" y="252"/>
                  </a:cubicBezTo>
                  <a:cubicBezTo>
                    <a:pt x="0" y="387"/>
                    <a:pt x="114" y="503"/>
                    <a:pt x="250" y="503"/>
                  </a:cubicBezTo>
                  <a:cubicBezTo>
                    <a:pt x="387" y="503"/>
                    <a:pt x="501" y="387"/>
                    <a:pt x="501" y="252"/>
                  </a:cubicBezTo>
                  <a:cubicBezTo>
                    <a:pt x="501" y="116"/>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6" name="Google Shape;11706;p27"/>
            <p:cNvSpPr/>
            <p:nvPr/>
          </p:nvSpPr>
          <p:spPr>
            <a:xfrm>
              <a:off x="1594750" y="3218225"/>
              <a:ext cx="12575" cy="12575"/>
            </a:xfrm>
            <a:custGeom>
              <a:avLst/>
              <a:gdLst/>
              <a:ahLst/>
              <a:cxnLst/>
              <a:rect l="l" t="t" r="r" b="b"/>
              <a:pathLst>
                <a:path w="503" h="503" extrusionOk="0">
                  <a:moveTo>
                    <a:pt x="251" y="0"/>
                  </a:moveTo>
                  <a:cubicBezTo>
                    <a:pt x="115" y="0"/>
                    <a:pt x="0" y="116"/>
                    <a:pt x="0" y="252"/>
                  </a:cubicBezTo>
                  <a:cubicBezTo>
                    <a:pt x="0" y="387"/>
                    <a:pt x="115" y="503"/>
                    <a:pt x="251" y="503"/>
                  </a:cubicBezTo>
                  <a:cubicBezTo>
                    <a:pt x="394" y="503"/>
                    <a:pt x="503" y="387"/>
                    <a:pt x="503" y="252"/>
                  </a:cubicBezTo>
                  <a:cubicBezTo>
                    <a:pt x="503" y="116"/>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7" name="Google Shape;11707;p27"/>
            <p:cNvSpPr/>
            <p:nvPr/>
          </p:nvSpPr>
          <p:spPr>
            <a:xfrm>
              <a:off x="1686650" y="32182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8" name="Google Shape;11708;p27"/>
            <p:cNvSpPr/>
            <p:nvPr/>
          </p:nvSpPr>
          <p:spPr>
            <a:xfrm>
              <a:off x="1778450" y="3218225"/>
              <a:ext cx="12550" cy="12575"/>
            </a:xfrm>
            <a:custGeom>
              <a:avLst/>
              <a:gdLst/>
              <a:ahLst/>
              <a:cxnLst/>
              <a:rect l="l" t="t" r="r" b="b"/>
              <a:pathLst>
                <a:path w="502" h="503" extrusionOk="0">
                  <a:moveTo>
                    <a:pt x="252" y="0"/>
                  </a:moveTo>
                  <a:cubicBezTo>
                    <a:pt x="114" y="0"/>
                    <a:pt x="1" y="116"/>
                    <a:pt x="1" y="252"/>
                  </a:cubicBezTo>
                  <a:cubicBezTo>
                    <a:pt x="1" y="387"/>
                    <a:pt x="114" y="503"/>
                    <a:pt x="252" y="503"/>
                  </a:cubicBezTo>
                  <a:cubicBezTo>
                    <a:pt x="388" y="503"/>
                    <a:pt x="501" y="387"/>
                    <a:pt x="501" y="252"/>
                  </a:cubicBezTo>
                  <a:cubicBezTo>
                    <a:pt x="501"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9" name="Google Shape;11709;p27"/>
            <p:cNvSpPr/>
            <p:nvPr/>
          </p:nvSpPr>
          <p:spPr>
            <a:xfrm>
              <a:off x="1870375" y="3218225"/>
              <a:ext cx="12400" cy="12575"/>
            </a:xfrm>
            <a:custGeom>
              <a:avLst/>
              <a:gdLst/>
              <a:ahLst/>
              <a:cxnLst/>
              <a:rect l="l" t="t" r="r" b="b"/>
              <a:pathLst>
                <a:path w="496" h="503" extrusionOk="0">
                  <a:moveTo>
                    <a:pt x="252" y="0"/>
                  </a:moveTo>
                  <a:cubicBezTo>
                    <a:pt x="109" y="0"/>
                    <a:pt x="0" y="116"/>
                    <a:pt x="0" y="252"/>
                  </a:cubicBezTo>
                  <a:cubicBezTo>
                    <a:pt x="0" y="387"/>
                    <a:pt x="109" y="503"/>
                    <a:pt x="252" y="503"/>
                  </a:cubicBezTo>
                  <a:cubicBezTo>
                    <a:pt x="387" y="503"/>
                    <a:pt x="496" y="387"/>
                    <a:pt x="496" y="252"/>
                  </a:cubicBezTo>
                  <a:cubicBezTo>
                    <a:pt x="496"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0" name="Google Shape;11710;p27"/>
            <p:cNvSpPr/>
            <p:nvPr/>
          </p:nvSpPr>
          <p:spPr>
            <a:xfrm>
              <a:off x="1962150" y="3218225"/>
              <a:ext cx="12550" cy="12575"/>
            </a:xfrm>
            <a:custGeom>
              <a:avLst/>
              <a:gdLst/>
              <a:ahLst/>
              <a:cxnLst/>
              <a:rect l="l" t="t" r="r" b="b"/>
              <a:pathLst>
                <a:path w="502" h="503" extrusionOk="0">
                  <a:moveTo>
                    <a:pt x="250" y="0"/>
                  </a:moveTo>
                  <a:cubicBezTo>
                    <a:pt x="114" y="0"/>
                    <a:pt x="1" y="116"/>
                    <a:pt x="1" y="252"/>
                  </a:cubicBezTo>
                  <a:cubicBezTo>
                    <a:pt x="1" y="387"/>
                    <a:pt x="114" y="503"/>
                    <a:pt x="250" y="503"/>
                  </a:cubicBezTo>
                  <a:cubicBezTo>
                    <a:pt x="388" y="503"/>
                    <a:pt x="502" y="387"/>
                    <a:pt x="502" y="252"/>
                  </a:cubicBezTo>
                  <a:cubicBezTo>
                    <a:pt x="502"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1" name="Google Shape;11711;p27"/>
            <p:cNvSpPr/>
            <p:nvPr/>
          </p:nvSpPr>
          <p:spPr>
            <a:xfrm>
              <a:off x="2054075" y="3218225"/>
              <a:ext cx="12425" cy="12575"/>
            </a:xfrm>
            <a:custGeom>
              <a:avLst/>
              <a:gdLst/>
              <a:ahLst/>
              <a:cxnLst/>
              <a:rect l="l" t="t" r="r" b="b"/>
              <a:pathLst>
                <a:path w="497" h="503" extrusionOk="0">
                  <a:moveTo>
                    <a:pt x="252" y="0"/>
                  </a:moveTo>
                  <a:cubicBezTo>
                    <a:pt x="109" y="0"/>
                    <a:pt x="1" y="116"/>
                    <a:pt x="1" y="252"/>
                  </a:cubicBezTo>
                  <a:cubicBezTo>
                    <a:pt x="1" y="387"/>
                    <a:pt x="109" y="503"/>
                    <a:pt x="252" y="503"/>
                  </a:cubicBezTo>
                  <a:cubicBezTo>
                    <a:pt x="388" y="503"/>
                    <a:pt x="496" y="387"/>
                    <a:pt x="496" y="252"/>
                  </a:cubicBezTo>
                  <a:cubicBezTo>
                    <a:pt x="496"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2" name="Google Shape;11712;p27"/>
            <p:cNvSpPr/>
            <p:nvPr/>
          </p:nvSpPr>
          <p:spPr>
            <a:xfrm>
              <a:off x="2145825" y="32182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3" name="Google Shape;11713;p27"/>
            <p:cNvSpPr/>
            <p:nvPr/>
          </p:nvSpPr>
          <p:spPr>
            <a:xfrm>
              <a:off x="2237800" y="3218225"/>
              <a:ext cx="12350" cy="12575"/>
            </a:xfrm>
            <a:custGeom>
              <a:avLst/>
              <a:gdLst/>
              <a:ahLst/>
              <a:cxnLst/>
              <a:rect l="l" t="t" r="r" b="b"/>
              <a:pathLst>
                <a:path w="494" h="503" extrusionOk="0">
                  <a:moveTo>
                    <a:pt x="244" y="0"/>
                  </a:moveTo>
                  <a:cubicBezTo>
                    <a:pt x="107" y="0"/>
                    <a:pt x="0" y="116"/>
                    <a:pt x="0" y="252"/>
                  </a:cubicBezTo>
                  <a:cubicBezTo>
                    <a:pt x="0" y="387"/>
                    <a:pt x="107" y="503"/>
                    <a:pt x="244" y="503"/>
                  </a:cubicBezTo>
                  <a:cubicBezTo>
                    <a:pt x="387" y="503"/>
                    <a:pt x="494" y="387"/>
                    <a:pt x="494" y="252"/>
                  </a:cubicBezTo>
                  <a:cubicBezTo>
                    <a:pt x="494" y="116"/>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4" name="Google Shape;11714;p27"/>
            <p:cNvSpPr/>
            <p:nvPr/>
          </p:nvSpPr>
          <p:spPr>
            <a:xfrm>
              <a:off x="2329550" y="3218225"/>
              <a:ext cx="12575" cy="12575"/>
            </a:xfrm>
            <a:custGeom>
              <a:avLst/>
              <a:gdLst/>
              <a:ahLst/>
              <a:cxnLst/>
              <a:rect l="l" t="t" r="r" b="b"/>
              <a:pathLst>
                <a:path w="503" h="503" extrusionOk="0">
                  <a:moveTo>
                    <a:pt x="251" y="0"/>
                  </a:moveTo>
                  <a:cubicBezTo>
                    <a:pt x="115" y="0"/>
                    <a:pt x="0" y="116"/>
                    <a:pt x="0" y="252"/>
                  </a:cubicBezTo>
                  <a:cubicBezTo>
                    <a:pt x="0" y="387"/>
                    <a:pt x="115" y="503"/>
                    <a:pt x="251" y="503"/>
                  </a:cubicBezTo>
                  <a:cubicBezTo>
                    <a:pt x="387" y="503"/>
                    <a:pt x="502" y="387"/>
                    <a:pt x="502" y="252"/>
                  </a:cubicBezTo>
                  <a:cubicBezTo>
                    <a:pt x="502"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5" name="Google Shape;11715;p27"/>
            <p:cNvSpPr/>
            <p:nvPr/>
          </p:nvSpPr>
          <p:spPr>
            <a:xfrm>
              <a:off x="2421325" y="3218225"/>
              <a:ext cx="12550" cy="12575"/>
            </a:xfrm>
            <a:custGeom>
              <a:avLst/>
              <a:gdLst/>
              <a:ahLst/>
              <a:cxnLst/>
              <a:rect l="l" t="t" r="r" b="b"/>
              <a:pathLst>
                <a:path w="502" h="503" extrusionOk="0">
                  <a:moveTo>
                    <a:pt x="250" y="0"/>
                  </a:moveTo>
                  <a:cubicBezTo>
                    <a:pt x="114" y="0"/>
                    <a:pt x="1" y="116"/>
                    <a:pt x="1" y="252"/>
                  </a:cubicBezTo>
                  <a:cubicBezTo>
                    <a:pt x="1" y="387"/>
                    <a:pt x="114" y="503"/>
                    <a:pt x="250" y="503"/>
                  </a:cubicBezTo>
                  <a:cubicBezTo>
                    <a:pt x="395" y="503"/>
                    <a:pt x="501" y="387"/>
                    <a:pt x="501" y="252"/>
                  </a:cubicBezTo>
                  <a:cubicBezTo>
                    <a:pt x="501" y="116"/>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6" name="Google Shape;11716;p27"/>
            <p:cNvSpPr/>
            <p:nvPr/>
          </p:nvSpPr>
          <p:spPr>
            <a:xfrm>
              <a:off x="2513250" y="3218225"/>
              <a:ext cx="12575" cy="12575"/>
            </a:xfrm>
            <a:custGeom>
              <a:avLst/>
              <a:gdLst/>
              <a:ahLst/>
              <a:cxnLst/>
              <a:rect l="l" t="t" r="r" b="b"/>
              <a:pathLst>
                <a:path w="503" h="503" extrusionOk="0">
                  <a:moveTo>
                    <a:pt x="252" y="0"/>
                  </a:moveTo>
                  <a:cubicBezTo>
                    <a:pt x="109" y="0"/>
                    <a:pt x="0" y="116"/>
                    <a:pt x="0" y="252"/>
                  </a:cubicBezTo>
                  <a:cubicBezTo>
                    <a:pt x="0" y="387"/>
                    <a:pt x="109"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7" name="Google Shape;11717;p27"/>
            <p:cNvSpPr/>
            <p:nvPr/>
          </p:nvSpPr>
          <p:spPr>
            <a:xfrm>
              <a:off x="2605000" y="3218225"/>
              <a:ext cx="12575" cy="12575"/>
            </a:xfrm>
            <a:custGeom>
              <a:avLst/>
              <a:gdLst/>
              <a:ahLst/>
              <a:cxnLst/>
              <a:rect l="l" t="t" r="r" b="b"/>
              <a:pathLst>
                <a:path w="503" h="503" extrusionOk="0">
                  <a:moveTo>
                    <a:pt x="252" y="0"/>
                  </a:moveTo>
                  <a:cubicBezTo>
                    <a:pt x="116" y="0"/>
                    <a:pt x="0" y="116"/>
                    <a:pt x="0" y="252"/>
                  </a:cubicBezTo>
                  <a:cubicBezTo>
                    <a:pt x="0" y="387"/>
                    <a:pt x="116" y="503"/>
                    <a:pt x="252" y="503"/>
                  </a:cubicBezTo>
                  <a:cubicBezTo>
                    <a:pt x="387" y="503"/>
                    <a:pt x="503" y="387"/>
                    <a:pt x="503" y="252"/>
                  </a:cubicBezTo>
                  <a:cubicBezTo>
                    <a:pt x="503"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8" name="Google Shape;11718;p27"/>
            <p:cNvSpPr/>
            <p:nvPr/>
          </p:nvSpPr>
          <p:spPr>
            <a:xfrm>
              <a:off x="2696950" y="3218225"/>
              <a:ext cx="12375" cy="12575"/>
            </a:xfrm>
            <a:custGeom>
              <a:avLst/>
              <a:gdLst/>
              <a:ahLst/>
              <a:cxnLst/>
              <a:rect l="l" t="t" r="r" b="b"/>
              <a:pathLst>
                <a:path w="495" h="503" extrusionOk="0">
                  <a:moveTo>
                    <a:pt x="252" y="0"/>
                  </a:moveTo>
                  <a:cubicBezTo>
                    <a:pt x="108" y="0"/>
                    <a:pt x="1" y="116"/>
                    <a:pt x="1" y="252"/>
                  </a:cubicBezTo>
                  <a:cubicBezTo>
                    <a:pt x="1" y="387"/>
                    <a:pt x="108" y="503"/>
                    <a:pt x="252" y="503"/>
                  </a:cubicBezTo>
                  <a:cubicBezTo>
                    <a:pt x="388" y="503"/>
                    <a:pt x="495" y="387"/>
                    <a:pt x="495" y="252"/>
                  </a:cubicBezTo>
                  <a:cubicBezTo>
                    <a:pt x="495"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9" name="Google Shape;11719;p27"/>
            <p:cNvSpPr/>
            <p:nvPr/>
          </p:nvSpPr>
          <p:spPr>
            <a:xfrm>
              <a:off x="2788700" y="32182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0" name="Google Shape;11720;p27"/>
            <p:cNvSpPr/>
            <p:nvPr/>
          </p:nvSpPr>
          <p:spPr>
            <a:xfrm>
              <a:off x="2880675" y="3218225"/>
              <a:ext cx="12375" cy="12575"/>
            </a:xfrm>
            <a:custGeom>
              <a:avLst/>
              <a:gdLst/>
              <a:ahLst/>
              <a:cxnLst/>
              <a:rect l="l" t="t" r="r" b="b"/>
              <a:pathLst>
                <a:path w="495" h="503" extrusionOk="0">
                  <a:moveTo>
                    <a:pt x="243" y="0"/>
                  </a:moveTo>
                  <a:cubicBezTo>
                    <a:pt x="107" y="0"/>
                    <a:pt x="0" y="116"/>
                    <a:pt x="0" y="252"/>
                  </a:cubicBezTo>
                  <a:cubicBezTo>
                    <a:pt x="0" y="387"/>
                    <a:pt x="107" y="503"/>
                    <a:pt x="243" y="503"/>
                  </a:cubicBezTo>
                  <a:cubicBezTo>
                    <a:pt x="387" y="503"/>
                    <a:pt x="494" y="387"/>
                    <a:pt x="494" y="252"/>
                  </a:cubicBezTo>
                  <a:cubicBezTo>
                    <a:pt x="494" y="116"/>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1" name="Google Shape;11721;p27"/>
            <p:cNvSpPr/>
            <p:nvPr/>
          </p:nvSpPr>
          <p:spPr>
            <a:xfrm>
              <a:off x="2972425" y="3218225"/>
              <a:ext cx="12575" cy="12575"/>
            </a:xfrm>
            <a:custGeom>
              <a:avLst/>
              <a:gdLst/>
              <a:ahLst/>
              <a:cxnLst/>
              <a:rect l="l" t="t" r="r" b="b"/>
              <a:pathLst>
                <a:path w="503" h="503" extrusionOk="0">
                  <a:moveTo>
                    <a:pt x="251" y="0"/>
                  </a:moveTo>
                  <a:cubicBezTo>
                    <a:pt x="115" y="0"/>
                    <a:pt x="0" y="116"/>
                    <a:pt x="0" y="252"/>
                  </a:cubicBezTo>
                  <a:cubicBezTo>
                    <a:pt x="0" y="387"/>
                    <a:pt x="115" y="503"/>
                    <a:pt x="251" y="503"/>
                  </a:cubicBezTo>
                  <a:cubicBezTo>
                    <a:pt x="387" y="503"/>
                    <a:pt x="503" y="387"/>
                    <a:pt x="503" y="252"/>
                  </a:cubicBezTo>
                  <a:cubicBezTo>
                    <a:pt x="503"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2" name="Google Shape;11722;p27"/>
            <p:cNvSpPr/>
            <p:nvPr/>
          </p:nvSpPr>
          <p:spPr>
            <a:xfrm>
              <a:off x="3064375" y="3218225"/>
              <a:ext cx="12375" cy="12575"/>
            </a:xfrm>
            <a:custGeom>
              <a:avLst/>
              <a:gdLst/>
              <a:ahLst/>
              <a:cxnLst/>
              <a:rect l="l" t="t" r="r" b="b"/>
              <a:pathLst>
                <a:path w="495" h="503" extrusionOk="0">
                  <a:moveTo>
                    <a:pt x="243" y="0"/>
                  </a:moveTo>
                  <a:cubicBezTo>
                    <a:pt x="107" y="0"/>
                    <a:pt x="1" y="116"/>
                    <a:pt x="1" y="252"/>
                  </a:cubicBezTo>
                  <a:cubicBezTo>
                    <a:pt x="1" y="387"/>
                    <a:pt x="107" y="503"/>
                    <a:pt x="243" y="503"/>
                  </a:cubicBezTo>
                  <a:cubicBezTo>
                    <a:pt x="388" y="503"/>
                    <a:pt x="495" y="387"/>
                    <a:pt x="495" y="252"/>
                  </a:cubicBezTo>
                  <a:cubicBezTo>
                    <a:pt x="495" y="116"/>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3" name="Google Shape;11723;p27"/>
            <p:cNvSpPr/>
            <p:nvPr/>
          </p:nvSpPr>
          <p:spPr>
            <a:xfrm>
              <a:off x="3156125" y="32182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4" name="Google Shape;11724;p27"/>
            <p:cNvSpPr/>
            <p:nvPr/>
          </p:nvSpPr>
          <p:spPr>
            <a:xfrm>
              <a:off x="3247875" y="3218225"/>
              <a:ext cx="12575" cy="12575"/>
            </a:xfrm>
            <a:custGeom>
              <a:avLst/>
              <a:gdLst/>
              <a:ahLst/>
              <a:cxnLst/>
              <a:rect l="l" t="t" r="r" b="b"/>
              <a:pathLst>
                <a:path w="503"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5" name="Google Shape;11725;p27"/>
            <p:cNvSpPr/>
            <p:nvPr/>
          </p:nvSpPr>
          <p:spPr>
            <a:xfrm>
              <a:off x="3339850" y="3218225"/>
              <a:ext cx="12525" cy="12575"/>
            </a:xfrm>
            <a:custGeom>
              <a:avLst/>
              <a:gdLst/>
              <a:ahLst/>
              <a:cxnLst/>
              <a:rect l="l" t="t" r="r" b="b"/>
              <a:pathLst>
                <a:path w="501" h="503" extrusionOk="0">
                  <a:moveTo>
                    <a:pt x="251" y="0"/>
                  </a:moveTo>
                  <a:cubicBezTo>
                    <a:pt x="107" y="0"/>
                    <a:pt x="0" y="116"/>
                    <a:pt x="0" y="252"/>
                  </a:cubicBezTo>
                  <a:cubicBezTo>
                    <a:pt x="0" y="387"/>
                    <a:pt x="107" y="503"/>
                    <a:pt x="251" y="503"/>
                  </a:cubicBezTo>
                  <a:cubicBezTo>
                    <a:pt x="387" y="503"/>
                    <a:pt x="501" y="387"/>
                    <a:pt x="501" y="252"/>
                  </a:cubicBezTo>
                  <a:cubicBezTo>
                    <a:pt x="501"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6" name="Google Shape;11726;p27"/>
            <p:cNvSpPr/>
            <p:nvPr/>
          </p:nvSpPr>
          <p:spPr>
            <a:xfrm>
              <a:off x="3431575" y="32182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7" name="Google Shape;11727;p27"/>
            <p:cNvSpPr/>
            <p:nvPr/>
          </p:nvSpPr>
          <p:spPr>
            <a:xfrm>
              <a:off x="3523550" y="3218225"/>
              <a:ext cx="12375" cy="12575"/>
            </a:xfrm>
            <a:custGeom>
              <a:avLst/>
              <a:gdLst/>
              <a:ahLst/>
              <a:cxnLst/>
              <a:rect l="l" t="t" r="r" b="b"/>
              <a:pathLst>
                <a:path w="495" h="503" extrusionOk="0">
                  <a:moveTo>
                    <a:pt x="250" y="0"/>
                  </a:moveTo>
                  <a:cubicBezTo>
                    <a:pt x="107" y="0"/>
                    <a:pt x="0" y="116"/>
                    <a:pt x="0" y="252"/>
                  </a:cubicBezTo>
                  <a:cubicBezTo>
                    <a:pt x="0" y="387"/>
                    <a:pt x="107" y="503"/>
                    <a:pt x="250" y="503"/>
                  </a:cubicBezTo>
                  <a:cubicBezTo>
                    <a:pt x="388" y="503"/>
                    <a:pt x="494" y="387"/>
                    <a:pt x="494" y="252"/>
                  </a:cubicBezTo>
                  <a:cubicBezTo>
                    <a:pt x="494"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8" name="Google Shape;11728;p27"/>
            <p:cNvSpPr/>
            <p:nvPr/>
          </p:nvSpPr>
          <p:spPr>
            <a:xfrm>
              <a:off x="676400" y="3310175"/>
              <a:ext cx="12600" cy="12375"/>
            </a:xfrm>
            <a:custGeom>
              <a:avLst/>
              <a:gdLst/>
              <a:ahLst/>
              <a:cxnLst/>
              <a:rect l="l" t="t" r="r" b="b"/>
              <a:pathLst>
                <a:path w="504" h="495" extrusionOk="0">
                  <a:moveTo>
                    <a:pt x="252" y="1"/>
                  </a:moveTo>
                  <a:cubicBezTo>
                    <a:pt x="116" y="1"/>
                    <a:pt x="1" y="108"/>
                    <a:pt x="1" y="252"/>
                  </a:cubicBezTo>
                  <a:cubicBezTo>
                    <a:pt x="1" y="388"/>
                    <a:pt x="116" y="495"/>
                    <a:pt x="252" y="495"/>
                  </a:cubicBezTo>
                  <a:cubicBezTo>
                    <a:pt x="388" y="495"/>
                    <a:pt x="503" y="388"/>
                    <a:pt x="503" y="252"/>
                  </a:cubicBezTo>
                  <a:cubicBezTo>
                    <a:pt x="503"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9" name="Google Shape;11729;p27"/>
            <p:cNvSpPr/>
            <p:nvPr/>
          </p:nvSpPr>
          <p:spPr>
            <a:xfrm>
              <a:off x="768325" y="3310175"/>
              <a:ext cx="12400" cy="12375"/>
            </a:xfrm>
            <a:custGeom>
              <a:avLst/>
              <a:gdLst/>
              <a:ahLst/>
              <a:cxnLst/>
              <a:rect l="l" t="t" r="r" b="b"/>
              <a:pathLst>
                <a:path w="496" h="495" extrusionOk="0">
                  <a:moveTo>
                    <a:pt x="245" y="1"/>
                  </a:moveTo>
                  <a:cubicBezTo>
                    <a:pt x="109" y="1"/>
                    <a:pt x="0" y="108"/>
                    <a:pt x="0" y="252"/>
                  </a:cubicBezTo>
                  <a:cubicBezTo>
                    <a:pt x="0" y="388"/>
                    <a:pt x="109" y="495"/>
                    <a:pt x="245" y="495"/>
                  </a:cubicBezTo>
                  <a:cubicBezTo>
                    <a:pt x="388" y="495"/>
                    <a:pt x="496" y="388"/>
                    <a:pt x="496" y="252"/>
                  </a:cubicBezTo>
                  <a:cubicBezTo>
                    <a:pt x="496" y="108"/>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0" name="Google Shape;11730;p27"/>
            <p:cNvSpPr/>
            <p:nvPr/>
          </p:nvSpPr>
          <p:spPr>
            <a:xfrm>
              <a:off x="860125" y="3310175"/>
              <a:ext cx="12525" cy="12375"/>
            </a:xfrm>
            <a:custGeom>
              <a:avLst/>
              <a:gdLst/>
              <a:ahLst/>
              <a:cxnLst/>
              <a:rect l="l" t="t" r="r" b="b"/>
              <a:pathLst>
                <a:path w="501" h="495" extrusionOk="0">
                  <a:moveTo>
                    <a:pt x="251" y="1"/>
                  </a:moveTo>
                  <a:cubicBezTo>
                    <a:pt x="114" y="1"/>
                    <a:pt x="0" y="108"/>
                    <a:pt x="0" y="252"/>
                  </a:cubicBezTo>
                  <a:cubicBezTo>
                    <a:pt x="0" y="388"/>
                    <a:pt x="114" y="495"/>
                    <a:pt x="251" y="495"/>
                  </a:cubicBezTo>
                  <a:cubicBezTo>
                    <a:pt x="387" y="495"/>
                    <a:pt x="501" y="388"/>
                    <a:pt x="501" y="252"/>
                  </a:cubicBezTo>
                  <a:cubicBezTo>
                    <a:pt x="501" y="108"/>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1" name="Google Shape;11731;p27"/>
            <p:cNvSpPr/>
            <p:nvPr/>
          </p:nvSpPr>
          <p:spPr>
            <a:xfrm>
              <a:off x="951850" y="3310175"/>
              <a:ext cx="12600" cy="12375"/>
            </a:xfrm>
            <a:custGeom>
              <a:avLst/>
              <a:gdLst/>
              <a:ahLst/>
              <a:cxnLst/>
              <a:rect l="l" t="t" r="r" b="b"/>
              <a:pathLst>
                <a:path w="504" h="495" extrusionOk="0">
                  <a:moveTo>
                    <a:pt x="252" y="1"/>
                  </a:moveTo>
                  <a:cubicBezTo>
                    <a:pt x="116" y="1"/>
                    <a:pt x="1" y="108"/>
                    <a:pt x="1" y="252"/>
                  </a:cubicBezTo>
                  <a:cubicBezTo>
                    <a:pt x="1" y="388"/>
                    <a:pt x="116" y="495"/>
                    <a:pt x="252" y="495"/>
                  </a:cubicBezTo>
                  <a:cubicBezTo>
                    <a:pt x="388" y="495"/>
                    <a:pt x="503" y="388"/>
                    <a:pt x="503" y="252"/>
                  </a:cubicBezTo>
                  <a:cubicBezTo>
                    <a:pt x="503"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2" name="Google Shape;11732;p27"/>
            <p:cNvSpPr/>
            <p:nvPr/>
          </p:nvSpPr>
          <p:spPr>
            <a:xfrm>
              <a:off x="1043825" y="3310175"/>
              <a:ext cx="12375" cy="12375"/>
            </a:xfrm>
            <a:custGeom>
              <a:avLst/>
              <a:gdLst/>
              <a:ahLst/>
              <a:cxnLst/>
              <a:rect l="l" t="t" r="r" b="b"/>
              <a:pathLst>
                <a:path w="495" h="495" extrusionOk="0">
                  <a:moveTo>
                    <a:pt x="250" y="1"/>
                  </a:moveTo>
                  <a:cubicBezTo>
                    <a:pt x="107" y="1"/>
                    <a:pt x="0" y="108"/>
                    <a:pt x="0" y="252"/>
                  </a:cubicBezTo>
                  <a:cubicBezTo>
                    <a:pt x="0" y="388"/>
                    <a:pt x="107" y="495"/>
                    <a:pt x="250" y="495"/>
                  </a:cubicBezTo>
                  <a:cubicBezTo>
                    <a:pt x="388" y="495"/>
                    <a:pt x="494" y="388"/>
                    <a:pt x="494" y="252"/>
                  </a:cubicBezTo>
                  <a:cubicBezTo>
                    <a:pt x="494" y="108"/>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3" name="Google Shape;11733;p27"/>
            <p:cNvSpPr/>
            <p:nvPr/>
          </p:nvSpPr>
          <p:spPr>
            <a:xfrm>
              <a:off x="1135575" y="3310175"/>
              <a:ext cx="12575" cy="12375"/>
            </a:xfrm>
            <a:custGeom>
              <a:avLst/>
              <a:gdLst/>
              <a:ahLst/>
              <a:cxnLst/>
              <a:rect l="l" t="t" r="r" b="b"/>
              <a:pathLst>
                <a:path w="503" h="495" extrusionOk="0">
                  <a:moveTo>
                    <a:pt x="252" y="1"/>
                  </a:moveTo>
                  <a:cubicBezTo>
                    <a:pt x="116" y="1"/>
                    <a:pt x="0" y="108"/>
                    <a:pt x="0" y="252"/>
                  </a:cubicBezTo>
                  <a:cubicBezTo>
                    <a:pt x="0" y="388"/>
                    <a:pt x="116" y="495"/>
                    <a:pt x="252" y="495"/>
                  </a:cubicBezTo>
                  <a:cubicBezTo>
                    <a:pt x="387" y="495"/>
                    <a:pt x="503" y="388"/>
                    <a:pt x="503" y="252"/>
                  </a:cubicBezTo>
                  <a:cubicBezTo>
                    <a:pt x="503" y="108"/>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4" name="Google Shape;11734;p27"/>
            <p:cNvSpPr/>
            <p:nvPr/>
          </p:nvSpPr>
          <p:spPr>
            <a:xfrm>
              <a:off x="1227500" y="3310175"/>
              <a:ext cx="12400" cy="12375"/>
            </a:xfrm>
            <a:custGeom>
              <a:avLst/>
              <a:gdLst/>
              <a:ahLst/>
              <a:cxnLst/>
              <a:rect l="l" t="t" r="r" b="b"/>
              <a:pathLst>
                <a:path w="496" h="495" extrusionOk="0">
                  <a:moveTo>
                    <a:pt x="251" y="1"/>
                  </a:moveTo>
                  <a:cubicBezTo>
                    <a:pt x="109" y="1"/>
                    <a:pt x="0" y="108"/>
                    <a:pt x="0" y="252"/>
                  </a:cubicBezTo>
                  <a:cubicBezTo>
                    <a:pt x="0" y="388"/>
                    <a:pt x="109" y="495"/>
                    <a:pt x="251" y="495"/>
                  </a:cubicBezTo>
                  <a:cubicBezTo>
                    <a:pt x="387" y="495"/>
                    <a:pt x="496" y="388"/>
                    <a:pt x="496" y="252"/>
                  </a:cubicBezTo>
                  <a:cubicBezTo>
                    <a:pt x="496" y="108"/>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5" name="Google Shape;11735;p27"/>
            <p:cNvSpPr/>
            <p:nvPr/>
          </p:nvSpPr>
          <p:spPr>
            <a:xfrm>
              <a:off x="1319275" y="3310175"/>
              <a:ext cx="12550" cy="12375"/>
            </a:xfrm>
            <a:custGeom>
              <a:avLst/>
              <a:gdLst/>
              <a:ahLst/>
              <a:cxnLst/>
              <a:rect l="l" t="t" r="r" b="b"/>
              <a:pathLst>
                <a:path w="502" h="495" extrusionOk="0">
                  <a:moveTo>
                    <a:pt x="252" y="1"/>
                  </a:moveTo>
                  <a:cubicBezTo>
                    <a:pt x="114" y="1"/>
                    <a:pt x="1" y="108"/>
                    <a:pt x="1" y="252"/>
                  </a:cubicBezTo>
                  <a:cubicBezTo>
                    <a:pt x="1" y="388"/>
                    <a:pt x="114" y="495"/>
                    <a:pt x="252" y="495"/>
                  </a:cubicBezTo>
                  <a:cubicBezTo>
                    <a:pt x="388" y="495"/>
                    <a:pt x="501" y="388"/>
                    <a:pt x="501" y="252"/>
                  </a:cubicBezTo>
                  <a:cubicBezTo>
                    <a:pt x="501"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6" name="Google Shape;11736;p27"/>
            <p:cNvSpPr/>
            <p:nvPr/>
          </p:nvSpPr>
          <p:spPr>
            <a:xfrm>
              <a:off x="1411200" y="3310175"/>
              <a:ext cx="12425" cy="12375"/>
            </a:xfrm>
            <a:custGeom>
              <a:avLst/>
              <a:gdLst/>
              <a:ahLst/>
              <a:cxnLst/>
              <a:rect l="l" t="t" r="r" b="b"/>
              <a:pathLst>
                <a:path w="497" h="495" extrusionOk="0">
                  <a:moveTo>
                    <a:pt x="245" y="1"/>
                  </a:moveTo>
                  <a:cubicBezTo>
                    <a:pt x="109" y="1"/>
                    <a:pt x="1" y="108"/>
                    <a:pt x="1" y="252"/>
                  </a:cubicBezTo>
                  <a:cubicBezTo>
                    <a:pt x="1" y="388"/>
                    <a:pt x="109" y="495"/>
                    <a:pt x="245" y="495"/>
                  </a:cubicBezTo>
                  <a:cubicBezTo>
                    <a:pt x="388" y="495"/>
                    <a:pt x="496" y="388"/>
                    <a:pt x="496" y="252"/>
                  </a:cubicBezTo>
                  <a:cubicBezTo>
                    <a:pt x="496" y="108"/>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7" name="Google Shape;11737;p27"/>
            <p:cNvSpPr/>
            <p:nvPr/>
          </p:nvSpPr>
          <p:spPr>
            <a:xfrm>
              <a:off x="1503000" y="3310175"/>
              <a:ext cx="12525" cy="12375"/>
            </a:xfrm>
            <a:custGeom>
              <a:avLst/>
              <a:gdLst/>
              <a:ahLst/>
              <a:cxnLst/>
              <a:rect l="l" t="t" r="r" b="b"/>
              <a:pathLst>
                <a:path w="501" h="495" extrusionOk="0">
                  <a:moveTo>
                    <a:pt x="250" y="1"/>
                  </a:moveTo>
                  <a:cubicBezTo>
                    <a:pt x="114" y="1"/>
                    <a:pt x="0" y="108"/>
                    <a:pt x="0" y="252"/>
                  </a:cubicBezTo>
                  <a:cubicBezTo>
                    <a:pt x="0" y="388"/>
                    <a:pt x="114" y="495"/>
                    <a:pt x="250" y="495"/>
                  </a:cubicBezTo>
                  <a:cubicBezTo>
                    <a:pt x="387" y="495"/>
                    <a:pt x="501" y="388"/>
                    <a:pt x="501" y="252"/>
                  </a:cubicBezTo>
                  <a:cubicBezTo>
                    <a:pt x="501" y="108"/>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8" name="Google Shape;11738;p27"/>
            <p:cNvSpPr/>
            <p:nvPr/>
          </p:nvSpPr>
          <p:spPr>
            <a:xfrm>
              <a:off x="1594750" y="3310175"/>
              <a:ext cx="12575" cy="12375"/>
            </a:xfrm>
            <a:custGeom>
              <a:avLst/>
              <a:gdLst/>
              <a:ahLst/>
              <a:cxnLst/>
              <a:rect l="l" t="t" r="r" b="b"/>
              <a:pathLst>
                <a:path w="503" h="495" extrusionOk="0">
                  <a:moveTo>
                    <a:pt x="251" y="1"/>
                  </a:moveTo>
                  <a:cubicBezTo>
                    <a:pt x="115" y="1"/>
                    <a:pt x="0" y="108"/>
                    <a:pt x="0" y="252"/>
                  </a:cubicBezTo>
                  <a:cubicBezTo>
                    <a:pt x="0" y="388"/>
                    <a:pt x="115" y="495"/>
                    <a:pt x="251" y="495"/>
                  </a:cubicBezTo>
                  <a:cubicBezTo>
                    <a:pt x="394" y="495"/>
                    <a:pt x="503" y="388"/>
                    <a:pt x="503" y="252"/>
                  </a:cubicBezTo>
                  <a:cubicBezTo>
                    <a:pt x="503" y="108"/>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9" name="Google Shape;11739;p27"/>
            <p:cNvSpPr/>
            <p:nvPr/>
          </p:nvSpPr>
          <p:spPr>
            <a:xfrm>
              <a:off x="1686650" y="3310175"/>
              <a:ext cx="12600" cy="12375"/>
            </a:xfrm>
            <a:custGeom>
              <a:avLst/>
              <a:gdLst/>
              <a:ahLst/>
              <a:cxnLst/>
              <a:rect l="l" t="t" r="r" b="b"/>
              <a:pathLst>
                <a:path w="504" h="495" extrusionOk="0">
                  <a:moveTo>
                    <a:pt x="252" y="1"/>
                  </a:moveTo>
                  <a:cubicBezTo>
                    <a:pt x="116" y="1"/>
                    <a:pt x="1" y="108"/>
                    <a:pt x="1" y="252"/>
                  </a:cubicBezTo>
                  <a:cubicBezTo>
                    <a:pt x="1" y="388"/>
                    <a:pt x="116" y="495"/>
                    <a:pt x="252" y="495"/>
                  </a:cubicBezTo>
                  <a:cubicBezTo>
                    <a:pt x="388" y="495"/>
                    <a:pt x="503" y="388"/>
                    <a:pt x="503" y="252"/>
                  </a:cubicBezTo>
                  <a:cubicBezTo>
                    <a:pt x="503"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0" name="Google Shape;11740;p27"/>
            <p:cNvSpPr/>
            <p:nvPr/>
          </p:nvSpPr>
          <p:spPr>
            <a:xfrm>
              <a:off x="1778450" y="3310175"/>
              <a:ext cx="12550" cy="12375"/>
            </a:xfrm>
            <a:custGeom>
              <a:avLst/>
              <a:gdLst/>
              <a:ahLst/>
              <a:cxnLst/>
              <a:rect l="l" t="t" r="r" b="b"/>
              <a:pathLst>
                <a:path w="502" h="495" extrusionOk="0">
                  <a:moveTo>
                    <a:pt x="252" y="1"/>
                  </a:moveTo>
                  <a:cubicBezTo>
                    <a:pt x="114" y="1"/>
                    <a:pt x="1" y="108"/>
                    <a:pt x="1" y="252"/>
                  </a:cubicBezTo>
                  <a:cubicBezTo>
                    <a:pt x="1" y="388"/>
                    <a:pt x="114" y="495"/>
                    <a:pt x="252" y="495"/>
                  </a:cubicBezTo>
                  <a:cubicBezTo>
                    <a:pt x="388" y="495"/>
                    <a:pt x="501" y="388"/>
                    <a:pt x="501" y="252"/>
                  </a:cubicBezTo>
                  <a:cubicBezTo>
                    <a:pt x="501"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1" name="Google Shape;11741;p27"/>
            <p:cNvSpPr/>
            <p:nvPr/>
          </p:nvSpPr>
          <p:spPr>
            <a:xfrm>
              <a:off x="1870375" y="3310175"/>
              <a:ext cx="12400" cy="12375"/>
            </a:xfrm>
            <a:custGeom>
              <a:avLst/>
              <a:gdLst/>
              <a:ahLst/>
              <a:cxnLst/>
              <a:rect l="l" t="t" r="r" b="b"/>
              <a:pathLst>
                <a:path w="496" h="495" extrusionOk="0">
                  <a:moveTo>
                    <a:pt x="252" y="1"/>
                  </a:moveTo>
                  <a:cubicBezTo>
                    <a:pt x="109" y="1"/>
                    <a:pt x="0" y="108"/>
                    <a:pt x="0" y="252"/>
                  </a:cubicBezTo>
                  <a:cubicBezTo>
                    <a:pt x="0" y="388"/>
                    <a:pt x="109" y="495"/>
                    <a:pt x="252" y="495"/>
                  </a:cubicBezTo>
                  <a:cubicBezTo>
                    <a:pt x="387" y="495"/>
                    <a:pt x="496" y="388"/>
                    <a:pt x="496" y="252"/>
                  </a:cubicBezTo>
                  <a:cubicBezTo>
                    <a:pt x="496" y="108"/>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2" name="Google Shape;11742;p27"/>
            <p:cNvSpPr/>
            <p:nvPr/>
          </p:nvSpPr>
          <p:spPr>
            <a:xfrm>
              <a:off x="1962150" y="3310175"/>
              <a:ext cx="12550" cy="12375"/>
            </a:xfrm>
            <a:custGeom>
              <a:avLst/>
              <a:gdLst/>
              <a:ahLst/>
              <a:cxnLst/>
              <a:rect l="l" t="t" r="r" b="b"/>
              <a:pathLst>
                <a:path w="502" h="495" extrusionOk="0">
                  <a:moveTo>
                    <a:pt x="250" y="1"/>
                  </a:moveTo>
                  <a:cubicBezTo>
                    <a:pt x="114" y="1"/>
                    <a:pt x="1" y="108"/>
                    <a:pt x="1" y="252"/>
                  </a:cubicBezTo>
                  <a:cubicBezTo>
                    <a:pt x="1" y="388"/>
                    <a:pt x="114" y="495"/>
                    <a:pt x="250" y="495"/>
                  </a:cubicBezTo>
                  <a:cubicBezTo>
                    <a:pt x="388" y="495"/>
                    <a:pt x="502" y="388"/>
                    <a:pt x="502" y="252"/>
                  </a:cubicBezTo>
                  <a:cubicBezTo>
                    <a:pt x="502" y="108"/>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3" name="Google Shape;11743;p27"/>
            <p:cNvSpPr/>
            <p:nvPr/>
          </p:nvSpPr>
          <p:spPr>
            <a:xfrm>
              <a:off x="2054075" y="3310175"/>
              <a:ext cx="12425" cy="12375"/>
            </a:xfrm>
            <a:custGeom>
              <a:avLst/>
              <a:gdLst/>
              <a:ahLst/>
              <a:cxnLst/>
              <a:rect l="l" t="t" r="r" b="b"/>
              <a:pathLst>
                <a:path w="497" h="495" extrusionOk="0">
                  <a:moveTo>
                    <a:pt x="252" y="1"/>
                  </a:moveTo>
                  <a:cubicBezTo>
                    <a:pt x="109" y="1"/>
                    <a:pt x="1" y="108"/>
                    <a:pt x="1" y="252"/>
                  </a:cubicBezTo>
                  <a:cubicBezTo>
                    <a:pt x="1" y="388"/>
                    <a:pt x="109" y="495"/>
                    <a:pt x="252" y="495"/>
                  </a:cubicBezTo>
                  <a:cubicBezTo>
                    <a:pt x="388" y="495"/>
                    <a:pt x="496" y="388"/>
                    <a:pt x="496" y="252"/>
                  </a:cubicBezTo>
                  <a:cubicBezTo>
                    <a:pt x="496"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4" name="Google Shape;11744;p27"/>
            <p:cNvSpPr/>
            <p:nvPr/>
          </p:nvSpPr>
          <p:spPr>
            <a:xfrm>
              <a:off x="2145825" y="3310175"/>
              <a:ext cx="12600" cy="12375"/>
            </a:xfrm>
            <a:custGeom>
              <a:avLst/>
              <a:gdLst/>
              <a:ahLst/>
              <a:cxnLst/>
              <a:rect l="l" t="t" r="r" b="b"/>
              <a:pathLst>
                <a:path w="504" h="495" extrusionOk="0">
                  <a:moveTo>
                    <a:pt x="252" y="1"/>
                  </a:moveTo>
                  <a:cubicBezTo>
                    <a:pt x="116" y="1"/>
                    <a:pt x="1" y="108"/>
                    <a:pt x="1" y="252"/>
                  </a:cubicBezTo>
                  <a:cubicBezTo>
                    <a:pt x="1" y="388"/>
                    <a:pt x="116" y="495"/>
                    <a:pt x="252" y="495"/>
                  </a:cubicBezTo>
                  <a:cubicBezTo>
                    <a:pt x="388" y="495"/>
                    <a:pt x="503" y="388"/>
                    <a:pt x="503" y="252"/>
                  </a:cubicBezTo>
                  <a:cubicBezTo>
                    <a:pt x="503"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5" name="Google Shape;11745;p27"/>
            <p:cNvSpPr/>
            <p:nvPr/>
          </p:nvSpPr>
          <p:spPr>
            <a:xfrm>
              <a:off x="2237800" y="3310175"/>
              <a:ext cx="12350" cy="12375"/>
            </a:xfrm>
            <a:custGeom>
              <a:avLst/>
              <a:gdLst/>
              <a:ahLst/>
              <a:cxnLst/>
              <a:rect l="l" t="t" r="r" b="b"/>
              <a:pathLst>
                <a:path w="494" h="495" extrusionOk="0">
                  <a:moveTo>
                    <a:pt x="244" y="1"/>
                  </a:moveTo>
                  <a:cubicBezTo>
                    <a:pt x="107" y="1"/>
                    <a:pt x="0" y="108"/>
                    <a:pt x="0" y="252"/>
                  </a:cubicBezTo>
                  <a:cubicBezTo>
                    <a:pt x="0" y="388"/>
                    <a:pt x="107" y="495"/>
                    <a:pt x="244" y="495"/>
                  </a:cubicBezTo>
                  <a:cubicBezTo>
                    <a:pt x="387" y="495"/>
                    <a:pt x="494" y="388"/>
                    <a:pt x="494" y="252"/>
                  </a:cubicBezTo>
                  <a:cubicBezTo>
                    <a:pt x="494" y="108"/>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6" name="Google Shape;11746;p27"/>
            <p:cNvSpPr/>
            <p:nvPr/>
          </p:nvSpPr>
          <p:spPr>
            <a:xfrm>
              <a:off x="2329550" y="3310175"/>
              <a:ext cx="12575" cy="12375"/>
            </a:xfrm>
            <a:custGeom>
              <a:avLst/>
              <a:gdLst/>
              <a:ahLst/>
              <a:cxnLst/>
              <a:rect l="l" t="t" r="r" b="b"/>
              <a:pathLst>
                <a:path w="503" h="495" extrusionOk="0">
                  <a:moveTo>
                    <a:pt x="251" y="1"/>
                  </a:moveTo>
                  <a:cubicBezTo>
                    <a:pt x="115" y="1"/>
                    <a:pt x="0" y="108"/>
                    <a:pt x="0" y="252"/>
                  </a:cubicBezTo>
                  <a:cubicBezTo>
                    <a:pt x="0" y="388"/>
                    <a:pt x="115" y="495"/>
                    <a:pt x="251" y="495"/>
                  </a:cubicBezTo>
                  <a:cubicBezTo>
                    <a:pt x="387" y="495"/>
                    <a:pt x="502" y="388"/>
                    <a:pt x="502" y="252"/>
                  </a:cubicBezTo>
                  <a:cubicBezTo>
                    <a:pt x="502" y="108"/>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7" name="Google Shape;11747;p27"/>
            <p:cNvSpPr/>
            <p:nvPr/>
          </p:nvSpPr>
          <p:spPr>
            <a:xfrm>
              <a:off x="2421325" y="3310175"/>
              <a:ext cx="12550" cy="12375"/>
            </a:xfrm>
            <a:custGeom>
              <a:avLst/>
              <a:gdLst/>
              <a:ahLst/>
              <a:cxnLst/>
              <a:rect l="l" t="t" r="r" b="b"/>
              <a:pathLst>
                <a:path w="502" h="495" extrusionOk="0">
                  <a:moveTo>
                    <a:pt x="250" y="1"/>
                  </a:moveTo>
                  <a:cubicBezTo>
                    <a:pt x="114" y="1"/>
                    <a:pt x="1" y="108"/>
                    <a:pt x="1" y="252"/>
                  </a:cubicBezTo>
                  <a:cubicBezTo>
                    <a:pt x="1" y="388"/>
                    <a:pt x="114" y="495"/>
                    <a:pt x="250" y="495"/>
                  </a:cubicBezTo>
                  <a:cubicBezTo>
                    <a:pt x="395" y="495"/>
                    <a:pt x="501" y="388"/>
                    <a:pt x="501" y="252"/>
                  </a:cubicBezTo>
                  <a:cubicBezTo>
                    <a:pt x="501" y="108"/>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8" name="Google Shape;11748;p27"/>
            <p:cNvSpPr/>
            <p:nvPr/>
          </p:nvSpPr>
          <p:spPr>
            <a:xfrm>
              <a:off x="2513250" y="3310175"/>
              <a:ext cx="12575" cy="12375"/>
            </a:xfrm>
            <a:custGeom>
              <a:avLst/>
              <a:gdLst/>
              <a:ahLst/>
              <a:cxnLst/>
              <a:rect l="l" t="t" r="r" b="b"/>
              <a:pathLst>
                <a:path w="503" h="495" extrusionOk="0">
                  <a:moveTo>
                    <a:pt x="252" y="1"/>
                  </a:moveTo>
                  <a:cubicBezTo>
                    <a:pt x="109" y="1"/>
                    <a:pt x="0" y="108"/>
                    <a:pt x="0" y="252"/>
                  </a:cubicBezTo>
                  <a:cubicBezTo>
                    <a:pt x="0" y="388"/>
                    <a:pt x="109" y="495"/>
                    <a:pt x="252" y="495"/>
                  </a:cubicBezTo>
                  <a:cubicBezTo>
                    <a:pt x="388" y="495"/>
                    <a:pt x="503" y="388"/>
                    <a:pt x="503" y="252"/>
                  </a:cubicBezTo>
                  <a:cubicBezTo>
                    <a:pt x="503"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9" name="Google Shape;11749;p27"/>
            <p:cNvSpPr/>
            <p:nvPr/>
          </p:nvSpPr>
          <p:spPr>
            <a:xfrm>
              <a:off x="2605000" y="3310175"/>
              <a:ext cx="12575" cy="12375"/>
            </a:xfrm>
            <a:custGeom>
              <a:avLst/>
              <a:gdLst/>
              <a:ahLst/>
              <a:cxnLst/>
              <a:rect l="l" t="t" r="r" b="b"/>
              <a:pathLst>
                <a:path w="503" h="495" extrusionOk="0">
                  <a:moveTo>
                    <a:pt x="252" y="1"/>
                  </a:moveTo>
                  <a:cubicBezTo>
                    <a:pt x="116" y="1"/>
                    <a:pt x="0" y="108"/>
                    <a:pt x="0" y="252"/>
                  </a:cubicBezTo>
                  <a:cubicBezTo>
                    <a:pt x="0" y="388"/>
                    <a:pt x="116" y="495"/>
                    <a:pt x="252" y="495"/>
                  </a:cubicBezTo>
                  <a:cubicBezTo>
                    <a:pt x="387" y="495"/>
                    <a:pt x="503" y="388"/>
                    <a:pt x="503" y="252"/>
                  </a:cubicBezTo>
                  <a:cubicBezTo>
                    <a:pt x="503" y="108"/>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0" name="Google Shape;11750;p27"/>
            <p:cNvSpPr/>
            <p:nvPr/>
          </p:nvSpPr>
          <p:spPr>
            <a:xfrm>
              <a:off x="2696950" y="3310175"/>
              <a:ext cx="12375" cy="12375"/>
            </a:xfrm>
            <a:custGeom>
              <a:avLst/>
              <a:gdLst/>
              <a:ahLst/>
              <a:cxnLst/>
              <a:rect l="l" t="t" r="r" b="b"/>
              <a:pathLst>
                <a:path w="495" h="495" extrusionOk="0">
                  <a:moveTo>
                    <a:pt x="252" y="1"/>
                  </a:moveTo>
                  <a:cubicBezTo>
                    <a:pt x="108" y="1"/>
                    <a:pt x="1" y="108"/>
                    <a:pt x="1" y="252"/>
                  </a:cubicBezTo>
                  <a:cubicBezTo>
                    <a:pt x="1" y="388"/>
                    <a:pt x="108" y="495"/>
                    <a:pt x="252" y="495"/>
                  </a:cubicBezTo>
                  <a:cubicBezTo>
                    <a:pt x="388" y="495"/>
                    <a:pt x="495" y="388"/>
                    <a:pt x="495" y="252"/>
                  </a:cubicBezTo>
                  <a:cubicBezTo>
                    <a:pt x="495"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1" name="Google Shape;11751;p27"/>
            <p:cNvSpPr/>
            <p:nvPr/>
          </p:nvSpPr>
          <p:spPr>
            <a:xfrm>
              <a:off x="2788700" y="3310175"/>
              <a:ext cx="12600" cy="12375"/>
            </a:xfrm>
            <a:custGeom>
              <a:avLst/>
              <a:gdLst/>
              <a:ahLst/>
              <a:cxnLst/>
              <a:rect l="l" t="t" r="r" b="b"/>
              <a:pathLst>
                <a:path w="504" h="495" extrusionOk="0">
                  <a:moveTo>
                    <a:pt x="252" y="1"/>
                  </a:moveTo>
                  <a:cubicBezTo>
                    <a:pt x="116" y="1"/>
                    <a:pt x="1" y="108"/>
                    <a:pt x="1" y="252"/>
                  </a:cubicBezTo>
                  <a:cubicBezTo>
                    <a:pt x="1" y="388"/>
                    <a:pt x="116" y="495"/>
                    <a:pt x="252" y="495"/>
                  </a:cubicBezTo>
                  <a:cubicBezTo>
                    <a:pt x="388" y="495"/>
                    <a:pt x="503" y="388"/>
                    <a:pt x="503" y="252"/>
                  </a:cubicBezTo>
                  <a:cubicBezTo>
                    <a:pt x="503"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2" name="Google Shape;11752;p27"/>
            <p:cNvSpPr/>
            <p:nvPr/>
          </p:nvSpPr>
          <p:spPr>
            <a:xfrm>
              <a:off x="2880675" y="3310175"/>
              <a:ext cx="12375" cy="12375"/>
            </a:xfrm>
            <a:custGeom>
              <a:avLst/>
              <a:gdLst/>
              <a:ahLst/>
              <a:cxnLst/>
              <a:rect l="l" t="t" r="r" b="b"/>
              <a:pathLst>
                <a:path w="495" h="495" extrusionOk="0">
                  <a:moveTo>
                    <a:pt x="243" y="1"/>
                  </a:moveTo>
                  <a:cubicBezTo>
                    <a:pt x="107" y="1"/>
                    <a:pt x="0" y="108"/>
                    <a:pt x="0" y="252"/>
                  </a:cubicBezTo>
                  <a:cubicBezTo>
                    <a:pt x="0" y="388"/>
                    <a:pt x="107" y="495"/>
                    <a:pt x="243" y="495"/>
                  </a:cubicBezTo>
                  <a:cubicBezTo>
                    <a:pt x="387" y="495"/>
                    <a:pt x="494" y="388"/>
                    <a:pt x="494" y="252"/>
                  </a:cubicBezTo>
                  <a:cubicBezTo>
                    <a:pt x="494" y="108"/>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3" name="Google Shape;11753;p27"/>
            <p:cNvSpPr/>
            <p:nvPr/>
          </p:nvSpPr>
          <p:spPr>
            <a:xfrm>
              <a:off x="2972425" y="3310175"/>
              <a:ext cx="12575" cy="12375"/>
            </a:xfrm>
            <a:custGeom>
              <a:avLst/>
              <a:gdLst/>
              <a:ahLst/>
              <a:cxnLst/>
              <a:rect l="l" t="t" r="r" b="b"/>
              <a:pathLst>
                <a:path w="503" h="495" extrusionOk="0">
                  <a:moveTo>
                    <a:pt x="251" y="1"/>
                  </a:moveTo>
                  <a:cubicBezTo>
                    <a:pt x="115" y="1"/>
                    <a:pt x="0" y="108"/>
                    <a:pt x="0" y="252"/>
                  </a:cubicBezTo>
                  <a:cubicBezTo>
                    <a:pt x="0" y="388"/>
                    <a:pt x="115" y="495"/>
                    <a:pt x="251" y="495"/>
                  </a:cubicBezTo>
                  <a:cubicBezTo>
                    <a:pt x="387" y="495"/>
                    <a:pt x="503" y="388"/>
                    <a:pt x="503" y="252"/>
                  </a:cubicBezTo>
                  <a:cubicBezTo>
                    <a:pt x="503" y="108"/>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4" name="Google Shape;11754;p27"/>
            <p:cNvSpPr/>
            <p:nvPr/>
          </p:nvSpPr>
          <p:spPr>
            <a:xfrm>
              <a:off x="3064375" y="3310175"/>
              <a:ext cx="12375" cy="12375"/>
            </a:xfrm>
            <a:custGeom>
              <a:avLst/>
              <a:gdLst/>
              <a:ahLst/>
              <a:cxnLst/>
              <a:rect l="l" t="t" r="r" b="b"/>
              <a:pathLst>
                <a:path w="495" h="495" extrusionOk="0">
                  <a:moveTo>
                    <a:pt x="243" y="1"/>
                  </a:moveTo>
                  <a:cubicBezTo>
                    <a:pt x="107" y="1"/>
                    <a:pt x="1" y="108"/>
                    <a:pt x="1" y="252"/>
                  </a:cubicBezTo>
                  <a:cubicBezTo>
                    <a:pt x="1" y="388"/>
                    <a:pt x="107" y="495"/>
                    <a:pt x="243" y="495"/>
                  </a:cubicBezTo>
                  <a:cubicBezTo>
                    <a:pt x="388" y="495"/>
                    <a:pt x="495" y="388"/>
                    <a:pt x="495" y="252"/>
                  </a:cubicBezTo>
                  <a:cubicBezTo>
                    <a:pt x="495" y="108"/>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5" name="Google Shape;11755;p27"/>
            <p:cNvSpPr/>
            <p:nvPr/>
          </p:nvSpPr>
          <p:spPr>
            <a:xfrm>
              <a:off x="3156125" y="3310175"/>
              <a:ext cx="12600" cy="12375"/>
            </a:xfrm>
            <a:custGeom>
              <a:avLst/>
              <a:gdLst/>
              <a:ahLst/>
              <a:cxnLst/>
              <a:rect l="l" t="t" r="r" b="b"/>
              <a:pathLst>
                <a:path w="504" h="495" extrusionOk="0">
                  <a:moveTo>
                    <a:pt x="252" y="1"/>
                  </a:moveTo>
                  <a:cubicBezTo>
                    <a:pt x="116" y="1"/>
                    <a:pt x="1" y="108"/>
                    <a:pt x="1" y="252"/>
                  </a:cubicBezTo>
                  <a:cubicBezTo>
                    <a:pt x="1" y="388"/>
                    <a:pt x="116" y="495"/>
                    <a:pt x="252" y="495"/>
                  </a:cubicBezTo>
                  <a:cubicBezTo>
                    <a:pt x="388" y="495"/>
                    <a:pt x="503" y="388"/>
                    <a:pt x="503" y="252"/>
                  </a:cubicBezTo>
                  <a:cubicBezTo>
                    <a:pt x="503"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6" name="Google Shape;11756;p27"/>
            <p:cNvSpPr/>
            <p:nvPr/>
          </p:nvSpPr>
          <p:spPr>
            <a:xfrm>
              <a:off x="3247875" y="3310175"/>
              <a:ext cx="12575" cy="12375"/>
            </a:xfrm>
            <a:custGeom>
              <a:avLst/>
              <a:gdLst/>
              <a:ahLst/>
              <a:cxnLst/>
              <a:rect l="l" t="t" r="r" b="b"/>
              <a:pathLst>
                <a:path w="503" h="495" extrusionOk="0">
                  <a:moveTo>
                    <a:pt x="252" y="1"/>
                  </a:moveTo>
                  <a:cubicBezTo>
                    <a:pt x="116" y="1"/>
                    <a:pt x="1" y="108"/>
                    <a:pt x="1" y="252"/>
                  </a:cubicBezTo>
                  <a:cubicBezTo>
                    <a:pt x="1" y="388"/>
                    <a:pt x="116" y="495"/>
                    <a:pt x="252" y="495"/>
                  </a:cubicBezTo>
                  <a:cubicBezTo>
                    <a:pt x="388" y="495"/>
                    <a:pt x="503" y="388"/>
                    <a:pt x="503" y="252"/>
                  </a:cubicBezTo>
                  <a:cubicBezTo>
                    <a:pt x="503"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7" name="Google Shape;11757;p27"/>
            <p:cNvSpPr/>
            <p:nvPr/>
          </p:nvSpPr>
          <p:spPr>
            <a:xfrm>
              <a:off x="3339850" y="3310175"/>
              <a:ext cx="12525" cy="12375"/>
            </a:xfrm>
            <a:custGeom>
              <a:avLst/>
              <a:gdLst/>
              <a:ahLst/>
              <a:cxnLst/>
              <a:rect l="l" t="t" r="r" b="b"/>
              <a:pathLst>
                <a:path w="501" h="495" extrusionOk="0">
                  <a:moveTo>
                    <a:pt x="251" y="1"/>
                  </a:moveTo>
                  <a:cubicBezTo>
                    <a:pt x="107" y="1"/>
                    <a:pt x="0" y="108"/>
                    <a:pt x="0" y="252"/>
                  </a:cubicBezTo>
                  <a:cubicBezTo>
                    <a:pt x="0" y="388"/>
                    <a:pt x="107" y="495"/>
                    <a:pt x="251" y="495"/>
                  </a:cubicBezTo>
                  <a:cubicBezTo>
                    <a:pt x="387" y="495"/>
                    <a:pt x="501" y="388"/>
                    <a:pt x="501" y="252"/>
                  </a:cubicBezTo>
                  <a:cubicBezTo>
                    <a:pt x="501" y="108"/>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8" name="Google Shape;11758;p27"/>
            <p:cNvSpPr/>
            <p:nvPr/>
          </p:nvSpPr>
          <p:spPr>
            <a:xfrm>
              <a:off x="3431575" y="3310175"/>
              <a:ext cx="12600" cy="12375"/>
            </a:xfrm>
            <a:custGeom>
              <a:avLst/>
              <a:gdLst/>
              <a:ahLst/>
              <a:cxnLst/>
              <a:rect l="l" t="t" r="r" b="b"/>
              <a:pathLst>
                <a:path w="504" h="495" extrusionOk="0">
                  <a:moveTo>
                    <a:pt x="252" y="1"/>
                  </a:moveTo>
                  <a:cubicBezTo>
                    <a:pt x="116" y="1"/>
                    <a:pt x="1" y="108"/>
                    <a:pt x="1" y="252"/>
                  </a:cubicBezTo>
                  <a:cubicBezTo>
                    <a:pt x="1" y="388"/>
                    <a:pt x="116" y="495"/>
                    <a:pt x="252" y="495"/>
                  </a:cubicBezTo>
                  <a:cubicBezTo>
                    <a:pt x="388" y="495"/>
                    <a:pt x="503" y="388"/>
                    <a:pt x="503" y="252"/>
                  </a:cubicBezTo>
                  <a:cubicBezTo>
                    <a:pt x="503"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9" name="Google Shape;11759;p27"/>
            <p:cNvSpPr/>
            <p:nvPr/>
          </p:nvSpPr>
          <p:spPr>
            <a:xfrm>
              <a:off x="3523550" y="3310175"/>
              <a:ext cx="12375" cy="12375"/>
            </a:xfrm>
            <a:custGeom>
              <a:avLst/>
              <a:gdLst/>
              <a:ahLst/>
              <a:cxnLst/>
              <a:rect l="l" t="t" r="r" b="b"/>
              <a:pathLst>
                <a:path w="495" h="495" extrusionOk="0">
                  <a:moveTo>
                    <a:pt x="250" y="1"/>
                  </a:moveTo>
                  <a:cubicBezTo>
                    <a:pt x="107" y="1"/>
                    <a:pt x="0" y="108"/>
                    <a:pt x="0" y="252"/>
                  </a:cubicBezTo>
                  <a:cubicBezTo>
                    <a:pt x="0" y="388"/>
                    <a:pt x="107" y="495"/>
                    <a:pt x="250" y="495"/>
                  </a:cubicBezTo>
                  <a:cubicBezTo>
                    <a:pt x="388" y="495"/>
                    <a:pt x="494" y="388"/>
                    <a:pt x="494" y="252"/>
                  </a:cubicBezTo>
                  <a:cubicBezTo>
                    <a:pt x="494" y="108"/>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0" name="Google Shape;11760;p27"/>
            <p:cNvSpPr/>
            <p:nvPr/>
          </p:nvSpPr>
          <p:spPr>
            <a:xfrm>
              <a:off x="676400" y="340192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1" name="Google Shape;11761;p27"/>
            <p:cNvSpPr/>
            <p:nvPr/>
          </p:nvSpPr>
          <p:spPr>
            <a:xfrm>
              <a:off x="768325" y="3401925"/>
              <a:ext cx="12400" cy="12600"/>
            </a:xfrm>
            <a:custGeom>
              <a:avLst/>
              <a:gdLst/>
              <a:ahLst/>
              <a:cxnLst/>
              <a:rect l="l" t="t" r="r" b="b"/>
              <a:pathLst>
                <a:path w="496" h="504"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2" name="Google Shape;11762;p27"/>
            <p:cNvSpPr/>
            <p:nvPr/>
          </p:nvSpPr>
          <p:spPr>
            <a:xfrm>
              <a:off x="860125" y="3401925"/>
              <a:ext cx="12525" cy="12600"/>
            </a:xfrm>
            <a:custGeom>
              <a:avLst/>
              <a:gdLst/>
              <a:ahLst/>
              <a:cxnLst/>
              <a:rect l="l" t="t" r="r" b="b"/>
              <a:pathLst>
                <a:path w="501" h="504"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3" name="Google Shape;11763;p27"/>
            <p:cNvSpPr/>
            <p:nvPr/>
          </p:nvSpPr>
          <p:spPr>
            <a:xfrm>
              <a:off x="951850" y="340192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4" name="Google Shape;11764;p27"/>
            <p:cNvSpPr/>
            <p:nvPr/>
          </p:nvSpPr>
          <p:spPr>
            <a:xfrm>
              <a:off x="1043825" y="3401925"/>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5" name="Google Shape;11765;p27"/>
            <p:cNvSpPr/>
            <p:nvPr/>
          </p:nvSpPr>
          <p:spPr>
            <a:xfrm>
              <a:off x="1135575" y="3401925"/>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6" name="Google Shape;11766;p27"/>
            <p:cNvSpPr/>
            <p:nvPr/>
          </p:nvSpPr>
          <p:spPr>
            <a:xfrm>
              <a:off x="1227500" y="3401925"/>
              <a:ext cx="12400" cy="12600"/>
            </a:xfrm>
            <a:custGeom>
              <a:avLst/>
              <a:gdLst/>
              <a:ahLst/>
              <a:cxnLst/>
              <a:rect l="l" t="t" r="r" b="b"/>
              <a:pathLst>
                <a:path w="496" h="504"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7" name="Google Shape;11767;p27"/>
            <p:cNvSpPr/>
            <p:nvPr/>
          </p:nvSpPr>
          <p:spPr>
            <a:xfrm>
              <a:off x="1319275" y="3401925"/>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8" name="Google Shape;11768;p27"/>
            <p:cNvSpPr/>
            <p:nvPr/>
          </p:nvSpPr>
          <p:spPr>
            <a:xfrm>
              <a:off x="1411200" y="3401925"/>
              <a:ext cx="12425" cy="12600"/>
            </a:xfrm>
            <a:custGeom>
              <a:avLst/>
              <a:gdLst/>
              <a:ahLst/>
              <a:cxnLst/>
              <a:rect l="l" t="t" r="r" b="b"/>
              <a:pathLst>
                <a:path w="497" h="504"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9" name="Google Shape;11769;p27"/>
            <p:cNvSpPr/>
            <p:nvPr/>
          </p:nvSpPr>
          <p:spPr>
            <a:xfrm>
              <a:off x="1503000" y="3401925"/>
              <a:ext cx="12525" cy="12600"/>
            </a:xfrm>
            <a:custGeom>
              <a:avLst/>
              <a:gdLst/>
              <a:ahLst/>
              <a:cxnLst/>
              <a:rect l="l" t="t" r="r" b="b"/>
              <a:pathLst>
                <a:path w="501" h="504"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0" name="Google Shape;11770;p27"/>
            <p:cNvSpPr/>
            <p:nvPr/>
          </p:nvSpPr>
          <p:spPr>
            <a:xfrm>
              <a:off x="1594750" y="3401925"/>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1" name="Google Shape;11771;p27"/>
            <p:cNvSpPr/>
            <p:nvPr/>
          </p:nvSpPr>
          <p:spPr>
            <a:xfrm>
              <a:off x="1686650" y="340192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2" name="Google Shape;11772;p27"/>
            <p:cNvSpPr/>
            <p:nvPr/>
          </p:nvSpPr>
          <p:spPr>
            <a:xfrm>
              <a:off x="1778450" y="3401925"/>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3" name="Google Shape;11773;p27"/>
            <p:cNvSpPr/>
            <p:nvPr/>
          </p:nvSpPr>
          <p:spPr>
            <a:xfrm>
              <a:off x="1870375" y="3401925"/>
              <a:ext cx="12400" cy="12600"/>
            </a:xfrm>
            <a:custGeom>
              <a:avLst/>
              <a:gdLst/>
              <a:ahLst/>
              <a:cxnLst/>
              <a:rect l="l" t="t" r="r" b="b"/>
              <a:pathLst>
                <a:path w="496" h="504"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4" name="Google Shape;11774;p27"/>
            <p:cNvSpPr/>
            <p:nvPr/>
          </p:nvSpPr>
          <p:spPr>
            <a:xfrm>
              <a:off x="1962150" y="3401925"/>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5" name="Google Shape;11775;p27"/>
            <p:cNvSpPr/>
            <p:nvPr/>
          </p:nvSpPr>
          <p:spPr>
            <a:xfrm>
              <a:off x="2054075" y="3401925"/>
              <a:ext cx="12425" cy="12600"/>
            </a:xfrm>
            <a:custGeom>
              <a:avLst/>
              <a:gdLst/>
              <a:ahLst/>
              <a:cxnLst/>
              <a:rect l="l" t="t" r="r" b="b"/>
              <a:pathLst>
                <a:path w="497" h="504"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6" name="Google Shape;11776;p27"/>
            <p:cNvSpPr/>
            <p:nvPr/>
          </p:nvSpPr>
          <p:spPr>
            <a:xfrm>
              <a:off x="2145825" y="340192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7" name="Google Shape;11777;p27"/>
            <p:cNvSpPr/>
            <p:nvPr/>
          </p:nvSpPr>
          <p:spPr>
            <a:xfrm>
              <a:off x="2237800" y="3401925"/>
              <a:ext cx="12350" cy="12600"/>
            </a:xfrm>
            <a:custGeom>
              <a:avLst/>
              <a:gdLst/>
              <a:ahLst/>
              <a:cxnLst/>
              <a:rect l="l" t="t" r="r" b="b"/>
              <a:pathLst>
                <a:path w="494" h="504"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8" name="Google Shape;11778;p27"/>
            <p:cNvSpPr/>
            <p:nvPr/>
          </p:nvSpPr>
          <p:spPr>
            <a:xfrm>
              <a:off x="2329550" y="3401925"/>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9" name="Google Shape;11779;p27"/>
            <p:cNvSpPr/>
            <p:nvPr/>
          </p:nvSpPr>
          <p:spPr>
            <a:xfrm>
              <a:off x="2421325" y="3401925"/>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0" name="Google Shape;11780;p27"/>
            <p:cNvSpPr/>
            <p:nvPr/>
          </p:nvSpPr>
          <p:spPr>
            <a:xfrm>
              <a:off x="2513250" y="3401925"/>
              <a:ext cx="12575" cy="12600"/>
            </a:xfrm>
            <a:custGeom>
              <a:avLst/>
              <a:gdLst/>
              <a:ahLst/>
              <a:cxnLst/>
              <a:rect l="l" t="t" r="r" b="b"/>
              <a:pathLst>
                <a:path w="503" h="504"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1" name="Google Shape;11781;p27"/>
            <p:cNvSpPr/>
            <p:nvPr/>
          </p:nvSpPr>
          <p:spPr>
            <a:xfrm>
              <a:off x="2605000" y="3401925"/>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2" name="Google Shape;11782;p27"/>
            <p:cNvSpPr/>
            <p:nvPr/>
          </p:nvSpPr>
          <p:spPr>
            <a:xfrm>
              <a:off x="2696950" y="3401925"/>
              <a:ext cx="12375" cy="12600"/>
            </a:xfrm>
            <a:custGeom>
              <a:avLst/>
              <a:gdLst/>
              <a:ahLst/>
              <a:cxnLst/>
              <a:rect l="l" t="t" r="r" b="b"/>
              <a:pathLst>
                <a:path w="495" h="504"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3" name="Google Shape;11783;p27"/>
            <p:cNvSpPr/>
            <p:nvPr/>
          </p:nvSpPr>
          <p:spPr>
            <a:xfrm>
              <a:off x="2788700" y="340192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4" name="Google Shape;11784;p27"/>
            <p:cNvSpPr/>
            <p:nvPr/>
          </p:nvSpPr>
          <p:spPr>
            <a:xfrm>
              <a:off x="2880675" y="3401925"/>
              <a:ext cx="12375" cy="12600"/>
            </a:xfrm>
            <a:custGeom>
              <a:avLst/>
              <a:gdLst/>
              <a:ahLst/>
              <a:cxnLst/>
              <a:rect l="l" t="t" r="r" b="b"/>
              <a:pathLst>
                <a:path w="495" h="504"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5" name="Google Shape;11785;p27"/>
            <p:cNvSpPr/>
            <p:nvPr/>
          </p:nvSpPr>
          <p:spPr>
            <a:xfrm>
              <a:off x="2972425" y="3401925"/>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6" name="Google Shape;11786;p27"/>
            <p:cNvSpPr/>
            <p:nvPr/>
          </p:nvSpPr>
          <p:spPr>
            <a:xfrm>
              <a:off x="3064375" y="3401925"/>
              <a:ext cx="12375" cy="12600"/>
            </a:xfrm>
            <a:custGeom>
              <a:avLst/>
              <a:gdLst/>
              <a:ahLst/>
              <a:cxnLst/>
              <a:rect l="l" t="t" r="r" b="b"/>
              <a:pathLst>
                <a:path w="495" h="504"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7" name="Google Shape;11787;p27"/>
            <p:cNvSpPr/>
            <p:nvPr/>
          </p:nvSpPr>
          <p:spPr>
            <a:xfrm>
              <a:off x="3156125" y="340192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8" name="Google Shape;11788;p27"/>
            <p:cNvSpPr/>
            <p:nvPr/>
          </p:nvSpPr>
          <p:spPr>
            <a:xfrm>
              <a:off x="3247875" y="3401925"/>
              <a:ext cx="12575" cy="12600"/>
            </a:xfrm>
            <a:custGeom>
              <a:avLst/>
              <a:gdLst/>
              <a:ahLst/>
              <a:cxnLst/>
              <a:rect l="l" t="t" r="r" b="b"/>
              <a:pathLst>
                <a:path w="503"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9" name="Google Shape;11789;p27"/>
            <p:cNvSpPr/>
            <p:nvPr/>
          </p:nvSpPr>
          <p:spPr>
            <a:xfrm>
              <a:off x="3339850" y="3401925"/>
              <a:ext cx="12525" cy="12600"/>
            </a:xfrm>
            <a:custGeom>
              <a:avLst/>
              <a:gdLst/>
              <a:ahLst/>
              <a:cxnLst/>
              <a:rect l="l" t="t" r="r" b="b"/>
              <a:pathLst>
                <a:path w="501" h="504"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0" name="Google Shape;11790;p27"/>
            <p:cNvSpPr/>
            <p:nvPr/>
          </p:nvSpPr>
          <p:spPr>
            <a:xfrm>
              <a:off x="3431575" y="340192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1" name="Google Shape;11791;p27"/>
            <p:cNvSpPr/>
            <p:nvPr/>
          </p:nvSpPr>
          <p:spPr>
            <a:xfrm>
              <a:off x="3523550" y="3401925"/>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2" name="Google Shape;11792;p27"/>
            <p:cNvSpPr/>
            <p:nvPr/>
          </p:nvSpPr>
          <p:spPr>
            <a:xfrm>
              <a:off x="676400" y="3493900"/>
              <a:ext cx="12600" cy="12375"/>
            </a:xfrm>
            <a:custGeom>
              <a:avLst/>
              <a:gdLst/>
              <a:ahLst/>
              <a:cxnLst/>
              <a:rect l="l" t="t" r="r" b="b"/>
              <a:pathLst>
                <a:path w="504" h="495" extrusionOk="0">
                  <a:moveTo>
                    <a:pt x="252" y="0"/>
                  </a:moveTo>
                  <a:cubicBezTo>
                    <a:pt x="116" y="0"/>
                    <a:pt x="1" y="107"/>
                    <a:pt x="1" y="243"/>
                  </a:cubicBezTo>
                  <a:cubicBezTo>
                    <a:pt x="1" y="387"/>
                    <a:pt x="116" y="494"/>
                    <a:pt x="252" y="494"/>
                  </a:cubicBezTo>
                  <a:cubicBezTo>
                    <a:pt x="388" y="494"/>
                    <a:pt x="503" y="387"/>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3" name="Google Shape;11793;p27"/>
            <p:cNvSpPr/>
            <p:nvPr/>
          </p:nvSpPr>
          <p:spPr>
            <a:xfrm>
              <a:off x="768325" y="3493900"/>
              <a:ext cx="12400" cy="12375"/>
            </a:xfrm>
            <a:custGeom>
              <a:avLst/>
              <a:gdLst/>
              <a:ahLst/>
              <a:cxnLst/>
              <a:rect l="l" t="t" r="r" b="b"/>
              <a:pathLst>
                <a:path w="496" h="495" extrusionOk="0">
                  <a:moveTo>
                    <a:pt x="245" y="0"/>
                  </a:moveTo>
                  <a:cubicBezTo>
                    <a:pt x="109" y="0"/>
                    <a:pt x="0" y="107"/>
                    <a:pt x="0" y="243"/>
                  </a:cubicBezTo>
                  <a:cubicBezTo>
                    <a:pt x="0" y="387"/>
                    <a:pt x="109" y="494"/>
                    <a:pt x="245" y="494"/>
                  </a:cubicBezTo>
                  <a:cubicBezTo>
                    <a:pt x="388" y="494"/>
                    <a:pt x="496" y="387"/>
                    <a:pt x="496" y="243"/>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4" name="Google Shape;11794;p27"/>
            <p:cNvSpPr/>
            <p:nvPr/>
          </p:nvSpPr>
          <p:spPr>
            <a:xfrm>
              <a:off x="860125" y="3493900"/>
              <a:ext cx="12525" cy="12375"/>
            </a:xfrm>
            <a:custGeom>
              <a:avLst/>
              <a:gdLst/>
              <a:ahLst/>
              <a:cxnLst/>
              <a:rect l="l" t="t" r="r" b="b"/>
              <a:pathLst>
                <a:path w="501" h="495" extrusionOk="0">
                  <a:moveTo>
                    <a:pt x="251" y="0"/>
                  </a:moveTo>
                  <a:cubicBezTo>
                    <a:pt x="114" y="0"/>
                    <a:pt x="0" y="107"/>
                    <a:pt x="0" y="243"/>
                  </a:cubicBezTo>
                  <a:cubicBezTo>
                    <a:pt x="0" y="387"/>
                    <a:pt x="114" y="494"/>
                    <a:pt x="251" y="494"/>
                  </a:cubicBezTo>
                  <a:cubicBezTo>
                    <a:pt x="387" y="494"/>
                    <a:pt x="501" y="387"/>
                    <a:pt x="501" y="243"/>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5" name="Google Shape;11795;p27"/>
            <p:cNvSpPr/>
            <p:nvPr/>
          </p:nvSpPr>
          <p:spPr>
            <a:xfrm>
              <a:off x="951850" y="3493900"/>
              <a:ext cx="12600" cy="12375"/>
            </a:xfrm>
            <a:custGeom>
              <a:avLst/>
              <a:gdLst/>
              <a:ahLst/>
              <a:cxnLst/>
              <a:rect l="l" t="t" r="r" b="b"/>
              <a:pathLst>
                <a:path w="504" h="495" extrusionOk="0">
                  <a:moveTo>
                    <a:pt x="252" y="0"/>
                  </a:moveTo>
                  <a:cubicBezTo>
                    <a:pt x="116" y="0"/>
                    <a:pt x="1" y="107"/>
                    <a:pt x="1" y="243"/>
                  </a:cubicBezTo>
                  <a:cubicBezTo>
                    <a:pt x="1" y="387"/>
                    <a:pt x="116" y="494"/>
                    <a:pt x="252" y="494"/>
                  </a:cubicBezTo>
                  <a:cubicBezTo>
                    <a:pt x="388" y="494"/>
                    <a:pt x="503" y="387"/>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6" name="Google Shape;11796;p27"/>
            <p:cNvSpPr/>
            <p:nvPr/>
          </p:nvSpPr>
          <p:spPr>
            <a:xfrm>
              <a:off x="1043825" y="3493900"/>
              <a:ext cx="12375" cy="12375"/>
            </a:xfrm>
            <a:custGeom>
              <a:avLst/>
              <a:gdLst/>
              <a:ahLst/>
              <a:cxnLst/>
              <a:rect l="l" t="t" r="r" b="b"/>
              <a:pathLst>
                <a:path w="495" h="495" extrusionOk="0">
                  <a:moveTo>
                    <a:pt x="250" y="0"/>
                  </a:moveTo>
                  <a:cubicBezTo>
                    <a:pt x="107" y="0"/>
                    <a:pt x="0" y="107"/>
                    <a:pt x="0" y="243"/>
                  </a:cubicBezTo>
                  <a:cubicBezTo>
                    <a:pt x="0" y="387"/>
                    <a:pt x="107" y="494"/>
                    <a:pt x="250" y="494"/>
                  </a:cubicBezTo>
                  <a:cubicBezTo>
                    <a:pt x="388" y="494"/>
                    <a:pt x="494" y="387"/>
                    <a:pt x="494" y="243"/>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7" name="Google Shape;11797;p27"/>
            <p:cNvSpPr/>
            <p:nvPr/>
          </p:nvSpPr>
          <p:spPr>
            <a:xfrm>
              <a:off x="1135575" y="3493900"/>
              <a:ext cx="12575" cy="12375"/>
            </a:xfrm>
            <a:custGeom>
              <a:avLst/>
              <a:gdLst/>
              <a:ahLst/>
              <a:cxnLst/>
              <a:rect l="l" t="t" r="r" b="b"/>
              <a:pathLst>
                <a:path w="503" h="495" extrusionOk="0">
                  <a:moveTo>
                    <a:pt x="252" y="0"/>
                  </a:moveTo>
                  <a:cubicBezTo>
                    <a:pt x="116" y="0"/>
                    <a:pt x="0" y="107"/>
                    <a:pt x="0" y="243"/>
                  </a:cubicBezTo>
                  <a:cubicBezTo>
                    <a:pt x="0" y="387"/>
                    <a:pt x="116" y="494"/>
                    <a:pt x="252" y="494"/>
                  </a:cubicBezTo>
                  <a:cubicBezTo>
                    <a:pt x="387" y="494"/>
                    <a:pt x="503" y="387"/>
                    <a:pt x="503" y="243"/>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8" name="Google Shape;11798;p27"/>
            <p:cNvSpPr/>
            <p:nvPr/>
          </p:nvSpPr>
          <p:spPr>
            <a:xfrm>
              <a:off x="1227500" y="3493900"/>
              <a:ext cx="12400" cy="12375"/>
            </a:xfrm>
            <a:custGeom>
              <a:avLst/>
              <a:gdLst/>
              <a:ahLst/>
              <a:cxnLst/>
              <a:rect l="l" t="t" r="r" b="b"/>
              <a:pathLst>
                <a:path w="496" h="495" extrusionOk="0">
                  <a:moveTo>
                    <a:pt x="251" y="0"/>
                  </a:moveTo>
                  <a:cubicBezTo>
                    <a:pt x="109" y="0"/>
                    <a:pt x="0" y="107"/>
                    <a:pt x="0" y="243"/>
                  </a:cubicBezTo>
                  <a:cubicBezTo>
                    <a:pt x="0" y="387"/>
                    <a:pt x="109" y="494"/>
                    <a:pt x="251" y="494"/>
                  </a:cubicBezTo>
                  <a:cubicBezTo>
                    <a:pt x="387" y="494"/>
                    <a:pt x="496" y="387"/>
                    <a:pt x="496" y="243"/>
                  </a:cubicBezTo>
                  <a:cubicBezTo>
                    <a:pt x="496"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9" name="Google Shape;11799;p27"/>
            <p:cNvSpPr/>
            <p:nvPr/>
          </p:nvSpPr>
          <p:spPr>
            <a:xfrm>
              <a:off x="1319275" y="3493900"/>
              <a:ext cx="12550" cy="12375"/>
            </a:xfrm>
            <a:custGeom>
              <a:avLst/>
              <a:gdLst/>
              <a:ahLst/>
              <a:cxnLst/>
              <a:rect l="l" t="t" r="r" b="b"/>
              <a:pathLst>
                <a:path w="502" h="495" extrusionOk="0">
                  <a:moveTo>
                    <a:pt x="252" y="0"/>
                  </a:moveTo>
                  <a:cubicBezTo>
                    <a:pt x="114" y="0"/>
                    <a:pt x="1" y="107"/>
                    <a:pt x="1" y="243"/>
                  </a:cubicBezTo>
                  <a:cubicBezTo>
                    <a:pt x="1" y="387"/>
                    <a:pt x="114" y="494"/>
                    <a:pt x="252" y="494"/>
                  </a:cubicBezTo>
                  <a:cubicBezTo>
                    <a:pt x="388" y="494"/>
                    <a:pt x="501" y="387"/>
                    <a:pt x="501" y="243"/>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0" name="Google Shape;11800;p27"/>
            <p:cNvSpPr/>
            <p:nvPr/>
          </p:nvSpPr>
          <p:spPr>
            <a:xfrm>
              <a:off x="1411200" y="3493900"/>
              <a:ext cx="12425" cy="12375"/>
            </a:xfrm>
            <a:custGeom>
              <a:avLst/>
              <a:gdLst/>
              <a:ahLst/>
              <a:cxnLst/>
              <a:rect l="l" t="t" r="r" b="b"/>
              <a:pathLst>
                <a:path w="497" h="495" extrusionOk="0">
                  <a:moveTo>
                    <a:pt x="245" y="0"/>
                  </a:moveTo>
                  <a:cubicBezTo>
                    <a:pt x="109" y="0"/>
                    <a:pt x="1" y="107"/>
                    <a:pt x="1" y="243"/>
                  </a:cubicBezTo>
                  <a:cubicBezTo>
                    <a:pt x="1" y="387"/>
                    <a:pt x="109" y="494"/>
                    <a:pt x="245" y="494"/>
                  </a:cubicBezTo>
                  <a:cubicBezTo>
                    <a:pt x="388" y="494"/>
                    <a:pt x="496" y="387"/>
                    <a:pt x="496" y="243"/>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1" name="Google Shape;11801;p27"/>
            <p:cNvSpPr/>
            <p:nvPr/>
          </p:nvSpPr>
          <p:spPr>
            <a:xfrm>
              <a:off x="1503000" y="3493900"/>
              <a:ext cx="12525" cy="12375"/>
            </a:xfrm>
            <a:custGeom>
              <a:avLst/>
              <a:gdLst/>
              <a:ahLst/>
              <a:cxnLst/>
              <a:rect l="l" t="t" r="r" b="b"/>
              <a:pathLst>
                <a:path w="501" h="495" extrusionOk="0">
                  <a:moveTo>
                    <a:pt x="250" y="0"/>
                  </a:moveTo>
                  <a:cubicBezTo>
                    <a:pt x="114" y="0"/>
                    <a:pt x="0" y="107"/>
                    <a:pt x="0" y="243"/>
                  </a:cubicBezTo>
                  <a:cubicBezTo>
                    <a:pt x="0" y="387"/>
                    <a:pt x="114" y="494"/>
                    <a:pt x="250" y="494"/>
                  </a:cubicBezTo>
                  <a:cubicBezTo>
                    <a:pt x="387" y="494"/>
                    <a:pt x="501" y="387"/>
                    <a:pt x="501" y="243"/>
                  </a:cubicBezTo>
                  <a:cubicBezTo>
                    <a:pt x="501" y="107"/>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2" name="Google Shape;11802;p27"/>
            <p:cNvSpPr/>
            <p:nvPr/>
          </p:nvSpPr>
          <p:spPr>
            <a:xfrm>
              <a:off x="1594750" y="3493900"/>
              <a:ext cx="12575" cy="12375"/>
            </a:xfrm>
            <a:custGeom>
              <a:avLst/>
              <a:gdLst/>
              <a:ahLst/>
              <a:cxnLst/>
              <a:rect l="l" t="t" r="r" b="b"/>
              <a:pathLst>
                <a:path w="503" h="495" extrusionOk="0">
                  <a:moveTo>
                    <a:pt x="251" y="0"/>
                  </a:moveTo>
                  <a:cubicBezTo>
                    <a:pt x="115" y="0"/>
                    <a:pt x="0" y="107"/>
                    <a:pt x="0" y="243"/>
                  </a:cubicBezTo>
                  <a:cubicBezTo>
                    <a:pt x="0" y="387"/>
                    <a:pt x="115" y="494"/>
                    <a:pt x="251" y="494"/>
                  </a:cubicBezTo>
                  <a:cubicBezTo>
                    <a:pt x="394" y="494"/>
                    <a:pt x="503" y="387"/>
                    <a:pt x="503" y="243"/>
                  </a:cubicBezTo>
                  <a:cubicBezTo>
                    <a:pt x="503" y="107"/>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3" name="Google Shape;11803;p27"/>
            <p:cNvSpPr/>
            <p:nvPr/>
          </p:nvSpPr>
          <p:spPr>
            <a:xfrm>
              <a:off x="1686650" y="3493900"/>
              <a:ext cx="12600" cy="12375"/>
            </a:xfrm>
            <a:custGeom>
              <a:avLst/>
              <a:gdLst/>
              <a:ahLst/>
              <a:cxnLst/>
              <a:rect l="l" t="t" r="r" b="b"/>
              <a:pathLst>
                <a:path w="504" h="495" extrusionOk="0">
                  <a:moveTo>
                    <a:pt x="252" y="0"/>
                  </a:moveTo>
                  <a:cubicBezTo>
                    <a:pt x="116" y="0"/>
                    <a:pt x="1" y="107"/>
                    <a:pt x="1" y="243"/>
                  </a:cubicBezTo>
                  <a:cubicBezTo>
                    <a:pt x="1" y="387"/>
                    <a:pt x="116" y="494"/>
                    <a:pt x="252" y="494"/>
                  </a:cubicBezTo>
                  <a:cubicBezTo>
                    <a:pt x="388" y="494"/>
                    <a:pt x="503" y="387"/>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4" name="Google Shape;11804;p27"/>
            <p:cNvSpPr/>
            <p:nvPr/>
          </p:nvSpPr>
          <p:spPr>
            <a:xfrm>
              <a:off x="1778450" y="3493900"/>
              <a:ext cx="12550" cy="12375"/>
            </a:xfrm>
            <a:custGeom>
              <a:avLst/>
              <a:gdLst/>
              <a:ahLst/>
              <a:cxnLst/>
              <a:rect l="l" t="t" r="r" b="b"/>
              <a:pathLst>
                <a:path w="502" h="495" extrusionOk="0">
                  <a:moveTo>
                    <a:pt x="252" y="0"/>
                  </a:moveTo>
                  <a:cubicBezTo>
                    <a:pt x="114" y="0"/>
                    <a:pt x="1" y="107"/>
                    <a:pt x="1" y="243"/>
                  </a:cubicBezTo>
                  <a:cubicBezTo>
                    <a:pt x="1" y="387"/>
                    <a:pt x="114" y="494"/>
                    <a:pt x="252" y="494"/>
                  </a:cubicBezTo>
                  <a:cubicBezTo>
                    <a:pt x="388" y="494"/>
                    <a:pt x="501" y="387"/>
                    <a:pt x="501" y="243"/>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5" name="Google Shape;11805;p27"/>
            <p:cNvSpPr/>
            <p:nvPr/>
          </p:nvSpPr>
          <p:spPr>
            <a:xfrm>
              <a:off x="1870375" y="3493900"/>
              <a:ext cx="12400" cy="12375"/>
            </a:xfrm>
            <a:custGeom>
              <a:avLst/>
              <a:gdLst/>
              <a:ahLst/>
              <a:cxnLst/>
              <a:rect l="l" t="t" r="r" b="b"/>
              <a:pathLst>
                <a:path w="496" h="495" extrusionOk="0">
                  <a:moveTo>
                    <a:pt x="252" y="0"/>
                  </a:moveTo>
                  <a:cubicBezTo>
                    <a:pt x="109" y="0"/>
                    <a:pt x="0" y="107"/>
                    <a:pt x="0" y="243"/>
                  </a:cubicBezTo>
                  <a:cubicBezTo>
                    <a:pt x="0" y="387"/>
                    <a:pt x="109" y="494"/>
                    <a:pt x="252" y="494"/>
                  </a:cubicBezTo>
                  <a:cubicBezTo>
                    <a:pt x="387" y="494"/>
                    <a:pt x="496" y="387"/>
                    <a:pt x="496" y="243"/>
                  </a:cubicBezTo>
                  <a:cubicBezTo>
                    <a:pt x="496"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6" name="Google Shape;11806;p27"/>
            <p:cNvSpPr/>
            <p:nvPr/>
          </p:nvSpPr>
          <p:spPr>
            <a:xfrm>
              <a:off x="1962150" y="3493900"/>
              <a:ext cx="12550" cy="12375"/>
            </a:xfrm>
            <a:custGeom>
              <a:avLst/>
              <a:gdLst/>
              <a:ahLst/>
              <a:cxnLst/>
              <a:rect l="l" t="t" r="r" b="b"/>
              <a:pathLst>
                <a:path w="502" h="495" extrusionOk="0">
                  <a:moveTo>
                    <a:pt x="250" y="0"/>
                  </a:moveTo>
                  <a:cubicBezTo>
                    <a:pt x="114" y="0"/>
                    <a:pt x="1" y="107"/>
                    <a:pt x="1" y="243"/>
                  </a:cubicBezTo>
                  <a:cubicBezTo>
                    <a:pt x="1" y="387"/>
                    <a:pt x="114" y="494"/>
                    <a:pt x="250" y="494"/>
                  </a:cubicBezTo>
                  <a:cubicBezTo>
                    <a:pt x="388" y="494"/>
                    <a:pt x="502" y="387"/>
                    <a:pt x="502" y="243"/>
                  </a:cubicBezTo>
                  <a:cubicBezTo>
                    <a:pt x="502"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7" name="Google Shape;11807;p27"/>
            <p:cNvSpPr/>
            <p:nvPr/>
          </p:nvSpPr>
          <p:spPr>
            <a:xfrm>
              <a:off x="2054075" y="3493900"/>
              <a:ext cx="12425" cy="12375"/>
            </a:xfrm>
            <a:custGeom>
              <a:avLst/>
              <a:gdLst/>
              <a:ahLst/>
              <a:cxnLst/>
              <a:rect l="l" t="t" r="r" b="b"/>
              <a:pathLst>
                <a:path w="497" h="495" extrusionOk="0">
                  <a:moveTo>
                    <a:pt x="252" y="0"/>
                  </a:moveTo>
                  <a:cubicBezTo>
                    <a:pt x="109" y="0"/>
                    <a:pt x="1" y="107"/>
                    <a:pt x="1" y="243"/>
                  </a:cubicBezTo>
                  <a:cubicBezTo>
                    <a:pt x="1" y="387"/>
                    <a:pt x="109" y="494"/>
                    <a:pt x="252" y="494"/>
                  </a:cubicBezTo>
                  <a:cubicBezTo>
                    <a:pt x="388" y="494"/>
                    <a:pt x="496" y="387"/>
                    <a:pt x="496" y="243"/>
                  </a:cubicBezTo>
                  <a:cubicBezTo>
                    <a:pt x="496"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8" name="Google Shape;11808;p27"/>
            <p:cNvSpPr/>
            <p:nvPr/>
          </p:nvSpPr>
          <p:spPr>
            <a:xfrm>
              <a:off x="2145825" y="3493900"/>
              <a:ext cx="12600" cy="12375"/>
            </a:xfrm>
            <a:custGeom>
              <a:avLst/>
              <a:gdLst/>
              <a:ahLst/>
              <a:cxnLst/>
              <a:rect l="l" t="t" r="r" b="b"/>
              <a:pathLst>
                <a:path w="504" h="495" extrusionOk="0">
                  <a:moveTo>
                    <a:pt x="252" y="0"/>
                  </a:moveTo>
                  <a:cubicBezTo>
                    <a:pt x="116" y="0"/>
                    <a:pt x="1" y="107"/>
                    <a:pt x="1" y="243"/>
                  </a:cubicBezTo>
                  <a:cubicBezTo>
                    <a:pt x="1" y="387"/>
                    <a:pt x="116" y="494"/>
                    <a:pt x="252" y="494"/>
                  </a:cubicBezTo>
                  <a:cubicBezTo>
                    <a:pt x="388" y="494"/>
                    <a:pt x="503" y="387"/>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9" name="Google Shape;11809;p27"/>
            <p:cNvSpPr/>
            <p:nvPr/>
          </p:nvSpPr>
          <p:spPr>
            <a:xfrm>
              <a:off x="2237800" y="3493900"/>
              <a:ext cx="12350" cy="12375"/>
            </a:xfrm>
            <a:custGeom>
              <a:avLst/>
              <a:gdLst/>
              <a:ahLst/>
              <a:cxnLst/>
              <a:rect l="l" t="t" r="r" b="b"/>
              <a:pathLst>
                <a:path w="494" h="495" extrusionOk="0">
                  <a:moveTo>
                    <a:pt x="244" y="0"/>
                  </a:moveTo>
                  <a:cubicBezTo>
                    <a:pt x="107" y="0"/>
                    <a:pt x="0" y="107"/>
                    <a:pt x="0" y="243"/>
                  </a:cubicBezTo>
                  <a:cubicBezTo>
                    <a:pt x="0" y="387"/>
                    <a:pt x="107" y="494"/>
                    <a:pt x="244" y="494"/>
                  </a:cubicBezTo>
                  <a:cubicBezTo>
                    <a:pt x="387" y="494"/>
                    <a:pt x="494" y="387"/>
                    <a:pt x="494" y="243"/>
                  </a:cubicBezTo>
                  <a:cubicBezTo>
                    <a:pt x="494" y="107"/>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0" name="Google Shape;11810;p27"/>
            <p:cNvSpPr/>
            <p:nvPr/>
          </p:nvSpPr>
          <p:spPr>
            <a:xfrm>
              <a:off x="2329550" y="3493900"/>
              <a:ext cx="12575" cy="12375"/>
            </a:xfrm>
            <a:custGeom>
              <a:avLst/>
              <a:gdLst/>
              <a:ahLst/>
              <a:cxnLst/>
              <a:rect l="l" t="t" r="r" b="b"/>
              <a:pathLst>
                <a:path w="503" h="495" extrusionOk="0">
                  <a:moveTo>
                    <a:pt x="251" y="0"/>
                  </a:moveTo>
                  <a:cubicBezTo>
                    <a:pt x="115" y="0"/>
                    <a:pt x="0" y="107"/>
                    <a:pt x="0" y="243"/>
                  </a:cubicBezTo>
                  <a:cubicBezTo>
                    <a:pt x="0" y="387"/>
                    <a:pt x="115" y="494"/>
                    <a:pt x="251" y="494"/>
                  </a:cubicBezTo>
                  <a:cubicBezTo>
                    <a:pt x="387" y="494"/>
                    <a:pt x="502" y="387"/>
                    <a:pt x="502" y="243"/>
                  </a:cubicBezTo>
                  <a:cubicBezTo>
                    <a:pt x="502"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1" name="Google Shape;11811;p27"/>
            <p:cNvSpPr/>
            <p:nvPr/>
          </p:nvSpPr>
          <p:spPr>
            <a:xfrm>
              <a:off x="2421325" y="3493900"/>
              <a:ext cx="12550" cy="12375"/>
            </a:xfrm>
            <a:custGeom>
              <a:avLst/>
              <a:gdLst/>
              <a:ahLst/>
              <a:cxnLst/>
              <a:rect l="l" t="t" r="r" b="b"/>
              <a:pathLst>
                <a:path w="502" h="495" extrusionOk="0">
                  <a:moveTo>
                    <a:pt x="250" y="0"/>
                  </a:moveTo>
                  <a:cubicBezTo>
                    <a:pt x="114" y="0"/>
                    <a:pt x="1" y="107"/>
                    <a:pt x="1" y="243"/>
                  </a:cubicBezTo>
                  <a:cubicBezTo>
                    <a:pt x="1" y="387"/>
                    <a:pt x="114" y="494"/>
                    <a:pt x="250" y="494"/>
                  </a:cubicBezTo>
                  <a:cubicBezTo>
                    <a:pt x="395" y="494"/>
                    <a:pt x="501" y="387"/>
                    <a:pt x="501" y="243"/>
                  </a:cubicBezTo>
                  <a:cubicBezTo>
                    <a:pt x="501" y="107"/>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2" name="Google Shape;11812;p27"/>
            <p:cNvSpPr/>
            <p:nvPr/>
          </p:nvSpPr>
          <p:spPr>
            <a:xfrm>
              <a:off x="2513250" y="3493900"/>
              <a:ext cx="12575" cy="12375"/>
            </a:xfrm>
            <a:custGeom>
              <a:avLst/>
              <a:gdLst/>
              <a:ahLst/>
              <a:cxnLst/>
              <a:rect l="l" t="t" r="r" b="b"/>
              <a:pathLst>
                <a:path w="503" h="495" extrusionOk="0">
                  <a:moveTo>
                    <a:pt x="252" y="0"/>
                  </a:moveTo>
                  <a:cubicBezTo>
                    <a:pt x="109" y="0"/>
                    <a:pt x="0" y="107"/>
                    <a:pt x="0" y="243"/>
                  </a:cubicBezTo>
                  <a:cubicBezTo>
                    <a:pt x="0" y="387"/>
                    <a:pt x="109" y="494"/>
                    <a:pt x="252" y="494"/>
                  </a:cubicBezTo>
                  <a:cubicBezTo>
                    <a:pt x="388" y="494"/>
                    <a:pt x="503" y="387"/>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3" name="Google Shape;11813;p27"/>
            <p:cNvSpPr/>
            <p:nvPr/>
          </p:nvSpPr>
          <p:spPr>
            <a:xfrm>
              <a:off x="2605000" y="3493900"/>
              <a:ext cx="12575" cy="12375"/>
            </a:xfrm>
            <a:custGeom>
              <a:avLst/>
              <a:gdLst/>
              <a:ahLst/>
              <a:cxnLst/>
              <a:rect l="l" t="t" r="r" b="b"/>
              <a:pathLst>
                <a:path w="503" h="495" extrusionOk="0">
                  <a:moveTo>
                    <a:pt x="252" y="0"/>
                  </a:moveTo>
                  <a:cubicBezTo>
                    <a:pt x="116" y="0"/>
                    <a:pt x="0" y="107"/>
                    <a:pt x="0" y="243"/>
                  </a:cubicBezTo>
                  <a:cubicBezTo>
                    <a:pt x="0" y="387"/>
                    <a:pt x="116" y="494"/>
                    <a:pt x="252" y="494"/>
                  </a:cubicBezTo>
                  <a:cubicBezTo>
                    <a:pt x="387" y="494"/>
                    <a:pt x="503" y="387"/>
                    <a:pt x="503" y="243"/>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4" name="Google Shape;11814;p27"/>
            <p:cNvSpPr/>
            <p:nvPr/>
          </p:nvSpPr>
          <p:spPr>
            <a:xfrm>
              <a:off x="2696950" y="3493900"/>
              <a:ext cx="12375" cy="12375"/>
            </a:xfrm>
            <a:custGeom>
              <a:avLst/>
              <a:gdLst/>
              <a:ahLst/>
              <a:cxnLst/>
              <a:rect l="l" t="t" r="r" b="b"/>
              <a:pathLst>
                <a:path w="495" h="495" extrusionOk="0">
                  <a:moveTo>
                    <a:pt x="252" y="0"/>
                  </a:moveTo>
                  <a:cubicBezTo>
                    <a:pt x="108" y="0"/>
                    <a:pt x="1" y="107"/>
                    <a:pt x="1" y="243"/>
                  </a:cubicBezTo>
                  <a:cubicBezTo>
                    <a:pt x="1" y="387"/>
                    <a:pt x="108" y="494"/>
                    <a:pt x="252" y="494"/>
                  </a:cubicBezTo>
                  <a:cubicBezTo>
                    <a:pt x="388" y="494"/>
                    <a:pt x="495" y="387"/>
                    <a:pt x="495" y="243"/>
                  </a:cubicBezTo>
                  <a:cubicBezTo>
                    <a:pt x="495"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5" name="Google Shape;11815;p27"/>
            <p:cNvSpPr/>
            <p:nvPr/>
          </p:nvSpPr>
          <p:spPr>
            <a:xfrm>
              <a:off x="2788700" y="3493900"/>
              <a:ext cx="12600" cy="12375"/>
            </a:xfrm>
            <a:custGeom>
              <a:avLst/>
              <a:gdLst/>
              <a:ahLst/>
              <a:cxnLst/>
              <a:rect l="l" t="t" r="r" b="b"/>
              <a:pathLst>
                <a:path w="504" h="495" extrusionOk="0">
                  <a:moveTo>
                    <a:pt x="252" y="0"/>
                  </a:moveTo>
                  <a:cubicBezTo>
                    <a:pt x="116" y="0"/>
                    <a:pt x="1" y="107"/>
                    <a:pt x="1" y="243"/>
                  </a:cubicBezTo>
                  <a:cubicBezTo>
                    <a:pt x="1" y="387"/>
                    <a:pt x="116" y="494"/>
                    <a:pt x="252" y="494"/>
                  </a:cubicBezTo>
                  <a:cubicBezTo>
                    <a:pt x="388" y="494"/>
                    <a:pt x="503" y="387"/>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6" name="Google Shape;11816;p27"/>
            <p:cNvSpPr/>
            <p:nvPr/>
          </p:nvSpPr>
          <p:spPr>
            <a:xfrm>
              <a:off x="2880675" y="3493900"/>
              <a:ext cx="12375" cy="12375"/>
            </a:xfrm>
            <a:custGeom>
              <a:avLst/>
              <a:gdLst/>
              <a:ahLst/>
              <a:cxnLst/>
              <a:rect l="l" t="t" r="r" b="b"/>
              <a:pathLst>
                <a:path w="495" h="495" extrusionOk="0">
                  <a:moveTo>
                    <a:pt x="243" y="0"/>
                  </a:moveTo>
                  <a:cubicBezTo>
                    <a:pt x="107" y="0"/>
                    <a:pt x="0" y="107"/>
                    <a:pt x="0" y="243"/>
                  </a:cubicBezTo>
                  <a:cubicBezTo>
                    <a:pt x="0" y="387"/>
                    <a:pt x="107" y="494"/>
                    <a:pt x="243" y="494"/>
                  </a:cubicBezTo>
                  <a:cubicBezTo>
                    <a:pt x="387" y="494"/>
                    <a:pt x="494" y="387"/>
                    <a:pt x="494" y="243"/>
                  </a:cubicBezTo>
                  <a:cubicBezTo>
                    <a:pt x="494" y="107"/>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7" name="Google Shape;11817;p27"/>
            <p:cNvSpPr/>
            <p:nvPr/>
          </p:nvSpPr>
          <p:spPr>
            <a:xfrm>
              <a:off x="2972425" y="3493900"/>
              <a:ext cx="12575" cy="12375"/>
            </a:xfrm>
            <a:custGeom>
              <a:avLst/>
              <a:gdLst/>
              <a:ahLst/>
              <a:cxnLst/>
              <a:rect l="l" t="t" r="r" b="b"/>
              <a:pathLst>
                <a:path w="503" h="495" extrusionOk="0">
                  <a:moveTo>
                    <a:pt x="251" y="0"/>
                  </a:moveTo>
                  <a:cubicBezTo>
                    <a:pt x="115" y="0"/>
                    <a:pt x="0" y="107"/>
                    <a:pt x="0" y="243"/>
                  </a:cubicBezTo>
                  <a:cubicBezTo>
                    <a:pt x="0" y="387"/>
                    <a:pt x="115" y="494"/>
                    <a:pt x="251" y="494"/>
                  </a:cubicBezTo>
                  <a:cubicBezTo>
                    <a:pt x="387" y="494"/>
                    <a:pt x="503" y="387"/>
                    <a:pt x="503" y="243"/>
                  </a:cubicBezTo>
                  <a:cubicBezTo>
                    <a:pt x="503"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8" name="Google Shape;11818;p27"/>
            <p:cNvSpPr/>
            <p:nvPr/>
          </p:nvSpPr>
          <p:spPr>
            <a:xfrm>
              <a:off x="3064375" y="3493900"/>
              <a:ext cx="12375" cy="12375"/>
            </a:xfrm>
            <a:custGeom>
              <a:avLst/>
              <a:gdLst/>
              <a:ahLst/>
              <a:cxnLst/>
              <a:rect l="l" t="t" r="r" b="b"/>
              <a:pathLst>
                <a:path w="495" h="495" extrusionOk="0">
                  <a:moveTo>
                    <a:pt x="243" y="0"/>
                  </a:moveTo>
                  <a:cubicBezTo>
                    <a:pt x="107" y="0"/>
                    <a:pt x="1" y="107"/>
                    <a:pt x="1" y="243"/>
                  </a:cubicBezTo>
                  <a:cubicBezTo>
                    <a:pt x="1" y="387"/>
                    <a:pt x="107" y="494"/>
                    <a:pt x="243" y="494"/>
                  </a:cubicBezTo>
                  <a:cubicBezTo>
                    <a:pt x="388" y="494"/>
                    <a:pt x="495" y="387"/>
                    <a:pt x="495" y="243"/>
                  </a:cubicBezTo>
                  <a:cubicBezTo>
                    <a:pt x="495" y="107"/>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9" name="Google Shape;11819;p27"/>
            <p:cNvSpPr/>
            <p:nvPr/>
          </p:nvSpPr>
          <p:spPr>
            <a:xfrm>
              <a:off x="3156125" y="3493900"/>
              <a:ext cx="12600" cy="12375"/>
            </a:xfrm>
            <a:custGeom>
              <a:avLst/>
              <a:gdLst/>
              <a:ahLst/>
              <a:cxnLst/>
              <a:rect l="l" t="t" r="r" b="b"/>
              <a:pathLst>
                <a:path w="504" h="495" extrusionOk="0">
                  <a:moveTo>
                    <a:pt x="252" y="0"/>
                  </a:moveTo>
                  <a:cubicBezTo>
                    <a:pt x="116" y="0"/>
                    <a:pt x="1" y="107"/>
                    <a:pt x="1" y="243"/>
                  </a:cubicBezTo>
                  <a:cubicBezTo>
                    <a:pt x="1" y="387"/>
                    <a:pt x="116" y="494"/>
                    <a:pt x="252" y="494"/>
                  </a:cubicBezTo>
                  <a:cubicBezTo>
                    <a:pt x="388" y="494"/>
                    <a:pt x="503" y="387"/>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0" name="Google Shape;11820;p27"/>
            <p:cNvSpPr/>
            <p:nvPr/>
          </p:nvSpPr>
          <p:spPr>
            <a:xfrm>
              <a:off x="3247875" y="3493900"/>
              <a:ext cx="12575" cy="12375"/>
            </a:xfrm>
            <a:custGeom>
              <a:avLst/>
              <a:gdLst/>
              <a:ahLst/>
              <a:cxnLst/>
              <a:rect l="l" t="t" r="r" b="b"/>
              <a:pathLst>
                <a:path w="503" h="495" extrusionOk="0">
                  <a:moveTo>
                    <a:pt x="252" y="0"/>
                  </a:moveTo>
                  <a:cubicBezTo>
                    <a:pt x="116" y="0"/>
                    <a:pt x="1" y="107"/>
                    <a:pt x="1" y="243"/>
                  </a:cubicBezTo>
                  <a:cubicBezTo>
                    <a:pt x="1" y="387"/>
                    <a:pt x="116" y="494"/>
                    <a:pt x="252" y="494"/>
                  </a:cubicBezTo>
                  <a:cubicBezTo>
                    <a:pt x="388" y="494"/>
                    <a:pt x="503" y="387"/>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1" name="Google Shape;11821;p27"/>
            <p:cNvSpPr/>
            <p:nvPr/>
          </p:nvSpPr>
          <p:spPr>
            <a:xfrm>
              <a:off x="3339850" y="3493900"/>
              <a:ext cx="12525" cy="12375"/>
            </a:xfrm>
            <a:custGeom>
              <a:avLst/>
              <a:gdLst/>
              <a:ahLst/>
              <a:cxnLst/>
              <a:rect l="l" t="t" r="r" b="b"/>
              <a:pathLst>
                <a:path w="501" h="495" extrusionOk="0">
                  <a:moveTo>
                    <a:pt x="251" y="0"/>
                  </a:moveTo>
                  <a:cubicBezTo>
                    <a:pt x="107" y="0"/>
                    <a:pt x="0" y="107"/>
                    <a:pt x="0" y="243"/>
                  </a:cubicBezTo>
                  <a:cubicBezTo>
                    <a:pt x="0" y="387"/>
                    <a:pt x="107" y="494"/>
                    <a:pt x="251" y="494"/>
                  </a:cubicBezTo>
                  <a:cubicBezTo>
                    <a:pt x="387" y="494"/>
                    <a:pt x="501" y="387"/>
                    <a:pt x="501" y="243"/>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2" name="Google Shape;11822;p27"/>
            <p:cNvSpPr/>
            <p:nvPr/>
          </p:nvSpPr>
          <p:spPr>
            <a:xfrm>
              <a:off x="3431575" y="3493900"/>
              <a:ext cx="12600" cy="12375"/>
            </a:xfrm>
            <a:custGeom>
              <a:avLst/>
              <a:gdLst/>
              <a:ahLst/>
              <a:cxnLst/>
              <a:rect l="l" t="t" r="r" b="b"/>
              <a:pathLst>
                <a:path w="504" h="495" extrusionOk="0">
                  <a:moveTo>
                    <a:pt x="252" y="0"/>
                  </a:moveTo>
                  <a:cubicBezTo>
                    <a:pt x="116" y="0"/>
                    <a:pt x="1" y="107"/>
                    <a:pt x="1" y="243"/>
                  </a:cubicBezTo>
                  <a:cubicBezTo>
                    <a:pt x="1" y="387"/>
                    <a:pt x="116" y="494"/>
                    <a:pt x="252" y="494"/>
                  </a:cubicBezTo>
                  <a:cubicBezTo>
                    <a:pt x="388" y="494"/>
                    <a:pt x="503" y="387"/>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3" name="Google Shape;11823;p27"/>
            <p:cNvSpPr/>
            <p:nvPr/>
          </p:nvSpPr>
          <p:spPr>
            <a:xfrm>
              <a:off x="3523550" y="3493900"/>
              <a:ext cx="12375" cy="12375"/>
            </a:xfrm>
            <a:custGeom>
              <a:avLst/>
              <a:gdLst/>
              <a:ahLst/>
              <a:cxnLst/>
              <a:rect l="l" t="t" r="r" b="b"/>
              <a:pathLst>
                <a:path w="495" h="495" extrusionOk="0">
                  <a:moveTo>
                    <a:pt x="250" y="0"/>
                  </a:moveTo>
                  <a:cubicBezTo>
                    <a:pt x="107" y="0"/>
                    <a:pt x="0" y="107"/>
                    <a:pt x="0" y="243"/>
                  </a:cubicBezTo>
                  <a:cubicBezTo>
                    <a:pt x="0" y="387"/>
                    <a:pt x="107" y="494"/>
                    <a:pt x="250" y="494"/>
                  </a:cubicBezTo>
                  <a:cubicBezTo>
                    <a:pt x="388" y="494"/>
                    <a:pt x="494" y="387"/>
                    <a:pt x="494" y="243"/>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4" name="Google Shape;11824;p27"/>
            <p:cNvSpPr/>
            <p:nvPr/>
          </p:nvSpPr>
          <p:spPr>
            <a:xfrm>
              <a:off x="676400" y="358565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5" name="Google Shape;11825;p27"/>
            <p:cNvSpPr/>
            <p:nvPr/>
          </p:nvSpPr>
          <p:spPr>
            <a:xfrm>
              <a:off x="768325" y="3585650"/>
              <a:ext cx="12400" cy="12575"/>
            </a:xfrm>
            <a:custGeom>
              <a:avLst/>
              <a:gdLst/>
              <a:ahLst/>
              <a:cxnLst/>
              <a:rect l="l" t="t" r="r" b="b"/>
              <a:pathLst>
                <a:path w="496" h="503" extrusionOk="0">
                  <a:moveTo>
                    <a:pt x="245" y="0"/>
                  </a:moveTo>
                  <a:cubicBezTo>
                    <a:pt x="109" y="0"/>
                    <a:pt x="0" y="115"/>
                    <a:pt x="0" y="251"/>
                  </a:cubicBezTo>
                  <a:cubicBezTo>
                    <a:pt x="0" y="387"/>
                    <a:pt x="109" y="503"/>
                    <a:pt x="245" y="503"/>
                  </a:cubicBezTo>
                  <a:cubicBezTo>
                    <a:pt x="388" y="503"/>
                    <a:pt x="496" y="387"/>
                    <a:pt x="496" y="251"/>
                  </a:cubicBezTo>
                  <a:cubicBezTo>
                    <a:pt x="496" y="115"/>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6" name="Google Shape;11826;p27"/>
            <p:cNvSpPr/>
            <p:nvPr/>
          </p:nvSpPr>
          <p:spPr>
            <a:xfrm>
              <a:off x="860125" y="3585650"/>
              <a:ext cx="12525" cy="12575"/>
            </a:xfrm>
            <a:custGeom>
              <a:avLst/>
              <a:gdLst/>
              <a:ahLst/>
              <a:cxnLst/>
              <a:rect l="l" t="t" r="r" b="b"/>
              <a:pathLst>
                <a:path w="501" h="503" extrusionOk="0">
                  <a:moveTo>
                    <a:pt x="251" y="0"/>
                  </a:moveTo>
                  <a:cubicBezTo>
                    <a:pt x="114" y="0"/>
                    <a:pt x="0" y="115"/>
                    <a:pt x="0" y="251"/>
                  </a:cubicBezTo>
                  <a:cubicBezTo>
                    <a:pt x="0" y="387"/>
                    <a:pt x="114" y="503"/>
                    <a:pt x="251" y="503"/>
                  </a:cubicBezTo>
                  <a:cubicBezTo>
                    <a:pt x="387" y="503"/>
                    <a:pt x="501" y="387"/>
                    <a:pt x="501" y="251"/>
                  </a:cubicBezTo>
                  <a:cubicBezTo>
                    <a:pt x="501"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7" name="Google Shape;11827;p27"/>
            <p:cNvSpPr/>
            <p:nvPr/>
          </p:nvSpPr>
          <p:spPr>
            <a:xfrm>
              <a:off x="951850" y="358565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8" name="Google Shape;11828;p27"/>
            <p:cNvSpPr/>
            <p:nvPr/>
          </p:nvSpPr>
          <p:spPr>
            <a:xfrm>
              <a:off x="1043825" y="3585650"/>
              <a:ext cx="12375" cy="12575"/>
            </a:xfrm>
            <a:custGeom>
              <a:avLst/>
              <a:gdLst/>
              <a:ahLst/>
              <a:cxnLst/>
              <a:rect l="l" t="t" r="r" b="b"/>
              <a:pathLst>
                <a:path w="495" h="503" extrusionOk="0">
                  <a:moveTo>
                    <a:pt x="250" y="0"/>
                  </a:moveTo>
                  <a:cubicBezTo>
                    <a:pt x="107" y="0"/>
                    <a:pt x="0" y="115"/>
                    <a:pt x="0" y="251"/>
                  </a:cubicBezTo>
                  <a:cubicBezTo>
                    <a:pt x="0" y="387"/>
                    <a:pt x="107" y="503"/>
                    <a:pt x="250" y="503"/>
                  </a:cubicBezTo>
                  <a:cubicBezTo>
                    <a:pt x="388" y="503"/>
                    <a:pt x="494" y="387"/>
                    <a:pt x="494" y="251"/>
                  </a:cubicBezTo>
                  <a:cubicBezTo>
                    <a:pt x="494" y="115"/>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9" name="Google Shape;11829;p27"/>
            <p:cNvSpPr/>
            <p:nvPr/>
          </p:nvSpPr>
          <p:spPr>
            <a:xfrm>
              <a:off x="1135575" y="3585650"/>
              <a:ext cx="12575" cy="12575"/>
            </a:xfrm>
            <a:custGeom>
              <a:avLst/>
              <a:gdLst/>
              <a:ahLst/>
              <a:cxnLst/>
              <a:rect l="l" t="t" r="r" b="b"/>
              <a:pathLst>
                <a:path w="503" h="503" extrusionOk="0">
                  <a:moveTo>
                    <a:pt x="252" y="0"/>
                  </a:moveTo>
                  <a:cubicBezTo>
                    <a:pt x="116" y="0"/>
                    <a:pt x="0" y="115"/>
                    <a:pt x="0" y="251"/>
                  </a:cubicBezTo>
                  <a:cubicBezTo>
                    <a:pt x="0" y="387"/>
                    <a:pt x="116" y="503"/>
                    <a:pt x="252" y="503"/>
                  </a:cubicBezTo>
                  <a:cubicBezTo>
                    <a:pt x="387" y="503"/>
                    <a:pt x="503" y="387"/>
                    <a:pt x="503" y="251"/>
                  </a:cubicBezTo>
                  <a:cubicBezTo>
                    <a:pt x="503" y="115"/>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0" name="Google Shape;11830;p27"/>
            <p:cNvSpPr/>
            <p:nvPr/>
          </p:nvSpPr>
          <p:spPr>
            <a:xfrm>
              <a:off x="1227500" y="3585650"/>
              <a:ext cx="12400" cy="12575"/>
            </a:xfrm>
            <a:custGeom>
              <a:avLst/>
              <a:gdLst/>
              <a:ahLst/>
              <a:cxnLst/>
              <a:rect l="l" t="t" r="r" b="b"/>
              <a:pathLst>
                <a:path w="496" h="503" extrusionOk="0">
                  <a:moveTo>
                    <a:pt x="251" y="0"/>
                  </a:moveTo>
                  <a:cubicBezTo>
                    <a:pt x="109" y="0"/>
                    <a:pt x="0" y="115"/>
                    <a:pt x="0" y="251"/>
                  </a:cubicBezTo>
                  <a:cubicBezTo>
                    <a:pt x="0" y="387"/>
                    <a:pt x="109" y="503"/>
                    <a:pt x="251" y="503"/>
                  </a:cubicBezTo>
                  <a:cubicBezTo>
                    <a:pt x="387" y="503"/>
                    <a:pt x="496" y="387"/>
                    <a:pt x="496" y="251"/>
                  </a:cubicBezTo>
                  <a:cubicBezTo>
                    <a:pt x="496"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1" name="Google Shape;11831;p27"/>
            <p:cNvSpPr/>
            <p:nvPr/>
          </p:nvSpPr>
          <p:spPr>
            <a:xfrm>
              <a:off x="1319275" y="3585650"/>
              <a:ext cx="12550" cy="12575"/>
            </a:xfrm>
            <a:custGeom>
              <a:avLst/>
              <a:gdLst/>
              <a:ahLst/>
              <a:cxnLst/>
              <a:rect l="l" t="t" r="r" b="b"/>
              <a:pathLst>
                <a:path w="502" h="503" extrusionOk="0">
                  <a:moveTo>
                    <a:pt x="252" y="0"/>
                  </a:moveTo>
                  <a:cubicBezTo>
                    <a:pt x="114" y="0"/>
                    <a:pt x="1" y="115"/>
                    <a:pt x="1" y="251"/>
                  </a:cubicBezTo>
                  <a:cubicBezTo>
                    <a:pt x="1" y="387"/>
                    <a:pt x="114" y="503"/>
                    <a:pt x="252" y="503"/>
                  </a:cubicBezTo>
                  <a:cubicBezTo>
                    <a:pt x="388" y="503"/>
                    <a:pt x="501" y="387"/>
                    <a:pt x="501" y="251"/>
                  </a:cubicBezTo>
                  <a:cubicBezTo>
                    <a:pt x="501"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2" name="Google Shape;11832;p27"/>
            <p:cNvSpPr/>
            <p:nvPr/>
          </p:nvSpPr>
          <p:spPr>
            <a:xfrm>
              <a:off x="1411200" y="3585650"/>
              <a:ext cx="12425" cy="12575"/>
            </a:xfrm>
            <a:custGeom>
              <a:avLst/>
              <a:gdLst/>
              <a:ahLst/>
              <a:cxnLst/>
              <a:rect l="l" t="t" r="r" b="b"/>
              <a:pathLst>
                <a:path w="497" h="503" extrusionOk="0">
                  <a:moveTo>
                    <a:pt x="245" y="0"/>
                  </a:moveTo>
                  <a:cubicBezTo>
                    <a:pt x="109" y="0"/>
                    <a:pt x="1" y="115"/>
                    <a:pt x="1" y="251"/>
                  </a:cubicBezTo>
                  <a:cubicBezTo>
                    <a:pt x="1" y="387"/>
                    <a:pt x="109" y="503"/>
                    <a:pt x="245" y="503"/>
                  </a:cubicBezTo>
                  <a:cubicBezTo>
                    <a:pt x="388" y="503"/>
                    <a:pt x="496" y="387"/>
                    <a:pt x="496" y="251"/>
                  </a:cubicBezTo>
                  <a:cubicBezTo>
                    <a:pt x="496" y="115"/>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3" name="Google Shape;11833;p27"/>
            <p:cNvSpPr/>
            <p:nvPr/>
          </p:nvSpPr>
          <p:spPr>
            <a:xfrm>
              <a:off x="1503000" y="3585650"/>
              <a:ext cx="12525" cy="12575"/>
            </a:xfrm>
            <a:custGeom>
              <a:avLst/>
              <a:gdLst/>
              <a:ahLst/>
              <a:cxnLst/>
              <a:rect l="l" t="t" r="r" b="b"/>
              <a:pathLst>
                <a:path w="501" h="503" extrusionOk="0">
                  <a:moveTo>
                    <a:pt x="250" y="0"/>
                  </a:moveTo>
                  <a:cubicBezTo>
                    <a:pt x="114" y="0"/>
                    <a:pt x="0" y="115"/>
                    <a:pt x="0" y="251"/>
                  </a:cubicBezTo>
                  <a:cubicBezTo>
                    <a:pt x="0" y="387"/>
                    <a:pt x="114" y="503"/>
                    <a:pt x="250" y="503"/>
                  </a:cubicBezTo>
                  <a:cubicBezTo>
                    <a:pt x="387" y="503"/>
                    <a:pt x="501" y="387"/>
                    <a:pt x="501" y="251"/>
                  </a:cubicBezTo>
                  <a:cubicBezTo>
                    <a:pt x="501" y="115"/>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4" name="Google Shape;11834;p27"/>
            <p:cNvSpPr/>
            <p:nvPr/>
          </p:nvSpPr>
          <p:spPr>
            <a:xfrm>
              <a:off x="1594750" y="3585650"/>
              <a:ext cx="12575" cy="12575"/>
            </a:xfrm>
            <a:custGeom>
              <a:avLst/>
              <a:gdLst/>
              <a:ahLst/>
              <a:cxnLst/>
              <a:rect l="l" t="t" r="r" b="b"/>
              <a:pathLst>
                <a:path w="503" h="503" extrusionOk="0">
                  <a:moveTo>
                    <a:pt x="251" y="0"/>
                  </a:moveTo>
                  <a:cubicBezTo>
                    <a:pt x="115" y="0"/>
                    <a:pt x="0" y="115"/>
                    <a:pt x="0" y="251"/>
                  </a:cubicBezTo>
                  <a:cubicBezTo>
                    <a:pt x="0" y="387"/>
                    <a:pt x="115" y="503"/>
                    <a:pt x="251" y="503"/>
                  </a:cubicBezTo>
                  <a:cubicBezTo>
                    <a:pt x="394" y="503"/>
                    <a:pt x="503" y="387"/>
                    <a:pt x="503" y="251"/>
                  </a:cubicBezTo>
                  <a:cubicBezTo>
                    <a:pt x="503" y="115"/>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5" name="Google Shape;11835;p27"/>
            <p:cNvSpPr/>
            <p:nvPr/>
          </p:nvSpPr>
          <p:spPr>
            <a:xfrm>
              <a:off x="1686650" y="358565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6" name="Google Shape;11836;p27"/>
            <p:cNvSpPr/>
            <p:nvPr/>
          </p:nvSpPr>
          <p:spPr>
            <a:xfrm>
              <a:off x="1778450" y="3585650"/>
              <a:ext cx="12550" cy="12575"/>
            </a:xfrm>
            <a:custGeom>
              <a:avLst/>
              <a:gdLst/>
              <a:ahLst/>
              <a:cxnLst/>
              <a:rect l="l" t="t" r="r" b="b"/>
              <a:pathLst>
                <a:path w="502" h="503" extrusionOk="0">
                  <a:moveTo>
                    <a:pt x="252" y="0"/>
                  </a:moveTo>
                  <a:cubicBezTo>
                    <a:pt x="114" y="0"/>
                    <a:pt x="1" y="115"/>
                    <a:pt x="1" y="251"/>
                  </a:cubicBezTo>
                  <a:cubicBezTo>
                    <a:pt x="1" y="387"/>
                    <a:pt x="114" y="503"/>
                    <a:pt x="252" y="503"/>
                  </a:cubicBezTo>
                  <a:cubicBezTo>
                    <a:pt x="388" y="503"/>
                    <a:pt x="501" y="387"/>
                    <a:pt x="501" y="251"/>
                  </a:cubicBezTo>
                  <a:cubicBezTo>
                    <a:pt x="501"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7" name="Google Shape;11837;p27"/>
            <p:cNvSpPr/>
            <p:nvPr/>
          </p:nvSpPr>
          <p:spPr>
            <a:xfrm>
              <a:off x="1870375" y="3585650"/>
              <a:ext cx="12400" cy="12575"/>
            </a:xfrm>
            <a:custGeom>
              <a:avLst/>
              <a:gdLst/>
              <a:ahLst/>
              <a:cxnLst/>
              <a:rect l="l" t="t" r="r" b="b"/>
              <a:pathLst>
                <a:path w="496" h="503" extrusionOk="0">
                  <a:moveTo>
                    <a:pt x="252" y="0"/>
                  </a:moveTo>
                  <a:cubicBezTo>
                    <a:pt x="109" y="0"/>
                    <a:pt x="0" y="115"/>
                    <a:pt x="0" y="251"/>
                  </a:cubicBezTo>
                  <a:cubicBezTo>
                    <a:pt x="0" y="387"/>
                    <a:pt x="109" y="503"/>
                    <a:pt x="252" y="503"/>
                  </a:cubicBezTo>
                  <a:cubicBezTo>
                    <a:pt x="387" y="503"/>
                    <a:pt x="496" y="387"/>
                    <a:pt x="496" y="251"/>
                  </a:cubicBezTo>
                  <a:cubicBezTo>
                    <a:pt x="496" y="115"/>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8" name="Google Shape;11838;p27"/>
            <p:cNvSpPr/>
            <p:nvPr/>
          </p:nvSpPr>
          <p:spPr>
            <a:xfrm>
              <a:off x="1962150" y="3585650"/>
              <a:ext cx="12550" cy="12575"/>
            </a:xfrm>
            <a:custGeom>
              <a:avLst/>
              <a:gdLst/>
              <a:ahLst/>
              <a:cxnLst/>
              <a:rect l="l" t="t" r="r" b="b"/>
              <a:pathLst>
                <a:path w="502" h="503" extrusionOk="0">
                  <a:moveTo>
                    <a:pt x="250" y="0"/>
                  </a:moveTo>
                  <a:cubicBezTo>
                    <a:pt x="114" y="0"/>
                    <a:pt x="1" y="115"/>
                    <a:pt x="1" y="251"/>
                  </a:cubicBezTo>
                  <a:cubicBezTo>
                    <a:pt x="1" y="387"/>
                    <a:pt x="114" y="503"/>
                    <a:pt x="250" y="503"/>
                  </a:cubicBezTo>
                  <a:cubicBezTo>
                    <a:pt x="388" y="503"/>
                    <a:pt x="502" y="387"/>
                    <a:pt x="502" y="251"/>
                  </a:cubicBezTo>
                  <a:cubicBezTo>
                    <a:pt x="502" y="115"/>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9" name="Google Shape;11839;p27"/>
            <p:cNvSpPr/>
            <p:nvPr/>
          </p:nvSpPr>
          <p:spPr>
            <a:xfrm>
              <a:off x="2054075" y="3585650"/>
              <a:ext cx="12425" cy="12575"/>
            </a:xfrm>
            <a:custGeom>
              <a:avLst/>
              <a:gdLst/>
              <a:ahLst/>
              <a:cxnLst/>
              <a:rect l="l" t="t" r="r" b="b"/>
              <a:pathLst>
                <a:path w="497" h="503" extrusionOk="0">
                  <a:moveTo>
                    <a:pt x="252" y="0"/>
                  </a:moveTo>
                  <a:cubicBezTo>
                    <a:pt x="109" y="0"/>
                    <a:pt x="1" y="115"/>
                    <a:pt x="1" y="251"/>
                  </a:cubicBezTo>
                  <a:cubicBezTo>
                    <a:pt x="1" y="387"/>
                    <a:pt x="109" y="503"/>
                    <a:pt x="252" y="503"/>
                  </a:cubicBezTo>
                  <a:cubicBezTo>
                    <a:pt x="388" y="503"/>
                    <a:pt x="496" y="387"/>
                    <a:pt x="496" y="251"/>
                  </a:cubicBezTo>
                  <a:cubicBezTo>
                    <a:pt x="496"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0" name="Google Shape;11840;p27"/>
            <p:cNvSpPr/>
            <p:nvPr/>
          </p:nvSpPr>
          <p:spPr>
            <a:xfrm>
              <a:off x="2145825" y="358565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1" name="Google Shape;11841;p27"/>
            <p:cNvSpPr/>
            <p:nvPr/>
          </p:nvSpPr>
          <p:spPr>
            <a:xfrm>
              <a:off x="2237800" y="3585650"/>
              <a:ext cx="12350" cy="12575"/>
            </a:xfrm>
            <a:custGeom>
              <a:avLst/>
              <a:gdLst/>
              <a:ahLst/>
              <a:cxnLst/>
              <a:rect l="l" t="t" r="r" b="b"/>
              <a:pathLst>
                <a:path w="494" h="503" extrusionOk="0">
                  <a:moveTo>
                    <a:pt x="244" y="0"/>
                  </a:moveTo>
                  <a:cubicBezTo>
                    <a:pt x="107" y="0"/>
                    <a:pt x="0" y="115"/>
                    <a:pt x="0" y="251"/>
                  </a:cubicBezTo>
                  <a:cubicBezTo>
                    <a:pt x="0" y="387"/>
                    <a:pt x="107" y="503"/>
                    <a:pt x="244" y="503"/>
                  </a:cubicBezTo>
                  <a:cubicBezTo>
                    <a:pt x="387" y="503"/>
                    <a:pt x="494" y="387"/>
                    <a:pt x="494" y="251"/>
                  </a:cubicBezTo>
                  <a:cubicBezTo>
                    <a:pt x="494" y="115"/>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2" name="Google Shape;11842;p27"/>
            <p:cNvSpPr/>
            <p:nvPr/>
          </p:nvSpPr>
          <p:spPr>
            <a:xfrm>
              <a:off x="2329550" y="3585650"/>
              <a:ext cx="12575" cy="12575"/>
            </a:xfrm>
            <a:custGeom>
              <a:avLst/>
              <a:gdLst/>
              <a:ahLst/>
              <a:cxnLst/>
              <a:rect l="l" t="t" r="r" b="b"/>
              <a:pathLst>
                <a:path w="503" h="503" extrusionOk="0">
                  <a:moveTo>
                    <a:pt x="251" y="0"/>
                  </a:moveTo>
                  <a:cubicBezTo>
                    <a:pt x="115" y="0"/>
                    <a:pt x="0" y="115"/>
                    <a:pt x="0" y="251"/>
                  </a:cubicBezTo>
                  <a:cubicBezTo>
                    <a:pt x="0" y="387"/>
                    <a:pt x="115" y="503"/>
                    <a:pt x="251" y="503"/>
                  </a:cubicBezTo>
                  <a:cubicBezTo>
                    <a:pt x="387" y="503"/>
                    <a:pt x="502" y="387"/>
                    <a:pt x="502" y="251"/>
                  </a:cubicBezTo>
                  <a:cubicBezTo>
                    <a:pt x="502"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3" name="Google Shape;11843;p27"/>
            <p:cNvSpPr/>
            <p:nvPr/>
          </p:nvSpPr>
          <p:spPr>
            <a:xfrm>
              <a:off x="2421325" y="3585650"/>
              <a:ext cx="12550" cy="12575"/>
            </a:xfrm>
            <a:custGeom>
              <a:avLst/>
              <a:gdLst/>
              <a:ahLst/>
              <a:cxnLst/>
              <a:rect l="l" t="t" r="r" b="b"/>
              <a:pathLst>
                <a:path w="502" h="503" extrusionOk="0">
                  <a:moveTo>
                    <a:pt x="250" y="0"/>
                  </a:moveTo>
                  <a:cubicBezTo>
                    <a:pt x="114" y="0"/>
                    <a:pt x="1" y="115"/>
                    <a:pt x="1" y="251"/>
                  </a:cubicBezTo>
                  <a:cubicBezTo>
                    <a:pt x="1" y="387"/>
                    <a:pt x="114" y="503"/>
                    <a:pt x="250" y="503"/>
                  </a:cubicBezTo>
                  <a:cubicBezTo>
                    <a:pt x="395" y="503"/>
                    <a:pt x="501" y="387"/>
                    <a:pt x="501" y="251"/>
                  </a:cubicBezTo>
                  <a:cubicBezTo>
                    <a:pt x="501" y="115"/>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4" name="Google Shape;11844;p27"/>
            <p:cNvSpPr/>
            <p:nvPr/>
          </p:nvSpPr>
          <p:spPr>
            <a:xfrm>
              <a:off x="2513250" y="3585650"/>
              <a:ext cx="12575" cy="12575"/>
            </a:xfrm>
            <a:custGeom>
              <a:avLst/>
              <a:gdLst/>
              <a:ahLst/>
              <a:cxnLst/>
              <a:rect l="l" t="t" r="r" b="b"/>
              <a:pathLst>
                <a:path w="503" h="503" extrusionOk="0">
                  <a:moveTo>
                    <a:pt x="252" y="0"/>
                  </a:moveTo>
                  <a:cubicBezTo>
                    <a:pt x="109" y="0"/>
                    <a:pt x="0" y="115"/>
                    <a:pt x="0" y="251"/>
                  </a:cubicBezTo>
                  <a:cubicBezTo>
                    <a:pt x="0" y="387"/>
                    <a:pt x="109"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5" name="Google Shape;11845;p27"/>
            <p:cNvSpPr/>
            <p:nvPr/>
          </p:nvSpPr>
          <p:spPr>
            <a:xfrm>
              <a:off x="2605000" y="3585650"/>
              <a:ext cx="12575" cy="12575"/>
            </a:xfrm>
            <a:custGeom>
              <a:avLst/>
              <a:gdLst/>
              <a:ahLst/>
              <a:cxnLst/>
              <a:rect l="l" t="t" r="r" b="b"/>
              <a:pathLst>
                <a:path w="503" h="503" extrusionOk="0">
                  <a:moveTo>
                    <a:pt x="252" y="0"/>
                  </a:moveTo>
                  <a:cubicBezTo>
                    <a:pt x="116" y="0"/>
                    <a:pt x="0" y="115"/>
                    <a:pt x="0" y="251"/>
                  </a:cubicBezTo>
                  <a:cubicBezTo>
                    <a:pt x="0" y="387"/>
                    <a:pt x="116" y="503"/>
                    <a:pt x="252" y="503"/>
                  </a:cubicBezTo>
                  <a:cubicBezTo>
                    <a:pt x="387" y="503"/>
                    <a:pt x="503" y="387"/>
                    <a:pt x="503" y="251"/>
                  </a:cubicBezTo>
                  <a:cubicBezTo>
                    <a:pt x="503" y="115"/>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6" name="Google Shape;11846;p27"/>
            <p:cNvSpPr/>
            <p:nvPr/>
          </p:nvSpPr>
          <p:spPr>
            <a:xfrm>
              <a:off x="2696950" y="3585650"/>
              <a:ext cx="12375" cy="12575"/>
            </a:xfrm>
            <a:custGeom>
              <a:avLst/>
              <a:gdLst/>
              <a:ahLst/>
              <a:cxnLst/>
              <a:rect l="l" t="t" r="r" b="b"/>
              <a:pathLst>
                <a:path w="495" h="503" extrusionOk="0">
                  <a:moveTo>
                    <a:pt x="252" y="0"/>
                  </a:moveTo>
                  <a:cubicBezTo>
                    <a:pt x="108" y="0"/>
                    <a:pt x="1" y="115"/>
                    <a:pt x="1" y="251"/>
                  </a:cubicBezTo>
                  <a:cubicBezTo>
                    <a:pt x="1" y="387"/>
                    <a:pt x="108" y="503"/>
                    <a:pt x="252" y="503"/>
                  </a:cubicBezTo>
                  <a:cubicBezTo>
                    <a:pt x="388" y="503"/>
                    <a:pt x="495" y="387"/>
                    <a:pt x="495" y="251"/>
                  </a:cubicBezTo>
                  <a:cubicBezTo>
                    <a:pt x="495"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7" name="Google Shape;11847;p27"/>
            <p:cNvSpPr/>
            <p:nvPr/>
          </p:nvSpPr>
          <p:spPr>
            <a:xfrm>
              <a:off x="2788700" y="358565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8" name="Google Shape;11848;p27"/>
            <p:cNvSpPr/>
            <p:nvPr/>
          </p:nvSpPr>
          <p:spPr>
            <a:xfrm>
              <a:off x="2880675" y="3585650"/>
              <a:ext cx="12375" cy="12575"/>
            </a:xfrm>
            <a:custGeom>
              <a:avLst/>
              <a:gdLst/>
              <a:ahLst/>
              <a:cxnLst/>
              <a:rect l="l" t="t" r="r" b="b"/>
              <a:pathLst>
                <a:path w="495" h="503" extrusionOk="0">
                  <a:moveTo>
                    <a:pt x="243" y="0"/>
                  </a:moveTo>
                  <a:cubicBezTo>
                    <a:pt x="107" y="0"/>
                    <a:pt x="0" y="115"/>
                    <a:pt x="0" y="251"/>
                  </a:cubicBezTo>
                  <a:cubicBezTo>
                    <a:pt x="0" y="387"/>
                    <a:pt x="107" y="503"/>
                    <a:pt x="243" y="503"/>
                  </a:cubicBezTo>
                  <a:cubicBezTo>
                    <a:pt x="387" y="503"/>
                    <a:pt x="494" y="387"/>
                    <a:pt x="494" y="251"/>
                  </a:cubicBezTo>
                  <a:cubicBezTo>
                    <a:pt x="494" y="115"/>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9" name="Google Shape;11849;p27"/>
            <p:cNvSpPr/>
            <p:nvPr/>
          </p:nvSpPr>
          <p:spPr>
            <a:xfrm>
              <a:off x="2972425" y="3585650"/>
              <a:ext cx="12575" cy="12575"/>
            </a:xfrm>
            <a:custGeom>
              <a:avLst/>
              <a:gdLst/>
              <a:ahLst/>
              <a:cxnLst/>
              <a:rect l="l" t="t" r="r" b="b"/>
              <a:pathLst>
                <a:path w="503" h="503" extrusionOk="0">
                  <a:moveTo>
                    <a:pt x="251" y="0"/>
                  </a:moveTo>
                  <a:cubicBezTo>
                    <a:pt x="115" y="0"/>
                    <a:pt x="0" y="115"/>
                    <a:pt x="0" y="251"/>
                  </a:cubicBezTo>
                  <a:cubicBezTo>
                    <a:pt x="0" y="387"/>
                    <a:pt x="115" y="503"/>
                    <a:pt x="251" y="503"/>
                  </a:cubicBezTo>
                  <a:cubicBezTo>
                    <a:pt x="387" y="503"/>
                    <a:pt x="503" y="387"/>
                    <a:pt x="503" y="251"/>
                  </a:cubicBezTo>
                  <a:cubicBezTo>
                    <a:pt x="503"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0" name="Google Shape;11850;p27"/>
            <p:cNvSpPr/>
            <p:nvPr/>
          </p:nvSpPr>
          <p:spPr>
            <a:xfrm>
              <a:off x="3064375" y="3585650"/>
              <a:ext cx="12375" cy="12575"/>
            </a:xfrm>
            <a:custGeom>
              <a:avLst/>
              <a:gdLst/>
              <a:ahLst/>
              <a:cxnLst/>
              <a:rect l="l" t="t" r="r" b="b"/>
              <a:pathLst>
                <a:path w="495" h="503" extrusionOk="0">
                  <a:moveTo>
                    <a:pt x="243" y="0"/>
                  </a:moveTo>
                  <a:cubicBezTo>
                    <a:pt x="107" y="0"/>
                    <a:pt x="1" y="115"/>
                    <a:pt x="1" y="251"/>
                  </a:cubicBezTo>
                  <a:cubicBezTo>
                    <a:pt x="1" y="387"/>
                    <a:pt x="107" y="503"/>
                    <a:pt x="243" y="503"/>
                  </a:cubicBezTo>
                  <a:cubicBezTo>
                    <a:pt x="388" y="503"/>
                    <a:pt x="495" y="387"/>
                    <a:pt x="495" y="251"/>
                  </a:cubicBezTo>
                  <a:cubicBezTo>
                    <a:pt x="495" y="115"/>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1" name="Google Shape;11851;p27"/>
            <p:cNvSpPr/>
            <p:nvPr/>
          </p:nvSpPr>
          <p:spPr>
            <a:xfrm>
              <a:off x="3156125" y="358565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2" name="Google Shape;11852;p27"/>
            <p:cNvSpPr/>
            <p:nvPr/>
          </p:nvSpPr>
          <p:spPr>
            <a:xfrm>
              <a:off x="3247875" y="3585650"/>
              <a:ext cx="12575" cy="12575"/>
            </a:xfrm>
            <a:custGeom>
              <a:avLst/>
              <a:gdLst/>
              <a:ahLst/>
              <a:cxnLst/>
              <a:rect l="l" t="t" r="r" b="b"/>
              <a:pathLst>
                <a:path w="503"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3" name="Google Shape;11853;p27"/>
            <p:cNvSpPr/>
            <p:nvPr/>
          </p:nvSpPr>
          <p:spPr>
            <a:xfrm>
              <a:off x="3339850" y="3585650"/>
              <a:ext cx="12525" cy="12575"/>
            </a:xfrm>
            <a:custGeom>
              <a:avLst/>
              <a:gdLst/>
              <a:ahLst/>
              <a:cxnLst/>
              <a:rect l="l" t="t" r="r" b="b"/>
              <a:pathLst>
                <a:path w="501" h="503" extrusionOk="0">
                  <a:moveTo>
                    <a:pt x="251" y="0"/>
                  </a:moveTo>
                  <a:cubicBezTo>
                    <a:pt x="107" y="0"/>
                    <a:pt x="0" y="115"/>
                    <a:pt x="0" y="251"/>
                  </a:cubicBezTo>
                  <a:cubicBezTo>
                    <a:pt x="0" y="387"/>
                    <a:pt x="107" y="503"/>
                    <a:pt x="251" y="503"/>
                  </a:cubicBezTo>
                  <a:cubicBezTo>
                    <a:pt x="387" y="503"/>
                    <a:pt x="501" y="387"/>
                    <a:pt x="501" y="251"/>
                  </a:cubicBezTo>
                  <a:cubicBezTo>
                    <a:pt x="501"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4" name="Google Shape;11854;p27"/>
            <p:cNvSpPr/>
            <p:nvPr/>
          </p:nvSpPr>
          <p:spPr>
            <a:xfrm>
              <a:off x="3431575" y="358565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5" name="Google Shape;11855;p27"/>
            <p:cNvSpPr/>
            <p:nvPr/>
          </p:nvSpPr>
          <p:spPr>
            <a:xfrm>
              <a:off x="3523550" y="3585650"/>
              <a:ext cx="12375" cy="12575"/>
            </a:xfrm>
            <a:custGeom>
              <a:avLst/>
              <a:gdLst/>
              <a:ahLst/>
              <a:cxnLst/>
              <a:rect l="l" t="t" r="r" b="b"/>
              <a:pathLst>
                <a:path w="495" h="503" extrusionOk="0">
                  <a:moveTo>
                    <a:pt x="250" y="0"/>
                  </a:moveTo>
                  <a:cubicBezTo>
                    <a:pt x="107" y="0"/>
                    <a:pt x="0" y="115"/>
                    <a:pt x="0" y="251"/>
                  </a:cubicBezTo>
                  <a:cubicBezTo>
                    <a:pt x="0" y="387"/>
                    <a:pt x="107" y="503"/>
                    <a:pt x="250" y="503"/>
                  </a:cubicBezTo>
                  <a:cubicBezTo>
                    <a:pt x="388" y="503"/>
                    <a:pt x="494" y="387"/>
                    <a:pt x="494" y="251"/>
                  </a:cubicBezTo>
                  <a:cubicBezTo>
                    <a:pt x="494" y="115"/>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6" name="Google Shape;11856;p27"/>
            <p:cNvSpPr/>
            <p:nvPr/>
          </p:nvSpPr>
          <p:spPr>
            <a:xfrm>
              <a:off x="676400" y="3677600"/>
              <a:ext cx="12600" cy="12375"/>
            </a:xfrm>
            <a:custGeom>
              <a:avLst/>
              <a:gdLst/>
              <a:ahLst/>
              <a:cxnLst/>
              <a:rect l="l" t="t" r="r" b="b"/>
              <a:pathLst>
                <a:path w="504" h="495" extrusionOk="0">
                  <a:moveTo>
                    <a:pt x="252" y="1"/>
                  </a:moveTo>
                  <a:cubicBezTo>
                    <a:pt x="116" y="1"/>
                    <a:pt x="1" y="107"/>
                    <a:pt x="1" y="243"/>
                  </a:cubicBezTo>
                  <a:cubicBezTo>
                    <a:pt x="1" y="388"/>
                    <a:pt x="116" y="495"/>
                    <a:pt x="252" y="495"/>
                  </a:cubicBezTo>
                  <a:cubicBezTo>
                    <a:pt x="388" y="495"/>
                    <a:pt x="503" y="388"/>
                    <a:pt x="503" y="243"/>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7" name="Google Shape;11857;p27"/>
            <p:cNvSpPr/>
            <p:nvPr/>
          </p:nvSpPr>
          <p:spPr>
            <a:xfrm>
              <a:off x="768325" y="3677600"/>
              <a:ext cx="12400" cy="12375"/>
            </a:xfrm>
            <a:custGeom>
              <a:avLst/>
              <a:gdLst/>
              <a:ahLst/>
              <a:cxnLst/>
              <a:rect l="l" t="t" r="r" b="b"/>
              <a:pathLst>
                <a:path w="496" h="495" extrusionOk="0">
                  <a:moveTo>
                    <a:pt x="245" y="1"/>
                  </a:moveTo>
                  <a:cubicBezTo>
                    <a:pt x="109" y="1"/>
                    <a:pt x="0" y="107"/>
                    <a:pt x="0" y="243"/>
                  </a:cubicBezTo>
                  <a:cubicBezTo>
                    <a:pt x="0" y="388"/>
                    <a:pt x="109" y="495"/>
                    <a:pt x="245" y="495"/>
                  </a:cubicBezTo>
                  <a:cubicBezTo>
                    <a:pt x="388" y="495"/>
                    <a:pt x="496" y="388"/>
                    <a:pt x="496" y="243"/>
                  </a:cubicBezTo>
                  <a:cubicBezTo>
                    <a:pt x="496" y="107"/>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8" name="Google Shape;11858;p27"/>
            <p:cNvSpPr/>
            <p:nvPr/>
          </p:nvSpPr>
          <p:spPr>
            <a:xfrm>
              <a:off x="860125" y="3677600"/>
              <a:ext cx="12525" cy="12375"/>
            </a:xfrm>
            <a:custGeom>
              <a:avLst/>
              <a:gdLst/>
              <a:ahLst/>
              <a:cxnLst/>
              <a:rect l="l" t="t" r="r" b="b"/>
              <a:pathLst>
                <a:path w="501" h="495" extrusionOk="0">
                  <a:moveTo>
                    <a:pt x="251" y="1"/>
                  </a:moveTo>
                  <a:cubicBezTo>
                    <a:pt x="114" y="1"/>
                    <a:pt x="0" y="107"/>
                    <a:pt x="0" y="243"/>
                  </a:cubicBezTo>
                  <a:cubicBezTo>
                    <a:pt x="0" y="388"/>
                    <a:pt x="114" y="495"/>
                    <a:pt x="251" y="495"/>
                  </a:cubicBezTo>
                  <a:cubicBezTo>
                    <a:pt x="387" y="495"/>
                    <a:pt x="501" y="388"/>
                    <a:pt x="501" y="243"/>
                  </a:cubicBezTo>
                  <a:cubicBezTo>
                    <a:pt x="501"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9" name="Google Shape;11859;p27"/>
            <p:cNvSpPr/>
            <p:nvPr/>
          </p:nvSpPr>
          <p:spPr>
            <a:xfrm>
              <a:off x="951850" y="3677600"/>
              <a:ext cx="12600" cy="12375"/>
            </a:xfrm>
            <a:custGeom>
              <a:avLst/>
              <a:gdLst/>
              <a:ahLst/>
              <a:cxnLst/>
              <a:rect l="l" t="t" r="r" b="b"/>
              <a:pathLst>
                <a:path w="504" h="495" extrusionOk="0">
                  <a:moveTo>
                    <a:pt x="252" y="1"/>
                  </a:moveTo>
                  <a:cubicBezTo>
                    <a:pt x="116" y="1"/>
                    <a:pt x="1" y="107"/>
                    <a:pt x="1" y="243"/>
                  </a:cubicBezTo>
                  <a:cubicBezTo>
                    <a:pt x="1" y="388"/>
                    <a:pt x="116" y="495"/>
                    <a:pt x="252" y="495"/>
                  </a:cubicBezTo>
                  <a:cubicBezTo>
                    <a:pt x="388" y="495"/>
                    <a:pt x="503" y="388"/>
                    <a:pt x="503" y="243"/>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0" name="Google Shape;11860;p27"/>
            <p:cNvSpPr/>
            <p:nvPr/>
          </p:nvSpPr>
          <p:spPr>
            <a:xfrm>
              <a:off x="1043825" y="3677600"/>
              <a:ext cx="12375" cy="12375"/>
            </a:xfrm>
            <a:custGeom>
              <a:avLst/>
              <a:gdLst/>
              <a:ahLst/>
              <a:cxnLst/>
              <a:rect l="l" t="t" r="r" b="b"/>
              <a:pathLst>
                <a:path w="495" h="495" extrusionOk="0">
                  <a:moveTo>
                    <a:pt x="250" y="1"/>
                  </a:moveTo>
                  <a:cubicBezTo>
                    <a:pt x="107" y="1"/>
                    <a:pt x="0" y="107"/>
                    <a:pt x="0" y="243"/>
                  </a:cubicBezTo>
                  <a:cubicBezTo>
                    <a:pt x="0" y="388"/>
                    <a:pt x="107" y="495"/>
                    <a:pt x="250" y="495"/>
                  </a:cubicBezTo>
                  <a:cubicBezTo>
                    <a:pt x="388" y="495"/>
                    <a:pt x="494" y="388"/>
                    <a:pt x="494" y="243"/>
                  </a:cubicBezTo>
                  <a:cubicBezTo>
                    <a:pt x="494" y="107"/>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1" name="Google Shape;11861;p27"/>
            <p:cNvSpPr/>
            <p:nvPr/>
          </p:nvSpPr>
          <p:spPr>
            <a:xfrm>
              <a:off x="1135575" y="3677600"/>
              <a:ext cx="12575" cy="12375"/>
            </a:xfrm>
            <a:custGeom>
              <a:avLst/>
              <a:gdLst/>
              <a:ahLst/>
              <a:cxnLst/>
              <a:rect l="l" t="t" r="r" b="b"/>
              <a:pathLst>
                <a:path w="503" h="495" extrusionOk="0">
                  <a:moveTo>
                    <a:pt x="252" y="1"/>
                  </a:moveTo>
                  <a:cubicBezTo>
                    <a:pt x="116" y="1"/>
                    <a:pt x="0" y="107"/>
                    <a:pt x="0" y="243"/>
                  </a:cubicBezTo>
                  <a:cubicBezTo>
                    <a:pt x="0" y="388"/>
                    <a:pt x="116" y="495"/>
                    <a:pt x="252" y="495"/>
                  </a:cubicBezTo>
                  <a:cubicBezTo>
                    <a:pt x="387" y="495"/>
                    <a:pt x="503" y="388"/>
                    <a:pt x="503" y="243"/>
                  </a:cubicBezTo>
                  <a:cubicBezTo>
                    <a:pt x="503" y="107"/>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2" name="Google Shape;11862;p27"/>
            <p:cNvSpPr/>
            <p:nvPr/>
          </p:nvSpPr>
          <p:spPr>
            <a:xfrm>
              <a:off x="1227500" y="3677600"/>
              <a:ext cx="12400" cy="12375"/>
            </a:xfrm>
            <a:custGeom>
              <a:avLst/>
              <a:gdLst/>
              <a:ahLst/>
              <a:cxnLst/>
              <a:rect l="l" t="t" r="r" b="b"/>
              <a:pathLst>
                <a:path w="496" h="495" extrusionOk="0">
                  <a:moveTo>
                    <a:pt x="251" y="1"/>
                  </a:moveTo>
                  <a:cubicBezTo>
                    <a:pt x="109" y="1"/>
                    <a:pt x="0" y="107"/>
                    <a:pt x="0" y="243"/>
                  </a:cubicBezTo>
                  <a:cubicBezTo>
                    <a:pt x="0" y="388"/>
                    <a:pt x="109" y="495"/>
                    <a:pt x="251" y="495"/>
                  </a:cubicBezTo>
                  <a:cubicBezTo>
                    <a:pt x="387" y="495"/>
                    <a:pt x="496" y="388"/>
                    <a:pt x="496" y="243"/>
                  </a:cubicBezTo>
                  <a:cubicBezTo>
                    <a:pt x="496"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3" name="Google Shape;11863;p27"/>
            <p:cNvSpPr/>
            <p:nvPr/>
          </p:nvSpPr>
          <p:spPr>
            <a:xfrm>
              <a:off x="1319275" y="3677600"/>
              <a:ext cx="12550" cy="12375"/>
            </a:xfrm>
            <a:custGeom>
              <a:avLst/>
              <a:gdLst/>
              <a:ahLst/>
              <a:cxnLst/>
              <a:rect l="l" t="t" r="r" b="b"/>
              <a:pathLst>
                <a:path w="502" h="495" extrusionOk="0">
                  <a:moveTo>
                    <a:pt x="252" y="1"/>
                  </a:moveTo>
                  <a:cubicBezTo>
                    <a:pt x="114" y="1"/>
                    <a:pt x="1" y="107"/>
                    <a:pt x="1" y="243"/>
                  </a:cubicBezTo>
                  <a:cubicBezTo>
                    <a:pt x="1" y="388"/>
                    <a:pt x="114" y="495"/>
                    <a:pt x="252" y="495"/>
                  </a:cubicBezTo>
                  <a:cubicBezTo>
                    <a:pt x="388" y="495"/>
                    <a:pt x="501" y="388"/>
                    <a:pt x="501" y="243"/>
                  </a:cubicBezTo>
                  <a:cubicBezTo>
                    <a:pt x="501"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4" name="Google Shape;11864;p27"/>
            <p:cNvSpPr/>
            <p:nvPr/>
          </p:nvSpPr>
          <p:spPr>
            <a:xfrm>
              <a:off x="1411200" y="3677600"/>
              <a:ext cx="12425" cy="12375"/>
            </a:xfrm>
            <a:custGeom>
              <a:avLst/>
              <a:gdLst/>
              <a:ahLst/>
              <a:cxnLst/>
              <a:rect l="l" t="t" r="r" b="b"/>
              <a:pathLst>
                <a:path w="497" h="495" extrusionOk="0">
                  <a:moveTo>
                    <a:pt x="245" y="1"/>
                  </a:moveTo>
                  <a:cubicBezTo>
                    <a:pt x="109" y="1"/>
                    <a:pt x="1" y="107"/>
                    <a:pt x="1" y="243"/>
                  </a:cubicBezTo>
                  <a:cubicBezTo>
                    <a:pt x="1" y="388"/>
                    <a:pt x="109" y="495"/>
                    <a:pt x="245" y="495"/>
                  </a:cubicBezTo>
                  <a:cubicBezTo>
                    <a:pt x="388" y="495"/>
                    <a:pt x="496" y="388"/>
                    <a:pt x="496" y="243"/>
                  </a:cubicBezTo>
                  <a:cubicBezTo>
                    <a:pt x="496" y="107"/>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5" name="Google Shape;11865;p27"/>
            <p:cNvSpPr/>
            <p:nvPr/>
          </p:nvSpPr>
          <p:spPr>
            <a:xfrm>
              <a:off x="1503000" y="3677600"/>
              <a:ext cx="12525" cy="12375"/>
            </a:xfrm>
            <a:custGeom>
              <a:avLst/>
              <a:gdLst/>
              <a:ahLst/>
              <a:cxnLst/>
              <a:rect l="l" t="t" r="r" b="b"/>
              <a:pathLst>
                <a:path w="501" h="495" extrusionOk="0">
                  <a:moveTo>
                    <a:pt x="250" y="1"/>
                  </a:moveTo>
                  <a:cubicBezTo>
                    <a:pt x="114" y="1"/>
                    <a:pt x="0" y="107"/>
                    <a:pt x="0" y="243"/>
                  </a:cubicBezTo>
                  <a:cubicBezTo>
                    <a:pt x="0" y="388"/>
                    <a:pt x="114" y="495"/>
                    <a:pt x="250" y="495"/>
                  </a:cubicBezTo>
                  <a:cubicBezTo>
                    <a:pt x="387" y="495"/>
                    <a:pt x="501" y="388"/>
                    <a:pt x="501" y="243"/>
                  </a:cubicBezTo>
                  <a:cubicBezTo>
                    <a:pt x="501" y="107"/>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6" name="Google Shape;11866;p27"/>
            <p:cNvSpPr/>
            <p:nvPr/>
          </p:nvSpPr>
          <p:spPr>
            <a:xfrm>
              <a:off x="1594750" y="3677600"/>
              <a:ext cx="12575" cy="12375"/>
            </a:xfrm>
            <a:custGeom>
              <a:avLst/>
              <a:gdLst/>
              <a:ahLst/>
              <a:cxnLst/>
              <a:rect l="l" t="t" r="r" b="b"/>
              <a:pathLst>
                <a:path w="503" h="495" extrusionOk="0">
                  <a:moveTo>
                    <a:pt x="251" y="1"/>
                  </a:moveTo>
                  <a:cubicBezTo>
                    <a:pt x="115" y="1"/>
                    <a:pt x="0" y="107"/>
                    <a:pt x="0" y="243"/>
                  </a:cubicBezTo>
                  <a:cubicBezTo>
                    <a:pt x="0" y="388"/>
                    <a:pt x="115" y="495"/>
                    <a:pt x="251" y="495"/>
                  </a:cubicBezTo>
                  <a:cubicBezTo>
                    <a:pt x="394" y="495"/>
                    <a:pt x="503" y="388"/>
                    <a:pt x="503" y="243"/>
                  </a:cubicBezTo>
                  <a:cubicBezTo>
                    <a:pt x="503" y="107"/>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7" name="Google Shape;11867;p27"/>
            <p:cNvSpPr/>
            <p:nvPr/>
          </p:nvSpPr>
          <p:spPr>
            <a:xfrm>
              <a:off x="1686650" y="3677600"/>
              <a:ext cx="12600" cy="12375"/>
            </a:xfrm>
            <a:custGeom>
              <a:avLst/>
              <a:gdLst/>
              <a:ahLst/>
              <a:cxnLst/>
              <a:rect l="l" t="t" r="r" b="b"/>
              <a:pathLst>
                <a:path w="504" h="495" extrusionOk="0">
                  <a:moveTo>
                    <a:pt x="252" y="1"/>
                  </a:moveTo>
                  <a:cubicBezTo>
                    <a:pt x="116" y="1"/>
                    <a:pt x="1" y="107"/>
                    <a:pt x="1" y="243"/>
                  </a:cubicBezTo>
                  <a:cubicBezTo>
                    <a:pt x="1" y="388"/>
                    <a:pt x="116" y="495"/>
                    <a:pt x="252" y="495"/>
                  </a:cubicBezTo>
                  <a:cubicBezTo>
                    <a:pt x="388" y="495"/>
                    <a:pt x="503" y="388"/>
                    <a:pt x="503" y="243"/>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8" name="Google Shape;11868;p27"/>
            <p:cNvSpPr/>
            <p:nvPr/>
          </p:nvSpPr>
          <p:spPr>
            <a:xfrm>
              <a:off x="1778450" y="3677600"/>
              <a:ext cx="12550" cy="12375"/>
            </a:xfrm>
            <a:custGeom>
              <a:avLst/>
              <a:gdLst/>
              <a:ahLst/>
              <a:cxnLst/>
              <a:rect l="l" t="t" r="r" b="b"/>
              <a:pathLst>
                <a:path w="502" h="495" extrusionOk="0">
                  <a:moveTo>
                    <a:pt x="252" y="1"/>
                  </a:moveTo>
                  <a:cubicBezTo>
                    <a:pt x="114" y="1"/>
                    <a:pt x="1" y="107"/>
                    <a:pt x="1" y="243"/>
                  </a:cubicBezTo>
                  <a:cubicBezTo>
                    <a:pt x="1" y="388"/>
                    <a:pt x="114" y="495"/>
                    <a:pt x="252" y="495"/>
                  </a:cubicBezTo>
                  <a:cubicBezTo>
                    <a:pt x="388" y="495"/>
                    <a:pt x="501" y="388"/>
                    <a:pt x="501" y="243"/>
                  </a:cubicBezTo>
                  <a:cubicBezTo>
                    <a:pt x="501"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9" name="Google Shape;11869;p27"/>
            <p:cNvSpPr/>
            <p:nvPr/>
          </p:nvSpPr>
          <p:spPr>
            <a:xfrm>
              <a:off x="1870375" y="3677600"/>
              <a:ext cx="12400" cy="12375"/>
            </a:xfrm>
            <a:custGeom>
              <a:avLst/>
              <a:gdLst/>
              <a:ahLst/>
              <a:cxnLst/>
              <a:rect l="l" t="t" r="r" b="b"/>
              <a:pathLst>
                <a:path w="496" h="495" extrusionOk="0">
                  <a:moveTo>
                    <a:pt x="252" y="1"/>
                  </a:moveTo>
                  <a:cubicBezTo>
                    <a:pt x="109" y="1"/>
                    <a:pt x="0" y="107"/>
                    <a:pt x="0" y="243"/>
                  </a:cubicBezTo>
                  <a:cubicBezTo>
                    <a:pt x="0" y="388"/>
                    <a:pt x="109" y="495"/>
                    <a:pt x="252" y="495"/>
                  </a:cubicBezTo>
                  <a:cubicBezTo>
                    <a:pt x="387" y="495"/>
                    <a:pt x="496" y="388"/>
                    <a:pt x="496" y="243"/>
                  </a:cubicBezTo>
                  <a:cubicBezTo>
                    <a:pt x="496" y="107"/>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0" name="Google Shape;11870;p27"/>
            <p:cNvSpPr/>
            <p:nvPr/>
          </p:nvSpPr>
          <p:spPr>
            <a:xfrm>
              <a:off x="1962150" y="3677600"/>
              <a:ext cx="12550" cy="12375"/>
            </a:xfrm>
            <a:custGeom>
              <a:avLst/>
              <a:gdLst/>
              <a:ahLst/>
              <a:cxnLst/>
              <a:rect l="l" t="t" r="r" b="b"/>
              <a:pathLst>
                <a:path w="502" h="495" extrusionOk="0">
                  <a:moveTo>
                    <a:pt x="250" y="1"/>
                  </a:moveTo>
                  <a:cubicBezTo>
                    <a:pt x="114" y="1"/>
                    <a:pt x="1" y="107"/>
                    <a:pt x="1" y="243"/>
                  </a:cubicBezTo>
                  <a:cubicBezTo>
                    <a:pt x="1" y="388"/>
                    <a:pt x="114" y="495"/>
                    <a:pt x="250" y="495"/>
                  </a:cubicBezTo>
                  <a:cubicBezTo>
                    <a:pt x="388" y="495"/>
                    <a:pt x="502" y="388"/>
                    <a:pt x="502" y="243"/>
                  </a:cubicBezTo>
                  <a:cubicBezTo>
                    <a:pt x="502" y="107"/>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1" name="Google Shape;11871;p27"/>
            <p:cNvSpPr/>
            <p:nvPr/>
          </p:nvSpPr>
          <p:spPr>
            <a:xfrm>
              <a:off x="2054075" y="3677600"/>
              <a:ext cx="12425" cy="12375"/>
            </a:xfrm>
            <a:custGeom>
              <a:avLst/>
              <a:gdLst/>
              <a:ahLst/>
              <a:cxnLst/>
              <a:rect l="l" t="t" r="r" b="b"/>
              <a:pathLst>
                <a:path w="497" h="495" extrusionOk="0">
                  <a:moveTo>
                    <a:pt x="252" y="1"/>
                  </a:moveTo>
                  <a:cubicBezTo>
                    <a:pt x="109" y="1"/>
                    <a:pt x="1" y="107"/>
                    <a:pt x="1" y="243"/>
                  </a:cubicBezTo>
                  <a:cubicBezTo>
                    <a:pt x="1" y="388"/>
                    <a:pt x="109" y="495"/>
                    <a:pt x="252" y="495"/>
                  </a:cubicBezTo>
                  <a:cubicBezTo>
                    <a:pt x="388" y="495"/>
                    <a:pt x="496" y="388"/>
                    <a:pt x="496" y="243"/>
                  </a:cubicBezTo>
                  <a:cubicBezTo>
                    <a:pt x="496"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2" name="Google Shape;11872;p27"/>
            <p:cNvSpPr/>
            <p:nvPr/>
          </p:nvSpPr>
          <p:spPr>
            <a:xfrm>
              <a:off x="2145825" y="3677600"/>
              <a:ext cx="12600" cy="12375"/>
            </a:xfrm>
            <a:custGeom>
              <a:avLst/>
              <a:gdLst/>
              <a:ahLst/>
              <a:cxnLst/>
              <a:rect l="l" t="t" r="r" b="b"/>
              <a:pathLst>
                <a:path w="504" h="495" extrusionOk="0">
                  <a:moveTo>
                    <a:pt x="252" y="1"/>
                  </a:moveTo>
                  <a:cubicBezTo>
                    <a:pt x="116" y="1"/>
                    <a:pt x="1" y="107"/>
                    <a:pt x="1" y="243"/>
                  </a:cubicBezTo>
                  <a:cubicBezTo>
                    <a:pt x="1" y="388"/>
                    <a:pt x="116" y="495"/>
                    <a:pt x="252" y="495"/>
                  </a:cubicBezTo>
                  <a:cubicBezTo>
                    <a:pt x="388" y="495"/>
                    <a:pt x="503" y="388"/>
                    <a:pt x="503" y="243"/>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3" name="Google Shape;11873;p27"/>
            <p:cNvSpPr/>
            <p:nvPr/>
          </p:nvSpPr>
          <p:spPr>
            <a:xfrm>
              <a:off x="2237800" y="3677600"/>
              <a:ext cx="12350" cy="12375"/>
            </a:xfrm>
            <a:custGeom>
              <a:avLst/>
              <a:gdLst/>
              <a:ahLst/>
              <a:cxnLst/>
              <a:rect l="l" t="t" r="r" b="b"/>
              <a:pathLst>
                <a:path w="494" h="495" extrusionOk="0">
                  <a:moveTo>
                    <a:pt x="244" y="1"/>
                  </a:moveTo>
                  <a:cubicBezTo>
                    <a:pt x="107" y="1"/>
                    <a:pt x="0" y="107"/>
                    <a:pt x="0" y="243"/>
                  </a:cubicBezTo>
                  <a:cubicBezTo>
                    <a:pt x="0" y="388"/>
                    <a:pt x="107" y="495"/>
                    <a:pt x="244" y="495"/>
                  </a:cubicBezTo>
                  <a:cubicBezTo>
                    <a:pt x="387" y="495"/>
                    <a:pt x="494" y="388"/>
                    <a:pt x="494" y="243"/>
                  </a:cubicBezTo>
                  <a:cubicBezTo>
                    <a:pt x="494" y="107"/>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4" name="Google Shape;11874;p27"/>
            <p:cNvSpPr/>
            <p:nvPr/>
          </p:nvSpPr>
          <p:spPr>
            <a:xfrm>
              <a:off x="2329550" y="3677600"/>
              <a:ext cx="12575" cy="12375"/>
            </a:xfrm>
            <a:custGeom>
              <a:avLst/>
              <a:gdLst/>
              <a:ahLst/>
              <a:cxnLst/>
              <a:rect l="l" t="t" r="r" b="b"/>
              <a:pathLst>
                <a:path w="503" h="495" extrusionOk="0">
                  <a:moveTo>
                    <a:pt x="251" y="1"/>
                  </a:moveTo>
                  <a:cubicBezTo>
                    <a:pt x="115" y="1"/>
                    <a:pt x="0" y="107"/>
                    <a:pt x="0" y="243"/>
                  </a:cubicBezTo>
                  <a:cubicBezTo>
                    <a:pt x="0" y="388"/>
                    <a:pt x="115" y="495"/>
                    <a:pt x="251" y="495"/>
                  </a:cubicBezTo>
                  <a:cubicBezTo>
                    <a:pt x="387" y="495"/>
                    <a:pt x="502" y="388"/>
                    <a:pt x="502" y="243"/>
                  </a:cubicBezTo>
                  <a:cubicBezTo>
                    <a:pt x="502"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5" name="Google Shape;11875;p27"/>
            <p:cNvSpPr/>
            <p:nvPr/>
          </p:nvSpPr>
          <p:spPr>
            <a:xfrm>
              <a:off x="2421325" y="3677600"/>
              <a:ext cx="12550" cy="12375"/>
            </a:xfrm>
            <a:custGeom>
              <a:avLst/>
              <a:gdLst/>
              <a:ahLst/>
              <a:cxnLst/>
              <a:rect l="l" t="t" r="r" b="b"/>
              <a:pathLst>
                <a:path w="502" h="495" extrusionOk="0">
                  <a:moveTo>
                    <a:pt x="250" y="1"/>
                  </a:moveTo>
                  <a:cubicBezTo>
                    <a:pt x="114" y="1"/>
                    <a:pt x="1" y="107"/>
                    <a:pt x="1" y="243"/>
                  </a:cubicBezTo>
                  <a:cubicBezTo>
                    <a:pt x="1" y="388"/>
                    <a:pt x="114" y="495"/>
                    <a:pt x="250" y="495"/>
                  </a:cubicBezTo>
                  <a:cubicBezTo>
                    <a:pt x="395" y="495"/>
                    <a:pt x="501" y="388"/>
                    <a:pt x="501" y="243"/>
                  </a:cubicBezTo>
                  <a:cubicBezTo>
                    <a:pt x="501" y="107"/>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6" name="Google Shape;11876;p27"/>
            <p:cNvSpPr/>
            <p:nvPr/>
          </p:nvSpPr>
          <p:spPr>
            <a:xfrm>
              <a:off x="2513250" y="3677600"/>
              <a:ext cx="12575" cy="12375"/>
            </a:xfrm>
            <a:custGeom>
              <a:avLst/>
              <a:gdLst/>
              <a:ahLst/>
              <a:cxnLst/>
              <a:rect l="l" t="t" r="r" b="b"/>
              <a:pathLst>
                <a:path w="503" h="495" extrusionOk="0">
                  <a:moveTo>
                    <a:pt x="252" y="1"/>
                  </a:moveTo>
                  <a:cubicBezTo>
                    <a:pt x="109" y="1"/>
                    <a:pt x="0" y="107"/>
                    <a:pt x="0" y="243"/>
                  </a:cubicBezTo>
                  <a:cubicBezTo>
                    <a:pt x="0" y="388"/>
                    <a:pt x="109" y="495"/>
                    <a:pt x="252" y="495"/>
                  </a:cubicBezTo>
                  <a:cubicBezTo>
                    <a:pt x="388" y="495"/>
                    <a:pt x="503" y="388"/>
                    <a:pt x="503" y="243"/>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7" name="Google Shape;11877;p27"/>
            <p:cNvSpPr/>
            <p:nvPr/>
          </p:nvSpPr>
          <p:spPr>
            <a:xfrm>
              <a:off x="2605000" y="3677600"/>
              <a:ext cx="12575" cy="12375"/>
            </a:xfrm>
            <a:custGeom>
              <a:avLst/>
              <a:gdLst/>
              <a:ahLst/>
              <a:cxnLst/>
              <a:rect l="l" t="t" r="r" b="b"/>
              <a:pathLst>
                <a:path w="503" h="495" extrusionOk="0">
                  <a:moveTo>
                    <a:pt x="252" y="1"/>
                  </a:moveTo>
                  <a:cubicBezTo>
                    <a:pt x="116" y="1"/>
                    <a:pt x="0" y="107"/>
                    <a:pt x="0" y="243"/>
                  </a:cubicBezTo>
                  <a:cubicBezTo>
                    <a:pt x="0" y="388"/>
                    <a:pt x="116" y="495"/>
                    <a:pt x="252" y="495"/>
                  </a:cubicBezTo>
                  <a:cubicBezTo>
                    <a:pt x="387" y="495"/>
                    <a:pt x="503" y="388"/>
                    <a:pt x="503" y="243"/>
                  </a:cubicBezTo>
                  <a:cubicBezTo>
                    <a:pt x="503" y="107"/>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8" name="Google Shape;11878;p27"/>
            <p:cNvSpPr/>
            <p:nvPr/>
          </p:nvSpPr>
          <p:spPr>
            <a:xfrm>
              <a:off x="2696950" y="3677600"/>
              <a:ext cx="12375" cy="12375"/>
            </a:xfrm>
            <a:custGeom>
              <a:avLst/>
              <a:gdLst/>
              <a:ahLst/>
              <a:cxnLst/>
              <a:rect l="l" t="t" r="r" b="b"/>
              <a:pathLst>
                <a:path w="495" h="495" extrusionOk="0">
                  <a:moveTo>
                    <a:pt x="252" y="1"/>
                  </a:moveTo>
                  <a:cubicBezTo>
                    <a:pt x="108" y="1"/>
                    <a:pt x="1" y="107"/>
                    <a:pt x="1" y="243"/>
                  </a:cubicBezTo>
                  <a:cubicBezTo>
                    <a:pt x="1" y="388"/>
                    <a:pt x="108" y="495"/>
                    <a:pt x="252" y="495"/>
                  </a:cubicBezTo>
                  <a:cubicBezTo>
                    <a:pt x="388" y="495"/>
                    <a:pt x="495" y="388"/>
                    <a:pt x="495" y="243"/>
                  </a:cubicBezTo>
                  <a:cubicBezTo>
                    <a:pt x="495"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9" name="Google Shape;11879;p27"/>
            <p:cNvSpPr/>
            <p:nvPr/>
          </p:nvSpPr>
          <p:spPr>
            <a:xfrm>
              <a:off x="2788700" y="3677600"/>
              <a:ext cx="12600" cy="12375"/>
            </a:xfrm>
            <a:custGeom>
              <a:avLst/>
              <a:gdLst/>
              <a:ahLst/>
              <a:cxnLst/>
              <a:rect l="l" t="t" r="r" b="b"/>
              <a:pathLst>
                <a:path w="504" h="495" extrusionOk="0">
                  <a:moveTo>
                    <a:pt x="252" y="1"/>
                  </a:moveTo>
                  <a:cubicBezTo>
                    <a:pt x="116" y="1"/>
                    <a:pt x="1" y="107"/>
                    <a:pt x="1" y="243"/>
                  </a:cubicBezTo>
                  <a:cubicBezTo>
                    <a:pt x="1" y="388"/>
                    <a:pt x="116" y="495"/>
                    <a:pt x="252" y="495"/>
                  </a:cubicBezTo>
                  <a:cubicBezTo>
                    <a:pt x="388" y="495"/>
                    <a:pt x="503" y="388"/>
                    <a:pt x="503" y="243"/>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0" name="Google Shape;11880;p27"/>
            <p:cNvSpPr/>
            <p:nvPr/>
          </p:nvSpPr>
          <p:spPr>
            <a:xfrm>
              <a:off x="2880675" y="3677600"/>
              <a:ext cx="12375" cy="12375"/>
            </a:xfrm>
            <a:custGeom>
              <a:avLst/>
              <a:gdLst/>
              <a:ahLst/>
              <a:cxnLst/>
              <a:rect l="l" t="t" r="r" b="b"/>
              <a:pathLst>
                <a:path w="495" h="495" extrusionOk="0">
                  <a:moveTo>
                    <a:pt x="243" y="1"/>
                  </a:moveTo>
                  <a:cubicBezTo>
                    <a:pt x="107" y="1"/>
                    <a:pt x="0" y="107"/>
                    <a:pt x="0" y="243"/>
                  </a:cubicBezTo>
                  <a:cubicBezTo>
                    <a:pt x="0" y="388"/>
                    <a:pt x="107" y="495"/>
                    <a:pt x="243" y="495"/>
                  </a:cubicBezTo>
                  <a:cubicBezTo>
                    <a:pt x="387" y="495"/>
                    <a:pt x="494" y="388"/>
                    <a:pt x="494" y="243"/>
                  </a:cubicBezTo>
                  <a:cubicBezTo>
                    <a:pt x="494" y="107"/>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1" name="Google Shape;11881;p27"/>
            <p:cNvSpPr/>
            <p:nvPr/>
          </p:nvSpPr>
          <p:spPr>
            <a:xfrm>
              <a:off x="2972425" y="3677600"/>
              <a:ext cx="12575" cy="12375"/>
            </a:xfrm>
            <a:custGeom>
              <a:avLst/>
              <a:gdLst/>
              <a:ahLst/>
              <a:cxnLst/>
              <a:rect l="l" t="t" r="r" b="b"/>
              <a:pathLst>
                <a:path w="503" h="495" extrusionOk="0">
                  <a:moveTo>
                    <a:pt x="251" y="1"/>
                  </a:moveTo>
                  <a:cubicBezTo>
                    <a:pt x="115" y="1"/>
                    <a:pt x="0" y="107"/>
                    <a:pt x="0" y="243"/>
                  </a:cubicBezTo>
                  <a:cubicBezTo>
                    <a:pt x="0" y="388"/>
                    <a:pt x="115" y="495"/>
                    <a:pt x="251" y="495"/>
                  </a:cubicBezTo>
                  <a:cubicBezTo>
                    <a:pt x="387" y="495"/>
                    <a:pt x="503" y="388"/>
                    <a:pt x="503" y="243"/>
                  </a:cubicBezTo>
                  <a:cubicBezTo>
                    <a:pt x="503"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2" name="Google Shape;11882;p27"/>
            <p:cNvSpPr/>
            <p:nvPr/>
          </p:nvSpPr>
          <p:spPr>
            <a:xfrm>
              <a:off x="3064375" y="3677600"/>
              <a:ext cx="12375" cy="12375"/>
            </a:xfrm>
            <a:custGeom>
              <a:avLst/>
              <a:gdLst/>
              <a:ahLst/>
              <a:cxnLst/>
              <a:rect l="l" t="t" r="r" b="b"/>
              <a:pathLst>
                <a:path w="495" h="495" extrusionOk="0">
                  <a:moveTo>
                    <a:pt x="243" y="1"/>
                  </a:moveTo>
                  <a:cubicBezTo>
                    <a:pt x="107" y="1"/>
                    <a:pt x="1" y="107"/>
                    <a:pt x="1" y="243"/>
                  </a:cubicBezTo>
                  <a:cubicBezTo>
                    <a:pt x="1" y="388"/>
                    <a:pt x="107" y="495"/>
                    <a:pt x="243" y="495"/>
                  </a:cubicBezTo>
                  <a:cubicBezTo>
                    <a:pt x="388" y="495"/>
                    <a:pt x="495" y="388"/>
                    <a:pt x="495" y="243"/>
                  </a:cubicBezTo>
                  <a:cubicBezTo>
                    <a:pt x="495" y="107"/>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3" name="Google Shape;11883;p27"/>
            <p:cNvSpPr/>
            <p:nvPr/>
          </p:nvSpPr>
          <p:spPr>
            <a:xfrm>
              <a:off x="3156125" y="3677600"/>
              <a:ext cx="12600" cy="12375"/>
            </a:xfrm>
            <a:custGeom>
              <a:avLst/>
              <a:gdLst/>
              <a:ahLst/>
              <a:cxnLst/>
              <a:rect l="l" t="t" r="r" b="b"/>
              <a:pathLst>
                <a:path w="504" h="495" extrusionOk="0">
                  <a:moveTo>
                    <a:pt x="252" y="1"/>
                  </a:moveTo>
                  <a:cubicBezTo>
                    <a:pt x="116" y="1"/>
                    <a:pt x="1" y="107"/>
                    <a:pt x="1" y="243"/>
                  </a:cubicBezTo>
                  <a:cubicBezTo>
                    <a:pt x="1" y="388"/>
                    <a:pt x="116" y="495"/>
                    <a:pt x="252" y="495"/>
                  </a:cubicBezTo>
                  <a:cubicBezTo>
                    <a:pt x="388" y="495"/>
                    <a:pt x="503" y="388"/>
                    <a:pt x="503" y="243"/>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4" name="Google Shape;11884;p27"/>
            <p:cNvSpPr/>
            <p:nvPr/>
          </p:nvSpPr>
          <p:spPr>
            <a:xfrm>
              <a:off x="3247875" y="3677600"/>
              <a:ext cx="12575" cy="12375"/>
            </a:xfrm>
            <a:custGeom>
              <a:avLst/>
              <a:gdLst/>
              <a:ahLst/>
              <a:cxnLst/>
              <a:rect l="l" t="t" r="r" b="b"/>
              <a:pathLst>
                <a:path w="503" h="495" extrusionOk="0">
                  <a:moveTo>
                    <a:pt x="252" y="1"/>
                  </a:moveTo>
                  <a:cubicBezTo>
                    <a:pt x="116" y="1"/>
                    <a:pt x="1" y="107"/>
                    <a:pt x="1" y="243"/>
                  </a:cubicBezTo>
                  <a:cubicBezTo>
                    <a:pt x="1" y="388"/>
                    <a:pt x="116" y="495"/>
                    <a:pt x="252" y="495"/>
                  </a:cubicBezTo>
                  <a:cubicBezTo>
                    <a:pt x="388" y="495"/>
                    <a:pt x="503" y="388"/>
                    <a:pt x="503" y="243"/>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5" name="Google Shape;11885;p27"/>
            <p:cNvSpPr/>
            <p:nvPr/>
          </p:nvSpPr>
          <p:spPr>
            <a:xfrm>
              <a:off x="3339850" y="3677600"/>
              <a:ext cx="12525" cy="12375"/>
            </a:xfrm>
            <a:custGeom>
              <a:avLst/>
              <a:gdLst/>
              <a:ahLst/>
              <a:cxnLst/>
              <a:rect l="l" t="t" r="r" b="b"/>
              <a:pathLst>
                <a:path w="501" h="495" extrusionOk="0">
                  <a:moveTo>
                    <a:pt x="251" y="1"/>
                  </a:moveTo>
                  <a:cubicBezTo>
                    <a:pt x="107" y="1"/>
                    <a:pt x="0" y="107"/>
                    <a:pt x="0" y="243"/>
                  </a:cubicBezTo>
                  <a:cubicBezTo>
                    <a:pt x="0" y="388"/>
                    <a:pt x="107" y="495"/>
                    <a:pt x="251" y="495"/>
                  </a:cubicBezTo>
                  <a:cubicBezTo>
                    <a:pt x="387" y="495"/>
                    <a:pt x="501" y="388"/>
                    <a:pt x="501" y="243"/>
                  </a:cubicBezTo>
                  <a:cubicBezTo>
                    <a:pt x="501"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6" name="Google Shape;11886;p27"/>
            <p:cNvSpPr/>
            <p:nvPr/>
          </p:nvSpPr>
          <p:spPr>
            <a:xfrm>
              <a:off x="3431575" y="3677600"/>
              <a:ext cx="12600" cy="12375"/>
            </a:xfrm>
            <a:custGeom>
              <a:avLst/>
              <a:gdLst/>
              <a:ahLst/>
              <a:cxnLst/>
              <a:rect l="l" t="t" r="r" b="b"/>
              <a:pathLst>
                <a:path w="504" h="495" extrusionOk="0">
                  <a:moveTo>
                    <a:pt x="252" y="1"/>
                  </a:moveTo>
                  <a:cubicBezTo>
                    <a:pt x="116" y="1"/>
                    <a:pt x="1" y="107"/>
                    <a:pt x="1" y="243"/>
                  </a:cubicBezTo>
                  <a:cubicBezTo>
                    <a:pt x="1" y="388"/>
                    <a:pt x="116" y="495"/>
                    <a:pt x="252" y="495"/>
                  </a:cubicBezTo>
                  <a:cubicBezTo>
                    <a:pt x="388" y="495"/>
                    <a:pt x="503" y="388"/>
                    <a:pt x="503" y="243"/>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7" name="Google Shape;11887;p27"/>
            <p:cNvSpPr/>
            <p:nvPr/>
          </p:nvSpPr>
          <p:spPr>
            <a:xfrm>
              <a:off x="3523550" y="3677600"/>
              <a:ext cx="12375" cy="12375"/>
            </a:xfrm>
            <a:custGeom>
              <a:avLst/>
              <a:gdLst/>
              <a:ahLst/>
              <a:cxnLst/>
              <a:rect l="l" t="t" r="r" b="b"/>
              <a:pathLst>
                <a:path w="495" h="495" extrusionOk="0">
                  <a:moveTo>
                    <a:pt x="250" y="1"/>
                  </a:moveTo>
                  <a:cubicBezTo>
                    <a:pt x="107" y="1"/>
                    <a:pt x="0" y="107"/>
                    <a:pt x="0" y="243"/>
                  </a:cubicBezTo>
                  <a:cubicBezTo>
                    <a:pt x="0" y="388"/>
                    <a:pt x="107" y="495"/>
                    <a:pt x="250" y="495"/>
                  </a:cubicBezTo>
                  <a:cubicBezTo>
                    <a:pt x="388" y="495"/>
                    <a:pt x="494" y="388"/>
                    <a:pt x="494" y="243"/>
                  </a:cubicBezTo>
                  <a:cubicBezTo>
                    <a:pt x="494" y="107"/>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8" name="Google Shape;11888;p27"/>
            <p:cNvSpPr/>
            <p:nvPr/>
          </p:nvSpPr>
          <p:spPr>
            <a:xfrm>
              <a:off x="676400" y="37693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9" name="Google Shape;11889;p27"/>
            <p:cNvSpPr/>
            <p:nvPr/>
          </p:nvSpPr>
          <p:spPr>
            <a:xfrm>
              <a:off x="768325" y="3769350"/>
              <a:ext cx="12400" cy="12600"/>
            </a:xfrm>
            <a:custGeom>
              <a:avLst/>
              <a:gdLst/>
              <a:ahLst/>
              <a:cxnLst/>
              <a:rect l="l" t="t" r="r" b="b"/>
              <a:pathLst>
                <a:path w="496" h="504"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0" name="Google Shape;11890;p27"/>
            <p:cNvSpPr/>
            <p:nvPr/>
          </p:nvSpPr>
          <p:spPr>
            <a:xfrm>
              <a:off x="860125" y="3769350"/>
              <a:ext cx="12525" cy="12600"/>
            </a:xfrm>
            <a:custGeom>
              <a:avLst/>
              <a:gdLst/>
              <a:ahLst/>
              <a:cxnLst/>
              <a:rect l="l" t="t" r="r" b="b"/>
              <a:pathLst>
                <a:path w="501" h="504"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1" name="Google Shape;11891;p27"/>
            <p:cNvSpPr/>
            <p:nvPr/>
          </p:nvSpPr>
          <p:spPr>
            <a:xfrm>
              <a:off x="951850" y="37693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2" name="Google Shape;11892;p27"/>
            <p:cNvSpPr/>
            <p:nvPr/>
          </p:nvSpPr>
          <p:spPr>
            <a:xfrm>
              <a:off x="1043825" y="376935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3" name="Google Shape;11893;p27"/>
            <p:cNvSpPr/>
            <p:nvPr/>
          </p:nvSpPr>
          <p:spPr>
            <a:xfrm>
              <a:off x="1135575" y="376935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4" name="Google Shape;11894;p27"/>
            <p:cNvSpPr/>
            <p:nvPr/>
          </p:nvSpPr>
          <p:spPr>
            <a:xfrm>
              <a:off x="1227500" y="3769350"/>
              <a:ext cx="12400" cy="12600"/>
            </a:xfrm>
            <a:custGeom>
              <a:avLst/>
              <a:gdLst/>
              <a:ahLst/>
              <a:cxnLst/>
              <a:rect l="l" t="t" r="r" b="b"/>
              <a:pathLst>
                <a:path w="496" h="504"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5" name="Google Shape;11895;p27"/>
            <p:cNvSpPr/>
            <p:nvPr/>
          </p:nvSpPr>
          <p:spPr>
            <a:xfrm>
              <a:off x="1319275" y="376935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6" name="Google Shape;11896;p27"/>
            <p:cNvSpPr/>
            <p:nvPr/>
          </p:nvSpPr>
          <p:spPr>
            <a:xfrm>
              <a:off x="1411200" y="3769350"/>
              <a:ext cx="12425" cy="12600"/>
            </a:xfrm>
            <a:custGeom>
              <a:avLst/>
              <a:gdLst/>
              <a:ahLst/>
              <a:cxnLst/>
              <a:rect l="l" t="t" r="r" b="b"/>
              <a:pathLst>
                <a:path w="497" h="504"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7" name="Google Shape;11897;p27"/>
            <p:cNvSpPr/>
            <p:nvPr/>
          </p:nvSpPr>
          <p:spPr>
            <a:xfrm>
              <a:off x="1503000" y="3769350"/>
              <a:ext cx="12525" cy="12600"/>
            </a:xfrm>
            <a:custGeom>
              <a:avLst/>
              <a:gdLst/>
              <a:ahLst/>
              <a:cxnLst/>
              <a:rect l="l" t="t" r="r" b="b"/>
              <a:pathLst>
                <a:path w="501" h="504"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8" name="Google Shape;11898;p27"/>
            <p:cNvSpPr/>
            <p:nvPr/>
          </p:nvSpPr>
          <p:spPr>
            <a:xfrm>
              <a:off x="1594750" y="376935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9" name="Google Shape;11899;p27"/>
            <p:cNvSpPr/>
            <p:nvPr/>
          </p:nvSpPr>
          <p:spPr>
            <a:xfrm>
              <a:off x="1686650" y="37693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0" name="Google Shape;11900;p27"/>
            <p:cNvSpPr/>
            <p:nvPr/>
          </p:nvSpPr>
          <p:spPr>
            <a:xfrm>
              <a:off x="1778450" y="376935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1" name="Google Shape;11901;p27"/>
            <p:cNvSpPr/>
            <p:nvPr/>
          </p:nvSpPr>
          <p:spPr>
            <a:xfrm>
              <a:off x="1870375" y="3769350"/>
              <a:ext cx="12400" cy="12600"/>
            </a:xfrm>
            <a:custGeom>
              <a:avLst/>
              <a:gdLst/>
              <a:ahLst/>
              <a:cxnLst/>
              <a:rect l="l" t="t" r="r" b="b"/>
              <a:pathLst>
                <a:path w="496" h="504"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2" name="Google Shape;11902;p27"/>
            <p:cNvSpPr/>
            <p:nvPr/>
          </p:nvSpPr>
          <p:spPr>
            <a:xfrm>
              <a:off x="1962150" y="376935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3" name="Google Shape;11903;p27"/>
            <p:cNvSpPr/>
            <p:nvPr/>
          </p:nvSpPr>
          <p:spPr>
            <a:xfrm>
              <a:off x="2054075" y="3769350"/>
              <a:ext cx="12425" cy="12600"/>
            </a:xfrm>
            <a:custGeom>
              <a:avLst/>
              <a:gdLst/>
              <a:ahLst/>
              <a:cxnLst/>
              <a:rect l="l" t="t" r="r" b="b"/>
              <a:pathLst>
                <a:path w="497" h="504"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4" name="Google Shape;11904;p27"/>
            <p:cNvSpPr/>
            <p:nvPr/>
          </p:nvSpPr>
          <p:spPr>
            <a:xfrm>
              <a:off x="2145825" y="37693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5" name="Google Shape;11905;p27"/>
            <p:cNvSpPr/>
            <p:nvPr/>
          </p:nvSpPr>
          <p:spPr>
            <a:xfrm>
              <a:off x="2237800" y="3769350"/>
              <a:ext cx="12350" cy="12600"/>
            </a:xfrm>
            <a:custGeom>
              <a:avLst/>
              <a:gdLst/>
              <a:ahLst/>
              <a:cxnLst/>
              <a:rect l="l" t="t" r="r" b="b"/>
              <a:pathLst>
                <a:path w="494" h="504"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6" name="Google Shape;11906;p27"/>
            <p:cNvSpPr/>
            <p:nvPr/>
          </p:nvSpPr>
          <p:spPr>
            <a:xfrm>
              <a:off x="2329550" y="376935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7" name="Google Shape;11907;p27"/>
            <p:cNvSpPr/>
            <p:nvPr/>
          </p:nvSpPr>
          <p:spPr>
            <a:xfrm>
              <a:off x="2421325" y="376935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8" name="Google Shape;11908;p27"/>
            <p:cNvSpPr/>
            <p:nvPr/>
          </p:nvSpPr>
          <p:spPr>
            <a:xfrm>
              <a:off x="2513250" y="3769350"/>
              <a:ext cx="12575" cy="12600"/>
            </a:xfrm>
            <a:custGeom>
              <a:avLst/>
              <a:gdLst/>
              <a:ahLst/>
              <a:cxnLst/>
              <a:rect l="l" t="t" r="r" b="b"/>
              <a:pathLst>
                <a:path w="503" h="504"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9" name="Google Shape;11909;p27"/>
            <p:cNvSpPr/>
            <p:nvPr/>
          </p:nvSpPr>
          <p:spPr>
            <a:xfrm>
              <a:off x="2605000" y="376935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0" name="Google Shape;11910;p27"/>
            <p:cNvSpPr/>
            <p:nvPr/>
          </p:nvSpPr>
          <p:spPr>
            <a:xfrm>
              <a:off x="2696950" y="3769350"/>
              <a:ext cx="12375" cy="12600"/>
            </a:xfrm>
            <a:custGeom>
              <a:avLst/>
              <a:gdLst/>
              <a:ahLst/>
              <a:cxnLst/>
              <a:rect l="l" t="t" r="r" b="b"/>
              <a:pathLst>
                <a:path w="495" h="504"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1" name="Google Shape;11911;p27"/>
            <p:cNvSpPr/>
            <p:nvPr/>
          </p:nvSpPr>
          <p:spPr>
            <a:xfrm>
              <a:off x="2788700" y="37693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2" name="Google Shape;11912;p27"/>
            <p:cNvSpPr/>
            <p:nvPr/>
          </p:nvSpPr>
          <p:spPr>
            <a:xfrm>
              <a:off x="2880675" y="3769350"/>
              <a:ext cx="12375" cy="12600"/>
            </a:xfrm>
            <a:custGeom>
              <a:avLst/>
              <a:gdLst/>
              <a:ahLst/>
              <a:cxnLst/>
              <a:rect l="l" t="t" r="r" b="b"/>
              <a:pathLst>
                <a:path w="495" h="504"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3" name="Google Shape;11913;p27"/>
            <p:cNvSpPr/>
            <p:nvPr/>
          </p:nvSpPr>
          <p:spPr>
            <a:xfrm>
              <a:off x="2972425" y="376935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4" name="Google Shape;11914;p27"/>
            <p:cNvSpPr/>
            <p:nvPr/>
          </p:nvSpPr>
          <p:spPr>
            <a:xfrm>
              <a:off x="3064375" y="3769350"/>
              <a:ext cx="12375" cy="12600"/>
            </a:xfrm>
            <a:custGeom>
              <a:avLst/>
              <a:gdLst/>
              <a:ahLst/>
              <a:cxnLst/>
              <a:rect l="l" t="t" r="r" b="b"/>
              <a:pathLst>
                <a:path w="495" h="504"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5" name="Google Shape;11915;p27"/>
            <p:cNvSpPr/>
            <p:nvPr/>
          </p:nvSpPr>
          <p:spPr>
            <a:xfrm>
              <a:off x="3156125" y="37693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6" name="Google Shape;11916;p27"/>
            <p:cNvSpPr/>
            <p:nvPr/>
          </p:nvSpPr>
          <p:spPr>
            <a:xfrm>
              <a:off x="3247875" y="3769350"/>
              <a:ext cx="12575" cy="12600"/>
            </a:xfrm>
            <a:custGeom>
              <a:avLst/>
              <a:gdLst/>
              <a:ahLst/>
              <a:cxnLst/>
              <a:rect l="l" t="t" r="r" b="b"/>
              <a:pathLst>
                <a:path w="503"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7" name="Google Shape;11917;p27"/>
            <p:cNvSpPr/>
            <p:nvPr/>
          </p:nvSpPr>
          <p:spPr>
            <a:xfrm>
              <a:off x="3339850" y="3769350"/>
              <a:ext cx="12525" cy="12600"/>
            </a:xfrm>
            <a:custGeom>
              <a:avLst/>
              <a:gdLst/>
              <a:ahLst/>
              <a:cxnLst/>
              <a:rect l="l" t="t" r="r" b="b"/>
              <a:pathLst>
                <a:path w="501" h="504"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8" name="Google Shape;11918;p27"/>
            <p:cNvSpPr/>
            <p:nvPr/>
          </p:nvSpPr>
          <p:spPr>
            <a:xfrm>
              <a:off x="3431575" y="37693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9" name="Google Shape;11919;p27"/>
            <p:cNvSpPr/>
            <p:nvPr/>
          </p:nvSpPr>
          <p:spPr>
            <a:xfrm>
              <a:off x="3523550" y="376935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0" name="Google Shape;11920;p27"/>
            <p:cNvSpPr/>
            <p:nvPr/>
          </p:nvSpPr>
          <p:spPr>
            <a:xfrm>
              <a:off x="676400" y="386110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1" name="Google Shape;11921;p27"/>
            <p:cNvSpPr/>
            <p:nvPr/>
          </p:nvSpPr>
          <p:spPr>
            <a:xfrm>
              <a:off x="768325" y="3861100"/>
              <a:ext cx="12400" cy="12575"/>
            </a:xfrm>
            <a:custGeom>
              <a:avLst/>
              <a:gdLst/>
              <a:ahLst/>
              <a:cxnLst/>
              <a:rect l="l" t="t" r="r" b="b"/>
              <a:pathLst>
                <a:path w="496" h="503"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2" name="Google Shape;11922;p27"/>
            <p:cNvSpPr/>
            <p:nvPr/>
          </p:nvSpPr>
          <p:spPr>
            <a:xfrm>
              <a:off x="860125" y="3861100"/>
              <a:ext cx="12525" cy="12575"/>
            </a:xfrm>
            <a:custGeom>
              <a:avLst/>
              <a:gdLst/>
              <a:ahLst/>
              <a:cxnLst/>
              <a:rect l="l" t="t" r="r" b="b"/>
              <a:pathLst>
                <a:path w="501" h="503"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3" name="Google Shape;11923;p27"/>
            <p:cNvSpPr/>
            <p:nvPr/>
          </p:nvSpPr>
          <p:spPr>
            <a:xfrm>
              <a:off x="951850" y="386110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4" name="Google Shape;11924;p27"/>
            <p:cNvSpPr/>
            <p:nvPr/>
          </p:nvSpPr>
          <p:spPr>
            <a:xfrm>
              <a:off x="1043825" y="3861100"/>
              <a:ext cx="12375" cy="12575"/>
            </a:xfrm>
            <a:custGeom>
              <a:avLst/>
              <a:gdLst/>
              <a:ahLst/>
              <a:cxnLst/>
              <a:rect l="l" t="t" r="r" b="b"/>
              <a:pathLst>
                <a:path w="495" h="503"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5" name="Google Shape;11925;p27"/>
            <p:cNvSpPr/>
            <p:nvPr/>
          </p:nvSpPr>
          <p:spPr>
            <a:xfrm>
              <a:off x="1135575" y="3861100"/>
              <a:ext cx="12575" cy="12575"/>
            </a:xfrm>
            <a:custGeom>
              <a:avLst/>
              <a:gdLst/>
              <a:ahLst/>
              <a:cxnLst/>
              <a:rect l="l" t="t" r="r" b="b"/>
              <a:pathLst>
                <a:path w="503" h="503"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6" name="Google Shape;11926;p27"/>
            <p:cNvSpPr/>
            <p:nvPr/>
          </p:nvSpPr>
          <p:spPr>
            <a:xfrm>
              <a:off x="1227500" y="3861100"/>
              <a:ext cx="12400" cy="12575"/>
            </a:xfrm>
            <a:custGeom>
              <a:avLst/>
              <a:gdLst/>
              <a:ahLst/>
              <a:cxnLst/>
              <a:rect l="l" t="t" r="r" b="b"/>
              <a:pathLst>
                <a:path w="496" h="503"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7" name="Google Shape;11927;p27"/>
            <p:cNvSpPr/>
            <p:nvPr/>
          </p:nvSpPr>
          <p:spPr>
            <a:xfrm>
              <a:off x="1319275" y="3861100"/>
              <a:ext cx="12550" cy="12575"/>
            </a:xfrm>
            <a:custGeom>
              <a:avLst/>
              <a:gdLst/>
              <a:ahLst/>
              <a:cxnLst/>
              <a:rect l="l" t="t" r="r" b="b"/>
              <a:pathLst>
                <a:path w="502" h="503"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8" name="Google Shape;11928;p27"/>
            <p:cNvSpPr/>
            <p:nvPr/>
          </p:nvSpPr>
          <p:spPr>
            <a:xfrm>
              <a:off x="1411200" y="3861100"/>
              <a:ext cx="12425" cy="12575"/>
            </a:xfrm>
            <a:custGeom>
              <a:avLst/>
              <a:gdLst/>
              <a:ahLst/>
              <a:cxnLst/>
              <a:rect l="l" t="t" r="r" b="b"/>
              <a:pathLst>
                <a:path w="497" h="503"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9" name="Google Shape;11929;p27"/>
            <p:cNvSpPr/>
            <p:nvPr/>
          </p:nvSpPr>
          <p:spPr>
            <a:xfrm>
              <a:off x="1503000" y="3861100"/>
              <a:ext cx="12525" cy="12575"/>
            </a:xfrm>
            <a:custGeom>
              <a:avLst/>
              <a:gdLst/>
              <a:ahLst/>
              <a:cxnLst/>
              <a:rect l="l" t="t" r="r" b="b"/>
              <a:pathLst>
                <a:path w="501" h="503"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0" name="Google Shape;11930;p27"/>
            <p:cNvSpPr/>
            <p:nvPr/>
          </p:nvSpPr>
          <p:spPr>
            <a:xfrm>
              <a:off x="1594750" y="3861100"/>
              <a:ext cx="12575" cy="12575"/>
            </a:xfrm>
            <a:custGeom>
              <a:avLst/>
              <a:gdLst/>
              <a:ahLst/>
              <a:cxnLst/>
              <a:rect l="l" t="t" r="r" b="b"/>
              <a:pathLst>
                <a:path w="503" h="503"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1" name="Google Shape;11931;p27"/>
            <p:cNvSpPr/>
            <p:nvPr/>
          </p:nvSpPr>
          <p:spPr>
            <a:xfrm>
              <a:off x="1686650" y="386110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2" name="Google Shape;11932;p27"/>
            <p:cNvSpPr/>
            <p:nvPr/>
          </p:nvSpPr>
          <p:spPr>
            <a:xfrm>
              <a:off x="1778450" y="3861100"/>
              <a:ext cx="12550" cy="12575"/>
            </a:xfrm>
            <a:custGeom>
              <a:avLst/>
              <a:gdLst/>
              <a:ahLst/>
              <a:cxnLst/>
              <a:rect l="l" t="t" r="r" b="b"/>
              <a:pathLst>
                <a:path w="502" h="503"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3" name="Google Shape;11933;p27"/>
            <p:cNvSpPr/>
            <p:nvPr/>
          </p:nvSpPr>
          <p:spPr>
            <a:xfrm>
              <a:off x="1870375" y="3861100"/>
              <a:ext cx="12400" cy="12575"/>
            </a:xfrm>
            <a:custGeom>
              <a:avLst/>
              <a:gdLst/>
              <a:ahLst/>
              <a:cxnLst/>
              <a:rect l="l" t="t" r="r" b="b"/>
              <a:pathLst>
                <a:path w="496" h="503"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4" name="Google Shape;11934;p27"/>
            <p:cNvSpPr/>
            <p:nvPr/>
          </p:nvSpPr>
          <p:spPr>
            <a:xfrm>
              <a:off x="1962150" y="3861100"/>
              <a:ext cx="12550" cy="12575"/>
            </a:xfrm>
            <a:custGeom>
              <a:avLst/>
              <a:gdLst/>
              <a:ahLst/>
              <a:cxnLst/>
              <a:rect l="l" t="t" r="r" b="b"/>
              <a:pathLst>
                <a:path w="502" h="503"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5" name="Google Shape;11935;p27"/>
            <p:cNvSpPr/>
            <p:nvPr/>
          </p:nvSpPr>
          <p:spPr>
            <a:xfrm>
              <a:off x="2054075" y="3861100"/>
              <a:ext cx="12425" cy="12575"/>
            </a:xfrm>
            <a:custGeom>
              <a:avLst/>
              <a:gdLst/>
              <a:ahLst/>
              <a:cxnLst/>
              <a:rect l="l" t="t" r="r" b="b"/>
              <a:pathLst>
                <a:path w="497" h="503"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6" name="Google Shape;11936;p27"/>
            <p:cNvSpPr/>
            <p:nvPr/>
          </p:nvSpPr>
          <p:spPr>
            <a:xfrm>
              <a:off x="2145825" y="386110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7" name="Google Shape;11937;p27"/>
            <p:cNvSpPr/>
            <p:nvPr/>
          </p:nvSpPr>
          <p:spPr>
            <a:xfrm>
              <a:off x="2237800" y="3861100"/>
              <a:ext cx="12350" cy="12575"/>
            </a:xfrm>
            <a:custGeom>
              <a:avLst/>
              <a:gdLst/>
              <a:ahLst/>
              <a:cxnLst/>
              <a:rect l="l" t="t" r="r" b="b"/>
              <a:pathLst>
                <a:path w="494" h="503"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8" name="Google Shape;11938;p27"/>
            <p:cNvSpPr/>
            <p:nvPr/>
          </p:nvSpPr>
          <p:spPr>
            <a:xfrm>
              <a:off x="2329550" y="3861100"/>
              <a:ext cx="12575" cy="12575"/>
            </a:xfrm>
            <a:custGeom>
              <a:avLst/>
              <a:gdLst/>
              <a:ahLst/>
              <a:cxnLst/>
              <a:rect l="l" t="t" r="r" b="b"/>
              <a:pathLst>
                <a:path w="503" h="503"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9" name="Google Shape;11939;p27"/>
            <p:cNvSpPr/>
            <p:nvPr/>
          </p:nvSpPr>
          <p:spPr>
            <a:xfrm>
              <a:off x="2421325" y="3861100"/>
              <a:ext cx="12550" cy="12575"/>
            </a:xfrm>
            <a:custGeom>
              <a:avLst/>
              <a:gdLst/>
              <a:ahLst/>
              <a:cxnLst/>
              <a:rect l="l" t="t" r="r" b="b"/>
              <a:pathLst>
                <a:path w="502" h="503"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0" name="Google Shape;11940;p27"/>
            <p:cNvSpPr/>
            <p:nvPr/>
          </p:nvSpPr>
          <p:spPr>
            <a:xfrm>
              <a:off x="2513250" y="3861100"/>
              <a:ext cx="12575" cy="12575"/>
            </a:xfrm>
            <a:custGeom>
              <a:avLst/>
              <a:gdLst/>
              <a:ahLst/>
              <a:cxnLst/>
              <a:rect l="l" t="t" r="r" b="b"/>
              <a:pathLst>
                <a:path w="503" h="503"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1" name="Google Shape;11941;p27"/>
            <p:cNvSpPr/>
            <p:nvPr/>
          </p:nvSpPr>
          <p:spPr>
            <a:xfrm>
              <a:off x="2605000" y="3861100"/>
              <a:ext cx="12575" cy="12575"/>
            </a:xfrm>
            <a:custGeom>
              <a:avLst/>
              <a:gdLst/>
              <a:ahLst/>
              <a:cxnLst/>
              <a:rect l="l" t="t" r="r" b="b"/>
              <a:pathLst>
                <a:path w="503" h="503"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2" name="Google Shape;11942;p27"/>
            <p:cNvSpPr/>
            <p:nvPr/>
          </p:nvSpPr>
          <p:spPr>
            <a:xfrm>
              <a:off x="2696950" y="3861100"/>
              <a:ext cx="12375" cy="12575"/>
            </a:xfrm>
            <a:custGeom>
              <a:avLst/>
              <a:gdLst/>
              <a:ahLst/>
              <a:cxnLst/>
              <a:rect l="l" t="t" r="r" b="b"/>
              <a:pathLst>
                <a:path w="495" h="503"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3" name="Google Shape;11943;p27"/>
            <p:cNvSpPr/>
            <p:nvPr/>
          </p:nvSpPr>
          <p:spPr>
            <a:xfrm>
              <a:off x="2788700" y="386110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4" name="Google Shape;11944;p27"/>
            <p:cNvSpPr/>
            <p:nvPr/>
          </p:nvSpPr>
          <p:spPr>
            <a:xfrm>
              <a:off x="2880675" y="3861100"/>
              <a:ext cx="12375" cy="12575"/>
            </a:xfrm>
            <a:custGeom>
              <a:avLst/>
              <a:gdLst/>
              <a:ahLst/>
              <a:cxnLst/>
              <a:rect l="l" t="t" r="r" b="b"/>
              <a:pathLst>
                <a:path w="495" h="503"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5" name="Google Shape;11945;p27"/>
            <p:cNvSpPr/>
            <p:nvPr/>
          </p:nvSpPr>
          <p:spPr>
            <a:xfrm>
              <a:off x="2972425" y="3861100"/>
              <a:ext cx="12575" cy="12575"/>
            </a:xfrm>
            <a:custGeom>
              <a:avLst/>
              <a:gdLst/>
              <a:ahLst/>
              <a:cxnLst/>
              <a:rect l="l" t="t" r="r" b="b"/>
              <a:pathLst>
                <a:path w="503" h="503"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6" name="Google Shape;11946;p27"/>
            <p:cNvSpPr/>
            <p:nvPr/>
          </p:nvSpPr>
          <p:spPr>
            <a:xfrm>
              <a:off x="3064375" y="3861100"/>
              <a:ext cx="12375" cy="12575"/>
            </a:xfrm>
            <a:custGeom>
              <a:avLst/>
              <a:gdLst/>
              <a:ahLst/>
              <a:cxnLst/>
              <a:rect l="l" t="t" r="r" b="b"/>
              <a:pathLst>
                <a:path w="495" h="503"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7" name="Google Shape;11947;p27"/>
            <p:cNvSpPr/>
            <p:nvPr/>
          </p:nvSpPr>
          <p:spPr>
            <a:xfrm>
              <a:off x="3156125" y="386110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8" name="Google Shape;11948;p27"/>
            <p:cNvSpPr/>
            <p:nvPr/>
          </p:nvSpPr>
          <p:spPr>
            <a:xfrm>
              <a:off x="3247875" y="3861100"/>
              <a:ext cx="12575" cy="12575"/>
            </a:xfrm>
            <a:custGeom>
              <a:avLst/>
              <a:gdLst/>
              <a:ahLst/>
              <a:cxnLst/>
              <a:rect l="l" t="t" r="r" b="b"/>
              <a:pathLst>
                <a:path w="503"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9" name="Google Shape;11949;p27"/>
            <p:cNvSpPr/>
            <p:nvPr/>
          </p:nvSpPr>
          <p:spPr>
            <a:xfrm>
              <a:off x="3339850" y="3861100"/>
              <a:ext cx="12525" cy="12575"/>
            </a:xfrm>
            <a:custGeom>
              <a:avLst/>
              <a:gdLst/>
              <a:ahLst/>
              <a:cxnLst/>
              <a:rect l="l" t="t" r="r" b="b"/>
              <a:pathLst>
                <a:path w="501" h="503"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0" name="Google Shape;11950;p27"/>
            <p:cNvSpPr/>
            <p:nvPr/>
          </p:nvSpPr>
          <p:spPr>
            <a:xfrm>
              <a:off x="3431575" y="386110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1" name="Google Shape;11951;p27"/>
            <p:cNvSpPr/>
            <p:nvPr/>
          </p:nvSpPr>
          <p:spPr>
            <a:xfrm>
              <a:off x="3523550" y="3861100"/>
              <a:ext cx="12375" cy="12575"/>
            </a:xfrm>
            <a:custGeom>
              <a:avLst/>
              <a:gdLst/>
              <a:ahLst/>
              <a:cxnLst/>
              <a:rect l="l" t="t" r="r" b="b"/>
              <a:pathLst>
                <a:path w="495" h="503"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2" name="Google Shape;11952;p27"/>
            <p:cNvSpPr/>
            <p:nvPr/>
          </p:nvSpPr>
          <p:spPr>
            <a:xfrm>
              <a:off x="676400" y="3953075"/>
              <a:ext cx="12600" cy="12350"/>
            </a:xfrm>
            <a:custGeom>
              <a:avLst/>
              <a:gdLst/>
              <a:ahLst/>
              <a:cxnLst/>
              <a:rect l="l" t="t" r="r" b="b"/>
              <a:pathLst>
                <a:path w="504" h="494" extrusionOk="0">
                  <a:moveTo>
                    <a:pt x="252" y="0"/>
                  </a:moveTo>
                  <a:cubicBezTo>
                    <a:pt x="116" y="0"/>
                    <a:pt x="1" y="107"/>
                    <a:pt x="1" y="251"/>
                  </a:cubicBezTo>
                  <a:cubicBezTo>
                    <a:pt x="1" y="387"/>
                    <a:pt x="116" y="494"/>
                    <a:pt x="252" y="494"/>
                  </a:cubicBezTo>
                  <a:cubicBezTo>
                    <a:pt x="388" y="494"/>
                    <a:pt x="503" y="387"/>
                    <a:pt x="503" y="251"/>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3" name="Google Shape;11953;p27"/>
            <p:cNvSpPr/>
            <p:nvPr/>
          </p:nvSpPr>
          <p:spPr>
            <a:xfrm>
              <a:off x="768325" y="3953075"/>
              <a:ext cx="12400" cy="12350"/>
            </a:xfrm>
            <a:custGeom>
              <a:avLst/>
              <a:gdLst/>
              <a:ahLst/>
              <a:cxnLst/>
              <a:rect l="l" t="t" r="r" b="b"/>
              <a:pathLst>
                <a:path w="496" h="494" extrusionOk="0">
                  <a:moveTo>
                    <a:pt x="245" y="0"/>
                  </a:moveTo>
                  <a:cubicBezTo>
                    <a:pt x="109" y="0"/>
                    <a:pt x="0" y="107"/>
                    <a:pt x="0" y="251"/>
                  </a:cubicBezTo>
                  <a:cubicBezTo>
                    <a:pt x="0" y="387"/>
                    <a:pt x="109" y="494"/>
                    <a:pt x="245" y="494"/>
                  </a:cubicBezTo>
                  <a:cubicBezTo>
                    <a:pt x="388" y="494"/>
                    <a:pt x="496" y="387"/>
                    <a:pt x="496" y="251"/>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4" name="Google Shape;11954;p27"/>
            <p:cNvSpPr/>
            <p:nvPr/>
          </p:nvSpPr>
          <p:spPr>
            <a:xfrm>
              <a:off x="860125" y="3953075"/>
              <a:ext cx="12525" cy="12350"/>
            </a:xfrm>
            <a:custGeom>
              <a:avLst/>
              <a:gdLst/>
              <a:ahLst/>
              <a:cxnLst/>
              <a:rect l="l" t="t" r="r" b="b"/>
              <a:pathLst>
                <a:path w="501" h="494" extrusionOk="0">
                  <a:moveTo>
                    <a:pt x="251" y="0"/>
                  </a:moveTo>
                  <a:cubicBezTo>
                    <a:pt x="114" y="0"/>
                    <a:pt x="0" y="107"/>
                    <a:pt x="0" y="251"/>
                  </a:cubicBezTo>
                  <a:cubicBezTo>
                    <a:pt x="0" y="387"/>
                    <a:pt x="114" y="494"/>
                    <a:pt x="251" y="494"/>
                  </a:cubicBezTo>
                  <a:cubicBezTo>
                    <a:pt x="387" y="494"/>
                    <a:pt x="501" y="387"/>
                    <a:pt x="501" y="251"/>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5" name="Google Shape;11955;p27"/>
            <p:cNvSpPr/>
            <p:nvPr/>
          </p:nvSpPr>
          <p:spPr>
            <a:xfrm>
              <a:off x="951850" y="3953075"/>
              <a:ext cx="12600" cy="12350"/>
            </a:xfrm>
            <a:custGeom>
              <a:avLst/>
              <a:gdLst/>
              <a:ahLst/>
              <a:cxnLst/>
              <a:rect l="l" t="t" r="r" b="b"/>
              <a:pathLst>
                <a:path w="504" h="494" extrusionOk="0">
                  <a:moveTo>
                    <a:pt x="252" y="0"/>
                  </a:moveTo>
                  <a:cubicBezTo>
                    <a:pt x="116" y="0"/>
                    <a:pt x="1" y="107"/>
                    <a:pt x="1" y="251"/>
                  </a:cubicBezTo>
                  <a:cubicBezTo>
                    <a:pt x="1" y="387"/>
                    <a:pt x="116" y="494"/>
                    <a:pt x="252" y="494"/>
                  </a:cubicBezTo>
                  <a:cubicBezTo>
                    <a:pt x="388" y="494"/>
                    <a:pt x="503" y="387"/>
                    <a:pt x="503" y="251"/>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6" name="Google Shape;11956;p27"/>
            <p:cNvSpPr/>
            <p:nvPr/>
          </p:nvSpPr>
          <p:spPr>
            <a:xfrm>
              <a:off x="1043825" y="3953075"/>
              <a:ext cx="12375" cy="12350"/>
            </a:xfrm>
            <a:custGeom>
              <a:avLst/>
              <a:gdLst/>
              <a:ahLst/>
              <a:cxnLst/>
              <a:rect l="l" t="t" r="r" b="b"/>
              <a:pathLst>
                <a:path w="495" h="494" extrusionOk="0">
                  <a:moveTo>
                    <a:pt x="250" y="0"/>
                  </a:moveTo>
                  <a:cubicBezTo>
                    <a:pt x="107" y="0"/>
                    <a:pt x="0" y="107"/>
                    <a:pt x="0" y="251"/>
                  </a:cubicBezTo>
                  <a:cubicBezTo>
                    <a:pt x="0" y="387"/>
                    <a:pt x="107" y="494"/>
                    <a:pt x="250" y="494"/>
                  </a:cubicBezTo>
                  <a:cubicBezTo>
                    <a:pt x="388" y="494"/>
                    <a:pt x="494" y="387"/>
                    <a:pt x="494" y="251"/>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7" name="Google Shape;11957;p27"/>
            <p:cNvSpPr/>
            <p:nvPr/>
          </p:nvSpPr>
          <p:spPr>
            <a:xfrm>
              <a:off x="1135575" y="3953075"/>
              <a:ext cx="12575" cy="12350"/>
            </a:xfrm>
            <a:custGeom>
              <a:avLst/>
              <a:gdLst/>
              <a:ahLst/>
              <a:cxnLst/>
              <a:rect l="l" t="t" r="r" b="b"/>
              <a:pathLst>
                <a:path w="503" h="494" extrusionOk="0">
                  <a:moveTo>
                    <a:pt x="252" y="0"/>
                  </a:moveTo>
                  <a:cubicBezTo>
                    <a:pt x="116" y="0"/>
                    <a:pt x="0" y="107"/>
                    <a:pt x="0" y="251"/>
                  </a:cubicBezTo>
                  <a:cubicBezTo>
                    <a:pt x="0" y="387"/>
                    <a:pt x="116" y="494"/>
                    <a:pt x="252" y="494"/>
                  </a:cubicBezTo>
                  <a:cubicBezTo>
                    <a:pt x="387" y="494"/>
                    <a:pt x="503" y="387"/>
                    <a:pt x="503" y="251"/>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8" name="Google Shape;11958;p27"/>
            <p:cNvSpPr/>
            <p:nvPr/>
          </p:nvSpPr>
          <p:spPr>
            <a:xfrm>
              <a:off x="1227500" y="3953075"/>
              <a:ext cx="12400" cy="12350"/>
            </a:xfrm>
            <a:custGeom>
              <a:avLst/>
              <a:gdLst/>
              <a:ahLst/>
              <a:cxnLst/>
              <a:rect l="l" t="t" r="r" b="b"/>
              <a:pathLst>
                <a:path w="496" h="494" extrusionOk="0">
                  <a:moveTo>
                    <a:pt x="251" y="0"/>
                  </a:moveTo>
                  <a:cubicBezTo>
                    <a:pt x="109" y="0"/>
                    <a:pt x="0" y="107"/>
                    <a:pt x="0" y="251"/>
                  </a:cubicBezTo>
                  <a:cubicBezTo>
                    <a:pt x="0" y="387"/>
                    <a:pt x="109" y="494"/>
                    <a:pt x="251" y="494"/>
                  </a:cubicBezTo>
                  <a:cubicBezTo>
                    <a:pt x="387" y="494"/>
                    <a:pt x="496" y="387"/>
                    <a:pt x="496" y="251"/>
                  </a:cubicBezTo>
                  <a:cubicBezTo>
                    <a:pt x="496"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9" name="Google Shape;11959;p27"/>
            <p:cNvSpPr/>
            <p:nvPr/>
          </p:nvSpPr>
          <p:spPr>
            <a:xfrm>
              <a:off x="1319275" y="3953075"/>
              <a:ext cx="12550" cy="12350"/>
            </a:xfrm>
            <a:custGeom>
              <a:avLst/>
              <a:gdLst/>
              <a:ahLst/>
              <a:cxnLst/>
              <a:rect l="l" t="t" r="r" b="b"/>
              <a:pathLst>
                <a:path w="502" h="494" extrusionOk="0">
                  <a:moveTo>
                    <a:pt x="252" y="0"/>
                  </a:moveTo>
                  <a:cubicBezTo>
                    <a:pt x="114" y="0"/>
                    <a:pt x="1" y="107"/>
                    <a:pt x="1" y="251"/>
                  </a:cubicBezTo>
                  <a:cubicBezTo>
                    <a:pt x="1" y="387"/>
                    <a:pt x="114" y="494"/>
                    <a:pt x="252" y="494"/>
                  </a:cubicBezTo>
                  <a:cubicBezTo>
                    <a:pt x="388" y="494"/>
                    <a:pt x="501" y="387"/>
                    <a:pt x="501" y="251"/>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0" name="Google Shape;11960;p27"/>
            <p:cNvSpPr/>
            <p:nvPr/>
          </p:nvSpPr>
          <p:spPr>
            <a:xfrm>
              <a:off x="1411200" y="3953075"/>
              <a:ext cx="12425" cy="12350"/>
            </a:xfrm>
            <a:custGeom>
              <a:avLst/>
              <a:gdLst/>
              <a:ahLst/>
              <a:cxnLst/>
              <a:rect l="l" t="t" r="r" b="b"/>
              <a:pathLst>
                <a:path w="497" h="494" extrusionOk="0">
                  <a:moveTo>
                    <a:pt x="245" y="0"/>
                  </a:moveTo>
                  <a:cubicBezTo>
                    <a:pt x="109" y="0"/>
                    <a:pt x="1" y="107"/>
                    <a:pt x="1" y="251"/>
                  </a:cubicBezTo>
                  <a:cubicBezTo>
                    <a:pt x="1" y="387"/>
                    <a:pt x="109" y="494"/>
                    <a:pt x="245" y="494"/>
                  </a:cubicBezTo>
                  <a:cubicBezTo>
                    <a:pt x="388" y="494"/>
                    <a:pt x="496" y="387"/>
                    <a:pt x="496" y="251"/>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1" name="Google Shape;11961;p27"/>
            <p:cNvSpPr/>
            <p:nvPr/>
          </p:nvSpPr>
          <p:spPr>
            <a:xfrm>
              <a:off x="1503000" y="3953075"/>
              <a:ext cx="12525" cy="12350"/>
            </a:xfrm>
            <a:custGeom>
              <a:avLst/>
              <a:gdLst/>
              <a:ahLst/>
              <a:cxnLst/>
              <a:rect l="l" t="t" r="r" b="b"/>
              <a:pathLst>
                <a:path w="501" h="494" extrusionOk="0">
                  <a:moveTo>
                    <a:pt x="250" y="0"/>
                  </a:moveTo>
                  <a:cubicBezTo>
                    <a:pt x="114" y="0"/>
                    <a:pt x="0" y="107"/>
                    <a:pt x="0" y="251"/>
                  </a:cubicBezTo>
                  <a:cubicBezTo>
                    <a:pt x="0" y="387"/>
                    <a:pt x="114" y="494"/>
                    <a:pt x="250" y="494"/>
                  </a:cubicBezTo>
                  <a:cubicBezTo>
                    <a:pt x="387" y="494"/>
                    <a:pt x="501" y="387"/>
                    <a:pt x="501" y="251"/>
                  </a:cubicBezTo>
                  <a:cubicBezTo>
                    <a:pt x="501" y="107"/>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2" name="Google Shape;11962;p27"/>
            <p:cNvSpPr/>
            <p:nvPr/>
          </p:nvSpPr>
          <p:spPr>
            <a:xfrm>
              <a:off x="1594750" y="3953075"/>
              <a:ext cx="12575" cy="12350"/>
            </a:xfrm>
            <a:custGeom>
              <a:avLst/>
              <a:gdLst/>
              <a:ahLst/>
              <a:cxnLst/>
              <a:rect l="l" t="t" r="r" b="b"/>
              <a:pathLst>
                <a:path w="503" h="494" extrusionOk="0">
                  <a:moveTo>
                    <a:pt x="251" y="0"/>
                  </a:moveTo>
                  <a:cubicBezTo>
                    <a:pt x="115" y="0"/>
                    <a:pt x="0" y="107"/>
                    <a:pt x="0" y="251"/>
                  </a:cubicBezTo>
                  <a:cubicBezTo>
                    <a:pt x="0" y="387"/>
                    <a:pt x="115" y="494"/>
                    <a:pt x="251" y="494"/>
                  </a:cubicBezTo>
                  <a:cubicBezTo>
                    <a:pt x="394" y="494"/>
                    <a:pt x="503" y="387"/>
                    <a:pt x="503" y="251"/>
                  </a:cubicBezTo>
                  <a:cubicBezTo>
                    <a:pt x="503" y="107"/>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3" name="Google Shape;11963;p27"/>
            <p:cNvSpPr/>
            <p:nvPr/>
          </p:nvSpPr>
          <p:spPr>
            <a:xfrm>
              <a:off x="1686650" y="3953075"/>
              <a:ext cx="12600" cy="12350"/>
            </a:xfrm>
            <a:custGeom>
              <a:avLst/>
              <a:gdLst/>
              <a:ahLst/>
              <a:cxnLst/>
              <a:rect l="l" t="t" r="r" b="b"/>
              <a:pathLst>
                <a:path w="504" h="494" extrusionOk="0">
                  <a:moveTo>
                    <a:pt x="252" y="0"/>
                  </a:moveTo>
                  <a:cubicBezTo>
                    <a:pt x="116" y="0"/>
                    <a:pt x="1" y="107"/>
                    <a:pt x="1" y="251"/>
                  </a:cubicBezTo>
                  <a:cubicBezTo>
                    <a:pt x="1" y="387"/>
                    <a:pt x="116" y="494"/>
                    <a:pt x="252" y="494"/>
                  </a:cubicBezTo>
                  <a:cubicBezTo>
                    <a:pt x="388" y="494"/>
                    <a:pt x="503" y="387"/>
                    <a:pt x="503" y="251"/>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4" name="Google Shape;11964;p27"/>
            <p:cNvSpPr/>
            <p:nvPr/>
          </p:nvSpPr>
          <p:spPr>
            <a:xfrm>
              <a:off x="1778450" y="3953075"/>
              <a:ext cx="12550" cy="12350"/>
            </a:xfrm>
            <a:custGeom>
              <a:avLst/>
              <a:gdLst/>
              <a:ahLst/>
              <a:cxnLst/>
              <a:rect l="l" t="t" r="r" b="b"/>
              <a:pathLst>
                <a:path w="502" h="494" extrusionOk="0">
                  <a:moveTo>
                    <a:pt x="252" y="0"/>
                  </a:moveTo>
                  <a:cubicBezTo>
                    <a:pt x="114" y="0"/>
                    <a:pt x="1" y="107"/>
                    <a:pt x="1" y="251"/>
                  </a:cubicBezTo>
                  <a:cubicBezTo>
                    <a:pt x="1" y="387"/>
                    <a:pt x="114" y="494"/>
                    <a:pt x="252" y="494"/>
                  </a:cubicBezTo>
                  <a:cubicBezTo>
                    <a:pt x="388" y="494"/>
                    <a:pt x="501" y="387"/>
                    <a:pt x="501" y="251"/>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5" name="Google Shape;11965;p27"/>
            <p:cNvSpPr/>
            <p:nvPr/>
          </p:nvSpPr>
          <p:spPr>
            <a:xfrm>
              <a:off x="1870375" y="3953075"/>
              <a:ext cx="12400" cy="12350"/>
            </a:xfrm>
            <a:custGeom>
              <a:avLst/>
              <a:gdLst/>
              <a:ahLst/>
              <a:cxnLst/>
              <a:rect l="l" t="t" r="r" b="b"/>
              <a:pathLst>
                <a:path w="496" h="494" extrusionOk="0">
                  <a:moveTo>
                    <a:pt x="252" y="0"/>
                  </a:moveTo>
                  <a:cubicBezTo>
                    <a:pt x="109" y="0"/>
                    <a:pt x="0" y="107"/>
                    <a:pt x="0" y="251"/>
                  </a:cubicBezTo>
                  <a:cubicBezTo>
                    <a:pt x="0" y="387"/>
                    <a:pt x="109" y="494"/>
                    <a:pt x="252" y="494"/>
                  </a:cubicBezTo>
                  <a:cubicBezTo>
                    <a:pt x="387" y="494"/>
                    <a:pt x="496" y="387"/>
                    <a:pt x="496" y="251"/>
                  </a:cubicBezTo>
                  <a:cubicBezTo>
                    <a:pt x="496"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6" name="Google Shape;11966;p27"/>
            <p:cNvSpPr/>
            <p:nvPr/>
          </p:nvSpPr>
          <p:spPr>
            <a:xfrm>
              <a:off x="1962150" y="3953075"/>
              <a:ext cx="12550" cy="12350"/>
            </a:xfrm>
            <a:custGeom>
              <a:avLst/>
              <a:gdLst/>
              <a:ahLst/>
              <a:cxnLst/>
              <a:rect l="l" t="t" r="r" b="b"/>
              <a:pathLst>
                <a:path w="502" h="494" extrusionOk="0">
                  <a:moveTo>
                    <a:pt x="250" y="0"/>
                  </a:moveTo>
                  <a:cubicBezTo>
                    <a:pt x="114" y="0"/>
                    <a:pt x="1" y="107"/>
                    <a:pt x="1" y="251"/>
                  </a:cubicBezTo>
                  <a:cubicBezTo>
                    <a:pt x="1" y="387"/>
                    <a:pt x="114" y="494"/>
                    <a:pt x="250" y="494"/>
                  </a:cubicBezTo>
                  <a:cubicBezTo>
                    <a:pt x="388" y="494"/>
                    <a:pt x="502" y="387"/>
                    <a:pt x="502" y="251"/>
                  </a:cubicBezTo>
                  <a:cubicBezTo>
                    <a:pt x="502"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7" name="Google Shape;11967;p27"/>
            <p:cNvSpPr/>
            <p:nvPr/>
          </p:nvSpPr>
          <p:spPr>
            <a:xfrm>
              <a:off x="2054075" y="3953075"/>
              <a:ext cx="12425" cy="12350"/>
            </a:xfrm>
            <a:custGeom>
              <a:avLst/>
              <a:gdLst/>
              <a:ahLst/>
              <a:cxnLst/>
              <a:rect l="l" t="t" r="r" b="b"/>
              <a:pathLst>
                <a:path w="497" h="494" extrusionOk="0">
                  <a:moveTo>
                    <a:pt x="252" y="0"/>
                  </a:moveTo>
                  <a:cubicBezTo>
                    <a:pt x="109" y="0"/>
                    <a:pt x="1" y="107"/>
                    <a:pt x="1" y="251"/>
                  </a:cubicBezTo>
                  <a:cubicBezTo>
                    <a:pt x="1" y="387"/>
                    <a:pt x="109" y="494"/>
                    <a:pt x="252" y="494"/>
                  </a:cubicBezTo>
                  <a:cubicBezTo>
                    <a:pt x="388" y="494"/>
                    <a:pt x="496" y="387"/>
                    <a:pt x="496" y="251"/>
                  </a:cubicBezTo>
                  <a:cubicBezTo>
                    <a:pt x="496"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8" name="Google Shape;11968;p27"/>
            <p:cNvSpPr/>
            <p:nvPr/>
          </p:nvSpPr>
          <p:spPr>
            <a:xfrm>
              <a:off x="2145825" y="3953075"/>
              <a:ext cx="12600" cy="12350"/>
            </a:xfrm>
            <a:custGeom>
              <a:avLst/>
              <a:gdLst/>
              <a:ahLst/>
              <a:cxnLst/>
              <a:rect l="l" t="t" r="r" b="b"/>
              <a:pathLst>
                <a:path w="504" h="494" extrusionOk="0">
                  <a:moveTo>
                    <a:pt x="252" y="0"/>
                  </a:moveTo>
                  <a:cubicBezTo>
                    <a:pt x="116" y="0"/>
                    <a:pt x="1" y="107"/>
                    <a:pt x="1" y="251"/>
                  </a:cubicBezTo>
                  <a:cubicBezTo>
                    <a:pt x="1" y="387"/>
                    <a:pt x="116" y="494"/>
                    <a:pt x="252" y="494"/>
                  </a:cubicBezTo>
                  <a:cubicBezTo>
                    <a:pt x="388" y="494"/>
                    <a:pt x="503" y="387"/>
                    <a:pt x="503" y="251"/>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9" name="Google Shape;11969;p27"/>
            <p:cNvSpPr/>
            <p:nvPr/>
          </p:nvSpPr>
          <p:spPr>
            <a:xfrm>
              <a:off x="2237800" y="3953075"/>
              <a:ext cx="12350" cy="12350"/>
            </a:xfrm>
            <a:custGeom>
              <a:avLst/>
              <a:gdLst/>
              <a:ahLst/>
              <a:cxnLst/>
              <a:rect l="l" t="t" r="r" b="b"/>
              <a:pathLst>
                <a:path w="494" h="494" extrusionOk="0">
                  <a:moveTo>
                    <a:pt x="244" y="0"/>
                  </a:moveTo>
                  <a:cubicBezTo>
                    <a:pt x="107" y="0"/>
                    <a:pt x="0" y="107"/>
                    <a:pt x="0" y="251"/>
                  </a:cubicBezTo>
                  <a:cubicBezTo>
                    <a:pt x="0" y="387"/>
                    <a:pt x="107" y="494"/>
                    <a:pt x="244" y="494"/>
                  </a:cubicBezTo>
                  <a:cubicBezTo>
                    <a:pt x="387" y="494"/>
                    <a:pt x="494" y="387"/>
                    <a:pt x="494" y="251"/>
                  </a:cubicBezTo>
                  <a:cubicBezTo>
                    <a:pt x="494" y="107"/>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0" name="Google Shape;11970;p27"/>
            <p:cNvSpPr/>
            <p:nvPr/>
          </p:nvSpPr>
          <p:spPr>
            <a:xfrm>
              <a:off x="2329550" y="3953075"/>
              <a:ext cx="12575" cy="12350"/>
            </a:xfrm>
            <a:custGeom>
              <a:avLst/>
              <a:gdLst/>
              <a:ahLst/>
              <a:cxnLst/>
              <a:rect l="l" t="t" r="r" b="b"/>
              <a:pathLst>
                <a:path w="503" h="494" extrusionOk="0">
                  <a:moveTo>
                    <a:pt x="251" y="0"/>
                  </a:moveTo>
                  <a:cubicBezTo>
                    <a:pt x="115" y="0"/>
                    <a:pt x="0" y="107"/>
                    <a:pt x="0" y="251"/>
                  </a:cubicBezTo>
                  <a:cubicBezTo>
                    <a:pt x="0" y="387"/>
                    <a:pt x="115" y="494"/>
                    <a:pt x="251" y="494"/>
                  </a:cubicBezTo>
                  <a:cubicBezTo>
                    <a:pt x="387" y="494"/>
                    <a:pt x="502" y="387"/>
                    <a:pt x="502" y="251"/>
                  </a:cubicBezTo>
                  <a:cubicBezTo>
                    <a:pt x="502"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1" name="Google Shape;11971;p27"/>
            <p:cNvSpPr/>
            <p:nvPr/>
          </p:nvSpPr>
          <p:spPr>
            <a:xfrm>
              <a:off x="2421325" y="3953075"/>
              <a:ext cx="12550" cy="12350"/>
            </a:xfrm>
            <a:custGeom>
              <a:avLst/>
              <a:gdLst/>
              <a:ahLst/>
              <a:cxnLst/>
              <a:rect l="l" t="t" r="r" b="b"/>
              <a:pathLst>
                <a:path w="502" h="494" extrusionOk="0">
                  <a:moveTo>
                    <a:pt x="250" y="0"/>
                  </a:moveTo>
                  <a:cubicBezTo>
                    <a:pt x="114" y="0"/>
                    <a:pt x="1" y="107"/>
                    <a:pt x="1" y="251"/>
                  </a:cubicBezTo>
                  <a:cubicBezTo>
                    <a:pt x="1" y="387"/>
                    <a:pt x="114" y="494"/>
                    <a:pt x="250" y="494"/>
                  </a:cubicBezTo>
                  <a:cubicBezTo>
                    <a:pt x="395" y="494"/>
                    <a:pt x="501" y="387"/>
                    <a:pt x="501" y="251"/>
                  </a:cubicBezTo>
                  <a:cubicBezTo>
                    <a:pt x="501" y="107"/>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2" name="Google Shape;11972;p27"/>
            <p:cNvSpPr/>
            <p:nvPr/>
          </p:nvSpPr>
          <p:spPr>
            <a:xfrm>
              <a:off x="2513250" y="3953075"/>
              <a:ext cx="12575" cy="12350"/>
            </a:xfrm>
            <a:custGeom>
              <a:avLst/>
              <a:gdLst/>
              <a:ahLst/>
              <a:cxnLst/>
              <a:rect l="l" t="t" r="r" b="b"/>
              <a:pathLst>
                <a:path w="503" h="494" extrusionOk="0">
                  <a:moveTo>
                    <a:pt x="252" y="0"/>
                  </a:moveTo>
                  <a:cubicBezTo>
                    <a:pt x="109" y="0"/>
                    <a:pt x="0" y="107"/>
                    <a:pt x="0" y="251"/>
                  </a:cubicBezTo>
                  <a:cubicBezTo>
                    <a:pt x="0" y="387"/>
                    <a:pt x="109" y="494"/>
                    <a:pt x="252" y="494"/>
                  </a:cubicBezTo>
                  <a:cubicBezTo>
                    <a:pt x="388" y="494"/>
                    <a:pt x="503" y="387"/>
                    <a:pt x="503" y="251"/>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3" name="Google Shape;11973;p27"/>
            <p:cNvSpPr/>
            <p:nvPr/>
          </p:nvSpPr>
          <p:spPr>
            <a:xfrm>
              <a:off x="2605000" y="3953075"/>
              <a:ext cx="12575" cy="12350"/>
            </a:xfrm>
            <a:custGeom>
              <a:avLst/>
              <a:gdLst/>
              <a:ahLst/>
              <a:cxnLst/>
              <a:rect l="l" t="t" r="r" b="b"/>
              <a:pathLst>
                <a:path w="503" h="494" extrusionOk="0">
                  <a:moveTo>
                    <a:pt x="252" y="0"/>
                  </a:moveTo>
                  <a:cubicBezTo>
                    <a:pt x="116" y="0"/>
                    <a:pt x="0" y="107"/>
                    <a:pt x="0" y="251"/>
                  </a:cubicBezTo>
                  <a:cubicBezTo>
                    <a:pt x="0" y="387"/>
                    <a:pt x="116" y="494"/>
                    <a:pt x="252" y="494"/>
                  </a:cubicBezTo>
                  <a:cubicBezTo>
                    <a:pt x="387" y="494"/>
                    <a:pt x="503" y="387"/>
                    <a:pt x="503" y="251"/>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4" name="Google Shape;11974;p27"/>
            <p:cNvSpPr/>
            <p:nvPr/>
          </p:nvSpPr>
          <p:spPr>
            <a:xfrm>
              <a:off x="2696950" y="3953075"/>
              <a:ext cx="12375" cy="12350"/>
            </a:xfrm>
            <a:custGeom>
              <a:avLst/>
              <a:gdLst/>
              <a:ahLst/>
              <a:cxnLst/>
              <a:rect l="l" t="t" r="r" b="b"/>
              <a:pathLst>
                <a:path w="495" h="494" extrusionOk="0">
                  <a:moveTo>
                    <a:pt x="252" y="0"/>
                  </a:moveTo>
                  <a:cubicBezTo>
                    <a:pt x="108" y="0"/>
                    <a:pt x="1" y="107"/>
                    <a:pt x="1" y="251"/>
                  </a:cubicBezTo>
                  <a:cubicBezTo>
                    <a:pt x="1" y="387"/>
                    <a:pt x="108" y="494"/>
                    <a:pt x="252" y="494"/>
                  </a:cubicBezTo>
                  <a:cubicBezTo>
                    <a:pt x="388" y="494"/>
                    <a:pt x="495" y="387"/>
                    <a:pt x="495" y="251"/>
                  </a:cubicBezTo>
                  <a:cubicBezTo>
                    <a:pt x="495"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5" name="Google Shape;11975;p27"/>
            <p:cNvSpPr/>
            <p:nvPr/>
          </p:nvSpPr>
          <p:spPr>
            <a:xfrm>
              <a:off x="2788700" y="3953075"/>
              <a:ext cx="12600" cy="12350"/>
            </a:xfrm>
            <a:custGeom>
              <a:avLst/>
              <a:gdLst/>
              <a:ahLst/>
              <a:cxnLst/>
              <a:rect l="l" t="t" r="r" b="b"/>
              <a:pathLst>
                <a:path w="504" h="494" extrusionOk="0">
                  <a:moveTo>
                    <a:pt x="252" y="0"/>
                  </a:moveTo>
                  <a:cubicBezTo>
                    <a:pt x="116" y="0"/>
                    <a:pt x="1" y="107"/>
                    <a:pt x="1" y="251"/>
                  </a:cubicBezTo>
                  <a:cubicBezTo>
                    <a:pt x="1" y="387"/>
                    <a:pt x="116" y="494"/>
                    <a:pt x="252" y="494"/>
                  </a:cubicBezTo>
                  <a:cubicBezTo>
                    <a:pt x="388" y="494"/>
                    <a:pt x="503" y="387"/>
                    <a:pt x="503" y="251"/>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6" name="Google Shape;11976;p27"/>
            <p:cNvSpPr/>
            <p:nvPr/>
          </p:nvSpPr>
          <p:spPr>
            <a:xfrm>
              <a:off x="2880675" y="3953075"/>
              <a:ext cx="12375" cy="12350"/>
            </a:xfrm>
            <a:custGeom>
              <a:avLst/>
              <a:gdLst/>
              <a:ahLst/>
              <a:cxnLst/>
              <a:rect l="l" t="t" r="r" b="b"/>
              <a:pathLst>
                <a:path w="495" h="494" extrusionOk="0">
                  <a:moveTo>
                    <a:pt x="243" y="0"/>
                  </a:moveTo>
                  <a:cubicBezTo>
                    <a:pt x="107" y="0"/>
                    <a:pt x="0" y="107"/>
                    <a:pt x="0" y="251"/>
                  </a:cubicBezTo>
                  <a:cubicBezTo>
                    <a:pt x="0" y="387"/>
                    <a:pt x="107" y="494"/>
                    <a:pt x="243" y="494"/>
                  </a:cubicBezTo>
                  <a:cubicBezTo>
                    <a:pt x="387" y="494"/>
                    <a:pt x="494" y="387"/>
                    <a:pt x="494" y="251"/>
                  </a:cubicBezTo>
                  <a:cubicBezTo>
                    <a:pt x="494" y="107"/>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7" name="Google Shape;11977;p27"/>
            <p:cNvSpPr/>
            <p:nvPr/>
          </p:nvSpPr>
          <p:spPr>
            <a:xfrm>
              <a:off x="2972425" y="3953075"/>
              <a:ext cx="12575" cy="12350"/>
            </a:xfrm>
            <a:custGeom>
              <a:avLst/>
              <a:gdLst/>
              <a:ahLst/>
              <a:cxnLst/>
              <a:rect l="l" t="t" r="r" b="b"/>
              <a:pathLst>
                <a:path w="503" h="494" extrusionOk="0">
                  <a:moveTo>
                    <a:pt x="251" y="0"/>
                  </a:moveTo>
                  <a:cubicBezTo>
                    <a:pt x="115" y="0"/>
                    <a:pt x="0" y="107"/>
                    <a:pt x="0" y="251"/>
                  </a:cubicBezTo>
                  <a:cubicBezTo>
                    <a:pt x="0" y="387"/>
                    <a:pt x="115" y="494"/>
                    <a:pt x="251" y="494"/>
                  </a:cubicBezTo>
                  <a:cubicBezTo>
                    <a:pt x="387" y="494"/>
                    <a:pt x="503" y="387"/>
                    <a:pt x="503" y="251"/>
                  </a:cubicBezTo>
                  <a:cubicBezTo>
                    <a:pt x="503"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8" name="Google Shape;11978;p27"/>
            <p:cNvSpPr/>
            <p:nvPr/>
          </p:nvSpPr>
          <p:spPr>
            <a:xfrm>
              <a:off x="3064375" y="3953075"/>
              <a:ext cx="12375" cy="12350"/>
            </a:xfrm>
            <a:custGeom>
              <a:avLst/>
              <a:gdLst/>
              <a:ahLst/>
              <a:cxnLst/>
              <a:rect l="l" t="t" r="r" b="b"/>
              <a:pathLst>
                <a:path w="495" h="494" extrusionOk="0">
                  <a:moveTo>
                    <a:pt x="243" y="0"/>
                  </a:moveTo>
                  <a:cubicBezTo>
                    <a:pt x="107" y="0"/>
                    <a:pt x="1" y="107"/>
                    <a:pt x="1" y="251"/>
                  </a:cubicBezTo>
                  <a:cubicBezTo>
                    <a:pt x="1" y="387"/>
                    <a:pt x="107" y="494"/>
                    <a:pt x="243" y="494"/>
                  </a:cubicBezTo>
                  <a:cubicBezTo>
                    <a:pt x="388" y="494"/>
                    <a:pt x="495" y="387"/>
                    <a:pt x="495" y="251"/>
                  </a:cubicBezTo>
                  <a:cubicBezTo>
                    <a:pt x="495" y="107"/>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9" name="Google Shape;11979;p27"/>
            <p:cNvSpPr/>
            <p:nvPr/>
          </p:nvSpPr>
          <p:spPr>
            <a:xfrm>
              <a:off x="3156125" y="3953075"/>
              <a:ext cx="12600" cy="12350"/>
            </a:xfrm>
            <a:custGeom>
              <a:avLst/>
              <a:gdLst/>
              <a:ahLst/>
              <a:cxnLst/>
              <a:rect l="l" t="t" r="r" b="b"/>
              <a:pathLst>
                <a:path w="504" h="494" extrusionOk="0">
                  <a:moveTo>
                    <a:pt x="252" y="0"/>
                  </a:moveTo>
                  <a:cubicBezTo>
                    <a:pt x="116" y="0"/>
                    <a:pt x="1" y="107"/>
                    <a:pt x="1" y="251"/>
                  </a:cubicBezTo>
                  <a:cubicBezTo>
                    <a:pt x="1" y="387"/>
                    <a:pt x="116" y="494"/>
                    <a:pt x="252" y="494"/>
                  </a:cubicBezTo>
                  <a:cubicBezTo>
                    <a:pt x="388" y="494"/>
                    <a:pt x="503" y="387"/>
                    <a:pt x="503" y="251"/>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0" name="Google Shape;11980;p27"/>
            <p:cNvSpPr/>
            <p:nvPr/>
          </p:nvSpPr>
          <p:spPr>
            <a:xfrm>
              <a:off x="3247875" y="3953075"/>
              <a:ext cx="12575" cy="12350"/>
            </a:xfrm>
            <a:custGeom>
              <a:avLst/>
              <a:gdLst/>
              <a:ahLst/>
              <a:cxnLst/>
              <a:rect l="l" t="t" r="r" b="b"/>
              <a:pathLst>
                <a:path w="503" h="494" extrusionOk="0">
                  <a:moveTo>
                    <a:pt x="252" y="0"/>
                  </a:moveTo>
                  <a:cubicBezTo>
                    <a:pt x="116" y="0"/>
                    <a:pt x="1" y="107"/>
                    <a:pt x="1" y="251"/>
                  </a:cubicBezTo>
                  <a:cubicBezTo>
                    <a:pt x="1" y="387"/>
                    <a:pt x="116" y="494"/>
                    <a:pt x="252" y="494"/>
                  </a:cubicBezTo>
                  <a:cubicBezTo>
                    <a:pt x="388" y="494"/>
                    <a:pt x="503" y="387"/>
                    <a:pt x="503" y="251"/>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1" name="Google Shape;11981;p27"/>
            <p:cNvSpPr/>
            <p:nvPr/>
          </p:nvSpPr>
          <p:spPr>
            <a:xfrm>
              <a:off x="3339850" y="3953075"/>
              <a:ext cx="12525" cy="12350"/>
            </a:xfrm>
            <a:custGeom>
              <a:avLst/>
              <a:gdLst/>
              <a:ahLst/>
              <a:cxnLst/>
              <a:rect l="l" t="t" r="r" b="b"/>
              <a:pathLst>
                <a:path w="501" h="494" extrusionOk="0">
                  <a:moveTo>
                    <a:pt x="251" y="0"/>
                  </a:moveTo>
                  <a:cubicBezTo>
                    <a:pt x="107" y="0"/>
                    <a:pt x="0" y="107"/>
                    <a:pt x="0" y="251"/>
                  </a:cubicBezTo>
                  <a:cubicBezTo>
                    <a:pt x="0" y="387"/>
                    <a:pt x="107" y="494"/>
                    <a:pt x="251" y="494"/>
                  </a:cubicBezTo>
                  <a:cubicBezTo>
                    <a:pt x="387" y="494"/>
                    <a:pt x="501" y="387"/>
                    <a:pt x="501" y="251"/>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2" name="Google Shape;11982;p27"/>
            <p:cNvSpPr/>
            <p:nvPr/>
          </p:nvSpPr>
          <p:spPr>
            <a:xfrm>
              <a:off x="3431575" y="3953075"/>
              <a:ext cx="12600" cy="12350"/>
            </a:xfrm>
            <a:custGeom>
              <a:avLst/>
              <a:gdLst/>
              <a:ahLst/>
              <a:cxnLst/>
              <a:rect l="l" t="t" r="r" b="b"/>
              <a:pathLst>
                <a:path w="504" h="494" extrusionOk="0">
                  <a:moveTo>
                    <a:pt x="252" y="0"/>
                  </a:moveTo>
                  <a:cubicBezTo>
                    <a:pt x="116" y="0"/>
                    <a:pt x="1" y="107"/>
                    <a:pt x="1" y="251"/>
                  </a:cubicBezTo>
                  <a:cubicBezTo>
                    <a:pt x="1" y="387"/>
                    <a:pt x="116" y="494"/>
                    <a:pt x="252" y="494"/>
                  </a:cubicBezTo>
                  <a:cubicBezTo>
                    <a:pt x="388" y="494"/>
                    <a:pt x="503" y="387"/>
                    <a:pt x="503" y="251"/>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3" name="Google Shape;11983;p27"/>
            <p:cNvSpPr/>
            <p:nvPr/>
          </p:nvSpPr>
          <p:spPr>
            <a:xfrm>
              <a:off x="3523550" y="3953075"/>
              <a:ext cx="12375" cy="12350"/>
            </a:xfrm>
            <a:custGeom>
              <a:avLst/>
              <a:gdLst/>
              <a:ahLst/>
              <a:cxnLst/>
              <a:rect l="l" t="t" r="r" b="b"/>
              <a:pathLst>
                <a:path w="495" h="494" extrusionOk="0">
                  <a:moveTo>
                    <a:pt x="250" y="0"/>
                  </a:moveTo>
                  <a:cubicBezTo>
                    <a:pt x="107" y="0"/>
                    <a:pt x="0" y="107"/>
                    <a:pt x="0" y="251"/>
                  </a:cubicBezTo>
                  <a:cubicBezTo>
                    <a:pt x="0" y="387"/>
                    <a:pt x="107" y="494"/>
                    <a:pt x="250" y="494"/>
                  </a:cubicBezTo>
                  <a:cubicBezTo>
                    <a:pt x="388" y="494"/>
                    <a:pt x="494" y="387"/>
                    <a:pt x="494" y="251"/>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4" name="Google Shape;11984;p27"/>
            <p:cNvSpPr/>
            <p:nvPr/>
          </p:nvSpPr>
          <p:spPr>
            <a:xfrm>
              <a:off x="676400" y="40448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5" name="Google Shape;11985;p27"/>
            <p:cNvSpPr/>
            <p:nvPr/>
          </p:nvSpPr>
          <p:spPr>
            <a:xfrm>
              <a:off x="768325" y="4044800"/>
              <a:ext cx="12400" cy="12600"/>
            </a:xfrm>
            <a:custGeom>
              <a:avLst/>
              <a:gdLst/>
              <a:ahLst/>
              <a:cxnLst/>
              <a:rect l="l" t="t" r="r" b="b"/>
              <a:pathLst>
                <a:path w="496" h="504"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6" name="Google Shape;11986;p27"/>
            <p:cNvSpPr/>
            <p:nvPr/>
          </p:nvSpPr>
          <p:spPr>
            <a:xfrm>
              <a:off x="860125" y="4044800"/>
              <a:ext cx="12525" cy="12600"/>
            </a:xfrm>
            <a:custGeom>
              <a:avLst/>
              <a:gdLst/>
              <a:ahLst/>
              <a:cxnLst/>
              <a:rect l="l" t="t" r="r" b="b"/>
              <a:pathLst>
                <a:path w="501" h="504"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7" name="Google Shape;11987;p27"/>
            <p:cNvSpPr/>
            <p:nvPr/>
          </p:nvSpPr>
          <p:spPr>
            <a:xfrm>
              <a:off x="951850" y="40448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8" name="Google Shape;11988;p27"/>
            <p:cNvSpPr/>
            <p:nvPr/>
          </p:nvSpPr>
          <p:spPr>
            <a:xfrm>
              <a:off x="1043825" y="404480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9" name="Google Shape;11989;p27"/>
            <p:cNvSpPr/>
            <p:nvPr/>
          </p:nvSpPr>
          <p:spPr>
            <a:xfrm>
              <a:off x="1135575" y="404480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0" name="Google Shape;11990;p27"/>
            <p:cNvSpPr/>
            <p:nvPr/>
          </p:nvSpPr>
          <p:spPr>
            <a:xfrm>
              <a:off x="1227500" y="4044800"/>
              <a:ext cx="12400" cy="12600"/>
            </a:xfrm>
            <a:custGeom>
              <a:avLst/>
              <a:gdLst/>
              <a:ahLst/>
              <a:cxnLst/>
              <a:rect l="l" t="t" r="r" b="b"/>
              <a:pathLst>
                <a:path w="496" h="504"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1" name="Google Shape;11991;p27"/>
            <p:cNvSpPr/>
            <p:nvPr/>
          </p:nvSpPr>
          <p:spPr>
            <a:xfrm>
              <a:off x="1319275" y="404480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2" name="Google Shape;11992;p27"/>
            <p:cNvSpPr/>
            <p:nvPr/>
          </p:nvSpPr>
          <p:spPr>
            <a:xfrm>
              <a:off x="1411200" y="4044800"/>
              <a:ext cx="12425" cy="12600"/>
            </a:xfrm>
            <a:custGeom>
              <a:avLst/>
              <a:gdLst/>
              <a:ahLst/>
              <a:cxnLst/>
              <a:rect l="l" t="t" r="r" b="b"/>
              <a:pathLst>
                <a:path w="497" h="504"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3" name="Google Shape;11993;p27"/>
            <p:cNvSpPr/>
            <p:nvPr/>
          </p:nvSpPr>
          <p:spPr>
            <a:xfrm>
              <a:off x="1503000" y="4044800"/>
              <a:ext cx="12525" cy="12600"/>
            </a:xfrm>
            <a:custGeom>
              <a:avLst/>
              <a:gdLst/>
              <a:ahLst/>
              <a:cxnLst/>
              <a:rect l="l" t="t" r="r" b="b"/>
              <a:pathLst>
                <a:path w="501" h="504"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4" name="Google Shape;11994;p27"/>
            <p:cNvSpPr/>
            <p:nvPr/>
          </p:nvSpPr>
          <p:spPr>
            <a:xfrm>
              <a:off x="1594750" y="404480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5" name="Google Shape;11995;p27"/>
            <p:cNvSpPr/>
            <p:nvPr/>
          </p:nvSpPr>
          <p:spPr>
            <a:xfrm>
              <a:off x="1686650" y="40448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6" name="Google Shape;11996;p27"/>
            <p:cNvSpPr/>
            <p:nvPr/>
          </p:nvSpPr>
          <p:spPr>
            <a:xfrm>
              <a:off x="1778450" y="404480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7" name="Google Shape;11997;p27"/>
            <p:cNvSpPr/>
            <p:nvPr/>
          </p:nvSpPr>
          <p:spPr>
            <a:xfrm>
              <a:off x="1870375" y="4044800"/>
              <a:ext cx="12400" cy="12600"/>
            </a:xfrm>
            <a:custGeom>
              <a:avLst/>
              <a:gdLst/>
              <a:ahLst/>
              <a:cxnLst/>
              <a:rect l="l" t="t" r="r" b="b"/>
              <a:pathLst>
                <a:path w="496" h="504"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8" name="Google Shape;11998;p27"/>
            <p:cNvSpPr/>
            <p:nvPr/>
          </p:nvSpPr>
          <p:spPr>
            <a:xfrm>
              <a:off x="1962150" y="404480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9" name="Google Shape;11999;p27"/>
            <p:cNvSpPr/>
            <p:nvPr/>
          </p:nvSpPr>
          <p:spPr>
            <a:xfrm>
              <a:off x="2054075" y="4044800"/>
              <a:ext cx="12425" cy="12600"/>
            </a:xfrm>
            <a:custGeom>
              <a:avLst/>
              <a:gdLst/>
              <a:ahLst/>
              <a:cxnLst/>
              <a:rect l="l" t="t" r="r" b="b"/>
              <a:pathLst>
                <a:path w="497" h="504"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0" name="Google Shape;12000;p27"/>
            <p:cNvSpPr/>
            <p:nvPr/>
          </p:nvSpPr>
          <p:spPr>
            <a:xfrm>
              <a:off x="2145825" y="40448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1" name="Google Shape;12001;p27"/>
            <p:cNvSpPr/>
            <p:nvPr/>
          </p:nvSpPr>
          <p:spPr>
            <a:xfrm>
              <a:off x="2237800" y="4044800"/>
              <a:ext cx="12350" cy="12600"/>
            </a:xfrm>
            <a:custGeom>
              <a:avLst/>
              <a:gdLst/>
              <a:ahLst/>
              <a:cxnLst/>
              <a:rect l="l" t="t" r="r" b="b"/>
              <a:pathLst>
                <a:path w="494" h="504"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2" name="Google Shape;12002;p27"/>
            <p:cNvSpPr/>
            <p:nvPr/>
          </p:nvSpPr>
          <p:spPr>
            <a:xfrm>
              <a:off x="2329550" y="404480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3" name="Google Shape;12003;p27"/>
            <p:cNvSpPr/>
            <p:nvPr/>
          </p:nvSpPr>
          <p:spPr>
            <a:xfrm>
              <a:off x="2421325" y="404480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4" name="Google Shape;12004;p27"/>
            <p:cNvSpPr/>
            <p:nvPr/>
          </p:nvSpPr>
          <p:spPr>
            <a:xfrm>
              <a:off x="2513250" y="4044800"/>
              <a:ext cx="12575" cy="12600"/>
            </a:xfrm>
            <a:custGeom>
              <a:avLst/>
              <a:gdLst/>
              <a:ahLst/>
              <a:cxnLst/>
              <a:rect l="l" t="t" r="r" b="b"/>
              <a:pathLst>
                <a:path w="503" h="504"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5" name="Google Shape;12005;p27"/>
            <p:cNvSpPr/>
            <p:nvPr/>
          </p:nvSpPr>
          <p:spPr>
            <a:xfrm>
              <a:off x="2605000" y="404480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6" name="Google Shape;12006;p27"/>
            <p:cNvSpPr/>
            <p:nvPr/>
          </p:nvSpPr>
          <p:spPr>
            <a:xfrm>
              <a:off x="2696950" y="4044800"/>
              <a:ext cx="12375" cy="12600"/>
            </a:xfrm>
            <a:custGeom>
              <a:avLst/>
              <a:gdLst/>
              <a:ahLst/>
              <a:cxnLst/>
              <a:rect l="l" t="t" r="r" b="b"/>
              <a:pathLst>
                <a:path w="495" h="504"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7" name="Google Shape;12007;p27"/>
            <p:cNvSpPr/>
            <p:nvPr/>
          </p:nvSpPr>
          <p:spPr>
            <a:xfrm>
              <a:off x="2788700" y="40448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8" name="Google Shape;12008;p27"/>
            <p:cNvSpPr/>
            <p:nvPr/>
          </p:nvSpPr>
          <p:spPr>
            <a:xfrm>
              <a:off x="2880675" y="4044800"/>
              <a:ext cx="12375" cy="12600"/>
            </a:xfrm>
            <a:custGeom>
              <a:avLst/>
              <a:gdLst/>
              <a:ahLst/>
              <a:cxnLst/>
              <a:rect l="l" t="t" r="r" b="b"/>
              <a:pathLst>
                <a:path w="495" h="504"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9" name="Google Shape;12009;p27"/>
            <p:cNvSpPr/>
            <p:nvPr/>
          </p:nvSpPr>
          <p:spPr>
            <a:xfrm>
              <a:off x="2972425" y="404480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0" name="Google Shape;12010;p27"/>
            <p:cNvSpPr/>
            <p:nvPr/>
          </p:nvSpPr>
          <p:spPr>
            <a:xfrm>
              <a:off x="3064375" y="4044800"/>
              <a:ext cx="12375" cy="12600"/>
            </a:xfrm>
            <a:custGeom>
              <a:avLst/>
              <a:gdLst/>
              <a:ahLst/>
              <a:cxnLst/>
              <a:rect l="l" t="t" r="r" b="b"/>
              <a:pathLst>
                <a:path w="495" h="504"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1" name="Google Shape;12011;p27"/>
            <p:cNvSpPr/>
            <p:nvPr/>
          </p:nvSpPr>
          <p:spPr>
            <a:xfrm>
              <a:off x="3156125" y="40448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2" name="Google Shape;12012;p27"/>
            <p:cNvSpPr/>
            <p:nvPr/>
          </p:nvSpPr>
          <p:spPr>
            <a:xfrm>
              <a:off x="3247875" y="4044800"/>
              <a:ext cx="12575" cy="12600"/>
            </a:xfrm>
            <a:custGeom>
              <a:avLst/>
              <a:gdLst/>
              <a:ahLst/>
              <a:cxnLst/>
              <a:rect l="l" t="t" r="r" b="b"/>
              <a:pathLst>
                <a:path w="503"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3" name="Google Shape;12013;p27"/>
            <p:cNvSpPr/>
            <p:nvPr/>
          </p:nvSpPr>
          <p:spPr>
            <a:xfrm>
              <a:off x="3339850" y="4044800"/>
              <a:ext cx="12525" cy="12600"/>
            </a:xfrm>
            <a:custGeom>
              <a:avLst/>
              <a:gdLst/>
              <a:ahLst/>
              <a:cxnLst/>
              <a:rect l="l" t="t" r="r" b="b"/>
              <a:pathLst>
                <a:path w="501" h="504"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4" name="Google Shape;12014;p27"/>
            <p:cNvSpPr/>
            <p:nvPr/>
          </p:nvSpPr>
          <p:spPr>
            <a:xfrm>
              <a:off x="3431575" y="40448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5" name="Google Shape;12015;p27"/>
            <p:cNvSpPr/>
            <p:nvPr/>
          </p:nvSpPr>
          <p:spPr>
            <a:xfrm>
              <a:off x="3523550" y="404480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6" name="Google Shape;12016;p27"/>
            <p:cNvSpPr/>
            <p:nvPr/>
          </p:nvSpPr>
          <p:spPr>
            <a:xfrm>
              <a:off x="676400" y="4136775"/>
              <a:ext cx="12600" cy="12375"/>
            </a:xfrm>
            <a:custGeom>
              <a:avLst/>
              <a:gdLst/>
              <a:ahLst/>
              <a:cxnLst/>
              <a:rect l="l" t="t" r="r" b="b"/>
              <a:pathLst>
                <a:path w="504" h="495" extrusionOk="0">
                  <a:moveTo>
                    <a:pt x="252" y="1"/>
                  </a:moveTo>
                  <a:cubicBezTo>
                    <a:pt x="116" y="1"/>
                    <a:pt x="1" y="107"/>
                    <a:pt x="1" y="250"/>
                  </a:cubicBezTo>
                  <a:cubicBezTo>
                    <a:pt x="1" y="388"/>
                    <a:pt x="116" y="494"/>
                    <a:pt x="252" y="494"/>
                  </a:cubicBezTo>
                  <a:cubicBezTo>
                    <a:pt x="388" y="494"/>
                    <a:pt x="503" y="388"/>
                    <a:pt x="503" y="250"/>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7" name="Google Shape;12017;p27"/>
            <p:cNvSpPr/>
            <p:nvPr/>
          </p:nvSpPr>
          <p:spPr>
            <a:xfrm>
              <a:off x="768325" y="4136775"/>
              <a:ext cx="12400" cy="12375"/>
            </a:xfrm>
            <a:custGeom>
              <a:avLst/>
              <a:gdLst/>
              <a:ahLst/>
              <a:cxnLst/>
              <a:rect l="l" t="t" r="r" b="b"/>
              <a:pathLst>
                <a:path w="496" h="495" extrusionOk="0">
                  <a:moveTo>
                    <a:pt x="245" y="1"/>
                  </a:moveTo>
                  <a:cubicBezTo>
                    <a:pt x="109" y="1"/>
                    <a:pt x="0" y="107"/>
                    <a:pt x="0" y="250"/>
                  </a:cubicBezTo>
                  <a:cubicBezTo>
                    <a:pt x="0" y="388"/>
                    <a:pt x="109" y="494"/>
                    <a:pt x="245" y="494"/>
                  </a:cubicBezTo>
                  <a:cubicBezTo>
                    <a:pt x="388" y="494"/>
                    <a:pt x="496" y="388"/>
                    <a:pt x="496" y="250"/>
                  </a:cubicBezTo>
                  <a:cubicBezTo>
                    <a:pt x="496" y="107"/>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8" name="Google Shape;12018;p27"/>
            <p:cNvSpPr/>
            <p:nvPr/>
          </p:nvSpPr>
          <p:spPr>
            <a:xfrm>
              <a:off x="860125" y="4136775"/>
              <a:ext cx="12525" cy="12375"/>
            </a:xfrm>
            <a:custGeom>
              <a:avLst/>
              <a:gdLst/>
              <a:ahLst/>
              <a:cxnLst/>
              <a:rect l="l" t="t" r="r" b="b"/>
              <a:pathLst>
                <a:path w="501" h="495" extrusionOk="0">
                  <a:moveTo>
                    <a:pt x="251" y="1"/>
                  </a:moveTo>
                  <a:cubicBezTo>
                    <a:pt x="114" y="1"/>
                    <a:pt x="0" y="107"/>
                    <a:pt x="0" y="250"/>
                  </a:cubicBezTo>
                  <a:cubicBezTo>
                    <a:pt x="0" y="388"/>
                    <a:pt x="114" y="494"/>
                    <a:pt x="251" y="494"/>
                  </a:cubicBezTo>
                  <a:cubicBezTo>
                    <a:pt x="387" y="494"/>
                    <a:pt x="501" y="388"/>
                    <a:pt x="501" y="250"/>
                  </a:cubicBezTo>
                  <a:cubicBezTo>
                    <a:pt x="501"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9" name="Google Shape;12019;p27"/>
            <p:cNvSpPr/>
            <p:nvPr/>
          </p:nvSpPr>
          <p:spPr>
            <a:xfrm>
              <a:off x="951850" y="4136775"/>
              <a:ext cx="12600" cy="12375"/>
            </a:xfrm>
            <a:custGeom>
              <a:avLst/>
              <a:gdLst/>
              <a:ahLst/>
              <a:cxnLst/>
              <a:rect l="l" t="t" r="r" b="b"/>
              <a:pathLst>
                <a:path w="504" h="495" extrusionOk="0">
                  <a:moveTo>
                    <a:pt x="252" y="1"/>
                  </a:moveTo>
                  <a:cubicBezTo>
                    <a:pt x="116" y="1"/>
                    <a:pt x="1" y="107"/>
                    <a:pt x="1" y="250"/>
                  </a:cubicBezTo>
                  <a:cubicBezTo>
                    <a:pt x="1" y="388"/>
                    <a:pt x="116" y="494"/>
                    <a:pt x="252" y="494"/>
                  </a:cubicBezTo>
                  <a:cubicBezTo>
                    <a:pt x="388" y="494"/>
                    <a:pt x="503" y="388"/>
                    <a:pt x="503" y="250"/>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0" name="Google Shape;12020;p27"/>
            <p:cNvSpPr/>
            <p:nvPr/>
          </p:nvSpPr>
          <p:spPr>
            <a:xfrm>
              <a:off x="1043825" y="4136775"/>
              <a:ext cx="12375" cy="12375"/>
            </a:xfrm>
            <a:custGeom>
              <a:avLst/>
              <a:gdLst/>
              <a:ahLst/>
              <a:cxnLst/>
              <a:rect l="l" t="t" r="r" b="b"/>
              <a:pathLst>
                <a:path w="495" h="495" extrusionOk="0">
                  <a:moveTo>
                    <a:pt x="250" y="1"/>
                  </a:moveTo>
                  <a:cubicBezTo>
                    <a:pt x="107" y="1"/>
                    <a:pt x="0" y="107"/>
                    <a:pt x="0" y="250"/>
                  </a:cubicBezTo>
                  <a:cubicBezTo>
                    <a:pt x="0" y="388"/>
                    <a:pt x="107" y="494"/>
                    <a:pt x="250" y="494"/>
                  </a:cubicBezTo>
                  <a:cubicBezTo>
                    <a:pt x="388" y="494"/>
                    <a:pt x="494" y="388"/>
                    <a:pt x="494" y="250"/>
                  </a:cubicBezTo>
                  <a:cubicBezTo>
                    <a:pt x="494" y="107"/>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1" name="Google Shape;12021;p27"/>
            <p:cNvSpPr/>
            <p:nvPr/>
          </p:nvSpPr>
          <p:spPr>
            <a:xfrm>
              <a:off x="1135575" y="4136775"/>
              <a:ext cx="12575" cy="12375"/>
            </a:xfrm>
            <a:custGeom>
              <a:avLst/>
              <a:gdLst/>
              <a:ahLst/>
              <a:cxnLst/>
              <a:rect l="l" t="t" r="r" b="b"/>
              <a:pathLst>
                <a:path w="503" h="495" extrusionOk="0">
                  <a:moveTo>
                    <a:pt x="252" y="1"/>
                  </a:moveTo>
                  <a:cubicBezTo>
                    <a:pt x="116" y="1"/>
                    <a:pt x="0" y="107"/>
                    <a:pt x="0" y="250"/>
                  </a:cubicBezTo>
                  <a:cubicBezTo>
                    <a:pt x="0" y="388"/>
                    <a:pt x="116" y="494"/>
                    <a:pt x="252" y="494"/>
                  </a:cubicBezTo>
                  <a:cubicBezTo>
                    <a:pt x="387" y="494"/>
                    <a:pt x="503" y="388"/>
                    <a:pt x="503" y="250"/>
                  </a:cubicBezTo>
                  <a:cubicBezTo>
                    <a:pt x="503" y="107"/>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2" name="Google Shape;12022;p27"/>
            <p:cNvSpPr/>
            <p:nvPr/>
          </p:nvSpPr>
          <p:spPr>
            <a:xfrm>
              <a:off x="1227500" y="4136775"/>
              <a:ext cx="12400" cy="12375"/>
            </a:xfrm>
            <a:custGeom>
              <a:avLst/>
              <a:gdLst/>
              <a:ahLst/>
              <a:cxnLst/>
              <a:rect l="l" t="t" r="r" b="b"/>
              <a:pathLst>
                <a:path w="496" h="495" extrusionOk="0">
                  <a:moveTo>
                    <a:pt x="251" y="1"/>
                  </a:moveTo>
                  <a:cubicBezTo>
                    <a:pt x="109" y="1"/>
                    <a:pt x="0" y="107"/>
                    <a:pt x="0" y="250"/>
                  </a:cubicBezTo>
                  <a:cubicBezTo>
                    <a:pt x="0" y="388"/>
                    <a:pt x="109" y="494"/>
                    <a:pt x="251" y="494"/>
                  </a:cubicBezTo>
                  <a:cubicBezTo>
                    <a:pt x="387" y="494"/>
                    <a:pt x="496" y="388"/>
                    <a:pt x="496" y="250"/>
                  </a:cubicBezTo>
                  <a:cubicBezTo>
                    <a:pt x="496"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3" name="Google Shape;12023;p27"/>
            <p:cNvSpPr/>
            <p:nvPr/>
          </p:nvSpPr>
          <p:spPr>
            <a:xfrm>
              <a:off x="1319275" y="4136775"/>
              <a:ext cx="12550" cy="12375"/>
            </a:xfrm>
            <a:custGeom>
              <a:avLst/>
              <a:gdLst/>
              <a:ahLst/>
              <a:cxnLst/>
              <a:rect l="l" t="t" r="r" b="b"/>
              <a:pathLst>
                <a:path w="502" h="495" extrusionOk="0">
                  <a:moveTo>
                    <a:pt x="252" y="1"/>
                  </a:moveTo>
                  <a:cubicBezTo>
                    <a:pt x="114" y="1"/>
                    <a:pt x="1" y="107"/>
                    <a:pt x="1" y="250"/>
                  </a:cubicBezTo>
                  <a:cubicBezTo>
                    <a:pt x="1" y="388"/>
                    <a:pt x="114" y="494"/>
                    <a:pt x="252" y="494"/>
                  </a:cubicBezTo>
                  <a:cubicBezTo>
                    <a:pt x="388" y="494"/>
                    <a:pt x="501" y="388"/>
                    <a:pt x="501" y="250"/>
                  </a:cubicBezTo>
                  <a:cubicBezTo>
                    <a:pt x="501"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4" name="Google Shape;12024;p27"/>
            <p:cNvSpPr/>
            <p:nvPr/>
          </p:nvSpPr>
          <p:spPr>
            <a:xfrm>
              <a:off x="1411200" y="4136775"/>
              <a:ext cx="12425" cy="12375"/>
            </a:xfrm>
            <a:custGeom>
              <a:avLst/>
              <a:gdLst/>
              <a:ahLst/>
              <a:cxnLst/>
              <a:rect l="l" t="t" r="r" b="b"/>
              <a:pathLst>
                <a:path w="497" h="495" extrusionOk="0">
                  <a:moveTo>
                    <a:pt x="245" y="1"/>
                  </a:moveTo>
                  <a:cubicBezTo>
                    <a:pt x="109" y="1"/>
                    <a:pt x="1" y="107"/>
                    <a:pt x="1" y="250"/>
                  </a:cubicBezTo>
                  <a:cubicBezTo>
                    <a:pt x="1" y="388"/>
                    <a:pt x="109" y="494"/>
                    <a:pt x="245" y="494"/>
                  </a:cubicBezTo>
                  <a:cubicBezTo>
                    <a:pt x="388" y="494"/>
                    <a:pt x="496" y="388"/>
                    <a:pt x="496" y="250"/>
                  </a:cubicBezTo>
                  <a:cubicBezTo>
                    <a:pt x="496" y="107"/>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5" name="Google Shape;12025;p27"/>
            <p:cNvSpPr/>
            <p:nvPr/>
          </p:nvSpPr>
          <p:spPr>
            <a:xfrm>
              <a:off x="1503000" y="4136775"/>
              <a:ext cx="12525" cy="12375"/>
            </a:xfrm>
            <a:custGeom>
              <a:avLst/>
              <a:gdLst/>
              <a:ahLst/>
              <a:cxnLst/>
              <a:rect l="l" t="t" r="r" b="b"/>
              <a:pathLst>
                <a:path w="501" h="495" extrusionOk="0">
                  <a:moveTo>
                    <a:pt x="250" y="1"/>
                  </a:moveTo>
                  <a:cubicBezTo>
                    <a:pt x="114" y="1"/>
                    <a:pt x="0" y="107"/>
                    <a:pt x="0" y="250"/>
                  </a:cubicBezTo>
                  <a:cubicBezTo>
                    <a:pt x="0" y="388"/>
                    <a:pt x="114" y="494"/>
                    <a:pt x="250" y="494"/>
                  </a:cubicBezTo>
                  <a:cubicBezTo>
                    <a:pt x="387" y="494"/>
                    <a:pt x="501" y="388"/>
                    <a:pt x="501" y="250"/>
                  </a:cubicBezTo>
                  <a:cubicBezTo>
                    <a:pt x="501" y="107"/>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6" name="Google Shape;12026;p27"/>
            <p:cNvSpPr/>
            <p:nvPr/>
          </p:nvSpPr>
          <p:spPr>
            <a:xfrm>
              <a:off x="1594750" y="4136775"/>
              <a:ext cx="12575" cy="12375"/>
            </a:xfrm>
            <a:custGeom>
              <a:avLst/>
              <a:gdLst/>
              <a:ahLst/>
              <a:cxnLst/>
              <a:rect l="l" t="t" r="r" b="b"/>
              <a:pathLst>
                <a:path w="503" h="495" extrusionOk="0">
                  <a:moveTo>
                    <a:pt x="251" y="1"/>
                  </a:moveTo>
                  <a:cubicBezTo>
                    <a:pt x="115" y="1"/>
                    <a:pt x="0" y="107"/>
                    <a:pt x="0" y="250"/>
                  </a:cubicBezTo>
                  <a:cubicBezTo>
                    <a:pt x="0" y="388"/>
                    <a:pt x="115" y="494"/>
                    <a:pt x="251" y="494"/>
                  </a:cubicBezTo>
                  <a:cubicBezTo>
                    <a:pt x="394" y="494"/>
                    <a:pt x="503" y="388"/>
                    <a:pt x="503" y="250"/>
                  </a:cubicBezTo>
                  <a:cubicBezTo>
                    <a:pt x="503" y="107"/>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7" name="Google Shape;12027;p27"/>
            <p:cNvSpPr/>
            <p:nvPr/>
          </p:nvSpPr>
          <p:spPr>
            <a:xfrm>
              <a:off x="1686650" y="4136775"/>
              <a:ext cx="12600" cy="12375"/>
            </a:xfrm>
            <a:custGeom>
              <a:avLst/>
              <a:gdLst/>
              <a:ahLst/>
              <a:cxnLst/>
              <a:rect l="l" t="t" r="r" b="b"/>
              <a:pathLst>
                <a:path w="504" h="495" extrusionOk="0">
                  <a:moveTo>
                    <a:pt x="252" y="1"/>
                  </a:moveTo>
                  <a:cubicBezTo>
                    <a:pt x="116" y="1"/>
                    <a:pt x="1" y="107"/>
                    <a:pt x="1" y="250"/>
                  </a:cubicBezTo>
                  <a:cubicBezTo>
                    <a:pt x="1" y="388"/>
                    <a:pt x="116" y="494"/>
                    <a:pt x="252" y="494"/>
                  </a:cubicBezTo>
                  <a:cubicBezTo>
                    <a:pt x="388" y="494"/>
                    <a:pt x="503" y="388"/>
                    <a:pt x="503" y="250"/>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8" name="Google Shape;12028;p27"/>
            <p:cNvSpPr/>
            <p:nvPr/>
          </p:nvSpPr>
          <p:spPr>
            <a:xfrm>
              <a:off x="1778450" y="4136775"/>
              <a:ext cx="12550" cy="12375"/>
            </a:xfrm>
            <a:custGeom>
              <a:avLst/>
              <a:gdLst/>
              <a:ahLst/>
              <a:cxnLst/>
              <a:rect l="l" t="t" r="r" b="b"/>
              <a:pathLst>
                <a:path w="502" h="495" extrusionOk="0">
                  <a:moveTo>
                    <a:pt x="252" y="1"/>
                  </a:moveTo>
                  <a:cubicBezTo>
                    <a:pt x="114" y="1"/>
                    <a:pt x="1" y="107"/>
                    <a:pt x="1" y="250"/>
                  </a:cubicBezTo>
                  <a:cubicBezTo>
                    <a:pt x="1" y="388"/>
                    <a:pt x="114" y="494"/>
                    <a:pt x="252" y="494"/>
                  </a:cubicBezTo>
                  <a:cubicBezTo>
                    <a:pt x="388" y="494"/>
                    <a:pt x="501" y="388"/>
                    <a:pt x="501" y="250"/>
                  </a:cubicBezTo>
                  <a:cubicBezTo>
                    <a:pt x="501"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9" name="Google Shape;12029;p27"/>
            <p:cNvSpPr/>
            <p:nvPr/>
          </p:nvSpPr>
          <p:spPr>
            <a:xfrm>
              <a:off x="1870375" y="4136775"/>
              <a:ext cx="12400" cy="12375"/>
            </a:xfrm>
            <a:custGeom>
              <a:avLst/>
              <a:gdLst/>
              <a:ahLst/>
              <a:cxnLst/>
              <a:rect l="l" t="t" r="r" b="b"/>
              <a:pathLst>
                <a:path w="496" h="495" extrusionOk="0">
                  <a:moveTo>
                    <a:pt x="252" y="1"/>
                  </a:moveTo>
                  <a:cubicBezTo>
                    <a:pt x="109" y="1"/>
                    <a:pt x="0" y="107"/>
                    <a:pt x="0" y="250"/>
                  </a:cubicBezTo>
                  <a:cubicBezTo>
                    <a:pt x="0" y="388"/>
                    <a:pt x="109" y="494"/>
                    <a:pt x="252" y="494"/>
                  </a:cubicBezTo>
                  <a:cubicBezTo>
                    <a:pt x="387" y="494"/>
                    <a:pt x="496" y="388"/>
                    <a:pt x="496" y="250"/>
                  </a:cubicBezTo>
                  <a:cubicBezTo>
                    <a:pt x="496" y="107"/>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0" name="Google Shape;12030;p27"/>
            <p:cNvSpPr/>
            <p:nvPr/>
          </p:nvSpPr>
          <p:spPr>
            <a:xfrm>
              <a:off x="1962150" y="4136775"/>
              <a:ext cx="12550" cy="12375"/>
            </a:xfrm>
            <a:custGeom>
              <a:avLst/>
              <a:gdLst/>
              <a:ahLst/>
              <a:cxnLst/>
              <a:rect l="l" t="t" r="r" b="b"/>
              <a:pathLst>
                <a:path w="502" h="495" extrusionOk="0">
                  <a:moveTo>
                    <a:pt x="250" y="1"/>
                  </a:moveTo>
                  <a:cubicBezTo>
                    <a:pt x="114" y="1"/>
                    <a:pt x="1" y="107"/>
                    <a:pt x="1" y="250"/>
                  </a:cubicBezTo>
                  <a:cubicBezTo>
                    <a:pt x="1" y="388"/>
                    <a:pt x="114" y="494"/>
                    <a:pt x="250" y="494"/>
                  </a:cubicBezTo>
                  <a:cubicBezTo>
                    <a:pt x="388" y="494"/>
                    <a:pt x="502" y="388"/>
                    <a:pt x="502" y="250"/>
                  </a:cubicBezTo>
                  <a:cubicBezTo>
                    <a:pt x="502" y="107"/>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1" name="Google Shape;12031;p27"/>
            <p:cNvSpPr/>
            <p:nvPr/>
          </p:nvSpPr>
          <p:spPr>
            <a:xfrm>
              <a:off x="2054075" y="4136775"/>
              <a:ext cx="12425" cy="12375"/>
            </a:xfrm>
            <a:custGeom>
              <a:avLst/>
              <a:gdLst/>
              <a:ahLst/>
              <a:cxnLst/>
              <a:rect l="l" t="t" r="r" b="b"/>
              <a:pathLst>
                <a:path w="497" h="495" extrusionOk="0">
                  <a:moveTo>
                    <a:pt x="252" y="1"/>
                  </a:moveTo>
                  <a:cubicBezTo>
                    <a:pt x="109" y="1"/>
                    <a:pt x="1" y="107"/>
                    <a:pt x="1" y="250"/>
                  </a:cubicBezTo>
                  <a:cubicBezTo>
                    <a:pt x="1" y="388"/>
                    <a:pt x="109" y="494"/>
                    <a:pt x="252" y="494"/>
                  </a:cubicBezTo>
                  <a:cubicBezTo>
                    <a:pt x="388" y="494"/>
                    <a:pt x="496" y="388"/>
                    <a:pt x="496" y="250"/>
                  </a:cubicBezTo>
                  <a:cubicBezTo>
                    <a:pt x="496"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2" name="Google Shape;12032;p27"/>
            <p:cNvSpPr/>
            <p:nvPr/>
          </p:nvSpPr>
          <p:spPr>
            <a:xfrm>
              <a:off x="2145825" y="4136775"/>
              <a:ext cx="12600" cy="12375"/>
            </a:xfrm>
            <a:custGeom>
              <a:avLst/>
              <a:gdLst/>
              <a:ahLst/>
              <a:cxnLst/>
              <a:rect l="l" t="t" r="r" b="b"/>
              <a:pathLst>
                <a:path w="504" h="495" extrusionOk="0">
                  <a:moveTo>
                    <a:pt x="252" y="1"/>
                  </a:moveTo>
                  <a:cubicBezTo>
                    <a:pt x="116" y="1"/>
                    <a:pt x="1" y="107"/>
                    <a:pt x="1" y="250"/>
                  </a:cubicBezTo>
                  <a:cubicBezTo>
                    <a:pt x="1" y="388"/>
                    <a:pt x="116" y="494"/>
                    <a:pt x="252" y="494"/>
                  </a:cubicBezTo>
                  <a:cubicBezTo>
                    <a:pt x="388" y="494"/>
                    <a:pt x="503" y="388"/>
                    <a:pt x="503" y="250"/>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3" name="Google Shape;12033;p27"/>
            <p:cNvSpPr/>
            <p:nvPr/>
          </p:nvSpPr>
          <p:spPr>
            <a:xfrm>
              <a:off x="2237800" y="4136775"/>
              <a:ext cx="12350" cy="12375"/>
            </a:xfrm>
            <a:custGeom>
              <a:avLst/>
              <a:gdLst/>
              <a:ahLst/>
              <a:cxnLst/>
              <a:rect l="l" t="t" r="r" b="b"/>
              <a:pathLst>
                <a:path w="494" h="495" extrusionOk="0">
                  <a:moveTo>
                    <a:pt x="244" y="1"/>
                  </a:moveTo>
                  <a:cubicBezTo>
                    <a:pt x="107" y="1"/>
                    <a:pt x="0" y="107"/>
                    <a:pt x="0" y="250"/>
                  </a:cubicBezTo>
                  <a:cubicBezTo>
                    <a:pt x="0" y="388"/>
                    <a:pt x="107" y="494"/>
                    <a:pt x="244" y="494"/>
                  </a:cubicBezTo>
                  <a:cubicBezTo>
                    <a:pt x="387" y="494"/>
                    <a:pt x="494" y="388"/>
                    <a:pt x="494" y="250"/>
                  </a:cubicBezTo>
                  <a:cubicBezTo>
                    <a:pt x="494" y="107"/>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4" name="Google Shape;12034;p27"/>
            <p:cNvSpPr/>
            <p:nvPr/>
          </p:nvSpPr>
          <p:spPr>
            <a:xfrm>
              <a:off x="2329550" y="4136775"/>
              <a:ext cx="12575" cy="12375"/>
            </a:xfrm>
            <a:custGeom>
              <a:avLst/>
              <a:gdLst/>
              <a:ahLst/>
              <a:cxnLst/>
              <a:rect l="l" t="t" r="r" b="b"/>
              <a:pathLst>
                <a:path w="503" h="495" extrusionOk="0">
                  <a:moveTo>
                    <a:pt x="251" y="1"/>
                  </a:moveTo>
                  <a:cubicBezTo>
                    <a:pt x="115" y="1"/>
                    <a:pt x="0" y="107"/>
                    <a:pt x="0" y="250"/>
                  </a:cubicBezTo>
                  <a:cubicBezTo>
                    <a:pt x="0" y="388"/>
                    <a:pt x="115" y="494"/>
                    <a:pt x="251" y="494"/>
                  </a:cubicBezTo>
                  <a:cubicBezTo>
                    <a:pt x="387" y="494"/>
                    <a:pt x="502" y="388"/>
                    <a:pt x="502" y="250"/>
                  </a:cubicBezTo>
                  <a:cubicBezTo>
                    <a:pt x="502"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5" name="Google Shape;12035;p27"/>
            <p:cNvSpPr/>
            <p:nvPr/>
          </p:nvSpPr>
          <p:spPr>
            <a:xfrm>
              <a:off x="2421325" y="4136775"/>
              <a:ext cx="12550" cy="12375"/>
            </a:xfrm>
            <a:custGeom>
              <a:avLst/>
              <a:gdLst/>
              <a:ahLst/>
              <a:cxnLst/>
              <a:rect l="l" t="t" r="r" b="b"/>
              <a:pathLst>
                <a:path w="502" h="495" extrusionOk="0">
                  <a:moveTo>
                    <a:pt x="250" y="1"/>
                  </a:moveTo>
                  <a:cubicBezTo>
                    <a:pt x="114" y="1"/>
                    <a:pt x="1" y="107"/>
                    <a:pt x="1" y="250"/>
                  </a:cubicBezTo>
                  <a:cubicBezTo>
                    <a:pt x="1" y="388"/>
                    <a:pt x="114" y="494"/>
                    <a:pt x="250" y="494"/>
                  </a:cubicBezTo>
                  <a:cubicBezTo>
                    <a:pt x="395" y="494"/>
                    <a:pt x="501" y="388"/>
                    <a:pt x="501" y="250"/>
                  </a:cubicBezTo>
                  <a:cubicBezTo>
                    <a:pt x="501" y="107"/>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6" name="Google Shape;12036;p27"/>
            <p:cNvSpPr/>
            <p:nvPr/>
          </p:nvSpPr>
          <p:spPr>
            <a:xfrm>
              <a:off x="2513250" y="4136775"/>
              <a:ext cx="12575" cy="12375"/>
            </a:xfrm>
            <a:custGeom>
              <a:avLst/>
              <a:gdLst/>
              <a:ahLst/>
              <a:cxnLst/>
              <a:rect l="l" t="t" r="r" b="b"/>
              <a:pathLst>
                <a:path w="503" h="495" extrusionOk="0">
                  <a:moveTo>
                    <a:pt x="252" y="1"/>
                  </a:moveTo>
                  <a:cubicBezTo>
                    <a:pt x="109" y="1"/>
                    <a:pt x="0" y="107"/>
                    <a:pt x="0" y="250"/>
                  </a:cubicBezTo>
                  <a:cubicBezTo>
                    <a:pt x="0" y="388"/>
                    <a:pt x="109" y="494"/>
                    <a:pt x="252" y="494"/>
                  </a:cubicBezTo>
                  <a:cubicBezTo>
                    <a:pt x="388" y="494"/>
                    <a:pt x="503" y="388"/>
                    <a:pt x="503" y="250"/>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7" name="Google Shape;12037;p27"/>
            <p:cNvSpPr/>
            <p:nvPr/>
          </p:nvSpPr>
          <p:spPr>
            <a:xfrm>
              <a:off x="2605000" y="4136775"/>
              <a:ext cx="12575" cy="12375"/>
            </a:xfrm>
            <a:custGeom>
              <a:avLst/>
              <a:gdLst/>
              <a:ahLst/>
              <a:cxnLst/>
              <a:rect l="l" t="t" r="r" b="b"/>
              <a:pathLst>
                <a:path w="503" h="495" extrusionOk="0">
                  <a:moveTo>
                    <a:pt x="252" y="1"/>
                  </a:moveTo>
                  <a:cubicBezTo>
                    <a:pt x="116" y="1"/>
                    <a:pt x="0" y="107"/>
                    <a:pt x="0" y="250"/>
                  </a:cubicBezTo>
                  <a:cubicBezTo>
                    <a:pt x="0" y="388"/>
                    <a:pt x="116" y="494"/>
                    <a:pt x="252" y="494"/>
                  </a:cubicBezTo>
                  <a:cubicBezTo>
                    <a:pt x="387" y="494"/>
                    <a:pt x="503" y="388"/>
                    <a:pt x="503" y="250"/>
                  </a:cubicBezTo>
                  <a:cubicBezTo>
                    <a:pt x="503" y="107"/>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8" name="Google Shape;12038;p27"/>
            <p:cNvSpPr/>
            <p:nvPr/>
          </p:nvSpPr>
          <p:spPr>
            <a:xfrm>
              <a:off x="2696950" y="4136775"/>
              <a:ext cx="12375" cy="12375"/>
            </a:xfrm>
            <a:custGeom>
              <a:avLst/>
              <a:gdLst/>
              <a:ahLst/>
              <a:cxnLst/>
              <a:rect l="l" t="t" r="r" b="b"/>
              <a:pathLst>
                <a:path w="495" h="495" extrusionOk="0">
                  <a:moveTo>
                    <a:pt x="252" y="1"/>
                  </a:moveTo>
                  <a:cubicBezTo>
                    <a:pt x="108" y="1"/>
                    <a:pt x="1" y="107"/>
                    <a:pt x="1" y="250"/>
                  </a:cubicBezTo>
                  <a:cubicBezTo>
                    <a:pt x="1" y="388"/>
                    <a:pt x="108" y="494"/>
                    <a:pt x="252" y="494"/>
                  </a:cubicBezTo>
                  <a:cubicBezTo>
                    <a:pt x="388" y="494"/>
                    <a:pt x="495" y="388"/>
                    <a:pt x="495" y="250"/>
                  </a:cubicBezTo>
                  <a:cubicBezTo>
                    <a:pt x="495"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9" name="Google Shape;12039;p27"/>
            <p:cNvSpPr/>
            <p:nvPr/>
          </p:nvSpPr>
          <p:spPr>
            <a:xfrm>
              <a:off x="2788700" y="4136775"/>
              <a:ext cx="12600" cy="12375"/>
            </a:xfrm>
            <a:custGeom>
              <a:avLst/>
              <a:gdLst/>
              <a:ahLst/>
              <a:cxnLst/>
              <a:rect l="l" t="t" r="r" b="b"/>
              <a:pathLst>
                <a:path w="504" h="495" extrusionOk="0">
                  <a:moveTo>
                    <a:pt x="252" y="1"/>
                  </a:moveTo>
                  <a:cubicBezTo>
                    <a:pt x="116" y="1"/>
                    <a:pt x="1" y="107"/>
                    <a:pt x="1" y="250"/>
                  </a:cubicBezTo>
                  <a:cubicBezTo>
                    <a:pt x="1" y="388"/>
                    <a:pt x="116" y="494"/>
                    <a:pt x="252" y="494"/>
                  </a:cubicBezTo>
                  <a:cubicBezTo>
                    <a:pt x="388" y="494"/>
                    <a:pt x="503" y="388"/>
                    <a:pt x="503" y="250"/>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0" name="Google Shape;12040;p27"/>
            <p:cNvSpPr/>
            <p:nvPr/>
          </p:nvSpPr>
          <p:spPr>
            <a:xfrm>
              <a:off x="2880675" y="4136775"/>
              <a:ext cx="12375" cy="12375"/>
            </a:xfrm>
            <a:custGeom>
              <a:avLst/>
              <a:gdLst/>
              <a:ahLst/>
              <a:cxnLst/>
              <a:rect l="l" t="t" r="r" b="b"/>
              <a:pathLst>
                <a:path w="495" h="495" extrusionOk="0">
                  <a:moveTo>
                    <a:pt x="243" y="1"/>
                  </a:moveTo>
                  <a:cubicBezTo>
                    <a:pt x="107" y="1"/>
                    <a:pt x="0" y="107"/>
                    <a:pt x="0" y="250"/>
                  </a:cubicBezTo>
                  <a:cubicBezTo>
                    <a:pt x="0" y="388"/>
                    <a:pt x="107" y="494"/>
                    <a:pt x="243" y="494"/>
                  </a:cubicBezTo>
                  <a:cubicBezTo>
                    <a:pt x="387" y="494"/>
                    <a:pt x="494" y="388"/>
                    <a:pt x="494" y="250"/>
                  </a:cubicBezTo>
                  <a:cubicBezTo>
                    <a:pt x="494" y="107"/>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1" name="Google Shape;12041;p27"/>
            <p:cNvSpPr/>
            <p:nvPr/>
          </p:nvSpPr>
          <p:spPr>
            <a:xfrm>
              <a:off x="2972425" y="4136775"/>
              <a:ext cx="12575" cy="12375"/>
            </a:xfrm>
            <a:custGeom>
              <a:avLst/>
              <a:gdLst/>
              <a:ahLst/>
              <a:cxnLst/>
              <a:rect l="l" t="t" r="r" b="b"/>
              <a:pathLst>
                <a:path w="503" h="495" extrusionOk="0">
                  <a:moveTo>
                    <a:pt x="251" y="1"/>
                  </a:moveTo>
                  <a:cubicBezTo>
                    <a:pt x="115" y="1"/>
                    <a:pt x="0" y="107"/>
                    <a:pt x="0" y="250"/>
                  </a:cubicBezTo>
                  <a:cubicBezTo>
                    <a:pt x="0" y="388"/>
                    <a:pt x="115" y="494"/>
                    <a:pt x="251" y="494"/>
                  </a:cubicBezTo>
                  <a:cubicBezTo>
                    <a:pt x="387" y="494"/>
                    <a:pt x="503" y="388"/>
                    <a:pt x="503" y="250"/>
                  </a:cubicBezTo>
                  <a:cubicBezTo>
                    <a:pt x="503"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2" name="Google Shape;12042;p27"/>
            <p:cNvSpPr/>
            <p:nvPr/>
          </p:nvSpPr>
          <p:spPr>
            <a:xfrm>
              <a:off x="3064375" y="4136775"/>
              <a:ext cx="12375" cy="12375"/>
            </a:xfrm>
            <a:custGeom>
              <a:avLst/>
              <a:gdLst/>
              <a:ahLst/>
              <a:cxnLst/>
              <a:rect l="l" t="t" r="r" b="b"/>
              <a:pathLst>
                <a:path w="495" h="495" extrusionOk="0">
                  <a:moveTo>
                    <a:pt x="243" y="1"/>
                  </a:moveTo>
                  <a:cubicBezTo>
                    <a:pt x="107" y="1"/>
                    <a:pt x="1" y="107"/>
                    <a:pt x="1" y="250"/>
                  </a:cubicBezTo>
                  <a:cubicBezTo>
                    <a:pt x="1" y="388"/>
                    <a:pt x="107" y="494"/>
                    <a:pt x="243" y="494"/>
                  </a:cubicBezTo>
                  <a:cubicBezTo>
                    <a:pt x="388" y="494"/>
                    <a:pt x="495" y="388"/>
                    <a:pt x="495" y="250"/>
                  </a:cubicBezTo>
                  <a:cubicBezTo>
                    <a:pt x="495" y="107"/>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3" name="Google Shape;12043;p27"/>
            <p:cNvSpPr/>
            <p:nvPr/>
          </p:nvSpPr>
          <p:spPr>
            <a:xfrm>
              <a:off x="3156125" y="4136775"/>
              <a:ext cx="12600" cy="12375"/>
            </a:xfrm>
            <a:custGeom>
              <a:avLst/>
              <a:gdLst/>
              <a:ahLst/>
              <a:cxnLst/>
              <a:rect l="l" t="t" r="r" b="b"/>
              <a:pathLst>
                <a:path w="504" h="495" extrusionOk="0">
                  <a:moveTo>
                    <a:pt x="252" y="1"/>
                  </a:moveTo>
                  <a:cubicBezTo>
                    <a:pt x="116" y="1"/>
                    <a:pt x="1" y="107"/>
                    <a:pt x="1" y="250"/>
                  </a:cubicBezTo>
                  <a:cubicBezTo>
                    <a:pt x="1" y="388"/>
                    <a:pt x="116" y="494"/>
                    <a:pt x="252" y="494"/>
                  </a:cubicBezTo>
                  <a:cubicBezTo>
                    <a:pt x="388" y="494"/>
                    <a:pt x="503" y="388"/>
                    <a:pt x="503" y="250"/>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4" name="Google Shape;12044;p27"/>
            <p:cNvSpPr/>
            <p:nvPr/>
          </p:nvSpPr>
          <p:spPr>
            <a:xfrm>
              <a:off x="3247875" y="4136775"/>
              <a:ext cx="12575" cy="12375"/>
            </a:xfrm>
            <a:custGeom>
              <a:avLst/>
              <a:gdLst/>
              <a:ahLst/>
              <a:cxnLst/>
              <a:rect l="l" t="t" r="r" b="b"/>
              <a:pathLst>
                <a:path w="503" h="495" extrusionOk="0">
                  <a:moveTo>
                    <a:pt x="252" y="1"/>
                  </a:moveTo>
                  <a:cubicBezTo>
                    <a:pt x="116" y="1"/>
                    <a:pt x="1" y="107"/>
                    <a:pt x="1" y="250"/>
                  </a:cubicBezTo>
                  <a:cubicBezTo>
                    <a:pt x="1" y="388"/>
                    <a:pt x="116" y="494"/>
                    <a:pt x="252" y="494"/>
                  </a:cubicBezTo>
                  <a:cubicBezTo>
                    <a:pt x="388" y="494"/>
                    <a:pt x="503" y="388"/>
                    <a:pt x="503" y="250"/>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5" name="Google Shape;12045;p27"/>
            <p:cNvSpPr/>
            <p:nvPr/>
          </p:nvSpPr>
          <p:spPr>
            <a:xfrm>
              <a:off x="3339850" y="4136775"/>
              <a:ext cx="12525" cy="12375"/>
            </a:xfrm>
            <a:custGeom>
              <a:avLst/>
              <a:gdLst/>
              <a:ahLst/>
              <a:cxnLst/>
              <a:rect l="l" t="t" r="r" b="b"/>
              <a:pathLst>
                <a:path w="501" h="495" extrusionOk="0">
                  <a:moveTo>
                    <a:pt x="251" y="1"/>
                  </a:moveTo>
                  <a:cubicBezTo>
                    <a:pt x="107" y="1"/>
                    <a:pt x="0" y="107"/>
                    <a:pt x="0" y="250"/>
                  </a:cubicBezTo>
                  <a:cubicBezTo>
                    <a:pt x="0" y="388"/>
                    <a:pt x="107" y="494"/>
                    <a:pt x="251" y="494"/>
                  </a:cubicBezTo>
                  <a:cubicBezTo>
                    <a:pt x="387" y="494"/>
                    <a:pt x="501" y="388"/>
                    <a:pt x="501" y="250"/>
                  </a:cubicBezTo>
                  <a:cubicBezTo>
                    <a:pt x="501"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6" name="Google Shape;12046;p27"/>
            <p:cNvSpPr/>
            <p:nvPr/>
          </p:nvSpPr>
          <p:spPr>
            <a:xfrm>
              <a:off x="3431575" y="4136775"/>
              <a:ext cx="12600" cy="12375"/>
            </a:xfrm>
            <a:custGeom>
              <a:avLst/>
              <a:gdLst/>
              <a:ahLst/>
              <a:cxnLst/>
              <a:rect l="l" t="t" r="r" b="b"/>
              <a:pathLst>
                <a:path w="504" h="495" extrusionOk="0">
                  <a:moveTo>
                    <a:pt x="252" y="1"/>
                  </a:moveTo>
                  <a:cubicBezTo>
                    <a:pt x="116" y="1"/>
                    <a:pt x="1" y="107"/>
                    <a:pt x="1" y="250"/>
                  </a:cubicBezTo>
                  <a:cubicBezTo>
                    <a:pt x="1" y="388"/>
                    <a:pt x="116" y="494"/>
                    <a:pt x="252" y="494"/>
                  </a:cubicBezTo>
                  <a:cubicBezTo>
                    <a:pt x="388" y="494"/>
                    <a:pt x="503" y="388"/>
                    <a:pt x="503" y="250"/>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7" name="Google Shape;12047;p27"/>
            <p:cNvSpPr/>
            <p:nvPr/>
          </p:nvSpPr>
          <p:spPr>
            <a:xfrm>
              <a:off x="3523550" y="4136775"/>
              <a:ext cx="12375" cy="12375"/>
            </a:xfrm>
            <a:custGeom>
              <a:avLst/>
              <a:gdLst/>
              <a:ahLst/>
              <a:cxnLst/>
              <a:rect l="l" t="t" r="r" b="b"/>
              <a:pathLst>
                <a:path w="495" h="495" extrusionOk="0">
                  <a:moveTo>
                    <a:pt x="250" y="1"/>
                  </a:moveTo>
                  <a:cubicBezTo>
                    <a:pt x="107" y="1"/>
                    <a:pt x="0" y="107"/>
                    <a:pt x="0" y="250"/>
                  </a:cubicBezTo>
                  <a:cubicBezTo>
                    <a:pt x="0" y="388"/>
                    <a:pt x="107" y="494"/>
                    <a:pt x="250" y="494"/>
                  </a:cubicBezTo>
                  <a:cubicBezTo>
                    <a:pt x="388" y="494"/>
                    <a:pt x="494" y="388"/>
                    <a:pt x="494" y="250"/>
                  </a:cubicBezTo>
                  <a:cubicBezTo>
                    <a:pt x="494" y="107"/>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8" name="Google Shape;12048;p27"/>
            <p:cNvSpPr/>
            <p:nvPr/>
          </p:nvSpPr>
          <p:spPr>
            <a:xfrm>
              <a:off x="676400" y="4228525"/>
              <a:ext cx="12600" cy="12575"/>
            </a:xfrm>
            <a:custGeom>
              <a:avLst/>
              <a:gdLst/>
              <a:ahLst/>
              <a:cxnLst/>
              <a:rect l="l" t="t" r="r" b="b"/>
              <a:pathLst>
                <a:path w="504" h="503" extrusionOk="0">
                  <a:moveTo>
                    <a:pt x="252" y="0"/>
                  </a:moveTo>
                  <a:cubicBezTo>
                    <a:pt x="116" y="0"/>
                    <a:pt x="1" y="116"/>
                    <a:pt x="1" y="252"/>
                  </a:cubicBezTo>
                  <a:cubicBezTo>
                    <a:pt x="1" y="388"/>
                    <a:pt x="116" y="503"/>
                    <a:pt x="252" y="503"/>
                  </a:cubicBezTo>
                  <a:cubicBezTo>
                    <a:pt x="388" y="503"/>
                    <a:pt x="503" y="388"/>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9" name="Google Shape;12049;p27"/>
            <p:cNvSpPr/>
            <p:nvPr/>
          </p:nvSpPr>
          <p:spPr>
            <a:xfrm>
              <a:off x="768325" y="4228525"/>
              <a:ext cx="12400" cy="12575"/>
            </a:xfrm>
            <a:custGeom>
              <a:avLst/>
              <a:gdLst/>
              <a:ahLst/>
              <a:cxnLst/>
              <a:rect l="l" t="t" r="r" b="b"/>
              <a:pathLst>
                <a:path w="496" h="503" extrusionOk="0">
                  <a:moveTo>
                    <a:pt x="245" y="0"/>
                  </a:moveTo>
                  <a:cubicBezTo>
                    <a:pt x="109" y="0"/>
                    <a:pt x="0" y="116"/>
                    <a:pt x="0" y="252"/>
                  </a:cubicBezTo>
                  <a:cubicBezTo>
                    <a:pt x="0" y="388"/>
                    <a:pt x="109" y="503"/>
                    <a:pt x="245" y="503"/>
                  </a:cubicBezTo>
                  <a:cubicBezTo>
                    <a:pt x="388" y="503"/>
                    <a:pt x="496" y="388"/>
                    <a:pt x="496" y="252"/>
                  </a:cubicBezTo>
                  <a:cubicBezTo>
                    <a:pt x="496" y="116"/>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0" name="Google Shape;12050;p27"/>
            <p:cNvSpPr/>
            <p:nvPr/>
          </p:nvSpPr>
          <p:spPr>
            <a:xfrm>
              <a:off x="860125" y="4228525"/>
              <a:ext cx="12525" cy="12575"/>
            </a:xfrm>
            <a:custGeom>
              <a:avLst/>
              <a:gdLst/>
              <a:ahLst/>
              <a:cxnLst/>
              <a:rect l="l" t="t" r="r" b="b"/>
              <a:pathLst>
                <a:path w="501" h="503" extrusionOk="0">
                  <a:moveTo>
                    <a:pt x="251" y="0"/>
                  </a:moveTo>
                  <a:cubicBezTo>
                    <a:pt x="114" y="0"/>
                    <a:pt x="0" y="116"/>
                    <a:pt x="0" y="252"/>
                  </a:cubicBezTo>
                  <a:cubicBezTo>
                    <a:pt x="0" y="388"/>
                    <a:pt x="114" y="503"/>
                    <a:pt x="251" y="503"/>
                  </a:cubicBezTo>
                  <a:cubicBezTo>
                    <a:pt x="387" y="503"/>
                    <a:pt x="501" y="388"/>
                    <a:pt x="501" y="252"/>
                  </a:cubicBezTo>
                  <a:cubicBezTo>
                    <a:pt x="501"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1" name="Google Shape;12051;p27"/>
            <p:cNvSpPr/>
            <p:nvPr/>
          </p:nvSpPr>
          <p:spPr>
            <a:xfrm>
              <a:off x="951850" y="4228525"/>
              <a:ext cx="12600" cy="12575"/>
            </a:xfrm>
            <a:custGeom>
              <a:avLst/>
              <a:gdLst/>
              <a:ahLst/>
              <a:cxnLst/>
              <a:rect l="l" t="t" r="r" b="b"/>
              <a:pathLst>
                <a:path w="504" h="503" extrusionOk="0">
                  <a:moveTo>
                    <a:pt x="252" y="0"/>
                  </a:moveTo>
                  <a:cubicBezTo>
                    <a:pt x="116" y="0"/>
                    <a:pt x="1" y="116"/>
                    <a:pt x="1" y="252"/>
                  </a:cubicBezTo>
                  <a:cubicBezTo>
                    <a:pt x="1" y="388"/>
                    <a:pt x="116" y="503"/>
                    <a:pt x="252" y="503"/>
                  </a:cubicBezTo>
                  <a:cubicBezTo>
                    <a:pt x="388" y="503"/>
                    <a:pt x="503" y="388"/>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2" name="Google Shape;12052;p27"/>
            <p:cNvSpPr/>
            <p:nvPr/>
          </p:nvSpPr>
          <p:spPr>
            <a:xfrm>
              <a:off x="1043825" y="4228525"/>
              <a:ext cx="12375" cy="12575"/>
            </a:xfrm>
            <a:custGeom>
              <a:avLst/>
              <a:gdLst/>
              <a:ahLst/>
              <a:cxnLst/>
              <a:rect l="l" t="t" r="r" b="b"/>
              <a:pathLst>
                <a:path w="495" h="503" extrusionOk="0">
                  <a:moveTo>
                    <a:pt x="250" y="0"/>
                  </a:moveTo>
                  <a:cubicBezTo>
                    <a:pt x="107" y="0"/>
                    <a:pt x="0" y="116"/>
                    <a:pt x="0" y="252"/>
                  </a:cubicBezTo>
                  <a:cubicBezTo>
                    <a:pt x="0" y="388"/>
                    <a:pt x="107" y="503"/>
                    <a:pt x="250" y="503"/>
                  </a:cubicBezTo>
                  <a:cubicBezTo>
                    <a:pt x="388" y="503"/>
                    <a:pt x="494" y="388"/>
                    <a:pt x="494" y="252"/>
                  </a:cubicBezTo>
                  <a:cubicBezTo>
                    <a:pt x="494"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3" name="Google Shape;12053;p27"/>
            <p:cNvSpPr/>
            <p:nvPr/>
          </p:nvSpPr>
          <p:spPr>
            <a:xfrm>
              <a:off x="1135575" y="4228525"/>
              <a:ext cx="12575" cy="12575"/>
            </a:xfrm>
            <a:custGeom>
              <a:avLst/>
              <a:gdLst/>
              <a:ahLst/>
              <a:cxnLst/>
              <a:rect l="l" t="t" r="r" b="b"/>
              <a:pathLst>
                <a:path w="503" h="503" extrusionOk="0">
                  <a:moveTo>
                    <a:pt x="252" y="0"/>
                  </a:moveTo>
                  <a:cubicBezTo>
                    <a:pt x="116" y="0"/>
                    <a:pt x="0" y="116"/>
                    <a:pt x="0" y="252"/>
                  </a:cubicBezTo>
                  <a:cubicBezTo>
                    <a:pt x="0" y="388"/>
                    <a:pt x="116" y="503"/>
                    <a:pt x="252" y="503"/>
                  </a:cubicBezTo>
                  <a:cubicBezTo>
                    <a:pt x="387" y="503"/>
                    <a:pt x="503" y="388"/>
                    <a:pt x="503" y="252"/>
                  </a:cubicBezTo>
                  <a:cubicBezTo>
                    <a:pt x="503"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4" name="Google Shape;12054;p27"/>
            <p:cNvSpPr/>
            <p:nvPr/>
          </p:nvSpPr>
          <p:spPr>
            <a:xfrm>
              <a:off x="1227500" y="4228525"/>
              <a:ext cx="12400" cy="12575"/>
            </a:xfrm>
            <a:custGeom>
              <a:avLst/>
              <a:gdLst/>
              <a:ahLst/>
              <a:cxnLst/>
              <a:rect l="l" t="t" r="r" b="b"/>
              <a:pathLst>
                <a:path w="496" h="503" extrusionOk="0">
                  <a:moveTo>
                    <a:pt x="251" y="0"/>
                  </a:moveTo>
                  <a:cubicBezTo>
                    <a:pt x="109" y="0"/>
                    <a:pt x="0" y="116"/>
                    <a:pt x="0" y="252"/>
                  </a:cubicBezTo>
                  <a:cubicBezTo>
                    <a:pt x="0" y="388"/>
                    <a:pt x="109" y="503"/>
                    <a:pt x="251" y="503"/>
                  </a:cubicBezTo>
                  <a:cubicBezTo>
                    <a:pt x="387" y="503"/>
                    <a:pt x="496" y="388"/>
                    <a:pt x="496" y="252"/>
                  </a:cubicBezTo>
                  <a:cubicBezTo>
                    <a:pt x="496"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5" name="Google Shape;12055;p27"/>
            <p:cNvSpPr/>
            <p:nvPr/>
          </p:nvSpPr>
          <p:spPr>
            <a:xfrm>
              <a:off x="1319275" y="4228525"/>
              <a:ext cx="12550" cy="12575"/>
            </a:xfrm>
            <a:custGeom>
              <a:avLst/>
              <a:gdLst/>
              <a:ahLst/>
              <a:cxnLst/>
              <a:rect l="l" t="t" r="r" b="b"/>
              <a:pathLst>
                <a:path w="502" h="503" extrusionOk="0">
                  <a:moveTo>
                    <a:pt x="252" y="0"/>
                  </a:moveTo>
                  <a:cubicBezTo>
                    <a:pt x="114" y="0"/>
                    <a:pt x="1" y="116"/>
                    <a:pt x="1" y="252"/>
                  </a:cubicBezTo>
                  <a:cubicBezTo>
                    <a:pt x="1" y="388"/>
                    <a:pt x="114" y="503"/>
                    <a:pt x="252" y="503"/>
                  </a:cubicBezTo>
                  <a:cubicBezTo>
                    <a:pt x="388" y="503"/>
                    <a:pt x="501" y="388"/>
                    <a:pt x="501" y="252"/>
                  </a:cubicBezTo>
                  <a:cubicBezTo>
                    <a:pt x="501"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6" name="Google Shape;12056;p27"/>
            <p:cNvSpPr/>
            <p:nvPr/>
          </p:nvSpPr>
          <p:spPr>
            <a:xfrm>
              <a:off x="1411200" y="4228525"/>
              <a:ext cx="12425" cy="12575"/>
            </a:xfrm>
            <a:custGeom>
              <a:avLst/>
              <a:gdLst/>
              <a:ahLst/>
              <a:cxnLst/>
              <a:rect l="l" t="t" r="r" b="b"/>
              <a:pathLst>
                <a:path w="497" h="503" extrusionOk="0">
                  <a:moveTo>
                    <a:pt x="245" y="0"/>
                  </a:moveTo>
                  <a:cubicBezTo>
                    <a:pt x="109" y="0"/>
                    <a:pt x="1" y="116"/>
                    <a:pt x="1" y="252"/>
                  </a:cubicBezTo>
                  <a:cubicBezTo>
                    <a:pt x="1" y="388"/>
                    <a:pt x="109" y="503"/>
                    <a:pt x="245" y="503"/>
                  </a:cubicBezTo>
                  <a:cubicBezTo>
                    <a:pt x="388" y="503"/>
                    <a:pt x="496" y="388"/>
                    <a:pt x="496" y="252"/>
                  </a:cubicBezTo>
                  <a:cubicBezTo>
                    <a:pt x="496" y="116"/>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7" name="Google Shape;12057;p27"/>
            <p:cNvSpPr/>
            <p:nvPr/>
          </p:nvSpPr>
          <p:spPr>
            <a:xfrm>
              <a:off x="1503000" y="4228525"/>
              <a:ext cx="12525" cy="12575"/>
            </a:xfrm>
            <a:custGeom>
              <a:avLst/>
              <a:gdLst/>
              <a:ahLst/>
              <a:cxnLst/>
              <a:rect l="l" t="t" r="r" b="b"/>
              <a:pathLst>
                <a:path w="501" h="503" extrusionOk="0">
                  <a:moveTo>
                    <a:pt x="250" y="0"/>
                  </a:moveTo>
                  <a:cubicBezTo>
                    <a:pt x="114" y="0"/>
                    <a:pt x="0" y="116"/>
                    <a:pt x="0" y="252"/>
                  </a:cubicBezTo>
                  <a:cubicBezTo>
                    <a:pt x="0" y="388"/>
                    <a:pt x="114" y="503"/>
                    <a:pt x="250" y="503"/>
                  </a:cubicBezTo>
                  <a:cubicBezTo>
                    <a:pt x="387" y="503"/>
                    <a:pt x="501" y="388"/>
                    <a:pt x="501" y="252"/>
                  </a:cubicBezTo>
                  <a:cubicBezTo>
                    <a:pt x="501" y="116"/>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8" name="Google Shape;12058;p27"/>
            <p:cNvSpPr/>
            <p:nvPr/>
          </p:nvSpPr>
          <p:spPr>
            <a:xfrm>
              <a:off x="1594750" y="4228525"/>
              <a:ext cx="12575" cy="12575"/>
            </a:xfrm>
            <a:custGeom>
              <a:avLst/>
              <a:gdLst/>
              <a:ahLst/>
              <a:cxnLst/>
              <a:rect l="l" t="t" r="r" b="b"/>
              <a:pathLst>
                <a:path w="503" h="503" extrusionOk="0">
                  <a:moveTo>
                    <a:pt x="251" y="0"/>
                  </a:moveTo>
                  <a:cubicBezTo>
                    <a:pt x="115" y="0"/>
                    <a:pt x="0" y="116"/>
                    <a:pt x="0" y="252"/>
                  </a:cubicBezTo>
                  <a:cubicBezTo>
                    <a:pt x="0" y="388"/>
                    <a:pt x="115" y="503"/>
                    <a:pt x="251" y="503"/>
                  </a:cubicBezTo>
                  <a:cubicBezTo>
                    <a:pt x="394" y="503"/>
                    <a:pt x="503" y="388"/>
                    <a:pt x="503" y="252"/>
                  </a:cubicBezTo>
                  <a:cubicBezTo>
                    <a:pt x="503" y="116"/>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9" name="Google Shape;12059;p27"/>
            <p:cNvSpPr/>
            <p:nvPr/>
          </p:nvSpPr>
          <p:spPr>
            <a:xfrm>
              <a:off x="1686650" y="4228525"/>
              <a:ext cx="12600" cy="12575"/>
            </a:xfrm>
            <a:custGeom>
              <a:avLst/>
              <a:gdLst/>
              <a:ahLst/>
              <a:cxnLst/>
              <a:rect l="l" t="t" r="r" b="b"/>
              <a:pathLst>
                <a:path w="504" h="503" extrusionOk="0">
                  <a:moveTo>
                    <a:pt x="252" y="0"/>
                  </a:moveTo>
                  <a:cubicBezTo>
                    <a:pt x="116" y="0"/>
                    <a:pt x="1" y="116"/>
                    <a:pt x="1" y="252"/>
                  </a:cubicBezTo>
                  <a:cubicBezTo>
                    <a:pt x="1" y="388"/>
                    <a:pt x="116" y="503"/>
                    <a:pt x="252" y="503"/>
                  </a:cubicBezTo>
                  <a:cubicBezTo>
                    <a:pt x="388" y="503"/>
                    <a:pt x="503" y="388"/>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0" name="Google Shape;12060;p27"/>
            <p:cNvSpPr/>
            <p:nvPr/>
          </p:nvSpPr>
          <p:spPr>
            <a:xfrm>
              <a:off x="1778450" y="4228525"/>
              <a:ext cx="12550" cy="12575"/>
            </a:xfrm>
            <a:custGeom>
              <a:avLst/>
              <a:gdLst/>
              <a:ahLst/>
              <a:cxnLst/>
              <a:rect l="l" t="t" r="r" b="b"/>
              <a:pathLst>
                <a:path w="502" h="503" extrusionOk="0">
                  <a:moveTo>
                    <a:pt x="252" y="0"/>
                  </a:moveTo>
                  <a:cubicBezTo>
                    <a:pt x="114" y="0"/>
                    <a:pt x="1" y="116"/>
                    <a:pt x="1" y="252"/>
                  </a:cubicBezTo>
                  <a:cubicBezTo>
                    <a:pt x="1" y="388"/>
                    <a:pt x="114" y="503"/>
                    <a:pt x="252" y="503"/>
                  </a:cubicBezTo>
                  <a:cubicBezTo>
                    <a:pt x="388" y="503"/>
                    <a:pt x="501" y="388"/>
                    <a:pt x="501" y="252"/>
                  </a:cubicBezTo>
                  <a:cubicBezTo>
                    <a:pt x="501"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1" name="Google Shape;12061;p27"/>
            <p:cNvSpPr/>
            <p:nvPr/>
          </p:nvSpPr>
          <p:spPr>
            <a:xfrm>
              <a:off x="1870375" y="4228525"/>
              <a:ext cx="12400" cy="12575"/>
            </a:xfrm>
            <a:custGeom>
              <a:avLst/>
              <a:gdLst/>
              <a:ahLst/>
              <a:cxnLst/>
              <a:rect l="l" t="t" r="r" b="b"/>
              <a:pathLst>
                <a:path w="496" h="503" extrusionOk="0">
                  <a:moveTo>
                    <a:pt x="252" y="0"/>
                  </a:moveTo>
                  <a:cubicBezTo>
                    <a:pt x="109" y="0"/>
                    <a:pt x="0" y="116"/>
                    <a:pt x="0" y="252"/>
                  </a:cubicBezTo>
                  <a:cubicBezTo>
                    <a:pt x="0" y="388"/>
                    <a:pt x="109" y="503"/>
                    <a:pt x="252" y="503"/>
                  </a:cubicBezTo>
                  <a:cubicBezTo>
                    <a:pt x="387" y="503"/>
                    <a:pt x="496" y="388"/>
                    <a:pt x="496" y="252"/>
                  </a:cubicBezTo>
                  <a:cubicBezTo>
                    <a:pt x="496"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2" name="Google Shape;12062;p27"/>
            <p:cNvSpPr/>
            <p:nvPr/>
          </p:nvSpPr>
          <p:spPr>
            <a:xfrm>
              <a:off x="1962150" y="4228525"/>
              <a:ext cx="12550" cy="12575"/>
            </a:xfrm>
            <a:custGeom>
              <a:avLst/>
              <a:gdLst/>
              <a:ahLst/>
              <a:cxnLst/>
              <a:rect l="l" t="t" r="r" b="b"/>
              <a:pathLst>
                <a:path w="502" h="503" extrusionOk="0">
                  <a:moveTo>
                    <a:pt x="250" y="0"/>
                  </a:moveTo>
                  <a:cubicBezTo>
                    <a:pt x="114" y="0"/>
                    <a:pt x="1" y="116"/>
                    <a:pt x="1" y="252"/>
                  </a:cubicBezTo>
                  <a:cubicBezTo>
                    <a:pt x="1" y="388"/>
                    <a:pt x="114" y="503"/>
                    <a:pt x="250" y="503"/>
                  </a:cubicBezTo>
                  <a:cubicBezTo>
                    <a:pt x="388" y="503"/>
                    <a:pt x="502" y="388"/>
                    <a:pt x="502" y="252"/>
                  </a:cubicBezTo>
                  <a:cubicBezTo>
                    <a:pt x="502"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3" name="Google Shape;12063;p27"/>
            <p:cNvSpPr/>
            <p:nvPr/>
          </p:nvSpPr>
          <p:spPr>
            <a:xfrm>
              <a:off x="2054075" y="4228525"/>
              <a:ext cx="12425" cy="12575"/>
            </a:xfrm>
            <a:custGeom>
              <a:avLst/>
              <a:gdLst/>
              <a:ahLst/>
              <a:cxnLst/>
              <a:rect l="l" t="t" r="r" b="b"/>
              <a:pathLst>
                <a:path w="497" h="503" extrusionOk="0">
                  <a:moveTo>
                    <a:pt x="252" y="0"/>
                  </a:moveTo>
                  <a:cubicBezTo>
                    <a:pt x="109" y="0"/>
                    <a:pt x="1" y="116"/>
                    <a:pt x="1" y="252"/>
                  </a:cubicBezTo>
                  <a:cubicBezTo>
                    <a:pt x="1" y="388"/>
                    <a:pt x="109" y="503"/>
                    <a:pt x="252" y="503"/>
                  </a:cubicBezTo>
                  <a:cubicBezTo>
                    <a:pt x="388" y="503"/>
                    <a:pt x="496" y="388"/>
                    <a:pt x="496" y="252"/>
                  </a:cubicBezTo>
                  <a:cubicBezTo>
                    <a:pt x="496"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4" name="Google Shape;12064;p27"/>
            <p:cNvSpPr/>
            <p:nvPr/>
          </p:nvSpPr>
          <p:spPr>
            <a:xfrm>
              <a:off x="2145825" y="4228525"/>
              <a:ext cx="12600" cy="12575"/>
            </a:xfrm>
            <a:custGeom>
              <a:avLst/>
              <a:gdLst/>
              <a:ahLst/>
              <a:cxnLst/>
              <a:rect l="l" t="t" r="r" b="b"/>
              <a:pathLst>
                <a:path w="504" h="503" extrusionOk="0">
                  <a:moveTo>
                    <a:pt x="252" y="0"/>
                  </a:moveTo>
                  <a:cubicBezTo>
                    <a:pt x="116" y="0"/>
                    <a:pt x="1" y="116"/>
                    <a:pt x="1" y="252"/>
                  </a:cubicBezTo>
                  <a:cubicBezTo>
                    <a:pt x="1" y="388"/>
                    <a:pt x="116" y="503"/>
                    <a:pt x="252" y="503"/>
                  </a:cubicBezTo>
                  <a:cubicBezTo>
                    <a:pt x="388" y="503"/>
                    <a:pt x="503" y="388"/>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5" name="Google Shape;12065;p27"/>
            <p:cNvSpPr/>
            <p:nvPr/>
          </p:nvSpPr>
          <p:spPr>
            <a:xfrm>
              <a:off x="2237800" y="4228525"/>
              <a:ext cx="12350" cy="12575"/>
            </a:xfrm>
            <a:custGeom>
              <a:avLst/>
              <a:gdLst/>
              <a:ahLst/>
              <a:cxnLst/>
              <a:rect l="l" t="t" r="r" b="b"/>
              <a:pathLst>
                <a:path w="494" h="503" extrusionOk="0">
                  <a:moveTo>
                    <a:pt x="244" y="0"/>
                  </a:moveTo>
                  <a:cubicBezTo>
                    <a:pt x="107" y="0"/>
                    <a:pt x="0" y="116"/>
                    <a:pt x="0" y="252"/>
                  </a:cubicBezTo>
                  <a:cubicBezTo>
                    <a:pt x="0" y="388"/>
                    <a:pt x="107" y="503"/>
                    <a:pt x="244" y="503"/>
                  </a:cubicBezTo>
                  <a:cubicBezTo>
                    <a:pt x="387" y="503"/>
                    <a:pt x="494" y="388"/>
                    <a:pt x="494" y="252"/>
                  </a:cubicBezTo>
                  <a:cubicBezTo>
                    <a:pt x="494" y="116"/>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6" name="Google Shape;12066;p27"/>
            <p:cNvSpPr/>
            <p:nvPr/>
          </p:nvSpPr>
          <p:spPr>
            <a:xfrm>
              <a:off x="2329550" y="4228525"/>
              <a:ext cx="12575" cy="12575"/>
            </a:xfrm>
            <a:custGeom>
              <a:avLst/>
              <a:gdLst/>
              <a:ahLst/>
              <a:cxnLst/>
              <a:rect l="l" t="t" r="r" b="b"/>
              <a:pathLst>
                <a:path w="503" h="503" extrusionOk="0">
                  <a:moveTo>
                    <a:pt x="251" y="0"/>
                  </a:moveTo>
                  <a:cubicBezTo>
                    <a:pt x="115" y="0"/>
                    <a:pt x="0" y="116"/>
                    <a:pt x="0" y="252"/>
                  </a:cubicBezTo>
                  <a:cubicBezTo>
                    <a:pt x="0" y="388"/>
                    <a:pt x="115" y="503"/>
                    <a:pt x="251" y="503"/>
                  </a:cubicBezTo>
                  <a:cubicBezTo>
                    <a:pt x="387" y="503"/>
                    <a:pt x="502" y="388"/>
                    <a:pt x="502" y="252"/>
                  </a:cubicBezTo>
                  <a:cubicBezTo>
                    <a:pt x="502"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7" name="Google Shape;12067;p27"/>
            <p:cNvSpPr/>
            <p:nvPr/>
          </p:nvSpPr>
          <p:spPr>
            <a:xfrm>
              <a:off x="2421325" y="4228525"/>
              <a:ext cx="12550" cy="12575"/>
            </a:xfrm>
            <a:custGeom>
              <a:avLst/>
              <a:gdLst/>
              <a:ahLst/>
              <a:cxnLst/>
              <a:rect l="l" t="t" r="r" b="b"/>
              <a:pathLst>
                <a:path w="502" h="503" extrusionOk="0">
                  <a:moveTo>
                    <a:pt x="250" y="0"/>
                  </a:moveTo>
                  <a:cubicBezTo>
                    <a:pt x="114" y="0"/>
                    <a:pt x="1" y="116"/>
                    <a:pt x="1" y="252"/>
                  </a:cubicBezTo>
                  <a:cubicBezTo>
                    <a:pt x="1" y="388"/>
                    <a:pt x="114" y="503"/>
                    <a:pt x="250" y="503"/>
                  </a:cubicBezTo>
                  <a:cubicBezTo>
                    <a:pt x="395" y="503"/>
                    <a:pt x="501" y="388"/>
                    <a:pt x="501" y="252"/>
                  </a:cubicBezTo>
                  <a:cubicBezTo>
                    <a:pt x="501" y="116"/>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8" name="Google Shape;12068;p27"/>
            <p:cNvSpPr/>
            <p:nvPr/>
          </p:nvSpPr>
          <p:spPr>
            <a:xfrm>
              <a:off x="2513250" y="4228525"/>
              <a:ext cx="12575" cy="12575"/>
            </a:xfrm>
            <a:custGeom>
              <a:avLst/>
              <a:gdLst/>
              <a:ahLst/>
              <a:cxnLst/>
              <a:rect l="l" t="t" r="r" b="b"/>
              <a:pathLst>
                <a:path w="503" h="503" extrusionOk="0">
                  <a:moveTo>
                    <a:pt x="252" y="0"/>
                  </a:moveTo>
                  <a:cubicBezTo>
                    <a:pt x="109" y="0"/>
                    <a:pt x="0" y="116"/>
                    <a:pt x="0" y="252"/>
                  </a:cubicBezTo>
                  <a:cubicBezTo>
                    <a:pt x="0" y="388"/>
                    <a:pt x="109" y="503"/>
                    <a:pt x="252" y="503"/>
                  </a:cubicBezTo>
                  <a:cubicBezTo>
                    <a:pt x="388" y="503"/>
                    <a:pt x="503" y="388"/>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9" name="Google Shape;12069;p27"/>
            <p:cNvSpPr/>
            <p:nvPr/>
          </p:nvSpPr>
          <p:spPr>
            <a:xfrm>
              <a:off x="2605000" y="4228525"/>
              <a:ext cx="12575" cy="12575"/>
            </a:xfrm>
            <a:custGeom>
              <a:avLst/>
              <a:gdLst/>
              <a:ahLst/>
              <a:cxnLst/>
              <a:rect l="l" t="t" r="r" b="b"/>
              <a:pathLst>
                <a:path w="503" h="503" extrusionOk="0">
                  <a:moveTo>
                    <a:pt x="252" y="0"/>
                  </a:moveTo>
                  <a:cubicBezTo>
                    <a:pt x="116" y="0"/>
                    <a:pt x="0" y="116"/>
                    <a:pt x="0" y="252"/>
                  </a:cubicBezTo>
                  <a:cubicBezTo>
                    <a:pt x="0" y="388"/>
                    <a:pt x="116" y="503"/>
                    <a:pt x="252" y="503"/>
                  </a:cubicBezTo>
                  <a:cubicBezTo>
                    <a:pt x="387" y="503"/>
                    <a:pt x="503" y="388"/>
                    <a:pt x="503" y="252"/>
                  </a:cubicBezTo>
                  <a:cubicBezTo>
                    <a:pt x="503"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0" name="Google Shape;12070;p27"/>
            <p:cNvSpPr/>
            <p:nvPr/>
          </p:nvSpPr>
          <p:spPr>
            <a:xfrm>
              <a:off x="2696950" y="4228525"/>
              <a:ext cx="12375" cy="12575"/>
            </a:xfrm>
            <a:custGeom>
              <a:avLst/>
              <a:gdLst/>
              <a:ahLst/>
              <a:cxnLst/>
              <a:rect l="l" t="t" r="r" b="b"/>
              <a:pathLst>
                <a:path w="495" h="503" extrusionOk="0">
                  <a:moveTo>
                    <a:pt x="252" y="0"/>
                  </a:moveTo>
                  <a:cubicBezTo>
                    <a:pt x="108" y="0"/>
                    <a:pt x="1" y="116"/>
                    <a:pt x="1" y="252"/>
                  </a:cubicBezTo>
                  <a:cubicBezTo>
                    <a:pt x="1" y="388"/>
                    <a:pt x="108" y="503"/>
                    <a:pt x="252" y="503"/>
                  </a:cubicBezTo>
                  <a:cubicBezTo>
                    <a:pt x="388" y="503"/>
                    <a:pt x="495" y="388"/>
                    <a:pt x="495" y="252"/>
                  </a:cubicBezTo>
                  <a:cubicBezTo>
                    <a:pt x="495"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1" name="Google Shape;12071;p27"/>
            <p:cNvSpPr/>
            <p:nvPr/>
          </p:nvSpPr>
          <p:spPr>
            <a:xfrm>
              <a:off x="2788700" y="4228525"/>
              <a:ext cx="12600" cy="12575"/>
            </a:xfrm>
            <a:custGeom>
              <a:avLst/>
              <a:gdLst/>
              <a:ahLst/>
              <a:cxnLst/>
              <a:rect l="l" t="t" r="r" b="b"/>
              <a:pathLst>
                <a:path w="504" h="503" extrusionOk="0">
                  <a:moveTo>
                    <a:pt x="252" y="0"/>
                  </a:moveTo>
                  <a:cubicBezTo>
                    <a:pt x="116" y="0"/>
                    <a:pt x="1" y="116"/>
                    <a:pt x="1" y="252"/>
                  </a:cubicBezTo>
                  <a:cubicBezTo>
                    <a:pt x="1" y="388"/>
                    <a:pt x="116" y="503"/>
                    <a:pt x="252" y="503"/>
                  </a:cubicBezTo>
                  <a:cubicBezTo>
                    <a:pt x="388" y="503"/>
                    <a:pt x="503" y="388"/>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2" name="Google Shape;12072;p27"/>
            <p:cNvSpPr/>
            <p:nvPr/>
          </p:nvSpPr>
          <p:spPr>
            <a:xfrm>
              <a:off x="2880675" y="4228525"/>
              <a:ext cx="12375" cy="12575"/>
            </a:xfrm>
            <a:custGeom>
              <a:avLst/>
              <a:gdLst/>
              <a:ahLst/>
              <a:cxnLst/>
              <a:rect l="l" t="t" r="r" b="b"/>
              <a:pathLst>
                <a:path w="495" h="503" extrusionOk="0">
                  <a:moveTo>
                    <a:pt x="243" y="0"/>
                  </a:moveTo>
                  <a:cubicBezTo>
                    <a:pt x="107" y="0"/>
                    <a:pt x="0" y="116"/>
                    <a:pt x="0" y="252"/>
                  </a:cubicBezTo>
                  <a:cubicBezTo>
                    <a:pt x="0" y="388"/>
                    <a:pt x="107" y="503"/>
                    <a:pt x="243" y="503"/>
                  </a:cubicBezTo>
                  <a:cubicBezTo>
                    <a:pt x="387" y="503"/>
                    <a:pt x="494" y="388"/>
                    <a:pt x="494" y="252"/>
                  </a:cubicBezTo>
                  <a:cubicBezTo>
                    <a:pt x="494" y="116"/>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3" name="Google Shape;12073;p27"/>
            <p:cNvSpPr/>
            <p:nvPr/>
          </p:nvSpPr>
          <p:spPr>
            <a:xfrm>
              <a:off x="2972425" y="4228525"/>
              <a:ext cx="12575" cy="12575"/>
            </a:xfrm>
            <a:custGeom>
              <a:avLst/>
              <a:gdLst/>
              <a:ahLst/>
              <a:cxnLst/>
              <a:rect l="l" t="t" r="r" b="b"/>
              <a:pathLst>
                <a:path w="503" h="503" extrusionOk="0">
                  <a:moveTo>
                    <a:pt x="251" y="0"/>
                  </a:moveTo>
                  <a:cubicBezTo>
                    <a:pt x="115" y="0"/>
                    <a:pt x="0" y="116"/>
                    <a:pt x="0" y="252"/>
                  </a:cubicBezTo>
                  <a:cubicBezTo>
                    <a:pt x="0" y="388"/>
                    <a:pt x="115" y="503"/>
                    <a:pt x="251" y="503"/>
                  </a:cubicBezTo>
                  <a:cubicBezTo>
                    <a:pt x="387" y="503"/>
                    <a:pt x="503" y="388"/>
                    <a:pt x="503" y="252"/>
                  </a:cubicBezTo>
                  <a:cubicBezTo>
                    <a:pt x="503"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4" name="Google Shape;12074;p27"/>
            <p:cNvSpPr/>
            <p:nvPr/>
          </p:nvSpPr>
          <p:spPr>
            <a:xfrm>
              <a:off x="3064375" y="4228525"/>
              <a:ext cx="12375" cy="12575"/>
            </a:xfrm>
            <a:custGeom>
              <a:avLst/>
              <a:gdLst/>
              <a:ahLst/>
              <a:cxnLst/>
              <a:rect l="l" t="t" r="r" b="b"/>
              <a:pathLst>
                <a:path w="495" h="503" extrusionOk="0">
                  <a:moveTo>
                    <a:pt x="243" y="0"/>
                  </a:moveTo>
                  <a:cubicBezTo>
                    <a:pt x="107" y="0"/>
                    <a:pt x="1" y="116"/>
                    <a:pt x="1" y="252"/>
                  </a:cubicBezTo>
                  <a:cubicBezTo>
                    <a:pt x="1" y="388"/>
                    <a:pt x="107" y="503"/>
                    <a:pt x="243" y="503"/>
                  </a:cubicBezTo>
                  <a:cubicBezTo>
                    <a:pt x="388" y="503"/>
                    <a:pt x="495" y="388"/>
                    <a:pt x="495" y="252"/>
                  </a:cubicBezTo>
                  <a:cubicBezTo>
                    <a:pt x="495" y="116"/>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5" name="Google Shape;12075;p27"/>
            <p:cNvSpPr/>
            <p:nvPr/>
          </p:nvSpPr>
          <p:spPr>
            <a:xfrm>
              <a:off x="3156125" y="4228525"/>
              <a:ext cx="12600" cy="12575"/>
            </a:xfrm>
            <a:custGeom>
              <a:avLst/>
              <a:gdLst/>
              <a:ahLst/>
              <a:cxnLst/>
              <a:rect l="l" t="t" r="r" b="b"/>
              <a:pathLst>
                <a:path w="504" h="503" extrusionOk="0">
                  <a:moveTo>
                    <a:pt x="252" y="0"/>
                  </a:moveTo>
                  <a:cubicBezTo>
                    <a:pt x="116" y="0"/>
                    <a:pt x="1" y="116"/>
                    <a:pt x="1" y="252"/>
                  </a:cubicBezTo>
                  <a:cubicBezTo>
                    <a:pt x="1" y="388"/>
                    <a:pt x="116" y="503"/>
                    <a:pt x="252" y="503"/>
                  </a:cubicBezTo>
                  <a:cubicBezTo>
                    <a:pt x="388" y="503"/>
                    <a:pt x="503" y="388"/>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6" name="Google Shape;12076;p27"/>
            <p:cNvSpPr/>
            <p:nvPr/>
          </p:nvSpPr>
          <p:spPr>
            <a:xfrm>
              <a:off x="3247875" y="4228525"/>
              <a:ext cx="12575" cy="12575"/>
            </a:xfrm>
            <a:custGeom>
              <a:avLst/>
              <a:gdLst/>
              <a:ahLst/>
              <a:cxnLst/>
              <a:rect l="l" t="t" r="r" b="b"/>
              <a:pathLst>
                <a:path w="503" h="503" extrusionOk="0">
                  <a:moveTo>
                    <a:pt x="252" y="0"/>
                  </a:moveTo>
                  <a:cubicBezTo>
                    <a:pt x="116" y="0"/>
                    <a:pt x="1" y="116"/>
                    <a:pt x="1" y="252"/>
                  </a:cubicBezTo>
                  <a:cubicBezTo>
                    <a:pt x="1" y="388"/>
                    <a:pt x="116" y="503"/>
                    <a:pt x="252" y="503"/>
                  </a:cubicBezTo>
                  <a:cubicBezTo>
                    <a:pt x="388" y="503"/>
                    <a:pt x="503" y="388"/>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7" name="Google Shape;12077;p27"/>
            <p:cNvSpPr/>
            <p:nvPr/>
          </p:nvSpPr>
          <p:spPr>
            <a:xfrm>
              <a:off x="3339850" y="4228525"/>
              <a:ext cx="12525" cy="12575"/>
            </a:xfrm>
            <a:custGeom>
              <a:avLst/>
              <a:gdLst/>
              <a:ahLst/>
              <a:cxnLst/>
              <a:rect l="l" t="t" r="r" b="b"/>
              <a:pathLst>
                <a:path w="501" h="503" extrusionOk="0">
                  <a:moveTo>
                    <a:pt x="251" y="0"/>
                  </a:moveTo>
                  <a:cubicBezTo>
                    <a:pt x="107" y="0"/>
                    <a:pt x="0" y="116"/>
                    <a:pt x="0" y="252"/>
                  </a:cubicBezTo>
                  <a:cubicBezTo>
                    <a:pt x="0" y="388"/>
                    <a:pt x="107" y="503"/>
                    <a:pt x="251" y="503"/>
                  </a:cubicBezTo>
                  <a:cubicBezTo>
                    <a:pt x="387" y="503"/>
                    <a:pt x="501" y="388"/>
                    <a:pt x="501" y="252"/>
                  </a:cubicBezTo>
                  <a:cubicBezTo>
                    <a:pt x="501"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8" name="Google Shape;12078;p27"/>
            <p:cNvSpPr/>
            <p:nvPr/>
          </p:nvSpPr>
          <p:spPr>
            <a:xfrm>
              <a:off x="3431575" y="4228525"/>
              <a:ext cx="12600" cy="12575"/>
            </a:xfrm>
            <a:custGeom>
              <a:avLst/>
              <a:gdLst/>
              <a:ahLst/>
              <a:cxnLst/>
              <a:rect l="l" t="t" r="r" b="b"/>
              <a:pathLst>
                <a:path w="504" h="503" extrusionOk="0">
                  <a:moveTo>
                    <a:pt x="252" y="0"/>
                  </a:moveTo>
                  <a:cubicBezTo>
                    <a:pt x="116" y="0"/>
                    <a:pt x="1" y="116"/>
                    <a:pt x="1" y="252"/>
                  </a:cubicBezTo>
                  <a:cubicBezTo>
                    <a:pt x="1" y="388"/>
                    <a:pt x="116" y="503"/>
                    <a:pt x="252" y="503"/>
                  </a:cubicBezTo>
                  <a:cubicBezTo>
                    <a:pt x="388" y="503"/>
                    <a:pt x="503" y="388"/>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9" name="Google Shape;12079;p27"/>
            <p:cNvSpPr/>
            <p:nvPr/>
          </p:nvSpPr>
          <p:spPr>
            <a:xfrm>
              <a:off x="3523550" y="4228525"/>
              <a:ext cx="12375" cy="12575"/>
            </a:xfrm>
            <a:custGeom>
              <a:avLst/>
              <a:gdLst/>
              <a:ahLst/>
              <a:cxnLst/>
              <a:rect l="l" t="t" r="r" b="b"/>
              <a:pathLst>
                <a:path w="495" h="503" extrusionOk="0">
                  <a:moveTo>
                    <a:pt x="250" y="0"/>
                  </a:moveTo>
                  <a:cubicBezTo>
                    <a:pt x="107" y="0"/>
                    <a:pt x="0" y="116"/>
                    <a:pt x="0" y="252"/>
                  </a:cubicBezTo>
                  <a:cubicBezTo>
                    <a:pt x="0" y="388"/>
                    <a:pt x="107" y="503"/>
                    <a:pt x="250" y="503"/>
                  </a:cubicBezTo>
                  <a:cubicBezTo>
                    <a:pt x="388" y="503"/>
                    <a:pt x="494" y="388"/>
                    <a:pt x="494" y="252"/>
                  </a:cubicBezTo>
                  <a:cubicBezTo>
                    <a:pt x="494"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0" name="Google Shape;12080;p27"/>
            <p:cNvSpPr/>
            <p:nvPr/>
          </p:nvSpPr>
          <p:spPr>
            <a:xfrm>
              <a:off x="676400" y="4320450"/>
              <a:ext cx="12600" cy="12400"/>
            </a:xfrm>
            <a:custGeom>
              <a:avLst/>
              <a:gdLst/>
              <a:ahLst/>
              <a:cxnLst/>
              <a:rect l="l" t="t" r="r" b="b"/>
              <a:pathLst>
                <a:path w="504" h="496" extrusionOk="0">
                  <a:moveTo>
                    <a:pt x="252" y="0"/>
                  </a:moveTo>
                  <a:cubicBezTo>
                    <a:pt x="116" y="0"/>
                    <a:pt x="1" y="109"/>
                    <a:pt x="1" y="245"/>
                  </a:cubicBezTo>
                  <a:cubicBezTo>
                    <a:pt x="1" y="387"/>
                    <a:pt x="116" y="496"/>
                    <a:pt x="252" y="496"/>
                  </a:cubicBezTo>
                  <a:cubicBezTo>
                    <a:pt x="388" y="496"/>
                    <a:pt x="503" y="387"/>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1" name="Google Shape;12081;p27"/>
            <p:cNvSpPr/>
            <p:nvPr/>
          </p:nvSpPr>
          <p:spPr>
            <a:xfrm>
              <a:off x="768325" y="4320450"/>
              <a:ext cx="12400" cy="12400"/>
            </a:xfrm>
            <a:custGeom>
              <a:avLst/>
              <a:gdLst/>
              <a:ahLst/>
              <a:cxnLst/>
              <a:rect l="l" t="t" r="r" b="b"/>
              <a:pathLst>
                <a:path w="496" h="496" extrusionOk="0">
                  <a:moveTo>
                    <a:pt x="245" y="0"/>
                  </a:moveTo>
                  <a:cubicBezTo>
                    <a:pt x="109" y="0"/>
                    <a:pt x="0" y="109"/>
                    <a:pt x="0" y="245"/>
                  </a:cubicBezTo>
                  <a:cubicBezTo>
                    <a:pt x="0" y="387"/>
                    <a:pt x="109" y="496"/>
                    <a:pt x="245" y="496"/>
                  </a:cubicBezTo>
                  <a:cubicBezTo>
                    <a:pt x="388" y="496"/>
                    <a:pt x="496" y="387"/>
                    <a:pt x="496" y="245"/>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2" name="Google Shape;12082;p27"/>
            <p:cNvSpPr/>
            <p:nvPr/>
          </p:nvSpPr>
          <p:spPr>
            <a:xfrm>
              <a:off x="860125" y="4320450"/>
              <a:ext cx="12525" cy="12400"/>
            </a:xfrm>
            <a:custGeom>
              <a:avLst/>
              <a:gdLst/>
              <a:ahLst/>
              <a:cxnLst/>
              <a:rect l="l" t="t" r="r" b="b"/>
              <a:pathLst>
                <a:path w="501" h="496" extrusionOk="0">
                  <a:moveTo>
                    <a:pt x="251" y="0"/>
                  </a:moveTo>
                  <a:cubicBezTo>
                    <a:pt x="114" y="0"/>
                    <a:pt x="0" y="109"/>
                    <a:pt x="0" y="245"/>
                  </a:cubicBezTo>
                  <a:cubicBezTo>
                    <a:pt x="0" y="387"/>
                    <a:pt x="114" y="496"/>
                    <a:pt x="251" y="496"/>
                  </a:cubicBezTo>
                  <a:cubicBezTo>
                    <a:pt x="387" y="496"/>
                    <a:pt x="501" y="387"/>
                    <a:pt x="501" y="245"/>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3" name="Google Shape;12083;p27"/>
            <p:cNvSpPr/>
            <p:nvPr/>
          </p:nvSpPr>
          <p:spPr>
            <a:xfrm>
              <a:off x="951850" y="4320450"/>
              <a:ext cx="12600" cy="12400"/>
            </a:xfrm>
            <a:custGeom>
              <a:avLst/>
              <a:gdLst/>
              <a:ahLst/>
              <a:cxnLst/>
              <a:rect l="l" t="t" r="r" b="b"/>
              <a:pathLst>
                <a:path w="504" h="496" extrusionOk="0">
                  <a:moveTo>
                    <a:pt x="252" y="0"/>
                  </a:moveTo>
                  <a:cubicBezTo>
                    <a:pt x="116" y="0"/>
                    <a:pt x="1" y="109"/>
                    <a:pt x="1" y="245"/>
                  </a:cubicBezTo>
                  <a:cubicBezTo>
                    <a:pt x="1" y="387"/>
                    <a:pt x="116" y="496"/>
                    <a:pt x="252" y="496"/>
                  </a:cubicBezTo>
                  <a:cubicBezTo>
                    <a:pt x="388" y="496"/>
                    <a:pt x="503" y="387"/>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4" name="Google Shape;12084;p27"/>
            <p:cNvSpPr/>
            <p:nvPr/>
          </p:nvSpPr>
          <p:spPr>
            <a:xfrm>
              <a:off x="1043825" y="4320450"/>
              <a:ext cx="12375" cy="12400"/>
            </a:xfrm>
            <a:custGeom>
              <a:avLst/>
              <a:gdLst/>
              <a:ahLst/>
              <a:cxnLst/>
              <a:rect l="l" t="t" r="r" b="b"/>
              <a:pathLst>
                <a:path w="495" h="496" extrusionOk="0">
                  <a:moveTo>
                    <a:pt x="250" y="0"/>
                  </a:moveTo>
                  <a:cubicBezTo>
                    <a:pt x="107" y="0"/>
                    <a:pt x="0" y="109"/>
                    <a:pt x="0" y="245"/>
                  </a:cubicBezTo>
                  <a:cubicBezTo>
                    <a:pt x="0" y="387"/>
                    <a:pt x="107" y="496"/>
                    <a:pt x="250" y="496"/>
                  </a:cubicBezTo>
                  <a:cubicBezTo>
                    <a:pt x="388" y="496"/>
                    <a:pt x="494" y="387"/>
                    <a:pt x="494" y="245"/>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5" name="Google Shape;12085;p27"/>
            <p:cNvSpPr/>
            <p:nvPr/>
          </p:nvSpPr>
          <p:spPr>
            <a:xfrm>
              <a:off x="1135575" y="4320450"/>
              <a:ext cx="12575" cy="12400"/>
            </a:xfrm>
            <a:custGeom>
              <a:avLst/>
              <a:gdLst/>
              <a:ahLst/>
              <a:cxnLst/>
              <a:rect l="l" t="t" r="r" b="b"/>
              <a:pathLst>
                <a:path w="503" h="496" extrusionOk="0">
                  <a:moveTo>
                    <a:pt x="252" y="0"/>
                  </a:moveTo>
                  <a:cubicBezTo>
                    <a:pt x="116" y="0"/>
                    <a:pt x="0" y="109"/>
                    <a:pt x="0" y="245"/>
                  </a:cubicBezTo>
                  <a:cubicBezTo>
                    <a:pt x="0" y="387"/>
                    <a:pt x="116" y="496"/>
                    <a:pt x="252" y="496"/>
                  </a:cubicBezTo>
                  <a:cubicBezTo>
                    <a:pt x="387" y="496"/>
                    <a:pt x="503" y="387"/>
                    <a:pt x="503" y="245"/>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6" name="Google Shape;12086;p27"/>
            <p:cNvSpPr/>
            <p:nvPr/>
          </p:nvSpPr>
          <p:spPr>
            <a:xfrm>
              <a:off x="1227500" y="4320450"/>
              <a:ext cx="12400" cy="12400"/>
            </a:xfrm>
            <a:custGeom>
              <a:avLst/>
              <a:gdLst/>
              <a:ahLst/>
              <a:cxnLst/>
              <a:rect l="l" t="t" r="r" b="b"/>
              <a:pathLst>
                <a:path w="496" h="496" extrusionOk="0">
                  <a:moveTo>
                    <a:pt x="251" y="0"/>
                  </a:moveTo>
                  <a:cubicBezTo>
                    <a:pt x="109" y="0"/>
                    <a:pt x="0" y="109"/>
                    <a:pt x="0" y="245"/>
                  </a:cubicBezTo>
                  <a:cubicBezTo>
                    <a:pt x="0" y="387"/>
                    <a:pt x="109" y="496"/>
                    <a:pt x="251" y="496"/>
                  </a:cubicBezTo>
                  <a:cubicBezTo>
                    <a:pt x="387" y="496"/>
                    <a:pt x="496" y="387"/>
                    <a:pt x="496" y="245"/>
                  </a:cubicBezTo>
                  <a:cubicBezTo>
                    <a:pt x="496"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7" name="Google Shape;12087;p27"/>
            <p:cNvSpPr/>
            <p:nvPr/>
          </p:nvSpPr>
          <p:spPr>
            <a:xfrm>
              <a:off x="1319275" y="4320450"/>
              <a:ext cx="12550" cy="12400"/>
            </a:xfrm>
            <a:custGeom>
              <a:avLst/>
              <a:gdLst/>
              <a:ahLst/>
              <a:cxnLst/>
              <a:rect l="l" t="t" r="r" b="b"/>
              <a:pathLst>
                <a:path w="502" h="496" extrusionOk="0">
                  <a:moveTo>
                    <a:pt x="252" y="0"/>
                  </a:moveTo>
                  <a:cubicBezTo>
                    <a:pt x="114" y="0"/>
                    <a:pt x="1" y="109"/>
                    <a:pt x="1" y="245"/>
                  </a:cubicBezTo>
                  <a:cubicBezTo>
                    <a:pt x="1" y="387"/>
                    <a:pt x="114" y="496"/>
                    <a:pt x="252" y="496"/>
                  </a:cubicBezTo>
                  <a:cubicBezTo>
                    <a:pt x="388" y="496"/>
                    <a:pt x="501" y="387"/>
                    <a:pt x="501" y="245"/>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8" name="Google Shape;12088;p27"/>
            <p:cNvSpPr/>
            <p:nvPr/>
          </p:nvSpPr>
          <p:spPr>
            <a:xfrm>
              <a:off x="1411200" y="4320450"/>
              <a:ext cx="12425" cy="12400"/>
            </a:xfrm>
            <a:custGeom>
              <a:avLst/>
              <a:gdLst/>
              <a:ahLst/>
              <a:cxnLst/>
              <a:rect l="l" t="t" r="r" b="b"/>
              <a:pathLst>
                <a:path w="497" h="496" extrusionOk="0">
                  <a:moveTo>
                    <a:pt x="245" y="0"/>
                  </a:moveTo>
                  <a:cubicBezTo>
                    <a:pt x="109" y="0"/>
                    <a:pt x="1" y="109"/>
                    <a:pt x="1" y="245"/>
                  </a:cubicBezTo>
                  <a:cubicBezTo>
                    <a:pt x="1" y="387"/>
                    <a:pt x="109" y="496"/>
                    <a:pt x="245" y="496"/>
                  </a:cubicBezTo>
                  <a:cubicBezTo>
                    <a:pt x="388" y="496"/>
                    <a:pt x="496" y="387"/>
                    <a:pt x="496" y="245"/>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9" name="Google Shape;12089;p27"/>
            <p:cNvSpPr/>
            <p:nvPr/>
          </p:nvSpPr>
          <p:spPr>
            <a:xfrm>
              <a:off x="1503000" y="4320450"/>
              <a:ext cx="12525" cy="12400"/>
            </a:xfrm>
            <a:custGeom>
              <a:avLst/>
              <a:gdLst/>
              <a:ahLst/>
              <a:cxnLst/>
              <a:rect l="l" t="t" r="r" b="b"/>
              <a:pathLst>
                <a:path w="501" h="496" extrusionOk="0">
                  <a:moveTo>
                    <a:pt x="250" y="0"/>
                  </a:moveTo>
                  <a:cubicBezTo>
                    <a:pt x="114" y="0"/>
                    <a:pt x="0" y="109"/>
                    <a:pt x="0" y="245"/>
                  </a:cubicBezTo>
                  <a:cubicBezTo>
                    <a:pt x="0" y="387"/>
                    <a:pt x="114" y="496"/>
                    <a:pt x="250" y="496"/>
                  </a:cubicBezTo>
                  <a:cubicBezTo>
                    <a:pt x="387" y="496"/>
                    <a:pt x="501" y="387"/>
                    <a:pt x="501" y="245"/>
                  </a:cubicBezTo>
                  <a:cubicBezTo>
                    <a:pt x="501" y="109"/>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0" name="Google Shape;12090;p27"/>
            <p:cNvSpPr/>
            <p:nvPr/>
          </p:nvSpPr>
          <p:spPr>
            <a:xfrm>
              <a:off x="1594750" y="4320450"/>
              <a:ext cx="12575" cy="12400"/>
            </a:xfrm>
            <a:custGeom>
              <a:avLst/>
              <a:gdLst/>
              <a:ahLst/>
              <a:cxnLst/>
              <a:rect l="l" t="t" r="r" b="b"/>
              <a:pathLst>
                <a:path w="503" h="496" extrusionOk="0">
                  <a:moveTo>
                    <a:pt x="251" y="0"/>
                  </a:moveTo>
                  <a:cubicBezTo>
                    <a:pt x="115" y="0"/>
                    <a:pt x="0" y="109"/>
                    <a:pt x="0" y="245"/>
                  </a:cubicBezTo>
                  <a:cubicBezTo>
                    <a:pt x="0" y="387"/>
                    <a:pt x="115" y="496"/>
                    <a:pt x="251" y="496"/>
                  </a:cubicBezTo>
                  <a:cubicBezTo>
                    <a:pt x="394" y="496"/>
                    <a:pt x="503" y="387"/>
                    <a:pt x="503" y="245"/>
                  </a:cubicBezTo>
                  <a:cubicBezTo>
                    <a:pt x="503" y="109"/>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1" name="Google Shape;12091;p27"/>
            <p:cNvSpPr/>
            <p:nvPr/>
          </p:nvSpPr>
          <p:spPr>
            <a:xfrm>
              <a:off x="1686650" y="4320450"/>
              <a:ext cx="12600" cy="12400"/>
            </a:xfrm>
            <a:custGeom>
              <a:avLst/>
              <a:gdLst/>
              <a:ahLst/>
              <a:cxnLst/>
              <a:rect l="l" t="t" r="r" b="b"/>
              <a:pathLst>
                <a:path w="504" h="496" extrusionOk="0">
                  <a:moveTo>
                    <a:pt x="252" y="0"/>
                  </a:moveTo>
                  <a:cubicBezTo>
                    <a:pt x="116" y="0"/>
                    <a:pt x="1" y="109"/>
                    <a:pt x="1" y="245"/>
                  </a:cubicBezTo>
                  <a:cubicBezTo>
                    <a:pt x="1" y="387"/>
                    <a:pt x="116" y="496"/>
                    <a:pt x="252" y="496"/>
                  </a:cubicBezTo>
                  <a:cubicBezTo>
                    <a:pt x="388" y="496"/>
                    <a:pt x="503" y="387"/>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2" name="Google Shape;12092;p27"/>
            <p:cNvSpPr/>
            <p:nvPr/>
          </p:nvSpPr>
          <p:spPr>
            <a:xfrm>
              <a:off x="1778450" y="4320450"/>
              <a:ext cx="12550" cy="12400"/>
            </a:xfrm>
            <a:custGeom>
              <a:avLst/>
              <a:gdLst/>
              <a:ahLst/>
              <a:cxnLst/>
              <a:rect l="l" t="t" r="r" b="b"/>
              <a:pathLst>
                <a:path w="502" h="496" extrusionOk="0">
                  <a:moveTo>
                    <a:pt x="252" y="0"/>
                  </a:moveTo>
                  <a:cubicBezTo>
                    <a:pt x="114" y="0"/>
                    <a:pt x="1" y="109"/>
                    <a:pt x="1" y="245"/>
                  </a:cubicBezTo>
                  <a:cubicBezTo>
                    <a:pt x="1" y="387"/>
                    <a:pt x="114" y="496"/>
                    <a:pt x="252" y="496"/>
                  </a:cubicBezTo>
                  <a:cubicBezTo>
                    <a:pt x="388" y="496"/>
                    <a:pt x="501" y="387"/>
                    <a:pt x="501" y="245"/>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3" name="Google Shape;12093;p27"/>
            <p:cNvSpPr/>
            <p:nvPr/>
          </p:nvSpPr>
          <p:spPr>
            <a:xfrm>
              <a:off x="1870375" y="4320450"/>
              <a:ext cx="12400" cy="12400"/>
            </a:xfrm>
            <a:custGeom>
              <a:avLst/>
              <a:gdLst/>
              <a:ahLst/>
              <a:cxnLst/>
              <a:rect l="l" t="t" r="r" b="b"/>
              <a:pathLst>
                <a:path w="496" h="496" extrusionOk="0">
                  <a:moveTo>
                    <a:pt x="252" y="0"/>
                  </a:moveTo>
                  <a:cubicBezTo>
                    <a:pt x="109" y="0"/>
                    <a:pt x="0" y="109"/>
                    <a:pt x="0" y="245"/>
                  </a:cubicBezTo>
                  <a:cubicBezTo>
                    <a:pt x="0" y="387"/>
                    <a:pt x="109" y="496"/>
                    <a:pt x="252" y="496"/>
                  </a:cubicBezTo>
                  <a:cubicBezTo>
                    <a:pt x="387" y="496"/>
                    <a:pt x="496" y="387"/>
                    <a:pt x="496" y="245"/>
                  </a:cubicBezTo>
                  <a:cubicBezTo>
                    <a:pt x="496"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4" name="Google Shape;12094;p27"/>
            <p:cNvSpPr/>
            <p:nvPr/>
          </p:nvSpPr>
          <p:spPr>
            <a:xfrm>
              <a:off x="1962150" y="4320450"/>
              <a:ext cx="12550" cy="12400"/>
            </a:xfrm>
            <a:custGeom>
              <a:avLst/>
              <a:gdLst/>
              <a:ahLst/>
              <a:cxnLst/>
              <a:rect l="l" t="t" r="r" b="b"/>
              <a:pathLst>
                <a:path w="502" h="496" extrusionOk="0">
                  <a:moveTo>
                    <a:pt x="250" y="0"/>
                  </a:moveTo>
                  <a:cubicBezTo>
                    <a:pt x="114" y="0"/>
                    <a:pt x="1" y="109"/>
                    <a:pt x="1" y="245"/>
                  </a:cubicBezTo>
                  <a:cubicBezTo>
                    <a:pt x="1" y="387"/>
                    <a:pt x="114" y="496"/>
                    <a:pt x="250" y="496"/>
                  </a:cubicBezTo>
                  <a:cubicBezTo>
                    <a:pt x="388" y="496"/>
                    <a:pt x="502" y="387"/>
                    <a:pt x="502" y="245"/>
                  </a:cubicBezTo>
                  <a:cubicBezTo>
                    <a:pt x="502"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5" name="Google Shape;12095;p27"/>
            <p:cNvSpPr/>
            <p:nvPr/>
          </p:nvSpPr>
          <p:spPr>
            <a:xfrm>
              <a:off x="2054075" y="4320450"/>
              <a:ext cx="12425" cy="12400"/>
            </a:xfrm>
            <a:custGeom>
              <a:avLst/>
              <a:gdLst/>
              <a:ahLst/>
              <a:cxnLst/>
              <a:rect l="l" t="t" r="r" b="b"/>
              <a:pathLst>
                <a:path w="497" h="496" extrusionOk="0">
                  <a:moveTo>
                    <a:pt x="252" y="0"/>
                  </a:moveTo>
                  <a:cubicBezTo>
                    <a:pt x="109" y="0"/>
                    <a:pt x="1" y="109"/>
                    <a:pt x="1" y="245"/>
                  </a:cubicBezTo>
                  <a:cubicBezTo>
                    <a:pt x="1" y="387"/>
                    <a:pt x="109" y="496"/>
                    <a:pt x="252" y="496"/>
                  </a:cubicBezTo>
                  <a:cubicBezTo>
                    <a:pt x="388" y="496"/>
                    <a:pt x="496" y="387"/>
                    <a:pt x="496" y="245"/>
                  </a:cubicBezTo>
                  <a:cubicBezTo>
                    <a:pt x="496"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6" name="Google Shape;12096;p27"/>
            <p:cNvSpPr/>
            <p:nvPr/>
          </p:nvSpPr>
          <p:spPr>
            <a:xfrm>
              <a:off x="2145825" y="4320450"/>
              <a:ext cx="12600" cy="12400"/>
            </a:xfrm>
            <a:custGeom>
              <a:avLst/>
              <a:gdLst/>
              <a:ahLst/>
              <a:cxnLst/>
              <a:rect l="l" t="t" r="r" b="b"/>
              <a:pathLst>
                <a:path w="504" h="496" extrusionOk="0">
                  <a:moveTo>
                    <a:pt x="252" y="0"/>
                  </a:moveTo>
                  <a:cubicBezTo>
                    <a:pt x="116" y="0"/>
                    <a:pt x="1" y="109"/>
                    <a:pt x="1" y="245"/>
                  </a:cubicBezTo>
                  <a:cubicBezTo>
                    <a:pt x="1" y="387"/>
                    <a:pt x="116" y="496"/>
                    <a:pt x="252" y="496"/>
                  </a:cubicBezTo>
                  <a:cubicBezTo>
                    <a:pt x="388" y="496"/>
                    <a:pt x="503" y="387"/>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7" name="Google Shape;12097;p27"/>
            <p:cNvSpPr/>
            <p:nvPr/>
          </p:nvSpPr>
          <p:spPr>
            <a:xfrm>
              <a:off x="2237800" y="4320450"/>
              <a:ext cx="12350" cy="12400"/>
            </a:xfrm>
            <a:custGeom>
              <a:avLst/>
              <a:gdLst/>
              <a:ahLst/>
              <a:cxnLst/>
              <a:rect l="l" t="t" r="r" b="b"/>
              <a:pathLst>
                <a:path w="494" h="496" extrusionOk="0">
                  <a:moveTo>
                    <a:pt x="244" y="0"/>
                  </a:moveTo>
                  <a:cubicBezTo>
                    <a:pt x="107" y="0"/>
                    <a:pt x="0" y="109"/>
                    <a:pt x="0" y="245"/>
                  </a:cubicBezTo>
                  <a:cubicBezTo>
                    <a:pt x="0" y="387"/>
                    <a:pt x="107" y="496"/>
                    <a:pt x="244" y="496"/>
                  </a:cubicBezTo>
                  <a:cubicBezTo>
                    <a:pt x="387" y="496"/>
                    <a:pt x="494" y="387"/>
                    <a:pt x="494" y="245"/>
                  </a:cubicBezTo>
                  <a:cubicBezTo>
                    <a:pt x="494" y="109"/>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8" name="Google Shape;12098;p27"/>
            <p:cNvSpPr/>
            <p:nvPr/>
          </p:nvSpPr>
          <p:spPr>
            <a:xfrm>
              <a:off x="2329550" y="4320450"/>
              <a:ext cx="12575" cy="12400"/>
            </a:xfrm>
            <a:custGeom>
              <a:avLst/>
              <a:gdLst/>
              <a:ahLst/>
              <a:cxnLst/>
              <a:rect l="l" t="t" r="r" b="b"/>
              <a:pathLst>
                <a:path w="503" h="496" extrusionOk="0">
                  <a:moveTo>
                    <a:pt x="251" y="0"/>
                  </a:moveTo>
                  <a:cubicBezTo>
                    <a:pt x="115" y="0"/>
                    <a:pt x="0" y="109"/>
                    <a:pt x="0" y="245"/>
                  </a:cubicBezTo>
                  <a:cubicBezTo>
                    <a:pt x="0" y="387"/>
                    <a:pt x="115" y="496"/>
                    <a:pt x="251" y="496"/>
                  </a:cubicBezTo>
                  <a:cubicBezTo>
                    <a:pt x="387" y="496"/>
                    <a:pt x="502" y="387"/>
                    <a:pt x="502" y="245"/>
                  </a:cubicBezTo>
                  <a:cubicBezTo>
                    <a:pt x="502"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9" name="Google Shape;12099;p27"/>
            <p:cNvSpPr/>
            <p:nvPr/>
          </p:nvSpPr>
          <p:spPr>
            <a:xfrm>
              <a:off x="2421325" y="4320450"/>
              <a:ext cx="12550" cy="12400"/>
            </a:xfrm>
            <a:custGeom>
              <a:avLst/>
              <a:gdLst/>
              <a:ahLst/>
              <a:cxnLst/>
              <a:rect l="l" t="t" r="r" b="b"/>
              <a:pathLst>
                <a:path w="502" h="496" extrusionOk="0">
                  <a:moveTo>
                    <a:pt x="250" y="0"/>
                  </a:moveTo>
                  <a:cubicBezTo>
                    <a:pt x="114" y="0"/>
                    <a:pt x="1" y="109"/>
                    <a:pt x="1" y="245"/>
                  </a:cubicBezTo>
                  <a:cubicBezTo>
                    <a:pt x="1" y="387"/>
                    <a:pt x="114" y="496"/>
                    <a:pt x="250" y="496"/>
                  </a:cubicBezTo>
                  <a:cubicBezTo>
                    <a:pt x="395" y="496"/>
                    <a:pt x="501" y="387"/>
                    <a:pt x="501" y="245"/>
                  </a:cubicBezTo>
                  <a:cubicBezTo>
                    <a:pt x="501" y="109"/>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0" name="Google Shape;12100;p27"/>
            <p:cNvSpPr/>
            <p:nvPr/>
          </p:nvSpPr>
          <p:spPr>
            <a:xfrm>
              <a:off x="2513250" y="4320450"/>
              <a:ext cx="12575" cy="12400"/>
            </a:xfrm>
            <a:custGeom>
              <a:avLst/>
              <a:gdLst/>
              <a:ahLst/>
              <a:cxnLst/>
              <a:rect l="l" t="t" r="r" b="b"/>
              <a:pathLst>
                <a:path w="503" h="496" extrusionOk="0">
                  <a:moveTo>
                    <a:pt x="252" y="0"/>
                  </a:moveTo>
                  <a:cubicBezTo>
                    <a:pt x="109" y="0"/>
                    <a:pt x="0" y="109"/>
                    <a:pt x="0" y="245"/>
                  </a:cubicBezTo>
                  <a:cubicBezTo>
                    <a:pt x="0" y="387"/>
                    <a:pt x="109" y="496"/>
                    <a:pt x="252" y="496"/>
                  </a:cubicBezTo>
                  <a:cubicBezTo>
                    <a:pt x="388" y="496"/>
                    <a:pt x="503" y="387"/>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1" name="Google Shape;12101;p27"/>
            <p:cNvSpPr/>
            <p:nvPr/>
          </p:nvSpPr>
          <p:spPr>
            <a:xfrm>
              <a:off x="2605000" y="4320450"/>
              <a:ext cx="12575" cy="12400"/>
            </a:xfrm>
            <a:custGeom>
              <a:avLst/>
              <a:gdLst/>
              <a:ahLst/>
              <a:cxnLst/>
              <a:rect l="l" t="t" r="r" b="b"/>
              <a:pathLst>
                <a:path w="503" h="496" extrusionOk="0">
                  <a:moveTo>
                    <a:pt x="252" y="0"/>
                  </a:moveTo>
                  <a:cubicBezTo>
                    <a:pt x="116" y="0"/>
                    <a:pt x="0" y="109"/>
                    <a:pt x="0" y="245"/>
                  </a:cubicBezTo>
                  <a:cubicBezTo>
                    <a:pt x="0" y="387"/>
                    <a:pt x="116" y="496"/>
                    <a:pt x="252" y="496"/>
                  </a:cubicBezTo>
                  <a:cubicBezTo>
                    <a:pt x="387" y="496"/>
                    <a:pt x="503" y="387"/>
                    <a:pt x="503" y="245"/>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2" name="Google Shape;12102;p27"/>
            <p:cNvSpPr/>
            <p:nvPr/>
          </p:nvSpPr>
          <p:spPr>
            <a:xfrm>
              <a:off x="2696950" y="4320450"/>
              <a:ext cx="12375" cy="12400"/>
            </a:xfrm>
            <a:custGeom>
              <a:avLst/>
              <a:gdLst/>
              <a:ahLst/>
              <a:cxnLst/>
              <a:rect l="l" t="t" r="r" b="b"/>
              <a:pathLst>
                <a:path w="495" h="496" extrusionOk="0">
                  <a:moveTo>
                    <a:pt x="252" y="0"/>
                  </a:moveTo>
                  <a:cubicBezTo>
                    <a:pt x="108" y="0"/>
                    <a:pt x="1" y="109"/>
                    <a:pt x="1" y="245"/>
                  </a:cubicBezTo>
                  <a:cubicBezTo>
                    <a:pt x="1" y="387"/>
                    <a:pt x="108" y="496"/>
                    <a:pt x="252" y="496"/>
                  </a:cubicBezTo>
                  <a:cubicBezTo>
                    <a:pt x="388" y="496"/>
                    <a:pt x="495" y="387"/>
                    <a:pt x="495" y="245"/>
                  </a:cubicBezTo>
                  <a:cubicBezTo>
                    <a:pt x="495"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3" name="Google Shape;12103;p27"/>
            <p:cNvSpPr/>
            <p:nvPr/>
          </p:nvSpPr>
          <p:spPr>
            <a:xfrm>
              <a:off x="2788700" y="4320450"/>
              <a:ext cx="12600" cy="12400"/>
            </a:xfrm>
            <a:custGeom>
              <a:avLst/>
              <a:gdLst/>
              <a:ahLst/>
              <a:cxnLst/>
              <a:rect l="l" t="t" r="r" b="b"/>
              <a:pathLst>
                <a:path w="504" h="496" extrusionOk="0">
                  <a:moveTo>
                    <a:pt x="252" y="0"/>
                  </a:moveTo>
                  <a:cubicBezTo>
                    <a:pt x="116" y="0"/>
                    <a:pt x="1" y="109"/>
                    <a:pt x="1" y="245"/>
                  </a:cubicBezTo>
                  <a:cubicBezTo>
                    <a:pt x="1" y="387"/>
                    <a:pt x="116" y="496"/>
                    <a:pt x="252" y="496"/>
                  </a:cubicBezTo>
                  <a:cubicBezTo>
                    <a:pt x="388" y="496"/>
                    <a:pt x="503" y="387"/>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4" name="Google Shape;12104;p27"/>
            <p:cNvSpPr/>
            <p:nvPr/>
          </p:nvSpPr>
          <p:spPr>
            <a:xfrm>
              <a:off x="2880675" y="4320450"/>
              <a:ext cx="12375" cy="12400"/>
            </a:xfrm>
            <a:custGeom>
              <a:avLst/>
              <a:gdLst/>
              <a:ahLst/>
              <a:cxnLst/>
              <a:rect l="l" t="t" r="r" b="b"/>
              <a:pathLst>
                <a:path w="495" h="496" extrusionOk="0">
                  <a:moveTo>
                    <a:pt x="243" y="0"/>
                  </a:moveTo>
                  <a:cubicBezTo>
                    <a:pt x="107" y="0"/>
                    <a:pt x="0" y="109"/>
                    <a:pt x="0" y="245"/>
                  </a:cubicBezTo>
                  <a:cubicBezTo>
                    <a:pt x="0" y="387"/>
                    <a:pt x="107" y="496"/>
                    <a:pt x="243" y="496"/>
                  </a:cubicBezTo>
                  <a:cubicBezTo>
                    <a:pt x="387" y="496"/>
                    <a:pt x="494" y="387"/>
                    <a:pt x="494" y="245"/>
                  </a:cubicBezTo>
                  <a:cubicBezTo>
                    <a:pt x="494" y="109"/>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5" name="Google Shape;12105;p27"/>
            <p:cNvSpPr/>
            <p:nvPr/>
          </p:nvSpPr>
          <p:spPr>
            <a:xfrm>
              <a:off x="2972425" y="4320450"/>
              <a:ext cx="12575" cy="12400"/>
            </a:xfrm>
            <a:custGeom>
              <a:avLst/>
              <a:gdLst/>
              <a:ahLst/>
              <a:cxnLst/>
              <a:rect l="l" t="t" r="r" b="b"/>
              <a:pathLst>
                <a:path w="503" h="496" extrusionOk="0">
                  <a:moveTo>
                    <a:pt x="251" y="0"/>
                  </a:moveTo>
                  <a:cubicBezTo>
                    <a:pt x="115" y="0"/>
                    <a:pt x="0" y="109"/>
                    <a:pt x="0" y="245"/>
                  </a:cubicBezTo>
                  <a:cubicBezTo>
                    <a:pt x="0" y="387"/>
                    <a:pt x="115" y="496"/>
                    <a:pt x="251" y="496"/>
                  </a:cubicBezTo>
                  <a:cubicBezTo>
                    <a:pt x="387" y="496"/>
                    <a:pt x="503" y="387"/>
                    <a:pt x="503" y="245"/>
                  </a:cubicBezTo>
                  <a:cubicBezTo>
                    <a:pt x="503"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6" name="Google Shape;12106;p27"/>
            <p:cNvSpPr/>
            <p:nvPr/>
          </p:nvSpPr>
          <p:spPr>
            <a:xfrm>
              <a:off x="3064375" y="4320450"/>
              <a:ext cx="12375" cy="12400"/>
            </a:xfrm>
            <a:custGeom>
              <a:avLst/>
              <a:gdLst/>
              <a:ahLst/>
              <a:cxnLst/>
              <a:rect l="l" t="t" r="r" b="b"/>
              <a:pathLst>
                <a:path w="495" h="496" extrusionOk="0">
                  <a:moveTo>
                    <a:pt x="243" y="0"/>
                  </a:moveTo>
                  <a:cubicBezTo>
                    <a:pt x="107" y="0"/>
                    <a:pt x="1" y="109"/>
                    <a:pt x="1" y="245"/>
                  </a:cubicBezTo>
                  <a:cubicBezTo>
                    <a:pt x="1" y="387"/>
                    <a:pt x="107" y="496"/>
                    <a:pt x="243" y="496"/>
                  </a:cubicBezTo>
                  <a:cubicBezTo>
                    <a:pt x="388" y="496"/>
                    <a:pt x="495" y="387"/>
                    <a:pt x="495" y="245"/>
                  </a:cubicBezTo>
                  <a:cubicBezTo>
                    <a:pt x="495" y="109"/>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7" name="Google Shape;12107;p27"/>
            <p:cNvSpPr/>
            <p:nvPr/>
          </p:nvSpPr>
          <p:spPr>
            <a:xfrm>
              <a:off x="3156125" y="4320450"/>
              <a:ext cx="12600" cy="12400"/>
            </a:xfrm>
            <a:custGeom>
              <a:avLst/>
              <a:gdLst/>
              <a:ahLst/>
              <a:cxnLst/>
              <a:rect l="l" t="t" r="r" b="b"/>
              <a:pathLst>
                <a:path w="504" h="496" extrusionOk="0">
                  <a:moveTo>
                    <a:pt x="252" y="0"/>
                  </a:moveTo>
                  <a:cubicBezTo>
                    <a:pt x="116" y="0"/>
                    <a:pt x="1" y="109"/>
                    <a:pt x="1" y="245"/>
                  </a:cubicBezTo>
                  <a:cubicBezTo>
                    <a:pt x="1" y="387"/>
                    <a:pt x="116" y="496"/>
                    <a:pt x="252" y="496"/>
                  </a:cubicBezTo>
                  <a:cubicBezTo>
                    <a:pt x="388" y="496"/>
                    <a:pt x="503" y="387"/>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8" name="Google Shape;12108;p27"/>
            <p:cNvSpPr/>
            <p:nvPr/>
          </p:nvSpPr>
          <p:spPr>
            <a:xfrm>
              <a:off x="3247875" y="4320450"/>
              <a:ext cx="12575" cy="12400"/>
            </a:xfrm>
            <a:custGeom>
              <a:avLst/>
              <a:gdLst/>
              <a:ahLst/>
              <a:cxnLst/>
              <a:rect l="l" t="t" r="r" b="b"/>
              <a:pathLst>
                <a:path w="503" h="496" extrusionOk="0">
                  <a:moveTo>
                    <a:pt x="252" y="0"/>
                  </a:moveTo>
                  <a:cubicBezTo>
                    <a:pt x="116" y="0"/>
                    <a:pt x="1" y="109"/>
                    <a:pt x="1" y="245"/>
                  </a:cubicBezTo>
                  <a:cubicBezTo>
                    <a:pt x="1" y="387"/>
                    <a:pt x="116" y="496"/>
                    <a:pt x="252" y="496"/>
                  </a:cubicBezTo>
                  <a:cubicBezTo>
                    <a:pt x="388" y="496"/>
                    <a:pt x="503" y="387"/>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9" name="Google Shape;12109;p27"/>
            <p:cNvSpPr/>
            <p:nvPr/>
          </p:nvSpPr>
          <p:spPr>
            <a:xfrm>
              <a:off x="3339850" y="4320450"/>
              <a:ext cx="12525" cy="12400"/>
            </a:xfrm>
            <a:custGeom>
              <a:avLst/>
              <a:gdLst/>
              <a:ahLst/>
              <a:cxnLst/>
              <a:rect l="l" t="t" r="r" b="b"/>
              <a:pathLst>
                <a:path w="501" h="496" extrusionOk="0">
                  <a:moveTo>
                    <a:pt x="251" y="0"/>
                  </a:moveTo>
                  <a:cubicBezTo>
                    <a:pt x="107" y="0"/>
                    <a:pt x="0" y="109"/>
                    <a:pt x="0" y="245"/>
                  </a:cubicBezTo>
                  <a:cubicBezTo>
                    <a:pt x="0" y="387"/>
                    <a:pt x="107" y="496"/>
                    <a:pt x="251" y="496"/>
                  </a:cubicBezTo>
                  <a:cubicBezTo>
                    <a:pt x="387" y="496"/>
                    <a:pt x="501" y="387"/>
                    <a:pt x="501" y="245"/>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0" name="Google Shape;12110;p27"/>
            <p:cNvSpPr/>
            <p:nvPr/>
          </p:nvSpPr>
          <p:spPr>
            <a:xfrm>
              <a:off x="3431575" y="4320450"/>
              <a:ext cx="12600" cy="12400"/>
            </a:xfrm>
            <a:custGeom>
              <a:avLst/>
              <a:gdLst/>
              <a:ahLst/>
              <a:cxnLst/>
              <a:rect l="l" t="t" r="r" b="b"/>
              <a:pathLst>
                <a:path w="504" h="496" extrusionOk="0">
                  <a:moveTo>
                    <a:pt x="252" y="0"/>
                  </a:moveTo>
                  <a:cubicBezTo>
                    <a:pt x="116" y="0"/>
                    <a:pt x="1" y="109"/>
                    <a:pt x="1" y="245"/>
                  </a:cubicBezTo>
                  <a:cubicBezTo>
                    <a:pt x="1" y="387"/>
                    <a:pt x="116" y="496"/>
                    <a:pt x="252" y="496"/>
                  </a:cubicBezTo>
                  <a:cubicBezTo>
                    <a:pt x="388" y="496"/>
                    <a:pt x="503" y="387"/>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1" name="Google Shape;12111;p27"/>
            <p:cNvSpPr/>
            <p:nvPr/>
          </p:nvSpPr>
          <p:spPr>
            <a:xfrm>
              <a:off x="3523550" y="4320450"/>
              <a:ext cx="12375" cy="12400"/>
            </a:xfrm>
            <a:custGeom>
              <a:avLst/>
              <a:gdLst/>
              <a:ahLst/>
              <a:cxnLst/>
              <a:rect l="l" t="t" r="r" b="b"/>
              <a:pathLst>
                <a:path w="495" h="496" extrusionOk="0">
                  <a:moveTo>
                    <a:pt x="250" y="0"/>
                  </a:moveTo>
                  <a:cubicBezTo>
                    <a:pt x="107" y="0"/>
                    <a:pt x="0" y="109"/>
                    <a:pt x="0" y="245"/>
                  </a:cubicBezTo>
                  <a:cubicBezTo>
                    <a:pt x="0" y="387"/>
                    <a:pt x="107" y="496"/>
                    <a:pt x="250" y="496"/>
                  </a:cubicBezTo>
                  <a:cubicBezTo>
                    <a:pt x="388" y="496"/>
                    <a:pt x="494" y="387"/>
                    <a:pt x="494" y="245"/>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2" name="Google Shape;12112;p27"/>
            <p:cNvSpPr/>
            <p:nvPr/>
          </p:nvSpPr>
          <p:spPr>
            <a:xfrm>
              <a:off x="676400" y="4412225"/>
              <a:ext cx="12600" cy="12550"/>
            </a:xfrm>
            <a:custGeom>
              <a:avLst/>
              <a:gdLst/>
              <a:ahLst/>
              <a:cxnLst/>
              <a:rect l="l" t="t" r="r" b="b"/>
              <a:pathLst>
                <a:path w="504" h="502" extrusionOk="0">
                  <a:moveTo>
                    <a:pt x="252" y="1"/>
                  </a:moveTo>
                  <a:cubicBezTo>
                    <a:pt x="116" y="1"/>
                    <a:pt x="1" y="114"/>
                    <a:pt x="1" y="252"/>
                  </a:cubicBezTo>
                  <a:cubicBezTo>
                    <a:pt x="1" y="388"/>
                    <a:pt x="116" y="502"/>
                    <a:pt x="252" y="502"/>
                  </a:cubicBezTo>
                  <a:cubicBezTo>
                    <a:pt x="388" y="502"/>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3" name="Google Shape;12113;p27"/>
            <p:cNvSpPr/>
            <p:nvPr/>
          </p:nvSpPr>
          <p:spPr>
            <a:xfrm>
              <a:off x="768325" y="4412225"/>
              <a:ext cx="12400" cy="12550"/>
            </a:xfrm>
            <a:custGeom>
              <a:avLst/>
              <a:gdLst/>
              <a:ahLst/>
              <a:cxnLst/>
              <a:rect l="l" t="t" r="r" b="b"/>
              <a:pathLst>
                <a:path w="496" h="502" extrusionOk="0">
                  <a:moveTo>
                    <a:pt x="245" y="1"/>
                  </a:moveTo>
                  <a:cubicBezTo>
                    <a:pt x="109" y="1"/>
                    <a:pt x="0" y="114"/>
                    <a:pt x="0" y="252"/>
                  </a:cubicBezTo>
                  <a:cubicBezTo>
                    <a:pt x="0" y="388"/>
                    <a:pt x="109" y="502"/>
                    <a:pt x="245" y="502"/>
                  </a:cubicBezTo>
                  <a:cubicBezTo>
                    <a:pt x="388" y="502"/>
                    <a:pt x="496" y="388"/>
                    <a:pt x="496" y="252"/>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4" name="Google Shape;12114;p27"/>
            <p:cNvSpPr/>
            <p:nvPr/>
          </p:nvSpPr>
          <p:spPr>
            <a:xfrm>
              <a:off x="860125" y="4412225"/>
              <a:ext cx="12525" cy="12550"/>
            </a:xfrm>
            <a:custGeom>
              <a:avLst/>
              <a:gdLst/>
              <a:ahLst/>
              <a:cxnLst/>
              <a:rect l="l" t="t" r="r" b="b"/>
              <a:pathLst>
                <a:path w="501" h="502" extrusionOk="0">
                  <a:moveTo>
                    <a:pt x="251" y="1"/>
                  </a:moveTo>
                  <a:cubicBezTo>
                    <a:pt x="114" y="1"/>
                    <a:pt x="0" y="114"/>
                    <a:pt x="0" y="252"/>
                  </a:cubicBezTo>
                  <a:cubicBezTo>
                    <a:pt x="0" y="388"/>
                    <a:pt x="114" y="502"/>
                    <a:pt x="251" y="502"/>
                  </a:cubicBezTo>
                  <a:cubicBezTo>
                    <a:pt x="387" y="502"/>
                    <a:pt x="501" y="388"/>
                    <a:pt x="501" y="252"/>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5" name="Google Shape;12115;p27"/>
            <p:cNvSpPr/>
            <p:nvPr/>
          </p:nvSpPr>
          <p:spPr>
            <a:xfrm>
              <a:off x="951850" y="4412225"/>
              <a:ext cx="12600" cy="12550"/>
            </a:xfrm>
            <a:custGeom>
              <a:avLst/>
              <a:gdLst/>
              <a:ahLst/>
              <a:cxnLst/>
              <a:rect l="l" t="t" r="r" b="b"/>
              <a:pathLst>
                <a:path w="504" h="502" extrusionOk="0">
                  <a:moveTo>
                    <a:pt x="252" y="1"/>
                  </a:moveTo>
                  <a:cubicBezTo>
                    <a:pt x="116" y="1"/>
                    <a:pt x="1" y="114"/>
                    <a:pt x="1" y="252"/>
                  </a:cubicBezTo>
                  <a:cubicBezTo>
                    <a:pt x="1" y="388"/>
                    <a:pt x="116" y="502"/>
                    <a:pt x="252" y="502"/>
                  </a:cubicBezTo>
                  <a:cubicBezTo>
                    <a:pt x="388" y="502"/>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6" name="Google Shape;12116;p27"/>
            <p:cNvSpPr/>
            <p:nvPr/>
          </p:nvSpPr>
          <p:spPr>
            <a:xfrm>
              <a:off x="1043825" y="4412225"/>
              <a:ext cx="12375" cy="12550"/>
            </a:xfrm>
            <a:custGeom>
              <a:avLst/>
              <a:gdLst/>
              <a:ahLst/>
              <a:cxnLst/>
              <a:rect l="l" t="t" r="r" b="b"/>
              <a:pathLst>
                <a:path w="495" h="502" extrusionOk="0">
                  <a:moveTo>
                    <a:pt x="250" y="1"/>
                  </a:moveTo>
                  <a:cubicBezTo>
                    <a:pt x="107" y="1"/>
                    <a:pt x="0" y="114"/>
                    <a:pt x="0" y="252"/>
                  </a:cubicBezTo>
                  <a:cubicBezTo>
                    <a:pt x="0" y="388"/>
                    <a:pt x="107" y="502"/>
                    <a:pt x="250" y="502"/>
                  </a:cubicBezTo>
                  <a:cubicBezTo>
                    <a:pt x="388" y="502"/>
                    <a:pt x="494" y="388"/>
                    <a:pt x="494" y="252"/>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7" name="Google Shape;12117;p27"/>
            <p:cNvSpPr/>
            <p:nvPr/>
          </p:nvSpPr>
          <p:spPr>
            <a:xfrm>
              <a:off x="1135575" y="4412225"/>
              <a:ext cx="12575" cy="12550"/>
            </a:xfrm>
            <a:custGeom>
              <a:avLst/>
              <a:gdLst/>
              <a:ahLst/>
              <a:cxnLst/>
              <a:rect l="l" t="t" r="r" b="b"/>
              <a:pathLst>
                <a:path w="503" h="502" extrusionOk="0">
                  <a:moveTo>
                    <a:pt x="252" y="1"/>
                  </a:moveTo>
                  <a:cubicBezTo>
                    <a:pt x="116" y="1"/>
                    <a:pt x="0" y="114"/>
                    <a:pt x="0" y="252"/>
                  </a:cubicBezTo>
                  <a:cubicBezTo>
                    <a:pt x="0" y="388"/>
                    <a:pt x="116" y="502"/>
                    <a:pt x="252" y="502"/>
                  </a:cubicBezTo>
                  <a:cubicBezTo>
                    <a:pt x="387" y="502"/>
                    <a:pt x="503" y="388"/>
                    <a:pt x="503" y="252"/>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8" name="Google Shape;12118;p27"/>
            <p:cNvSpPr/>
            <p:nvPr/>
          </p:nvSpPr>
          <p:spPr>
            <a:xfrm>
              <a:off x="1227500" y="4412225"/>
              <a:ext cx="12400" cy="12550"/>
            </a:xfrm>
            <a:custGeom>
              <a:avLst/>
              <a:gdLst/>
              <a:ahLst/>
              <a:cxnLst/>
              <a:rect l="l" t="t" r="r" b="b"/>
              <a:pathLst>
                <a:path w="496" h="502" extrusionOk="0">
                  <a:moveTo>
                    <a:pt x="251" y="1"/>
                  </a:moveTo>
                  <a:cubicBezTo>
                    <a:pt x="109" y="1"/>
                    <a:pt x="0" y="114"/>
                    <a:pt x="0" y="252"/>
                  </a:cubicBezTo>
                  <a:cubicBezTo>
                    <a:pt x="0" y="388"/>
                    <a:pt x="109" y="502"/>
                    <a:pt x="251" y="502"/>
                  </a:cubicBezTo>
                  <a:cubicBezTo>
                    <a:pt x="387" y="502"/>
                    <a:pt x="496" y="388"/>
                    <a:pt x="496" y="252"/>
                  </a:cubicBezTo>
                  <a:cubicBezTo>
                    <a:pt x="496"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9" name="Google Shape;12119;p27"/>
            <p:cNvSpPr/>
            <p:nvPr/>
          </p:nvSpPr>
          <p:spPr>
            <a:xfrm>
              <a:off x="1319275" y="4412225"/>
              <a:ext cx="12550" cy="12550"/>
            </a:xfrm>
            <a:custGeom>
              <a:avLst/>
              <a:gdLst/>
              <a:ahLst/>
              <a:cxnLst/>
              <a:rect l="l" t="t" r="r" b="b"/>
              <a:pathLst>
                <a:path w="502" h="502" extrusionOk="0">
                  <a:moveTo>
                    <a:pt x="252" y="1"/>
                  </a:moveTo>
                  <a:cubicBezTo>
                    <a:pt x="114" y="1"/>
                    <a:pt x="1" y="114"/>
                    <a:pt x="1" y="252"/>
                  </a:cubicBezTo>
                  <a:cubicBezTo>
                    <a:pt x="1" y="388"/>
                    <a:pt x="114" y="502"/>
                    <a:pt x="252" y="502"/>
                  </a:cubicBezTo>
                  <a:cubicBezTo>
                    <a:pt x="388" y="502"/>
                    <a:pt x="501" y="388"/>
                    <a:pt x="501" y="252"/>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0" name="Google Shape;12120;p27"/>
            <p:cNvSpPr/>
            <p:nvPr/>
          </p:nvSpPr>
          <p:spPr>
            <a:xfrm>
              <a:off x="1411200" y="4412225"/>
              <a:ext cx="12425" cy="12550"/>
            </a:xfrm>
            <a:custGeom>
              <a:avLst/>
              <a:gdLst/>
              <a:ahLst/>
              <a:cxnLst/>
              <a:rect l="l" t="t" r="r" b="b"/>
              <a:pathLst>
                <a:path w="497" h="502" extrusionOk="0">
                  <a:moveTo>
                    <a:pt x="245" y="1"/>
                  </a:moveTo>
                  <a:cubicBezTo>
                    <a:pt x="109" y="1"/>
                    <a:pt x="1" y="114"/>
                    <a:pt x="1" y="252"/>
                  </a:cubicBezTo>
                  <a:cubicBezTo>
                    <a:pt x="1" y="388"/>
                    <a:pt x="109" y="502"/>
                    <a:pt x="245" y="502"/>
                  </a:cubicBezTo>
                  <a:cubicBezTo>
                    <a:pt x="388" y="502"/>
                    <a:pt x="496" y="388"/>
                    <a:pt x="496" y="252"/>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1" name="Google Shape;12121;p27"/>
            <p:cNvSpPr/>
            <p:nvPr/>
          </p:nvSpPr>
          <p:spPr>
            <a:xfrm>
              <a:off x="1503000" y="4412225"/>
              <a:ext cx="12525" cy="12550"/>
            </a:xfrm>
            <a:custGeom>
              <a:avLst/>
              <a:gdLst/>
              <a:ahLst/>
              <a:cxnLst/>
              <a:rect l="l" t="t" r="r" b="b"/>
              <a:pathLst>
                <a:path w="501" h="502" extrusionOk="0">
                  <a:moveTo>
                    <a:pt x="250" y="1"/>
                  </a:moveTo>
                  <a:cubicBezTo>
                    <a:pt x="114" y="1"/>
                    <a:pt x="0" y="114"/>
                    <a:pt x="0" y="252"/>
                  </a:cubicBezTo>
                  <a:cubicBezTo>
                    <a:pt x="0" y="388"/>
                    <a:pt x="114" y="502"/>
                    <a:pt x="250" y="502"/>
                  </a:cubicBezTo>
                  <a:cubicBezTo>
                    <a:pt x="387" y="502"/>
                    <a:pt x="501" y="388"/>
                    <a:pt x="501" y="252"/>
                  </a:cubicBezTo>
                  <a:cubicBezTo>
                    <a:pt x="501" y="114"/>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2" name="Google Shape;12122;p27"/>
            <p:cNvSpPr/>
            <p:nvPr/>
          </p:nvSpPr>
          <p:spPr>
            <a:xfrm>
              <a:off x="1594750" y="4412225"/>
              <a:ext cx="12575" cy="12550"/>
            </a:xfrm>
            <a:custGeom>
              <a:avLst/>
              <a:gdLst/>
              <a:ahLst/>
              <a:cxnLst/>
              <a:rect l="l" t="t" r="r" b="b"/>
              <a:pathLst>
                <a:path w="503" h="502" extrusionOk="0">
                  <a:moveTo>
                    <a:pt x="251" y="1"/>
                  </a:moveTo>
                  <a:cubicBezTo>
                    <a:pt x="115" y="1"/>
                    <a:pt x="0" y="114"/>
                    <a:pt x="0" y="252"/>
                  </a:cubicBezTo>
                  <a:cubicBezTo>
                    <a:pt x="0" y="388"/>
                    <a:pt x="115" y="502"/>
                    <a:pt x="251" y="502"/>
                  </a:cubicBezTo>
                  <a:cubicBezTo>
                    <a:pt x="394" y="502"/>
                    <a:pt x="503" y="388"/>
                    <a:pt x="503" y="252"/>
                  </a:cubicBezTo>
                  <a:cubicBezTo>
                    <a:pt x="503" y="114"/>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3" name="Google Shape;12123;p27"/>
            <p:cNvSpPr/>
            <p:nvPr/>
          </p:nvSpPr>
          <p:spPr>
            <a:xfrm>
              <a:off x="1686650" y="4412225"/>
              <a:ext cx="12600" cy="12550"/>
            </a:xfrm>
            <a:custGeom>
              <a:avLst/>
              <a:gdLst/>
              <a:ahLst/>
              <a:cxnLst/>
              <a:rect l="l" t="t" r="r" b="b"/>
              <a:pathLst>
                <a:path w="504" h="502" extrusionOk="0">
                  <a:moveTo>
                    <a:pt x="252" y="1"/>
                  </a:moveTo>
                  <a:cubicBezTo>
                    <a:pt x="116" y="1"/>
                    <a:pt x="1" y="114"/>
                    <a:pt x="1" y="252"/>
                  </a:cubicBezTo>
                  <a:cubicBezTo>
                    <a:pt x="1" y="388"/>
                    <a:pt x="116" y="502"/>
                    <a:pt x="252" y="502"/>
                  </a:cubicBezTo>
                  <a:cubicBezTo>
                    <a:pt x="388" y="502"/>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4" name="Google Shape;12124;p27"/>
            <p:cNvSpPr/>
            <p:nvPr/>
          </p:nvSpPr>
          <p:spPr>
            <a:xfrm>
              <a:off x="1778450" y="4412225"/>
              <a:ext cx="12550" cy="12550"/>
            </a:xfrm>
            <a:custGeom>
              <a:avLst/>
              <a:gdLst/>
              <a:ahLst/>
              <a:cxnLst/>
              <a:rect l="l" t="t" r="r" b="b"/>
              <a:pathLst>
                <a:path w="502" h="502" extrusionOk="0">
                  <a:moveTo>
                    <a:pt x="252" y="1"/>
                  </a:moveTo>
                  <a:cubicBezTo>
                    <a:pt x="114" y="1"/>
                    <a:pt x="1" y="114"/>
                    <a:pt x="1" y="252"/>
                  </a:cubicBezTo>
                  <a:cubicBezTo>
                    <a:pt x="1" y="388"/>
                    <a:pt x="114" y="502"/>
                    <a:pt x="252" y="502"/>
                  </a:cubicBezTo>
                  <a:cubicBezTo>
                    <a:pt x="388" y="502"/>
                    <a:pt x="501" y="388"/>
                    <a:pt x="501" y="252"/>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5" name="Google Shape;12125;p27"/>
            <p:cNvSpPr/>
            <p:nvPr/>
          </p:nvSpPr>
          <p:spPr>
            <a:xfrm>
              <a:off x="1870375" y="4412225"/>
              <a:ext cx="12400" cy="12550"/>
            </a:xfrm>
            <a:custGeom>
              <a:avLst/>
              <a:gdLst/>
              <a:ahLst/>
              <a:cxnLst/>
              <a:rect l="l" t="t" r="r" b="b"/>
              <a:pathLst>
                <a:path w="496" h="502" extrusionOk="0">
                  <a:moveTo>
                    <a:pt x="252" y="1"/>
                  </a:moveTo>
                  <a:cubicBezTo>
                    <a:pt x="109" y="1"/>
                    <a:pt x="0" y="114"/>
                    <a:pt x="0" y="252"/>
                  </a:cubicBezTo>
                  <a:cubicBezTo>
                    <a:pt x="0" y="388"/>
                    <a:pt x="109" y="502"/>
                    <a:pt x="252" y="502"/>
                  </a:cubicBezTo>
                  <a:cubicBezTo>
                    <a:pt x="387" y="502"/>
                    <a:pt x="496" y="388"/>
                    <a:pt x="496" y="252"/>
                  </a:cubicBezTo>
                  <a:cubicBezTo>
                    <a:pt x="496"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6" name="Google Shape;12126;p27"/>
            <p:cNvSpPr/>
            <p:nvPr/>
          </p:nvSpPr>
          <p:spPr>
            <a:xfrm>
              <a:off x="1962150" y="4412225"/>
              <a:ext cx="12550" cy="12550"/>
            </a:xfrm>
            <a:custGeom>
              <a:avLst/>
              <a:gdLst/>
              <a:ahLst/>
              <a:cxnLst/>
              <a:rect l="l" t="t" r="r" b="b"/>
              <a:pathLst>
                <a:path w="502" h="502" extrusionOk="0">
                  <a:moveTo>
                    <a:pt x="250" y="1"/>
                  </a:moveTo>
                  <a:cubicBezTo>
                    <a:pt x="114" y="1"/>
                    <a:pt x="1" y="114"/>
                    <a:pt x="1" y="252"/>
                  </a:cubicBezTo>
                  <a:cubicBezTo>
                    <a:pt x="1" y="388"/>
                    <a:pt x="114" y="502"/>
                    <a:pt x="250" y="502"/>
                  </a:cubicBezTo>
                  <a:cubicBezTo>
                    <a:pt x="388" y="502"/>
                    <a:pt x="502" y="388"/>
                    <a:pt x="502" y="252"/>
                  </a:cubicBezTo>
                  <a:cubicBezTo>
                    <a:pt x="502"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7" name="Google Shape;12127;p27"/>
            <p:cNvSpPr/>
            <p:nvPr/>
          </p:nvSpPr>
          <p:spPr>
            <a:xfrm>
              <a:off x="2054075" y="4412225"/>
              <a:ext cx="12425" cy="12550"/>
            </a:xfrm>
            <a:custGeom>
              <a:avLst/>
              <a:gdLst/>
              <a:ahLst/>
              <a:cxnLst/>
              <a:rect l="l" t="t" r="r" b="b"/>
              <a:pathLst>
                <a:path w="497" h="502" extrusionOk="0">
                  <a:moveTo>
                    <a:pt x="252" y="1"/>
                  </a:moveTo>
                  <a:cubicBezTo>
                    <a:pt x="109" y="1"/>
                    <a:pt x="1" y="114"/>
                    <a:pt x="1" y="252"/>
                  </a:cubicBezTo>
                  <a:cubicBezTo>
                    <a:pt x="1" y="388"/>
                    <a:pt x="109" y="502"/>
                    <a:pt x="252" y="502"/>
                  </a:cubicBezTo>
                  <a:cubicBezTo>
                    <a:pt x="388" y="502"/>
                    <a:pt x="496" y="388"/>
                    <a:pt x="496" y="252"/>
                  </a:cubicBezTo>
                  <a:cubicBezTo>
                    <a:pt x="496"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8" name="Google Shape;12128;p27"/>
            <p:cNvSpPr/>
            <p:nvPr/>
          </p:nvSpPr>
          <p:spPr>
            <a:xfrm>
              <a:off x="2145825" y="4412225"/>
              <a:ext cx="12600" cy="12550"/>
            </a:xfrm>
            <a:custGeom>
              <a:avLst/>
              <a:gdLst/>
              <a:ahLst/>
              <a:cxnLst/>
              <a:rect l="l" t="t" r="r" b="b"/>
              <a:pathLst>
                <a:path w="504" h="502" extrusionOk="0">
                  <a:moveTo>
                    <a:pt x="252" y="1"/>
                  </a:moveTo>
                  <a:cubicBezTo>
                    <a:pt x="116" y="1"/>
                    <a:pt x="1" y="114"/>
                    <a:pt x="1" y="252"/>
                  </a:cubicBezTo>
                  <a:cubicBezTo>
                    <a:pt x="1" y="388"/>
                    <a:pt x="116" y="502"/>
                    <a:pt x="252" y="502"/>
                  </a:cubicBezTo>
                  <a:cubicBezTo>
                    <a:pt x="388" y="502"/>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9" name="Google Shape;12129;p27"/>
            <p:cNvSpPr/>
            <p:nvPr/>
          </p:nvSpPr>
          <p:spPr>
            <a:xfrm>
              <a:off x="2237800" y="4412225"/>
              <a:ext cx="12350" cy="12550"/>
            </a:xfrm>
            <a:custGeom>
              <a:avLst/>
              <a:gdLst/>
              <a:ahLst/>
              <a:cxnLst/>
              <a:rect l="l" t="t" r="r" b="b"/>
              <a:pathLst>
                <a:path w="494" h="502" extrusionOk="0">
                  <a:moveTo>
                    <a:pt x="244" y="1"/>
                  </a:moveTo>
                  <a:cubicBezTo>
                    <a:pt x="107" y="1"/>
                    <a:pt x="0" y="114"/>
                    <a:pt x="0" y="252"/>
                  </a:cubicBezTo>
                  <a:cubicBezTo>
                    <a:pt x="0" y="388"/>
                    <a:pt x="107" y="502"/>
                    <a:pt x="244" y="502"/>
                  </a:cubicBezTo>
                  <a:cubicBezTo>
                    <a:pt x="387" y="502"/>
                    <a:pt x="494" y="388"/>
                    <a:pt x="494" y="252"/>
                  </a:cubicBezTo>
                  <a:cubicBezTo>
                    <a:pt x="494" y="114"/>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0" name="Google Shape;12130;p27"/>
            <p:cNvSpPr/>
            <p:nvPr/>
          </p:nvSpPr>
          <p:spPr>
            <a:xfrm>
              <a:off x="2329550" y="4412225"/>
              <a:ext cx="12575" cy="12550"/>
            </a:xfrm>
            <a:custGeom>
              <a:avLst/>
              <a:gdLst/>
              <a:ahLst/>
              <a:cxnLst/>
              <a:rect l="l" t="t" r="r" b="b"/>
              <a:pathLst>
                <a:path w="503" h="502" extrusionOk="0">
                  <a:moveTo>
                    <a:pt x="251" y="1"/>
                  </a:moveTo>
                  <a:cubicBezTo>
                    <a:pt x="115" y="1"/>
                    <a:pt x="0" y="114"/>
                    <a:pt x="0" y="252"/>
                  </a:cubicBezTo>
                  <a:cubicBezTo>
                    <a:pt x="0" y="388"/>
                    <a:pt x="115" y="502"/>
                    <a:pt x="251" y="502"/>
                  </a:cubicBezTo>
                  <a:cubicBezTo>
                    <a:pt x="387" y="502"/>
                    <a:pt x="502" y="388"/>
                    <a:pt x="502" y="252"/>
                  </a:cubicBezTo>
                  <a:cubicBezTo>
                    <a:pt x="502"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1" name="Google Shape;12131;p27"/>
            <p:cNvSpPr/>
            <p:nvPr/>
          </p:nvSpPr>
          <p:spPr>
            <a:xfrm>
              <a:off x="2421325" y="4412225"/>
              <a:ext cx="12550" cy="12550"/>
            </a:xfrm>
            <a:custGeom>
              <a:avLst/>
              <a:gdLst/>
              <a:ahLst/>
              <a:cxnLst/>
              <a:rect l="l" t="t" r="r" b="b"/>
              <a:pathLst>
                <a:path w="502" h="502" extrusionOk="0">
                  <a:moveTo>
                    <a:pt x="250" y="1"/>
                  </a:moveTo>
                  <a:cubicBezTo>
                    <a:pt x="114" y="1"/>
                    <a:pt x="1" y="114"/>
                    <a:pt x="1" y="252"/>
                  </a:cubicBezTo>
                  <a:cubicBezTo>
                    <a:pt x="1" y="388"/>
                    <a:pt x="114" y="502"/>
                    <a:pt x="250" y="502"/>
                  </a:cubicBezTo>
                  <a:cubicBezTo>
                    <a:pt x="395" y="502"/>
                    <a:pt x="501" y="388"/>
                    <a:pt x="501" y="252"/>
                  </a:cubicBezTo>
                  <a:cubicBezTo>
                    <a:pt x="501" y="114"/>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2" name="Google Shape;12132;p27"/>
            <p:cNvSpPr/>
            <p:nvPr/>
          </p:nvSpPr>
          <p:spPr>
            <a:xfrm>
              <a:off x="2513250" y="4412225"/>
              <a:ext cx="12575" cy="12550"/>
            </a:xfrm>
            <a:custGeom>
              <a:avLst/>
              <a:gdLst/>
              <a:ahLst/>
              <a:cxnLst/>
              <a:rect l="l" t="t" r="r" b="b"/>
              <a:pathLst>
                <a:path w="503" h="502" extrusionOk="0">
                  <a:moveTo>
                    <a:pt x="252" y="1"/>
                  </a:moveTo>
                  <a:cubicBezTo>
                    <a:pt x="109" y="1"/>
                    <a:pt x="0" y="114"/>
                    <a:pt x="0" y="252"/>
                  </a:cubicBezTo>
                  <a:cubicBezTo>
                    <a:pt x="0" y="388"/>
                    <a:pt x="109" y="502"/>
                    <a:pt x="252" y="502"/>
                  </a:cubicBezTo>
                  <a:cubicBezTo>
                    <a:pt x="388" y="502"/>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3" name="Google Shape;12133;p27"/>
            <p:cNvSpPr/>
            <p:nvPr/>
          </p:nvSpPr>
          <p:spPr>
            <a:xfrm>
              <a:off x="2605000" y="4412225"/>
              <a:ext cx="12575" cy="12550"/>
            </a:xfrm>
            <a:custGeom>
              <a:avLst/>
              <a:gdLst/>
              <a:ahLst/>
              <a:cxnLst/>
              <a:rect l="l" t="t" r="r" b="b"/>
              <a:pathLst>
                <a:path w="503" h="502" extrusionOk="0">
                  <a:moveTo>
                    <a:pt x="252" y="1"/>
                  </a:moveTo>
                  <a:cubicBezTo>
                    <a:pt x="116" y="1"/>
                    <a:pt x="0" y="114"/>
                    <a:pt x="0" y="252"/>
                  </a:cubicBezTo>
                  <a:cubicBezTo>
                    <a:pt x="0" y="388"/>
                    <a:pt x="116" y="502"/>
                    <a:pt x="252" y="502"/>
                  </a:cubicBezTo>
                  <a:cubicBezTo>
                    <a:pt x="387" y="502"/>
                    <a:pt x="503" y="388"/>
                    <a:pt x="503" y="252"/>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4" name="Google Shape;12134;p27"/>
            <p:cNvSpPr/>
            <p:nvPr/>
          </p:nvSpPr>
          <p:spPr>
            <a:xfrm>
              <a:off x="2696950" y="4412225"/>
              <a:ext cx="12375" cy="12550"/>
            </a:xfrm>
            <a:custGeom>
              <a:avLst/>
              <a:gdLst/>
              <a:ahLst/>
              <a:cxnLst/>
              <a:rect l="l" t="t" r="r" b="b"/>
              <a:pathLst>
                <a:path w="495" h="502" extrusionOk="0">
                  <a:moveTo>
                    <a:pt x="252" y="1"/>
                  </a:moveTo>
                  <a:cubicBezTo>
                    <a:pt x="108" y="1"/>
                    <a:pt x="1" y="114"/>
                    <a:pt x="1" y="252"/>
                  </a:cubicBezTo>
                  <a:cubicBezTo>
                    <a:pt x="1" y="388"/>
                    <a:pt x="108" y="502"/>
                    <a:pt x="252" y="502"/>
                  </a:cubicBezTo>
                  <a:cubicBezTo>
                    <a:pt x="388" y="502"/>
                    <a:pt x="495" y="388"/>
                    <a:pt x="495" y="252"/>
                  </a:cubicBezTo>
                  <a:cubicBezTo>
                    <a:pt x="495"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5" name="Google Shape;12135;p27"/>
            <p:cNvSpPr/>
            <p:nvPr/>
          </p:nvSpPr>
          <p:spPr>
            <a:xfrm>
              <a:off x="2788700" y="4412225"/>
              <a:ext cx="12600" cy="12550"/>
            </a:xfrm>
            <a:custGeom>
              <a:avLst/>
              <a:gdLst/>
              <a:ahLst/>
              <a:cxnLst/>
              <a:rect l="l" t="t" r="r" b="b"/>
              <a:pathLst>
                <a:path w="504" h="502" extrusionOk="0">
                  <a:moveTo>
                    <a:pt x="252" y="1"/>
                  </a:moveTo>
                  <a:cubicBezTo>
                    <a:pt x="116" y="1"/>
                    <a:pt x="1" y="114"/>
                    <a:pt x="1" y="252"/>
                  </a:cubicBezTo>
                  <a:cubicBezTo>
                    <a:pt x="1" y="388"/>
                    <a:pt x="116" y="502"/>
                    <a:pt x="252" y="502"/>
                  </a:cubicBezTo>
                  <a:cubicBezTo>
                    <a:pt x="388" y="502"/>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6" name="Google Shape;12136;p27"/>
            <p:cNvSpPr/>
            <p:nvPr/>
          </p:nvSpPr>
          <p:spPr>
            <a:xfrm>
              <a:off x="2880675" y="4412225"/>
              <a:ext cx="12375" cy="12550"/>
            </a:xfrm>
            <a:custGeom>
              <a:avLst/>
              <a:gdLst/>
              <a:ahLst/>
              <a:cxnLst/>
              <a:rect l="l" t="t" r="r" b="b"/>
              <a:pathLst>
                <a:path w="495" h="502" extrusionOk="0">
                  <a:moveTo>
                    <a:pt x="243" y="1"/>
                  </a:moveTo>
                  <a:cubicBezTo>
                    <a:pt x="107" y="1"/>
                    <a:pt x="0" y="114"/>
                    <a:pt x="0" y="252"/>
                  </a:cubicBezTo>
                  <a:cubicBezTo>
                    <a:pt x="0" y="388"/>
                    <a:pt x="107" y="502"/>
                    <a:pt x="243" y="502"/>
                  </a:cubicBezTo>
                  <a:cubicBezTo>
                    <a:pt x="387" y="502"/>
                    <a:pt x="494" y="388"/>
                    <a:pt x="494" y="252"/>
                  </a:cubicBezTo>
                  <a:cubicBezTo>
                    <a:pt x="494" y="114"/>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7" name="Google Shape;12137;p27"/>
            <p:cNvSpPr/>
            <p:nvPr/>
          </p:nvSpPr>
          <p:spPr>
            <a:xfrm>
              <a:off x="2972425" y="4412225"/>
              <a:ext cx="12575" cy="12550"/>
            </a:xfrm>
            <a:custGeom>
              <a:avLst/>
              <a:gdLst/>
              <a:ahLst/>
              <a:cxnLst/>
              <a:rect l="l" t="t" r="r" b="b"/>
              <a:pathLst>
                <a:path w="503" h="502" extrusionOk="0">
                  <a:moveTo>
                    <a:pt x="251" y="1"/>
                  </a:moveTo>
                  <a:cubicBezTo>
                    <a:pt x="115" y="1"/>
                    <a:pt x="0" y="114"/>
                    <a:pt x="0" y="252"/>
                  </a:cubicBezTo>
                  <a:cubicBezTo>
                    <a:pt x="0" y="388"/>
                    <a:pt x="115" y="502"/>
                    <a:pt x="251" y="502"/>
                  </a:cubicBezTo>
                  <a:cubicBezTo>
                    <a:pt x="387" y="502"/>
                    <a:pt x="503" y="388"/>
                    <a:pt x="503" y="252"/>
                  </a:cubicBezTo>
                  <a:cubicBezTo>
                    <a:pt x="503"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8" name="Google Shape;12138;p27"/>
            <p:cNvSpPr/>
            <p:nvPr/>
          </p:nvSpPr>
          <p:spPr>
            <a:xfrm>
              <a:off x="3064375" y="4412225"/>
              <a:ext cx="12375" cy="12550"/>
            </a:xfrm>
            <a:custGeom>
              <a:avLst/>
              <a:gdLst/>
              <a:ahLst/>
              <a:cxnLst/>
              <a:rect l="l" t="t" r="r" b="b"/>
              <a:pathLst>
                <a:path w="495" h="502" extrusionOk="0">
                  <a:moveTo>
                    <a:pt x="243" y="1"/>
                  </a:moveTo>
                  <a:cubicBezTo>
                    <a:pt x="107" y="1"/>
                    <a:pt x="1" y="114"/>
                    <a:pt x="1" y="252"/>
                  </a:cubicBezTo>
                  <a:cubicBezTo>
                    <a:pt x="1" y="388"/>
                    <a:pt x="107" y="502"/>
                    <a:pt x="243" y="502"/>
                  </a:cubicBezTo>
                  <a:cubicBezTo>
                    <a:pt x="388" y="502"/>
                    <a:pt x="495" y="388"/>
                    <a:pt x="495" y="252"/>
                  </a:cubicBezTo>
                  <a:cubicBezTo>
                    <a:pt x="495" y="114"/>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9" name="Google Shape;12139;p27"/>
            <p:cNvSpPr/>
            <p:nvPr/>
          </p:nvSpPr>
          <p:spPr>
            <a:xfrm>
              <a:off x="3156125" y="4412225"/>
              <a:ext cx="12600" cy="12550"/>
            </a:xfrm>
            <a:custGeom>
              <a:avLst/>
              <a:gdLst/>
              <a:ahLst/>
              <a:cxnLst/>
              <a:rect l="l" t="t" r="r" b="b"/>
              <a:pathLst>
                <a:path w="504" h="502" extrusionOk="0">
                  <a:moveTo>
                    <a:pt x="252" y="1"/>
                  </a:moveTo>
                  <a:cubicBezTo>
                    <a:pt x="116" y="1"/>
                    <a:pt x="1" y="114"/>
                    <a:pt x="1" y="252"/>
                  </a:cubicBezTo>
                  <a:cubicBezTo>
                    <a:pt x="1" y="388"/>
                    <a:pt x="116" y="502"/>
                    <a:pt x="252" y="502"/>
                  </a:cubicBezTo>
                  <a:cubicBezTo>
                    <a:pt x="388" y="502"/>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0" name="Google Shape;12140;p27"/>
            <p:cNvSpPr/>
            <p:nvPr/>
          </p:nvSpPr>
          <p:spPr>
            <a:xfrm>
              <a:off x="3247875" y="4412225"/>
              <a:ext cx="12575" cy="12550"/>
            </a:xfrm>
            <a:custGeom>
              <a:avLst/>
              <a:gdLst/>
              <a:ahLst/>
              <a:cxnLst/>
              <a:rect l="l" t="t" r="r" b="b"/>
              <a:pathLst>
                <a:path w="503" h="502" extrusionOk="0">
                  <a:moveTo>
                    <a:pt x="252" y="1"/>
                  </a:moveTo>
                  <a:cubicBezTo>
                    <a:pt x="116" y="1"/>
                    <a:pt x="1" y="114"/>
                    <a:pt x="1" y="252"/>
                  </a:cubicBezTo>
                  <a:cubicBezTo>
                    <a:pt x="1" y="388"/>
                    <a:pt x="116" y="502"/>
                    <a:pt x="252" y="502"/>
                  </a:cubicBezTo>
                  <a:cubicBezTo>
                    <a:pt x="388" y="502"/>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1" name="Google Shape;12141;p27"/>
            <p:cNvSpPr/>
            <p:nvPr/>
          </p:nvSpPr>
          <p:spPr>
            <a:xfrm>
              <a:off x="3339850" y="4412225"/>
              <a:ext cx="12525" cy="12550"/>
            </a:xfrm>
            <a:custGeom>
              <a:avLst/>
              <a:gdLst/>
              <a:ahLst/>
              <a:cxnLst/>
              <a:rect l="l" t="t" r="r" b="b"/>
              <a:pathLst>
                <a:path w="501" h="502" extrusionOk="0">
                  <a:moveTo>
                    <a:pt x="251" y="1"/>
                  </a:moveTo>
                  <a:cubicBezTo>
                    <a:pt x="107" y="1"/>
                    <a:pt x="0" y="114"/>
                    <a:pt x="0" y="252"/>
                  </a:cubicBezTo>
                  <a:cubicBezTo>
                    <a:pt x="0" y="388"/>
                    <a:pt x="107" y="502"/>
                    <a:pt x="251" y="502"/>
                  </a:cubicBezTo>
                  <a:cubicBezTo>
                    <a:pt x="387" y="502"/>
                    <a:pt x="501" y="388"/>
                    <a:pt x="501" y="252"/>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2" name="Google Shape;12142;p27"/>
            <p:cNvSpPr/>
            <p:nvPr/>
          </p:nvSpPr>
          <p:spPr>
            <a:xfrm>
              <a:off x="3431575" y="4412225"/>
              <a:ext cx="12600" cy="12550"/>
            </a:xfrm>
            <a:custGeom>
              <a:avLst/>
              <a:gdLst/>
              <a:ahLst/>
              <a:cxnLst/>
              <a:rect l="l" t="t" r="r" b="b"/>
              <a:pathLst>
                <a:path w="504" h="502" extrusionOk="0">
                  <a:moveTo>
                    <a:pt x="252" y="1"/>
                  </a:moveTo>
                  <a:cubicBezTo>
                    <a:pt x="116" y="1"/>
                    <a:pt x="1" y="114"/>
                    <a:pt x="1" y="252"/>
                  </a:cubicBezTo>
                  <a:cubicBezTo>
                    <a:pt x="1" y="388"/>
                    <a:pt x="116" y="502"/>
                    <a:pt x="252" y="502"/>
                  </a:cubicBezTo>
                  <a:cubicBezTo>
                    <a:pt x="388" y="502"/>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3" name="Google Shape;12143;p27"/>
            <p:cNvSpPr/>
            <p:nvPr/>
          </p:nvSpPr>
          <p:spPr>
            <a:xfrm>
              <a:off x="3523550" y="4412225"/>
              <a:ext cx="12375" cy="12550"/>
            </a:xfrm>
            <a:custGeom>
              <a:avLst/>
              <a:gdLst/>
              <a:ahLst/>
              <a:cxnLst/>
              <a:rect l="l" t="t" r="r" b="b"/>
              <a:pathLst>
                <a:path w="495" h="502" extrusionOk="0">
                  <a:moveTo>
                    <a:pt x="250" y="1"/>
                  </a:moveTo>
                  <a:cubicBezTo>
                    <a:pt x="107" y="1"/>
                    <a:pt x="0" y="114"/>
                    <a:pt x="0" y="252"/>
                  </a:cubicBezTo>
                  <a:cubicBezTo>
                    <a:pt x="0" y="388"/>
                    <a:pt x="107" y="502"/>
                    <a:pt x="250" y="502"/>
                  </a:cubicBezTo>
                  <a:cubicBezTo>
                    <a:pt x="388" y="502"/>
                    <a:pt x="494" y="388"/>
                    <a:pt x="494" y="252"/>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4" name="Google Shape;12144;p27"/>
            <p:cNvSpPr/>
            <p:nvPr/>
          </p:nvSpPr>
          <p:spPr>
            <a:xfrm>
              <a:off x="676400" y="4503975"/>
              <a:ext cx="12600" cy="12600"/>
            </a:xfrm>
            <a:custGeom>
              <a:avLst/>
              <a:gdLst/>
              <a:ahLst/>
              <a:cxnLst/>
              <a:rect l="l" t="t" r="r" b="b"/>
              <a:pathLst>
                <a:path w="504" h="504" extrusionOk="0">
                  <a:moveTo>
                    <a:pt x="252" y="1"/>
                  </a:moveTo>
                  <a:cubicBezTo>
                    <a:pt x="116" y="1"/>
                    <a:pt x="1" y="116"/>
                    <a:pt x="1" y="252"/>
                  </a:cubicBezTo>
                  <a:cubicBezTo>
                    <a:pt x="1" y="395"/>
                    <a:pt x="116" y="503"/>
                    <a:pt x="252" y="503"/>
                  </a:cubicBezTo>
                  <a:cubicBezTo>
                    <a:pt x="388" y="503"/>
                    <a:pt x="503" y="395"/>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5" name="Google Shape;12145;p27"/>
            <p:cNvSpPr/>
            <p:nvPr/>
          </p:nvSpPr>
          <p:spPr>
            <a:xfrm>
              <a:off x="768325" y="4503975"/>
              <a:ext cx="12400" cy="12600"/>
            </a:xfrm>
            <a:custGeom>
              <a:avLst/>
              <a:gdLst/>
              <a:ahLst/>
              <a:cxnLst/>
              <a:rect l="l" t="t" r="r" b="b"/>
              <a:pathLst>
                <a:path w="496" h="504" extrusionOk="0">
                  <a:moveTo>
                    <a:pt x="245" y="1"/>
                  </a:moveTo>
                  <a:cubicBezTo>
                    <a:pt x="109" y="1"/>
                    <a:pt x="0" y="116"/>
                    <a:pt x="0" y="252"/>
                  </a:cubicBezTo>
                  <a:cubicBezTo>
                    <a:pt x="0" y="395"/>
                    <a:pt x="109" y="503"/>
                    <a:pt x="245" y="503"/>
                  </a:cubicBezTo>
                  <a:cubicBezTo>
                    <a:pt x="388" y="503"/>
                    <a:pt x="496" y="395"/>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6" name="Google Shape;12146;p27"/>
            <p:cNvSpPr/>
            <p:nvPr/>
          </p:nvSpPr>
          <p:spPr>
            <a:xfrm>
              <a:off x="860125" y="4503975"/>
              <a:ext cx="12525" cy="12600"/>
            </a:xfrm>
            <a:custGeom>
              <a:avLst/>
              <a:gdLst/>
              <a:ahLst/>
              <a:cxnLst/>
              <a:rect l="l" t="t" r="r" b="b"/>
              <a:pathLst>
                <a:path w="501" h="504" extrusionOk="0">
                  <a:moveTo>
                    <a:pt x="251" y="1"/>
                  </a:moveTo>
                  <a:cubicBezTo>
                    <a:pt x="114" y="1"/>
                    <a:pt x="0" y="116"/>
                    <a:pt x="0" y="252"/>
                  </a:cubicBezTo>
                  <a:cubicBezTo>
                    <a:pt x="0" y="395"/>
                    <a:pt x="114" y="503"/>
                    <a:pt x="251" y="503"/>
                  </a:cubicBezTo>
                  <a:cubicBezTo>
                    <a:pt x="387" y="503"/>
                    <a:pt x="501" y="395"/>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7" name="Google Shape;12147;p27"/>
            <p:cNvSpPr/>
            <p:nvPr/>
          </p:nvSpPr>
          <p:spPr>
            <a:xfrm>
              <a:off x="951850" y="4503975"/>
              <a:ext cx="12600" cy="12600"/>
            </a:xfrm>
            <a:custGeom>
              <a:avLst/>
              <a:gdLst/>
              <a:ahLst/>
              <a:cxnLst/>
              <a:rect l="l" t="t" r="r" b="b"/>
              <a:pathLst>
                <a:path w="504" h="504" extrusionOk="0">
                  <a:moveTo>
                    <a:pt x="252" y="1"/>
                  </a:moveTo>
                  <a:cubicBezTo>
                    <a:pt x="116" y="1"/>
                    <a:pt x="1" y="116"/>
                    <a:pt x="1" y="252"/>
                  </a:cubicBezTo>
                  <a:cubicBezTo>
                    <a:pt x="1" y="395"/>
                    <a:pt x="116" y="503"/>
                    <a:pt x="252" y="503"/>
                  </a:cubicBezTo>
                  <a:cubicBezTo>
                    <a:pt x="388" y="503"/>
                    <a:pt x="503" y="395"/>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8" name="Google Shape;12148;p27"/>
            <p:cNvSpPr/>
            <p:nvPr/>
          </p:nvSpPr>
          <p:spPr>
            <a:xfrm>
              <a:off x="1043825" y="4503975"/>
              <a:ext cx="12375" cy="12600"/>
            </a:xfrm>
            <a:custGeom>
              <a:avLst/>
              <a:gdLst/>
              <a:ahLst/>
              <a:cxnLst/>
              <a:rect l="l" t="t" r="r" b="b"/>
              <a:pathLst>
                <a:path w="495" h="504" extrusionOk="0">
                  <a:moveTo>
                    <a:pt x="250" y="1"/>
                  </a:moveTo>
                  <a:cubicBezTo>
                    <a:pt x="107" y="1"/>
                    <a:pt x="0" y="116"/>
                    <a:pt x="0" y="252"/>
                  </a:cubicBezTo>
                  <a:cubicBezTo>
                    <a:pt x="0" y="395"/>
                    <a:pt x="107" y="503"/>
                    <a:pt x="250" y="503"/>
                  </a:cubicBezTo>
                  <a:cubicBezTo>
                    <a:pt x="388" y="503"/>
                    <a:pt x="494" y="395"/>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9" name="Google Shape;12149;p27"/>
            <p:cNvSpPr/>
            <p:nvPr/>
          </p:nvSpPr>
          <p:spPr>
            <a:xfrm>
              <a:off x="1135575" y="4503975"/>
              <a:ext cx="12575" cy="12600"/>
            </a:xfrm>
            <a:custGeom>
              <a:avLst/>
              <a:gdLst/>
              <a:ahLst/>
              <a:cxnLst/>
              <a:rect l="l" t="t" r="r" b="b"/>
              <a:pathLst>
                <a:path w="503" h="504" extrusionOk="0">
                  <a:moveTo>
                    <a:pt x="252" y="1"/>
                  </a:moveTo>
                  <a:cubicBezTo>
                    <a:pt x="116" y="1"/>
                    <a:pt x="0" y="116"/>
                    <a:pt x="0" y="252"/>
                  </a:cubicBezTo>
                  <a:cubicBezTo>
                    <a:pt x="0" y="395"/>
                    <a:pt x="116" y="503"/>
                    <a:pt x="252" y="503"/>
                  </a:cubicBezTo>
                  <a:cubicBezTo>
                    <a:pt x="387" y="503"/>
                    <a:pt x="503" y="395"/>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0" name="Google Shape;12150;p27"/>
            <p:cNvSpPr/>
            <p:nvPr/>
          </p:nvSpPr>
          <p:spPr>
            <a:xfrm>
              <a:off x="1227500" y="4503975"/>
              <a:ext cx="12400" cy="12600"/>
            </a:xfrm>
            <a:custGeom>
              <a:avLst/>
              <a:gdLst/>
              <a:ahLst/>
              <a:cxnLst/>
              <a:rect l="l" t="t" r="r" b="b"/>
              <a:pathLst>
                <a:path w="496" h="504" extrusionOk="0">
                  <a:moveTo>
                    <a:pt x="251" y="1"/>
                  </a:moveTo>
                  <a:cubicBezTo>
                    <a:pt x="109" y="1"/>
                    <a:pt x="0" y="116"/>
                    <a:pt x="0" y="252"/>
                  </a:cubicBezTo>
                  <a:cubicBezTo>
                    <a:pt x="0" y="395"/>
                    <a:pt x="109" y="503"/>
                    <a:pt x="251" y="503"/>
                  </a:cubicBezTo>
                  <a:cubicBezTo>
                    <a:pt x="387" y="503"/>
                    <a:pt x="496" y="395"/>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1" name="Google Shape;12151;p27"/>
            <p:cNvSpPr/>
            <p:nvPr/>
          </p:nvSpPr>
          <p:spPr>
            <a:xfrm>
              <a:off x="1319275" y="4503975"/>
              <a:ext cx="12550" cy="12600"/>
            </a:xfrm>
            <a:custGeom>
              <a:avLst/>
              <a:gdLst/>
              <a:ahLst/>
              <a:cxnLst/>
              <a:rect l="l" t="t" r="r" b="b"/>
              <a:pathLst>
                <a:path w="502" h="504" extrusionOk="0">
                  <a:moveTo>
                    <a:pt x="252" y="1"/>
                  </a:moveTo>
                  <a:cubicBezTo>
                    <a:pt x="114" y="1"/>
                    <a:pt x="1" y="116"/>
                    <a:pt x="1" y="252"/>
                  </a:cubicBezTo>
                  <a:cubicBezTo>
                    <a:pt x="1" y="395"/>
                    <a:pt x="114" y="503"/>
                    <a:pt x="252" y="503"/>
                  </a:cubicBezTo>
                  <a:cubicBezTo>
                    <a:pt x="388" y="503"/>
                    <a:pt x="501" y="395"/>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2" name="Google Shape;12152;p27"/>
            <p:cNvSpPr/>
            <p:nvPr/>
          </p:nvSpPr>
          <p:spPr>
            <a:xfrm>
              <a:off x="1411200" y="4503975"/>
              <a:ext cx="12425" cy="12600"/>
            </a:xfrm>
            <a:custGeom>
              <a:avLst/>
              <a:gdLst/>
              <a:ahLst/>
              <a:cxnLst/>
              <a:rect l="l" t="t" r="r" b="b"/>
              <a:pathLst>
                <a:path w="497" h="504" extrusionOk="0">
                  <a:moveTo>
                    <a:pt x="245" y="1"/>
                  </a:moveTo>
                  <a:cubicBezTo>
                    <a:pt x="109" y="1"/>
                    <a:pt x="1" y="116"/>
                    <a:pt x="1" y="252"/>
                  </a:cubicBezTo>
                  <a:cubicBezTo>
                    <a:pt x="1" y="395"/>
                    <a:pt x="109" y="503"/>
                    <a:pt x="245" y="503"/>
                  </a:cubicBezTo>
                  <a:cubicBezTo>
                    <a:pt x="388" y="503"/>
                    <a:pt x="496" y="395"/>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3" name="Google Shape;12153;p27"/>
            <p:cNvSpPr/>
            <p:nvPr/>
          </p:nvSpPr>
          <p:spPr>
            <a:xfrm>
              <a:off x="1503000" y="4503975"/>
              <a:ext cx="12525" cy="12600"/>
            </a:xfrm>
            <a:custGeom>
              <a:avLst/>
              <a:gdLst/>
              <a:ahLst/>
              <a:cxnLst/>
              <a:rect l="l" t="t" r="r" b="b"/>
              <a:pathLst>
                <a:path w="501" h="504" extrusionOk="0">
                  <a:moveTo>
                    <a:pt x="250" y="1"/>
                  </a:moveTo>
                  <a:cubicBezTo>
                    <a:pt x="114" y="1"/>
                    <a:pt x="0" y="116"/>
                    <a:pt x="0" y="252"/>
                  </a:cubicBezTo>
                  <a:cubicBezTo>
                    <a:pt x="0" y="395"/>
                    <a:pt x="114" y="503"/>
                    <a:pt x="250" y="503"/>
                  </a:cubicBezTo>
                  <a:cubicBezTo>
                    <a:pt x="387" y="503"/>
                    <a:pt x="501" y="395"/>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4" name="Google Shape;12154;p27"/>
            <p:cNvSpPr/>
            <p:nvPr/>
          </p:nvSpPr>
          <p:spPr>
            <a:xfrm>
              <a:off x="1594750" y="4503975"/>
              <a:ext cx="12575" cy="12600"/>
            </a:xfrm>
            <a:custGeom>
              <a:avLst/>
              <a:gdLst/>
              <a:ahLst/>
              <a:cxnLst/>
              <a:rect l="l" t="t" r="r" b="b"/>
              <a:pathLst>
                <a:path w="503" h="504" extrusionOk="0">
                  <a:moveTo>
                    <a:pt x="251" y="1"/>
                  </a:moveTo>
                  <a:cubicBezTo>
                    <a:pt x="115" y="1"/>
                    <a:pt x="0" y="116"/>
                    <a:pt x="0" y="252"/>
                  </a:cubicBezTo>
                  <a:cubicBezTo>
                    <a:pt x="0" y="395"/>
                    <a:pt x="115" y="503"/>
                    <a:pt x="251" y="503"/>
                  </a:cubicBezTo>
                  <a:cubicBezTo>
                    <a:pt x="394" y="503"/>
                    <a:pt x="503" y="395"/>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5" name="Google Shape;12155;p27"/>
            <p:cNvSpPr/>
            <p:nvPr/>
          </p:nvSpPr>
          <p:spPr>
            <a:xfrm>
              <a:off x="1686650" y="4503975"/>
              <a:ext cx="12600" cy="12600"/>
            </a:xfrm>
            <a:custGeom>
              <a:avLst/>
              <a:gdLst/>
              <a:ahLst/>
              <a:cxnLst/>
              <a:rect l="l" t="t" r="r" b="b"/>
              <a:pathLst>
                <a:path w="504" h="504" extrusionOk="0">
                  <a:moveTo>
                    <a:pt x="252" y="1"/>
                  </a:moveTo>
                  <a:cubicBezTo>
                    <a:pt x="116" y="1"/>
                    <a:pt x="1" y="116"/>
                    <a:pt x="1" y="252"/>
                  </a:cubicBezTo>
                  <a:cubicBezTo>
                    <a:pt x="1" y="395"/>
                    <a:pt x="116" y="503"/>
                    <a:pt x="252" y="503"/>
                  </a:cubicBezTo>
                  <a:cubicBezTo>
                    <a:pt x="388" y="503"/>
                    <a:pt x="503" y="395"/>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6" name="Google Shape;12156;p27"/>
            <p:cNvSpPr/>
            <p:nvPr/>
          </p:nvSpPr>
          <p:spPr>
            <a:xfrm>
              <a:off x="1778450" y="4503975"/>
              <a:ext cx="12550" cy="12600"/>
            </a:xfrm>
            <a:custGeom>
              <a:avLst/>
              <a:gdLst/>
              <a:ahLst/>
              <a:cxnLst/>
              <a:rect l="l" t="t" r="r" b="b"/>
              <a:pathLst>
                <a:path w="502" h="504" extrusionOk="0">
                  <a:moveTo>
                    <a:pt x="252" y="1"/>
                  </a:moveTo>
                  <a:cubicBezTo>
                    <a:pt x="114" y="1"/>
                    <a:pt x="1" y="116"/>
                    <a:pt x="1" y="252"/>
                  </a:cubicBezTo>
                  <a:cubicBezTo>
                    <a:pt x="1" y="395"/>
                    <a:pt x="114" y="503"/>
                    <a:pt x="252" y="503"/>
                  </a:cubicBezTo>
                  <a:cubicBezTo>
                    <a:pt x="388" y="503"/>
                    <a:pt x="501" y="395"/>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7" name="Google Shape;12157;p27"/>
            <p:cNvSpPr/>
            <p:nvPr/>
          </p:nvSpPr>
          <p:spPr>
            <a:xfrm>
              <a:off x="1870375" y="4503975"/>
              <a:ext cx="12400" cy="12600"/>
            </a:xfrm>
            <a:custGeom>
              <a:avLst/>
              <a:gdLst/>
              <a:ahLst/>
              <a:cxnLst/>
              <a:rect l="l" t="t" r="r" b="b"/>
              <a:pathLst>
                <a:path w="496" h="504" extrusionOk="0">
                  <a:moveTo>
                    <a:pt x="252" y="1"/>
                  </a:moveTo>
                  <a:cubicBezTo>
                    <a:pt x="109" y="1"/>
                    <a:pt x="0" y="116"/>
                    <a:pt x="0" y="252"/>
                  </a:cubicBezTo>
                  <a:cubicBezTo>
                    <a:pt x="0" y="395"/>
                    <a:pt x="109" y="503"/>
                    <a:pt x="252" y="503"/>
                  </a:cubicBezTo>
                  <a:cubicBezTo>
                    <a:pt x="387" y="503"/>
                    <a:pt x="496" y="395"/>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8" name="Google Shape;12158;p27"/>
            <p:cNvSpPr/>
            <p:nvPr/>
          </p:nvSpPr>
          <p:spPr>
            <a:xfrm>
              <a:off x="1962150" y="4503975"/>
              <a:ext cx="12550" cy="12600"/>
            </a:xfrm>
            <a:custGeom>
              <a:avLst/>
              <a:gdLst/>
              <a:ahLst/>
              <a:cxnLst/>
              <a:rect l="l" t="t" r="r" b="b"/>
              <a:pathLst>
                <a:path w="502" h="504" extrusionOk="0">
                  <a:moveTo>
                    <a:pt x="250" y="1"/>
                  </a:moveTo>
                  <a:cubicBezTo>
                    <a:pt x="114" y="1"/>
                    <a:pt x="1" y="116"/>
                    <a:pt x="1" y="252"/>
                  </a:cubicBezTo>
                  <a:cubicBezTo>
                    <a:pt x="1" y="395"/>
                    <a:pt x="114" y="503"/>
                    <a:pt x="250" y="503"/>
                  </a:cubicBezTo>
                  <a:cubicBezTo>
                    <a:pt x="388" y="503"/>
                    <a:pt x="502" y="395"/>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9" name="Google Shape;12159;p27"/>
            <p:cNvSpPr/>
            <p:nvPr/>
          </p:nvSpPr>
          <p:spPr>
            <a:xfrm>
              <a:off x="2054075" y="4503975"/>
              <a:ext cx="12425" cy="12600"/>
            </a:xfrm>
            <a:custGeom>
              <a:avLst/>
              <a:gdLst/>
              <a:ahLst/>
              <a:cxnLst/>
              <a:rect l="l" t="t" r="r" b="b"/>
              <a:pathLst>
                <a:path w="497" h="504" extrusionOk="0">
                  <a:moveTo>
                    <a:pt x="252" y="1"/>
                  </a:moveTo>
                  <a:cubicBezTo>
                    <a:pt x="109" y="1"/>
                    <a:pt x="1" y="116"/>
                    <a:pt x="1" y="252"/>
                  </a:cubicBezTo>
                  <a:cubicBezTo>
                    <a:pt x="1" y="395"/>
                    <a:pt x="109" y="503"/>
                    <a:pt x="252" y="503"/>
                  </a:cubicBezTo>
                  <a:cubicBezTo>
                    <a:pt x="388" y="503"/>
                    <a:pt x="496" y="395"/>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0" name="Google Shape;12160;p27"/>
            <p:cNvSpPr/>
            <p:nvPr/>
          </p:nvSpPr>
          <p:spPr>
            <a:xfrm>
              <a:off x="2145825" y="4503975"/>
              <a:ext cx="12600" cy="12600"/>
            </a:xfrm>
            <a:custGeom>
              <a:avLst/>
              <a:gdLst/>
              <a:ahLst/>
              <a:cxnLst/>
              <a:rect l="l" t="t" r="r" b="b"/>
              <a:pathLst>
                <a:path w="504" h="504" extrusionOk="0">
                  <a:moveTo>
                    <a:pt x="252" y="1"/>
                  </a:moveTo>
                  <a:cubicBezTo>
                    <a:pt x="116" y="1"/>
                    <a:pt x="1" y="116"/>
                    <a:pt x="1" y="252"/>
                  </a:cubicBezTo>
                  <a:cubicBezTo>
                    <a:pt x="1" y="395"/>
                    <a:pt x="116" y="503"/>
                    <a:pt x="252" y="503"/>
                  </a:cubicBezTo>
                  <a:cubicBezTo>
                    <a:pt x="388" y="503"/>
                    <a:pt x="503" y="395"/>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1" name="Google Shape;12161;p27"/>
            <p:cNvSpPr/>
            <p:nvPr/>
          </p:nvSpPr>
          <p:spPr>
            <a:xfrm>
              <a:off x="2237800" y="4503975"/>
              <a:ext cx="12350" cy="12600"/>
            </a:xfrm>
            <a:custGeom>
              <a:avLst/>
              <a:gdLst/>
              <a:ahLst/>
              <a:cxnLst/>
              <a:rect l="l" t="t" r="r" b="b"/>
              <a:pathLst>
                <a:path w="494" h="504" extrusionOk="0">
                  <a:moveTo>
                    <a:pt x="244" y="1"/>
                  </a:moveTo>
                  <a:cubicBezTo>
                    <a:pt x="107" y="1"/>
                    <a:pt x="0" y="116"/>
                    <a:pt x="0" y="252"/>
                  </a:cubicBezTo>
                  <a:cubicBezTo>
                    <a:pt x="0" y="395"/>
                    <a:pt x="107" y="503"/>
                    <a:pt x="244" y="503"/>
                  </a:cubicBezTo>
                  <a:cubicBezTo>
                    <a:pt x="387" y="503"/>
                    <a:pt x="494" y="395"/>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2" name="Google Shape;12162;p27"/>
            <p:cNvSpPr/>
            <p:nvPr/>
          </p:nvSpPr>
          <p:spPr>
            <a:xfrm>
              <a:off x="2329550" y="4503975"/>
              <a:ext cx="12575" cy="12600"/>
            </a:xfrm>
            <a:custGeom>
              <a:avLst/>
              <a:gdLst/>
              <a:ahLst/>
              <a:cxnLst/>
              <a:rect l="l" t="t" r="r" b="b"/>
              <a:pathLst>
                <a:path w="503" h="504" extrusionOk="0">
                  <a:moveTo>
                    <a:pt x="251" y="1"/>
                  </a:moveTo>
                  <a:cubicBezTo>
                    <a:pt x="115" y="1"/>
                    <a:pt x="0" y="116"/>
                    <a:pt x="0" y="252"/>
                  </a:cubicBezTo>
                  <a:cubicBezTo>
                    <a:pt x="0" y="395"/>
                    <a:pt x="115" y="503"/>
                    <a:pt x="251" y="503"/>
                  </a:cubicBezTo>
                  <a:cubicBezTo>
                    <a:pt x="387" y="503"/>
                    <a:pt x="502" y="395"/>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3" name="Google Shape;12163;p27"/>
            <p:cNvSpPr/>
            <p:nvPr/>
          </p:nvSpPr>
          <p:spPr>
            <a:xfrm>
              <a:off x="2421325" y="4503975"/>
              <a:ext cx="12550" cy="12600"/>
            </a:xfrm>
            <a:custGeom>
              <a:avLst/>
              <a:gdLst/>
              <a:ahLst/>
              <a:cxnLst/>
              <a:rect l="l" t="t" r="r" b="b"/>
              <a:pathLst>
                <a:path w="502" h="504" extrusionOk="0">
                  <a:moveTo>
                    <a:pt x="250" y="1"/>
                  </a:moveTo>
                  <a:cubicBezTo>
                    <a:pt x="114" y="1"/>
                    <a:pt x="1" y="116"/>
                    <a:pt x="1" y="252"/>
                  </a:cubicBezTo>
                  <a:cubicBezTo>
                    <a:pt x="1" y="395"/>
                    <a:pt x="114" y="503"/>
                    <a:pt x="250" y="503"/>
                  </a:cubicBezTo>
                  <a:cubicBezTo>
                    <a:pt x="395" y="503"/>
                    <a:pt x="501" y="395"/>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4" name="Google Shape;12164;p27"/>
            <p:cNvSpPr/>
            <p:nvPr/>
          </p:nvSpPr>
          <p:spPr>
            <a:xfrm>
              <a:off x="2513250" y="4503975"/>
              <a:ext cx="12575" cy="12600"/>
            </a:xfrm>
            <a:custGeom>
              <a:avLst/>
              <a:gdLst/>
              <a:ahLst/>
              <a:cxnLst/>
              <a:rect l="l" t="t" r="r" b="b"/>
              <a:pathLst>
                <a:path w="503" h="504" extrusionOk="0">
                  <a:moveTo>
                    <a:pt x="252" y="1"/>
                  </a:moveTo>
                  <a:cubicBezTo>
                    <a:pt x="109" y="1"/>
                    <a:pt x="0" y="116"/>
                    <a:pt x="0" y="252"/>
                  </a:cubicBezTo>
                  <a:cubicBezTo>
                    <a:pt x="0" y="395"/>
                    <a:pt x="109" y="503"/>
                    <a:pt x="252" y="503"/>
                  </a:cubicBezTo>
                  <a:cubicBezTo>
                    <a:pt x="388" y="503"/>
                    <a:pt x="503" y="395"/>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5" name="Google Shape;12165;p27"/>
            <p:cNvSpPr/>
            <p:nvPr/>
          </p:nvSpPr>
          <p:spPr>
            <a:xfrm>
              <a:off x="2605000" y="4503975"/>
              <a:ext cx="12575" cy="12600"/>
            </a:xfrm>
            <a:custGeom>
              <a:avLst/>
              <a:gdLst/>
              <a:ahLst/>
              <a:cxnLst/>
              <a:rect l="l" t="t" r="r" b="b"/>
              <a:pathLst>
                <a:path w="503" h="504" extrusionOk="0">
                  <a:moveTo>
                    <a:pt x="252" y="1"/>
                  </a:moveTo>
                  <a:cubicBezTo>
                    <a:pt x="116" y="1"/>
                    <a:pt x="0" y="116"/>
                    <a:pt x="0" y="252"/>
                  </a:cubicBezTo>
                  <a:cubicBezTo>
                    <a:pt x="0" y="395"/>
                    <a:pt x="116" y="503"/>
                    <a:pt x="252" y="503"/>
                  </a:cubicBezTo>
                  <a:cubicBezTo>
                    <a:pt x="387" y="503"/>
                    <a:pt x="503" y="395"/>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6" name="Google Shape;12166;p27"/>
            <p:cNvSpPr/>
            <p:nvPr/>
          </p:nvSpPr>
          <p:spPr>
            <a:xfrm>
              <a:off x="2696950" y="4503975"/>
              <a:ext cx="12375" cy="12600"/>
            </a:xfrm>
            <a:custGeom>
              <a:avLst/>
              <a:gdLst/>
              <a:ahLst/>
              <a:cxnLst/>
              <a:rect l="l" t="t" r="r" b="b"/>
              <a:pathLst>
                <a:path w="495" h="504" extrusionOk="0">
                  <a:moveTo>
                    <a:pt x="252" y="1"/>
                  </a:moveTo>
                  <a:cubicBezTo>
                    <a:pt x="108" y="1"/>
                    <a:pt x="1" y="116"/>
                    <a:pt x="1" y="252"/>
                  </a:cubicBezTo>
                  <a:cubicBezTo>
                    <a:pt x="1" y="395"/>
                    <a:pt x="108" y="503"/>
                    <a:pt x="252" y="503"/>
                  </a:cubicBezTo>
                  <a:cubicBezTo>
                    <a:pt x="388" y="503"/>
                    <a:pt x="495" y="395"/>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7" name="Google Shape;12167;p27"/>
            <p:cNvSpPr/>
            <p:nvPr/>
          </p:nvSpPr>
          <p:spPr>
            <a:xfrm>
              <a:off x="2788700" y="4503975"/>
              <a:ext cx="12600" cy="12600"/>
            </a:xfrm>
            <a:custGeom>
              <a:avLst/>
              <a:gdLst/>
              <a:ahLst/>
              <a:cxnLst/>
              <a:rect l="l" t="t" r="r" b="b"/>
              <a:pathLst>
                <a:path w="504" h="504" extrusionOk="0">
                  <a:moveTo>
                    <a:pt x="252" y="1"/>
                  </a:moveTo>
                  <a:cubicBezTo>
                    <a:pt x="116" y="1"/>
                    <a:pt x="1" y="116"/>
                    <a:pt x="1" y="252"/>
                  </a:cubicBezTo>
                  <a:cubicBezTo>
                    <a:pt x="1" y="395"/>
                    <a:pt x="116" y="503"/>
                    <a:pt x="252" y="503"/>
                  </a:cubicBezTo>
                  <a:cubicBezTo>
                    <a:pt x="388" y="503"/>
                    <a:pt x="503" y="395"/>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8" name="Google Shape;12168;p27"/>
            <p:cNvSpPr/>
            <p:nvPr/>
          </p:nvSpPr>
          <p:spPr>
            <a:xfrm>
              <a:off x="2880675" y="4503975"/>
              <a:ext cx="12375" cy="12600"/>
            </a:xfrm>
            <a:custGeom>
              <a:avLst/>
              <a:gdLst/>
              <a:ahLst/>
              <a:cxnLst/>
              <a:rect l="l" t="t" r="r" b="b"/>
              <a:pathLst>
                <a:path w="495" h="504" extrusionOk="0">
                  <a:moveTo>
                    <a:pt x="243" y="1"/>
                  </a:moveTo>
                  <a:cubicBezTo>
                    <a:pt x="107" y="1"/>
                    <a:pt x="0" y="116"/>
                    <a:pt x="0" y="252"/>
                  </a:cubicBezTo>
                  <a:cubicBezTo>
                    <a:pt x="0" y="395"/>
                    <a:pt x="107" y="503"/>
                    <a:pt x="243" y="503"/>
                  </a:cubicBezTo>
                  <a:cubicBezTo>
                    <a:pt x="387" y="503"/>
                    <a:pt x="494" y="395"/>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9" name="Google Shape;12169;p27"/>
            <p:cNvSpPr/>
            <p:nvPr/>
          </p:nvSpPr>
          <p:spPr>
            <a:xfrm>
              <a:off x="2972425" y="4503975"/>
              <a:ext cx="12575" cy="12600"/>
            </a:xfrm>
            <a:custGeom>
              <a:avLst/>
              <a:gdLst/>
              <a:ahLst/>
              <a:cxnLst/>
              <a:rect l="l" t="t" r="r" b="b"/>
              <a:pathLst>
                <a:path w="503" h="504" extrusionOk="0">
                  <a:moveTo>
                    <a:pt x="251" y="1"/>
                  </a:moveTo>
                  <a:cubicBezTo>
                    <a:pt x="115" y="1"/>
                    <a:pt x="0" y="116"/>
                    <a:pt x="0" y="252"/>
                  </a:cubicBezTo>
                  <a:cubicBezTo>
                    <a:pt x="0" y="395"/>
                    <a:pt x="115" y="503"/>
                    <a:pt x="251" y="503"/>
                  </a:cubicBezTo>
                  <a:cubicBezTo>
                    <a:pt x="387" y="503"/>
                    <a:pt x="503" y="395"/>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0" name="Google Shape;12170;p27"/>
            <p:cNvSpPr/>
            <p:nvPr/>
          </p:nvSpPr>
          <p:spPr>
            <a:xfrm>
              <a:off x="3064375" y="4503975"/>
              <a:ext cx="12375" cy="12600"/>
            </a:xfrm>
            <a:custGeom>
              <a:avLst/>
              <a:gdLst/>
              <a:ahLst/>
              <a:cxnLst/>
              <a:rect l="l" t="t" r="r" b="b"/>
              <a:pathLst>
                <a:path w="495" h="504" extrusionOk="0">
                  <a:moveTo>
                    <a:pt x="243" y="1"/>
                  </a:moveTo>
                  <a:cubicBezTo>
                    <a:pt x="107" y="1"/>
                    <a:pt x="1" y="116"/>
                    <a:pt x="1" y="252"/>
                  </a:cubicBezTo>
                  <a:cubicBezTo>
                    <a:pt x="1" y="395"/>
                    <a:pt x="107" y="503"/>
                    <a:pt x="243" y="503"/>
                  </a:cubicBezTo>
                  <a:cubicBezTo>
                    <a:pt x="388" y="503"/>
                    <a:pt x="495" y="395"/>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1" name="Google Shape;12171;p27"/>
            <p:cNvSpPr/>
            <p:nvPr/>
          </p:nvSpPr>
          <p:spPr>
            <a:xfrm>
              <a:off x="3156125" y="4503975"/>
              <a:ext cx="12600" cy="12600"/>
            </a:xfrm>
            <a:custGeom>
              <a:avLst/>
              <a:gdLst/>
              <a:ahLst/>
              <a:cxnLst/>
              <a:rect l="l" t="t" r="r" b="b"/>
              <a:pathLst>
                <a:path w="504" h="504" extrusionOk="0">
                  <a:moveTo>
                    <a:pt x="252" y="1"/>
                  </a:moveTo>
                  <a:cubicBezTo>
                    <a:pt x="116" y="1"/>
                    <a:pt x="1" y="116"/>
                    <a:pt x="1" y="252"/>
                  </a:cubicBezTo>
                  <a:cubicBezTo>
                    <a:pt x="1" y="395"/>
                    <a:pt x="116" y="503"/>
                    <a:pt x="252" y="503"/>
                  </a:cubicBezTo>
                  <a:cubicBezTo>
                    <a:pt x="388" y="503"/>
                    <a:pt x="503" y="395"/>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2" name="Google Shape;12172;p27"/>
            <p:cNvSpPr/>
            <p:nvPr/>
          </p:nvSpPr>
          <p:spPr>
            <a:xfrm>
              <a:off x="3247875" y="4503975"/>
              <a:ext cx="12575" cy="12600"/>
            </a:xfrm>
            <a:custGeom>
              <a:avLst/>
              <a:gdLst/>
              <a:ahLst/>
              <a:cxnLst/>
              <a:rect l="l" t="t" r="r" b="b"/>
              <a:pathLst>
                <a:path w="503" h="504" extrusionOk="0">
                  <a:moveTo>
                    <a:pt x="252" y="1"/>
                  </a:moveTo>
                  <a:cubicBezTo>
                    <a:pt x="116" y="1"/>
                    <a:pt x="1" y="116"/>
                    <a:pt x="1" y="252"/>
                  </a:cubicBezTo>
                  <a:cubicBezTo>
                    <a:pt x="1" y="395"/>
                    <a:pt x="116" y="503"/>
                    <a:pt x="252" y="503"/>
                  </a:cubicBezTo>
                  <a:cubicBezTo>
                    <a:pt x="388" y="503"/>
                    <a:pt x="503" y="395"/>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3" name="Google Shape;12173;p27"/>
            <p:cNvSpPr/>
            <p:nvPr/>
          </p:nvSpPr>
          <p:spPr>
            <a:xfrm>
              <a:off x="3339850" y="4503975"/>
              <a:ext cx="12525" cy="12600"/>
            </a:xfrm>
            <a:custGeom>
              <a:avLst/>
              <a:gdLst/>
              <a:ahLst/>
              <a:cxnLst/>
              <a:rect l="l" t="t" r="r" b="b"/>
              <a:pathLst>
                <a:path w="501" h="504" extrusionOk="0">
                  <a:moveTo>
                    <a:pt x="251" y="1"/>
                  </a:moveTo>
                  <a:cubicBezTo>
                    <a:pt x="107" y="1"/>
                    <a:pt x="0" y="116"/>
                    <a:pt x="0" y="252"/>
                  </a:cubicBezTo>
                  <a:cubicBezTo>
                    <a:pt x="0" y="395"/>
                    <a:pt x="107" y="503"/>
                    <a:pt x="251" y="503"/>
                  </a:cubicBezTo>
                  <a:cubicBezTo>
                    <a:pt x="387" y="503"/>
                    <a:pt x="501" y="395"/>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4" name="Google Shape;12174;p27"/>
            <p:cNvSpPr/>
            <p:nvPr/>
          </p:nvSpPr>
          <p:spPr>
            <a:xfrm>
              <a:off x="3431575" y="4503975"/>
              <a:ext cx="12600" cy="12600"/>
            </a:xfrm>
            <a:custGeom>
              <a:avLst/>
              <a:gdLst/>
              <a:ahLst/>
              <a:cxnLst/>
              <a:rect l="l" t="t" r="r" b="b"/>
              <a:pathLst>
                <a:path w="504" h="504" extrusionOk="0">
                  <a:moveTo>
                    <a:pt x="252" y="1"/>
                  </a:moveTo>
                  <a:cubicBezTo>
                    <a:pt x="116" y="1"/>
                    <a:pt x="1" y="116"/>
                    <a:pt x="1" y="252"/>
                  </a:cubicBezTo>
                  <a:cubicBezTo>
                    <a:pt x="1" y="395"/>
                    <a:pt x="116" y="503"/>
                    <a:pt x="252" y="503"/>
                  </a:cubicBezTo>
                  <a:cubicBezTo>
                    <a:pt x="388" y="503"/>
                    <a:pt x="503" y="395"/>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5" name="Google Shape;12175;p27"/>
            <p:cNvSpPr/>
            <p:nvPr/>
          </p:nvSpPr>
          <p:spPr>
            <a:xfrm>
              <a:off x="3523550" y="4503975"/>
              <a:ext cx="12375" cy="12600"/>
            </a:xfrm>
            <a:custGeom>
              <a:avLst/>
              <a:gdLst/>
              <a:ahLst/>
              <a:cxnLst/>
              <a:rect l="l" t="t" r="r" b="b"/>
              <a:pathLst>
                <a:path w="495" h="504" extrusionOk="0">
                  <a:moveTo>
                    <a:pt x="250" y="1"/>
                  </a:moveTo>
                  <a:cubicBezTo>
                    <a:pt x="107" y="1"/>
                    <a:pt x="0" y="116"/>
                    <a:pt x="0" y="252"/>
                  </a:cubicBezTo>
                  <a:cubicBezTo>
                    <a:pt x="0" y="395"/>
                    <a:pt x="107" y="503"/>
                    <a:pt x="250" y="503"/>
                  </a:cubicBezTo>
                  <a:cubicBezTo>
                    <a:pt x="388" y="503"/>
                    <a:pt x="494" y="395"/>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6" name="Google Shape;12176;p27"/>
            <p:cNvSpPr/>
            <p:nvPr/>
          </p:nvSpPr>
          <p:spPr>
            <a:xfrm>
              <a:off x="676400" y="4595950"/>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7" name="Google Shape;12177;p27"/>
            <p:cNvSpPr/>
            <p:nvPr/>
          </p:nvSpPr>
          <p:spPr>
            <a:xfrm>
              <a:off x="768325" y="4595950"/>
              <a:ext cx="12400" cy="12525"/>
            </a:xfrm>
            <a:custGeom>
              <a:avLst/>
              <a:gdLst/>
              <a:ahLst/>
              <a:cxnLst/>
              <a:rect l="l" t="t" r="r" b="b"/>
              <a:pathLst>
                <a:path w="496" h="501" extrusionOk="0">
                  <a:moveTo>
                    <a:pt x="245" y="0"/>
                  </a:moveTo>
                  <a:cubicBezTo>
                    <a:pt x="109" y="0"/>
                    <a:pt x="0" y="114"/>
                    <a:pt x="0" y="250"/>
                  </a:cubicBezTo>
                  <a:cubicBezTo>
                    <a:pt x="0" y="387"/>
                    <a:pt x="109" y="501"/>
                    <a:pt x="245" y="501"/>
                  </a:cubicBezTo>
                  <a:cubicBezTo>
                    <a:pt x="388" y="501"/>
                    <a:pt x="496" y="387"/>
                    <a:pt x="496" y="250"/>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8" name="Google Shape;12178;p27"/>
            <p:cNvSpPr/>
            <p:nvPr/>
          </p:nvSpPr>
          <p:spPr>
            <a:xfrm>
              <a:off x="860125" y="4595950"/>
              <a:ext cx="12525" cy="12525"/>
            </a:xfrm>
            <a:custGeom>
              <a:avLst/>
              <a:gdLst/>
              <a:ahLst/>
              <a:cxnLst/>
              <a:rect l="l" t="t" r="r" b="b"/>
              <a:pathLst>
                <a:path w="501" h="501" extrusionOk="0">
                  <a:moveTo>
                    <a:pt x="251" y="0"/>
                  </a:moveTo>
                  <a:cubicBezTo>
                    <a:pt x="114" y="0"/>
                    <a:pt x="0" y="114"/>
                    <a:pt x="0" y="250"/>
                  </a:cubicBezTo>
                  <a:cubicBezTo>
                    <a:pt x="0" y="387"/>
                    <a:pt x="114" y="501"/>
                    <a:pt x="251" y="501"/>
                  </a:cubicBezTo>
                  <a:cubicBezTo>
                    <a:pt x="387" y="501"/>
                    <a:pt x="501" y="387"/>
                    <a:pt x="501" y="250"/>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9" name="Google Shape;12179;p27"/>
            <p:cNvSpPr/>
            <p:nvPr/>
          </p:nvSpPr>
          <p:spPr>
            <a:xfrm>
              <a:off x="951850" y="4595950"/>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0" name="Google Shape;12180;p27"/>
            <p:cNvSpPr/>
            <p:nvPr/>
          </p:nvSpPr>
          <p:spPr>
            <a:xfrm>
              <a:off x="1043825" y="4595950"/>
              <a:ext cx="12375" cy="12525"/>
            </a:xfrm>
            <a:custGeom>
              <a:avLst/>
              <a:gdLst/>
              <a:ahLst/>
              <a:cxnLst/>
              <a:rect l="l" t="t" r="r" b="b"/>
              <a:pathLst>
                <a:path w="495" h="501" extrusionOk="0">
                  <a:moveTo>
                    <a:pt x="250" y="0"/>
                  </a:moveTo>
                  <a:cubicBezTo>
                    <a:pt x="107" y="0"/>
                    <a:pt x="0" y="114"/>
                    <a:pt x="0" y="250"/>
                  </a:cubicBezTo>
                  <a:cubicBezTo>
                    <a:pt x="0" y="387"/>
                    <a:pt x="107" y="501"/>
                    <a:pt x="250" y="501"/>
                  </a:cubicBezTo>
                  <a:cubicBezTo>
                    <a:pt x="388" y="501"/>
                    <a:pt x="494" y="387"/>
                    <a:pt x="494" y="250"/>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1" name="Google Shape;12181;p27"/>
            <p:cNvSpPr/>
            <p:nvPr/>
          </p:nvSpPr>
          <p:spPr>
            <a:xfrm>
              <a:off x="1135575" y="4595950"/>
              <a:ext cx="12575" cy="12525"/>
            </a:xfrm>
            <a:custGeom>
              <a:avLst/>
              <a:gdLst/>
              <a:ahLst/>
              <a:cxnLst/>
              <a:rect l="l" t="t" r="r" b="b"/>
              <a:pathLst>
                <a:path w="503" h="501" extrusionOk="0">
                  <a:moveTo>
                    <a:pt x="252" y="0"/>
                  </a:moveTo>
                  <a:cubicBezTo>
                    <a:pt x="116" y="0"/>
                    <a:pt x="0" y="114"/>
                    <a:pt x="0" y="250"/>
                  </a:cubicBezTo>
                  <a:cubicBezTo>
                    <a:pt x="0" y="387"/>
                    <a:pt x="116" y="501"/>
                    <a:pt x="252" y="501"/>
                  </a:cubicBezTo>
                  <a:cubicBezTo>
                    <a:pt x="387" y="501"/>
                    <a:pt x="503" y="387"/>
                    <a:pt x="503" y="250"/>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2" name="Google Shape;12182;p27"/>
            <p:cNvSpPr/>
            <p:nvPr/>
          </p:nvSpPr>
          <p:spPr>
            <a:xfrm>
              <a:off x="1227500" y="4595950"/>
              <a:ext cx="12400" cy="12525"/>
            </a:xfrm>
            <a:custGeom>
              <a:avLst/>
              <a:gdLst/>
              <a:ahLst/>
              <a:cxnLst/>
              <a:rect l="l" t="t" r="r" b="b"/>
              <a:pathLst>
                <a:path w="496" h="501" extrusionOk="0">
                  <a:moveTo>
                    <a:pt x="251" y="0"/>
                  </a:moveTo>
                  <a:cubicBezTo>
                    <a:pt x="109" y="0"/>
                    <a:pt x="0" y="114"/>
                    <a:pt x="0" y="250"/>
                  </a:cubicBezTo>
                  <a:cubicBezTo>
                    <a:pt x="0" y="387"/>
                    <a:pt x="109" y="501"/>
                    <a:pt x="251" y="501"/>
                  </a:cubicBezTo>
                  <a:cubicBezTo>
                    <a:pt x="387" y="501"/>
                    <a:pt x="496" y="387"/>
                    <a:pt x="496" y="250"/>
                  </a:cubicBezTo>
                  <a:cubicBezTo>
                    <a:pt x="496"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3" name="Google Shape;12183;p27"/>
            <p:cNvSpPr/>
            <p:nvPr/>
          </p:nvSpPr>
          <p:spPr>
            <a:xfrm>
              <a:off x="1319275" y="4595950"/>
              <a:ext cx="12550" cy="12525"/>
            </a:xfrm>
            <a:custGeom>
              <a:avLst/>
              <a:gdLst/>
              <a:ahLst/>
              <a:cxnLst/>
              <a:rect l="l" t="t" r="r" b="b"/>
              <a:pathLst>
                <a:path w="502" h="501" extrusionOk="0">
                  <a:moveTo>
                    <a:pt x="252" y="0"/>
                  </a:moveTo>
                  <a:cubicBezTo>
                    <a:pt x="114" y="0"/>
                    <a:pt x="1" y="114"/>
                    <a:pt x="1" y="250"/>
                  </a:cubicBezTo>
                  <a:cubicBezTo>
                    <a:pt x="1" y="387"/>
                    <a:pt x="114" y="501"/>
                    <a:pt x="252" y="501"/>
                  </a:cubicBezTo>
                  <a:cubicBezTo>
                    <a:pt x="388" y="501"/>
                    <a:pt x="501" y="387"/>
                    <a:pt x="501" y="250"/>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4" name="Google Shape;12184;p27"/>
            <p:cNvSpPr/>
            <p:nvPr/>
          </p:nvSpPr>
          <p:spPr>
            <a:xfrm>
              <a:off x="1411200" y="4595950"/>
              <a:ext cx="12425" cy="12525"/>
            </a:xfrm>
            <a:custGeom>
              <a:avLst/>
              <a:gdLst/>
              <a:ahLst/>
              <a:cxnLst/>
              <a:rect l="l" t="t" r="r" b="b"/>
              <a:pathLst>
                <a:path w="497" h="501" extrusionOk="0">
                  <a:moveTo>
                    <a:pt x="245" y="0"/>
                  </a:moveTo>
                  <a:cubicBezTo>
                    <a:pt x="109" y="0"/>
                    <a:pt x="1" y="114"/>
                    <a:pt x="1" y="250"/>
                  </a:cubicBezTo>
                  <a:cubicBezTo>
                    <a:pt x="1" y="387"/>
                    <a:pt x="109" y="501"/>
                    <a:pt x="245" y="501"/>
                  </a:cubicBezTo>
                  <a:cubicBezTo>
                    <a:pt x="388" y="501"/>
                    <a:pt x="496" y="387"/>
                    <a:pt x="496" y="250"/>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5" name="Google Shape;12185;p27"/>
            <p:cNvSpPr/>
            <p:nvPr/>
          </p:nvSpPr>
          <p:spPr>
            <a:xfrm>
              <a:off x="1503000" y="4595950"/>
              <a:ext cx="12525" cy="12525"/>
            </a:xfrm>
            <a:custGeom>
              <a:avLst/>
              <a:gdLst/>
              <a:ahLst/>
              <a:cxnLst/>
              <a:rect l="l" t="t" r="r" b="b"/>
              <a:pathLst>
                <a:path w="501" h="501" extrusionOk="0">
                  <a:moveTo>
                    <a:pt x="250" y="0"/>
                  </a:moveTo>
                  <a:cubicBezTo>
                    <a:pt x="114" y="0"/>
                    <a:pt x="0" y="114"/>
                    <a:pt x="0" y="250"/>
                  </a:cubicBezTo>
                  <a:cubicBezTo>
                    <a:pt x="0" y="387"/>
                    <a:pt x="114" y="501"/>
                    <a:pt x="250" y="501"/>
                  </a:cubicBezTo>
                  <a:cubicBezTo>
                    <a:pt x="387" y="501"/>
                    <a:pt x="501" y="387"/>
                    <a:pt x="501" y="250"/>
                  </a:cubicBezTo>
                  <a:cubicBezTo>
                    <a:pt x="501" y="114"/>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6" name="Google Shape;12186;p27"/>
            <p:cNvSpPr/>
            <p:nvPr/>
          </p:nvSpPr>
          <p:spPr>
            <a:xfrm>
              <a:off x="1594750" y="4595950"/>
              <a:ext cx="12575" cy="12525"/>
            </a:xfrm>
            <a:custGeom>
              <a:avLst/>
              <a:gdLst/>
              <a:ahLst/>
              <a:cxnLst/>
              <a:rect l="l" t="t" r="r" b="b"/>
              <a:pathLst>
                <a:path w="503" h="501" extrusionOk="0">
                  <a:moveTo>
                    <a:pt x="251" y="0"/>
                  </a:moveTo>
                  <a:cubicBezTo>
                    <a:pt x="115" y="0"/>
                    <a:pt x="0" y="114"/>
                    <a:pt x="0" y="250"/>
                  </a:cubicBezTo>
                  <a:cubicBezTo>
                    <a:pt x="0" y="387"/>
                    <a:pt x="115" y="501"/>
                    <a:pt x="251" y="501"/>
                  </a:cubicBezTo>
                  <a:cubicBezTo>
                    <a:pt x="394" y="501"/>
                    <a:pt x="503" y="387"/>
                    <a:pt x="503" y="250"/>
                  </a:cubicBezTo>
                  <a:cubicBezTo>
                    <a:pt x="503" y="114"/>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7" name="Google Shape;12187;p27"/>
            <p:cNvSpPr/>
            <p:nvPr/>
          </p:nvSpPr>
          <p:spPr>
            <a:xfrm>
              <a:off x="1686650" y="4595950"/>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8" name="Google Shape;12188;p27"/>
            <p:cNvSpPr/>
            <p:nvPr/>
          </p:nvSpPr>
          <p:spPr>
            <a:xfrm>
              <a:off x="1778450" y="4595950"/>
              <a:ext cx="12550" cy="12525"/>
            </a:xfrm>
            <a:custGeom>
              <a:avLst/>
              <a:gdLst/>
              <a:ahLst/>
              <a:cxnLst/>
              <a:rect l="l" t="t" r="r" b="b"/>
              <a:pathLst>
                <a:path w="502" h="501" extrusionOk="0">
                  <a:moveTo>
                    <a:pt x="252" y="0"/>
                  </a:moveTo>
                  <a:cubicBezTo>
                    <a:pt x="114" y="0"/>
                    <a:pt x="1" y="114"/>
                    <a:pt x="1" y="250"/>
                  </a:cubicBezTo>
                  <a:cubicBezTo>
                    <a:pt x="1" y="387"/>
                    <a:pt x="114" y="501"/>
                    <a:pt x="252" y="501"/>
                  </a:cubicBezTo>
                  <a:cubicBezTo>
                    <a:pt x="388" y="501"/>
                    <a:pt x="501" y="387"/>
                    <a:pt x="501" y="250"/>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9" name="Google Shape;12189;p27"/>
            <p:cNvSpPr/>
            <p:nvPr/>
          </p:nvSpPr>
          <p:spPr>
            <a:xfrm>
              <a:off x="1870375" y="4595950"/>
              <a:ext cx="12400" cy="12525"/>
            </a:xfrm>
            <a:custGeom>
              <a:avLst/>
              <a:gdLst/>
              <a:ahLst/>
              <a:cxnLst/>
              <a:rect l="l" t="t" r="r" b="b"/>
              <a:pathLst>
                <a:path w="496" h="501" extrusionOk="0">
                  <a:moveTo>
                    <a:pt x="252" y="0"/>
                  </a:moveTo>
                  <a:cubicBezTo>
                    <a:pt x="109" y="0"/>
                    <a:pt x="0" y="114"/>
                    <a:pt x="0" y="250"/>
                  </a:cubicBezTo>
                  <a:cubicBezTo>
                    <a:pt x="0" y="387"/>
                    <a:pt x="109" y="501"/>
                    <a:pt x="252" y="501"/>
                  </a:cubicBezTo>
                  <a:cubicBezTo>
                    <a:pt x="387" y="501"/>
                    <a:pt x="496" y="387"/>
                    <a:pt x="496" y="250"/>
                  </a:cubicBezTo>
                  <a:cubicBezTo>
                    <a:pt x="496"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0" name="Google Shape;12190;p27"/>
            <p:cNvSpPr/>
            <p:nvPr/>
          </p:nvSpPr>
          <p:spPr>
            <a:xfrm>
              <a:off x="1962150" y="4595950"/>
              <a:ext cx="12550" cy="12525"/>
            </a:xfrm>
            <a:custGeom>
              <a:avLst/>
              <a:gdLst/>
              <a:ahLst/>
              <a:cxnLst/>
              <a:rect l="l" t="t" r="r" b="b"/>
              <a:pathLst>
                <a:path w="502" h="501" extrusionOk="0">
                  <a:moveTo>
                    <a:pt x="250" y="0"/>
                  </a:moveTo>
                  <a:cubicBezTo>
                    <a:pt x="114" y="0"/>
                    <a:pt x="1" y="114"/>
                    <a:pt x="1" y="250"/>
                  </a:cubicBezTo>
                  <a:cubicBezTo>
                    <a:pt x="1" y="387"/>
                    <a:pt x="114" y="501"/>
                    <a:pt x="250" y="501"/>
                  </a:cubicBezTo>
                  <a:cubicBezTo>
                    <a:pt x="388" y="501"/>
                    <a:pt x="502" y="387"/>
                    <a:pt x="502" y="250"/>
                  </a:cubicBezTo>
                  <a:cubicBezTo>
                    <a:pt x="502"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1" name="Google Shape;12191;p27"/>
            <p:cNvSpPr/>
            <p:nvPr/>
          </p:nvSpPr>
          <p:spPr>
            <a:xfrm>
              <a:off x="2054075" y="4595950"/>
              <a:ext cx="12425" cy="12525"/>
            </a:xfrm>
            <a:custGeom>
              <a:avLst/>
              <a:gdLst/>
              <a:ahLst/>
              <a:cxnLst/>
              <a:rect l="l" t="t" r="r" b="b"/>
              <a:pathLst>
                <a:path w="497" h="501" extrusionOk="0">
                  <a:moveTo>
                    <a:pt x="252" y="0"/>
                  </a:moveTo>
                  <a:cubicBezTo>
                    <a:pt x="109" y="0"/>
                    <a:pt x="1" y="114"/>
                    <a:pt x="1" y="250"/>
                  </a:cubicBezTo>
                  <a:cubicBezTo>
                    <a:pt x="1" y="387"/>
                    <a:pt x="109" y="501"/>
                    <a:pt x="252" y="501"/>
                  </a:cubicBezTo>
                  <a:cubicBezTo>
                    <a:pt x="388" y="501"/>
                    <a:pt x="496" y="387"/>
                    <a:pt x="496" y="250"/>
                  </a:cubicBezTo>
                  <a:cubicBezTo>
                    <a:pt x="496"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2" name="Google Shape;12192;p27"/>
            <p:cNvSpPr/>
            <p:nvPr/>
          </p:nvSpPr>
          <p:spPr>
            <a:xfrm>
              <a:off x="2145825" y="4595950"/>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3" name="Google Shape;12193;p27"/>
            <p:cNvSpPr/>
            <p:nvPr/>
          </p:nvSpPr>
          <p:spPr>
            <a:xfrm>
              <a:off x="2237800" y="4595950"/>
              <a:ext cx="12350" cy="12525"/>
            </a:xfrm>
            <a:custGeom>
              <a:avLst/>
              <a:gdLst/>
              <a:ahLst/>
              <a:cxnLst/>
              <a:rect l="l" t="t" r="r" b="b"/>
              <a:pathLst>
                <a:path w="494" h="501" extrusionOk="0">
                  <a:moveTo>
                    <a:pt x="244" y="0"/>
                  </a:moveTo>
                  <a:cubicBezTo>
                    <a:pt x="107" y="0"/>
                    <a:pt x="0" y="114"/>
                    <a:pt x="0" y="250"/>
                  </a:cubicBezTo>
                  <a:cubicBezTo>
                    <a:pt x="0" y="387"/>
                    <a:pt x="107" y="501"/>
                    <a:pt x="244" y="501"/>
                  </a:cubicBezTo>
                  <a:cubicBezTo>
                    <a:pt x="387" y="501"/>
                    <a:pt x="494" y="387"/>
                    <a:pt x="494" y="250"/>
                  </a:cubicBezTo>
                  <a:cubicBezTo>
                    <a:pt x="494" y="114"/>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4" name="Google Shape;12194;p27"/>
            <p:cNvSpPr/>
            <p:nvPr/>
          </p:nvSpPr>
          <p:spPr>
            <a:xfrm>
              <a:off x="2329550" y="4595950"/>
              <a:ext cx="12575" cy="12525"/>
            </a:xfrm>
            <a:custGeom>
              <a:avLst/>
              <a:gdLst/>
              <a:ahLst/>
              <a:cxnLst/>
              <a:rect l="l" t="t" r="r" b="b"/>
              <a:pathLst>
                <a:path w="503" h="501" extrusionOk="0">
                  <a:moveTo>
                    <a:pt x="251" y="0"/>
                  </a:moveTo>
                  <a:cubicBezTo>
                    <a:pt x="115" y="0"/>
                    <a:pt x="0" y="114"/>
                    <a:pt x="0" y="250"/>
                  </a:cubicBezTo>
                  <a:cubicBezTo>
                    <a:pt x="0" y="387"/>
                    <a:pt x="115" y="501"/>
                    <a:pt x="251" y="501"/>
                  </a:cubicBezTo>
                  <a:cubicBezTo>
                    <a:pt x="387" y="501"/>
                    <a:pt x="502" y="387"/>
                    <a:pt x="502" y="250"/>
                  </a:cubicBezTo>
                  <a:cubicBezTo>
                    <a:pt x="502"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5" name="Google Shape;12195;p27"/>
            <p:cNvSpPr/>
            <p:nvPr/>
          </p:nvSpPr>
          <p:spPr>
            <a:xfrm>
              <a:off x="2421325" y="4595950"/>
              <a:ext cx="12550" cy="12525"/>
            </a:xfrm>
            <a:custGeom>
              <a:avLst/>
              <a:gdLst/>
              <a:ahLst/>
              <a:cxnLst/>
              <a:rect l="l" t="t" r="r" b="b"/>
              <a:pathLst>
                <a:path w="502" h="501" extrusionOk="0">
                  <a:moveTo>
                    <a:pt x="250" y="0"/>
                  </a:moveTo>
                  <a:cubicBezTo>
                    <a:pt x="114" y="0"/>
                    <a:pt x="1" y="114"/>
                    <a:pt x="1" y="250"/>
                  </a:cubicBezTo>
                  <a:cubicBezTo>
                    <a:pt x="1" y="387"/>
                    <a:pt x="114" y="501"/>
                    <a:pt x="250" y="501"/>
                  </a:cubicBezTo>
                  <a:cubicBezTo>
                    <a:pt x="395" y="501"/>
                    <a:pt x="501" y="387"/>
                    <a:pt x="501" y="250"/>
                  </a:cubicBezTo>
                  <a:cubicBezTo>
                    <a:pt x="501" y="114"/>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6" name="Google Shape;12196;p27"/>
            <p:cNvSpPr/>
            <p:nvPr/>
          </p:nvSpPr>
          <p:spPr>
            <a:xfrm>
              <a:off x="2513250" y="4595950"/>
              <a:ext cx="12575" cy="12525"/>
            </a:xfrm>
            <a:custGeom>
              <a:avLst/>
              <a:gdLst/>
              <a:ahLst/>
              <a:cxnLst/>
              <a:rect l="l" t="t" r="r" b="b"/>
              <a:pathLst>
                <a:path w="503" h="501" extrusionOk="0">
                  <a:moveTo>
                    <a:pt x="252" y="0"/>
                  </a:moveTo>
                  <a:cubicBezTo>
                    <a:pt x="109" y="0"/>
                    <a:pt x="0" y="114"/>
                    <a:pt x="0" y="250"/>
                  </a:cubicBezTo>
                  <a:cubicBezTo>
                    <a:pt x="0" y="387"/>
                    <a:pt x="109"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7" name="Google Shape;12197;p27"/>
            <p:cNvSpPr/>
            <p:nvPr/>
          </p:nvSpPr>
          <p:spPr>
            <a:xfrm>
              <a:off x="2605000" y="4595950"/>
              <a:ext cx="12575" cy="12525"/>
            </a:xfrm>
            <a:custGeom>
              <a:avLst/>
              <a:gdLst/>
              <a:ahLst/>
              <a:cxnLst/>
              <a:rect l="l" t="t" r="r" b="b"/>
              <a:pathLst>
                <a:path w="503" h="501" extrusionOk="0">
                  <a:moveTo>
                    <a:pt x="252" y="0"/>
                  </a:moveTo>
                  <a:cubicBezTo>
                    <a:pt x="116" y="0"/>
                    <a:pt x="0" y="114"/>
                    <a:pt x="0" y="250"/>
                  </a:cubicBezTo>
                  <a:cubicBezTo>
                    <a:pt x="0" y="387"/>
                    <a:pt x="116" y="501"/>
                    <a:pt x="252" y="501"/>
                  </a:cubicBezTo>
                  <a:cubicBezTo>
                    <a:pt x="387" y="501"/>
                    <a:pt x="503" y="387"/>
                    <a:pt x="503" y="250"/>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8" name="Google Shape;12198;p27"/>
            <p:cNvSpPr/>
            <p:nvPr/>
          </p:nvSpPr>
          <p:spPr>
            <a:xfrm>
              <a:off x="2696950" y="4595950"/>
              <a:ext cx="12375" cy="12525"/>
            </a:xfrm>
            <a:custGeom>
              <a:avLst/>
              <a:gdLst/>
              <a:ahLst/>
              <a:cxnLst/>
              <a:rect l="l" t="t" r="r" b="b"/>
              <a:pathLst>
                <a:path w="495" h="501" extrusionOk="0">
                  <a:moveTo>
                    <a:pt x="252" y="0"/>
                  </a:moveTo>
                  <a:cubicBezTo>
                    <a:pt x="108" y="0"/>
                    <a:pt x="1" y="114"/>
                    <a:pt x="1" y="250"/>
                  </a:cubicBezTo>
                  <a:cubicBezTo>
                    <a:pt x="1" y="387"/>
                    <a:pt x="108" y="501"/>
                    <a:pt x="252" y="501"/>
                  </a:cubicBezTo>
                  <a:cubicBezTo>
                    <a:pt x="388" y="501"/>
                    <a:pt x="495" y="387"/>
                    <a:pt x="495" y="250"/>
                  </a:cubicBezTo>
                  <a:cubicBezTo>
                    <a:pt x="495"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9" name="Google Shape;12199;p27"/>
            <p:cNvSpPr/>
            <p:nvPr/>
          </p:nvSpPr>
          <p:spPr>
            <a:xfrm>
              <a:off x="2788700" y="4595950"/>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0" name="Google Shape;12200;p27"/>
            <p:cNvSpPr/>
            <p:nvPr/>
          </p:nvSpPr>
          <p:spPr>
            <a:xfrm>
              <a:off x="2880675" y="4595950"/>
              <a:ext cx="12375" cy="12525"/>
            </a:xfrm>
            <a:custGeom>
              <a:avLst/>
              <a:gdLst/>
              <a:ahLst/>
              <a:cxnLst/>
              <a:rect l="l" t="t" r="r" b="b"/>
              <a:pathLst>
                <a:path w="495" h="501" extrusionOk="0">
                  <a:moveTo>
                    <a:pt x="243" y="0"/>
                  </a:moveTo>
                  <a:cubicBezTo>
                    <a:pt x="107" y="0"/>
                    <a:pt x="0" y="114"/>
                    <a:pt x="0" y="250"/>
                  </a:cubicBezTo>
                  <a:cubicBezTo>
                    <a:pt x="0" y="387"/>
                    <a:pt x="107" y="501"/>
                    <a:pt x="243" y="501"/>
                  </a:cubicBezTo>
                  <a:cubicBezTo>
                    <a:pt x="387" y="501"/>
                    <a:pt x="494" y="387"/>
                    <a:pt x="494" y="250"/>
                  </a:cubicBezTo>
                  <a:cubicBezTo>
                    <a:pt x="494" y="114"/>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1" name="Google Shape;12201;p27"/>
            <p:cNvSpPr/>
            <p:nvPr/>
          </p:nvSpPr>
          <p:spPr>
            <a:xfrm>
              <a:off x="2972425" y="4595950"/>
              <a:ext cx="12575" cy="12525"/>
            </a:xfrm>
            <a:custGeom>
              <a:avLst/>
              <a:gdLst/>
              <a:ahLst/>
              <a:cxnLst/>
              <a:rect l="l" t="t" r="r" b="b"/>
              <a:pathLst>
                <a:path w="503" h="501" extrusionOk="0">
                  <a:moveTo>
                    <a:pt x="251" y="0"/>
                  </a:moveTo>
                  <a:cubicBezTo>
                    <a:pt x="115" y="0"/>
                    <a:pt x="0" y="114"/>
                    <a:pt x="0" y="250"/>
                  </a:cubicBezTo>
                  <a:cubicBezTo>
                    <a:pt x="0" y="387"/>
                    <a:pt x="115" y="501"/>
                    <a:pt x="251" y="501"/>
                  </a:cubicBezTo>
                  <a:cubicBezTo>
                    <a:pt x="387" y="501"/>
                    <a:pt x="503" y="387"/>
                    <a:pt x="503" y="250"/>
                  </a:cubicBezTo>
                  <a:cubicBezTo>
                    <a:pt x="503"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2" name="Google Shape;12202;p27"/>
            <p:cNvSpPr/>
            <p:nvPr/>
          </p:nvSpPr>
          <p:spPr>
            <a:xfrm>
              <a:off x="3064375" y="4595950"/>
              <a:ext cx="12375" cy="12525"/>
            </a:xfrm>
            <a:custGeom>
              <a:avLst/>
              <a:gdLst/>
              <a:ahLst/>
              <a:cxnLst/>
              <a:rect l="l" t="t" r="r" b="b"/>
              <a:pathLst>
                <a:path w="495" h="501" extrusionOk="0">
                  <a:moveTo>
                    <a:pt x="243" y="0"/>
                  </a:moveTo>
                  <a:cubicBezTo>
                    <a:pt x="107" y="0"/>
                    <a:pt x="1" y="114"/>
                    <a:pt x="1" y="250"/>
                  </a:cubicBezTo>
                  <a:cubicBezTo>
                    <a:pt x="1" y="387"/>
                    <a:pt x="107" y="501"/>
                    <a:pt x="243" y="501"/>
                  </a:cubicBezTo>
                  <a:cubicBezTo>
                    <a:pt x="388" y="501"/>
                    <a:pt x="495" y="387"/>
                    <a:pt x="495" y="250"/>
                  </a:cubicBezTo>
                  <a:cubicBezTo>
                    <a:pt x="495" y="114"/>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3" name="Google Shape;12203;p27"/>
            <p:cNvSpPr/>
            <p:nvPr/>
          </p:nvSpPr>
          <p:spPr>
            <a:xfrm>
              <a:off x="3156125" y="4595950"/>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4" name="Google Shape;12204;p27"/>
            <p:cNvSpPr/>
            <p:nvPr/>
          </p:nvSpPr>
          <p:spPr>
            <a:xfrm>
              <a:off x="3247875" y="4595950"/>
              <a:ext cx="12575" cy="12525"/>
            </a:xfrm>
            <a:custGeom>
              <a:avLst/>
              <a:gdLst/>
              <a:ahLst/>
              <a:cxnLst/>
              <a:rect l="l" t="t" r="r" b="b"/>
              <a:pathLst>
                <a:path w="503"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5" name="Google Shape;12205;p27"/>
            <p:cNvSpPr/>
            <p:nvPr/>
          </p:nvSpPr>
          <p:spPr>
            <a:xfrm>
              <a:off x="3339850" y="4595950"/>
              <a:ext cx="12525" cy="12525"/>
            </a:xfrm>
            <a:custGeom>
              <a:avLst/>
              <a:gdLst/>
              <a:ahLst/>
              <a:cxnLst/>
              <a:rect l="l" t="t" r="r" b="b"/>
              <a:pathLst>
                <a:path w="501" h="501" extrusionOk="0">
                  <a:moveTo>
                    <a:pt x="251" y="0"/>
                  </a:moveTo>
                  <a:cubicBezTo>
                    <a:pt x="107" y="0"/>
                    <a:pt x="0" y="114"/>
                    <a:pt x="0" y="250"/>
                  </a:cubicBezTo>
                  <a:cubicBezTo>
                    <a:pt x="0" y="387"/>
                    <a:pt x="107" y="501"/>
                    <a:pt x="251" y="501"/>
                  </a:cubicBezTo>
                  <a:cubicBezTo>
                    <a:pt x="387" y="501"/>
                    <a:pt x="501" y="387"/>
                    <a:pt x="501" y="250"/>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6" name="Google Shape;12206;p27"/>
            <p:cNvSpPr/>
            <p:nvPr/>
          </p:nvSpPr>
          <p:spPr>
            <a:xfrm>
              <a:off x="3431575" y="4595950"/>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7" name="Google Shape;12207;p27"/>
            <p:cNvSpPr/>
            <p:nvPr/>
          </p:nvSpPr>
          <p:spPr>
            <a:xfrm>
              <a:off x="3523550" y="4595950"/>
              <a:ext cx="12375" cy="12525"/>
            </a:xfrm>
            <a:custGeom>
              <a:avLst/>
              <a:gdLst/>
              <a:ahLst/>
              <a:cxnLst/>
              <a:rect l="l" t="t" r="r" b="b"/>
              <a:pathLst>
                <a:path w="495" h="501" extrusionOk="0">
                  <a:moveTo>
                    <a:pt x="250" y="0"/>
                  </a:moveTo>
                  <a:cubicBezTo>
                    <a:pt x="107" y="0"/>
                    <a:pt x="0" y="114"/>
                    <a:pt x="0" y="250"/>
                  </a:cubicBezTo>
                  <a:cubicBezTo>
                    <a:pt x="0" y="387"/>
                    <a:pt x="107" y="501"/>
                    <a:pt x="250" y="501"/>
                  </a:cubicBezTo>
                  <a:cubicBezTo>
                    <a:pt x="388" y="501"/>
                    <a:pt x="494" y="387"/>
                    <a:pt x="494" y="250"/>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8" name="Google Shape;12208;p27"/>
            <p:cNvSpPr/>
            <p:nvPr/>
          </p:nvSpPr>
          <p:spPr>
            <a:xfrm>
              <a:off x="676400" y="46877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9" name="Google Shape;12209;p27"/>
            <p:cNvSpPr/>
            <p:nvPr/>
          </p:nvSpPr>
          <p:spPr>
            <a:xfrm>
              <a:off x="768325" y="4687700"/>
              <a:ext cx="12400" cy="12575"/>
            </a:xfrm>
            <a:custGeom>
              <a:avLst/>
              <a:gdLst/>
              <a:ahLst/>
              <a:cxnLst/>
              <a:rect l="l" t="t" r="r" b="b"/>
              <a:pathLst>
                <a:path w="496" h="503" extrusionOk="0">
                  <a:moveTo>
                    <a:pt x="245" y="0"/>
                  </a:moveTo>
                  <a:cubicBezTo>
                    <a:pt x="109" y="0"/>
                    <a:pt x="0" y="115"/>
                    <a:pt x="0" y="251"/>
                  </a:cubicBezTo>
                  <a:cubicBezTo>
                    <a:pt x="0" y="387"/>
                    <a:pt x="109" y="503"/>
                    <a:pt x="245" y="503"/>
                  </a:cubicBezTo>
                  <a:cubicBezTo>
                    <a:pt x="388" y="503"/>
                    <a:pt x="496" y="387"/>
                    <a:pt x="496" y="251"/>
                  </a:cubicBezTo>
                  <a:cubicBezTo>
                    <a:pt x="496" y="115"/>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0" name="Google Shape;12210;p27"/>
            <p:cNvSpPr/>
            <p:nvPr/>
          </p:nvSpPr>
          <p:spPr>
            <a:xfrm>
              <a:off x="860125" y="4687700"/>
              <a:ext cx="12525" cy="12575"/>
            </a:xfrm>
            <a:custGeom>
              <a:avLst/>
              <a:gdLst/>
              <a:ahLst/>
              <a:cxnLst/>
              <a:rect l="l" t="t" r="r" b="b"/>
              <a:pathLst>
                <a:path w="501" h="503" extrusionOk="0">
                  <a:moveTo>
                    <a:pt x="251" y="0"/>
                  </a:moveTo>
                  <a:cubicBezTo>
                    <a:pt x="114" y="0"/>
                    <a:pt x="0" y="115"/>
                    <a:pt x="0" y="251"/>
                  </a:cubicBezTo>
                  <a:cubicBezTo>
                    <a:pt x="0" y="387"/>
                    <a:pt x="114" y="503"/>
                    <a:pt x="251" y="503"/>
                  </a:cubicBezTo>
                  <a:cubicBezTo>
                    <a:pt x="387" y="503"/>
                    <a:pt x="501" y="387"/>
                    <a:pt x="501" y="251"/>
                  </a:cubicBezTo>
                  <a:cubicBezTo>
                    <a:pt x="501"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1" name="Google Shape;12211;p27"/>
            <p:cNvSpPr/>
            <p:nvPr/>
          </p:nvSpPr>
          <p:spPr>
            <a:xfrm>
              <a:off x="951850" y="46877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2" name="Google Shape;12212;p27"/>
            <p:cNvSpPr/>
            <p:nvPr/>
          </p:nvSpPr>
          <p:spPr>
            <a:xfrm>
              <a:off x="1043825" y="4687700"/>
              <a:ext cx="12375" cy="12575"/>
            </a:xfrm>
            <a:custGeom>
              <a:avLst/>
              <a:gdLst/>
              <a:ahLst/>
              <a:cxnLst/>
              <a:rect l="l" t="t" r="r" b="b"/>
              <a:pathLst>
                <a:path w="495" h="503" extrusionOk="0">
                  <a:moveTo>
                    <a:pt x="250" y="0"/>
                  </a:moveTo>
                  <a:cubicBezTo>
                    <a:pt x="107" y="0"/>
                    <a:pt x="0" y="115"/>
                    <a:pt x="0" y="251"/>
                  </a:cubicBezTo>
                  <a:cubicBezTo>
                    <a:pt x="0" y="387"/>
                    <a:pt x="107" y="503"/>
                    <a:pt x="250" y="503"/>
                  </a:cubicBezTo>
                  <a:cubicBezTo>
                    <a:pt x="388" y="503"/>
                    <a:pt x="494" y="387"/>
                    <a:pt x="494" y="251"/>
                  </a:cubicBezTo>
                  <a:cubicBezTo>
                    <a:pt x="494" y="115"/>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3" name="Google Shape;12213;p27"/>
            <p:cNvSpPr/>
            <p:nvPr/>
          </p:nvSpPr>
          <p:spPr>
            <a:xfrm>
              <a:off x="1135575" y="4687700"/>
              <a:ext cx="12575" cy="12575"/>
            </a:xfrm>
            <a:custGeom>
              <a:avLst/>
              <a:gdLst/>
              <a:ahLst/>
              <a:cxnLst/>
              <a:rect l="l" t="t" r="r" b="b"/>
              <a:pathLst>
                <a:path w="503" h="503" extrusionOk="0">
                  <a:moveTo>
                    <a:pt x="252" y="0"/>
                  </a:moveTo>
                  <a:cubicBezTo>
                    <a:pt x="116" y="0"/>
                    <a:pt x="0" y="115"/>
                    <a:pt x="0" y="251"/>
                  </a:cubicBezTo>
                  <a:cubicBezTo>
                    <a:pt x="0" y="387"/>
                    <a:pt x="116" y="503"/>
                    <a:pt x="252" y="503"/>
                  </a:cubicBezTo>
                  <a:cubicBezTo>
                    <a:pt x="387" y="503"/>
                    <a:pt x="503" y="387"/>
                    <a:pt x="503" y="251"/>
                  </a:cubicBezTo>
                  <a:cubicBezTo>
                    <a:pt x="503" y="115"/>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4" name="Google Shape;12214;p27"/>
            <p:cNvSpPr/>
            <p:nvPr/>
          </p:nvSpPr>
          <p:spPr>
            <a:xfrm>
              <a:off x="1227500" y="4687700"/>
              <a:ext cx="12400" cy="12575"/>
            </a:xfrm>
            <a:custGeom>
              <a:avLst/>
              <a:gdLst/>
              <a:ahLst/>
              <a:cxnLst/>
              <a:rect l="l" t="t" r="r" b="b"/>
              <a:pathLst>
                <a:path w="496" h="503" extrusionOk="0">
                  <a:moveTo>
                    <a:pt x="251" y="0"/>
                  </a:moveTo>
                  <a:cubicBezTo>
                    <a:pt x="109" y="0"/>
                    <a:pt x="0" y="115"/>
                    <a:pt x="0" y="251"/>
                  </a:cubicBezTo>
                  <a:cubicBezTo>
                    <a:pt x="0" y="387"/>
                    <a:pt x="109" y="503"/>
                    <a:pt x="251" y="503"/>
                  </a:cubicBezTo>
                  <a:cubicBezTo>
                    <a:pt x="387" y="503"/>
                    <a:pt x="496" y="387"/>
                    <a:pt x="496" y="251"/>
                  </a:cubicBezTo>
                  <a:cubicBezTo>
                    <a:pt x="496"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5" name="Google Shape;12215;p27"/>
            <p:cNvSpPr/>
            <p:nvPr/>
          </p:nvSpPr>
          <p:spPr>
            <a:xfrm>
              <a:off x="1319275" y="4687700"/>
              <a:ext cx="12550" cy="12575"/>
            </a:xfrm>
            <a:custGeom>
              <a:avLst/>
              <a:gdLst/>
              <a:ahLst/>
              <a:cxnLst/>
              <a:rect l="l" t="t" r="r" b="b"/>
              <a:pathLst>
                <a:path w="502" h="503" extrusionOk="0">
                  <a:moveTo>
                    <a:pt x="252" y="0"/>
                  </a:moveTo>
                  <a:cubicBezTo>
                    <a:pt x="114" y="0"/>
                    <a:pt x="1" y="115"/>
                    <a:pt x="1" y="251"/>
                  </a:cubicBezTo>
                  <a:cubicBezTo>
                    <a:pt x="1" y="387"/>
                    <a:pt x="114" y="503"/>
                    <a:pt x="252" y="503"/>
                  </a:cubicBezTo>
                  <a:cubicBezTo>
                    <a:pt x="388" y="503"/>
                    <a:pt x="501" y="387"/>
                    <a:pt x="501" y="251"/>
                  </a:cubicBezTo>
                  <a:cubicBezTo>
                    <a:pt x="501"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6" name="Google Shape;12216;p27"/>
            <p:cNvSpPr/>
            <p:nvPr/>
          </p:nvSpPr>
          <p:spPr>
            <a:xfrm>
              <a:off x="1411200" y="4687700"/>
              <a:ext cx="12425" cy="12575"/>
            </a:xfrm>
            <a:custGeom>
              <a:avLst/>
              <a:gdLst/>
              <a:ahLst/>
              <a:cxnLst/>
              <a:rect l="l" t="t" r="r" b="b"/>
              <a:pathLst>
                <a:path w="497" h="503" extrusionOk="0">
                  <a:moveTo>
                    <a:pt x="245" y="0"/>
                  </a:moveTo>
                  <a:cubicBezTo>
                    <a:pt x="109" y="0"/>
                    <a:pt x="1" y="115"/>
                    <a:pt x="1" y="251"/>
                  </a:cubicBezTo>
                  <a:cubicBezTo>
                    <a:pt x="1" y="387"/>
                    <a:pt x="109" y="503"/>
                    <a:pt x="245" y="503"/>
                  </a:cubicBezTo>
                  <a:cubicBezTo>
                    <a:pt x="388" y="503"/>
                    <a:pt x="496" y="387"/>
                    <a:pt x="496" y="251"/>
                  </a:cubicBezTo>
                  <a:cubicBezTo>
                    <a:pt x="496" y="115"/>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7" name="Google Shape;12217;p27"/>
            <p:cNvSpPr/>
            <p:nvPr/>
          </p:nvSpPr>
          <p:spPr>
            <a:xfrm>
              <a:off x="1503000" y="4687700"/>
              <a:ext cx="12525" cy="12575"/>
            </a:xfrm>
            <a:custGeom>
              <a:avLst/>
              <a:gdLst/>
              <a:ahLst/>
              <a:cxnLst/>
              <a:rect l="l" t="t" r="r" b="b"/>
              <a:pathLst>
                <a:path w="501" h="503" extrusionOk="0">
                  <a:moveTo>
                    <a:pt x="250" y="0"/>
                  </a:moveTo>
                  <a:cubicBezTo>
                    <a:pt x="114" y="0"/>
                    <a:pt x="0" y="115"/>
                    <a:pt x="0" y="251"/>
                  </a:cubicBezTo>
                  <a:cubicBezTo>
                    <a:pt x="0" y="387"/>
                    <a:pt x="114" y="503"/>
                    <a:pt x="250" y="503"/>
                  </a:cubicBezTo>
                  <a:cubicBezTo>
                    <a:pt x="387" y="503"/>
                    <a:pt x="501" y="387"/>
                    <a:pt x="501" y="251"/>
                  </a:cubicBezTo>
                  <a:cubicBezTo>
                    <a:pt x="501" y="115"/>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8" name="Google Shape;12218;p27"/>
            <p:cNvSpPr/>
            <p:nvPr/>
          </p:nvSpPr>
          <p:spPr>
            <a:xfrm>
              <a:off x="1594750" y="4687700"/>
              <a:ext cx="12575" cy="12575"/>
            </a:xfrm>
            <a:custGeom>
              <a:avLst/>
              <a:gdLst/>
              <a:ahLst/>
              <a:cxnLst/>
              <a:rect l="l" t="t" r="r" b="b"/>
              <a:pathLst>
                <a:path w="503" h="503" extrusionOk="0">
                  <a:moveTo>
                    <a:pt x="251" y="0"/>
                  </a:moveTo>
                  <a:cubicBezTo>
                    <a:pt x="115" y="0"/>
                    <a:pt x="0" y="115"/>
                    <a:pt x="0" y="251"/>
                  </a:cubicBezTo>
                  <a:cubicBezTo>
                    <a:pt x="0" y="387"/>
                    <a:pt x="115" y="503"/>
                    <a:pt x="251" y="503"/>
                  </a:cubicBezTo>
                  <a:cubicBezTo>
                    <a:pt x="394" y="503"/>
                    <a:pt x="503" y="387"/>
                    <a:pt x="503" y="251"/>
                  </a:cubicBezTo>
                  <a:cubicBezTo>
                    <a:pt x="503" y="115"/>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9" name="Google Shape;12219;p27"/>
            <p:cNvSpPr/>
            <p:nvPr/>
          </p:nvSpPr>
          <p:spPr>
            <a:xfrm>
              <a:off x="1686650" y="46877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0" name="Google Shape;12220;p27"/>
            <p:cNvSpPr/>
            <p:nvPr/>
          </p:nvSpPr>
          <p:spPr>
            <a:xfrm>
              <a:off x="1778450" y="4687700"/>
              <a:ext cx="12550" cy="12575"/>
            </a:xfrm>
            <a:custGeom>
              <a:avLst/>
              <a:gdLst/>
              <a:ahLst/>
              <a:cxnLst/>
              <a:rect l="l" t="t" r="r" b="b"/>
              <a:pathLst>
                <a:path w="502" h="503" extrusionOk="0">
                  <a:moveTo>
                    <a:pt x="252" y="0"/>
                  </a:moveTo>
                  <a:cubicBezTo>
                    <a:pt x="114" y="0"/>
                    <a:pt x="1" y="115"/>
                    <a:pt x="1" y="251"/>
                  </a:cubicBezTo>
                  <a:cubicBezTo>
                    <a:pt x="1" y="387"/>
                    <a:pt x="114" y="503"/>
                    <a:pt x="252" y="503"/>
                  </a:cubicBezTo>
                  <a:cubicBezTo>
                    <a:pt x="388" y="503"/>
                    <a:pt x="501" y="387"/>
                    <a:pt x="501" y="251"/>
                  </a:cubicBezTo>
                  <a:cubicBezTo>
                    <a:pt x="501"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1" name="Google Shape;12221;p27"/>
            <p:cNvSpPr/>
            <p:nvPr/>
          </p:nvSpPr>
          <p:spPr>
            <a:xfrm>
              <a:off x="1870375" y="4687700"/>
              <a:ext cx="12400" cy="12575"/>
            </a:xfrm>
            <a:custGeom>
              <a:avLst/>
              <a:gdLst/>
              <a:ahLst/>
              <a:cxnLst/>
              <a:rect l="l" t="t" r="r" b="b"/>
              <a:pathLst>
                <a:path w="496" h="503" extrusionOk="0">
                  <a:moveTo>
                    <a:pt x="252" y="0"/>
                  </a:moveTo>
                  <a:cubicBezTo>
                    <a:pt x="109" y="0"/>
                    <a:pt x="0" y="115"/>
                    <a:pt x="0" y="251"/>
                  </a:cubicBezTo>
                  <a:cubicBezTo>
                    <a:pt x="0" y="387"/>
                    <a:pt x="109" y="503"/>
                    <a:pt x="252" y="503"/>
                  </a:cubicBezTo>
                  <a:cubicBezTo>
                    <a:pt x="387" y="503"/>
                    <a:pt x="496" y="387"/>
                    <a:pt x="496" y="251"/>
                  </a:cubicBezTo>
                  <a:cubicBezTo>
                    <a:pt x="496" y="115"/>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2" name="Google Shape;12222;p27"/>
            <p:cNvSpPr/>
            <p:nvPr/>
          </p:nvSpPr>
          <p:spPr>
            <a:xfrm>
              <a:off x="1962150" y="4687700"/>
              <a:ext cx="12550" cy="12575"/>
            </a:xfrm>
            <a:custGeom>
              <a:avLst/>
              <a:gdLst/>
              <a:ahLst/>
              <a:cxnLst/>
              <a:rect l="l" t="t" r="r" b="b"/>
              <a:pathLst>
                <a:path w="502" h="503" extrusionOk="0">
                  <a:moveTo>
                    <a:pt x="250" y="0"/>
                  </a:moveTo>
                  <a:cubicBezTo>
                    <a:pt x="114" y="0"/>
                    <a:pt x="1" y="115"/>
                    <a:pt x="1" y="251"/>
                  </a:cubicBezTo>
                  <a:cubicBezTo>
                    <a:pt x="1" y="387"/>
                    <a:pt x="114" y="503"/>
                    <a:pt x="250" y="503"/>
                  </a:cubicBezTo>
                  <a:cubicBezTo>
                    <a:pt x="388" y="503"/>
                    <a:pt x="502" y="387"/>
                    <a:pt x="502" y="251"/>
                  </a:cubicBezTo>
                  <a:cubicBezTo>
                    <a:pt x="502" y="115"/>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3" name="Google Shape;12223;p27"/>
            <p:cNvSpPr/>
            <p:nvPr/>
          </p:nvSpPr>
          <p:spPr>
            <a:xfrm>
              <a:off x="2054075" y="4687700"/>
              <a:ext cx="12425" cy="12575"/>
            </a:xfrm>
            <a:custGeom>
              <a:avLst/>
              <a:gdLst/>
              <a:ahLst/>
              <a:cxnLst/>
              <a:rect l="l" t="t" r="r" b="b"/>
              <a:pathLst>
                <a:path w="497" h="503" extrusionOk="0">
                  <a:moveTo>
                    <a:pt x="252" y="0"/>
                  </a:moveTo>
                  <a:cubicBezTo>
                    <a:pt x="109" y="0"/>
                    <a:pt x="1" y="115"/>
                    <a:pt x="1" y="251"/>
                  </a:cubicBezTo>
                  <a:cubicBezTo>
                    <a:pt x="1" y="387"/>
                    <a:pt x="109" y="503"/>
                    <a:pt x="252" y="503"/>
                  </a:cubicBezTo>
                  <a:cubicBezTo>
                    <a:pt x="388" y="503"/>
                    <a:pt x="496" y="387"/>
                    <a:pt x="496" y="251"/>
                  </a:cubicBezTo>
                  <a:cubicBezTo>
                    <a:pt x="496"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4" name="Google Shape;12224;p27"/>
            <p:cNvSpPr/>
            <p:nvPr/>
          </p:nvSpPr>
          <p:spPr>
            <a:xfrm>
              <a:off x="2145825" y="46877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5" name="Google Shape;12225;p27"/>
            <p:cNvSpPr/>
            <p:nvPr/>
          </p:nvSpPr>
          <p:spPr>
            <a:xfrm>
              <a:off x="2237800" y="4687700"/>
              <a:ext cx="12350" cy="12575"/>
            </a:xfrm>
            <a:custGeom>
              <a:avLst/>
              <a:gdLst/>
              <a:ahLst/>
              <a:cxnLst/>
              <a:rect l="l" t="t" r="r" b="b"/>
              <a:pathLst>
                <a:path w="494" h="503" extrusionOk="0">
                  <a:moveTo>
                    <a:pt x="244" y="0"/>
                  </a:moveTo>
                  <a:cubicBezTo>
                    <a:pt x="107" y="0"/>
                    <a:pt x="0" y="115"/>
                    <a:pt x="0" y="251"/>
                  </a:cubicBezTo>
                  <a:cubicBezTo>
                    <a:pt x="0" y="387"/>
                    <a:pt x="107" y="503"/>
                    <a:pt x="244" y="503"/>
                  </a:cubicBezTo>
                  <a:cubicBezTo>
                    <a:pt x="387" y="503"/>
                    <a:pt x="494" y="387"/>
                    <a:pt x="494" y="251"/>
                  </a:cubicBezTo>
                  <a:cubicBezTo>
                    <a:pt x="494" y="115"/>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6" name="Google Shape;12226;p27"/>
            <p:cNvSpPr/>
            <p:nvPr/>
          </p:nvSpPr>
          <p:spPr>
            <a:xfrm>
              <a:off x="2329550" y="4687700"/>
              <a:ext cx="12575" cy="12575"/>
            </a:xfrm>
            <a:custGeom>
              <a:avLst/>
              <a:gdLst/>
              <a:ahLst/>
              <a:cxnLst/>
              <a:rect l="l" t="t" r="r" b="b"/>
              <a:pathLst>
                <a:path w="503" h="503" extrusionOk="0">
                  <a:moveTo>
                    <a:pt x="251" y="0"/>
                  </a:moveTo>
                  <a:cubicBezTo>
                    <a:pt x="115" y="0"/>
                    <a:pt x="0" y="115"/>
                    <a:pt x="0" y="251"/>
                  </a:cubicBezTo>
                  <a:cubicBezTo>
                    <a:pt x="0" y="387"/>
                    <a:pt x="115" y="503"/>
                    <a:pt x="251" y="503"/>
                  </a:cubicBezTo>
                  <a:cubicBezTo>
                    <a:pt x="387" y="503"/>
                    <a:pt x="502" y="387"/>
                    <a:pt x="502" y="251"/>
                  </a:cubicBezTo>
                  <a:cubicBezTo>
                    <a:pt x="502"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7" name="Google Shape;12227;p27"/>
            <p:cNvSpPr/>
            <p:nvPr/>
          </p:nvSpPr>
          <p:spPr>
            <a:xfrm>
              <a:off x="2421325" y="4687700"/>
              <a:ext cx="12550" cy="12575"/>
            </a:xfrm>
            <a:custGeom>
              <a:avLst/>
              <a:gdLst/>
              <a:ahLst/>
              <a:cxnLst/>
              <a:rect l="l" t="t" r="r" b="b"/>
              <a:pathLst>
                <a:path w="502" h="503" extrusionOk="0">
                  <a:moveTo>
                    <a:pt x="250" y="0"/>
                  </a:moveTo>
                  <a:cubicBezTo>
                    <a:pt x="114" y="0"/>
                    <a:pt x="1" y="115"/>
                    <a:pt x="1" y="251"/>
                  </a:cubicBezTo>
                  <a:cubicBezTo>
                    <a:pt x="1" y="387"/>
                    <a:pt x="114" y="503"/>
                    <a:pt x="250" y="503"/>
                  </a:cubicBezTo>
                  <a:cubicBezTo>
                    <a:pt x="395" y="503"/>
                    <a:pt x="501" y="387"/>
                    <a:pt x="501" y="251"/>
                  </a:cubicBezTo>
                  <a:cubicBezTo>
                    <a:pt x="501" y="115"/>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8" name="Google Shape;12228;p27"/>
            <p:cNvSpPr/>
            <p:nvPr/>
          </p:nvSpPr>
          <p:spPr>
            <a:xfrm>
              <a:off x="2513250" y="4687700"/>
              <a:ext cx="12575" cy="12575"/>
            </a:xfrm>
            <a:custGeom>
              <a:avLst/>
              <a:gdLst/>
              <a:ahLst/>
              <a:cxnLst/>
              <a:rect l="l" t="t" r="r" b="b"/>
              <a:pathLst>
                <a:path w="503" h="503" extrusionOk="0">
                  <a:moveTo>
                    <a:pt x="252" y="0"/>
                  </a:moveTo>
                  <a:cubicBezTo>
                    <a:pt x="109" y="0"/>
                    <a:pt x="0" y="115"/>
                    <a:pt x="0" y="251"/>
                  </a:cubicBezTo>
                  <a:cubicBezTo>
                    <a:pt x="0" y="387"/>
                    <a:pt x="109"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9" name="Google Shape;12229;p27"/>
            <p:cNvSpPr/>
            <p:nvPr/>
          </p:nvSpPr>
          <p:spPr>
            <a:xfrm>
              <a:off x="2605000" y="4687700"/>
              <a:ext cx="12575" cy="12575"/>
            </a:xfrm>
            <a:custGeom>
              <a:avLst/>
              <a:gdLst/>
              <a:ahLst/>
              <a:cxnLst/>
              <a:rect l="l" t="t" r="r" b="b"/>
              <a:pathLst>
                <a:path w="503" h="503" extrusionOk="0">
                  <a:moveTo>
                    <a:pt x="252" y="0"/>
                  </a:moveTo>
                  <a:cubicBezTo>
                    <a:pt x="116" y="0"/>
                    <a:pt x="0" y="115"/>
                    <a:pt x="0" y="251"/>
                  </a:cubicBezTo>
                  <a:cubicBezTo>
                    <a:pt x="0" y="387"/>
                    <a:pt x="116" y="503"/>
                    <a:pt x="252" y="503"/>
                  </a:cubicBezTo>
                  <a:cubicBezTo>
                    <a:pt x="387" y="503"/>
                    <a:pt x="503" y="387"/>
                    <a:pt x="503" y="251"/>
                  </a:cubicBezTo>
                  <a:cubicBezTo>
                    <a:pt x="503" y="115"/>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0" name="Google Shape;12230;p27"/>
            <p:cNvSpPr/>
            <p:nvPr/>
          </p:nvSpPr>
          <p:spPr>
            <a:xfrm>
              <a:off x="2696950" y="4687700"/>
              <a:ext cx="12375" cy="12575"/>
            </a:xfrm>
            <a:custGeom>
              <a:avLst/>
              <a:gdLst/>
              <a:ahLst/>
              <a:cxnLst/>
              <a:rect l="l" t="t" r="r" b="b"/>
              <a:pathLst>
                <a:path w="495" h="503" extrusionOk="0">
                  <a:moveTo>
                    <a:pt x="252" y="0"/>
                  </a:moveTo>
                  <a:cubicBezTo>
                    <a:pt x="108" y="0"/>
                    <a:pt x="1" y="115"/>
                    <a:pt x="1" y="251"/>
                  </a:cubicBezTo>
                  <a:cubicBezTo>
                    <a:pt x="1" y="387"/>
                    <a:pt x="108" y="503"/>
                    <a:pt x="252" y="503"/>
                  </a:cubicBezTo>
                  <a:cubicBezTo>
                    <a:pt x="388" y="503"/>
                    <a:pt x="495" y="387"/>
                    <a:pt x="495" y="251"/>
                  </a:cubicBezTo>
                  <a:cubicBezTo>
                    <a:pt x="495"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1" name="Google Shape;12231;p27"/>
            <p:cNvSpPr/>
            <p:nvPr/>
          </p:nvSpPr>
          <p:spPr>
            <a:xfrm>
              <a:off x="2788700" y="46877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2" name="Google Shape;12232;p27"/>
            <p:cNvSpPr/>
            <p:nvPr/>
          </p:nvSpPr>
          <p:spPr>
            <a:xfrm>
              <a:off x="2880675" y="4687700"/>
              <a:ext cx="12375" cy="12575"/>
            </a:xfrm>
            <a:custGeom>
              <a:avLst/>
              <a:gdLst/>
              <a:ahLst/>
              <a:cxnLst/>
              <a:rect l="l" t="t" r="r" b="b"/>
              <a:pathLst>
                <a:path w="495" h="503" extrusionOk="0">
                  <a:moveTo>
                    <a:pt x="243" y="0"/>
                  </a:moveTo>
                  <a:cubicBezTo>
                    <a:pt x="107" y="0"/>
                    <a:pt x="0" y="115"/>
                    <a:pt x="0" y="251"/>
                  </a:cubicBezTo>
                  <a:cubicBezTo>
                    <a:pt x="0" y="387"/>
                    <a:pt x="107" y="503"/>
                    <a:pt x="243" y="503"/>
                  </a:cubicBezTo>
                  <a:cubicBezTo>
                    <a:pt x="387" y="503"/>
                    <a:pt x="494" y="387"/>
                    <a:pt x="494" y="251"/>
                  </a:cubicBezTo>
                  <a:cubicBezTo>
                    <a:pt x="494" y="115"/>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3" name="Google Shape;12233;p27"/>
            <p:cNvSpPr/>
            <p:nvPr/>
          </p:nvSpPr>
          <p:spPr>
            <a:xfrm>
              <a:off x="2972425" y="4687700"/>
              <a:ext cx="12575" cy="12575"/>
            </a:xfrm>
            <a:custGeom>
              <a:avLst/>
              <a:gdLst/>
              <a:ahLst/>
              <a:cxnLst/>
              <a:rect l="l" t="t" r="r" b="b"/>
              <a:pathLst>
                <a:path w="503" h="503" extrusionOk="0">
                  <a:moveTo>
                    <a:pt x="251" y="0"/>
                  </a:moveTo>
                  <a:cubicBezTo>
                    <a:pt x="115" y="0"/>
                    <a:pt x="0" y="115"/>
                    <a:pt x="0" y="251"/>
                  </a:cubicBezTo>
                  <a:cubicBezTo>
                    <a:pt x="0" y="387"/>
                    <a:pt x="115" y="503"/>
                    <a:pt x="251" y="503"/>
                  </a:cubicBezTo>
                  <a:cubicBezTo>
                    <a:pt x="387" y="503"/>
                    <a:pt x="503" y="387"/>
                    <a:pt x="503" y="251"/>
                  </a:cubicBezTo>
                  <a:cubicBezTo>
                    <a:pt x="503"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4" name="Google Shape;12234;p27"/>
            <p:cNvSpPr/>
            <p:nvPr/>
          </p:nvSpPr>
          <p:spPr>
            <a:xfrm>
              <a:off x="3064375" y="4687700"/>
              <a:ext cx="12375" cy="12575"/>
            </a:xfrm>
            <a:custGeom>
              <a:avLst/>
              <a:gdLst/>
              <a:ahLst/>
              <a:cxnLst/>
              <a:rect l="l" t="t" r="r" b="b"/>
              <a:pathLst>
                <a:path w="495" h="503" extrusionOk="0">
                  <a:moveTo>
                    <a:pt x="243" y="0"/>
                  </a:moveTo>
                  <a:cubicBezTo>
                    <a:pt x="107" y="0"/>
                    <a:pt x="1" y="115"/>
                    <a:pt x="1" y="251"/>
                  </a:cubicBezTo>
                  <a:cubicBezTo>
                    <a:pt x="1" y="387"/>
                    <a:pt x="107" y="503"/>
                    <a:pt x="243" y="503"/>
                  </a:cubicBezTo>
                  <a:cubicBezTo>
                    <a:pt x="388" y="503"/>
                    <a:pt x="495" y="387"/>
                    <a:pt x="495" y="251"/>
                  </a:cubicBezTo>
                  <a:cubicBezTo>
                    <a:pt x="495" y="115"/>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5" name="Google Shape;12235;p27"/>
            <p:cNvSpPr/>
            <p:nvPr/>
          </p:nvSpPr>
          <p:spPr>
            <a:xfrm>
              <a:off x="3156125" y="46877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6" name="Google Shape;12236;p27"/>
            <p:cNvSpPr/>
            <p:nvPr/>
          </p:nvSpPr>
          <p:spPr>
            <a:xfrm>
              <a:off x="3247875" y="4687700"/>
              <a:ext cx="12575" cy="12575"/>
            </a:xfrm>
            <a:custGeom>
              <a:avLst/>
              <a:gdLst/>
              <a:ahLst/>
              <a:cxnLst/>
              <a:rect l="l" t="t" r="r" b="b"/>
              <a:pathLst>
                <a:path w="503"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7" name="Google Shape;12237;p27"/>
            <p:cNvSpPr/>
            <p:nvPr/>
          </p:nvSpPr>
          <p:spPr>
            <a:xfrm>
              <a:off x="3339850" y="4687700"/>
              <a:ext cx="12525" cy="12575"/>
            </a:xfrm>
            <a:custGeom>
              <a:avLst/>
              <a:gdLst/>
              <a:ahLst/>
              <a:cxnLst/>
              <a:rect l="l" t="t" r="r" b="b"/>
              <a:pathLst>
                <a:path w="501" h="503" extrusionOk="0">
                  <a:moveTo>
                    <a:pt x="251" y="0"/>
                  </a:moveTo>
                  <a:cubicBezTo>
                    <a:pt x="107" y="0"/>
                    <a:pt x="0" y="115"/>
                    <a:pt x="0" y="251"/>
                  </a:cubicBezTo>
                  <a:cubicBezTo>
                    <a:pt x="0" y="387"/>
                    <a:pt x="107" y="503"/>
                    <a:pt x="251" y="503"/>
                  </a:cubicBezTo>
                  <a:cubicBezTo>
                    <a:pt x="387" y="503"/>
                    <a:pt x="501" y="387"/>
                    <a:pt x="501" y="251"/>
                  </a:cubicBezTo>
                  <a:cubicBezTo>
                    <a:pt x="501"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8" name="Google Shape;12238;p27"/>
            <p:cNvSpPr/>
            <p:nvPr/>
          </p:nvSpPr>
          <p:spPr>
            <a:xfrm>
              <a:off x="3431575" y="46877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9" name="Google Shape;12239;p27"/>
            <p:cNvSpPr/>
            <p:nvPr/>
          </p:nvSpPr>
          <p:spPr>
            <a:xfrm>
              <a:off x="3523550" y="4687700"/>
              <a:ext cx="12375" cy="12575"/>
            </a:xfrm>
            <a:custGeom>
              <a:avLst/>
              <a:gdLst/>
              <a:ahLst/>
              <a:cxnLst/>
              <a:rect l="l" t="t" r="r" b="b"/>
              <a:pathLst>
                <a:path w="495" h="503" extrusionOk="0">
                  <a:moveTo>
                    <a:pt x="250" y="0"/>
                  </a:moveTo>
                  <a:cubicBezTo>
                    <a:pt x="107" y="0"/>
                    <a:pt x="0" y="115"/>
                    <a:pt x="0" y="251"/>
                  </a:cubicBezTo>
                  <a:cubicBezTo>
                    <a:pt x="0" y="387"/>
                    <a:pt x="107" y="503"/>
                    <a:pt x="250" y="503"/>
                  </a:cubicBezTo>
                  <a:cubicBezTo>
                    <a:pt x="388" y="503"/>
                    <a:pt x="494" y="387"/>
                    <a:pt x="494" y="251"/>
                  </a:cubicBezTo>
                  <a:cubicBezTo>
                    <a:pt x="494" y="115"/>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0" name="Google Shape;12240;p27"/>
            <p:cNvSpPr/>
            <p:nvPr/>
          </p:nvSpPr>
          <p:spPr>
            <a:xfrm>
              <a:off x="676400" y="4779625"/>
              <a:ext cx="12600" cy="12400"/>
            </a:xfrm>
            <a:custGeom>
              <a:avLst/>
              <a:gdLst/>
              <a:ahLst/>
              <a:cxnLst/>
              <a:rect l="l" t="t" r="r" b="b"/>
              <a:pathLst>
                <a:path w="504" h="496" extrusionOk="0">
                  <a:moveTo>
                    <a:pt x="252" y="0"/>
                  </a:moveTo>
                  <a:cubicBezTo>
                    <a:pt x="116" y="0"/>
                    <a:pt x="1" y="108"/>
                    <a:pt x="1" y="251"/>
                  </a:cubicBezTo>
                  <a:cubicBezTo>
                    <a:pt x="1" y="387"/>
                    <a:pt x="116" y="496"/>
                    <a:pt x="252" y="496"/>
                  </a:cubicBezTo>
                  <a:cubicBezTo>
                    <a:pt x="388" y="496"/>
                    <a:pt x="503" y="387"/>
                    <a:pt x="503" y="251"/>
                  </a:cubicBezTo>
                  <a:cubicBezTo>
                    <a:pt x="503"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1" name="Google Shape;12241;p27"/>
            <p:cNvSpPr/>
            <p:nvPr/>
          </p:nvSpPr>
          <p:spPr>
            <a:xfrm>
              <a:off x="768325" y="4779625"/>
              <a:ext cx="12400" cy="12400"/>
            </a:xfrm>
            <a:custGeom>
              <a:avLst/>
              <a:gdLst/>
              <a:ahLst/>
              <a:cxnLst/>
              <a:rect l="l" t="t" r="r" b="b"/>
              <a:pathLst>
                <a:path w="496" h="496" extrusionOk="0">
                  <a:moveTo>
                    <a:pt x="245" y="0"/>
                  </a:moveTo>
                  <a:cubicBezTo>
                    <a:pt x="109" y="0"/>
                    <a:pt x="0" y="108"/>
                    <a:pt x="0" y="251"/>
                  </a:cubicBezTo>
                  <a:cubicBezTo>
                    <a:pt x="0" y="387"/>
                    <a:pt x="109" y="496"/>
                    <a:pt x="245" y="496"/>
                  </a:cubicBezTo>
                  <a:cubicBezTo>
                    <a:pt x="388" y="496"/>
                    <a:pt x="496" y="387"/>
                    <a:pt x="496" y="251"/>
                  </a:cubicBezTo>
                  <a:cubicBezTo>
                    <a:pt x="496" y="108"/>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2" name="Google Shape;12242;p27"/>
            <p:cNvSpPr/>
            <p:nvPr/>
          </p:nvSpPr>
          <p:spPr>
            <a:xfrm>
              <a:off x="860125" y="4779625"/>
              <a:ext cx="12525" cy="12400"/>
            </a:xfrm>
            <a:custGeom>
              <a:avLst/>
              <a:gdLst/>
              <a:ahLst/>
              <a:cxnLst/>
              <a:rect l="l" t="t" r="r" b="b"/>
              <a:pathLst>
                <a:path w="501" h="496" extrusionOk="0">
                  <a:moveTo>
                    <a:pt x="251" y="0"/>
                  </a:moveTo>
                  <a:cubicBezTo>
                    <a:pt x="114" y="0"/>
                    <a:pt x="0" y="108"/>
                    <a:pt x="0" y="251"/>
                  </a:cubicBezTo>
                  <a:cubicBezTo>
                    <a:pt x="0" y="387"/>
                    <a:pt x="114" y="496"/>
                    <a:pt x="251" y="496"/>
                  </a:cubicBezTo>
                  <a:cubicBezTo>
                    <a:pt x="387" y="496"/>
                    <a:pt x="501" y="387"/>
                    <a:pt x="501" y="251"/>
                  </a:cubicBezTo>
                  <a:cubicBezTo>
                    <a:pt x="501" y="108"/>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3" name="Google Shape;12243;p27"/>
            <p:cNvSpPr/>
            <p:nvPr/>
          </p:nvSpPr>
          <p:spPr>
            <a:xfrm>
              <a:off x="951850" y="4779625"/>
              <a:ext cx="12600" cy="12400"/>
            </a:xfrm>
            <a:custGeom>
              <a:avLst/>
              <a:gdLst/>
              <a:ahLst/>
              <a:cxnLst/>
              <a:rect l="l" t="t" r="r" b="b"/>
              <a:pathLst>
                <a:path w="504" h="496" extrusionOk="0">
                  <a:moveTo>
                    <a:pt x="252" y="0"/>
                  </a:moveTo>
                  <a:cubicBezTo>
                    <a:pt x="116" y="0"/>
                    <a:pt x="1" y="108"/>
                    <a:pt x="1" y="251"/>
                  </a:cubicBezTo>
                  <a:cubicBezTo>
                    <a:pt x="1" y="387"/>
                    <a:pt x="116" y="496"/>
                    <a:pt x="252" y="496"/>
                  </a:cubicBezTo>
                  <a:cubicBezTo>
                    <a:pt x="388" y="496"/>
                    <a:pt x="503" y="387"/>
                    <a:pt x="503" y="251"/>
                  </a:cubicBezTo>
                  <a:cubicBezTo>
                    <a:pt x="503"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4" name="Google Shape;12244;p27"/>
            <p:cNvSpPr/>
            <p:nvPr/>
          </p:nvSpPr>
          <p:spPr>
            <a:xfrm>
              <a:off x="1043825" y="4779625"/>
              <a:ext cx="12375" cy="12400"/>
            </a:xfrm>
            <a:custGeom>
              <a:avLst/>
              <a:gdLst/>
              <a:ahLst/>
              <a:cxnLst/>
              <a:rect l="l" t="t" r="r" b="b"/>
              <a:pathLst>
                <a:path w="495" h="496" extrusionOk="0">
                  <a:moveTo>
                    <a:pt x="250" y="0"/>
                  </a:moveTo>
                  <a:cubicBezTo>
                    <a:pt x="107" y="0"/>
                    <a:pt x="0" y="108"/>
                    <a:pt x="0" y="251"/>
                  </a:cubicBezTo>
                  <a:cubicBezTo>
                    <a:pt x="0" y="387"/>
                    <a:pt x="107" y="496"/>
                    <a:pt x="250" y="496"/>
                  </a:cubicBezTo>
                  <a:cubicBezTo>
                    <a:pt x="388" y="496"/>
                    <a:pt x="494" y="387"/>
                    <a:pt x="494" y="251"/>
                  </a:cubicBezTo>
                  <a:cubicBezTo>
                    <a:pt x="494" y="108"/>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5" name="Google Shape;12245;p27"/>
            <p:cNvSpPr/>
            <p:nvPr/>
          </p:nvSpPr>
          <p:spPr>
            <a:xfrm>
              <a:off x="1135575" y="4779625"/>
              <a:ext cx="12575" cy="12400"/>
            </a:xfrm>
            <a:custGeom>
              <a:avLst/>
              <a:gdLst/>
              <a:ahLst/>
              <a:cxnLst/>
              <a:rect l="l" t="t" r="r" b="b"/>
              <a:pathLst>
                <a:path w="503" h="496" extrusionOk="0">
                  <a:moveTo>
                    <a:pt x="252" y="0"/>
                  </a:moveTo>
                  <a:cubicBezTo>
                    <a:pt x="116" y="0"/>
                    <a:pt x="0" y="108"/>
                    <a:pt x="0" y="251"/>
                  </a:cubicBezTo>
                  <a:cubicBezTo>
                    <a:pt x="0" y="387"/>
                    <a:pt x="116" y="496"/>
                    <a:pt x="252" y="496"/>
                  </a:cubicBezTo>
                  <a:cubicBezTo>
                    <a:pt x="387" y="496"/>
                    <a:pt x="503" y="387"/>
                    <a:pt x="503" y="251"/>
                  </a:cubicBezTo>
                  <a:cubicBezTo>
                    <a:pt x="503" y="108"/>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6" name="Google Shape;12246;p27"/>
            <p:cNvSpPr/>
            <p:nvPr/>
          </p:nvSpPr>
          <p:spPr>
            <a:xfrm>
              <a:off x="1227500" y="4779625"/>
              <a:ext cx="12400" cy="12400"/>
            </a:xfrm>
            <a:custGeom>
              <a:avLst/>
              <a:gdLst/>
              <a:ahLst/>
              <a:cxnLst/>
              <a:rect l="l" t="t" r="r" b="b"/>
              <a:pathLst>
                <a:path w="496" h="496" extrusionOk="0">
                  <a:moveTo>
                    <a:pt x="251" y="0"/>
                  </a:moveTo>
                  <a:cubicBezTo>
                    <a:pt x="109" y="0"/>
                    <a:pt x="0" y="108"/>
                    <a:pt x="0" y="251"/>
                  </a:cubicBezTo>
                  <a:cubicBezTo>
                    <a:pt x="0" y="387"/>
                    <a:pt x="109" y="496"/>
                    <a:pt x="251" y="496"/>
                  </a:cubicBezTo>
                  <a:cubicBezTo>
                    <a:pt x="387" y="496"/>
                    <a:pt x="496" y="387"/>
                    <a:pt x="496" y="251"/>
                  </a:cubicBezTo>
                  <a:cubicBezTo>
                    <a:pt x="496" y="108"/>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7" name="Google Shape;12247;p27"/>
            <p:cNvSpPr/>
            <p:nvPr/>
          </p:nvSpPr>
          <p:spPr>
            <a:xfrm>
              <a:off x="1319275" y="4779625"/>
              <a:ext cx="12550" cy="12400"/>
            </a:xfrm>
            <a:custGeom>
              <a:avLst/>
              <a:gdLst/>
              <a:ahLst/>
              <a:cxnLst/>
              <a:rect l="l" t="t" r="r" b="b"/>
              <a:pathLst>
                <a:path w="502" h="496" extrusionOk="0">
                  <a:moveTo>
                    <a:pt x="252" y="0"/>
                  </a:moveTo>
                  <a:cubicBezTo>
                    <a:pt x="114" y="0"/>
                    <a:pt x="1" y="108"/>
                    <a:pt x="1" y="251"/>
                  </a:cubicBezTo>
                  <a:cubicBezTo>
                    <a:pt x="1" y="387"/>
                    <a:pt x="114" y="496"/>
                    <a:pt x="252" y="496"/>
                  </a:cubicBezTo>
                  <a:cubicBezTo>
                    <a:pt x="388" y="496"/>
                    <a:pt x="501" y="387"/>
                    <a:pt x="501" y="251"/>
                  </a:cubicBezTo>
                  <a:cubicBezTo>
                    <a:pt x="501"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8" name="Google Shape;12248;p27"/>
            <p:cNvSpPr/>
            <p:nvPr/>
          </p:nvSpPr>
          <p:spPr>
            <a:xfrm>
              <a:off x="1411200" y="4779625"/>
              <a:ext cx="12425" cy="12400"/>
            </a:xfrm>
            <a:custGeom>
              <a:avLst/>
              <a:gdLst/>
              <a:ahLst/>
              <a:cxnLst/>
              <a:rect l="l" t="t" r="r" b="b"/>
              <a:pathLst>
                <a:path w="497" h="496" extrusionOk="0">
                  <a:moveTo>
                    <a:pt x="245" y="0"/>
                  </a:moveTo>
                  <a:cubicBezTo>
                    <a:pt x="109" y="0"/>
                    <a:pt x="1" y="108"/>
                    <a:pt x="1" y="251"/>
                  </a:cubicBezTo>
                  <a:cubicBezTo>
                    <a:pt x="1" y="387"/>
                    <a:pt x="109" y="496"/>
                    <a:pt x="245" y="496"/>
                  </a:cubicBezTo>
                  <a:cubicBezTo>
                    <a:pt x="388" y="496"/>
                    <a:pt x="496" y="387"/>
                    <a:pt x="496" y="251"/>
                  </a:cubicBezTo>
                  <a:cubicBezTo>
                    <a:pt x="496" y="108"/>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9" name="Google Shape;12249;p27"/>
            <p:cNvSpPr/>
            <p:nvPr/>
          </p:nvSpPr>
          <p:spPr>
            <a:xfrm>
              <a:off x="1503000" y="4779625"/>
              <a:ext cx="12525" cy="12400"/>
            </a:xfrm>
            <a:custGeom>
              <a:avLst/>
              <a:gdLst/>
              <a:ahLst/>
              <a:cxnLst/>
              <a:rect l="l" t="t" r="r" b="b"/>
              <a:pathLst>
                <a:path w="501" h="496" extrusionOk="0">
                  <a:moveTo>
                    <a:pt x="250" y="0"/>
                  </a:moveTo>
                  <a:cubicBezTo>
                    <a:pt x="114" y="0"/>
                    <a:pt x="0" y="108"/>
                    <a:pt x="0" y="251"/>
                  </a:cubicBezTo>
                  <a:cubicBezTo>
                    <a:pt x="0" y="387"/>
                    <a:pt x="114" y="496"/>
                    <a:pt x="250" y="496"/>
                  </a:cubicBezTo>
                  <a:cubicBezTo>
                    <a:pt x="387" y="496"/>
                    <a:pt x="501" y="387"/>
                    <a:pt x="501" y="251"/>
                  </a:cubicBezTo>
                  <a:cubicBezTo>
                    <a:pt x="501" y="108"/>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0" name="Google Shape;12250;p27"/>
            <p:cNvSpPr/>
            <p:nvPr/>
          </p:nvSpPr>
          <p:spPr>
            <a:xfrm>
              <a:off x="1594750" y="4779625"/>
              <a:ext cx="12575" cy="12400"/>
            </a:xfrm>
            <a:custGeom>
              <a:avLst/>
              <a:gdLst/>
              <a:ahLst/>
              <a:cxnLst/>
              <a:rect l="l" t="t" r="r" b="b"/>
              <a:pathLst>
                <a:path w="503" h="496" extrusionOk="0">
                  <a:moveTo>
                    <a:pt x="251" y="0"/>
                  </a:moveTo>
                  <a:cubicBezTo>
                    <a:pt x="115" y="0"/>
                    <a:pt x="0" y="108"/>
                    <a:pt x="0" y="251"/>
                  </a:cubicBezTo>
                  <a:cubicBezTo>
                    <a:pt x="0" y="387"/>
                    <a:pt x="115" y="496"/>
                    <a:pt x="251" y="496"/>
                  </a:cubicBezTo>
                  <a:cubicBezTo>
                    <a:pt x="394" y="496"/>
                    <a:pt x="503" y="387"/>
                    <a:pt x="503" y="251"/>
                  </a:cubicBezTo>
                  <a:cubicBezTo>
                    <a:pt x="503" y="108"/>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1" name="Google Shape;12251;p27"/>
            <p:cNvSpPr/>
            <p:nvPr/>
          </p:nvSpPr>
          <p:spPr>
            <a:xfrm>
              <a:off x="1686650" y="4779625"/>
              <a:ext cx="12600" cy="12400"/>
            </a:xfrm>
            <a:custGeom>
              <a:avLst/>
              <a:gdLst/>
              <a:ahLst/>
              <a:cxnLst/>
              <a:rect l="l" t="t" r="r" b="b"/>
              <a:pathLst>
                <a:path w="504" h="496" extrusionOk="0">
                  <a:moveTo>
                    <a:pt x="252" y="0"/>
                  </a:moveTo>
                  <a:cubicBezTo>
                    <a:pt x="116" y="0"/>
                    <a:pt x="1" y="108"/>
                    <a:pt x="1" y="251"/>
                  </a:cubicBezTo>
                  <a:cubicBezTo>
                    <a:pt x="1" y="387"/>
                    <a:pt x="116" y="496"/>
                    <a:pt x="252" y="496"/>
                  </a:cubicBezTo>
                  <a:cubicBezTo>
                    <a:pt x="388" y="496"/>
                    <a:pt x="503" y="387"/>
                    <a:pt x="503" y="251"/>
                  </a:cubicBezTo>
                  <a:cubicBezTo>
                    <a:pt x="503"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2" name="Google Shape;12252;p27"/>
            <p:cNvSpPr/>
            <p:nvPr/>
          </p:nvSpPr>
          <p:spPr>
            <a:xfrm>
              <a:off x="1778450" y="4779625"/>
              <a:ext cx="12550" cy="12400"/>
            </a:xfrm>
            <a:custGeom>
              <a:avLst/>
              <a:gdLst/>
              <a:ahLst/>
              <a:cxnLst/>
              <a:rect l="l" t="t" r="r" b="b"/>
              <a:pathLst>
                <a:path w="502" h="496" extrusionOk="0">
                  <a:moveTo>
                    <a:pt x="252" y="0"/>
                  </a:moveTo>
                  <a:cubicBezTo>
                    <a:pt x="114" y="0"/>
                    <a:pt x="1" y="108"/>
                    <a:pt x="1" y="251"/>
                  </a:cubicBezTo>
                  <a:cubicBezTo>
                    <a:pt x="1" y="387"/>
                    <a:pt x="114" y="496"/>
                    <a:pt x="252" y="496"/>
                  </a:cubicBezTo>
                  <a:cubicBezTo>
                    <a:pt x="388" y="496"/>
                    <a:pt x="501" y="387"/>
                    <a:pt x="501" y="251"/>
                  </a:cubicBezTo>
                  <a:cubicBezTo>
                    <a:pt x="501"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3" name="Google Shape;12253;p27"/>
            <p:cNvSpPr/>
            <p:nvPr/>
          </p:nvSpPr>
          <p:spPr>
            <a:xfrm>
              <a:off x="1870375" y="4779625"/>
              <a:ext cx="12400" cy="12400"/>
            </a:xfrm>
            <a:custGeom>
              <a:avLst/>
              <a:gdLst/>
              <a:ahLst/>
              <a:cxnLst/>
              <a:rect l="l" t="t" r="r" b="b"/>
              <a:pathLst>
                <a:path w="496" h="496" extrusionOk="0">
                  <a:moveTo>
                    <a:pt x="252" y="0"/>
                  </a:moveTo>
                  <a:cubicBezTo>
                    <a:pt x="109" y="0"/>
                    <a:pt x="0" y="108"/>
                    <a:pt x="0" y="251"/>
                  </a:cubicBezTo>
                  <a:cubicBezTo>
                    <a:pt x="0" y="387"/>
                    <a:pt x="109" y="496"/>
                    <a:pt x="252" y="496"/>
                  </a:cubicBezTo>
                  <a:cubicBezTo>
                    <a:pt x="387" y="496"/>
                    <a:pt x="496" y="387"/>
                    <a:pt x="496" y="251"/>
                  </a:cubicBezTo>
                  <a:cubicBezTo>
                    <a:pt x="496" y="108"/>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4" name="Google Shape;12254;p27"/>
            <p:cNvSpPr/>
            <p:nvPr/>
          </p:nvSpPr>
          <p:spPr>
            <a:xfrm>
              <a:off x="1962150" y="4779625"/>
              <a:ext cx="12550" cy="12400"/>
            </a:xfrm>
            <a:custGeom>
              <a:avLst/>
              <a:gdLst/>
              <a:ahLst/>
              <a:cxnLst/>
              <a:rect l="l" t="t" r="r" b="b"/>
              <a:pathLst>
                <a:path w="502" h="496" extrusionOk="0">
                  <a:moveTo>
                    <a:pt x="250" y="0"/>
                  </a:moveTo>
                  <a:cubicBezTo>
                    <a:pt x="114" y="0"/>
                    <a:pt x="1" y="108"/>
                    <a:pt x="1" y="251"/>
                  </a:cubicBezTo>
                  <a:cubicBezTo>
                    <a:pt x="1" y="387"/>
                    <a:pt x="114" y="496"/>
                    <a:pt x="250" y="496"/>
                  </a:cubicBezTo>
                  <a:cubicBezTo>
                    <a:pt x="388" y="496"/>
                    <a:pt x="502" y="387"/>
                    <a:pt x="502" y="251"/>
                  </a:cubicBezTo>
                  <a:cubicBezTo>
                    <a:pt x="502" y="108"/>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5" name="Google Shape;12255;p27"/>
            <p:cNvSpPr/>
            <p:nvPr/>
          </p:nvSpPr>
          <p:spPr>
            <a:xfrm>
              <a:off x="2054075" y="4779625"/>
              <a:ext cx="12425" cy="12400"/>
            </a:xfrm>
            <a:custGeom>
              <a:avLst/>
              <a:gdLst/>
              <a:ahLst/>
              <a:cxnLst/>
              <a:rect l="l" t="t" r="r" b="b"/>
              <a:pathLst>
                <a:path w="497" h="496" extrusionOk="0">
                  <a:moveTo>
                    <a:pt x="252" y="0"/>
                  </a:moveTo>
                  <a:cubicBezTo>
                    <a:pt x="109" y="0"/>
                    <a:pt x="1" y="108"/>
                    <a:pt x="1" y="251"/>
                  </a:cubicBezTo>
                  <a:cubicBezTo>
                    <a:pt x="1" y="387"/>
                    <a:pt x="109" y="496"/>
                    <a:pt x="252" y="496"/>
                  </a:cubicBezTo>
                  <a:cubicBezTo>
                    <a:pt x="388" y="496"/>
                    <a:pt x="496" y="387"/>
                    <a:pt x="496" y="251"/>
                  </a:cubicBezTo>
                  <a:cubicBezTo>
                    <a:pt x="496"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6" name="Google Shape;12256;p27"/>
            <p:cNvSpPr/>
            <p:nvPr/>
          </p:nvSpPr>
          <p:spPr>
            <a:xfrm>
              <a:off x="2145825" y="4779625"/>
              <a:ext cx="12600" cy="12400"/>
            </a:xfrm>
            <a:custGeom>
              <a:avLst/>
              <a:gdLst/>
              <a:ahLst/>
              <a:cxnLst/>
              <a:rect l="l" t="t" r="r" b="b"/>
              <a:pathLst>
                <a:path w="504" h="496" extrusionOk="0">
                  <a:moveTo>
                    <a:pt x="252" y="0"/>
                  </a:moveTo>
                  <a:cubicBezTo>
                    <a:pt x="116" y="0"/>
                    <a:pt x="1" y="108"/>
                    <a:pt x="1" y="251"/>
                  </a:cubicBezTo>
                  <a:cubicBezTo>
                    <a:pt x="1" y="387"/>
                    <a:pt x="116" y="496"/>
                    <a:pt x="252" y="496"/>
                  </a:cubicBezTo>
                  <a:cubicBezTo>
                    <a:pt x="388" y="496"/>
                    <a:pt x="503" y="387"/>
                    <a:pt x="503" y="251"/>
                  </a:cubicBezTo>
                  <a:cubicBezTo>
                    <a:pt x="503"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7" name="Google Shape;12257;p27"/>
            <p:cNvSpPr/>
            <p:nvPr/>
          </p:nvSpPr>
          <p:spPr>
            <a:xfrm>
              <a:off x="2237800" y="4779625"/>
              <a:ext cx="12350" cy="12400"/>
            </a:xfrm>
            <a:custGeom>
              <a:avLst/>
              <a:gdLst/>
              <a:ahLst/>
              <a:cxnLst/>
              <a:rect l="l" t="t" r="r" b="b"/>
              <a:pathLst>
                <a:path w="494" h="496" extrusionOk="0">
                  <a:moveTo>
                    <a:pt x="244" y="0"/>
                  </a:moveTo>
                  <a:cubicBezTo>
                    <a:pt x="107" y="0"/>
                    <a:pt x="0" y="108"/>
                    <a:pt x="0" y="251"/>
                  </a:cubicBezTo>
                  <a:cubicBezTo>
                    <a:pt x="0" y="387"/>
                    <a:pt x="107" y="496"/>
                    <a:pt x="244" y="496"/>
                  </a:cubicBezTo>
                  <a:cubicBezTo>
                    <a:pt x="387" y="496"/>
                    <a:pt x="494" y="387"/>
                    <a:pt x="494" y="251"/>
                  </a:cubicBezTo>
                  <a:cubicBezTo>
                    <a:pt x="494" y="108"/>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8" name="Google Shape;12258;p27"/>
            <p:cNvSpPr/>
            <p:nvPr/>
          </p:nvSpPr>
          <p:spPr>
            <a:xfrm>
              <a:off x="2329550" y="4779625"/>
              <a:ext cx="12575" cy="12400"/>
            </a:xfrm>
            <a:custGeom>
              <a:avLst/>
              <a:gdLst/>
              <a:ahLst/>
              <a:cxnLst/>
              <a:rect l="l" t="t" r="r" b="b"/>
              <a:pathLst>
                <a:path w="503" h="496" extrusionOk="0">
                  <a:moveTo>
                    <a:pt x="251" y="0"/>
                  </a:moveTo>
                  <a:cubicBezTo>
                    <a:pt x="115" y="0"/>
                    <a:pt x="0" y="108"/>
                    <a:pt x="0" y="251"/>
                  </a:cubicBezTo>
                  <a:cubicBezTo>
                    <a:pt x="0" y="387"/>
                    <a:pt x="115" y="496"/>
                    <a:pt x="251" y="496"/>
                  </a:cubicBezTo>
                  <a:cubicBezTo>
                    <a:pt x="387" y="496"/>
                    <a:pt x="502" y="387"/>
                    <a:pt x="502" y="251"/>
                  </a:cubicBezTo>
                  <a:cubicBezTo>
                    <a:pt x="502" y="108"/>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9" name="Google Shape;12259;p27"/>
            <p:cNvSpPr/>
            <p:nvPr/>
          </p:nvSpPr>
          <p:spPr>
            <a:xfrm>
              <a:off x="2421325" y="4779625"/>
              <a:ext cx="12550" cy="12400"/>
            </a:xfrm>
            <a:custGeom>
              <a:avLst/>
              <a:gdLst/>
              <a:ahLst/>
              <a:cxnLst/>
              <a:rect l="l" t="t" r="r" b="b"/>
              <a:pathLst>
                <a:path w="502" h="496" extrusionOk="0">
                  <a:moveTo>
                    <a:pt x="250" y="0"/>
                  </a:moveTo>
                  <a:cubicBezTo>
                    <a:pt x="114" y="0"/>
                    <a:pt x="1" y="108"/>
                    <a:pt x="1" y="251"/>
                  </a:cubicBezTo>
                  <a:cubicBezTo>
                    <a:pt x="1" y="387"/>
                    <a:pt x="114" y="496"/>
                    <a:pt x="250" y="496"/>
                  </a:cubicBezTo>
                  <a:cubicBezTo>
                    <a:pt x="395" y="496"/>
                    <a:pt x="501" y="387"/>
                    <a:pt x="501" y="251"/>
                  </a:cubicBezTo>
                  <a:cubicBezTo>
                    <a:pt x="501" y="108"/>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0" name="Google Shape;12260;p27"/>
            <p:cNvSpPr/>
            <p:nvPr/>
          </p:nvSpPr>
          <p:spPr>
            <a:xfrm>
              <a:off x="2513250" y="4779625"/>
              <a:ext cx="12575" cy="12400"/>
            </a:xfrm>
            <a:custGeom>
              <a:avLst/>
              <a:gdLst/>
              <a:ahLst/>
              <a:cxnLst/>
              <a:rect l="l" t="t" r="r" b="b"/>
              <a:pathLst>
                <a:path w="503" h="496" extrusionOk="0">
                  <a:moveTo>
                    <a:pt x="252" y="0"/>
                  </a:moveTo>
                  <a:cubicBezTo>
                    <a:pt x="109" y="0"/>
                    <a:pt x="0" y="108"/>
                    <a:pt x="0" y="251"/>
                  </a:cubicBezTo>
                  <a:cubicBezTo>
                    <a:pt x="0" y="387"/>
                    <a:pt x="109" y="496"/>
                    <a:pt x="252" y="496"/>
                  </a:cubicBezTo>
                  <a:cubicBezTo>
                    <a:pt x="388" y="496"/>
                    <a:pt x="503" y="387"/>
                    <a:pt x="503" y="251"/>
                  </a:cubicBezTo>
                  <a:cubicBezTo>
                    <a:pt x="503"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1" name="Google Shape;12261;p27"/>
            <p:cNvSpPr/>
            <p:nvPr/>
          </p:nvSpPr>
          <p:spPr>
            <a:xfrm>
              <a:off x="2605000" y="4779625"/>
              <a:ext cx="12575" cy="12400"/>
            </a:xfrm>
            <a:custGeom>
              <a:avLst/>
              <a:gdLst/>
              <a:ahLst/>
              <a:cxnLst/>
              <a:rect l="l" t="t" r="r" b="b"/>
              <a:pathLst>
                <a:path w="503" h="496" extrusionOk="0">
                  <a:moveTo>
                    <a:pt x="252" y="0"/>
                  </a:moveTo>
                  <a:cubicBezTo>
                    <a:pt x="116" y="0"/>
                    <a:pt x="0" y="108"/>
                    <a:pt x="0" y="251"/>
                  </a:cubicBezTo>
                  <a:cubicBezTo>
                    <a:pt x="0" y="387"/>
                    <a:pt x="116" y="496"/>
                    <a:pt x="252" y="496"/>
                  </a:cubicBezTo>
                  <a:cubicBezTo>
                    <a:pt x="387" y="496"/>
                    <a:pt x="503" y="387"/>
                    <a:pt x="503" y="251"/>
                  </a:cubicBezTo>
                  <a:cubicBezTo>
                    <a:pt x="503" y="108"/>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2" name="Google Shape;12262;p27"/>
            <p:cNvSpPr/>
            <p:nvPr/>
          </p:nvSpPr>
          <p:spPr>
            <a:xfrm>
              <a:off x="2696950" y="4779625"/>
              <a:ext cx="12375" cy="12400"/>
            </a:xfrm>
            <a:custGeom>
              <a:avLst/>
              <a:gdLst/>
              <a:ahLst/>
              <a:cxnLst/>
              <a:rect l="l" t="t" r="r" b="b"/>
              <a:pathLst>
                <a:path w="495" h="496" extrusionOk="0">
                  <a:moveTo>
                    <a:pt x="252" y="0"/>
                  </a:moveTo>
                  <a:cubicBezTo>
                    <a:pt x="108" y="0"/>
                    <a:pt x="1" y="108"/>
                    <a:pt x="1" y="251"/>
                  </a:cubicBezTo>
                  <a:cubicBezTo>
                    <a:pt x="1" y="387"/>
                    <a:pt x="108" y="496"/>
                    <a:pt x="252" y="496"/>
                  </a:cubicBezTo>
                  <a:cubicBezTo>
                    <a:pt x="388" y="496"/>
                    <a:pt x="495" y="387"/>
                    <a:pt x="495" y="251"/>
                  </a:cubicBezTo>
                  <a:cubicBezTo>
                    <a:pt x="495"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3" name="Google Shape;12263;p27"/>
            <p:cNvSpPr/>
            <p:nvPr/>
          </p:nvSpPr>
          <p:spPr>
            <a:xfrm>
              <a:off x="2788700" y="4779625"/>
              <a:ext cx="12600" cy="12400"/>
            </a:xfrm>
            <a:custGeom>
              <a:avLst/>
              <a:gdLst/>
              <a:ahLst/>
              <a:cxnLst/>
              <a:rect l="l" t="t" r="r" b="b"/>
              <a:pathLst>
                <a:path w="504" h="496" extrusionOk="0">
                  <a:moveTo>
                    <a:pt x="252" y="0"/>
                  </a:moveTo>
                  <a:cubicBezTo>
                    <a:pt x="116" y="0"/>
                    <a:pt x="1" y="108"/>
                    <a:pt x="1" y="251"/>
                  </a:cubicBezTo>
                  <a:cubicBezTo>
                    <a:pt x="1" y="387"/>
                    <a:pt x="116" y="496"/>
                    <a:pt x="252" y="496"/>
                  </a:cubicBezTo>
                  <a:cubicBezTo>
                    <a:pt x="388" y="496"/>
                    <a:pt x="503" y="387"/>
                    <a:pt x="503" y="251"/>
                  </a:cubicBezTo>
                  <a:cubicBezTo>
                    <a:pt x="503"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4" name="Google Shape;12264;p27"/>
            <p:cNvSpPr/>
            <p:nvPr/>
          </p:nvSpPr>
          <p:spPr>
            <a:xfrm>
              <a:off x="2880675" y="4779625"/>
              <a:ext cx="12375" cy="12400"/>
            </a:xfrm>
            <a:custGeom>
              <a:avLst/>
              <a:gdLst/>
              <a:ahLst/>
              <a:cxnLst/>
              <a:rect l="l" t="t" r="r" b="b"/>
              <a:pathLst>
                <a:path w="495" h="496" extrusionOk="0">
                  <a:moveTo>
                    <a:pt x="243" y="0"/>
                  </a:moveTo>
                  <a:cubicBezTo>
                    <a:pt x="107" y="0"/>
                    <a:pt x="0" y="108"/>
                    <a:pt x="0" y="251"/>
                  </a:cubicBezTo>
                  <a:cubicBezTo>
                    <a:pt x="0" y="387"/>
                    <a:pt x="107" y="496"/>
                    <a:pt x="243" y="496"/>
                  </a:cubicBezTo>
                  <a:cubicBezTo>
                    <a:pt x="387" y="496"/>
                    <a:pt x="494" y="387"/>
                    <a:pt x="494" y="251"/>
                  </a:cubicBezTo>
                  <a:cubicBezTo>
                    <a:pt x="494" y="108"/>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5" name="Google Shape;12265;p27"/>
            <p:cNvSpPr/>
            <p:nvPr/>
          </p:nvSpPr>
          <p:spPr>
            <a:xfrm>
              <a:off x="2972425" y="4779625"/>
              <a:ext cx="12575" cy="12400"/>
            </a:xfrm>
            <a:custGeom>
              <a:avLst/>
              <a:gdLst/>
              <a:ahLst/>
              <a:cxnLst/>
              <a:rect l="l" t="t" r="r" b="b"/>
              <a:pathLst>
                <a:path w="503" h="496" extrusionOk="0">
                  <a:moveTo>
                    <a:pt x="251" y="0"/>
                  </a:moveTo>
                  <a:cubicBezTo>
                    <a:pt x="115" y="0"/>
                    <a:pt x="0" y="108"/>
                    <a:pt x="0" y="251"/>
                  </a:cubicBezTo>
                  <a:cubicBezTo>
                    <a:pt x="0" y="387"/>
                    <a:pt x="115" y="496"/>
                    <a:pt x="251" y="496"/>
                  </a:cubicBezTo>
                  <a:cubicBezTo>
                    <a:pt x="387" y="496"/>
                    <a:pt x="503" y="387"/>
                    <a:pt x="503" y="251"/>
                  </a:cubicBezTo>
                  <a:cubicBezTo>
                    <a:pt x="503" y="108"/>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6" name="Google Shape;12266;p27"/>
            <p:cNvSpPr/>
            <p:nvPr/>
          </p:nvSpPr>
          <p:spPr>
            <a:xfrm>
              <a:off x="3064375" y="4779625"/>
              <a:ext cx="12375" cy="12400"/>
            </a:xfrm>
            <a:custGeom>
              <a:avLst/>
              <a:gdLst/>
              <a:ahLst/>
              <a:cxnLst/>
              <a:rect l="l" t="t" r="r" b="b"/>
              <a:pathLst>
                <a:path w="495" h="496" extrusionOk="0">
                  <a:moveTo>
                    <a:pt x="243" y="0"/>
                  </a:moveTo>
                  <a:cubicBezTo>
                    <a:pt x="107" y="0"/>
                    <a:pt x="1" y="108"/>
                    <a:pt x="1" y="251"/>
                  </a:cubicBezTo>
                  <a:cubicBezTo>
                    <a:pt x="1" y="387"/>
                    <a:pt x="107" y="496"/>
                    <a:pt x="243" y="496"/>
                  </a:cubicBezTo>
                  <a:cubicBezTo>
                    <a:pt x="388" y="496"/>
                    <a:pt x="495" y="387"/>
                    <a:pt x="495" y="251"/>
                  </a:cubicBezTo>
                  <a:cubicBezTo>
                    <a:pt x="495" y="108"/>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7" name="Google Shape;12267;p27"/>
            <p:cNvSpPr/>
            <p:nvPr/>
          </p:nvSpPr>
          <p:spPr>
            <a:xfrm>
              <a:off x="3156125" y="4779625"/>
              <a:ext cx="12600" cy="12400"/>
            </a:xfrm>
            <a:custGeom>
              <a:avLst/>
              <a:gdLst/>
              <a:ahLst/>
              <a:cxnLst/>
              <a:rect l="l" t="t" r="r" b="b"/>
              <a:pathLst>
                <a:path w="504" h="496" extrusionOk="0">
                  <a:moveTo>
                    <a:pt x="252" y="0"/>
                  </a:moveTo>
                  <a:cubicBezTo>
                    <a:pt x="116" y="0"/>
                    <a:pt x="1" y="108"/>
                    <a:pt x="1" y="251"/>
                  </a:cubicBezTo>
                  <a:cubicBezTo>
                    <a:pt x="1" y="387"/>
                    <a:pt x="116" y="496"/>
                    <a:pt x="252" y="496"/>
                  </a:cubicBezTo>
                  <a:cubicBezTo>
                    <a:pt x="388" y="496"/>
                    <a:pt x="503" y="387"/>
                    <a:pt x="503" y="251"/>
                  </a:cubicBezTo>
                  <a:cubicBezTo>
                    <a:pt x="503"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8" name="Google Shape;12268;p27"/>
            <p:cNvSpPr/>
            <p:nvPr/>
          </p:nvSpPr>
          <p:spPr>
            <a:xfrm>
              <a:off x="3247875" y="4779625"/>
              <a:ext cx="12575" cy="12400"/>
            </a:xfrm>
            <a:custGeom>
              <a:avLst/>
              <a:gdLst/>
              <a:ahLst/>
              <a:cxnLst/>
              <a:rect l="l" t="t" r="r" b="b"/>
              <a:pathLst>
                <a:path w="503" h="496" extrusionOk="0">
                  <a:moveTo>
                    <a:pt x="252" y="0"/>
                  </a:moveTo>
                  <a:cubicBezTo>
                    <a:pt x="116" y="0"/>
                    <a:pt x="1" y="108"/>
                    <a:pt x="1" y="251"/>
                  </a:cubicBezTo>
                  <a:cubicBezTo>
                    <a:pt x="1" y="387"/>
                    <a:pt x="116" y="496"/>
                    <a:pt x="252" y="496"/>
                  </a:cubicBezTo>
                  <a:cubicBezTo>
                    <a:pt x="388" y="496"/>
                    <a:pt x="503" y="387"/>
                    <a:pt x="503" y="251"/>
                  </a:cubicBezTo>
                  <a:cubicBezTo>
                    <a:pt x="503"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9" name="Google Shape;12269;p27"/>
            <p:cNvSpPr/>
            <p:nvPr/>
          </p:nvSpPr>
          <p:spPr>
            <a:xfrm>
              <a:off x="3339850" y="4779625"/>
              <a:ext cx="12525" cy="12400"/>
            </a:xfrm>
            <a:custGeom>
              <a:avLst/>
              <a:gdLst/>
              <a:ahLst/>
              <a:cxnLst/>
              <a:rect l="l" t="t" r="r" b="b"/>
              <a:pathLst>
                <a:path w="501" h="496" extrusionOk="0">
                  <a:moveTo>
                    <a:pt x="251" y="0"/>
                  </a:moveTo>
                  <a:cubicBezTo>
                    <a:pt x="107" y="0"/>
                    <a:pt x="0" y="108"/>
                    <a:pt x="0" y="251"/>
                  </a:cubicBezTo>
                  <a:cubicBezTo>
                    <a:pt x="0" y="387"/>
                    <a:pt x="107" y="496"/>
                    <a:pt x="251" y="496"/>
                  </a:cubicBezTo>
                  <a:cubicBezTo>
                    <a:pt x="387" y="496"/>
                    <a:pt x="501" y="387"/>
                    <a:pt x="501" y="251"/>
                  </a:cubicBezTo>
                  <a:cubicBezTo>
                    <a:pt x="501" y="108"/>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0" name="Google Shape;12270;p27"/>
            <p:cNvSpPr/>
            <p:nvPr/>
          </p:nvSpPr>
          <p:spPr>
            <a:xfrm>
              <a:off x="3431575" y="4779625"/>
              <a:ext cx="12600" cy="12400"/>
            </a:xfrm>
            <a:custGeom>
              <a:avLst/>
              <a:gdLst/>
              <a:ahLst/>
              <a:cxnLst/>
              <a:rect l="l" t="t" r="r" b="b"/>
              <a:pathLst>
                <a:path w="504" h="496" extrusionOk="0">
                  <a:moveTo>
                    <a:pt x="252" y="0"/>
                  </a:moveTo>
                  <a:cubicBezTo>
                    <a:pt x="116" y="0"/>
                    <a:pt x="1" y="108"/>
                    <a:pt x="1" y="251"/>
                  </a:cubicBezTo>
                  <a:cubicBezTo>
                    <a:pt x="1" y="387"/>
                    <a:pt x="116" y="496"/>
                    <a:pt x="252" y="496"/>
                  </a:cubicBezTo>
                  <a:cubicBezTo>
                    <a:pt x="388" y="496"/>
                    <a:pt x="503" y="387"/>
                    <a:pt x="503" y="251"/>
                  </a:cubicBezTo>
                  <a:cubicBezTo>
                    <a:pt x="503"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1" name="Google Shape;12271;p27"/>
            <p:cNvSpPr/>
            <p:nvPr/>
          </p:nvSpPr>
          <p:spPr>
            <a:xfrm>
              <a:off x="3523550" y="4779625"/>
              <a:ext cx="12375" cy="12400"/>
            </a:xfrm>
            <a:custGeom>
              <a:avLst/>
              <a:gdLst/>
              <a:ahLst/>
              <a:cxnLst/>
              <a:rect l="l" t="t" r="r" b="b"/>
              <a:pathLst>
                <a:path w="495" h="496" extrusionOk="0">
                  <a:moveTo>
                    <a:pt x="250" y="0"/>
                  </a:moveTo>
                  <a:cubicBezTo>
                    <a:pt x="107" y="0"/>
                    <a:pt x="0" y="108"/>
                    <a:pt x="0" y="251"/>
                  </a:cubicBezTo>
                  <a:cubicBezTo>
                    <a:pt x="0" y="387"/>
                    <a:pt x="107" y="496"/>
                    <a:pt x="250" y="496"/>
                  </a:cubicBezTo>
                  <a:cubicBezTo>
                    <a:pt x="388" y="496"/>
                    <a:pt x="494" y="387"/>
                    <a:pt x="494" y="251"/>
                  </a:cubicBezTo>
                  <a:cubicBezTo>
                    <a:pt x="494" y="108"/>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2" name="Google Shape;12272;p27"/>
            <p:cNvSpPr/>
            <p:nvPr/>
          </p:nvSpPr>
          <p:spPr>
            <a:xfrm>
              <a:off x="676400" y="48714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3" name="Google Shape;12273;p27"/>
            <p:cNvSpPr/>
            <p:nvPr/>
          </p:nvSpPr>
          <p:spPr>
            <a:xfrm>
              <a:off x="768325" y="4871400"/>
              <a:ext cx="12400" cy="12550"/>
            </a:xfrm>
            <a:custGeom>
              <a:avLst/>
              <a:gdLst/>
              <a:ahLst/>
              <a:cxnLst/>
              <a:rect l="l" t="t" r="r" b="b"/>
              <a:pathLst>
                <a:path w="496" h="502" extrusionOk="0">
                  <a:moveTo>
                    <a:pt x="245" y="1"/>
                  </a:moveTo>
                  <a:cubicBezTo>
                    <a:pt x="109" y="1"/>
                    <a:pt x="0" y="114"/>
                    <a:pt x="0" y="252"/>
                  </a:cubicBezTo>
                  <a:cubicBezTo>
                    <a:pt x="0" y="388"/>
                    <a:pt x="109" y="501"/>
                    <a:pt x="245" y="501"/>
                  </a:cubicBezTo>
                  <a:cubicBezTo>
                    <a:pt x="388" y="501"/>
                    <a:pt x="496" y="388"/>
                    <a:pt x="496" y="252"/>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4" name="Google Shape;12274;p27"/>
            <p:cNvSpPr/>
            <p:nvPr/>
          </p:nvSpPr>
          <p:spPr>
            <a:xfrm>
              <a:off x="860125" y="4871400"/>
              <a:ext cx="12525" cy="12550"/>
            </a:xfrm>
            <a:custGeom>
              <a:avLst/>
              <a:gdLst/>
              <a:ahLst/>
              <a:cxnLst/>
              <a:rect l="l" t="t" r="r" b="b"/>
              <a:pathLst>
                <a:path w="501" h="502" extrusionOk="0">
                  <a:moveTo>
                    <a:pt x="251" y="1"/>
                  </a:moveTo>
                  <a:cubicBezTo>
                    <a:pt x="114" y="1"/>
                    <a:pt x="0" y="114"/>
                    <a:pt x="0" y="252"/>
                  </a:cubicBezTo>
                  <a:cubicBezTo>
                    <a:pt x="0" y="388"/>
                    <a:pt x="114" y="501"/>
                    <a:pt x="251" y="501"/>
                  </a:cubicBezTo>
                  <a:cubicBezTo>
                    <a:pt x="387" y="501"/>
                    <a:pt x="501" y="388"/>
                    <a:pt x="501" y="252"/>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5" name="Google Shape;12275;p27"/>
            <p:cNvSpPr/>
            <p:nvPr/>
          </p:nvSpPr>
          <p:spPr>
            <a:xfrm>
              <a:off x="951850" y="48714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6" name="Google Shape;12276;p27"/>
            <p:cNvSpPr/>
            <p:nvPr/>
          </p:nvSpPr>
          <p:spPr>
            <a:xfrm>
              <a:off x="1043825" y="4871400"/>
              <a:ext cx="12375" cy="12550"/>
            </a:xfrm>
            <a:custGeom>
              <a:avLst/>
              <a:gdLst/>
              <a:ahLst/>
              <a:cxnLst/>
              <a:rect l="l" t="t" r="r" b="b"/>
              <a:pathLst>
                <a:path w="495" h="502" extrusionOk="0">
                  <a:moveTo>
                    <a:pt x="250" y="1"/>
                  </a:moveTo>
                  <a:cubicBezTo>
                    <a:pt x="107" y="1"/>
                    <a:pt x="0" y="114"/>
                    <a:pt x="0" y="252"/>
                  </a:cubicBezTo>
                  <a:cubicBezTo>
                    <a:pt x="0" y="388"/>
                    <a:pt x="107" y="501"/>
                    <a:pt x="250" y="501"/>
                  </a:cubicBezTo>
                  <a:cubicBezTo>
                    <a:pt x="388" y="501"/>
                    <a:pt x="494" y="388"/>
                    <a:pt x="494" y="252"/>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7" name="Google Shape;12277;p27"/>
            <p:cNvSpPr/>
            <p:nvPr/>
          </p:nvSpPr>
          <p:spPr>
            <a:xfrm>
              <a:off x="1135575" y="4871400"/>
              <a:ext cx="12575" cy="12550"/>
            </a:xfrm>
            <a:custGeom>
              <a:avLst/>
              <a:gdLst/>
              <a:ahLst/>
              <a:cxnLst/>
              <a:rect l="l" t="t" r="r" b="b"/>
              <a:pathLst>
                <a:path w="503" h="502" extrusionOk="0">
                  <a:moveTo>
                    <a:pt x="252" y="1"/>
                  </a:moveTo>
                  <a:cubicBezTo>
                    <a:pt x="116" y="1"/>
                    <a:pt x="0" y="114"/>
                    <a:pt x="0" y="252"/>
                  </a:cubicBezTo>
                  <a:cubicBezTo>
                    <a:pt x="0" y="388"/>
                    <a:pt x="116" y="501"/>
                    <a:pt x="252" y="501"/>
                  </a:cubicBezTo>
                  <a:cubicBezTo>
                    <a:pt x="387" y="501"/>
                    <a:pt x="503" y="388"/>
                    <a:pt x="503" y="252"/>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8" name="Google Shape;12278;p27"/>
            <p:cNvSpPr/>
            <p:nvPr/>
          </p:nvSpPr>
          <p:spPr>
            <a:xfrm>
              <a:off x="1227500" y="4871400"/>
              <a:ext cx="12400" cy="12550"/>
            </a:xfrm>
            <a:custGeom>
              <a:avLst/>
              <a:gdLst/>
              <a:ahLst/>
              <a:cxnLst/>
              <a:rect l="l" t="t" r="r" b="b"/>
              <a:pathLst>
                <a:path w="496" h="502" extrusionOk="0">
                  <a:moveTo>
                    <a:pt x="251" y="1"/>
                  </a:moveTo>
                  <a:cubicBezTo>
                    <a:pt x="109" y="1"/>
                    <a:pt x="0" y="114"/>
                    <a:pt x="0" y="252"/>
                  </a:cubicBezTo>
                  <a:cubicBezTo>
                    <a:pt x="0" y="388"/>
                    <a:pt x="109" y="501"/>
                    <a:pt x="251" y="501"/>
                  </a:cubicBezTo>
                  <a:cubicBezTo>
                    <a:pt x="387" y="501"/>
                    <a:pt x="496" y="388"/>
                    <a:pt x="496" y="252"/>
                  </a:cubicBezTo>
                  <a:cubicBezTo>
                    <a:pt x="496"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9" name="Google Shape;12279;p27"/>
            <p:cNvSpPr/>
            <p:nvPr/>
          </p:nvSpPr>
          <p:spPr>
            <a:xfrm>
              <a:off x="1319275" y="4871400"/>
              <a:ext cx="12550" cy="12550"/>
            </a:xfrm>
            <a:custGeom>
              <a:avLst/>
              <a:gdLst/>
              <a:ahLst/>
              <a:cxnLst/>
              <a:rect l="l" t="t" r="r" b="b"/>
              <a:pathLst>
                <a:path w="502" h="502" extrusionOk="0">
                  <a:moveTo>
                    <a:pt x="252" y="1"/>
                  </a:moveTo>
                  <a:cubicBezTo>
                    <a:pt x="114" y="1"/>
                    <a:pt x="1" y="114"/>
                    <a:pt x="1" y="252"/>
                  </a:cubicBezTo>
                  <a:cubicBezTo>
                    <a:pt x="1" y="388"/>
                    <a:pt x="114" y="501"/>
                    <a:pt x="252" y="501"/>
                  </a:cubicBezTo>
                  <a:cubicBezTo>
                    <a:pt x="388" y="501"/>
                    <a:pt x="501" y="388"/>
                    <a:pt x="501" y="252"/>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0" name="Google Shape;12280;p27"/>
            <p:cNvSpPr/>
            <p:nvPr/>
          </p:nvSpPr>
          <p:spPr>
            <a:xfrm>
              <a:off x="1411200" y="4871400"/>
              <a:ext cx="12425" cy="12550"/>
            </a:xfrm>
            <a:custGeom>
              <a:avLst/>
              <a:gdLst/>
              <a:ahLst/>
              <a:cxnLst/>
              <a:rect l="l" t="t" r="r" b="b"/>
              <a:pathLst>
                <a:path w="497" h="502" extrusionOk="0">
                  <a:moveTo>
                    <a:pt x="245" y="1"/>
                  </a:moveTo>
                  <a:cubicBezTo>
                    <a:pt x="109" y="1"/>
                    <a:pt x="1" y="114"/>
                    <a:pt x="1" y="252"/>
                  </a:cubicBezTo>
                  <a:cubicBezTo>
                    <a:pt x="1" y="388"/>
                    <a:pt x="109" y="501"/>
                    <a:pt x="245" y="501"/>
                  </a:cubicBezTo>
                  <a:cubicBezTo>
                    <a:pt x="388" y="501"/>
                    <a:pt x="496" y="388"/>
                    <a:pt x="496" y="252"/>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1" name="Google Shape;12281;p27"/>
            <p:cNvSpPr/>
            <p:nvPr/>
          </p:nvSpPr>
          <p:spPr>
            <a:xfrm>
              <a:off x="1503000" y="4871400"/>
              <a:ext cx="12525" cy="12550"/>
            </a:xfrm>
            <a:custGeom>
              <a:avLst/>
              <a:gdLst/>
              <a:ahLst/>
              <a:cxnLst/>
              <a:rect l="l" t="t" r="r" b="b"/>
              <a:pathLst>
                <a:path w="501" h="502" extrusionOk="0">
                  <a:moveTo>
                    <a:pt x="250" y="1"/>
                  </a:moveTo>
                  <a:cubicBezTo>
                    <a:pt x="114" y="1"/>
                    <a:pt x="0" y="114"/>
                    <a:pt x="0" y="252"/>
                  </a:cubicBezTo>
                  <a:cubicBezTo>
                    <a:pt x="0" y="388"/>
                    <a:pt x="114" y="501"/>
                    <a:pt x="250" y="501"/>
                  </a:cubicBezTo>
                  <a:cubicBezTo>
                    <a:pt x="387" y="501"/>
                    <a:pt x="501" y="388"/>
                    <a:pt x="501" y="252"/>
                  </a:cubicBezTo>
                  <a:cubicBezTo>
                    <a:pt x="501" y="114"/>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2" name="Google Shape;12282;p27"/>
            <p:cNvSpPr/>
            <p:nvPr/>
          </p:nvSpPr>
          <p:spPr>
            <a:xfrm>
              <a:off x="1594750" y="4871400"/>
              <a:ext cx="12575" cy="12550"/>
            </a:xfrm>
            <a:custGeom>
              <a:avLst/>
              <a:gdLst/>
              <a:ahLst/>
              <a:cxnLst/>
              <a:rect l="l" t="t" r="r" b="b"/>
              <a:pathLst>
                <a:path w="503" h="502" extrusionOk="0">
                  <a:moveTo>
                    <a:pt x="251" y="1"/>
                  </a:moveTo>
                  <a:cubicBezTo>
                    <a:pt x="115" y="1"/>
                    <a:pt x="0" y="114"/>
                    <a:pt x="0" y="252"/>
                  </a:cubicBezTo>
                  <a:cubicBezTo>
                    <a:pt x="0" y="388"/>
                    <a:pt x="115" y="501"/>
                    <a:pt x="251" y="501"/>
                  </a:cubicBezTo>
                  <a:cubicBezTo>
                    <a:pt x="394" y="501"/>
                    <a:pt x="503" y="388"/>
                    <a:pt x="503" y="252"/>
                  </a:cubicBezTo>
                  <a:cubicBezTo>
                    <a:pt x="503" y="114"/>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3" name="Google Shape;12283;p27"/>
            <p:cNvSpPr/>
            <p:nvPr/>
          </p:nvSpPr>
          <p:spPr>
            <a:xfrm>
              <a:off x="1686650" y="48714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4" name="Google Shape;12284;p27"/>
            <p:cNvSpPr/>
            <p:nvPr/>
          </p:nvSpPr>
          <p:spPr>
            <a:xfrm>
              <a:off x="1778450" y="4871400"/>
              <a:ext cx="12550" cy="12550"/>
            </a:xfrm>
            <a:custGeom>
              <a:avLst/>
              <a:gdLst/>
              <a:ahLst/>
              <a:cxnLst/>
              <a:rect l="l" t="t" r="r" b="b"/>
              <a:pathLst>
                <a:path w="502" h="502" extrusionOk="0">
                  <a:moveTo>
                    <a:pt x="252" y="1"/>
                  </a:moveTo>
                  <a:cubicBezTo>
                    <a:pt x="114" y="1"/>
                    <a:pt x="1" y="114"/>
                    <a:pt x="1" y="252"/>
                  </a:cubicBezTo>
                  <a:cubicBezTo>
                    <a:pt x="1" y="388"/>
                    <a:pt x="114" y="501"/>
                    <a:pt x="252" y="501"/>
                  </a:cubicBezTo>
                  <a:cubicBezTo>
                    <a:pt x="388" y="501"/>
                    <a:pt x="501" y="388"/>
                    <a:pt x="501" y="252"/>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5" name="Google Shape;12285;p27"/>
            <p:cNvSpPr/>
            <p:nvPr/>
          </p:nvSpPr>
          <p:spPr>
            <a:xfrm>
              <a:off x="1870375" y="4871400"/>
              <a:ext cx="12400" cy="12550"/>
            </a:xfrm>
            <a:custGeom>
              <a:avLst/>
              <a:gdLst/>
              <a:ahLst/>
              <a:cxnLst/>
              <a:rect l="l" t="t" r="r" b="b"/>
              <a:pathLst>
                <a:path w="496" h="502" extrusionOk="0">
                  <a:moveTo>
                    <a:pt x="252" y="1"/>
                  </a:moveTo>
                  <a:cubicBezTo>
                    <a:pt x="109" y="1"/>
                    <a:pt x="0" y="114"/>
                    <a:pt x="0" y="252"/>
                  </a:cubicBezTo>
                  <a:cubicBezTo>
                    <a:pt x="0" y="388"/>
                    <a:pt x="109" y="501"/>
                    <a:pt x="252" y="501"/>
                  </a:cubicBezTo>
                  <a:cubicBezTo>
                    <a:pt x="387" y="501"/>
                    <a:pt x="496" y="388"/>
                    <a:pt x="496" y="252"/>
                  </a:cubicBezTo>
                  <a:cubicBezTo>
                    <a:pt x="496"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6" name="Google Shape;12286;p27"/>
            <p:cNvSpPr/>
            <p:nvPr/>
          </p:nvSpPr>
          <p:spPr>
            <a:xfrm>
              <a:off x="1962150" y="4871400"/>
              <a:ext cx="12550" cy="12550"/>
            </a:xfrm>
            <a:custGeom>
              <a:avLst/>
              <a:gdLst/>
              <a:ahLst/>
              <a:cxnLst/>
              <a:rect l="l" t="t" r="r" b="b"/>
              <a:pathLst>
                <a:path w="502" h="502" extrusionOk="0">
                  <a:moveTo>
                    <a:pt x="250" y="1"/>
                  </a:moveTo>
                  <a:cubicBezTo>
                    <a:pt x="114" y="1"/>
                    <a:pt x="1" y="114"/>
                    <a:pt x="1" y="252"/>
                  </a:cubicBezTo>
                  <a:cubicBezTo>
                    <a:pt x="1" y="388"/>
                    <a:pt x="114" y="501"/>
                    <a:pt x="250" y="501"/>
                  </a:cubicBezTo>
                  <a:cubicBezTo>
                    <a:pt x="388" y="501"/>
                    <a:pt x="502" y="388"/>
                    <a:pt x="502" y="252"/>
                  </a:cubicBezTo>
                  <a:cubicBezTo>
                    <a:pt x="502"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7" name="Google Shape;12287;p27"/>
            <p:cNvSpPr/>
            <p:nvPr/>
          </p:nvSpPr>
          <p:spPr>
            <a:xfrm>
              <a:off x="2054075" y="4871400"/>
              <a:ext cx="12425" cy="12550"/>
            </a:xfrm>
            <a:custGeom>
              <a:avLst/>
              <a:gdLst/>
              <a:ahLst/>
              <a:cxnLst/>
              <a:rect l="l" t="t" r="r" b="b"/>
              <a:pathLst>
                <a:path w="497" h="502" extrusionOk="0">
                  <a:moveTo>
                    <a:pt x="252" y="1"/>
                  </a:moveTo>
                  <a:cubicBezTo>
                    <a:pt x="109" y="1"/>
                    <a:pt x="1" y="114"/>
                    <a:pt x="1" y="252"/>
                  </a:cubicBezTo>
                  <a:cubicBezTo>
                    <a:pt x="1" y="388"/>
                    <a:pt x="109" y="501"/>
                    <a:pt x="252" y="501"/>
                  </a:cubicBezTo>
                  <a:cubicBezTo>
                    <a:pt x="388" y="501"/>
                    <a:pt x="496" y="388"/>
                    <a:pt x="496" y="252"/>
                  </a:cubicBezTo>
                  <a:cubicBezTo>
                    <a:pt x="496"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8" name="Google Shape;12288;p27"/>
            <p:cNvSpPr/>
            <p:nvPr/>
          </p:nvSpPr>
          <p:spPr>
            <a:xfrm>
              <a:off x="2145825" y="48714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9" name="Google Shape;12289;p27"/>
            <p:cNvSpPr/>
            <p:nvPr/>
          </p:nvSpPr>
          <p:spPr>
            <a:xfrm>
              <a:off x="2237800" y="4871400"/>
              <a:ext cx="12350" cy="12550"/>
            </a:xfrm>
            <a:custGeom>
              <a:avLst/>
              <a:gdLst/>
              <a:ahLst/>
              <a:cxnLst/>
              <a:rect l="l" t="t" r="r" b="b"/>
              <a:pathLst>
                <a:path w="494" h="502" extrusionOk="0">
                  <a:moveTo>
                    <a:pt x="244" y="1"/>
                  </a:moveTo>
                  <a:cubicBezTo>
                    <a:pt x="107" y="1"/>
                    <a:pt x="0" y="114"/>
                    <a:pt x="0" y="252"/>
                  </a:cubicBezTo>
                  <a:cubicBezTo>
                    <a:pt x="0" y="388"/>
                    <a:pt x="107" y="501"/>
                    <a:pt x="244" y="501"/>
                  </a:cubicBezTo>
                  <a:cubicBezTo>
                    <a:pt x="387" y="501"/>
                    <a:pt x="494" y="388"/>
                    <a:pt x="494" y="252"/>
                  </a:cubicBezTo>
                  <a:cubicBezTo>
                    <a:pt x="494" y="114"/>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0" name="Google Shape;12290;p27"/>
            <p:cNvSpPr/>
            <p:nvPr/>
          </p:nvSpPr>
          <p:spPr>
            <a:xfrm>
              <a:off x="2329550" y="4871400"/>
              <a:ext cx="12575" cy="12550"/>
            </a:xfrm>
            <a:custGeom>
              <a:avLst/>
              <a:gdLst/>
              <a:ahLst/>
              <a:cxnLst/>
              <a:rect l="l" t="t" r="r" b="b"/>
              <a:pathLst>
                <a:path w="503" h="502" extrusionOk="0">
                  <a:moveTo>
                    <a:pt x="251" y="1"/>
                  </a:moveTo>
                  <a:cubicBezTo>
                    <a:pt x="115" y="1"/>
                    <a:pt x="0" y="114"/>
                    <a:pt x="0" y="252"/>
                  </a:cubicBezTo>
                  <a:cubicBezTo>
                    <a:pt x="0" y="388"/>
                    <a:pt x="115" y="501"/>
                    <a:pt x="251" y="501"/>
                  </a:cubicBezTo>
                  <a:cubicBezTo>
                    <a:pt x="387" y="501"/>
                    <a:pt x="502" y="388"/>
                    <a:pt x="502" y="252"/>
                  </a:cubicBezTo>
                  <a:cubicBezTo>
                    <a:pt x="502"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1" name="Google Shape;12291;p27"/>
            <p:cNvSpPr/>
            <p:nvPr/>
          </p:nvSpPr>
          <p:spPr>
            <a:xfrm>
              <a:off x="2421325" y="4871400"/>
              <a:ext cx="12550" cy="12550"/>
            </a:xfrm>
            <a:custGeom>
              <a:avLst/>
              <a:gdLst/>
              <a:ahLst/>
              <a:cxnLst/>
              <a:rect l="l" t="t" r="r" b="b"/>
              <a:pathLst>
                <a:path w="502" h="502" extrusionOk="0">
                  <a:moveTo>
                    <a:pt x="250" y="1"/>
                  </a:moveTo>
                  <a:cubicBezTo>
                    <a:pt x="114" y="1"/>
                    <a:pt x="1" y="114"/>
                    <a:pt x="1" y="252"/>
                  </a:cubicBezTo>
                  <a:cubicBezTo>
                    <a:pt x="1" y="388"/>
                    <a:pt x="114" y="501"/>
                    <a:pt x="250" y="501"/>
                  </a:cubicBezTo>
                  <a:cubicBezTo>
                    <a:pt x="395" y="501"/>
                    <a:pt x="501" y="388"/>
                    <a:pt x="501" y="252"/>
                  </a:cubicBezTo>
                  <a:cubicBezTo>
                    <a:pt x="501" y="114"/>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2" name="Google Shape;12292;p27"/>
            <p:cNvSpPr/>
            <p:nvPr/>
          </p:nvSpPr>
          <p:spPr>
            <a:xfrm>
              <a:off x="2513250" y="4871400"/>
              <a:ext cx="12575" cy="12550"/>
            </a:xfrm>
            <a:custGeom>
              <a:avLst/>
              <a:gdLst/>
              <a:ahLst/>
              <a:cxnLst/>
              <a:rect l="l" t="t" r="r" b="b"/>
              <a:pathLst>
                <a:path w="503" h="502" extrusionOk="0">
                  <a:moveTo>
                    <a:pt x="252" y="1"/>
                  </a:moveTo>
                  <a:cubicBezTo>
                    <a:pt x="109" y="1"/>
                    <a:pt x="0" y="114"/>
                    <a:pt x="0" y="252"/>
                  </a:cubicBezTo>
                  <a:cubicBezTo>
                    <a:pt x="0" y="388"/>
                    <a:pt x="109"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3" name="Google Shape;12293;p27"/>
            <p:cNvSpPr/>
            <p:nvPr/>
          </p:nvSpPr>
          <p:spPr>
            <a:xfrm>
              <a:off x="2605000" y="4871400"/>
              <a:ext cx="12575" cy="12550"/>
            </a:xfrm>
            <a:custGeom>
              <a:avLst/>
              <a:gdLst/>
              <a:ahLst/>
              <a:cxnLst/>
              <a:rect l="l" t="t" r="r" b="b"/>
              <a:pathLst>
                <a:path w="503" h="502" extrusionOk="0">
                  <a:moveTo>
                    <a:pt x="252" y="1"/>
                  </a:moveTo>
                  <a:cubicBezTo>
                    <a:pt x="116" y="1"/>
                    <a:pt x="0" y="114"/>
                    <a:pt x="0" y="252"/>
                  </a:cubicBezTo>
                  <a:cubicBezTo>
                    <a:pt x="0" y="388"/>
                    <a:pt x="116" y="501"/>
                    <a:pt x="252" y="501"/>
                  </a:cubicBezTo>
                  <a:cubicBezTo>
                    <a:pt x="387" y="501"/>
                    <a:pt x="503" y="388"/>
                    <a:pt x="503" y="252"/>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4" name="Google Shape;12294;p27"/>
            <p:cNvSpPr/>
            <p:nvPr/>
          </p:nvSpPr>
          <p:spPr>
            <a:xfrm>
              <a:off x="2696950" y="4871400"/>
              <a:ext cx="12375" cy="12550"/>
            </a:xfrm>
            <a:custGeom>
              <a:avLst/>
              <a:gdLst/>
              <a:ahLst/>
              <a:cxnLst/>
              <a:rect l="l" t="t" r="r" b="b"/>
              <a:pathLst>
                <a:path w="495" h="502" extrusionOk="0">
                  <a:moveTo>
                    <a:pt x="252" y="1"/>
                  </a:moveTo>
                  <a:cubicBezTo>
                    <a:pt x="108" y="1"/>
                    <a:pt x="1" y="114"/>
                    <a:pt x="1" y="252"/>
                  </a:cubicBezTo>
                  <a:cubicBezTo>
                    <a:pt x="1" y="388"/>
                    <a:pt x="108" y="501"/>
                    <a:pt x="252" y="501"/>
                  </a:cubicBezTo>
                  <a:cubicBezTo>
                    <a:pt x="388" y="501"/>
                    <a:pt x="495" y="388"/>
                    <a:pt x="495" y="252"/>
                  </a:cubicBezTo>
                  <a:cubicBezTo>
                    <a:pt x="495"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5" name="Google Shape;12295;p27"/>
            <p:cNvSpPr/>
            <p:nvPr/>
          </p:nvSpPr>
          <p:spPr>
            <a:xfrm>
              <a:off x="2788700" y="48714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6" name="Google Shape;12296;p27"/>
            <p:cNvSpPr/>
            <p:nvPr/>
          </p:nvSpPr>
          <p:spPr>
            <a:xfrm>
              <a:off x="2880675" y="4871400"/>
              <a:ext cx="12375" cy="12550"/>
            </a:xfrm>
            <a:custGeom>
              <a:avLst/>
              <a:gdLst/>
              <a:ahLst/>
              <a:cxnLst/>
              <a:rect l="l" t="t" r="r" b="b"/>
              <a:pathLst>
                <a:path w="495" h="502" extrusionOk="0">
                  <a:moveTo>
                    <a:pt x="243" y="1"/>
                  </a:moveTo>
                  <a:cubicBezTo>
                    <a:pt x="107" y="1"/>
                    <a:pt x="0" y="114"/>
                    <a:pt x="0" y="252"/>
                  </a:cubicBezTo>
                  <a:cubicBezTo>
                    <a:pt x="0" y="388"/>
                    <a:pt x="107" y="501"/>
                    <a:pt x="243" y="501"/>
                  </a:cubicBezTo>
                  <a:cubicBezTo>
                    <a:pt x="387" y="501"/>
                    <a:pt x="494" y="388"/>
                    <a:pt x="494" y="252"/>
                  </a:cubicBezTo>
                  <a:cubicBezTo>
                    <a:pt x="494" y="114"/>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7" name="Google Shape;12297;p27"/>
            <p:cNvSpPr/>
            <p:nvPr/>
          </p:nvSpPr>
          <p:spPr>
            <a:xfrm>
              <a:off x="2972425" y="4871400"/>
              <a:ext cx="12575" cy="12550"/>
            </a:xfrm>
            <a:custGeom>
              <a:avLst/>
              <a:gdLst/>
              <a:ahLst/>
              <a:cxnLst/>
              <a:rect l="l" t="t" r="r" b="b"/>
              <a:pathLst>
                <a:path w="503" h="502" extrusionOk="0">
                  <a:moveTo>
                    <a:pt x="251" y="1"/>
                  </a:moveTo>
                  <a:cubicBezTo>
                    <a:pt x="115" y="1"/>
                    <a:pt x="0" y="114"/>
                    <a:pt x="0" y="252"/>
                  </a:cubicBezTo>
                  <a:cubicBezTo>
                    <a:pt x="0" y="388"/>
                    <a:pt x="115" y="501"/>
                    <a:pt x="251" y="501"/>
                  </a:cubicBezTo>
                  <a:cubicBezTo>
                    <a:pt x="387" y="501"/>
                    <a:pt x="503" y="388"/>
                    <a:pt x="503" y="252"/>
                  </a:cubicBezTo>
                  <a:cubicBezTo>
                    <a:pt x="503"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8" name="Google Shape;12298;p27"/>
            <p:cNvSpPr/>
            <p:nvPr/>
          </p:nvSpPr>
          <p:spPr>
            <a:xfrm>
              <a:off x="3064375" y="4871400"/>
              <a:ext cx="12375" cy="12550"/>
            </a:xfrm>
            <a:custGeom>
              <a:avLst/>
              <a:gdLst/>
              <a:ahLst/>
              <a:cxnLst/>
              <a:rect l="l" t="t" r="r" b="b"/>
              <a:pathLst>
                <a:path w="495" h="502" extrusionOk="0">
                  <a:moveTo>
                    <a:pt x="243" y="1"/>
                  </a:moveTo>
                  <a:cubicBezTo>
                    <a:pt x="107" y="1"/>
                    <a:pt x="1" y="114"/>
                    <a:pt x="1" y="252"/>
                  </a:cubicBezTo>
                  <a:cubicBezTo>
                    <a:pt x="1" y="388"/>
                    <a:pt x="107" y="501"/>
                    <a:pt x="243" y="501"/>
                  </a:cubicBezTo>
                  <a:cubicBezTo>
                    <a:pt x="388" y="501"/>
                    <a:pt x="495" y="388"/>
                    <a:pt x="495" y="252"/>
                  </a:cubicBezTo>
                  <a:cubicBezTo>
                    <a:pt x="495" y="114"/>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9" name="Google Shape;12299;p27"/>
            <p:cNvSpPr/>
            <p:nvPr/>
          </p:nvSpPr>
          <p:spPr>
            <a:xfrm>
              <a:off x="3156125" y="48714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0" name="Google Shape;12300;p27"/>
            <p:cNvSpPr/>
            <p:nvPr/>
          </p:nvSpPr>
          <p:spPr>
            <a:xfrm>
              <a:off x="3247875" y="4871400"/>
              <a:ext cx="12575" cy="12550"/>
            </a:xfrm>
            <a:custGeom>
              <a:avLst/>
              <a:gdLst/>
              <a:ahLst/>
              <a:cxnLst/>
              <a:rect l="l" t="t" r="r" b="b"/>
              <a:pathLst>
                <a:path w="503"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1" name="Google Shape;12301;p27"/>
            <p:cNvSpPr/>
            <p:nvPr/>
          </p:nvSpPr>
          <p:spPr>
            <a:xfrm>
              <a:off x="3339850" y="4871400"/>
              <a:ext cx="12525" cy="12550"/>
            </a:xfrm>
            <a:custGeom>
              <a:avLst/>
              <a:gdLst/>
              <a:ahLst/>
              <a:cxnLst/>
              <a:rect l="l" t="t" r="r" b="b"/>
              <a:pathLst>
                <a:path w="501" h="502" extrusionOk="0">
                  <a:moveTo>
                    <a:pt x="251" y="1"/>
                  </a:moveTo>
                  <a:cubicBezTo>
                    <a:pt x="107" y="1"/>
                    <a:pt x="0" y="114"/>
                    <a:pt x="0" y="252"/>
                  </a:cubicBezTo>
                  <a:cubicBezTo>
                    <a:pt x="0" y="388"/>
                    <a:pt x="107" y="501"/>
                    <a:pt x="251" y="501"/>
                  </a:cubicBezTo>
                  <a:cubicBezTo>
                    <a:pt x="387" y="501"/>
                    <a:pt x="501" y="388"/>
                    <a:pt x="501" y="252"/>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2" name="Google Shape;12302;p27"/>
            <p:cNvSpPr/>
            <p:nvPr/>
          </p:nvSpPr>
          <p:spPr>
            <a:xfrm>
              <a:off x="3431575" y="48714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3" name="Google Shape;12303;p27"/>
            <p:cNvSpPr/>
            <p:nvPr/>
          </p:nvSpPr>
          <p:spPr>
            <a:xfrm>
              <a:off x="3523550" y="4871400"/>
              <a:ext cx="12375" cy="12550"/>
            </a:xfrm>
            <a:custGeom>
              <a:avLst/>
              <a:gdLst/>
              <a:ahLst/>
              <a:cxnLst/>
              <a:rect l="l" t="t" r="r" b="b"/>
              <a:pathLst>
                <a:path w="495" h="502" extrusionOk="0">
                  <a:moveTo>
                    <a:pt x="250" y="1"/>
                  </a:moveTo>
                  <a:cubicBezTo>
                    <a:pt x="107" y="1"/>
                    <a:pt x="0" y="114"/>
                    <a:pt x="0" y="252"/>
                  </a:cubicBezTo>
                  <a:cubicBezTo>
                    <a:pt x="0" y="388"/>
                    <a:pt x="107" y="501"/>
                    <a:pt x="250" y="501"/>
                  </a:cubicBezTo>
                  <a:cubicBezTo>
                    <a:pt x="388" y="501"/>
                    <a:pt x="494" y="388"/>
                    <a:pt x="494" y="252"/>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4" name="Google Shape;12304;p27"/>
            <p:cNvSpPr/>
            <p:nvPr/>
          </p:nvSpPr>
          <p:spPr>
            <a:xfrm>
              <a:off x="676400" y="49633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5" name="Google Shape;12305;p27"/>
            <p:cNvSpPr/>
            <p:nvPr/>
          </p:nvSpPr>
          <p:spPr>
            <a:xfrm>
              <a:off x="768325" y="4963325"/>
              <a:ext cx="12400" cy="12400"/>
            </a:xfrm>
            <a:custGeom>
              <a:avLst/>
              <a:gdLst/>
              <a:ahLst/>
              <a:cxnLst/>
              <a:rect l="l" t="t" r="r" b="b"/>
              <a:pathLst>
                <a:path w="496" h="496" extrusionOk="0">
                  <a:moveTo>
                    <a:pt x="245" y="0"/>
                  </a:moveTo>
                  <a:cubicBezTo>
                    <a:pt x="109" y="0"/>
                    <a:pt x="0" y="109"/>
                    <a:pt x="0" y="245"/>
                  </a:cubicBezTo>
                  <a:cubicBezTo>
                    <a:pt x="0" y="388"/>
                    <a:pt x="109" y="496"/>
                    <a:pt x="245" y="496"/>
                  </a:cubicBezTo>
                  <a:cubicBezTo>
                    <a:pt x="388" y="496"/>
                    <a:pt x="496" y="388"/>
                    <a:pt x="496" y="245"/>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6" name="Google Shape;12306;p27"/>
            <p:cNvSpPr/>
            <p:nvPr/>
          </p:nvSpPr>
          <p:spPr>
            <a:xfrm>
              <a:off x="860125" y="4963325"/>
              <a:ext cx="12525" cy="12400"/>
            </a:xfrm>
            <a:custGeom>
              <a:avLst/>
              <a:gdLst/>
              <a:ahLst/>
              <a:cxnLst/>
              <a:rect l="l" t="t" r="r" b="b"/>
              <a:pathLst>
                <a:path w="501" h="496" extrusionOk="0">
                  <a:moveTo>
                    <a:pt x="251" y="0"/>
                  </a:moveTo>
                  <a:cubicBezTo>
                    <a:pt x="114" y="0"/>
                    <a:pt x="0" y="109"/>
                    <a:pt x="0" y="245"/>
                  </a:cubicBezTo>
                  <a:cubicBezTo>
                    <a:pt x="0" y="388"/>
                    <a:pt x="114" y="496"/>
                    <a:pt x="251" y="496"/>
                  </a:cubicBezTo>
                  <a:cubicBezTo>
                    <a:pt x="387" y="496"/>
                    <a:pt x="501" y="388"/>
                    <a:pt x="501" y="245"/>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7" name="Google Shape;12307;p27"/>
            <p:cNvSpPr/>
            <p:nvPr/>
          </p:nvSpPr>
          <p:spPr>
            <a:xfrm>
              <a:off x="951850" y="49633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8" name="Google Shape;12308;p27"/>
            <p:cNvSpPr/>
            <p:nvPr/>
          </p:nvSpPr>
          <p:spPr>
            <a:xfrm>
              <a:off x="1043825" y="4963325"/>
              <a:ext cx="12375" cy="12400"/>
            </a:xfrm>
            <a:custGeom>
              <a:avLst/>
              <a:gdLst/>
              <a:ahLst/>
              <a:cxnLst/>
              <a:rect l="l" t="t" r="r" b="b"/>
              <a:pathLst>
                <a:path w="495" h="496" extrusionOk="0">
                  <a:moveTo>
                    <a:pt x="250" y="0"/>
                  </a:moveTo>
                  <a:cubicBezTo>
                    <a:pt x="107" y="0"/>
                    <a:pt x="0" y="109"/>
                    <a:pt x="0" y="245"/>
                  </a:cubicBezTo>
                  <a:cubicBezTo>
                    <a:pt x="0" y="388"/>
                    <a:pt x="107" y="496"/>
                    <a:pt x="250" y="496"/>
                  </a:cubicBezTo>
                  <a:cubicBezTo>
                    <a:pt x="388" y="496"/>
                    <a:pt x="494" y="388"/>
                    <a:pt x="494" y="245"/>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9" name="Google Shape;12309;p27"/>
            <p:cNvSpPr/>
            <p:nvPr/>
          </p:nvSpPr>
          <p:spPr>
            <a:xfrm>
              <a:off x="1135575" y="4963325"/>
              <a:ext cx="12575" cy="12400"/>
            </a:xfrm>
            <a:custGeom>
              <a:avLst/>
              <a:gdLst/>
              <a:ahLst/>
              <a:cxnLst/>
              <a:rect l="l" t="t" r="r" b="b"/>
              <a:pathLst>
                <a:path w="503" h="496" extrusionOk="0">
                  <a:moveTo>
                    <a:pt x="252" y="0"/>
                  </a:moveTo>
                  <a:cubicBezTo>
                    <a:pt x="116" y="0"/>
                    <a:pt x="0" y="109"/>
                    <a:pt x="0" y="245"/>
                  </a:cubicBezTo>
                  <a:cubicBezTo>
                    <a:pt x="0" y="388"/>
                    <a:pt x="116" y="496"/>
                    <a:pt x="252" y="496"/>
                  </a:cubicBezTo>
                  <a:cubicBezTo>
                    <a:pt x="387" y="496"/>
                    <a:pt x="503" y="388"/>
                    <a:pt x="503" y="245"/>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0" name="Google Shape;12310;p27"/>
            <p:cNvSpPr/>
            <p:nvPr/>
          </p:nvSpPr>
          <p:spPr>
            <a:xfrm>
              <a:off x="1227500" y="4963325"/>
              <a:ext cx="12400" cy="12400"/>
            </a:xfrm>
            <a:custGeom>
              <a:avLst/>
              <a:gdLst/>
              <a:ahLst/>
              <a:cxnLst/>
              <a:rect l="l" t="t" r="r" b="b"/>
              <a:pathLst>
                <a:path w="496" h="496" extrusionOk="0">
                  <a:moveTo>
                    <a:pt x="251" y="0"/>
                  </a:moveTo>
                  <a:cubicBezTo>
                    <a:pt x="109" y="0"/>
                    <a:pt x="0" y="109"/>
                    <a:pt x="0" y="245"/>
                  </a:cubicBezTo>
                  <a:cubicBezTo>
                    <a:pt x="0" y="388"/>
                    <a:pt x="109" y="496"/>
                    <a:pt x="251" y="496"/>
                  </a:cubicBezTo>
                  <a:cubicBezTo>
                    <a:pt x="387" y="496"/>
                    <a:pt x="496" y="388"/>
                    <a:pt x="496" y="245"/>
                  </a:cubicBezTo>
                  <a:cubicBezTo>
                    <a:pt x="496"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1" name="Google Shape;12311;p27"/>
            <p:cNvSpPr/>
            <p:nvPr/>
          </p:nvSpPr>
          <p:spPr>
            <a:xfrm>
              <a:off x="1319275" y="4963325"/>
              <a:ext cx="12550" cy="12400"/>
            </a:xfrm>
            <a:custGeom>
              <a:avLst/>
              <a:gdLst/>
              <a:ahLst/>
              <a:cxnLst/>
              <a:rect l="l" t="t" r="r" b="b"/>
              <a:pathLst>
                <a:path w="502" h="496" extrusionOk="0">
                  <a:moveTo>
                    <a:pt x="252" y="0"/>
                  </a:moveTo>
                  <a:cubicBezTo>
                    <a:pt x="114" y="0"/>
                    <a:pt x="1" y="109"/>
                    <a:pt x="1" y="245"/>
                  </a:cubicBezTo>
                  <a:cubicBezTo>
                    <a:pt x="1" y="388"/>
                    <a:pt x="114" y="496"/>
                    <a:pt x="252" y="496"/>
                  </a:cubicBezTo>
                  <a:cubicBezTo>
                    <a:pt x="388" y="496"/>
                    <a:pt x="501" y="388"/>
                    <a:pt x="501" y="245"/>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2" name="Google Shape;12312;p27"/>
            <p:cNvSpPr/>
            <p:nvPr/>
          </p:nvSpPr>
          <p:spPr>
            <a:xfrm>
              <a:off x="1411200" y="4963325"/>
              <a:ext cx="12425" cy="12400"/>
            </a:xfrm>
            <a:custGeom>
              <a:avLst/>
              <a:gdLst/>
              <a:ahLst/>
              <a:cxnLst/>
              <a:rect l="l" t="t" r="r" b="b"/>
              <a:pathLst>
                <a:path w="497" h="496" extrusionOk="0">
                  <a:moveTo>
                    <a:pt x="245" y="0"/>
                  </a:moveTo>
                  <a:cubicBezTo>
                    <a:pt x="109" y="0"/>
                    <a:pt x="1" y="109"/>
                    <a:pt x="1" y="245"/>
                  </a:cubicBezTo>
                  <a:cubicBezTo>
                    <a:pt x="1" y="388"/>
                    <a:pt x="109" y="496"/>
                    <a:pt x="245" y="496"/>
                  </a:cubicBezTo>
                  <a:cubicBezTo>
                    <a:pt x="388" y="496"/>
                    <a:pt x="496" y="388"/>
                    <a:pt x="496" y="245"/>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3" name="Google Shape;12313;p27"/>
            <p:cNvSpPr/>
            <p:nvPr/>
          </p:nvSpPr>
          <p:spPr>
            <a:xfrm>
              <a:off x="1503000" y="4963325"/>
              <a:ext cx="12525" cy="12400"/>
            </a:xfrm>
            <a:custGeom>
              <a:avLst/>
              <a:gdLst/>
              <a:ahLst/>
              <a:cxnLst/>
              <a:rect l="l" t="t" r="r" b="b"/>
              <a:pathLst>
                <a:path w="501" h="496" extrusionOk="0">
                  <a:moveTo>
                    <a:pt x="250" y="0"/>
                  </a:moveTo>
                  <a:cubicBezTo>
                    <a:pt x="114" y="0"/>
                    <a:pt x="0" y="109"/>
                    <a:pt x="0" y="245"/>
                  </a:cubicBezTo>
                  <a:cubicBezTo>
                    <a:pt x="0" y="388"/>
                    <a:pt x="114" y="496"/>
                    <a:pt x="250" y="496"/>
                  </a:cubicBezTo>
                  <a:cubicBezTo>
                    <a:pt x="387" y="496"/>
                    <a:pt x="501" y="388"/>
                    <a:pt x="501" y="245"/>
                  </a:cubicBezTo>
                  <a:cubicBezTo>
                    <a:pt x="501" y="109"/>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4" name="Google Shape;12314;p27"/>
            <p:cNvSpPr/>
            <p:nvPr/>
          </p:nvSpPr>
          <p:spPr>
            <a:xfrm>
              <a:off x="1594750" y="4963325"/>
              <a:ext cx="12575" cy="12400"/>
            </a:xfrm>
            <a:custGeom>
              <a:avLst/>
              <a:gdLst/>
              <a:ahLst/>
              <a:cxnLst/>
              <a:rect l="l" t="t" r="r" b="b"/>
              <a:pathLst>
                <a:path w="503" h="496" extrusionOk="0">
                  <a:moveTo>
                    <a:pt x="251" y="0"/>
                  </a:moveTo>
                  <a:cubicBezTo>
                    <a:pt x="115" y="0"/>
                    <a:pt x="0" y="109"/>
                    <a:pt x="0" y="245"/>
                  </a:cubicBezTo>
                  <a:cubicBezTo>
                    <a:pt x="0" y="388"/>
                    <a:pt x="115" y="496"/>
                    <a:pt x="251" y="496"/>
                  </a:cubicBezTo>
                  <a:cubicBezTo>
                    <a:pt x="394" y="496"/>
                    <a:pt x="503" y="388"/>
                    <a:pt x="503" y="245"/>
                  </a:cubicBezTo>
                  <a:cubicBezTo>
                    <a:pt x="503" y="109"/>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5" name="Google Shape;12315;p27"/>
            <p:cNvSpPr/>
            <p:nvPr/>
          </p:nvSpPr>
          <p:spPr>
            <a:xfrm>
              <a:off x="1686650" y="49633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6" name="Google Shape;12316;p27"/>
            <p:cNvSpPr/>
            <p:nvPr/>
          </p:nvSpPr>
          <p:spPr>
            <a:xfrm>
              <a:off x="1778450" y="4963325"/>
              <a:ext cx="12550" cy="12400"/>
            </a:xfrm>
            <a:custGeom>
              <a:avLst/>
              <a:gdLst/>
              <a:ahLst/>
              <a:cxnLst/>
              <a:rect l="l" t="t" r="r" b="b"/>
              <a:pathLst>
                <a:path w="502" h="496" extrusionOk="0">
                  <a:moveTo>
                    <a:pt x="252" y="0"/>
                  </a:moveTo>
                  <a:cubicBezTo>
                    <a:pt x="114" y="0"/>
                    <a:pt x="1" y="109"/>
                    <a:pt x="1" y="245"/>
                  </a:cubicBezTo>
                  <a:cubicBezTo>
                    <a:pt x="1" y="388"/>
                    <a:pt x="114" y="496"/>
                    <a:pt x="252" y="496"/>
                  </a:cubicBezTo>
                  <a:cubicBezTo>
                    <a:pt x="388" y="496"/>
                    <a:pt x="501" y="388"/>
                    <a:pt x="501" y="245"/>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7" name="Google Shape;12317;p27"/>
            <p:cNvSpPr/>
            <p:nvPr/>
          </p:nvSpPr>
          <p:spPr>
            <a:xfrm>
              <a:off x="1870375" y="4963325"/>
              <a:ext cx="12400" cy="12400"/>
            </a:xfrm>
            <a:custGeom>
              <a:avLst/>
              <a:gdLst/>
              <a:ahLst/>
              <a:cxnLst/>
              <a:rect l="l" t="t" r="r" b="b"/>
              <a:pathLst>
                <a:path w="496" h="496" extrusionOk="0">
                  <a:moveTo>
                    <a:pt x="252" y="0"/>
                  </a:moveTo>
                  <a:cubicBezTo>
                    <a:pt x="109" y="0"/>
                    <a:pt x="0" y="109"/>
                    <a:pt x="0" y="245"/>
                  </a:cubicBezTo>
                  <a:cubicBezTo>
                    <a:pt x="0" y="388"/>
                    <a:pt x="109" y="496"/>
                    <a:pt x="252" y="496"/>
                  </a:cubicBezTo>
                  <a:cubicBezTo>
                    <a:pt x="387" y="496"/>
                    <a:pt x="496" y="388"/>
                    <a:pt x="496" y="245"/>
                  </a:cubicBezTo>
                  <a:cubicBezTo>
                    <a:pt x="496"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8" name="Google Shape;12318;p27"/>
            <p:cNvSpPr/>
            <p:nvPr/>
          </p:nvSpPr>
          <p:spPr>
            <a:xfrm>
              <a:off x="1962150" y="4963325"/>
              <a:ext cx="12550" cy="12400"/>
            </a:xfrm>
            <a:custGeom>
              <a:avLst/>
              <a:gdLst/>
              <a:ahLst/>
              <a:cxnLst/>
              <a:rect l="l" t="t" r="r" b="b"/>
              <a:pathLst>
                <a:path w="502" h="496" extrusionOk="0">
                  <a:moveTo>
                    <a:pt x="250" y="0"/>
                  </a:moveTo>
                  <a:cubicBezTo>
                    <a:pt x="114" y="0"/>
                    <a:pt x="1" y="109"/>
                    <a:pt x="1" y="245"/>
                  </a:cubicBezTo>
                  <a:cubicBezTo>
                    <a:pt x="1" y="388"/>
                    <a:pt x="114" y="496"/>
                    <a:pt x="250" y="496"/>
                  </a:cubicBezTo>
                  <a:cubicBezTo>
                    <a:pt x="388" y="496"/>
                    <a:pt x="502" y="388"/>
                    <a:pt x="502" y="245"/>
                  </a:cubicBezTo>
                  <a:cubicBezTo>
                    <a:pt x="502"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9" name="Google Shape;12319;p27"/>
            <p:cNvSpPr/>
            <p:nvPr/>
          </p:nvSpPr>
          <p:spPr>
            <a:xfrm>
              <a:off x="2054075" y="4963325"/>
              <a:ext cx="12425" cy="12400"/>
            </a:xfrm>
            <a:custGeom>
              <a:avLst/>
              <a:gdLst/>
              <a:ahLst/>
              <a:cxnLst/>
              <a:rect l="l" t="t" r="r" b="b"/>
              <a:pathLst>
                <a:path w="497" h="496" extrusionOk="0">
                  <a:moveTo>
                    <a:pt x="252" y="0"/>
                  </a:moveTo>
                  <a:cubicBezTo>
                    <a:pt x="109" y="0"/>
                    <a:pt x="1" y="109"/>
                    <a:pt x="1" y="245"/>
                  </a:cubicBezTo>
                  <a:cubicBezTo>
                    <a:pt x="1" y="388"/>
                    <a:pt x="109" y="496"/>
                    <a:pt x="252" y="496"/>
                  </a:cubicBezTo>
                  <a:cubicBezTo>
                    <a:pt x="388" y="496"/>
                    <a:pt x="496" y="388"/>
                    <a:pt x="496" y="245"/>
                  </a:cubicBezTo>
                  <a:cubicBezTo>
                    <a:pt x="496"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0" name="Google Shape;12320;p27"/>
            <p:cNvSpPr/>
            <p:nvPr/>
          </p:nvSpPr>
          <p:spPr>
            <a:xfrm>
              <a:off x="2145825" y="49633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1" name="Google Shape;12321;p27"/>
            <p:cNvSpPr/>
            <p:nvPr/>
          </p:nvSpPr>
          <p:spPr>
            <a:xfrm>
              <a:off x="2237800" y="4963325"/>
              <a:ext cx="12350" cy="12400"/>
            </a:xfrm>
            <a:custGeom>
              <a:avLst/>
              <a:gdLst/>
              <a:ahLst/>
              <a:cxnLst/>
              <a:rect l="l" t="t" r="r" b="b"/>
              <a:pathLst>
                <a:path w="494" h="496" extrusionOk="0">
                  <a:moveTo>
                    <a:pt x="244" y="0"/>
                  </a:moveTo>
                  <a:cubicBezTo>
                    <a:pt x="107" y="0"/>
                    <a:pt x="0" y="109"/>
                    <a:pt x="0" y="245"/>
                  </a:cubicBezTo>
                  <a:cubicBezTo>
                    <a:pt x="0" y="388"/>
                    <a:pt x="107" y="496"/>
                    <a:pt x="244" y="496"/>
                  </a:cubicBezTo>
                  <a:cubicBezTo>
                    <a:pt x="387" y="496"/>
                    <a:pt x="494" y="388"/>
                    <a:pt x="494" y="245"/>
                  </a:cubicBezTo>
                  <a:cubicBezTo>
                    <a:pt x="494" y="109"/>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2" name="Google Shape;12322;p27"/>
            <p:cNvSpPr/>
            <p:nvPr/>
          </p:nvSpPr>
          <p:spPr>
            <a:xfrm>
              <a:off x="2329550" y="4963325"/>
              <a:ext cx="12575" cy="12400"/>
            </a:xfrm>
            <a:custGeom>
              <a:avLst/>
              <a:gdLst/>
              <a:ahLst/>
              <a:cxnLst/>
              <a:rect l="l" t="t" r="r" b="b"/>
              <a:pathLst>
                <a:path w="503" h="496" extrusionOk="0">
                  <a:moveTo>
                    <a:pt x="251" y="0"/>
                  </a:moveTo>
                  <a:cubicBezTo>
                    <a:pt x="115" y="0"/>
                    <a:pt x="0" y="109"/>
                    <a:pt x="0" y="245"/>
                  </a:cubicBezTo>
                  <a:cubicBezTo>
                    <a:pt x="0" y="388"/>
                    <a:pt x="115" y="496"/>
                    <a:pt x="251" y="496"/>
                  </a:cubicBezTo>
                  <a:cubicBezTo>
                    <a:pt x="387" y="496"/>
                    <a:pt x="502" y="388"/>
                    <a:pt x="502" y="245"/>
                  </a:cubicBezTo>
                  <a:cubicBezTo>
                    <a:pt x="502"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3" name="Google Shape;12323;p27"/>
            <p:cNvSpPr/>
            <p:nvPr/>
          </p:nvSpPr>
          <p:spPr>
            <a:xfrm>
              <a:off x="2421325" y="4963325"/>
              <a:ext cx="12550" cy="12400"/>
            </a:xfrm>
            <a:custGeom>
              <a:avLst/>
              <a:gdLst/>
              <a:ahLst/>
              <a:cxnLst/>
              <a:rect l="l" t="t" r="r" b="b"/>
              <a:pathLst>
                <a:path w="502" h="496" extrusionOk="0">
                  <a:moveTo>
                    <a:pt x="250" y="0"/>
                  </a:moveTo>
                  <a:cubicBezTo>
                    <a:pt x="114" y="0"/>
                    <a:pt x="1" y="109"/>
                    <a:pt x="1" y="245"/>
                  </a:cubicBezTo>
                  <a:cubicBezTo>
                    <a:pt x="1" y="388"/>
                    <a:pt x="114" y="496"/>
                    <a:pt x="250" y="496"/>
                  </a:cubicBezTo>
                  <a:cubicBezTo>
                    <a:pt x="395" y="496"/>
                    <a:pt x="501" y="388"/>
                    <a:pt x="501" y="245"/>
                  </a:cubicBezTo>
                  <a:cubicBezTo>
                    <a:pt x="501" y="109"/>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4" name="Google Shape;12324;p27"/>
            <p:cNvSpPr/>
            <p:nvPr/>
          </p:nvSpPr>
          <p:spPr>
            <a:xfrm>
              <a:off x="2513250" y="4963325"/>
              <a:ext cx="12575" cy="12400"/>
            </a:xfrm>
            <a:custGeom>
              <a:avLst/>
              <a:gdLst/>
              <a:ahLst/>
              <a:cxnLst/>
              <a:rect l="l" t="t" r="r" b="b"/>
              <a:pathLst>
                <a:path w="503" h="496" extrusionOk="0">
                  <a:moveTo>
                    <a:pt x="252" y="0"/>
                  </a:moveTo>
                  <a:cubicBezTo>
                    <a:pt x="109" y="0"/>
                    <a:pt x="0" y="109"/>
                    <a:pt x="0" y="245"/>
                  </a:cubicBezTo>
                  <a:cubicBezTo>
                    <a:pt x="0" y="388"/>
                    <a:pt x="109"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5" name="Google Shape;12325;p27"/>
            <p:cNvSpPr/>
            <p:nvPr/>
          </p:nvSpPr>
          <p:spPr>
            <a:xfrm>
              <a:off x="2605000" y="4963325"/>
              <a:ext cx="12575" cy="12400"/>
            </a:xfrm>
            <a:custGeom>
              <a:avLst/>
              <a:gdLst/>
              <a:ahLst/>
              <a:cxnLst/>
              <a:rect l="l" t="t" r="r" b="b"/>
              <a:pathLst>
                <a:path w="503" h="496" extrusionOk="0">
                  <a:moveTo>
                    <a:pt x="252" y="0"/>
                  </a:moveTo>
                  <a:cubicBezTo>
                    <a:pt x="116" y="0"/>
                    <a:pt x="0" y="109"/>
                    <a:pt x="0" y="245"/>
                  </a:cubicBezTo>
                  <a:cubicBezTo>
                    <a:pt x="0" y="388"/>
                    <a:pt x="116" y="496"/>
                    <a:pt x="252" y="496"/>
                  </a:cubicBezTo>
                  <a:cubicBezTo>
                    <a:pt x="387" y="496"/>
                    <a:pt x="503" y="388"/>
                    <a:pt x="503" y="245"/>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6" name="Google Shape;12326;p27"/>
            <p:cNvSpPr/>
            <p:nvPr/>
          </p:nvSpPr>
          <p:spPr>
            <a:xfrm>
              <a:off x="2696950" y="4963325"/>
              <a:ext cx="12375" cy="12400"/>
            </a:xfrm>
            <a:custGeom>
              <a:avLst/>
              <a:gdLst/>
              <a:ahLst/>
              <a:cxnLst/>
              <a:rect l="l" t="t" r="r" b="b"/>
              <a:pathLst>
                <a:path w="495" h="496" extrusionOk="0">
                  <a:moveTo>
                    <a:pt x="252" y="0"/>
                  </a:moveTo>
                  <a:cubicBezTo>
                    <a:pt x="108" y="0"/>
                    <a:pt x="1" y="109"/>
                    <a:pt x="1" y="245"/>
                  </a:cubicBezTo>
                  <a:cubicBezTo>
                    <a:pt x="1" y="388"/>
                    <a:pt x="108" y="496"/>
                    <a:pt x="252" y="496"/>
                  </a:cubicBezTo>
                  <a:cubicBezTo>
                    <a:pt x="388" y="496"/>
                    <a:pt x="495" y="388"/>
                    <a:pt x="495" y="245"/>
                  </a:cubicBezTo>
                  <a:cubicBezTo>
                    <a:pt x="495"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7" name="Google Shape;12327;p27"/>
            <p:cNvSpPr/>
            <p:nvPr/>
          </p:nvSpPr>
          <p:spPr>
            <a:xfrm>
              <a:off x="2788700" y="49633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8" name="Google Shape;12328;p27"/>
            <p:cNvSpPr/>
            <p:nvPr/>
          </p:nvSpPr>
          <p:spPr>
            <a:xfrm>
              <a:off x="2880675" y="4963325"/>
              <a:ext cx="12375" cy="12400"/>
            </a:xfrm>
            <a:custGeom>
              <a:avLst/>
              <a:gdLst/>
              <a:ahLst/>
              <a:cxnLst/>
              <a:rect l="l" t="t" r="r" b="b"/>
              <a:pathLst>
                <a:path w="495" h="496" extrusionOk="0">
                  <a:moveTo>
                    <a:pt x="243" y="0"/>
                  </a:moveTo>
                  <a:cubicBezTo>
                    <a:pt x="107" y="0"/>
                    <a:pt x="0" y="109"/>
                    <a:pt x="0" y="245"/>
                  </a:cubicBezTo>
                  <a:cubicBezTo>
                    <a:pt x="0" y="388"/>
                    <a:pt x="107" y="496"/>
                    <a:pt x="243" y="496"/>
                  </a:cubicBezTo>
                  <a:cubicBezTo>
                    <a:pt x="387" y="496"/>
                    <a:pt x="494" y="388"/>
                    <a:pt x="494" y="245"/>
                  </a:cubicBezTo>
                  <a:cubicBezTo>
                    <a:pt x="494" y="109"/>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9" name="Google Shape;12329;p27"/>
            <p:cNvSpPr/>
            <p:nvPr/>
          </p:nvSpPr>
          <p:spPr>
            <a:xfrm>
              <a:off x="2972425" y="4963325"/>
              <a:ext cx="12575" cy="12400"/>
            </a:xfrm>
            <a:custGeom>
              <a:avLst/>
              <a:gdLst/>
              <a:ahLst/>
              <a:cxnLst/>
              <a:rect l="l" t="t" r="r" b="b"/>
              <a:pathLst>
                <a:path w="503" h="496" extrusionOk="0">
                  <a:moveTo>
                    <a:pt x="251" y="0"/>
                  </a:moveTo>
                  <a:cubicBezTo>
                    <a:pt x="115" y="0"/>
                    <a:pt x="0" y="109"/>
                    <a:pt x="0" y="245"/>
                  </a:cubicBezTo>
                  <a:cubicBezTo>
                    <a:pt x="0" y="388"/>
                    <a:pt x="115" y="496"/>
                    <a:pt x="251" y="496"/>
                  </a:cubicBezTo>
                  <a:cubicBezTo>
                    <a:pt x="387" y="496"/>
                    <a:pt x="503" y="388"/>
                    <a:pt x="503" y="245"/>
                  </a:cubicBezTo>
                  <a:cubicBezTo>
                    <a:pt x="503"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0" name="Google Shape;12330;p27"/>
            <p:cNvSpPr/>
            <p:nvPr/>
          </p:nvSpPr>
          <p:spPr>
            <a:xfrm>
              <a:off x="3064375" y="4963325"/>
              <a:ext cx="12375" cy="12400"/>
            </a:xfrm>
            <a:custGeom>
              <a:avLst/>
              <a:gdLst/>
              <a:ahLst/>
              <a:cxnLst/>
              <a:rect l="l" t="t" r="r" b="b"/>
              <a:pathLst>
                <a:path w="495" h="496" extrusionOk="0">
                  <a:moveTo>
                    <a:pt x="243" y="0"/>
                  </a:moveTo>
                  <a:cubicBezTo>
                    <a:pt x="107" y="0"/>
                    <a:pt x="1" y="109"/>
                    <a:pt x="1" y="245"/>
                  </a:cubicBezTo>
                  <a:cubicBezTo>
                    <a:pt x="1" y="388"/>
                    <a:pt x="107" y="496"/>
                    <a:pt x="243" y="496"/>
                  </a:cubicBezTo>
                  <a:cubicBezTo>
                    <a:pt x="388" y="496"/>
                    <a:pt x="495" y="388"/>
                    <a:pt x="495" y="245"/>
                  </a:cubicBezTo>
                  <a:cubicBezTo>
                    <a:pt x="495" y="109"/>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1" name="Google Shape;12331;p27"/>
            <p:cNvSpPr/>
            <p:nvPr/>
          </p:nvSpPr>
          <p:spPr>
            <a:xfrm>
              <a:off x="3156125" y="49633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2" name="Google Shape;12332;p27"/>
            <p:cNvSpPr/>
            <p:nvPr/>
          </p:nvSpPr>
          <p:spPr>
            <a:xfrm>
              <a:off x="3247875" y="4963325"/>
              <a:ext cx="12575" cy="12400"/>
            </a:xfrm>
            <a:custGeom>
              <a:avLst/>
              <a:gdLst/>
              <a:ahLst/>
              <a:cxnLst/>
              <a:rect l="l" t="t" r="r" b="b"/>
              <a:pathLst>
                <a:path w="503"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3" name="Google Shape;12333;p27"/>
            <p:cNvSpPr/>
            <p:nvPr/>
          </p:nvSpPr>
          <p:spPr>
            <a:xfrm>
              <a:off x="3339850" y="4963325"/>
              <a:ext cx="12525" cy="12400"/>
            </a:xfrm>
            <a:custGeom>
              <a:avLst/>
              <a:gdLst/>
              <a:ahLst/>
              <a:cxnLst/>
              <a:rect l="l" t="t" r="r" b="b"/>
              <a:pathLst>
                <a:path w="501" h="496" extrusionOk="0">
                  <a:moveTo>
                    <a:pt x="251" y="0"/>
                  </a:moveTo>
                  <a:cubicBezTo>
                    <a:pt x="107" y="0"/>
                    <a:pt x="0" y="109"/>
                    <a:pt x="0" y="245"/>
                  </a:cubicBezTo>
                  <a:cubicBezTo>
                    <a:pt x="0" y="388"/>
                    <a:pt x="107" y="496"/>
                    <a:pt x="251" y="496"/>
                  </a:cubicBezTo>
                  <a:cubicBezTo>
                    <a:pt x="387" y="496"/>
                    <a:pt x="501" y="388"/>
                    <a:pt x="501" y="245"/>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4" name="Google Shape;12334;p27"/>
            <p:cNvSpPr/>
            <p:nvPr/>
          </p:nvSpPr>
          <p:spPr>
            <a:xfrm>
              <a:off x="3431575" y="49633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5" name="Google Shape;12335;p27"/>
            <p:cNvSpPr/>
            <p:nvPr/>
          </p:nvSpPr>
          <p:spPr>
            <a:xfrm>
              <a:off x="3523550" y="4963325"/>
              <a:ext cx="12375" cy="12400"/>
            </a:xfrm>
            <a:custGeom>
              <a:avLst/>
              <a:gdLst/>
              <a:ahLst/>
              <a:cxnLst/>
              <a:rect l="l" t="t" r="r" b="b"/>
              <a:pathLst>
                <a:path w="495" h="496" extrusionOk="0">
                  <a:moveTo>
                    <a:pt x="250" y="0"/>
                  </a:moveTo>
                  <a:cubicBezTo>
                    <a:pt x="107" y="0"/>
                    <a:pt x="0" y="109"/>
                    <a:pt x="0" y="245"/>
                  </a:cubicBezTo>
                  <a:cubicBezTo>
                    <a:pt x="0" y="388"/>
                    <a:pt x="107" y="496"/>
                    <a:pt x="250" y="496"/>
                  </a:cubicBezTo>
                  <a:cubicBezTo>
                    <a:pt x="388" y="496"/>
                    <a:pt x="494" y="388"/>
                    <a:pt x="494" y="245"/>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6" name="Google Shape;12336;p27"/>
            <p:cNvSpPr/>
            <p:nvPr/>
          </p:nvSpPr>
          <p:spPr>
            <a:xfrm>
              <a:off x="676400" y="50551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7" name="Google Shape;12337;p27"/>
            <p:cNvSpPr/>
            <p:nvPr/>
          </p:nvSpPr>
          <p:spPr>
            <a:xfrm>
              <a:off x="768325" y="5055125"/>
              <a:ext cx="12400" cy="12525"/>
            </a:xfrm>
            <a:custGeom>
              <a:avLst/>
              <a:gdLst/>
              <a:ahLst/>
              <a:cxnLst/>
              <a:rect l="l" t="t" r="r" b="b"/>
              <a:pathLst>
                <a:path w="496" h="501" extrusionOk="0">
                  <a:moveTo>
                    <a:pt x="245" y="0"/>
                  </a:moveTo>
                  <a:cubicBezTo>
                    <a:pt x="109" y="0"/>
                    <a:pt x="0" y="114"/>
                    <a:pt x="0" y="250"/>
                  </a:cubicBezTo>
                  <a:cubicBezTo>
                    <a:pt x="0" y="387"/>
                    <a:pt x="109" y="501"/>
                    <a:pt x="245" y="501"/>
                  </a:cubicBezTo>
                  <a:cubicBezTo>
                    <a:pt x="388" y="501"/>
                    <a:pt x="496" y="387"/>
                    <a:pt x="496" y="250"/>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8" name="Google Shape;12338;p27"/>
            <p:cNvSpPr/>
            <p:nvPr/>
          </p:nvSpPr>
          <p:spPr>
            <a:xfrm>
              <a:off x="860125" y="5055125"/>
              <a:ext cx="12525" cy="12525"/>
            </a:xfrm>
            <a:custGeom>
              <a:avLst/>
              <a:gdLst/>
              <a:ahLst/>
              <a:cxnLst/>
              <a:rect l="l" t="t" r="r" b="b"/>
              <a:pathLst>
                <a:path w="501" h="501" extrusionOk="0">
                  <a:moveTo>
                    <a:pt x="251" y="0"/>
                  </a:moveTo>
                  <a:cubicBezTo>
                    <a:pt x="114" y="0"/>
                    <a:pt x="0" y="114"/>
                    <a:pt x="0" y="250"/>
                  </a:cubicBezTo>
                  <a:cubicBezTo>
                    <a:pt x="0" y="387"/>
                    <a:pt x="114" y="501"/>
                    <a:pt x="251" y="501"/>
                  </a:cubicBezTo>
                  <a:cubicBezTo>
                    <a:pt x="387" y="501"/>
                    <a:pt x="501" y="387"/>
                    <a:pt x="501" y="250"/>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9" name="Google Shape;12339;p27"/>
            <p:cNvSpPr/>
            <p:nvPr/>
          </p:nvSpPr>
          <p:spPr>
            <a:xfrm>
              <a:off x="951850" y="50551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0" name="Google Shape;12340;p27"/>
            <p:cNvSpPr/>
            <p:nvPr/>
          </p:nvSpPr>
          <p:spPr>
            <a:xfrm>
              <a:off x="1043825" y="5055125"/>
              <a:ext cx="12375" cy="12525"/>
            </a:xfrm>
            <a:custGeom>
              <a:avLst/>
              <a:gdLst/>
              <a:ahLst/>
              <a:cxnLst/>
              <a:rect l="l" t="t" r="r" b="b"/>
              <a:pathLst>
                <a:path w="495" h="501" extrusionOk="0">
                  <a:moveTo>
                    <a:pt x="250" y="0"/>
                  </a:moveTo>
                  <a:cubicBezTo>
                    <a:pt x="107" y="0"/>
                    <a:pt x="0" y="114"/>
                    <a:pt x="0" y="250"/>
                  </a:cubicBezTo>
                  <a:cubicBezTo>
                    <a:pt x="0" y="387"/>
                    <a:pt x="107" y="501"/>
                    <a:pt x="250" y="501"/>
                  </a:cubicBezTo>
                  <a:cubicBezTo>
                    <a:pt x="388" y="501"/>
                    <a:pt x="494" y="387"/>
                    <a:pt x="494" y="250"/>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1" name="Google Shape;12341;p27"/>
            <p:cNvSpPr/>
            <p:nvPr/>
          </p:nvSpPr>
          <p:spPr>
            <a:xfrm>
              <a:off x="1135575" y="5055125"/>
              <a:ext cx="12575" cy="12525"/>
            </a:xfrm>
            <a:custGeom>
              <a:avLst/>
              <a:gdLst/>
              <a:ahLst/>
              <a:cxnLst/>
              <a:rect l="l" t="t" r="r" b="b"/>
              <a:pathLst>
                <a:path w="503" h="501" extrusionOk="0">
                  <a:moveTo>
                    <a:pt x="252" y="0"/>
                  </a:moveTo>
                  <a:cubicBezTo>
                    <a:pt x="116" y="0"/>
                    <a:pt x="0" y="114"/>
                    <a:pt x="0" y="250"/>
                  </a:cubicBezTo>
                  <a:cubicBezTo>
                    <a:pt x="0" y="387"/>
                    <a:pt x="116" y="501"/>
                    <a:pt x="252" y="501"/>
                  </a:cubicBezTo>
                  <a:cubicBezTo>
                    <a:pt x="387" y="501"/>
                    <a:pt x="503" y="387"/>
                    <a:pt x="503" y="250"/>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2" name="Google Shape;12342;p27"/>
            <p:cNvSpPr/>
            <p:nvPr/>
          </p:nvSpPr>
          <p:spPr>
            <a:xfrm>
              <a:off x="1227500" y="5055125"/>
              <a:ext cx="12400" cy="12525"/>
            </a:xfrm>
            <a:custGeom>
              <a:avLst/>
              <a:gdLst/>
              <a:ahLst/>
              <a:cxnLst/>
              <a:rect l="l" t="t" r="r" b="b"/>
              <a:pathLst>
                <a:path w="496" h="501" extrusionOk="0">
                  <a:moveTo>
                    <a:pt x="251" y="0"/>
                  </a:moveTo>
                  <a:cubicBezTo>
                    <a:pt x="109" y="0"/>
                    <a:pt x="0" y="114"/>
                    <a:pt x="0" y="250"/>
                  </a:cubicBezTo>
                  <a:cubicBezTo>
                    <a:pt x="0" y="387"/>
                    <a:pt x="109" y="501"/>
                    <a:pt x="251" y="501"/>
                  </a:cubicBezTo>
                  <a:cubicBezTo>
                    <a:pt x="387" y="501"/>
                    <a:pt x="496" y="387"/>
                    <a:pt x="496" y="250"/>
                  </a:cubicBezTo>
                  <a:cubicBezTo>
                    <a:pt x="496"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3" name="Google Shape;12343;p27"/>
            <p:cNvSpPr/>
            <p:nvPr/>
          </p:nvSpPr>
          <p:spPr>
            <a:xfrm>
              <a:off x="1319275" y="5055125"/>
              <a:ext cx="12550" cy="12525"/>
            </a:xfrm>
            <a:custGeom>
              <a:avLst/>
              <a:gdLst/>
              <a:ahLst/>
              <a:cxnLst/>
              <a:rect l="l" t="t" r="r" b="b"/>
              <a:pathLst>
                <a:path w="502" h="501" extrusionOk="0">
                  <a:moveTo>
                    <a:pt x="252" y="0"/>
                  </a:moveTo>
                  <a:cubicBezTo>
                    <a:pt x="114" y="0"/>
                    <a:pt x="1" y="114"/>
                    <a:pt x="1" y="250"/>
                  </a:cubicBezTo>
                  <a:cubicBezTo>
                    <a:pt x="1" y="387"/>
                    <a:pt x="114" y="501"/>
                    <a:pt x="252" y="501"/>
                  </a:cubicBezTo>
                  <a:cubicBezTo>
                    <a:pt x="388" y="501"/>
                    <a:pt x="501" y="387"/>
                    <a:pt x="501" y="250"/>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4" name="Google Shape;12344;p27"/>
            <p:cNvSpPr/>
            <p:nvPr/>
          </p:nvSpPr>
          <p:spPr>
            <a:xfrm>
              <a:off x="1411200" y="5055125"/>
              <a:ext cx="12425" cy="12525"/>
            </a:xfrm>
            <a:custGeom>
              <a:avLst/>
              <a:gdLst/>
              <a:ahLst/>
              <a:cxnLst/>
              <a:rect l="l" t="t" r="r" b="b"/>
              <a:pathLst>
                <a:path w="497" h="501" extrusionOk="0">
                  <a:moveTo>
                    <a:pt x="245" y="0"/>
                  </a:moveTo>
                  <a:cubicBezTo>
                    <a:pt x="109" y="0"/>
                    <a:pt x="1" y="114"/>
                    <a:pt x="1" y="250"/>
                  </a:cubicBezTo>
                  <a:cubicBezTo>
                    <a:pt x="1" y="387"/>
                    <a:pt x="109" y="501"/>
                    <a:pt x="245" y="501"/>
                  </a:cubicBezTo>
                  <a:cubicBezTo>
                    <a:pt x="388" y="501"/>
                    <a:pt x="496" y="387"/>
                    <a:pt x="496" y="250"/>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5" name="Google Shape;12345;p27"/>
            <p:cNvSpPr/>
            <p:nvPr/>
          </p:nvSpPr>
          <p:spPr>
            <a:xfrm>
              <a:off x="1503000" y="5055125"/>
              <a:ext cx="12525" cy="12525"/>
            </a:xfrm>
            <a:custGeom>
              <a:avLst/>
              <a:gdLst/>
              <a:ahLst/>
              <a:cxnLst/>
              <a:rect l="l" t="t" r="r" b="b"/>
              <a:pathLst>
                <a:path w="501" h="501" extrusionOk="0">
                  <a:moveTo>
                    <a:pt x="250" y="0"/>
                  </a:moveTo>
                  <a:cubicBezTo>
                    <a:pt x="114" y="0"/>
                    <a:pt x="0" y="114"/>
                    <a:pt x="0" y="250"/>
                  </a:cubicBezTo>
                  <a:cubicBezTo>
                    <a:pt x="0" y="387"/>
                    <a:pt x="114" y="501"/>
                    <a:pt x="250" y="501"/>
                  </a:cubicBezTo>
                  <a:cubicBezTo>
                    <a:pt x="387" y="501"/>
                    <a:pt x="501" y="387"/>
                    <a:pt x="501" y="250"/>
                  </a:cubicBezTo>
                  <a:cubicBezTo>
                    <a:pt x="501" y="114"/>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6" name="Google Shape;12346;p27"/>
            <p:cNvSpPr/>
            <p:nvPr/>
          </p:nvSpPr>
          <p:spPr>
            <a:xfrm>
              <a:off x="1594750" y="5055125"/>
              <a:ext cx="12575" cy="12525"/>
            </a:xfrm>
            <a:custGeom>
              <a:avLst/>
              <a:gdLst/>
              <a:ahLst/>
              <a:cxnLst/>
              <a:rect l="l" t="t" r="r" b="b"/>
              <a:pathLst>
                <a:path w="503" h="501" extrusionOk="0">
                  <a:moveTo>
                    <a:pt x="251" y="0"/>
                  </a:moveTo>
                  <a:cubicBezTo>
                    <a:pt x="115" y="0"/>
                    <a:pt x="0" y="114"/>
                    <a:pt x="0" y="250"/>
                  </a:cubicBezTo>
                  <a:cubicBezTo>
                    <a:pt x="0" y="387"/>
                    <a:pt x="115" y="501"/>
                    <a:pt x="251" y="501"/>
                  </a:cubicBezTo>
                  <a:cubicBezTo>
                    <a:pt x="394" y="501"/>
                    <a:pt x="503" y="387"/>
                    <a:pt x="503" y="250"/>
                  </a:cubicBezTo>
                  <a:cubicBezTo>
                    <a:pt x="503" y="114"/>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7" name="Google Shape;12347;p27"/>
            <p:cNvSpPr/>
            <p:nvPr/>
          </p:nvSpPr>
          <p:spPr>
            <a:xfrm>
              <a:off x="1686650" y="50551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8" name="Google Shape;12348;p27"/>
            <p:cNvSpPr/>
            <p:nvPr/>
          </p:nvSpPr>
          <p:spPr>
            <a:xfrm>
              <a:off x="1778450" y="5055125"/>
              <a:ext cx="12550" cy="12525"/>
            </a:xfrm>
            <a:custGeom>
              <a:avLst/>
              <a:gdLst/>
              <a:ahLst/>
              <a:cxnLst/>
              <a:rect l="l" t="t" r="r" b="b"/>
              <a:pathLst>
                <a:path w="502" h="501" extrusionOk="0">
                  <a:moveTo>
                    <a:pt x="252" y="0"/>
                  </a:moveTo>
                  <a:cubicBezTo>
                    <a:pt x="114" y="0"/>
                    <a:pt x="1" y="114"/>
                    <a:pt x="1" y="250"/>
                  </a:cubicBezTo>
                  <a:cubicBezTo>
                    <a:pt x="1" y="387"/>
                    <a:pt x="114" y="501"/>
                    <a:pt x="252" y="501"/>
                  </a:cubicBezTo>
                  <a:cubicBezTo>
                    <a:pt x="388" y="501"/>
                    <a:pt x="501" y="387"/>
                    <a:pt x="501" y="250"/>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9" name="Google Shape;12349;p27"/>
            <p:cNvSpPr/>
            <p:nvPr/>
          </p:nvSpPr>
          <p:spPr>
            <a:xfrm>
              <a:off x="1870375" y="5055125"/>
              <a:ext cx="12400" cy="12525"/>
            </a:xfrm>
            <a:custGeom>
              <a:avLst/>
              <a:gdLst/>
              <a:ahLst/>
              <a:cxnLst/>
              <a:rect l="l" t="t" r="r" b="b"/>
              <a:pathLst>
                <a:path w="496" h="501" extrusionOk="0">
                  <a:moveTo>
                    <a:pt x="252" y="0"/>
                  </a:moveTo>
                  <a:cubicBezTo>
                    <a:pt x="109" y="0"/>
                    <a:pt x="0" y="114"/>
                    <a:pt x="0" y="250"/>
                  </a:cubicBezTo>
                  <a:cubicBezTo>
                    <a:pt x="0" y="387"/>
                    <a:pt x="109" y="501"/>
                    <a:pt x="252" y="501"/>
                  </a:cubicBezTo>
                  <a:cubicBezTo>
                    <a:pt x="387" y="501"/>
                    <a:pt x="496" y="387"/>
                    <a:pt x="496" y="250"/>
                  </a:cubicBezTo>
                  <a:cubicBezTo>
                    <a:pt x="496"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0" name="Google Shape;12350;p27"/>
            <p:cNvSpPr/>
            <p:nvPr/>
          </p:nvSpPr>
          <p:spPr>
            <a:xfrm>
              <a:off x="1962150" y="5055125"/>
              <a:ext cx="12550" cy="12525"/>
            </a:xfrm>
            <a:custGeom>
              <a:avLst/>
              <a:gdLst/>
              <a:ahLst/>
              <a:cxnLst/>
              <a:rect l="l" t="t" r="r" b="b"/>
              <a:pathLst>
                <a:path w="502" h="501" extrusionOk="0">
                  <a:moveTo>
                    <a:pt x="250" y="0"/>
                  </a:moveTo>
                  <a:cubicBezTo>
                    <a:pt x="114" y="0"/>
                    <a:pt x="1" y="114"/>
                    <a:pt x="1" y="250"/>
                  </a:cubicBezTo>
                  <a:cubicBezTo>
                    <a:pt x="1" y="387"/>
                    <a:pt x="114" y="501"/>
                    <a:pt x="250" y="501"/>
                  </a:cubicBezTo>
                  <a:cubicBezTo>
                    <a:pt x="388" y="501"/>
                    <a:pt x="502" y="387"/>
                    <a:pt x="502" y="250"/>
                  </a:cubicBezTo>
                  <a:cubicBezTo>
                    <a:pt x="502"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1" name="Google Shape;12351;p27"/>
            <p:cNvSpPr/>
            <p:nvPr/>
          </p:nvSpPr>
          <p:spPr>
            <a:xfrm>
              <a:off x="2054075" y="5055125"/>
              <a:ext cx="12425" cy="12525"/>
            </a:xfrm>
            <a:custGeom>
              <a:avLst/>
              <a:gdLst/>
              <a:ahLst/>
              <a:cxnLst/>
              <a:rect l="l" t="t" r="r" b="b"/>
              <a:pathLst>
                <a:path w="497" h="501" extrusionOk="0">
                  <a:moveTo>
                    <a:pt x="252" y="0"/>
                  </a:moveTo>
                  <a:cubicBezTo>
                    <a:pt x="109" y="0"/>
                    <a:pt x="1" y="114"/>
                    <a:pt x="1" y="250"/>
                  </a:cubicBezTo>
                  <a:cubicBezTo>
                    <a:pt x="1" y="387"/>
                    <a:pt x="109" y="501"/>
                    <a:pt x="252" y="501"/>
                  </a:cubicBezTo>
                  <a:cubicBezTo>
                    <a:pt x="388" y="501"/>
                    <a:pt x="496" y="387"/>
                    <a:pt x="496" y="250"/>
                  </a:cubicBezTo>
                  <a:cubicBezTo>
                    <a:pt x="496"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2" name="Google Shape;12352;p27"/>
            <p:cNvSpPr/>
            <p:nvPr/>
          </p:nvSpPr>
          <p:spPr>
            <a:xfrm>
              <a:off x="2145825" y="50551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3" name="Google Shape;12353;p27"/>
            <p:cNvSpPr/>
            <p:nvPr/>
          </p:nvSpPr>
          <p:spPr>
            <a:xfrm>
              <a:off x="2237800" y="5055125"/>
              <a:ext cx="12350" cy="12525"/>
            </a:xfrm>
            <a:custGeom>
              <a:avLst/>
              <a:gdLst/>
              <a:ahLst/>
              <a:cxnLst/>
              <a:rect l="l" t="t" r="r" b="b"/>
              <a:pathLst>
                <a:path w="494" h="501" extrusionOk="0">
                  <a:moveTo>
                    <a:pt x="244" y="0"/>
                  </a:moveTo>
                  <a:cubicBezTo>
                    <a:pt x="107" y="0"/>
                    <a:pt x="0" y="114"/>
                    <a:pt x="0" y="250"/>
                  </a:cubicBezTo>
                  <a:cubicBezTo>
                    <a:pt x="0" y="387"/>
                    <a:pt x="107" y="501"/>
                    <a:pt x="244" y="501"/>
                  </a:cubicBezTo>
                  <a:cubicBezTo>
                    <a:pt x="387" y="501"/>
                    <a:pt x="494" y="387"/>
                    <a:pt x="494" y="250"/>
                  </a:cubicBezTo>
                  <a:cubicBezTo>
                    <a:pt x="494" y="114"/>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4" name="Google Shape;12354;p27"/>
            <p:cNvSpPr/>
            <p:nvPr/>
          </p:nvSpPr>
          <p:spPr>
            <a:xfrm>
              <a:off x="2329550" y="5055125"/>
              <a:ext cx="12575" cy="12525"/>
            </a:xfrm>
            <a:custGeom>
              <a:avLst/>
              <a:gdLst/>
              <a:ahLst/>
              <a:cxnLst/>
              <a:rect l="l" t="t" r="r" b="b"/>
              <a:pathLst>
                <a:path w="503" h="501" extrusionOk="0">
                  <a:moveTo>
                    <a:pt x="251" y="0"/>
                  </a:moveTo>
                  <a:cubicBezTo>
                    <a:pt x="115" y="0"/>
                    <a:pt x="0" y="114"/>
                    <a:pt x="0" y="250"/>
                  </a:cubicBezTo>
                  <a:cubicBezTo>
                    <a:pt x="0" y="387"/>
                    <a:pt x="115" y="501"/>
                    <a:pt x="251" y="501"/>
                  </a:cubicBezTo>
                  <a:cubicBezTo>
                    <a:pt x="387" y="501"/>
                    <a:pt x="502" y="387"/>
                    <a:pt x="502" y="250"/>
                  </a:cubicBezTo>
                  <a:cubicBezTo>
                    <a:pt x="502"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5" name="Google Shape;12355;p27"/>
            <p:cNvSpPr/>
            <p:nvPr/>
          </p:nvSpPr>
          <p:spPr>
            <a:xfrm>
              <a:off x="2421325" y="5055125"/>
              <a:ext cx="12550" cy="12525"/>
            </a:xfrm>
            <a:custGeom>
              <a:avLst/>
              <a:gdLst/>
              <a:ahLst/>
              <a:cxnLst/>
              <a:rect l="l" t="t" r="r" b="b"/>
              <a:pathLst>
                <a:path w="502" h="501" extrusionOk="0">
                  <a:moveTo>
                    <a:pt x="250" y="0"/>
                  </a:moveTo>
                  <a:cubicBezTo>
                    <a:pt x="114" y="0"/>
                    <a:pt x="1" y="114"/>
                    <a:pt x="1" y="250"/>
                  </a:cubicBezTo>
                  <a:cubicBezTo>
                    <a:pt x="1" y="387"/>
                    <a:pt x="114" y="501"/>
                    <a:pt x="250" y="501"/>
                  </a:cubicBezTo>
                  <a:cubicBezTo>
                    <a:pt x="395" y="501"/>
                    <a:pt x="501" y="387"/>
                    <a:pt x="501" y="250"/>
                  </a:cubicBezTo>
                  <a:cubicBezTo>
                    <a:pt x="501" y="114"/>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6" name="Google Shape;12356;p27"/>
            <p:cNvSpPr/>
            <p:nvPr/>
          </p:nvSpPr>
          <p:spPr>
            <a:xfrm>
              <a:off x="2513250" y="5055125"/>
              <a:ext cx="12575" cy="12525"/>
            </a:xfrm>
            <a:custGeom>
              <a:avLst/>
              <a:gdLst/>
              <a:ahLst/>
              <a:cxnLst/>
              <a:rect l="l" t="t" r="r" b="b"/>
              <a:pathLst>
                <a:path w="503" h="501" extrusionOk="0">
                  <a:moveTo>
                    <a:pt x="252" y="0"/>
                  </a:moveTo>
                  <a:cubicBezTo>
                    <a:pt x="109" y="0"/>
                    <a:pt x="0" y="114"/>
                    <a:pt x="0" y="250"/>
                  </a:cubicBezTo>
                  <a:cubicBezTo>
                    <a:pt x="0" y="387"/>
                    <a:pt x="109"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7" name="Google Shape;12357;p27"/>
            <p:cNvSpPr/>
            <p:nvPr/>
          </p:nvSpPr>
          <p:spPr>
            <a:xfrm>
              <a:off x="2605000" y="5055125"/>
              <a:ext cx="12575" cy="12525"/>
            </a:xfrm>
            <a:custGeom>
              <a:avLst/>
              <a:gdLst/>
              <a:ahLst/>
              <a:cxnLst/>
              <a:rect l="l" t="t" r="r" b="b"/>
              <a:pathLst>
                <a:path w="503" h="501" extrusionOk="0">
                  <a:moveTo>
                    <a:pt x="252" y="0"/>
                  </a:moveTo>
                  <a:cubicBezTo>
                    <a:pt x="116" y="0"/>
                    <a:pt x="0" y="114"/>
                    <a:pt x="0" y="250"/>
                  </a:cubicBezTo>
                  <a:cubicBezTo>
                    <a:pt x="0" y="387"/>
                    <a:pt x="116" y="501"/>
                    <a:pt x="252" y="501"/>
                  </a:cubicBezTo>
                  <a:cubicBezTo>
                    <a:pt x="387" y="501"/>
                    <a:pt x="503" y="387"/>
                    <a:pt x="503" y="250"/>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8" name="Google Shape;12358;p27"/>
            <p:cNvSpPr/>
            <p:nvPr/>
          </p:nvSpPr>
          <p:spPr>
            <a:xfrm>
              <a:off x="2696950" y="5055125"/>
              <a:ext cx="12375" cy="12525"/>
            </a:xfrm>
            <a:custGeom>
              <a:avLst/>
              <a:gdLst/>
              <a:ahLst/>
              <a:cxnLst/>
              <a:rect l="l" t="t" r="r" b="b"/>
              <a:pathLst>
                <a:path w="495" h="501" extrusionOk="0">
                  <a:moveTo>
                    <a:pt x="252" y="0"/>
                  </a:moveTo>
                  <a:cubicBezTo>
                    <a:pt x="108" y="0"/>
                    <a:pt x="1" y="114"/>
                    <a:pt x="1" y="250"/>
                  </a:cubicBezTo>
                  <a:cubicBezTo>
                    <a:pt x="1" y="387"/>
                    <a:pt x="108" y="501"/>
                    <a:pt x="252" y="501"/>
                  </a:cubicBezTo>
                  <a:cubicBezTo>
                    <a:pt x="388" y="501"/>
                    <a:pt x="495" y="387"/>
                    <a:pt x="495" y="250"/>
                  </a:cubicBezTo>
                  <a:cubicBezTo>
                    <a:pt x="495"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9" name="Google Shape;12359;p27"/>
            <p:cNvSpPr/>
            <p:nvPr/>
          </p:nvSpPr>
          <p:spPr>
            <a:xfrm>
              <a:off x="2788700" y="50551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0" name="Google Shape;12360;p27"/>
            <p:cNvSpPr/>
            <p:nvPr/>
          </p:nvSpPr>
          <p:spPr>
            <a:xfrm>
              <a:off x="2880675" y="5055125"/>
              <a:ext cx="12375" cy="12525"/>
            </a:xfrm>
            <a:custGeom>
              <a:avLst/>
              <a:gdLst/>
              <a:ahLst/>
              <a:cxnLst/>
              <a:rect l="l" t="t" r="r" b="b"/>
              <a:pathLst>
                <a:path w="495" h="501" extrusionOk="0">
                  <a:moveTo>
                    <a:pt x="243" y="0"/>
                  </a:moveTo>
                  <a:cubicBezTo>
                    <a:pt x="107" y="0"/>
                    <a:pt x="0" y="114"/>
                    <a:pt x="0" y="250"/>
                  </a:cubicBezTo>
                  <a:cubicBezTo>
                    <a:pt x="0" y="387"/>
                    <a:pt x="107" y="501"/>
                    <a:pt x="243" y="501"/>
                  </a:cubicBezTo>
                  <a:cubicBezTo>
                    <a:pt x="387" y="501"/>
                    <a:pt x="494" y="387"/>
                    <a:pt x="494" y="250"/>
                  </a:cubicBezTo>
                  <a:cubicBezTo>
                    <a:pt x="494" y="114"/>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1" name="Google Shape;12361;p27"/>
            <p:cNvSpPr/>
            <p:nvPr/>
          </p:nvSpPr>
          <p:spPr>
            <a:xfrm>
              <a:off x="2972425" y="5055125"/>
              <a:ext cx="12575" cy="12525"/>
            </a:xfrm>
            <a:custGeom>
              <a:avLst/>
              <a:gdLst/>
              <a:ahLst/>
              <a:cxnLst/>
              <a:rect l="l" t="t" r="r" b="b"/>
              <a:pathLst>
                <a:path w="503" h="501" extrusionOk="0">
                  <a:moveTo>
                    <a:pt x="251" y="0"/>
                  </a:moveTo>
                  <a:cubicBezTo>
                    <a:pt x="115" y="0"/>
                    <a:pt x="0" y="114"/>
                    <a:pt x="0" y="250"/>
                  </a:cubicBezTo>
                  <a:cubicBezTo>
                    <a:pt x="0" y="387"/>
                    <a:pt x="115" y="501"/>
                    <a:pt x="251" y="501"/>
                  </a:cubicBezTo>
                  <a:cubicBezTo>
                    <a:pt x="387" y="501"/>
                    <a:pt x="503" y="387"/>
                    <a:pt x="503" y="250"/>
                  </a:cubicBezTo>
                  <a:cubicBezTo>
                    <a:pt x="503"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2" name="Google Shape;12362;p27"/>
            <p:cNvSpPr/>
            <p:nvPr/>
          </p:nvSpPr>
          <p:spPr>
            <a:xfrm>
              <a:off x="3064375" y="5055125"/>
              <a:ext cx="12375" cy="12525"/>
            </a:xfrm>
            <a:custGeom>
              <a:avLst/>
              <a:gdLst/>
              <a:ahLst/>
              <a:cxnLst/>
              <a:rect l="l" t="t" r="r" b="b"/>
              <a:pathLst>
                <a:path w="495" h="501" extrusionOk="0">
                  <a:moveTo>
                    <a:pt x="243" y="0"/>
                  </a:moveTo>
                  <a:cubicBezTo>
                    <a:pt x="107" y="0"/>
                    <a:pt x="1" y="114"/>
                    <a:pt x="1" y="250"/>
                  </a:cubicBezTo>
                  <a:cubicBezTo>
                    <a:pt x="1" y="387"/>
                    <a:pt x="107" y="501"/>
                    <a:pt x="243" y="501"/>
                  </a:cubicBezTo>
                  <a:cubicBezTo>
                    <a:pt x="388" y="501"/>
                    <a:pt x="495" y="387"/>
                    <a:pt x="495" y="250"/>
                  </a:cubicBezTo>
                  <a:cubicBezTo>
                    <a:pt x="495" y="114"/>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3" name="Google Shape;12363;p27"/>
            <p:cNvSpPr/>
            <p:nvPr/>
          </p:nvSpPr>
          <p:spPr>
            <a:xfrm>
              <a:off x="3156125" y="50551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4" name="Google Shape;12364;p27"/>
            <p:cNvSpPr/>
            <p:nvPr/>
          </p:nvSpPr>
          <p:spPr>
            <a:xfrm>
              <a:off x="3247875" y="5055125"/>
              <a:ext cx="12575" cy="12525"/>
            </a:xfrm>
            <a:custGeom>
              <a:avLst/>
              <a:gdLst/>
              <a:ahLst/>
              <a:cxnLst/>
              <a:rect l="l" t="t" r="r" b="b"/>
              <a:pathLst>
                <a:path w="503"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5" name="Google Shape;12365;p27"/>
            <p:cNvSpPr/>
            <p:nvPr/>
          </p:nvSpPr>
          <p:spPr>
            <a:xfrm>
              <a:off x="3339850" y="5055125"/>
              <a:ext cx="12525" cy="12525"/>
            </a:xfrm>
            <a:custGeom>
              <a:avLst/>
              <a:gdLst/>
              <a:ahLst/>
              <a:cxnLst/>
              <a:rect l="l" t="t" r="r" b="b"/>
              <a:pathLst>
                <a:path w="501" h="501" extrusionOk="0">
                  <a:moveTo>
                    <a:pt x="251" y="0"/>
                  </a:moveTo>
                  <a:cubicBezTo>
                    <a:pt x="107" y="0"/>
                    <a:pt x="0" y="114"/>
                    <a:pt x="0" y="250"/>
                  </a:cubicBezTo>
                  <a:cubicBezTo>
                    <a:pt x="0" y="387"/>
                    <a:pt x="107" y="501"/>
                    <a:pt x="251" y="501"/>
                  </a:cubicBezTo>
                  <a:cubicBezTo>
                    <a:pt x="387" y="501"/>
                    <a:pt x="501" y="387"/>
                    <a:pt x="501" y="250"/>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6" name="Google Shape;12366;p27"/>
            <p:cNvSpPr/>
            <p:nvPr/>
          </p:nvSpPr>
          <p:spPr>
            <a:xfrm>
              <a:off x="3431575" y="50551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7" name="Google Shape;12367;p27"/>
            <p:cNvSpPr/>
            <p:nvPr/>
          </p:nvSpPr>
          <p:spPr>
            <a:xfrm>
              <a:off x="3523550" y="5055125"/>
              <a:ext cx="12375" cy="12525"/>
            </a:xfrm>
            <a:custGeom>
              <a:avLst/>
              <a:gdLst/>
              <a:ahLst/>
              <a:cxnLst/>
              <a:rect l="l" t="t" r="r" b="b"/>
              <a:pathLst>
                <a:path w="495" h="501" extrusionOk="0">
                  <a:moveTo>
                    <a:pt x="250" y="0"/>
                  </a:moveTo>
                  <a:cubicBezTo>
                    <a:pt x="107" y="0"/>
                    <a:pt x="0" y="114"/>
                    <a:pt x="0" y="250"/>
                  </a:cubicBezTo>
                  <a:cubicBezTo>
                    <a:pt x="0" y="387"/>
                    <a:pt x="107" y="501"/>
                    <a:pt x="250" y="501"/>
                  </a:cubicBezTo>
                  <a:cubicBezTo>
                    <a:pt x="388" y="501"/>
                    <a:pt x="494" y="387"/>
                    <a:pt x="494" y="250"/>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8" name="Google Shape;12368;p27"/>
            <p:cNvSpPr/>
            <p:nvPr/>
          </p:nvSpPr>
          <p:spPr>
            <a:xfrm>
              <a:off x="676400" y="5147025"/>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9" name="Google Shape;12369;p27"/>
            <p:cNvSpPr/>
            <p:nvPr/>
          </p:nvSpPr>
          <p:spPr>
            <a:xfrm>
              <a:off x="768325" y="5147025"/>
              <a:ext cx="12400" cy="12425"/>
            </a:xfrm>
            <a:custGeom>
              <a:avLst/>
              <a:gdLst/>
              <a:ahLst/>
              <a:cxnLst/>
              <a:rect l="l" t="t" r="r" b="b"/>
              <a:pathLst>
                <a:path w="496" h="497" extrusionOk="0">
                  <a:moveTo>
                    <a:pt x="245" y="1"/>
                  </a:moveTo>
                  <a:cubicBezTo>
                    <a:pt x="109" y="1"/>
                    <a:pt x="0" y="109"/>
                    <a:pt x="0" y="245"/>
                  </a:cubicBezTo>
                  <a:cubicBezTo>
                    <a:pt x="0" y="388"/>
                    <a:pt x="109" y="496"/>
                    <a:pt x="245" y="496"/>
                  </a:cubicBezTo>
                  <a:cubicBezTo>
                    <a:pt x="388" y="496"/>
                    <a:pt x="496" y="388"/>
                    <a:pt x="496" y="245"/>
                  </a:cubicBezTo>
                  <a:cubicBezTo>
                    <a:pt x="496" y="109"/>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0" name="Google Shape;12370;p27"/>
            <p:cNvSpPr/>
            <p:nvPr/>
          </p:nvSpPr>
          <p:spPr>
            <a:xfrm>
              <a:off x="860125" y="5147025"/>
              <a:ext cx="12525" cy="12425"/>
            </a:xfrm>
            <a:custGeom>
              <a:avLst/>
              <a:gdLst/>
              <a:ahLst/>
              <a:cxnLst/>
              <a:rect l="l" t="t" r="r" b="b"/>
              <a:pathLst>
                <a:path w="501" h="497" extrusionOk="0">
                  <a:moveTo>
                    <a:pt x="251" y="1"/>
                  </a:moveTo>
                  <a:cubicBezTo>
                    <a:pt x="114" y="1"/>
                    <a:pt x="0" y="109"/>
                    <a:pt x="0" y="245"/>
                  </a:cubicBezTo>
                  <a:cubicBezTo>
                    <a:pt x="0" y="388"/>
                    <a:pt x="114" y="496"/>
                    <a:pt x="251" y="496"/>
                  </a:cubicBezTo>
                  <a:cubicBezTo>
                    <a:pt x="387" y="496"/>
                    <a:pt x="501" y="388"/>
                    <a:pt x="501" y="245"/>
                  </a:cubicBezTo>
                  <a:cubicBezTo>
                    <a:pt x="501"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1" name="Google Shape;12371;p27"/>
            <p:cNvSpPr/>
            <p:nvPr/>
          </p:nvSpPr>
          <p:spPr>
            <a:xfrm>
              <a:off x="951850" y="5147025"/>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2" name="Google Shape;12372;p27"/>
            <p:cNvSpPr/>
            <p:nvPr/>
          </p:nvSpPr>
          <p:spPr>
            <a:xfrm>
              <a:off x="1043825" y="5147025"/>
              <a:ext cx="12375" cy="12425"/>
            </a:xfrm>
            <a:custGeom>
              <a:avLst/>
              <a:gdLst/>
              <a:ahLst/>
              <a:cxnLst/>
              <a:rect l="l" t="t" r="r" b="b"/>
              <a:pathLst>
                <a:path w="495" h="497" extrusionOk="0">
                  <a:moveTo>
                    <a:pt x="250" y="1"/>
                  </a:moveTo>
                  <a:cubicBezTo>
                    <a:pt x="107" y="1"/>
                    <a:pt x="0" y="109"/>
                    <a:pt x="0" y="245"/>
                  </a:cubicBezTo>
                  <a:cubicBezTo>
                    <a:pt x="0" y="388"/>
                    <a:pt x="107" y="496"/>
                    <a:pt x="250" y="496"/>
                  </a:cubicBezTo>
                  <a:cubicBezTo>
                    <a:pt x="388" y="496"/>
                    <a:pt x="494" y="388"/>
                    <a:pt x="494" y="245"/>
                  </a:cubicBezTo>
                  <a:cubicBezTo>
                    <a:pt x="494"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3" name="Google Shape;12373;p27"/>
            <p:cNvSpPr/>
            <p:nvPr/>
          </p:nvSpPr>
          <p:spPr>
            <a:xfrm>
              <a:off x="1135575" y="5147025"/>
              <a:ext cx="12575" cy="12425"/>
            </a:xfrm>
            <a:custGeom>
              <a:avLst/>
              <a:gdLst/>
              <a:ahLst/>
              <a:cxnLst/>
              <a:rect l="l" t="t" r="r" b="b"/>
              <a:pathLst>
                <a:path w="503" h="497" extrusionOk="0">
                  <a:moveTo>
                    <a:pt x="252" y="1"/>
                  </a:moveTo>
                  <a:cubicBezTo>
                    <a:pt x="116" y="1"/>
                    <a:pt x="0" y="109"/>
                    <a:pt x="0" y="245"/>
                  </a:cubicBezTo>
                  <a:cubicBezTo>
                    <a:pt x="0" y="388"/>
                    <a:pt x="116" y="496"/>
                    <a:pt x="252" y="496"/>
                  </a:cubicBezTo>
                  <a:cubicBezTo>
                    <a:pt x="387" y="496"/>
                    <a:pt x="503" y="388"/>
                    <a:pt x="503" y="245"/>
                  </a:cubicBezTo>
                  <a:cubicBezTo>
                    <a:pt x="503"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4" name="Google Shape;12374;p27"/>
            <p:cNvSpPr/>
            <p:nvPr/>
          </p:nvSpPr>
          <p:spPr>
            <a:xfrm>
              <a:off x="1227500" y="5147025"/>
              <a:ext cx="12400" cy="12425"/>
            </a:xfrm>
            <a:custGeom>
              <a:avLst/>
              <a:gdLst/>
              <a:ahLst/>
              <a:cxnLst/>
              <a:rect l="l" t="t" r="r" b="b"/>
              <a:pathLst>
                <a:path w="496" h="497" extrusionOk="0">
                  <a:moveTo>
                    <a:pt x="251" y="1"/>
                  </a:moveTo>
                  <a:cubicBezTo>
                    <a:pt x="109" y="1"/>
                    <a:pt x="0" y="109"/>
                    <a:pt x="0" y="245"/>
                  </a:cubicBezTo>
                  <a:cubicBezTo>
                    <a:pt x="0" y="388"/>
                    <a:pt x="109" y="496"/>
                    <a:pt x="251" y="496"/>
                  </a:cubicBezTo>
                  <a:cubicBezTo>
                    <a:pt x="387" y="496"/>
                    <a:pt x="496" y="388"/>
                    <a:pt x="496" y="245"/>
                  </a:cubicBezTo>
                  <a:cubicBezTo>
                    <a:pt x="496"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5" name="Google Shape;12375;p27"/>
            <p:cNvSpPr/>
            <p:nvPr/>
          </p:nvSpPr>
          <p:spPr>
            <a:xfrm>
              <a:off x="1319275" y="5147025"/>
              <a:ext cx="12550" cy="12425"/>
            </a:xfrm>
            <a:custGeom>
              <a:avLst/>
              <a:gdLst/>
              <a:ahLst/>
              <a:cxnLst/>
              <a:rect l="l" t="t" r="r" b="b"/>
              <a:pathLst>
                <a:path w="502" h="497" extrusionOk="0">
                  <a:moveTo>
                    <a:pt x="252" y="1"/>
                  </a:moveTo>
                  <a:cubicBezTo>
                    <a:pt x="114" y="1"/>
                    <a:pt x="1" y="109"/>
                    <a:pt x="1" y="245"/>
                  </a:cubicBezTo>
                  <a:cubicBezTo>
                    <a:pt x="1" y="388"/>
                    <a:pt x="114" y="496"/>
                    <a:pt x="252" y="496"/>
                  </a:cubicBezTo>
                  <a:cubicBezTo>
                    <a:pt x="388" y="496"/>
                    <a:pt x="501" y="388"/>
                    <a:pt x="501" y="245"/>
                  </a:cubicBezTo>
                  <a:cubicBezTo>
                    <a:pt x="501"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6" name="Google Shape;12376;p27"/>
            <p:cNvSpPr/>
            <p:nvPr/>
          </p:nvSpPr>
          <p:spPr>
            <a:xfrm>
              <a:off x="1411200" y="5147025"/>
              <a:ext cx="12425" cy="12425"/>
            </a:xfrm>
            <a:custGeom>
              <a:avLst/>
              <a:gdLst/>
              <a:ahLst/>
              <a:cxnLst/>
              <a:rect l="l" t="t" r="r" b="b"/>
              <a:pathLst>
                <a:path w="497" h="497" extrusionOk="0">
                  <a:moveTo>
                    <a:pt x="245" y="1"/>
                  </a:moveTo>
                  <a:cubicBezTo>
                    <a:pt x="109" y="1"/>
                    <a:pt x="1" y="109"/>
                    <a:pt x="1" y="245"/>
                  </a:cubicBezTo>
                  <a:cubicBezTo>
                    <a:pt x="1" y="388"/>
                    <a:pt x="109" y="496"/>
                    <a:pt x="245" y="496"/>
                  </a:cubicBezTo>
                  <a:cubicBezTo>
                    <a:pt x="388" y="496"/>
                    <a:pt x="496" y="388"/>
                    <a:pt x="496" y="245"/>
                  </a:cubicBezTo>
                  <a:cubicBezTo>
                    <a:pt x="496" y="109"/>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7" name="Google Shape;12377;p27"/>
            <p:cNvSpPr/>
            <p:nvPr/>
          </p:nvSpPr>
          <p:spPr>
            <a:xfrm>
              <a:off x="1503000" y="5147025"/>
              <a:ext cx="12525" cy="12425"/>
            </a:xfrm>
            <a:custGeom>
              <a:avLst/>
              <a:gdLst/>
              <a:ahLst/>
              <a:cxnLst/>
              <a:rect l="l" t="t" r="r" b="b"/>
              <a:pathLst>
                <a:path w="501" h="497" extrusionOk="0">
                  <a:moveTo>
                    <a:pt x="250" y="1"/>
                  </a:moveTo>
                  <a:cubicBezTo>
                    <a:pt x="114" y="1"/>
                    <a:pt x="0" y="109"/>
                    <a:pt x="0" y="245"/>
                  </a:cubicBezTo>
                  <a:cubicBezTo>
                    <a:pt x="0" y="388"/>
                    <a:pt x="114" y="496"/>
                    <a:pt x="250" y="496"/>
                  </a:cubicBezTo>
                  <a:cubicBezTo>
                    <a:pt x="387" y="496"/>
                    <a:pt x="501" y="388"/>
                    <a:pt x="501" y="245"/>
                  </a:cubicBezTo>
                  <a:cubicBezTo>
                    <a:pt x="501" y="109"/>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8" name="Google Shape;12378;p27"/>
            <p:cNvSpPr/>
            <p:nvPr/>
          </p:nvSpPr>
          <p:spPr>
            <a:xfrm>
              <a:off x="1594750" y="5147025"/>
              <a:ext cx="12575" cy="12425"/>
            </a:xfrm>
            <a:custGeom>
              <a:avLst/>
              <a:gdLst/>
              <a:ahLst/>
              <a:cxnLst/>
              <a:rect l="l" t="t" r="r" b="b"/>
              <a:pathLst>
                <a:path w="503" h="497" extrusionOk="0">
                  <a:moveTo>
                    <a:pt x="251" y="1"/>
                  </a:moveTo>
                  <a:cubicBezTo>
                    <a:pt x="115" y="1"/>
                    <a:pt x="0" y="109"/>
                    <a:pt x="0" y="245"/>
                  </a:cubicBezTo>
                  <a:cubicBezTo>
                    <a:pt x="0" y="388"/>
                    <a:pt x="115" y="496"/>
                    <a:pt x="251" y="496"/>
                  </a:cubicBezTo>
                  <a:cubicBezTo>
                    <a:pt x="394" y="496"/>
                    <a:pt x="503" y="388"/>
                    <a:pt x="503" y="245"/>
                  </a:cubicBezTo>
                  <a:cubicBezTo>
                    <a:pt x="503" y="109"/>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9" name="Google Shape;12379;p27"/>
            <p:cNvSpPr/>
            <p:nvPr/>
          </p:nvSpPr>
          <p:spPr>
            <a:xfrm>
              <a:off x="1686650" y="5147025"/>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0" name="Google Shape;12380;p27"/>
            <p:cNvSpPr/>
            <p:nvPr/>
          </p:nvSpPr>
          <p:spPr>
            <a:xfrm>
              <a:off x="1778450" y="5147025"/>
              <a:ext cx="12550" cy="12425"/>
            </a:xfrm>
            <a:custGeom>
              <a:avLst/>
              <a:gdLst/>
              <a:ahLst/>
              <a:cxnLst/>
              <a:rect l="l" t="t" r="r" b="b"/>
              <a:pathLst>
                <a:path w="502" h="497" extrusionOk="0">
                  <a:moveTo>
                    <a:pt x="252" y="1"/>
                  </a:moveTo>
                  <a:cubicBezTo>
                    <a:pt x="114" y="1"/>
                    <a:pt x="1" y="109"/>
                    <a:pt x="1" y="245"/>
                  </a:cubicBezTo>
                  <a:cubicBezTo>
                    <a:pt x="1" y="388"/>
                    <a:pt x="114" y="496"/>
                    <a:pt x="252" y="496"/>
                  </a:cubicBezTo>
                  <a:cubicBezTo>
                    <a:pt x="388" y="496"/>
                    <a:pt x="501" y="388"/>
                    <a:pt x="501" y="245"/>
                  </a:cubicBezTo>
                  <a:cubicBezTo>
                    <a:pt x="501"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1" name="Google Shape;12381;p27"/>
            <p:cNvSpPr/>
            <p:nvPr/>
          </p:nvSpPr>
          <p:spPr>
            <a:xfrm>
              <a:off x="1870375" y="5147025"/>
              <a:ext cx="12400" cy="12425"/>
            </a:xfrm>
            <a:custGeom>
              <a:avLst/>
              <a:gdLst/>
              <a:ahLst/>
              <a:cxnLst/>
              <a:rect l="l" t="t" r="r" b="b"/>
              <a:pathLst>
                <a:path w="496" h="497" extrusionOk="0">
                  <a:moveTo>
                    <a:pt x="252" y="1"/>
                  </a:moveTo>
                  <a:cubicBezTo>
                    <a:pt x="109" y="1"/>
                    <a:pt x="0" y="109"/>
                    <a:pt x="0" y="245"/>
                  </a:cubicBezTo>
                  <a:cubicBezTo>
                    <a:pt x="0" y="388"/>
                    <a:pt x="109" y="496"/>
                    <a:pt x="252" y="496"/>
                  </a:cubicBezTo>
                  <a:cubicBezTo>
                    <a:pt x="387" y="496"/>
                    <a:pt x="496" y="388"/>
                    <a:pt x="496" y="245"/>
                  </a:cubicBezTo>
                  <a:cubicBezTo>
                    <a:pt x="496"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2" name="Google Shape;12382;p27"/>
            <p:cNvSpPr/>
            <p:nvPr/>
          </p:nvSpPr>
          <p:spPr>
            <a:xfrm>
              <a:off x="1962150" y="5147025"/>
              <a:ext cx="12550" cy="12425"/>
            </a:xfrm>
            <a:custGeom>
              <a:avLst/>
              <a:gdLst/>
              <a:ahLst/>
              <a:cxnLst/>
              <a:rect l="l" t="t" r="r" b="b"/>
              <a:pathLst>
                <a:path w="502" h="497" extrusionOk="0">
                  <a:moveTo>
                    <a:pt x="250" y="1"/>
                  </a:moveTo>
                  <a:cubicBezTo>
                    <a:pt x="114" y="1"/>
                    <a:pt x="1" y="109"/>
                    <a:pt x="1" y="245"/>
                  </a:cubicBezTo>
                  <a:cubicBezTo>
                    <a:pt x="1" y="388"/>
                    <a:pt x="114" y="496"/>
                    <a:pt x="250" y="496"/>
                  </a:cubicBezTo>
                  <a:cubicBezTo>
                    <a:pt x="388" y="496"/>
                    <a:pt x="502" y="388"/>
                    <a:pt x="502" y="245"/>
                  </a:cubicBezTo>
                  <a:cubicBezTo>
                    <a:pt x="502"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3" name="Google Shape;12383;p27"/>
            <p:cNvSpPr/>
            <p:nvPr/>
          </p:nvSpPr>
          <p:spPr>
            <a:xfrm>
              <a:off x="2054075" y="5147025"/>
              <a:ext cx="12425" cy="12425"/>
            </a:xfrm>
            <a:custGeom>
              <a:avLst/>
              <a:gdLst/>
              <a:ahLst/>
              <a:cxnLst/>
              <a:rect l="l" t="t" r="r" b="b"/>
              <a:pathLst>
                <a:path w="497" h="497" extrusionOk="0">
                  <a:moveTo>
                    <a:pt x="252" y="1"/>
                  </a:moveTo>
                  <a:cubicBezTo>
                    <a:pt x="109" y="1"/>
                    <a:pt x="1" y="109"/>
                    <a:pt x="1" y="245"/>
                  </a:cubicBezTo>
                  <a:cubicBezTo>
                    <a:pt x="1" y="388"/>
                    <a:pt x="109" y="496"/>
                    <a:pt x="252" y="496"/>
                  </a:cubicBezTo>
                  <a:cubicBezTo>
                    <a:pt x="388" y="496"/>
                    <a:pt x="496" y="388"/>
                    <a:pt x="496" y="245"/>
                  </a:cubicBezTo>
                  <a:cubicBezTo>
                    <a:pt x="496"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4" name="Google Shape;12384;p27"/>
            <p:cNvSpPr/>
            <p:nvPr/>
          </p:nvSpPr>
          <p:spPr>
            <a:xfrm>
              <a:off x="2145825" y="5147025"/>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5" name="Google Shape;12385;p27"/>
            <p:cNvSpPr/>
            <p:nvPr/>
          </p:nvSpPr>
          <p:spPr>
            <a:xfrm>
              <a:off x="2237800" y="5147025"/>
              <a:ext cx="12350" cy="12425"/>
            </a:xfrm>
            <a:custGeom>
              <a:avLst/>
              <a:gdLst/>
              <a:ahLst/>
              <a:cxnLst/>
              <a:rect l="l" t="t" r="r" b="b"/>
              <a:pathLst>
                <a:path w="494" h="497" extrusionOk="0">
                  <a:moveTo>
                    <a:pt x="244" y="1"/>
                  </a:moveTo>
                  <a:cubicBezTo>
                    <a:pt x="107" y="1"/>
                    <a:pt x="0" y="109"/>
                    <a:pt x="0" y="245"/>
                  </a:cubicBezTo>
                  <a:cubicBezTo>
                    <a:pt x="0" y="388"/>
                    <a:pt x="107" y="496"/>
                    <a:pt x="244" y="496"/>
                  </a:cubicBezTo>
                  <a:cubicBezTo>
                    <a:pt x="387" y="496"/>
                    <a:pt x="494" y="388"/>
                    <a:pt x="494" y="245"/>
                  </a:cubicBezTo>
                  <a:cubicBezTo>
                    <a:pt x="494" y="109"/>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6" name="Google Shape;12386;p27"/>
            <p:cNvSpPr/>
            <p:nvPr/>
          </p:nvSpPr>
          <p:spPr>
            <a:xfrm>
              <a:off x="2329550" y="5147025"/>
              <a:ext cx="12575" cy="12425"/>
            </a:xfrm>
            <a:custGeom>
              <a:avLst/>
              <a:gdLst/>
              <a:ahLst/>
              <a:cxnLst/>
              <a:rect l="l" t="t" r="r" b="b"/>
              <a:pathLst>
                <a:path w="503" h="497" extrusionOk="0">
                  <a:moveTo>
                    <a:pt x="251" y="1"/>
                  </a:moveTo>
                  <a:cubicBezTo>
                    <a:pt x="115" y="1"/>
                    <a:pt x="0" y="109"/>
                    <a:pt x="0" y="245"/>
                  </a:cubicBezTo>
                  <a:cubicBezTo>
                    <a:pt x="0" y="388"/>
                    <a:pt x="115" y="496"/>
                    <a:pt x="251" y="496"/>
                  </a:cubicBezTo>
                  <a:cubicBezTo>
                    <a:pt x="387" y="496"/>
                    <a:pt x="502" y="388"/>
                    <a:pt x="502" y="245"/>
                  </a:cubicBezTo>
                  <a:cubicBezTo>
                    <a:pt x="502"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7" name="Google Shape;12387;p27"/>
            <p:cNvSpPr/>
            <p:nvPr/>
          </p:nvSpPr>
          <p:spPr>
            <a:xfrm>
              <a:off x="2421325" y="5147025"/>
              <a:ext cx="12550" cy="12425"/>
            </a:xfrm>
            <a:custGeom>
              <a:avLst/>
              <a:gdLst/>
              <a:ahLst/>
              <a:cxnLst/>
              <a:rect l="l" t="t" r="r" b="b"/>
              <a:pathLst>
                <a:path w="502" h="497" extrusionOk="0">
                  <a:moveTo>
                    <a:pt x="250" y="1"/>
                  </a:moveTo>
                  <a:cubicBezTo>
                    <a:pt x="114" y="1"/>
                    <a:pt x="1" y="109"/>
                    <a:pt x="1" y="245"/>
                  </a:cubicBezTo>
                  <a:cubicBezTo>
                    <a:pt x="1" y="388"/>
                    <a:pt x="114" y="496"/>
                    <a:pt x="250" y="496"/>
                  </a:cubicBezTo>
                  <a:cubicBezTo>
                    <a:pt x="395" y="496"/>
                    <a:pt x="501" y="388"/>
                    <a:pt x="501" y="245"/>
                  </a:cubicBezTo>
                  <a:cubicBezTo>
                    <a:pt x="501" y="109"/>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8" name="Google Shape;12388;p27"/>
            <p:cNvSpPr/>
            <p:nvPr/>
          </p:nvSpPr>
          <p:spPr>
            <a:xfrm>
              <a:off x="2513250" y="5147025"/>
              <a:ext cx="12575" cy="12425"/>
            </a:xfrm>
            <a:custGeom>
              <a:avLst/>
              <a:gdLst/>
              <a:ahLst/>
              <a:cxnLst/>
              <a:rect l="l" t="t" r="r" b="b"/>
              <a:pathLst>
                <a:path w="503" h="497" extrusionOk="0">
                  <a:moveTo>
                    <a:pt x="252" y="1"/>
                  </a:moveTo>
                  <a:cubicBezTo>
                    <a:pt x="109" y="1"/>
                    <a:pt x="0" y="109"/>
                    <a:pt x="0" y="245"/>
                  </a:cubicBezTo>
                  <a:cubicBezTo>
                    <a:pt x="0" y="388"/>
                    <a:pt x="109"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9" name="Google Shape;12389;p27"/>
            <p:cNvSpPr/>
            <p:nvPr/>
          </p:nvSpPr>
          <p:spPr>
            <a:xfrm>
              <a:off x="2605000" y="5147025"/>
              <a:ext cx="12575" cy="12425"/>
            </a:xfrm>
            <a:custGeom>
              <a:avLst/>
              <a:gdLst/>
              <a:ahLst/>
              <a:cxnLst/>
              <a:rect l="l" t="t" r="r" b="b"/>
              <a:pathLst>
                <a:path w="503" h="497" extrusionOk="0">
                  <a:moveTo>
                    <a:pt x="252" y="1"/>
                  </a:moveTo>
                  <a:cubicBezTo>
                    <a:pt x="116" y="1"/>
                    <a:pt x="0" y="109"/>
                    <a:pt x="0" y="245"/>
                  </a:cubicBezTo>
                  <a:cubicBezTo>
                    <a:pt x="0" y="388"/>
                    <a:pt x="116" y="496"/>
                    <a:pt x="252" y="496"/>
                  </a:cubicBezTo>
                  <a:cubicBezTo>
                    <a:pt x="387" y="496"/>
                    <a:pt x="503" y="388"/>
                    <a:pt x="503" y="245"/>
                  </a:cubicBezTo>
                  <a:cubicBezTo>
                    <a:pt x="503"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0" name="Google Shape;12390;p27"/>
            <p:cNvSpPr/>
            <p:nvPr/>
          </p:nvSpPr>
          <p:spPr>
            <a:xfrm>
              <a:off x="2696950" y="5147025"/>
              <a:ext cx="12375" cy="12425"/>
            </a:xfrm>
            <a:custGeom>
              <a:avLst/>
              <a:gdLst/>
              <a:ahLst/>
              <a:cxnLst/>
              <a:rect l="l" t="t" r="r" b="b"/>
              <a:pathLst>
                <a:path w="495" h="497" extrusionOk="0">
                  <a:moveTo>
                    <a:pt x="252" y="1"/>
                  </a:moveTo>
                  <a:cubicBezTo>
                    <a:pt x="108" y="1"/>
                    <a:pt x="1" y="109"/>
                    <a:pt x="1" y="245"/>
                  </a:cubicBezTo>
                  <a:cubicBezTo>
                    <a:pt x="1" y="388"/>
                    <a:pt x="108" y="496"/>
                    <a:pt x="252" y="496"/>
                  </a:cubicBezTo>
                  <a:cubicBezTo>
                    <a:pt x="388" y="496"/>
                    <a:pt x="495" y="388"/>
                    <a:pt x="495" y="245"/>
                  </a:cubicBezTo>
                  <a:cubicBezTo>
                    <a:pt x="495"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1" name="Google Shape;12391;p27"/>
            <p:cNvSpPr/>
            <p:nvPr/>
          </p:nvSpPr>
          <p:spPr>
            <a:xfrm>
              <a:off x="2788700" y="5147025"/>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2" name="Google Shape;12392;p27"/>
            <p:cNvSpPr/>
            <p:nvPr/>
          </p:nvSpPr>
          <p:spPr>
            <a:xfrm>
              <a:off x="2880675" y="5147025"/>
              <a:ext cx="12375" cy="12425"/>
            </a:xfrm>
            <a:custGeom>
              <a:avLst/>
              <a:gdLst/>
              <a:ahLst/>
              <a:cxnLst/>
              <a:rect l="l" t="t" r="r" b="b"/>
              <a:pathLst>
                <a:path w="495" h="497" extrusionOk="0">
                  <a:moveTo>
                    <a:pt x="243" y="1"/>
                  </a:moveTo>
                  <a:cubicBezTo>
                    <a:pt x="107" y="1"/>
                    <a:pt x="0" y="109"/>
                    <a:pt x="0" y="245"/>
                  </a:cubicBezTo>
                  <a:cubicBezTo>
                    <a:pt x="0" y="388"/>
                    <a:pt x="107" y="496"/>
                    <a:pt x="243" y="496"/>
                  </a:cubicBezTo>
                  <a:cubicBezTo>
                    <a:pt x="387" y="496"/>
                    <a:pt x="494" y="388"/>
                    <a:pt x="494" y="245"/>
                  </a:cubicBezTo>
                  <a:cubicBezTo>
                    <a:pt x="494" y="109"/>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3" name="Google Shape;12393;p27"/>
            <p:cNvSpPr/>
            <p:nvPr/>
          </p:nvSpPr>
          <p:spPr>
            <a:xfrm>
              <a:off x="2972425" y="5147025"/>
              <a:ext cx="12575" cy="12425"/>
            </a:xfrm>
            <a:custGeom>
              <a:avLst/>
              <a:gdLst/>
              <a:ahLst/>
              <a:cxnLst/>
              <a:rect l="l" t="t" r="r" b="b"/>
              <a:pathLst>
                <a:path w="503" h="497" extrusionOk="0">
                  <a:moveTo>
                    <a:pt x="251" y="1"/>
                  </a:moveTo>
                  <a:cubicBezTo>
                    <a:pt x="115" y="1"/>
                    <a:pt x="0" y="109"/>
                    <a:pt x="0" y="245"/>
                  </a:cubicBezTo>
                  <a:cubicBezTo>
                    <a:pt x="0" y="388"/>
                    <a:pt x="115" y="496"/>
                    <a:pt x="251" y="496"/>
                  </a:cubicBezTo>
                  <a:cubicBezTo>
                    <a:pt x="387" y="496"/>
                    <a:pt x="503" y="388"/>
                    <a:pt x="503" y="245"/>
                  </a:cubicBezTo>
                  <a:cubicBezTo>
                    <a:pt x="503"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4" name="Google Shape;12394;p27"/>
            <p:cNvSpPr/>
            <p:nvPr/>
          </p:nvSpPr>
          <p:spPr>
            <a:xfrm>
              <a:off x="3064375" y="5147025"/>
              <a:ext cx="12375" cy="12425"/>
            </a:xfrm>
            <a:custGeom>
              <a:avLst/>
              <a:gdLst/>
              <a:ahLst/>
              <a:cxnLst/>
              <a:rect l="l" t="t" r="r" b="b"/>
              <a:pathLst>
                <a:path w="495" h="497" extrusionOk="0">
                  <a:moveTo>
                    <a:pt x="243" y="1"/>
                  </a:moveTo>
                  <a:cubicBezTo>
                    <a:pt x="107" y="1"/>
                    <a:pt x="1" y="109"/>
                    <a:pt x="1" y="245"/>
                  </a:cubicBezTo>
                  <a:cubicBezTo>
                    <a:pt x="1" y="388"/>
                    <a:pt x="107" y="496"/>
                    <a:pt x="243" y="496"/>
                  </a:cubicBezTo>
                  <a:cubicBezTo>
                    <a:pt x="388" y="496"/>
                    <a:pt x="495" y="388"/>
                    <a:pt x="495" y="245"/>
                  </a:cubicBezTo>
                  <a:cubicBezTo>
                    <a:pt x="495" y="109"/>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5" name="Google Shape;12395;p27"/>
            <p:cNvSpPr/>
            <p:nvPr/>
          </p:nvSpPr>
          <p:spPr>
            <a:xfrm>
              <a:off x="3156125" y="5147025"/>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6" name="Google Shape;12396;p27"/>
            <p:cNvSpPr/>
            <p:nvPr/>
          </p:nvSpPr>
          <p:spPr>
            <a:xfrm>
              <a:off x="3247875" y="5147025"/>
              <a:ext cx="12575" cy="12425"/>
            </a:xfrm>
            <a:custGeom>
              <a:avLst/>
              <a:gdLst/>
              <a:ahLst/>
              <a:cxnLst/>
              <a:rect l="l" t="t" r="r" b="b"/>
              <a:pathLst>
                <a:path w="503"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7" name="Google Shape;12397;p27"/>
            <p:cNvSpPr/>
            <p:nvPr/>
          </p:nvSpPr>
          <p:spPr>
            <a:xfrm>
              <a:off x="3339850" y="5147025"/>
              <a:ext cx="12525" cy="12425"/>
            </a:xfrm>
            <a:custGeom>
              <a:avLst/>
              <a:gdLst/>
              <a:ahLst/>
              <a:cxnLst/>
              <a:rect l="l" t="t" r="r" b="b"/>
              <a:pathLst>
                <a:path w="501" h="497" extrusionOk="0">
                  <a:moveTo>
                    <a:pt x="251" y="1"/>
                  </a:moveTo>
                  <a:cubicBezTo>
                    <a:pt x="107" y="1"/>
                    <a:pt x="0" y="109"/>
                    <a:pt x="0" y="245"/>
                  </a:cubicBezTo>
                  <a:cubicBezTo>
                    <a:pt x="0" y="388"/>
                    <a:pt x="107" y="496"/>
                    <a:pt x="251" y="496"/>
                  </a:cubicBezTo>
                  <a:cubicBezTo>
                    <a:pt x="387" y="496"/>
                    <a:pt x="501" y="388"/>
                    <a:pt x="501" y="245"/>
                  </a:cubicBezTo>
                  <a:cubicBezTo>
                    <a:pt x="501"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8" name="Google Shape;12398;p27"/>
            <p:cNvSpPr/>
            <p:nvPr/>
          </p:nvSpPr>
          <p:spPr>
            <a:xfrm>
              <a:off x="3431575" y="5147025"/>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9" name="Google Shape;12399;p27"/>
            <p:cNvSpPr/>
            <p:nvPr/>
          </p:nvSpPr>
          <p:spPr>
            <a:xfrm>
              <a:off x="3523550" y="5147025"/>
              <a:ext cx="12375" cy="12425"/>
            </a:xfrm>
            <a:custGeom>
              <a:avLst/>
              <a:gdLst/>
              <a:ahLst/>
              <a:cxnLst/>
              <a:rect l="l" t="t" r="r" b="b"/>
              <a:pathLst>
                <a:path w="495" h="497" extrusionOk="0">
                  <a:moveTo>
                    <a:pt x="250" y="1"/>
                  </a:moveTo>
                  <a:cubicBezTo>
                    <a:pt x="107" y="1"/>
                    <a:pt x="0" y="109"/>
                    <a:pt x="0" y="245"/>
                  </a:cubicBezTo>
                  <a:cubicBezTo>
                    <a:pt x="0" y="388"/>
                    <a:pt x="107" y="496"/>
                    <a:pt x="250" y="496"/>
                  </a:cubicBezTo>
                  <a:cubicBezTo>
                    <a:pt x="388" y="496"/>
                    <a:pt x="494" y="388"/>
                    <a:pt x="494" y="245"/>
                  </a:cubicBezTo>
                  <a:cubicBezTo>
                    <a:pt x="494"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0" name="Google Shape;12400;p27"/>
            <p:cNvSpPr/>
            <p:nvPr/>
          </p:nvSpPr>
          <p:spPr>
            <a:xfrm>
              <a:off x="676400" y="52387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1" name="Google Shape;12401;p27"/>
            <p:cNvSpPr/>
            <p:nvPr/>
          </p:nvSpPr>
          <p:spPr>
            <a:xfrm>
              <a:off x="768325" y="5238775"/>
              <a:ext cx="12400" cy="12600"/>
            </a:xfrm>
            <a:custGeom>
              <a:avLst/>
              <a:gdLst/>
              <a:ahLst/>
              <a:cxnLst/>
              <a:rect l="l" t="t" r="r" b="b"/>
              <a:pathLst>
                <a:path w="496" h="504"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2" name="Google Shape;12402;p27"/>
            <p:cNvSpPr/>
            <p:nvPr/>
          </p:nvSpPr>
          <p:spPr>
            <a:xfrm>
              <a:off x="860125" y="5238775"/>
              <a:ext cx="12525" cy="12600"/>
            </a:xfrm>
            <a:custGeom>
              <a:avLst/>
              <a:gdLst/>
              <a:ahLst/>
              <a:cxnLst/>
              <a:rect l="l" t="t" r="r" b="b"/>
              <a:pathLst>
                <a:path w="501" h="504"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3" name="Google Shape;12403;p27"/>
            <p:cNvSpPr/>
            <p:nvPr/>
          </p:nvSpPr>
          <p:spPr>
            <a:xfrm>
              <a:off x="951850" y="52387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4" name="Google Shape;12404;p27"/>
            <p:cNvSpPr/>
            <p:nvPr/>
          </p:nvSpPr>
          <p:spPr>
            <a:xfrm>
              <a:off x="1043825" y="5238775"/>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5" name="Google Shape;12405;p27"/>
            <p:cNvSpPr/>
            <p:nvPr/>
          </p:nvSpPr>
          <p:spPr>
            <a:xfrm>
              <a:off x="1135575" y="5238775"/>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6" name="Google Shape;12406;p27"/>
            <p:cNvSpPr/>
            <p:nvPr/>
          </p:nvSpPr>
          <p:spPr>
            <a:xfrm>
              <a:off x="1227500" y="5238775"/>
              <a:ext cx="12400" cy="12600"/>
            </a:xfrm>
            <a:custGeom>
              <a:avLst/>
              <a:gdLst/>
              <a:ahLst/>
              <a:cxnLst/>
              <a:rect l="l" t="t" r="r" b="b"/>
              <a:pathLst>
                <a:path w="496" h="504"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7" name="Google Shape;12407;p27"/>
            <p:cNvSpPr/>
            <p:nvPr/>
          </p:nvSpPr>
          <p:spPr>
            <a:xfrm>
              <a:off x="1319275" y="5238775"/>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8" name="Google Shape;12408;p27"/>
            <p:cNvSpPr/>
            <p:nvPr/>
          </p:nvSpPr>
          <p:spPr>
            <a:xfrm>
              <a:off x="1411200" y="5238775"/>
              <a:ext cx="12425" cy="12600"/>
            </a:xfrm>
            <a:custGeom>
              <a:avLst/>
              <a:gdLst/>
              <a:ahLst/>
              <a:cxnLst/>
              <a:rect l="l" t="t" r="r" b="b"/>
              <a:pathLst>
                <a:path w="497" h="504"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9" name="Google Shape;12409;p27"/>
            <p:cNvSpPr/>
            <p:nvPr/>
          </p:nvSpPr>
          <p:spPr>
            <a:xfrm>
              <a:off x="1503000" y="5238775"/>
              <a:ext cx="12525" cy="12600"/>
            </a:xfrm>
            <a:custGeom>
              <a:avLst/>
              <a:gdLst/>
              <a:ahLst/>
              <a:cxnLst/>
              <a:rect l="l" t="t" r="r" b="b"/>
              <a:pathLst>
                <a:path w="501" h="504"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0" name="Google Shape;12410;p27"/>
            <p:cNvSpPr/>
            <p:nvPr/>
          </p:nvSpPr>
          <p:spPr>
            <a:xfrm>
              <a:off x="1594750" y="5238775"/>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1" name="Google Shape;12411;p27"/>
            <p:cNvSpPr/>
            <p:nvPr/>
          </p:nvSpPr>
          <p:spPr>
            <a:xfrm>
              <a:off x="1686650" y="52387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2" name="Google Shape;12412;p27"/>
            <p:cNvSpPr/>
            <p:nvPr/>
          </p:nvSpPr>
          <p:spPr>
            <a:xfrm>
              <a:off x="1778450" y="5238775"/>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3" name="Google Shape;12413;p27"/>
            <p:cNvSpPr/>
            <p:nvPr/>
          </p:nvSpPr>
          <p:spPr>
            <a:xfrm>
              <a:off x="1870375" y="5238775"/>
              <a:ext cx="12400" cy="12600"/>
            </a:xfrm>
            <a:custGeom>
              <a:avLst/>
              <a:gdLst/>
              <a:ahLst/>
              <a:cxnLst/>
              <a:rect l="l" t="t" r="r" b="b"/>
              <a:pathLst>
                <a:path w="496" h="504"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4" name="Google Shape;12414;p27"/>
            <p:cNvSpPr/>
            <p:nvPr/>
          </p:nvSpPr>
          <p:spPr>
            <a:xfrm>
              <a:off x="1962150" y="5238775"/>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5" name="Google Shape;12415;p27"/>
            <p:cNvSpPr/>
            <p:nvPr/>
          </p:nvSpPr>
          <p:spPr>
            <a:xfrm>
              <a:off x="2054075" y="5238775"/>
              <a:ext cx="12425" cy="12600"/>
            </a:xfrm>
            <a:custGeom>
              <a:avLst/>
              <a:gdLst/>
              <a:ahLst/>
              <a:cxnLst/>
              <a:rect l="l" t="t" r="r" b="b"/>
              <a:pathLst>
                <a:path w="497" h="504"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6" name="Google Shape;12416;p27"/>
            <p:cNvSpPr/>
            <p:nvPr/>
          </p:nvSpPr>
          <p:spPr>
            <a:xfrm>
              <a:off x="2145825" y="52387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7" name="Google Shape;12417;p27"/>
            <p:cNvSpPr/>
            <p:nvPr/>
          </p:nvSpPr>
          <p:spPr>
            <a:xfrm>
              <a:off x="2237800" y="5238775"/>
              <a:ext cx="12350" cy="12600"/>
            </a:xfrm>
            <a:custGeom>
              <a:avLst/>
              <a:gdLst/>
              <a:ahLst/>
              <a:cxnLst/>
              <a:rect l="l" t="t" r="r" b="b"/>
              <a:pathLst>
                <a:path w="494" h="504"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8" name="Google Shape;12418;p27"/>
            <p:cNvSpPr/>
            <p:nvPr/>
          </p:nvSpPr>
          <p:spPr>
            <a:xfrm>
              <a:off x="2329550" y="5238775"/>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9" name="Google Shape;12419;p27"/>
            <p:cNvSpPr/>
            <p:nvPr/>
          </p:nvSpPr>
          <p:spPr>
            <a:xfrm>
              <a:off x="2421325" y="5238775"/>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0" name="Google Shape;12420;p27"/>
            <p:cNvSpPr/>
            <p:nvPr/>
          </p:nvSpPr>
          <p:spPr>
            <a:xfrm>
              <a:off x="2513250" y="5238775"/>
              <a:ext cx="12575" cy="12600"/>
            </a:xfrm>
            <a:custGeom>
              <a:avLst/>
              <a:gdLst/>
              <a:ahLst/>
              <a:cxnLst/>
              <a:rect l="l" t="t" r="r" b="b"/>
              <a:pathLst>
                <a:path w="503" h="504"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1" name="Google Shape;12421;p27"/>
            <p:cNvSpPr/>
            <p:nvPr/>
          </p:nvSpPr>
          <p:spPr>
            <a:xfrm>
              <a:off x="2605000" y="5238775"/>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2" name="Google Shape;12422;p27"/>
            <p:cNvSpPr/>
            <p:nvPr/>
          </p:nvSpPr>
          <p:spPr>
            <a:xfrm>
              <a:off x="2696950" y="5238775"/>
              <a:ext cx="12375" cy="12600"/>
            </a:xfrm>
            <a:custGeom>
              <a:avLst/>
              <a:gdLst/>
              <a:ahLst/>
              <a:cxnLst/>
              <a:rect l="l" t="t" r="r" b="b"/>
              <a:pathLst>
                <a:path w="495" h="504"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3" name="Google Shape;12423;p27"/>
            <p:cNvSpPr/>
            <p:nvPr/>
          </p:nvSpPr>
          <p:spPr>
            <a:xfrm>
              <a:off x="2788700" y="52387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4" name="Google Shape;12424;p27"/>
            <p:cNvSpPr/>
            <p:nvPr/>
          </p:nvSpPr>
          <p:spPr>
            <a:xfrm>
              <a:off x="2880675" y="5238775"/>
              <a:ext cx="12375" cy="12600"/>
            </a:xfrm>
            <a:custGeom>
              <a:avLst/>
              <a:gdLst/>
              <a:ahLst/>
              <a:cxnLst/>
              <a:rect l="l" t="t" r="r" b="b"/>
              <a:pathLst>
                <a:path w="495" h="504"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5" name="Google Shape;12425;p27"/>
            <p:cNvSpPr/>
            <p:nvPr/>
          </p:nvSpPr>
          <p:spPr>
            <a:xfrm>
              <a:off x="2972425" y="5238775"/>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6" name="Google Shape;12426;p27"/>
            <p:cNvSpPr/>
            <p:nvPr/>
          </p:nvSpPr>
          <p:spPr>
            <a:xfrm>
              <a:off x="3064375" y="5238775"/>
              <a:ext cx="12375" cy="12600"/>
            </a:xfrm>
            <a:custGeom>
              <a:avLst/>
              <a:gdLst/>
              <a:ahLst/>
              <a:cxnLst/>
              <a:rect l="l" t="t" r="r" b="b"/>
              <a:pathLst>
                <a:path w="495" h="504"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7" name="Google Shape;12427;p27"/>
            <p:cNvSpPr/>
            <p:nvPr/>
          </p:nvSpPr>
          <p:spPr>
            <a:xfrm>
              <a:off x="3156125" y="52387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8" name="Google Shape;12428;p27"/>
            <p:cNvSpPr/>
            <p:nvPr/>
          </p:nvSpPr>
          <p:spPr>
            <a:xfrm>
              <a:off x="3247875" y="5238775"/>
              <a:ext cx="12575" cy="12600"/>
            </a:xfrm>
            <a:custGeom>
              <a:avLst/>
              <a:gdLst/>
              <a:ahLst/>
              <a:cxnLst/>
              <a:rect l="l" t="t" r="r" b="b"/>
              <a:pathLst>
                <a:path w="503"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9" name="Google Shape;12429;p27"/>
            <p:cNvSpPr/>
            <p:nvPr/>
          </p:nvSpPr>
          <p:spPr>
            <a:xfrm>
              <a:off x="3339850" y="5238775"/>
              <a:ext cx="12525" cy="12600"/>
            </a:xfrm>
            <a:custGeom>
              <a:avLst/>
              <a:gdLst/>
              <a:ahLst/>
              <a:cxnLst/>
              <a:rect l="l" t="t" r="r" b="b"/>
              <a:pathLst>
                <a:path w="501" h="504"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0" name="Google Shape;12430;p27"/>
            <p:cNvSpPr/>
            <p:nvPr/>
          </p:nvSpPr>
          <p:spPr>
            <a:xfrm>
              <a:off x="3431575" y="52387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1" name="Google Shape;12431;p27"/>
            <p:cNvSpPr/>
            <p:nvPr/>
          </p:nvSpPr>
          <p:spPr>
            <a:xfrm>
              <a:off x="3523550" y="5238775"/>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2" name="Google Shape;12432;p27"/>
            <p:cNvSpPr/>
            <p:nvPr/>
          </p:nvSpPr>
          <p:spPr>
            <a:xfrm>
              <a:off x="676400" y="53305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3" name="Google Shape;12433;p27"/>
            <p:cNvSpPr/>
            <p:nvPr/>
          </p:nvSpPr>
          <p:spPr>
            <a:xfrm>
              <a:off x="768325" y="5330575"/>
              <a:ext cx="12400" cy="12550"/>
            </a:xfrm>
            <a:custGeom>
              <a:avLst/>
              <a:gdLst/>
              <a:ahLst/>
              <a:cxnLst/>
              <a:rect l="l" t="t" r="r" b="b"/>
              <a:pathLst>
                <a:path w="496" h="502" extrusionOk="0">
                  <a:moveTo>
                    <a:pt x="245" y="0"/>
                  </a:moveTo>
                  <a:cubicBezTo>
                    <a:pt x="109" y="0"/>
                    <a:pt x="0" y="114"/>
                    <a:pt x="0" y="252"/>
                  </a:cubicBezTo>
                  <a:cubicBezTo>
                    <a:pt x="0" y="388"/>
                    <a:pt x="109" y="501"/>
                    <a:pt x="245" y="501"/>
                  </a:cubicBezTo>
                  <a:cubicBezTo>
                    <a:pt x="388" y="501"/>
                    <a:pt x="496" y="388"/>
                    <a:pt x="496" y="252"/>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4" name="Google Shape;12434;p27"/>
            <p:cNvSpPr/>
            <p:nvPr/>
          </p:nvSpPr>
          <p:spPr>
            <a:xfrm>
              <a:off x="860125" y="5330575"/>
              <a:ext cx="12525" cy="12550"/>
            </a:xfrm>
            <a:custGeom>
              <a:avLst/>
              <a:gdLst/>
              <a:ahLst/>
              <a:cxnLst/>
              <a:rect l="l" t="t" r="r" b="b"/>
              <a:pathLst>
                <a:path w="501" h="502" extrusionOk="0">
                  <a:moveTo>
                    <a:pt x="251" y="0"/>
                  </a:moveTo>
                  <a:cubicBezTo>
                    <a:pt x="114" y="0"/>
                    <a:pt x="0" y="114"/>
                    <a:pt x="0" y="252"/>
                  </a:cubicBezTo>
                  <a:cubicBezTo>
                    <a:pt x="0" y="388"/>
                    <a:pt x="114" y="501"/>
                    <a:pt x="251" y="501"/>
                  </a:cubicBezTo>
                  <a:cubicBezTo>
                    <a:pt x="387" y="501"/>
                    <a:pt x="501" y="388"/>
                    <a:pt x="501" y="252"/>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5" name="Google Shape;12435;p27"/>
            <p:cNvSpPr/>
            <p:nvPr/>
          </p:nvSpPr>
          <p:spPr>
            <a:xfrm>
              <a:off x="951850" y="53305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6" name="Google Shape;12436;p27"/>
            <p:cNvSpPr/>
            <p:nvPr/>
          </p:nvSpPr>
          <p:spPr>
            <a:xfrm>
              <a:off x="1043825" y="5330575"/>
              <a:ext cx="12375" cy="12550"/>
            </a:xfrm>
            <a:custGeom>
              <a:avLst/>
              <a:gdLst/>
              <a:ahLst/>
              <a:cxnLst/>
              <a:rect l="l" t="t" r="r" b="b"/>
              <a:pathLst>
                <a:path w="495" h="502" extrusionOk="0">
                  <a:moveTo>
                    <a:pt x="250" y="0"/>
                  </a:moveTo>
                  <a:cubicBezTo>
                    <a:pt x="107" y="0"/>
                    <a:pt x="0" y="114"/>
                    <a:pt x="0" y="252"/>
                  </a:cubicBezTo>
                  <a:cubicBezTo>
                    <a:pt x="0" y="388"/>
                    <a:pt x="107" y="501"/>
                    <a:pt x="250" y="501"/>
                  </a:cubicBezTo>
                  <a:cubicBezTo>
                    <a:pt x="388" y="501"/>
                    <a:pt x="494" y="388"/>
                    <a:pt x="494" y="252"/>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7" name="Google Shape;12437;p27"/>
            <p:cNvSpPr/>
            <p:nvPr/>
          </p:nvSpPr>
          <p:spPr>
            <a:xfrm>
              <a:off x="1135575" y="5330575"/>
              <a:ext cx="12575" cy="12550"/>
            </a:xfrm>
            <a:custGeom>
              <a:avLst/>
              <a:gdLst/>
              <a:ahLst/>
              <a:cxnLst/>
              <a:rect l="l" t="t" r="r" b="b"/>
              <a:pathLst>
                <a:path w="503" h="502" extrusionOk="0">
                  <a:moveTo>
                    <a:pt x="252" y="0"/>
                  </a:moveTo>
                  <a:cubicBezTo>
                    <a:pt x="116" y="0"/>
                    <a:pt x="0" y="114"/>
                    <a:pt x="0" y="252"/>
                  </a:cubicBezTo>
                  <a:cubicBezTo>
                    <a:pt x="0" y="388"/>
                    <a:pt x="116" y="501"/>
                    <a:pt x="252" y="501"/>
                  </a:cubicBezTo>
                  <a:cubicBezTo>
                    <a:pt x="387" y="501"/>
                    <a:pt x="503" y="388"/>
                    <a:pt x="503" y="252"/>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8" name="Google Shape;12438;p27"/>
            <p:cNvSpPr/>
            <p:nvPr/>
          </p:nvSpPr>
          <p:spPr>
            <a:xfrm>
              <a:off x="1227500" y="5330575"/>
              <a:ext cx="12400" cy="12550"/>
            </a:xfrm>
            <a:custGeom>
              <a:avLst/>
              <a:gdLst/>
              <a:ahLst/>
              <a:cxnLst/>
              <a:rect l="l" t="t" r="r" b="b"/>
              <a:pathLst>
                <a:path w="496" h="502" extrusionOk="0">
                  <a:moveTo>
                    <a:pt x="251" y="0"/>
                  </a:moveTo>
                  <a:cubicBezTo>
                    <a:pt x="109" y="0"/>
                    <a:pt x="0" y="114"/>
                    <a:pt x="0" y="252"/>
                  </a:cubicBezTo>
                  <a:cubicBezTo>
                    <a:pt x="0" y="388"/>
                    <a:pt x="109" y="501"/>
                    <a:pt x="251" y="501"/>
                  </a:cubicBezTo>
                  <a:cubicBezTo>
                    <a:pt x="387" y="501"/>
                    <a:pt x="496" y="388"/>
                    <a:pt x="496" y="252"/>
                  </a:cubicBezTo>
                  <a:cubicBezTo>
                    <a:pt x="496"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9" name="Google Shape;12439;p27"/>
            <p:cNvSpPr/>
            <p:nvPr/>
          </p:nvSpPr>
          <p:spPr>
            <a:xfrm>
              <a:off x="1319275" y="5330575"/>
              <a:ext cx="12550" cy="12550"/>
            </a:xfrm>
            <a:custGeom>
              <a:avLst/>
              <a:gdLst/>
              <a:ahLst/>
              <a:cxnLst/>
              <a:rect l="l" t="t" r="r" b="b"/>
              <a:pathLst>
                <a:path w="502" h="502" extrusionOk="0">
                  <a:moveTo>
                    <a:pt x="252" y="0"/>
                  </a:moveTo>
                  <a:cubicBezTo>
                    <a:pt x="114" y="0"/>
                    <a:pt x="1" y="114"/>
                    <a:pt x="1" y="252"/>
                  </a:cubicBezTo>
                  <a:cubicBezTo>
                    <a:pt x="1" y="388"/>
                    <a:pt x="114" y="501"/>
                    <a:pt x="252" y="501"/>
                  </a:cubicBezTo>
                  <a:cubicBezTo>
                    <a:pt x="388" y="501"/>
                    <a:pt x="501" y="388"/>
                    <a:pt x="501" y="252"/>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0" name="Google Shape;12440;p27"/>
            <p:cNvSpPr/>
            <p:nvPr/>
          </p:nvSpPr>
          <p:spPr>
            <a:xfrm>
              <a:off x="1411200" y="5330575"/>
              <a:ext cx="12425" cy="12550"/>
            </a:xfrm>
            <a:custGeom>
              <a:avLst/>
              <a:gdLst/>
              <a:ahLst/>
              <a:cxnLst/>
              <a:rect l="l" t="t" r="r" b="b"/>
              <a:pathLst>
                <a:path w="497" h="502" extrusionOk="0">
                  <a:moveTo>
                    <a:pt x="245" y="0"/>
                  </a:moveTo>
                  <a:cubicBezTo>
                    <a:pt x="109" y="0"/>
                    <a:pt x="1" y="114"/>
                    <a:pt x="1" y="252"/>
                  </a:cubicBezTo>
                  <a:cubicBezTo>
                    <a:pt x="1" y="388"/>
                    <a:pt x="109" y="501"/>
                    <a:pt x="245" y="501"/>
                  </a:cubicBezTo>
                  <a:cubicBezTo>
                    <a:pt x="388" y="501"/>
                    <a:pt x="496" y="388"/>
                    <a:pt x="496" y="252"/>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1" name="Google Shape;12441;p27"/>
            <p:cNvSpPr/>
            <p:nvPr/>
          </p:nvSpPr>
          <p:spPr>
            <a:xfrm>
              <a:off x="1503000" y="5330575"/>
              <a:ext cx="12525" cy="12550"/>
            </a:xfrm>
            <a:custGeom>
              <a:avLst/>
              <a:gdLst/>
              <a:ahLst/>
              <a:cxnLst/>
              <a:rect l="l" t="t" r="r" b="b"/>
              <a:pathLst>
                <a:path w="501" h="502" extrusionOk="0">
                  <a:moveTo>
                    <a:pt x="250" y="0"/>
                  </a:moveTo>
                  <a:cubicBezTo>
                    <a:pt x="114" y="0"/>
                    <a:pt x="0" y="114"/>
                    <a:pt x="0" y="252"/>
                  </a:cubicBezTo>
                  <a:cubicBezTo>
                    <a:pt x="0" y="388"/>
                    <a:pt x="114" y="501"/>
                    <a:pt x="250" y="501"/>
                  </a:cubicBezTo>
                  <a:cubicBezTo>
                    <a:pt x="387" y="501"/>
                    <a:pt x="501" y="388"/>
                    <a:pt x="501" y="252"/>
                  </a:cubicBezTo>
                  <a:cubicBezTo>
                    <a:pt x="501" y="114"/>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2" name="Google Shape;12442;p27"/>
            <p:cNvSpPr/>
            <p:nvPr/>
          </p:nvSpPr>
          <p:spPr>
            <a:xfrm>
              <a:off x="1594750" y="5330575"/>
              <a:ext cx="12575" cy="12550"/>
            </a:xfrm>
            <a:custGeom>
              <a:avLst/>
              <a:gdLst/>
              <a:ahLst/>
              <a:cxnLst/>
              <a:rect l="l" t="t" r="r" b="b"/>
              <a:pathLst>
                <a:path w="503" h="502" extrusionOk="0">
                  <a:moveTo>
                    <a:pt x="251" y="0"/>
                  </a:moveTo>
                  <a:cubicBezTo>
                    <a:pt x="115" y="0"/>
                    <a:pt x="0" y="114"/>
                    <a:pt x="0" y="252"/>
                  </a:cubicBezTo>
                  <a:cubicBezTo>
                    <a:pt x="0" y="388"/>
                    <a:pt x="115" y="501"/>
                    <a:pt x="251" y="501"/>
                  </a:cubicBezTo>
                  <a:cubicBezTo>
                    <a:pt x="394" y="501"/>
                    <a:pt x="503" y="388"/>
                    <a:pt x="503" y="252"/>
                  </a:cubicBezTo>
                  <a:cubicBezTo>
                    <a:pt x="503" y="114"/>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3" name="Google Shape;12443;p27"/>
            <p:cNvSpPr/>
            <p:nvPr/>
          </p:nvSpPr>
          <p:spPr>
            <a:xfrm>
              <a:off x="1686650" y="53305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4" name="Google Shape;12444;p27"/>
            <p:cNvSpPr/>
            <p:nvPr/>
          </p:nvSpPr>
          <p:spPr>
            <a:xfrm>
              <a:off x="1778450" y="5330575"/>
              <a:ext cx="12550" cy="12550"/>
            </a:xfrm>
            <a:custGeom>
              <a:avLst/>
              <a:gdLst/>
              <a:ahLst/>
              <a:cxnLst/>
              <a:rect l="l" t="t" r="r" b="b"/>
              <a:pathLst>
                <a:path w="502" h="502" extrusionOk="0">
                  <a:moveTo>
                    <a:pt x="252" y="0"/>
                  </a:moveTo>
                  <a:cubicBezTo>
                    <a:pt x="114" y="0"/>
                    <a:pt x="1" y="114"/>
                    <a:pt x="1" y="252"/>
                  </a:cubicBezTo>
                  <a:cubicBezTo>
                    <a:pt x="1" y="388"/>
                    <a:pt x="114" y="501"/>
                    <a:pt x="252" y="501"/>
                  </a:cubicBezTo>
                  <a:cubicBezTo>
                    <a:pt x="388" y="501"/>
                    <a:pt x="501" y="388"/>
                    <a:pt x="501" y="252"/>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5" name="Google Shape;12445;p27"/>
            <p:cNvSpPr/>
            <p:nvPr/>
          </p:nvSpPr>
          <p:spPr>
            <a:xfrm>
              <a:off x="1870375" y="5330575"/>
              <a:ext cx="12400" cy="12550"/>
            </a:xfrm>
            <a:custGeom>
              <a:avLst/>
              <a:gdLst/>
              <a:ahLst/>
              <a:cxnLst/>
              <a:rect l="l" t="t" r="r" b="b"/>
              <a:pathLst>
                <a:path w="496" h="502" extrusionOk="0">
                  <a:moveTo>
                    <a:pt x="252" y="0"/>
                  </a:moveTo>
                  <a:cubicBezTo>
                    <a:pt x="109" y="0"/>
                    <a:pt x="0" y="114"/>
                    <a:pt x="0" y="252"/>
                  </a:cubicBezTo>
                  <a:cubicBezTo>
                    <a:pt x="0" y="388"/>
                    <a:pt x="109" y="501"/>
                    <a:pt x="252" y="501"/>
                  </a:cubicBezTo>
                  <a:cubicBezTo>
                    <a:pt x="387" y="501"/>
                    <a:pt x="496" y="388"/>
                    <a:pt x="496" y="252"/>
                  </a:cubicBezTo>
                  <a:cubicBezTo>
                    <a:pt x="496"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6" name="Google Shape;12446;p27"/>
            <p:cNvSpPr/>
            <p:nvPr/>
          </p:nvSpPr>
          <p:spPr>
            <a:xfrm>
              <a:off x="1962150" y="5330575"/>
              <a:ext cx="12550" cy="12550"/>
            </a:xfrm>
            <a:custGeom>
              <a:avLst/>
              <a:gdLst/>
              <a:ahLst/>
              <a:cxnLst/>
              <a:rect l="l" t="t" r="r" b="b"/>
              <a:pathLst>
                <a:path w="502" h="502" extrusionOk="0">
                  <a:moveTo>
                    <a:pt x="250" y="0"/>
                  </a:moveTo>
                  <a:cubicBezTo>
                    <a:pt x="114" y="0"/>
                    <a:pt x="1" y="114"/>
                    <a:pt x="1" y="252"/>
                  </a:cubicBezTo>
                  <a:cubicBezTo>
                    <a:pt x="1" y="388"/>
                    <a:pt x="114" y="501"/>
                    <a:pt x="250" y="501"/>
                  </a:cubicBezTo>
                  <a:cubicBezTo>
                    <a:pt x="388" y="501"/>
                    <a:pt x="502" y="388"/>
                    <a:pt x="502" y="252"/>
                  </a:cubicBezTo>
                  <a:cubicBezTo>
                    <a:pt x="502"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7" name="Google Shape;12447;p27"/>
            <p:cNvSpPr/>
            <p:nvPr/>
          </p:nvSpPr>
          <p:spPr>
            <a:xfrm>
              <a:off x="2054075" y="5330575"/>
              <a:ext cx="12425" cy="12550"/>
            </a:xfrm>
            <a:custGeom>
              <a:avLst/>
              <a:gdLst/>
              <a:ahLst/>
              <a:cxnLst/>
              <a:rect l="l" t="t" r="r" b="b"/>
              <a:pathLst>
                <a:path w="497" h="502" extrusionOk="0">
                  <a:moveTo>
                    <a:pt x="252" y="0"/>
                  </a:moveTo>
                  <a:cubicBezTo>
                    <a:pt x="109" y="0"/>
                    <a:pt x="1" y="114"/>
                    <a:pt x="1" y="252"/>
                  </a:cubicBezTo>
                  <a:cubicBezTo>
                    <a:pt x="1" y="388"/>
                    <a:pt x="109" y="501"/>
                    <a:pt x="252" y="501"/>
                  </a:cubicBezTo>
                  <a:cubicBezTo>
                    <a:pt x="388" y="501"/>
                    <a:pt x="496" y="388"/>
                    <a:pt x="496" y="252"/>
                  </a:cubicBezTo>
                  <a:cubicBezTo>
                    <a:pt x="496"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8" name="Google Shape;12448;p27"/>
            <p:cNvSpPr/>
            <p:nvPr/>
          </p:nvSpPr>
          <p:spPr>
            <a:xfrm>
              <a:off x="2145825" y="53305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9" name="Google Shape;12449;p27"/>
            <p:cNvSpPr/>
            <p:nvPr/>
          </p:nvSpPr>
          <p:spPr>
            <a:xfrm>
              <a:off x="2237800" y="5330575"/>
              <a:ext cx="12350" cy="12550"/>
            </a:xfrm>
            <a:custGeom>
              <a:avLst/>
              <a:gdLst/>
              <a:ahLst/>
              <a:cxnLst/>
              <a:rect l="l" t="t" r="r" b="b"/>
              <a:pathLst>
                <a:path w="494" h="502" extrusionOk="0">
                  <a:moveTo>
                    <a:pt x="244" y="0"/>
                  </a:moveTo>
                  <a:cubicBezTo>
                    <a:pt x="107" y="0"/>
                    <a:pt x="0" y="114"/>
                    <a:pt x="0" y="252"/>
                  </a:cubicBezTo>
                  <a:cubicBezTo>
                    <a:pt x="0" y="388"/>
                    <a:pt x="107" y="501"/>
                    <a:pt x="244" y="501"/>
                  </a:cubicBezTo>
                  <a:cubicBezTo>
                    <a:pt x="387" y="501"/>
                    <a:pt x="494" y="388"/>
                    <a:pt x="494" y="252"/>
                  </a:cubicBezTo>
                  <a:cubicBezTo>
                    <a:pt x="494" y="114"/>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0" name="Google Shape;12450;p27"/>
            <p:cNvSpPr/>
            <p:nvPr/>
          </p:nvSpPr>
          <p:spPr>
            <a:xfrm>
              <a:off x="2329550" y="5330575"/>
              <a:ext cx="12575" cy="12550"/>
            </a:xfrm>
            <a:custGeom>
              <a:avLst/>
              <a:gdLst/>
              <a:ahLst/>
              <a:cxnLst/>
              <a:rect l="l" t="t" r="r" b="b"/>
              <a:pathLst>
                <a:path w="503" h="502" extrusionOk="0">
                  <a:moveTo>
                    <a:pt x="251" y="0"/>
                  </a:moveTo>
                  <a:cubicBezTo>
                    <a:pt x="115" y="0"/>
                    <a:pt x="0" y="114"/>
                    <a:pt x="0" y="252"/>
                  </a:cubicBezTo>
                  <a:cubicBezTo>
                    <a:pt x="0" y="388"/>
                    <a:pt x="115" y="501"/>
                    <a:pt x="251" y="501"/>
                  </a:cubicBezTo>
                  <a:cubicBezTo>
                    <a:pt x="387" y="501"/>
                    <a:pt x="502" y="388"/>
                    <a:pt x="502" y="252"/>
                  </a:cubicBezTo>
                  <a:cubicBezTo>
                    <a:pt x="502"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1" name="Google Shape;12451;p27"/>
            <p:cNvSpPr/>
            <p:nvPr/>
          </p:nvSpPr>
          <p:spPr>
            <a:xfrm>
              <a:off x="2421325" y="5330575"/>
              <a:ext cx="12550" cy="12550"/>
            </a:xfrm>
            <a:custGeom>
              <a:avLst/>
              <a:gdLst/>
              <a:ahLst/>
              <a:cxnLst/>
              <a:rect l="l" t="t" r="r" b="b"/>
              <a:pathLst>
                <a:path w="502" h="502" extrusionOk="0">
                  <a:moveTo>
                    <a:pt x="250" y="0"/>
                  </a:moveTo>
                  <a:cubicBezTo>
                    <a:pt x="114" y="0"/>
                    <a:pt x="1" y="114"/>
                    <a:pt x="1" y="252"/>
                  </a:cubicBezTo>
                  <a:cubicBezTo>
                    <a:pt x="1" y="388"/>
                    <a:pt x="114" y="501"/>
                    <a:pt x="250" y="501"/>
                  </a:cubicBezTo>
                  <a:cubicBezTo>
                    <a:pt x="395" y="501"/>
                    <a:pt x="501" y="388"/>
                    <a:pt x="501" y="252"/>
                  </a:cubicBezTo>
                  <a:cubicBezTo>
                    <a:pt x="501" y="114"/>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2" name="Google Shape;12452;p27"/>
            <p:cNvSpPr/>
            <p:nvPr/>
          </p:nvSpPr>
          <p:spPr>
            <a:xfrm>
              <a:off x="2513250" y="5330575"/>
              <a:ext cx="12575" cy="12550"/>
            </a:xfrm>
            <a:custGeom>
              <a:avLst/>
              <a:gdLst/>
              <a:ahLst/>
              <a:cxnLst/>
              <a:rect l="l" t="t" r="r" b="b"/>
              <a:pathLst>
                <a:path w="503" h="502" extrusionOk="0">
                  <a:moveTo>
                    <a:pt x="252" y="0"/>
                  </a:moveTo>
                  <a:cubicBezTo>
                    <a:pt x="109" y="0"/>
                    <a:pt x="0" y="114"/>
                    <a:pt x="0" y="252"/>
                  </a:cubicBezTo>
                  <a:cubicBezTo>
                    <a:pt x="0" y="388"/>
                    <a:pt x="109"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3" name="Google Shape;12453;p27"/>
            <p:cNvSpPr/>
            <p:nvPr/>
          </p:nvSpPr>
          <p:spPr>
            <a:xfrm>
              <a:off x="2605000" y="5330575"/>
              <a:ext cx="12575" cy="12550"/>
            </a:xfrm>
            <a:custGeom>
              <a:avLst/>
              <a:gdLst/>
              <a:ahLst/>
              <a:cxnLst/>
              <a:rect l="l" t="t" r="r" b="b"/>
              <a:pathLst>
                <a:path w="503" h="502" extrusionOk="0">
                  <a:moveTo>
                    <a:pt x="252" y="0"/>
                  </a:moveTo>
                  <a:cubicBezTo>
                    <a:pt x="116" y="0"/>
                    <a:pt x="0" y="114"/>
                    <a:pt x="0" y="252"/>
                  </a:cubicBezTo>
                  <a:cubicBezTo>
                    <a:pt x="0" y="388"/>
                    <a:pt x="116" y="501"/>
                    <a:pt x="252" y="501"/>
                  </a:cubicBezTo>
                  <a:cubicBezTo>
                    <a:pt x="387" y="501"/>
                    <a:pt x="503" y="388"/>
                    <a:pt x="503" y="252"/>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4" name="Google Shape;12454;p27"/>
            <p:cNvSpPr/>
            <p:nvPr/>
          </p:nvSpPr>
          <p:spPr>
            <a:xfrm>
              <a:off x="2696950" y="5330575"/>
              <a:ext cx="12375" cy="12550"/>
            </a:xfrm>
            <a:custGeom>
              <a:avLst/>
              <a:gdLst/>
              <a:ahLst/>
              <a:cxnLst/>
              <a:rect l="l" t="t" r="r" b="b"/>
              <a:pathLst>
                <a:path w="495" h="502" extrusionOk="0">
                  <a:moveTo>
                    <a:pt x="252" y="0"/>
                  </a:moveTo>
                  <a:cubicBezTo>
                    <a:pt x="108" y="0"/>
                    <a:pt x="1" y="114"/>
                    <a:pt x="1" y="252"/>
                  </a:cubicBezTo>
                  <a:cubicBezTo>
                    <a:pt x="1" y="388"/>
                    <a:pt x="108" y="501"/>
                    <a:pt x="252" y="501"/>
                  </a:cubicBezTo>
                  <a:cubicBezTo>
                    <a:pt x="388" y="501"/>
                    <a:pt x="495" y="388"/>
                    <a:pt x="495" y="252"/>
                  </a:cubicBezTo>
                  <a:cubicBezTo>
                    <a:pt x="495"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5" name="Google Shape;12455;p27"/>
            <p:cNvSpPr/>
            <p:nvPr/>
          </p:nvSpPr>
          <p:spPr>
            <a:xfrm>
              <a:off x="2788700" y="53305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6" name="Google Shape;12456;p27"/>
            <p:cNvSpPr/>
            <p:nvPr/>
          </p:nvSpPr>
          <p:spPr>
            <a:xfrm>
              <a:off x="2880675" y="5330575"/>
              <a:ext cx="12375" cy="12550"/>
            </a:xfrm>
            <a:custGeom>
              <a:avLst/>
              <a:gdLst/>
              <a:ahLst/>
              <a:cxnLst/>
              <a:rect l="l" t="t" r="r" b="b"/>
              <a:pathLst>
                <a:path w="495" h="502" extrusionOk="0">
                  <a:moveTo>
                    <a:pt x="243" y="0"/>
                  </a:moveTo>
                  <a:cubicBezTo>
                    <a:pt x="107" y="0"/>
                    <a:pt x="0" y="114"/>
                    <a:pt x="0" y="252"/>
                  </a:cubicBezTo>
                  <a:cubicBezTo>
                    <a:pt x="0" y="388"/>
                    <a:pt x="107" y="501"/>
                    <a:pt x="243" y="501"/>
                  </a:cubicBezTo>
                  <a:cubicBezTo>
                    <a:pt x="387" y="501"/>
                    <a:pt x="494" y="388"/>
                    <a:pt x="494" y="252"/>
                  </a:cubicBezTo>
                  <a:cubicBezTo>
                    <a:pt x="494" y="114"/>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7" name="Google Shape;12457;p27"/>
            <p:cNvSpPr/>
            <p:nvPr/>
          </p:nvSpPr>
          <p:spPr>
            <a:xfrm>
              <a:off x="2972425" y="5330575"/>
              <a:ext cx="12575" cy="12550"/>
            </a:xfrm>
            <a:custGeom>
              <a:avLst/>
              <a:gdLst/>
              <a:ahLst/>
              <a:cxnLst/>
              <a:rect l="l" t="t" r="r" b="b"/>
              <a:pathLst>
                <a:path w="503" h="502" extrusionOk="0">
                  <a:moveTo>
                    <a:pt x="251" y="0"/>
                  </a:moveTo>
                  <a:cubicBezTo>
                    <a:pt x="115" y="0"/>
                    <a:pt x="0" y="114"/>
                    <a:pt x="0" y="252"/>
                  </a:cubicBezTo>
                  <a:cubicBezTo>
                    <a:pt x="0" y="388"/>
                    <a:pt x="115" y="501"/>
                    <a:pt x="251" y="501"/>
                  </a:cubicBezTo>
                  <a:cubicBezTo>
                    <a:pt x="387" y="501"/>
                    <a:pt x="503" y="388"/>
                    <a:pt x="503" y="252"/>
                  </a:cubicBezTo>
                  <a:cubicBezTo>
                    <a:pt x="503"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8" name="Google Shape;12458;p27"/>
            <p:cNvSpPr/>
            <p:nvPr/>
          </p:nvSpPr>
          <p:spPr>
            <a:xfrm>
              <a:off x="3064375" y="5330575"/>
              <a:ext cx="12375" cy="12550"/>
            </a:xfrm>
            <a:custGeom>
              <a:avLst/>
              <a:gdLst/>
              <a:ahLst/>
              <a:cxnLst/>
              <a:rect l="l" t="t" r="r" b="b"/>
              <a:pathLst>
                <a:path w="495" h="502" extrusionOk="0">
                  <a:moveTo>
                    <a:pt x="243" y="0"/>
                  </a:moveTo>
                  <a:cubicBezTo>
                    <a:pt x="107" y="0"/>
                    <a:pt x="1" y="114"/>
                    <a:pt x="1" y="252"/>
                  </a:cubicBezTo>
                  <a:cubicBezTo>
                    <a:pt x="1" y="388"/>
                    <a:pt x="107" y="501"/>
                    <a:pt x="243" y="501"/>
                  </a:cubicBezTo>
                  <a:cubicBezTo>
                    <a:pt x="388" y="501"/>
                    <a:pt x="495" y="388"/>
                    <a:pt x="495" y="252"/>
                  </a:cubicBezTo>
                  <a:cubicBezTo>
                    <a:pt x="495" y="114"/>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9" name="Google Shape;12459;p27"/>
            <p:cNvSpPr/>
            <p:nvPr/>
          </p:nvSpPr>
          <p:spPr>
            <a:xfrm>
              <a:off x="3156125" y="53305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0" name="Google Shape;12460;p27"/>
            <p:cNvSpPr/>
            <p:nvPr/>
          </p:nvSpPr>
          <p:spPr>
            <a:xfrm>
              <a:off x="3247875" y="5330575"/>
              <a:ext cx="12575" cy="12550"/>
            </a:xfrm>
            <a:custGeom>
              <a:avLst/>
              <a:gdLst/>
              <a:ahLst/>
              <a:cxnLst/>
              <a:rect l="l" t="t" r="r" b="b"/>
              <a:pathLst>
                <a:path w="503"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1" name="Google Shape;12461;p27"/>
            <p:cNvSpPr/>
            <p:nvPr/>
          </p:nvSpPr>
          <p:spPr>
            <a:xfrm>
              <a:off x="3339850" y="5330575"/>
              <a:ext cx="12525" cy="12550"/>
            </a:xfrm>
            <a:custGeom>
              <a:avLst/>
              <a:gdLst/>
              <a:ahLst/>
              <a:cxnLst/>
              <a:rect l="l" t="t" r="r" b="b"/>
              <a:pathLst>
                <a:path w="501" h="502" extrusionOk="0">
                  <a:moveTo>
                    <a:pt x="251" y="0"/>
                  </a:moveTo>
                  <a:cubicBezTo>
                    <a:pt x="107" y="0"/>
                    <a:pt x="0" y="114"/>
                    <a:pt x="0" y="252"/>
                  </a:cubicBezTo>
                  <a:cubicBezTo>
                    <a:pt x="0" y="388"/>
                    <a:pt x="107" y="501"/>
                    <a:pt x="251" y="501"/>
                  </a:cubicBezTo>
                  <a:cubicBezTo>
                    <a:pt x="387" y="501"/>
                    <a:pt x="501" y="388"/>
                    <a:pt x="501" y="252"/>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2" name="Google Shape;12462;p27"/>
            <p:cNvSpPr/>
            <p:nvPr/>
          </p:nvSpPr>
          <p:spPr>
            <a:xfrm>
              <a:off x="3431575" y="53305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3" name="Google Shape;12463;p27"/>
            <p:cNvSpPr/>
            <p:nvPr/>
          </p:nvSpPr>
          <p:spPr>
            <a:xfrm>
              <a:off x="3523550" y="5330575"/>
              <a:ext cx="12375" cy="12550"/>
            </a:xfrm>
            <a:custGeom>
              <a:avLst/>
              <a:gdLst/>
              <a:ahLst/>
              <a:cxnLst/>
              <a:rect l="l" t="t" r="r" b="b"/>
              <a:pathLst>
                <a:path w="495" h="502" extrusionOk="0">
                  <a:moveTo>
                    <a:pt x="250" y="0"/>
                  </a:moveTo>
                  <a:cubicBezTo>
                    <a:pt x="107" y="0"/>
                    <a:pt x="0" y="114"/>
                    <a:pt x="0" y="252"/>
                  </a:cubicBezTo>
                  <a:cubicBezTo>
                    <a:pt x="0" y="388"/>
                    <a:pt x="107" y="501"/>
                    <a:pt x="250" y="501"/>
                  </a:cubicBezTo>
                  <a:cubicBezTo>
                    <a:pt x="388" y="501"/>
                    <a:pt x="494" y="388"/>
                    <a:pt x="494" y="252"/>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4" name="Google Shape;12464;p27"/>
            <p:cNvSpPr/>
            <p:nvPr/>
          </p:nvSpPr>
          <p:spPr>
            <a:xfrm>
              <a:off x="676400" y="5422500"/>
              <a:ext cx="12600" cy="12575"/>
            </a:xfrm>
            <a:custGeom>
              <a:avLst/>
              <a:gdLst/>
              <a:ahLst/>
              <a:cxnLst/>
              <a:rect l="l" t="t" r="r" b="b"/>
              <a:pathLst>
                <a:path w="504" h="503" extrusionOk="0">
                  <a:moveTo>
                    <a:pt x="252" y="0"/>
                  </a:moveTo>
                  <a:cubicBezTo>
                    <a:pt x="116" y="0"/>
                    <a:pt x="1" y="109"/>
                    <a:pt x="1" y="251"/>
                  </a:cubicBezTo>
                  <a:cubicBezTo>
                    <a:pt x="1" y="387"/>
                    <a:pt x="116" y="503"/>
                    <a:pt x="252" y="503"/>
                  </a:cubicBezTo>
                  <a:cubicBezTo>
                    <a:pt x="388" y="503"/>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5" name="Google Shape;12465;p27"/>
            <p:cNvSpPr/>
            <p:nvPr/>
          </p:nvSpPr>
          <p:spPr>
            <a:xfrm>
              <a:off x="768325" y="5422500"/>
              <a:ext cx="12400" cy="12575"/>
            </a:xfrm>
            <a:custGeom>
              <a:avLst/>
              <a:gdLst/>
              <a:ahLst/>
              <a:cxnLst/>
              <a:rect l="l" t="t" r="r" b="b"/>
              <a:pathLst>
                <a:path w="496" h="503" extrusionOk="0">
                  <a:moveTo>
                    <a:pt x="245" y="0"/>
                  </a:moveTo>
                  <a:cubicBezTo>
                    <a:pt x="109" y="0"/>
                    <a:pt x="0" y="109"/>
                    <a:pt x="0" y="251"/>
                  </a:cubicBezTo>
                  <a:cubicBezTo>
                    <a:pt x="0" y="387"/>
                    <a:pt x="109" y="503"/>
                    <a:pt x="245" y="503"/>
                  </a:cubicBezTo>
                  <a:cubicBezTo>
                    <a:pt x="388" y="503"/>
                    <a:pt x="496" y="387"/>
                    <a:pt x="496" y="251"/>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6" name="Google Shape;12466;p27"/>
            <p:cNvSpPr/>
            <p:nvPr/>
          </p:nvSpPr>
          <p:spPr>
            <a:xfrm>
              <a:off x="860125" y="5422500"/>
              <a:ext cx="12525" cy="12575"/>
            </a:xfrm>
            <a:custGeom>
              <a:avLst/>
              <a:gdLst/>
              <a:ahLst/>
              <a:cxnLst/>
              <a:rect l="l" t="t" r="r" b="b"/>
              <a:pathLst>
                <a:path w="501" h="503" extrusionOk="0">
                  <a:moveTo>
                    <a:pt x="251" y="0"/>
                  </a:moveTo>
                  <a:cubicBezTo>
                    <a:pt x="114" y="0"/>
                    <a:pt x="0" y="109"/>
                    <a:pt x="0" y="251"/>
                  </a:cubicBezTo>
                  <a:cubicBezTo>
                    <a:pt x="0" y="387"/>
                    <a:pt x="114" y="503"/>
                    <a:pt x="251" y="503"/>
                  </a:cubicBezTo>
                  <a:cubicBezTo>
                    <a:pt x="387" y="503"/>
                    <a:pt x="501" y="387"/>
                    <a:pt x="501" y="251"/>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7" name="Google Shape;12467;p27"/>
            <p:cNvSpPr/>
            <p:nvPr/>
          </p:nvSpPr>
          <p:spPr>
            <a:xfrm>
              <a:off x="951850" y="5422500"/>
              <a:ext cx="12600" cy="12575"/>
            </a:xfrm>
            <a:custGeom>
              <a:avLst/>
              <a:gdLst/>
              <a:ahLst/>
              <a:cxnLst/>
              <a:rect l="l" t="t" r="r" b="b"/>
              <a:pathLst>
                <a:path w="504" h="503" extrusionOk="0">
                  <a:moveTo>
                    <a:pt x="252" y="0"/>
                  </a:moveTo>
                  <a:cubicBezTo>
                    <a:pt x="116" y="0"/>
                    <a:pt x="1" y="109"/>
                    <a:pt x="1" y="251"/>
                  </a:cubicBezTo>
                  <a:cubicBezTo>
                    <a:pt x="1" y="387"/>
                    <a:pt x="116" y="503"/>
                    <a:pt x="252" y="503"/>
                  </a:cubicBezTo>
                  <a:cubicBezTo>
                    <a:pt x="388" y="503"/>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8" name="Google Shape;12468;p27"/>
            <p:cNvSpPr/>
            <p:nvPr/>
          </p:nvSpPr>
          <p:spPr>
            <a:xfrm>
              <a:off x="1043825" y="5422500"/>
              <a:ext cx="12375" cy="12575"/>
            </a:xfrm>
            <a:custGeom>
              <a:avLst/>
              <a:gdLst/>
              <a:ahLst/>
              <a:cxnLst/>
              <a:rect l="l" t="t" r="r" b="b"/>
              <a:pathLst>
                <a:path w="495" h="503" extrusionOk="0">
                  <a:moveTo>
                    <a:pt x="250" y="0"/>
                  </a:moveTo>
                  <a:cubicBezTo>
                    <a:pt x="107" y="0"/>
                    <a:pt x="0" y="109"/>
                    <a:pt x="0" y="251"/>
                  </a:cubicBezTo>
                  <a:cubicBezTo>
                    <a:pt x="0" y="387"/>
                    <a:pt x="107" y="503"/>
                    <a:pt x="250" y="503"/>
                  </a:cubicBezTo>
                  <a:cubicBezTo>
                    <a:pt x="388" y="503"/>
                    <a:pt x="494" y="387"/>
                    <a:pt x="494" y="251"/>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9" name="Google Shape;12469;p27"/>
            <p:cNvSpPr/>
            <p:nvPr/>
          </p:nvSpPr>
          <p:spPr>
            <a:xfrm>
              <a:off x="1135575" y="5422500"/>
              <a:ext cx="12575" cy="12575"/>
            </a:xfrm>
            <a:custGeom>
              <a:avLst/>
              <a:gdLst/>
              <a:ahLst/>
              <a:cxnLst/>
              <a:rect l="l" t="t" r="r" b="b"/>
              <a:pathLst>
                <a:path w="503" h="503" extrusionOk="0">
                  <a:moveTo>
                    <a:pt x="252" y="0"/>
                  </a:moveTo>
                  <a:cubicBezTo>
                    <a:pt x="116" y="0"/>
                    <a:pt x="0" y="109"/>
                    <a:pt x="0" y="251"/>
                  </a:cubicBezTo>
                  <a:cubicBezTo>
                    <a:pt x="0" y="387"/>
                    <a:pt x="116" y="503"/>
                    <a:pt x="252" y="503"/>
                  </a:cubicBezTo>
                  <a:cubicBezTo>
                    <a:pt x="387" y="503"/>
                    <a:pt x="503" y="387"/>
                    <a:pt x="503" y="251"/>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0" name="Google Shape;12470;p27"/>
            <p:cNvSpPr/>
            <p:nvPr/>
          </p:nvSpPr>
          <p:spPr>
            <a:xfrm>
              <a:off x="1227500" y="5422500"/>
              <a:ext cx="12400" cy="12575"/>
            </a:xfrm>
            <a:custGeom>
              <a:avLst/>
              <a:gdLst/>
              <a:ahLst/>
              <a:cxnLst/>
              <a:rect l="l" t="t" r="r" b="b"/>
              <a:pathLst>
                <a:path w="496" h="503" extrusionOk="0">
                  <a:moveTo>
                    <a:pt x="251" y="0"/>
                  </a:moveTo>
                  <a:cubicBezTo>
                    <a:pt x="109" y="0"/>
                    <a:pt x="0" y="109"/>
                    <a:pt x="0" y="251"/>
                  </a:cubicBezTo>
                  <a:cubicBezTo>
                    <a:pt x="0" y="387"/>
                    <a:pt x="109" y="503"/>
                    <a:pt x="251" y="503"/>
                  </a:cubicBezTo>
                  <a:cubicBezTo>
                    <a:pt x="387" y="503"/>
                    <a:pt x="496" y="387"/>
                    <a:pt x="496" y="251"/>
                  </a:cubicBezTo>
                  <a:cubicBezTo>
                    <a:pt x="496"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1" name="Google Shape;12471;p27"/>
            <p:cNvSpPr/>
            <p:nvPr/>
          </p:nvSpPr>
          <p:spPr>
            <a:xfrm>
              <a:off x="1319275" y="5422500"/>
              <a:ext cx="12550" cy="12575"/>
            </a:xfrm>
            <a:custGeom>
              <a:avLst/>
              <a:gdLst/>
              <a:ahLst/>
              <a:cxnLst/>
              <a:rect l="l" t="t" r="r" b="b"/>
              <a:pathLst>
                <a:path w="502" h="503" extrusionOk="0">
                  <a:moveTo>
                    <a:pt x="252" y="0"/>
                  </a:moveTo>
                  <a:cubicBezTo>
                    <a:pt x="114" y="0"/>
                    <a:pt x="1" y="109"/>
                    <a:pt x="1" y="251"/>
                  </a:cubicBezTo>
                  <a:cubicBezTo>
                    <a:pt x="1" y="387"/>
                    <a:pt x="114" y="503"/>
                    <a:pt x="252" y="503"/>
                  </a:cubicBezTo>
                  <a:cubicBezTo>
                    <a:pt x="388" y="503"/>
                    <a:pt x="501" y="387"/>
                    <a:pt x="501" y="251"/>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2" name="Google Shape;12472;p27"/>
            <p:cNvSpPr/>
            <p:nvPr/>
          </p:nvSpPr>
          <p:spPr>
            <a:xfrm>
              <a:off x="1411200" y="5422500"/>
              <a:ext cx="12425" cy="12575"/>
            </a:xfrm>
            <a:custGeom>
              <a:avLst/>
              <a:gdLst/>
              <a:ahLst/>
              <a:cxnLst/>
              <a:rect l="l" t="t" r="r" b="b"/>
              <a:pathLst>
                <a:path w="497" h="503" extrusionOk="0">
                  <a:moveTo>
                    <a:pt x="245" y="0"/>
                  </a:moveTo>
                  <a:cubicBezTo>
                    <a:pt x="109" y="0"/>
                    <a:pt x="1" y="109"/>
                    <a:pt x="1" y="251"/>
                  </a:cubicBezTo>
                  <a:cubicBezTo>
                    <a:pt x="1" y="387"/>
                    <a:pt x="109" y="503"/>
                    <a:pt x="245" y="503"/>
                  </a:cubicBezTo>
                  <a:cubicBezTo>
                    <a:pt x="388" y="503"/>
                    <a:pt x="496" y="387"/>
                    <a:pt x="496" y="251"/>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3" name="Google Shape;12473;p27"/>
            <p:cNvSpPr/>
            <p:nvPr/>
          </p:nvSpPr>
          <p:spPr>
            <a:xfrm>
              <a:off x="1503000" y="5422500"/>
              <a:ext cx="12525" cy="12575"/>
            </a:xfrm>
            <a:custGeom>
              <a:avLst/>
              <a:gdLst/>
              <a:ahLst/>
              <a:cxnLst/>
              <a:rect l="l" t="t" r="r" b="b"/>
              <a:pathLst>
                <a:path w="501" h="503" extrusionOk="0">
                  <a:moveTo>
                    <a:pt x="250" y="0"/>
                  </a:moveTo>
                  <a:cubicBezTo>
                    <a:pt x="114" y="0"/>
                    <a:pt x="0" y="109"/>
                    <a:pt x="0" y="251"/>
                  </a:cubicBezTo>
                  <a:cubicBezTo>
                    <a:pt x="0" y="387"/>
                    <a:pt x="114" y="503"/>
                    <a:pt x="250" y="503"/>
                  </a:cubicBezTo>
                  <a:cubicBezTo>
                    <a:pt x="387" y="503"/>
                    <a:pt x="501" y="387"/>
                    <a:pt x="501" y="251"/>
                  </a:cubicBezTo>
                  <a:cubicBezTo>
                    <a:pt x="501" y="109"/>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4" name="Google Shape;12474;p27"/>
            <p:cNvSpPr/>
            <p:nvPr/>
          </p:nvSpPr>
          <p:spPr>
            <a:xfrm>
              <a:off x="1594750" y="5422500"/>
              <a:ext cx="12575" cy="12575"/>
            </a:xfrm>
            <a:custGeom>
              <a:avLst/>
              <a:gdLst/>
              <a:ahLst/>
              <a:cxnLst/>
              <a:rect l="l" t="t" r="r" b="b"/>
              <a:pathLst>
                <a:path w="503" h="503" extrusionOk="0">
                  <a:moveTo>
                    <a:pt x="251" y="0"/>
                  </a:moveTo>
                  <a:cubicBezTo>
                    <a:pt x="115" y="0"/>
                    <a:pt x="0" y="109"/>
                    <a:pt x="0" y="251"/>
                  </a:cubicBezTo>
                  <a:cubicBezTo>
                    <a:pt x="0" y="387"/>
                    <a:pt x="115" y="503"/>
                    <a:pt x="251" y="503"/>
                  </a:cubicBezTo>
                  <a:cubicBezTo>
                    <a:pt x="394" y="503"/>
                    <a:pt x="503" y="387"/>
                    <a:pt x="503" y="251"/>
                  </a:cubicBezTo>
                  <a:cubicBezTo>
                    <a:pt x="503" y="109"/>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5" name="Google Shape;12475;p27"/>
            <p:cNvSpPr/>
            <p:nvPr/>
          </p:nvSpPr>
          <p:spPr>
            <a:xfrm>
              <a:off x="1686650" y="5422500"/>
              <a:ext cx="12600" cy="12575"/>
            </a:xfrm>
            <a:custGeom>
              <a:avLst/>
              <a:gdLst/>
              <a:ahLst/>
              <a:cxnLst/>
              <a:rect l="l" t="t" r="r" b="b"/>
              <a:pathLst>
                <a:path w="504" h="503" extrusionOk="0">
                  <a:moveTo>
                    <a:pt x="252" y="0"/>
                  </a:moveTo>
                  <a:cubicBezTo>
                    <a:pt x="116" y="0"/>
                    <a:pt x="1" y="109"/>
                    <a:pt x="1" y="251"/>
                  </a:cubicBezTo>
                  <a:cubicBezTo>
                    <a:pt x="1" y="387"/>
                    <a:pt x="116" y="503"/>
                    <a:pt x="252" y="503"/>
                  </a:cubicBezTo>
                  <a:cubicBezTo>
                    <a:pt x="388" y="503"/>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6" name="Google Shape;12476;p27"/>
            <p:cNvSpPr/>
            <p:nvPr/>
          </p:nvSpPr>
          <p:spPr>
            <a:xfrm>
              <a:off x="1778450" y="5422500"/>
              <a:ext cx="12550" cy="12575"/>
            </a:xfrm>
            <a:custGeom>
              <a:avLst/>
              <a:gdLst/>
              <a:ahLst/>
              <a:cxnLst/>
              <a:rect l="l" t="t" r="r" b="b"/>
              <a:pathLst>
                <a:path w="502" h="503" extrusionOk="0">
                  <a:moveTo>
                    <a:pt x="252" y="0"/>
                  </a:moveTo>
                  <a:cubicBezTo>
                    <a:pt x="114" y="0"/>
                    <a:pt x="1" y="109"/>
                    <a:pt x="1" y="251"/>
                  </a:cubicBezTo>
                  <a:cubicBezTo>
                    <a:pt x="1" y="387"/>
                    <a:pt x="114" y="503"/>
                    <a:pt x="252" y="503"/>
                  </a:cubicBezTo>
                  <a:cubicBezTo>
                    <a:pt x="388" y="503"/>
                    <a:pt x="501" y="387"/>
                    <a:pt x="501" y="251"/>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7" name="Google Shape;12477;p27"/>
            <p:cNvSpPr/>
            <p:nvPr/>
          </p:nvSpPr>
          <p:spPr>
            <a:xfrm>
              <a:off x="1870375" y="5422500"/>
              <a:ext cx="12400" cy="12575"/>
            </a:xfrm>
            <a:custGeom>
              <a:avLst/>
              <a:gdLst/>
              <a:ahLst/>
              <a:cxnLst/>
              <a:rect l="l" t="t" r="r" b="b"/>
              <a:pathLst>
                <a:path w="496" h="503" extrusionOk="0">
                  <a:moveTo>
                    <a:pt x="252" y="0"/>
                  </a:moveTo>
                  <a:cubicBezTo>
                    <a:pt x="109" y="0"/>
                    <a:pt x="0" y="109"/>
                    <a:pt x="0" y="251"/>
                  </a:cubicBezTo>
                  <a:cubicBezTo>
                    <a:pt x="0" y="387"/>
                    <a:pt x="109" y="503"/>
                    <a:pt x="252" y="503"/>
                  </a:cubicBezTo>
                  <a:cubicBezTo>
                    <a:pt x="387" y="503"/>
                    <a:pt x="496" y="387"/>
                    <a:pt x="496" y="251"/>
                  </a:cubicBezTo>
                  <a:cubicBezTo>
                    <a:pt x="496"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8" name="Google Shape;12478;p27"/>
            <p:cNvSpPr/>
            <p:nvPr/>
          </p:nvSpPr>
          <p:spPr>
            <a:xfrm>
              <a:off x="1962150" y="5422500"/>
              <a:ext cx="12550" cy="12575"/>
            </a:xfrm>
            <a:custGeom>
              <a:avLst/>
              <a:gdLst/>
              <a:ahLst/>
              <a:cxnLst/>
              <a:rect l="l" t="t" r="r" b="b"/>
              <a:pathLst>
                <a:path w="502" h="503" extrusionOk="0">
                  <a:moveTo>
                    <a:pt x="250" y="0"/>
                  </a:moveTo>
                  <a:cubicBezTo>
                    <a:pt x="114" y="0"/>
                    <a:pt x="1" y="109"/>
                    <a:pt x="1" y="251"/>
                  </a:cubicBezTo>
                  <a:cubicBezTo>
                    <a:pt x="1" y="387"/>
                    <a:pt x="114" y="503"/>
                    <a:pt x="250" y="503"/>
                  </a:cubicBezTo>
                  <a:cubicBezTo>
                    <a:pt x="388" y="503"/>
                    <a:pt x="502" y="387"/>
                    <a:pt x="502" y="251"/>
                  </a:cubicBezTo>
                  <a:cubicBezTo>
                    <a:pt x="502"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9" name="Google Shape;12479;p27"/>
            <p:cNvSpPr/>
            <p:nvPr/>
          </p:nvSpPr>
          <p:spPr>
            <a:xfrm>
              <a:off x="2054075" y="5422500"/>
              <a:ext cx="12425" cy="12575"/>
            </a:xfrm>
            <a:custGeom>
              <a:avLst/>
              <a:gdLst/>
              <a:ahLst/>
              <a:cxnLst/>
              <a:rect l="l" t="t" r="r" b="b"/>
              <a:pathLst>
                <a:path w="497" h="503" extrusionOk="0">
                  <a:moveTo>
                    <a:pt x="252" y="0"/>
                  </a:moveTo>
                  <a:cubicBezTo>
                    <a:pt x="109" y="0"/>
                    <a:pt x="1" y="109"/>
                    <a:pt x="1" y="251"/>
                  </a:cubicBezTo>
                  <a:cubicBezTo>
                    <a:pt x="1" y="387"/>
                    <a:pt x="109" y="503"/>
                    <a:pt x="252" y="503"/>
                  </a:cubicBezTo>
                  <a:cubicBezTo>
                    <a:pt x="388" y="503"/>
                    <a:pt x="496" y="387"/>
                    <a:pt x="496" y="251"/>
                  </a:cubicBezTo>
                  <a:cubicBezTo>
                    <a:pt x="496"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0" name="Google Shape;12480;p27"/>
            <p:cNvSpPr/>
            <p:nvPr/>
          </p:nvSpPr>
          <p:spPr>
            <a:xfrm>
              <a:off x="2145825" y="5422500"/>
              <a:ext cx="12600" cy="12575"/>
            </a:xfrm>
            <a:custGeom>
              <a:avLst/>
              <a:gdLst/>
              <a:ahLst/>
              <a:cxnLst/>
              <a:rect l="l" t="t" r="r" b="b"/>
              <a:pathLst>
                <a:path w="504" h="503" extrusionOk="0">
                  <a:moveTo>
                    <a:pt x="252" y="0"/>
                  </a:moveTo>
                  <a:cubicBezTo>
                    <a:pt x="116" y="0"/>
                    <a:pt x="1" y="109"/>
                    <a:pt x="1" y="251"/>
                  </a:cubicBezTo>
                  <a:cubicBezTo>
                    <a:pt x="1" y="387"/>
                    <a:pt x="116" y="503"/>
                    <a:pt x="252" y="503"/>
                  </a:cubicBezTo>
                  <a:cubicBezTo>
                    <a:pt x="388" y="503"/>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1" name="Google Shape;12481;p27"/>
            <p:cNvSpPr/>
            <p:nvPr/>
          </p:nvSpPr>
          <p:spPr>
            <a:xfrm>
              <a:off x="2237800" y="5422500"/>
              <a:ext cx="12350" cy="12575"/>
            </a:xfrm>
            <a:custGeom>
              <a:avLst/>
              <a:gdLst/>
              <a:ahLst/>
              <a:cxnLst/>
              <a:rect l="l" t="t" r="r" b="b"/>
              <a:pathLst>
                <a:path w="494" h="503" extrusionOk="0">
                  <a:moveTo>
                    <a:pt x="244" y="0"/>
                  </a:moveTo>
                  <a:cubicBezTo>
                    <a:pt x="107" y="0"/>
                    <a:pt x="0" y="109"/>
                    <a:pt x="0" y="251"/>
                  </a:cubicBezTo>
                  <a:cubicBezTo>
                    <a:pt x="0" y="387"/>
                    <a:pt x="107" y="503"/>
                    <a:pt x="244" y="503"/>
                  </a:cubicBezTo>
                  <a:cubicBezTo>
                    <a:pt x="387" y="503"/>
                    <a:pt x="494" y="387"/>
                    <a:pt x="494" y="251"/>
                  </a:cubicBezTo>
                  <a:cubicBezTo>
                    <a:pt x="494" y="109"/>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2" name="Google Shape;12482;p27"/>
            <p:cNvSpPr/>
            <p:nvPr/>
          </p:nvSpPr>
          <p:spPr>
            <a:xfrm>
              <a:off x="2329550" y="5422500"/>
              <a:ext cx="12575" cy="12575"/>
            </a:xfrm>
            <a:custGeom>
              <a:avLst/>
              <a:gdLst/>
              <a:ahLst/>
              <a:cxnLst/>
              <a:rect l="l" t="t" r="r" b="b"/>
              <a:pathLst>
                <a:path w="503" h="503" extrusionOk="0">
                  <a:moveTo>
                    <a:pt x="251" y="0"/>
                  </a:moveTo>
                  <a:cubicBezTo>
                    <a:pt x="115" y="0"/>
                    <a:pt x="0" y="109"/>
                    <a:pt x="0" y="251"/>
                  </a:cubicBezTo>
                  <a:cubicBezTo>
                    <a:pt x="0" y="387"/>
                    <a:pt x="115" y="503"/>
                    <a:pt x="251" y="503"/>
                  </a:cubicBezTo>
                  <a:cubicBezTo>
                    <a:pt x="387" y="503"/>
                    <a:pt x="502" y="387"/>
                    <a:pt x="502" y="251"/>
                  </a:cubicBezTo>
                  <a:cubicBezTo>
                    <a:pt x="502"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3" name="Google Shape;12483;p27"/>
            <p:cNvSpPr/>
            <p:nvPr/>
          </p:nvSpPr>
          <p:spPr>
            <a:xfrm>
              <a:off x="2421325" y="5422500"/>
              <a:ext cx="12550" cy="12575"/>
            </a:xfrm>
            <a:custGeom>
              <a:avLst/>
              <a:gdLst/>
              <a:ahLst/>
              <a:cxnLst/>
              <a:rect l="l" t="t" r="r" b="b"/>
              <a:pathLst>
                <a:path w="502" h="503" extrusionOk="0">
                  <a:moveTo>
                    <a:pt x="250" y="0"/>
                  </a:moveTo>
                  <a:cubicBezTo>
                    <a:pt x="114" y="0"/>
                    <a:pt x="1" y="109"/>
                    <a:pt x="1" y="251"/>
                  </a:cubicBezTo>
                  <a:cubicBezTo>
                    <a:pt x="1" y="387"/>
                    <a:pt x="114" y="503"/>
                    <a:pt x="250" y="503"/>
                  </a:cubicBezTo>
                  <a:cubicBezTo>
                    <a:pt x="395" y="503"/>
                    <a:pt x="501" y="387"/>
                    <a:pt x="501" y="251"/>
                  </a:cubicBezTo>
                  <a:cubicBezTo>
                    <a:pt x="501" y="109"/>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4" name="Google Shape;12484;p27"/>
            <p:cNvSpPr/>
            <p:nvPr/>
          </p:nvSpPr>
          <p:spPr>
            <a:xfrm>
              <a:off x="2513250" y="5422500"/>
              <a:ext cx="12575" cy="12575"/>
            </a:xfrm>
            <a:custGeom>
              <a:avLst/>
              <a:gdLst/>
              <a:ahLst/>
              <a:cxnLst/>
              <a:rect l="l" t="t" r="r" b="b"/>
              <a:pathLst>
                <a:path w="503" h="503" extrusionOk="0">
                  <a:moveTo>
                    <a:pt x="252" y="0"/>
                  </a:moveTo>
                  <a:cubicBezTo>
                    <a:pt x="109" y="0"/>
                    <a:pt x="0" y="109"/>
                    <a:pt x="0" y="251"/>
                  </a:cubicBezTo>
                  <a:cubicBezTo>
                    <a:pt x="0" y="387"/>
                    <a:pt x="109" y="503"/>
                    <a:pt x="252" y="503"/>
                  </a:cubicBezTo>
                  <a:cubicBezTo>
                    <a:pt x="388" y="503"/>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5" name="Google Shape;12485;p27"/>
            <p:cNvSpPr/>
            <p:nvPr/>
          </p:nvSpPr>
          <p:spPr>
            <a:xfrm>
              <a:off x="2605000" y="5422500"/>
              <a:ext cx="12575" cy="12575"/>
            </a:xfrm>
            <a:custGeom>
              <a:avLst/>
              <a:gdLst/>
              <a:ahLst/>
              <a:cxnLst/>
              <a:rect l="l" t="t" r="r" b="b"/>
              <a:pathLst>
                <a:path w="503" h="503" extrusionOk="0">
                  <a:moveTo>
                    <a:pt x="252" y="0"/>
                  </a:moveTo>
                  <a:cubicBezTo>
                    <a:pt x="116" y="0"/>
                    <a:pt x="0" y="109"/>
                    <a:pt x="0" y="251"/>
                  </a:cubicBezTo>
                  <a:cubicBezTo>
                    <a:pt x="0" y="387"/>
                    <a:pt x="116" y="503"/>
                    <a:pt x="252" y="503"/>
                  </a:cubicBezTo>
                  <a:cubicBezTo>
                    <a:pt x="387" y="503"/>
                    <a:pt x="503" y="387"/>
                    <a:pt x="503" y="251"/>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6" name="Google Shape;12486;p27"/>
            <p:cNvSpPr/>
            <p:nvPr/>
          </p:nvSpPr>
          <p:spPr>
            <a:xfrm>
              <a:off x="2696950" y="5422500"/>
              <a:ext cx="12375" cy="12575"/>
            </a:xfrm>
            <a:custGeom>
              <a:avLst/>
              <a:gdLst/>
              <a:ahLst/>
              <a:cxnLst/>
              <a:rect l="l" t="t" r="r" b="b"/>
              <a:pathLst>
                <a:path w="495" h="503" extrusionOk="0">
                  <a:moveTo>
                    <a:pt x="252" y="0"/>
                  </a:moveTo>
                  <a:cubicBezTo>
                    <a:pt x="108" y="0"/>
                    <a:pt x="1" y="109"/>
                    <a:pt x="1" y="251"/>
                  </a:cubicBezTo>
                  <a:cubicBezTo>
                    <a:pt x="1" y="387"/>
                    <a:pt x="108" y="503"/>
                    <a:pt x="252" y="503"/>
                  </a:cubicBezTo>
                  <a:cubicBezTo>
                    <a:pt x="388" y="503"/>
                    <a:pt x="495" y="387"/>
                    <a:pt x="495" y="251"/>
                  </a:cubicBezTo>
                  <a:cubicBezTo>
                    <a:pt x="495"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7" name="Google Shape;12487;p27"/>
            <p:cNvSpPr/>
            <p:nvPr/>
          </p:nvSpPr>
          <p:spPr>
            <a:xfrm>
              <a:off x="2788700" y="5422500"/>
              <a:ext cx="12600" cy="12575"/>
            </a:xfrm>
            <a:custGeom>
              <a:avLst/>
              <a:gdLst/>
              <a:ahLst/>
              <a:cxnLst/>
              <a:rect l="l" t="t" r="r" b="b"/>
              <a:pathLst>
                <a:path w="504" h="503" extrusionOk="0">
                  <a:moveTo>
                    <a:pt x="252" y="0"/>
                  </a:moveTo>
                  <a:cubicBezTo>
                    <a:pt x="116" y="0"/>
                    <a:pt x="1" y="109"/>
                    <a:pt x="1" y="251"/>
                  </a:cubicBezTo>
                  <a:cubicBezTo>
                    <a:pt x="1" y="387"/>
                    <a:pt x="116" y="503"/>
                    <a:pt x="252" y="503"/>
                  </a:cubicBezTo>
                  <a:cubicBezTo>
                    <a:pt x="388" y="503"/>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8" name="Google Shape;12488;p27"/>
            <p:cNvSpPr/>
            <p:nvPr/>
          </p:nvSpPr>
          <p:spPr>
            <a:xfrm>
              <a:off x="2880675" y="5422500"/>
              <a:ext cx="12375" cy="12575"/>
            </a:xfrm>
            <a:custGeom>
              <a:avLst/>
              <a:gdLst/>
              <a:ahLst/>
              <a:cxnLst/>
              <a:rect l="l" t="t" r="r" b="b"/>
              <a:pathLst>
                <a:path w="495" h="503" extrusionOk="0">
                  <a:moveTo>
                    <a:pt x="243" y="0"/>
                  </a:moveTo>
                  <a:cubicBezTo>
                    <a:pt x="107" y="0"/>
                    <a:pt x="0" y="109"/>
                    <a:pt x="0" y="251"/>
                  </a:cubicBezTo>
                  <a:cubicBezTo>
                    <a:pt x="0" y="387"/>
                    <a:pt x="107" y="503"/>
                    <a:pt x="243" y="503"/>
                  </a:cubicBezTo>
                  <a:cubicBezTo>
                    <a:pt x="387" y="503"/>
                    <a:pt x="494" y="387"/>
                    <a:pt x="494" y="251"/>
                  </a:cubicBezTo>
                  <a:cubicBezTo>
                    <a:pt x="494" y="109"/>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9" name="Google Shape;12489;p27"/>
            <p:cNvSpPr/>
            <p:nvPr/>
          </p:nvSpPr>
          <p:spPr>
            <a:xfrm>
              <a:off x="2972425" y="5422500"/>
              <a:ext cx="12575" cy="12575"/>
            </a:xfrm>
            <a:custGeom>
              <a:avLst/>
              <a:gdLst/>
              <a:ahLst/>
              <a:cxnLst/>
              <a:rect l="l" t="t" r="r" b="b"/>
              <a:pathLst>
                <a:path w="503" h="503" extrusionOk="0">
                  <a:moveTo>
                    <a:pt x="251" y="0"/>
                  </a:moveTo>
                  <a:cubicBezTo>
                    <a:pt x="115" y="0"/>
                    <a:pt x="0" y="109"/>
                    <a:pt x="0" y="251"/>
                  </a:cubicBezTo>
                  <a:cubicBezTo>
                    <a:pt x="0" y="387"/>
                    <a:pt x="115" y="503"/>
                    <a:pt x="251" y="503"/>
                  </a:cubicBezTo>
                  <a:cubicBezTo>
                    <a:pt x="387" y="503"/>
                    <a:pt x="503" y="387"/>
                    <a:pt x="503" y="251"/>
                  </a:cubicBezTo>
                  <a:cubicBezTo>
                    <a:pt x="503"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0" name="Google Shape;12490;p27"/>
            <p:cNvSpPr/>
            <p:nvPr/>
          </p:nvSpPr>
          <p:spPr>
            <a:xfrm>
              <a:off x="3064375" y="5422500"/>
              <a:ext cx="12375" cy="12575"/>
            </a:xfrm>
            <a:custGeom>
              <a:avLst/>
              <a:gdLst/>
              <a:ahLst/>
              <a:cxnLst/>
              <a:rect l="l" t="t" r="r" b="b"/>
              <a:pathLst>
                <a:path w="495" h="503" extrusionOk="0">
                  <a:moveTo>
                    <a:pt x="243" y="0"/>
                  </a:moveTo>
                  <a:cubicBezTo>
                    <a:pt x="107" y="0"/>
                    <a:pt x="1" y="109"/>
                    <a:pt x="1" y="251"/>
                  </a:cubicBezTo>
                  <a:cubicBezTo>
                    <a:pt x="1" y="387"/>
                    <a:pt x="107" y="503"/>
                    <a:pt x="243" y="503"/>
                  </a:cubicBezTo>
                  <a:cubicBezTo>
                    <a:pt x="388" y="503"/>
                    <a:pt x="495" y="387"/>
                    <a:pt x="495" y="251"/>
                  </a:cubicBezTo>
                  <a:cubicBezTo>
                    <a:pt x="495" y="109"/>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1" name="Google Shape;12491;p27"/>
            <p:cNvSpPr/>
            <p:nvPr/>
          </p:nvSpPr>
          <p:spPr>
            <a:xfrm>
              <a:off x="3156125" y="5422500"/>
              <a:ext cx="12600" cy="12575"/>
            </a:xfrm>
            <a:custGeom>
              <a:avLst/>
              <a:gdLst/>
              <a:ahLst/>
              <a:cxnLst/>
              <a:rect l="l" t="t" r="r" b="b"/>
              <a:pathLst>
                <a:path w="504" h="503" extrusionOk="0">
                  <a:moveTo>
                    <a:pt x="252" y="0"/>
                  </a:moveTo>
                  <a:cubicBezTo>
                    <a:pt x="116" y="0"/>
                    <a:pt x="1" y="109"/>
                    <a:pt x="1" y="251"/>
                  </a:cubicBezTo>
                  <a:cubicBezTo>
                    <a:pt x="1" y="387"/>
                    <a:pt x="116" y="503"/>
                    <a:pt x="252" y="503"/>
                  </a:cubicBezTo>
                  <a:cubicBezTo>
                    <a:pt x="388" y="503"/>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2" name="Google Shape;12492;p27"/>
            <p:cNvSpPr/>
            <p:nvPr/>
          </p:nvSpPr>
          <p:spPr>
            <a:xfrm>
              <a:off x="3247875" y="5422500"/>
              <a:ext cx="12575" cy="12575"/>
            </a:xfrm>
            <a:custGeom>
              <a:avLst/>
              <a:gdLst/>
              <a:ahLst/>
              <a:cxnLst/>
              <a:rect l="l" t="t" r="r" b="b"/>
              <a:pathLst>
                <a:path w="503" h="503" extrusionOk="0">
                  <a:moveTo>
                    <a:pt x="252" y="0"/>
                  </a:moveTo>
                  <a:cubicBezTo>
                    <a:pt x="116" y="0"/>
                    <a:pt x="1" y="109"/>
                    <a:pt x="1" y="251"/>
                  </a:cubicBezTo>
                  <a:cubicBezTo>
                    <a:pt x="1" y="387"/>
                    <a:pt x="116" y="503"/>
                    <a:pt x="252" y="503"/>
                  </a:cubicBezTo>
                  <a:cubicBezTo>
                    <a:pt x="388" y="503"/>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3" name="Google Shape;12493;p27"/>
            <p:cNvSpPr/>
            <p:nvPr/>
          </p:nvSpPr>
          <p:spPr>
            <a:xfrm>
              <a:off x="3339850" y="5422500"/>
              <a:ext cx="12525" cy="12575"/>
            </a:xfrm>
            <a:custGeom>
              <a:avLst/>
              <a:gdLst/>
              <a:ahLst/>
              <a:cxnLst/>
              <a:rect l="l" t="t" r="r" b="b"/>
              <a:pathLst>
                <a:path w="501" h="503" extrusionOk="0">
                  <a:moveTo>
                    <a:pt x="251" y="0"/>
                  </a:moveTo>
                  <a:cubicBezTo>
                    <a:pt x="107" y="0"/>
                    <a:pt x="0" y="109"/>
                    <a:pt x="0" y="251"/>
                  </a:cubicBezTo>
                  <a:cubicBezTo>
                    <a:pt x="0" y="387"/>
                    <a:pt x="107" y="503"/>
                    <a:pt x="251" y="503"/>
                  </a:cubicBezTo>
                  <a:cubicBezTo>
                    <a:pt x="387" y="503"/>
                    <a:pt x="501" y="387"/>
                    <a:pt x="501" y="251"/>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4" name="Google Shape;12494;p27"/>
            <p:cNvSpPr/>
            <p:nvPr/>
          </p:nvSpPr>
          <p:spPr>
            <a:xfrm>
              <a:off x="3431575" y="5422500"/>
              <a:ext cx="12600" cy="12575"/>
            </a:xfrm>
            <a:custGeom>
              <a:avLst/>
              <a:gdLst/>
              <a:ahLst/>
              <a:cxnLst/>
              <a:rect l="l" t="t" r="r" b="b"/>
              <a:pathLst>
                <a:path w="504" h="503" extrusionOk="0">
                  <a:moveTo>
                    <a:pt x="252" y="0"/>
                  </a:moveTo>
                  <a:cubicBezTo>
                    <a:pt x="116" y="0"/>
                    <a:pt x="1" y="109"/>
                    <a:pt x="1" y="251"/>
                  </a:cubicBezTo>
                  <a:cubicBezTo>
                    <a:pt x="1" y="387"/>
                    <a:pt x="116" y="503"/>
                    <a:pt x="252" y="503"/>
                  </a:cubicBezTo>
                  <a:cubicBezTo>
                    <a:pt x="388" y="503"/>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5" name="Google Shape;12495;p27"/>
            <p:cNvSpPr/>
            <p:nvPr/>
          </p:nvSpPr>
          <p:spPr>
            <a:xfrm>
              <a:off x="3523550" y="5422500"/>
              <a:ext cx="12375" cy="12575"/>
            </a:xfrm>
            <a:custGeom>
              <a:avLst/>
              <a:gdLst/>
              <a:ahLst/>
              <a:cxnLst/>
              <a:rect l="l" t="t" r="r" b="b"/>
              <a:pathLst>
                <a:path w="495" h="503" extrusionOk="0">
                  <a:moveTo>
                    <a:pt x="250" y="0"/>
                  </a:moveTo>
                  <a:cubicBezTo>
                    <a:pt x="107" y="0"/>
                    <a:pt x="0" y="109"/>
                    <a:pt x="0" y="251"/>
                  </a:cubicBezTo>
                  <a:cubicBezTo>
                    <a:pt x="0" y="387"/>
                    <a:pt x="107" y="503"/>
                    <a:pt x="250" y="503"/>
                  </a:cubicBezTo>
                  <a:cubicBezTo>
                    <a:pt x="388" y="503"/>
                    <a:pt x="494" y="387"/>
                    <a:pt x="494" y="251"/>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6" name="Google Shape;12496;p27"/>
            <p:cNvSpPr/>
            <p:nvPr/>
          </p:nvSpPr>
          <p:spPr>
            <a:xfrm>
              <a:off x="635875" y="5336650"/>
              <a:ext cx="2940550" cy="1475"/>
            </a:xfrm>
            <a:custGeom>
              <a:avLst/>
              <a:gdLst/>
              <a:ahLst/>
              <a:cxnLst/>
              <a:rect l="l" t="t" r="r" b="b"/>
              <a:pathLst>
                <a:path w="117622" h="59" extrusionOk="0">
                  <a:moveTo>
                    <a:pt x="1" y="0"/>
                  </a:moveTo>
                  <a:lnTo>
                    <a:pt x="1" y="59"/>
                  </a:lnTo>
                  <a:lnTo>
                    <a:pt x="117622" y="59"/>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7" name="Google Shape;12497;p27"/>
            <p:cNvSpPr/>
            <p:nvPr/>
          </p:nvSpPr>
          <p:spPr>
            <a:xfrm>
              <a:off x="635875" y="5428425"/>
              <a:ext cx="2940550" cy="1450"/>
            </a:xfrm>
            <a:custGeom>
              <a:avLst/>
              <a:gdLst/>
              <a:ahLst/>
              <a:cxnLst/>
              <a:rect l="l" t="t" r="r" b="b"/>
              <a:pathLst>
                <a:path w="117622" h="58" extrusionOk="0">
                  <a:moveTo>
                    <a:pt x="1" y="1"/>
                  </a:moveTo>
                  <a:lnTo>
                    <a:pt x="1" y="57"/>
                  </a:lnTo>
                  <a:lnTo>
                    <a:pt x="117622" y="57"/>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8" name="Google Shape;12498;p27"/>
            <p:cNvSpPr/>
            <p:nvPr/>
          </p:nvSpPr>
          <p:spPr>
            <a:xfrm>
              <a:off x="635875" y="5244725"/>
              <a:ext cx="2940550" cy="1450"/>
            </a:xfrm>
            <a:custGeom>
              <a:avLst/>
              <a:gdLst/>
              <a:ahLst/>
              <a:cxnLst/>
              <a:rect l="l" t="t" r="r" b="b"/>
              <a:pathLst>
                <a:path w="117622" h="58"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9" name="Google Shape;12499;p27"/>
            <p:cNvSpPr/>
            <p:nvPr/>
          </p:nvSpPr>
          <p:spPr>
            <a:xfrm>
              <a:off x="635875" y="5152975"/>
              <a:ext cx="2940550" cy="1450"/>
            </a:xfrm>
            <a:custGeom>
              <a:avLst/>
              <a:gdLst/>
              <a:ahLst/>
              <a:cxnLst/>
              <a:rect l="l" t="t" r="r" b="b"/>
              <a:pathLst>
                <a:path w="117622" h="58"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0" name="Google Shape;12500;p27"/>
            <p:cNvSpPr/>
            <p:nvPr/>
          </p:nvSpPr>
          <p:spPr>
            <a:xfrm>
              <a:off x="635875" y="5061000"/>
              <a:ext cx="2940550" cy="1450"/>
            </a:xfrm>
            <a:custGeom>
              <a:avLst/>
              <a:gdLst/>
              <a:ahLst/>
              <a:cxnLst/>
              <a:rect l="l" t="t" r="r" b="b"/>
              <a:pathLst>
                <a:path w="117622" h="58" extrusionOk="0">
                  <a:moveTo>
                    <a:pt x="1" y="1"/>
                  </a:moveTo>
                  <a:lnTo>
                    <a:pt x="1" y="58"/>
                  </a:lnTo>
                  <a:lnTo>
                    <a:pt x="117622" y="58"/>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1" name="Google Shape;12501;p27"/>
            <p:cNvSpPr/>
            <p:nvPr/>
          </p:nvSpPr>
          <p:spPr>
            <a:xfrm>
              <a:off x="635875" y="4969250"/>
              <a:ext cx="2940550" cy="1450"/>
            </a:xfrm>
            <a:custGeom>
              <a:avLst/>
              <a:gdLst/>
              <a:ahLst/>
              <a:cxnLst/>
              <a:rect l="l" t="t" r="r" b="b"/>
              <a:pathLst>
                <a:path w="117622" h="58" extrusionOk="0">
                  <a:moveTo>
                    <a:pt x="1" y="1"/>
                  </a:moveTo>
                  <a:lnTo>
                    <a:pt x="1" y="58"/>
                  </a:lnTo>
                  <a:lnTo>
                    <a:pt x="117622" y="58"/>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2" name="Google Shape;12502;p27"/>
            <p:cNvSpPr/>
            <p:nvPr/>
          </p:nvSpPr>
          <p:spPr>
            <a:xfrm>
              <a:off x="635875" y="4877300"/>
              <a:ext cx="2940550" cy="1650"/>
            </a:xfrm>
            <a:custGeom>
              <a:avLst/>
              <a:gdLst/>
              <a:ahLst/>
              <a:cxnLst/>
              <a:rect l="l" t="t" r="r" b="b"/>
              <a:pathLst>
                <a:path w="117622" h="66" extrusionOk="0">
                  <a:moveTo>
                    <a:pt x="1" y="0"/>
                  </a:moveTo>
                  <a:lnTo>
                    <a:pt x="1" y="66"/>
                  </a:lnTo>
                  <a:lnTo>
                    <a:pt x="117622" y="66"/>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3" name="Google Shape;12503;p27"/>
            <p:cNvSpPr/>
            <p:nvPr/>
          </p:nvSpPr>
          <p:spPr>
            <a:xfrm>
              <a:off x="635875" y="4785550"/>
              <a:ext cx="2940550" cy="1450"/>
            </a:xfrm>
            <a:custGeom>
              <a:avLst/>
              <a:gdLst/>
              <a:ahLst/>
              <a:cxnLst/>
              <a:rect l="l" t="t" r="r" b="b"/>
              <a:pathLst>
                <a:path w="117622" h="58"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4" name="Google Shape;12504;p27"/>
            <p:cNvSpPr/>
            <p:nvPr/>
          </p:nvSpPr>
          <p:spPr>
            <a:xfrm>
              <a:off x="635875" y="4693575"/>
              <a:ext cx="2940550" cy="1675"/>
            </a:xfrm>
            <a:custGeom>
              <a:avLst/>
              <a:gdLst/>
              <a:ahLst/>
              <a:cxnLst/>
              <a:rect l="l" t="t" r="r" b="b"/>
              <a:pathLst>
                <a:path w="117622" h="67" extrusionOk="0">
                  <a:moveTo>
                    <a:pt x="1" y="1"/>
                  </a:moveTo>
                  <a:lnTo>
                    <a:pt x="1" y="66"/>
                  </a:lnTo>
                  <a:lnTo>
                    <a:pt x="117622" y="66"/>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5" name="Google Shape;12505;p27"/>
            <p:cNvSpPr/>
            <p:nvPr/>
          </p:nvSpPr>
          <p:spPr>
            <a:xfrm>
              <a:off x="635875" y="4601850"/>
              <a:ext cx="2940550" cy="1425"/>
            </a:xfrm>
            <a:custGeom>
              <a:avLst/>
              <a:gdLst/>
              <a:ahLst/>
              <a:cxnLst/>
              <a:rect l="l" t="t" r="r" b="b"/>
              <a:pathLst>
                <a:path w="117622" h="57"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6" name="Google Shape;12506;p27"/>
            <p:cNvSpPr/>
            <p:nvPr/>
          </p:nvSpPr>
          <p:spPr>
            <a:xfrm>
              <a:off x="635875" y="4510100"/>
              <a:ext cx="2940550" cy="1425"/>
            </a:xfrm>
            <a:custGeom>
              <a:avLst/>
              <a:gdLst/>
              <a:ahLst/>
              <a:cxnLst/>
              <a:rect l="l" t="t" r="r" b="b"/>
              <a:pathLst>
                <a:path w="117622" h="57"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7" name="Google Shape;12507;p27"/>
            <p:cNvSpPr/>
            <p:nvPr/>
          </p:nvSpPr>
          <p:spPr>
            <a:xfrm>
              <a:off x="635875" y="4418125"/>
              <a:ext cx="2940550" cy="1500"/>
            </a:xfrm>
            <a:custGeom>
              <a:avLst/>
              <a:gdLst/>
              <a:ahLst/>
              <a:cxnLst/>
              <a:rect l="l" t="t" r="r" b="b"/>
              <a:pathLst>
                <a:path w="117622" h="60" extrusionOk="0">
                  <a:moveTo>
                    <a:pt x="1" y="1"/>
                  </a:moveTo>
                  <a:lnTo>
                    <a:pt x="1" y="59"/>
                  </a:lnTo>
                  <a:lnTo>
                    <a:pt x="117622" y="59"/>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8" name="Google Shape;12508;p27"/>
            <p:cNvSpPr/>
            <p:nvPr/>
          </p:nvSpPr>
          <p:spPr>
            <a:xfrm>
              <a:off x="635875" y="4326375"/>
              <a:ext cx="2940550" cy="1450"/>
            </a:xfrm>
            <a:custGeom>
              <a:avLst/>
              <a:gdLst/>
              <a:ahLst/>
              <a:cxnLst/>
              <a:rect l="l" t="t" r="r" b="b"/>
              <a:pathLst>
                <a:path w="117622" h="58" extrusionOk="0">
                  <a:moveTo>
                    <a:pt x="1" y="1"/>
                  </a:moveTo>
                  <a:lnTo>
                    <a:pt x="1" y="57"/>
                  </a:lnTo>
                  <a:lnTo>
                    <a:pt x="117622" y="57"/>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9" name="Google Shape;12509;p27"/>
            <p:cNvSpPr/>
            <p:nvPr/>
          </p:nvSpPr>
          <p:spPr>
            <a:xfrm>
              <a:off x="635875" y="4234425"/>
              <a:ext cx="2940550" cy="1475"/>
            </a:xfrm>
            <a:custGeom>
              <a:avLst/>
              <a:gdLst/>
              <a:ahLst/>
              <a:cxnLst/>
              <a:rect l="l" t="t" r="r" b="b"/>
              <a:pathLst>
                <a:path w="117622" h="59" extrusionOk="0">
                  <a:moveTo>
                    <a:pt x="1" y="0"/>
                  </a:moveTo>
                  <a:lnTo>
                    <a:pt x="1" y="59"/>
                  </a:lnTo>
                  <a:lnTo>
                    <a:pt x="117622" y="59"/>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0" name="Google Shape;12510;p27"/>
            <p:cNvSpPr/>
            <p:nvPr/>
          </p:nvSpPr>
          <p:spPr>
            <a:xfrm>
              <a:off x="635875" y="4142675"/>
              <a:ext cx="2940550" cy="1425"/>
            </a:xfrm>
            <a:custGeom>
              <a:avLst/>
              <a:gdLst/>
              <a:ahLst/>
              <a:cxnLst/>
              <a:rect l="l" t="t" r="r" b="b"/>
              <a:pathLst>
                <a:path w="117622" h="57"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1" name="Google Shape;12511;p27"/>
            <p:cNvSpPr/>
            <p:nvPr/>
          </p:nvSpPr>
          <p:spPr>
            <a:xfrm>
              <a:off x="635875" y="4050750"/>
              <a:ext cx="2940550" cy="1625"/>
            </a:xfrm>
            <a:custGeom>
              <a:avLst/>
              <a:gdLst/>
              <a:ahLst/>
              <a:cxnLst/>
              <a:rect l="l" t="t" r="r" b="b"/>
              <a:pathLst>
                <a:path w="117622" h="65" extrusionOk="0">
                  <a:moveTo>
                    <a:pt x="1" y="0"/>
                  </a:moveTo>
                  <a:lnTo>
                    <a:pt x="1" y="64"/>
                  </a:lnTo>
                  <a:lnTo>
                    <a:pt x="117622" y="64"/>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2" name="Google Shape;12512;p27"/>
            <p:cNvSpPr/>
            <p:nvPr/>
          </p:nvSpPr>
          <p:spPr>
            <a:xfrm>
              <a:off x="635875" y="3958950"/>
              <a:ext cx="2940550" cy="1500"/>
            </a:xfrm>
            <a:custGeom>
              <a:avLst/>
              <a:gdLst/>
              <a:ahLst/>
              <a:cxnLst/>
              <a:rect l="l" t="t" r="r" b="b"/>
              <a:pathLst>
                <a:path w="117622" h="60" extrusionOk="0">
                  <a:moveTo>
                    <a:pt x="1" y="1"/>
                  </a:moveTo>
                  <a:lnTo>
                    <a:pt x="1" y="59"/>
                  </a:lnTo>
                  <a:lnTo>
                    <a:pt x="117622" y="59"/>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3" name="Google Shape;12513;p27"/>
            <p:cNvSpPr/>
            <p:nvPr/>
          </p:nvSpPr>
          <p:spPr>
            <a:xfrm>
              <a:off x="635875" y="3867025"/>
              <a:ext cx="2940550" cy="1625"/>
            </a:xfrm>
            <a:custGeom>
              <a:avLst/>
              <a:gdLst/>
              <a:ahLst/>
              <a:cxnLst/>
              <a:rect l="l" t="t" r="r" b="b"/>
              <a:pathLst>
                <a:path w="117622" h="65" extrusionOk="0">
                  <a:moveTo>
                    <a:pt x="1" y="1"/>
                  </a:moveTo>
                  <a:lnTo>
                    <a:pt x="1" y="65"/>
                  </a:lnTo>
                  <a:lnTo>
                    <a:pt x="117622" y="65"/>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4" name="Google Shape;12514;p27"/>
            <p:cNvSpPr/>
            <p:nvPr/>
          </p:nvSpPr>
          <p:spPr>
            <a:xfrm>
              <a:off x="635875" y="3775250"/>
              <a:ext cx="2940550" cy="1475"/>
            </a:xfrm>
            <a:custGeom>
              <a:avLst/>
              <a:gdLst/>
              <a:ahLst/>
              <a:cxnLst/>
              <a:rect l="l" t="t" r="r" b="b"/>
              <a:pathLst>
                <a:path w="117622" h="59" extrusionOk="0">
                  <a:moveTo>
                    <a:pt x="1" y="0"/>
                  </a:moveTo>
                  <a:lnTo>
                    <a:pt x="1" y="59"/>
                  </a:lnTo>
                  <a:lnTo>
                    <a:pt x="117622" y="59"/>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5" name="Google Shape;12515;p27"/>
            <p:cNvSpPr/>
            <p:nvPr/>
          </p:nvSpPr>
          <p:spPr>
            <a:xfrm>
              <a:off x="635875" y="3683500"/>
              <a:ext cx="2940550" cy="1450"/>
            </a:xfrm>
            <a:custGeom>
              <a:avLst/>
              <a:gdLst/>
              <a:ahLst/>
              <a:cxnLst/>
              <a:rect l="l" t="t" r="r" b="b"/>
              <a:pathLst>
                <a:path w="117622" h="58"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6" name="Google Shape;12516;p27"/>
            <p:cNvSpPr/>
            <p:nvPr/>
          </p:nvSpPr>
          <p:spPr>
            <a:xfrm>
              <a:off x="635875" y="3591575"/>
              <a:ext cx="2940550" cy="1450"/>
            </a:xfrm>
            <a:custGeom>
              <a:avLst/>
              <a:gdLst/>
              <a:ahLst/>
              <a:cxnLst/>
              <a:rect l="l" t="t" r="r" b="b"/>
              <a:pathLst>
                <a:path w="117622" h="58" extrusionOk="0">
                  <a:moveTo>
                    <a:pt x="1" y="1"/>
                  </a:moveTo>
                  <a:lnTo>
                    <a:pt x="1" y="57"/>
                  </a:lnTo>
                  <a:lnTo>
                    <a:pt x="117622" y="57"/>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7" name="Google Shape;12517;p27"/>
            <p:cNvSpPr/>
            <p:nvPr/>
          </p:nvSpPr>
          <p:spPr>
            <a:xfrm>
              <a:off x="635875" y="3499800"/>
              <a:ext cx="2940550" cy="1475"/>
            </a:xfrm>
            <a:custGeom>
              <a:avLst/>
              <a:gdLst/>
              <a:ahLst/>
              <a:cxnLst/>
              <a:rect l="l" t="t" r="r" b="b"/>
              <a:pathLst>
                <a:path w="117622" h="59" extrusionOk="0">
                  <a:moveTo>
                    <a:pt x="1" y="0"/>
                  </a:moveTo>
                  <a:lnTo>
                    <a:pt x="1" y="59"/>
                  </a:lnTo>
                  <a:lnTo>
                    <a:pt x="117622" y="59"/>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8" name="Google Shape;12518;p27"/>
            <p:cNvSpPr/>
            <p:nvPr/>
          </p:nvSpPr>
          <p:spPr>
            <a:xfrm>
              <a:off x="635875" y="3407875"/>
              <a:ext cx="2940550" cy="1425"/>
            </a:xfrm>
            <a:custGeom>
              <a:avLst/>
              <a:gdLst/>
              <a:ahLst/>
              <a:cxnLst/>
              <a:rect l="l" t="t" r="r" b="b"/>
              <a:pathLst>
                <a:path w="117622" h="57"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9" name="Google Shape;12519;p27"/>
            <p:cNvSpPr/>
            <p:nvPr/>
          </p:nvSpPr>
          <p:spPr>
            <a:xfrm>
              <a:off x="635875" y="3316075"/>
              <a:ext cx="2940550" cy="1500"/>
            </a:xfrm>
            <a:custGeom>
              <a:avLst/>
              <a:gdLst/>
              <a:ahLst/>
              <a:cxnLst/>
              <a:rect l="l" t="t" r="r" b="b"/>
              <a:pathLst>
                <a:path w="117622" h="60" extrusionOk="0">
                  <a:moveTo>
                    <a:pt x="1" y="1"/>
                  </a:moveTo>
                  <a:lnTo>
                    <a:pt x="1" y="59"/>
                  </a:lnTo>
                  <a:lnTo>
                    <a:pt x="117622" y="59"/>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0" name="Google Shape;12520;p27"/>
            <p:cNvSpPr/>
            <p:nvPr/>
          </p:nvSpPr>
          <p:spPr>
            <a:xfrm>
              <a:off x="635875" y="3224150"/>
              <a:ext cx="2940550" cy="1625"/>
            </a:xfrm>
            <a:custGeom>
              <a:avLst/>
              <a:gdLst/>
              <a:ahLst/>
              <a:cxnLst/>
              <a:rect l="l" t="t" r="r" b="b"/>
              <a:pathLst>
                <a:path w="117622" h="65" extrusionOk="0">
                  <a:moveTo>
                    <a:pt x="1" y="1"/>
                  </a:moveTo>
                  <a:lnTo>
                    <a:pt x="1" y="64"/>
                  </a:lnTo>
                  <a:lnTo>
                    <a:pt x="117622" y="64"/>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1" name="Google Shape;12521;p27"/>
            <p:cNvSpPr/>
            <p:nvPr/>
          </p:nvSpPr>
          <p:spPr>
            <a:xfrm>
              <a:off x="635875" y="3132400"/>
              <a:ext cx="2940550" cy="1450"/>
            </a:xfrm>
            <a:custGeom>
              <a:avLst/>
              <a:gdLst/>
              <a:ahLst/>
              <a:cxnLst/>
              <a:rect l="l" t="t" r="r" b="b"/>
              <a:pathLst>
                <a:path w="117622" h="58" extrusionOk="0">
                  <a:moveTo>
                    <a:pt x="1" y="1"/>
                  </a:moveTo>
                  <a:lnTo>
                    <a:pt x="1" y="58"/>
                  </a:lnTo>
                  <a:lnTo>
                    <a:pt x="117622" y="58"/>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2" name="Google Shape;12522;p27"/>
            <p:cNvSpPr/>
            <p:nvPr/>
          </p:nvSpPr>
          <p:spPr>
            <a:xfrm>
              <a:off x="635875" y="3040450"/>
              <a:ext cx="2940550" cy="1650"/>
            </a:xfrm>
            <a:custGeom>
              <a:avLst/>
              <a:gdLst/>
              <a:ahLst/>
              <a:cxnLst/>
              <a:rect l="l" t="t" r="r" b="b"/>
              <a:pathLst>
                <a:path w="117622" h="66" extrusionOk="0">
                  <a:moveTo>
                    <a:pt x="1" y="0"/>
                  </a:moveTo>
                  <a:lnTo>
                    <a:pt x="1" y="66"/>
                  </a:lnTo>
                  <a:lnTo>
                    <a:pt x="117622" y="66"/>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3" name="Google Shape;12523;p27"/>
            <p:cNvSpPr/>
            <p:nvPr/>
          </p:nvSpPr>
          <p:spPr>
            <a:xfrm>
              <a:off x="635875" y="2948700"/>
              <a:ext cx="2940550" cy="1450"/>
            </a:xfrm>
            <a:custGeom>
              <a:avLst/>
              <a:gdLst/>
              <a:ahLst/>
              <a:cxnLst/>
              <a:rect l="l" t="t" r="r" b="b"/>
              <a:pathLst>
                <a:path w="117622" h="58"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4" name="Google Shape;12524;p27"/>
            <p:cNvSpPr/>
            <p:nvPr/>
          </p:nvSpPr>
          <p:spPr>
            <a:xfrm>
              <a:off x="635875" y="2856900"/>
              <a:ext cx="2940550" cy="1500"/>
            </a:xfrm>
            <a:custGeom>
              <a:avLst/>
              <a:gdLst/>
              <a:ahLst/>
              <a:cxnLst/>
              <a:rect l="l" t="t" r="r" b="b"/>
              <a:pathLst>
                <a:path w="117622" h="60" extrusionOk="0">
                  <a:moveTo>
                    <a:pt x="1" y="1"/>
                  </a:moveTo>
                  <a:lnTo>
                    <a:pt x="1" y="59"/>
                  </a:lnTo>
                  <a:lnTo>
                    <a:pt x="117622" y="59"/>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5" name="Google Shape;12525;p27"/>
            <p:cNvSpPr/>
            <p:nvPr/>
          </p:nvSpPr>
          <p:spPr>
            <a:xfrm>
              <a:off x="635875" y="2764975"/>
              <a:ext cx="2940550" cy="1450"/>
            </a:xfrm>
            <a:custGeom>
              <a:avLst/>
              <a:gdLst/>
              <a:ahLst/>
              <a:cxnLst/>
              <a:rect l="l" t="t" r="r" b="b"/>
              <a:pathLst>
                <a:path w="117622" h="58" extrusionOk="0">
                  <a:moveTo>
                    <a:pt x="1" y="1"/>
                  </a:moveTo>
                  <a:lnTo>
                    <a:pt x="1" y="58"/>
                  </a:lnTo>
                  <a:lnTo>
                    <a:pt x="117622" y="58"/>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6" name="Google Shape;12526;p27"/>
            <p:cNvSpPr/>
            <p:nvPr/>
          </p:nvSpPr>
          <p:spPr>
            <a:xfrm>
              <a:off x="635875" y="2673250"/>
              <a:ext cx="2940550" cy="1425"/>
            </a:xfrm>
            <a:custGeom>
              <a:avLst/>
              <a:gdLst/>
              <a:ahLst/>
              <a:cxnLst/>
              <a:rect l="l" t="t" r="r" b="b"/>
              <a:pathLst>
                <a:path w="117622" h="57"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7" name="Google Shape;12527;p27"/>
            <p:cNvSpPr/>
            <p:nvPr/>
          </p:nvSpPr>
          <p:spPr>
            <a:xfrm>
              <a:off x="635875" y="2581275"/>
              <a:ext cx="2940550" cy="1450"/>
            </a:xfrm>
            <a:custGeom>
              <a:avLst/>
              <a:gdLst/>
              <a:ahLst/>
              <a:cxnLst/>
              <a:rect l="l" t="t" r="r" b="b"/>
              <a:pathLst>
                <a:path w="117622" h="58" extrusionOk="0">
                  <a:moveTo>
                    <a:pt x="1" y="1"/>
                  </a:moveTo>
                  <a:lnTo>
                    <a:pt x="1" y="57"/>
                  </a:lnTo>
                  <a:lnTo>
                    <a:pt x="117622" y="57"/>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8" name="Google Shape;12528;p27"/>
            <p:cNvSpPr/>
            <p:nvPr/>
          </p:nvSpPr>
          <p:spPr>
            <a:xfrm>
              <a:off x="635875" y="2489525"/>
              <a:ext cx="2940550" cy="1450"/>
            </a:xfrm>
            <a:custGeom>
              <a:avLst/>
              <a:gdLst/>
              <a:ahLst/>
              <a:cxnLst/>
              <a:rect l="l" t="t" r="r" b="b"/>
              <a:pathLst>
                <a:path w="117622" h="58" extrusionOk="0">
                  <a:moveTo>
                    <a:pt x="1" y="1"/>
                  </a:moveTo>
                  <a:lnTo>
                    <a:pt x="1" y="57"/>
                  </a:lnTo>
                  <a:lnTo>
                    <a:pt x="117622" y="57"/>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9" name="Google Shape;12529;p27"/>
            <p:cNvSpPr/>
            <p:nvPr/>
          </p:nvSpPr>
          <p:spPr>
            <a:xfrm>
              <a:off x="635875" y="2397575"/>
              <a:ext cx="2940550" cy="1650"/>
            </a:xfrm>
            <a:custGeom>
              <a:avLst/>
              <a:gdLst/>
              <a:ahLst/>
              <a:cxnLst/>
              <a:rect l="l" t="t" r="r" b="b"/>
              <a:pathLst>
                <a:path w="117622" h="66" extrusionOk="0">
                  <a:moveTo>
                    <a:pt x="1" y="0"/>
                  </a:moveTo>
                  <a:lnTo>
                    <a:pt x="1" y="65"/>
                  </a:lnTo>
                  <a:lnTo>
                    <a:pt x="117622" y="65"/>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0" name="Google Shape;12530;p27"/>
            <p:cNvSpPr/>
            <p:nvPr/>
          </p:nvSpPr>
          <p:spPr>
            <a:xfrm>
              <a:off x="635875" y="2305825"/>
              <a:ext cx="2940550" cy="1425"/>
            </a:xfrm>
            <a:custGeom>
              <a:avLst/>
              <a:gdLst/>
              <a:ahLst/>
              <a:cxnLst/>
              <a:rect l="l" t="t" r="r" b="b"/>
              <a:pathLst>
                <a:path w="117622" h="57"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1" name="Google Shape;12531;p27"/>
            <p:cNvSpPr/>
            <p:nvPr/>
          </p:nvSpPr>
          <p:spPr>
            <a:xfrm>
              <a:off x="635875" y="2213850"/>
              <a:ext cx="2940550" cy="1675"/>
            </a:xfrm>
            <a:custGeom>
              <a:avLst/>
              <a:gdLst/>
              <a:ahLst/>
              <a:cxnLst/>
              <a:rect l="l" t="t" r="r" b="b"/>
              <a:pathLst>
                <a:path w="117622" h="67" extrusionOk="0">
                  <a:moveTo>
                    <a:pt x="1" y="1"/>
                  </a:moveTo>
                  <a:lnTo>
                    <a:pt x="1" y="66"/>
                  </a:lnTo>
                  <a:lnTo>
                    <a:pt x="117622" y="66"/>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2" name="Google Shape;12532;p27"/>
            <p:cNvSpPr/>
            <p:nvPr/>
          </p:nvSpPr>
          <p:spPr>
            <a:xfrm>
              <a:off x="635875" y="2122100"/>
              <a:ext cx="2940550" cy="1450"/>
            </a:xfrm>
            <a:custGeom>
              <a:avLst/>
              <a:gdLst/>
              <a:ahLst/>
              <a:cxnLst/>
              <a:rect l="l" t="t" r="r" b="b"/>
              <a:pathLst>
                <a:path w="117622" h="58" extrusionOk="0">
                  <a:moveTo>
                    <a:pt x="1" y="1"/>
                  </a:moveTo>
                  <a:lnTo>
                    <a:pt x="1" y="58"/>
                  </a:lnTo>
                  <a:lnTo>
                    <a:pt x="117622" y="58"/>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3" name="Google Shape;12533;p27"/>
            <p:cNvSpPr/>
            <p:nvPr/>
          </p:nvSpPr>
          <p:spPr>
            <a:xfrm>
              <a:off x="635875" y="2030350"/>
              <a:ext cx="2940550" cy="1450"/>
            </a:xfrm>
            <a:custGeom>
              <a:avLst/>
              <a:gdLst/>
              <a:ahLst/>
              <a:cxnLst/>
              <a:rect l="l" t="t" r="r" b="b"/>
              <a:pathLst>
                <a:path w="117622" h="58" extrusionOk="0">
                  <a:moveTo>
                    <a:pt x="1" y="1"/>
                  </a:moveTo>
                  <a:lnTo>
                    <a:pt x="1" y="58"/>
                  </a:lnTo>
                  <a:lnTo>
                    <a:pt x="117622" y="58"/>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4" name="Google Shape;12534;p27"/>
            <p:cNvSpPr/>
            <p:nvPr/>
          </p:nvSpPr>
          <p:spPr>
            <a:xfrm>
              <a:off x="635875" y="1938400"/>
              <a:ext cx="2940550" cy="1475"/>
            </a:xfrm>
            <a:custGeom>
              <a:avLst/>
              <a:gdLst/>
              <a:ahLst/>
              <a:cxnLst/>
              <a:rect l="l" t="t" r="r" b="b"/>
              <a:pathLst>
                <a:path w="117622" h="59" extrusionOk="0">
                  <a:moveTo>
                    <a:pt x="1" y="0"/>
                  </a:moveTo>
                  <a:lnTo>
                    <a:pt x="1" y="59"/>
                  </a:lnTo>
                  <a:lnTo>
                    <a:pt x="117622" y="59"/>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5" name="Google Shape;12535;p27"/>
            <p:cNvSpPr/>
            <p:nvPr/>
          </p:nvSpPr>
          <p:spPr>
            <a:xfrm>
              <a:off x="635875" y="1846650"/>
              <a:ext cx="2940550" cy="1450"/>
            </a:xfrm>
            <a:custGeom>
              <a:avLst/>
              <a:gdLst/>
              <a:ahLst/>
              <a:cxnLst/>
              <a:rect l="l" t="t" r="r" b="b"/>
              <a:pathLst>
                <a:path w="117622" h="58"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6" name="Google Shape;12536;p27"/>
            <p:cNvSpPr/>
            <p:nvPr/>
          </p:nvSpPr>
          <p:spPr>
            <a:xfrm>
              <a:off x="635875" y="1754675"/>
              <a:ext cx="2940550" cy="1500"/>
            </a:xfrm>
            <a:custGeom>
              <a:avLst/>
              <a:gdLst/>
              <a:ahLst/>
              <a:cxnLst/>
              <a:rect l="l" t="t" r="r" b="b"/>
              <a:pathLst>
                <a:path w="117622" h="60" extrusionOk="0">
                  <a:moveTo>
                    <a:pt x="1" y="1"/>
                  </a:moveTo>
                  <a:lnTo>
                    <a:pt x="1" y="59"/>
                  </a:lnTo>
                  <a:lnTo>
                    <a:pt x="117622" y="59"/>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7" name="Google Shape;12537;p27"/>
            <p:cNvSpPr/>
            <p:nvPr/>
          </p:nvSpPr>
          <p:spPr>
            <a:xfrm>
              <a:off x="635875" y="1662925"/>
              <a:ext cx="2940550" cy="1450"/>
            </a:xfrm>
            <a:custGeom>
              <a:avLst/>
              <a:gdLst/>
              <a:ahLst/>
              <a:cxnLst/>
              <a:rect l="l" t="t" r="r" b="b"/>
              <a:pathLst>
                <a:path w="117622" h="58" extrusionOk="0">
                  <a:moveTo>
                    <a:pt x="1" y="1"/>
                  </a:moveTo>
                  <a:lnTo>
                    <a:pt x="1" y="58"/>
                  </a:lnTo>
                  <a:lnTo>
                    <a:pt x="117622" y="58"/>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8" name="Google Shape;12538;p27"/>
            <p:cNvSpPr/>
            <p:nvPr/>
          </p:nvSpPr>
          <p:spPr>
            <a:xfrm>
              <a:off x="635875" y="1571025"/>
              <a:ext cx="2940550" cy="1600"/>
            </a:xfrm>
            <a:custGeom>
              <a:avLst/>
              <a:gdLst/>
              <a:ahLst/>
              <a:cxnLst/>
              <a:rect l="l" t="t" r="r" b="b"/>
              <a:pathLst>
                <a:path w="117622" h="64" extrusionOk="0">
                  <a:moveTo>
                    <a:pt x="1" y="0"/>
                  </a:moveTo>
                  <a:lnTo>
                    <a:pt x="1" y="64"/>
                  </a:lnTo>
                  <a:lnTo>
                    <a:pt x="117622" y="64"/>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9" name="Google Shape;12539;p27"/>
            <p:cNvSpPr/>
            <p:nvPr/>
          </p:nvSpPr>
          <p:spPr>
            <a:xfrm>
              <a:off x="635875" y="1479225"/>
              <a:ext cx="2940550" cy="1500"/>
            </a:xfrm>
            <a:custGeom>
              <a:avLst/>
              <a:gdLst/>
              <a:ahLst/>
              <a:cxnLst/>
              <a:rect l="l" t="t" r="r" b="b"/>
              <a:pathLst>
                <a:path w="117622" h="60" extrusionOk="0">
                  <a:moveTo>
                    <a:pt x="1" y="1"/>
                  </a:moveTo>
                  <a:lnTo>
                    <a:pt x="1" y="59"/>
                  </a:lnTo>
                  <a:lnTo>
                    <a:pt x="117622" y="59"/>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0" name="Google Shape;12540;p27"/>
            <p:cNvSpPr/>
            <p:nvPr/>
          </p:nvSpPr>
          <p:spPr>
            <a:xfrm>
              <a:off x="635875" y="1387475"/>
              <a:ext cx="2940550" cy="1450"/>
            </a:xfrm>
            <a:custGeom>
              <a:avLst/>
              <a:gdLst/>
              <a:ahLst/>
              <a:cxnLst/>
              <a:rect l="l" t="t" r="r" b="b"/>
              <a:pathLst>
                <a:path w="117622" h="58" extrusionOk="0">
                  <a:moveTo>
                    <a:pt x="1" y="1"/>
                  </a:moveTo>
                  <a:lnTo>
                    <a:pt x="1" y="57"/>
                  </a:lnTo>
                  <a:lnTo>
                    <a:pt x="117622" y="57"/>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1" name="Google Shape;12541;p27"/>
            <p:cNvSpPr/>
            <p:nvPr/>
          </p:nvSpPr>
          <p:spPr>
            <a:xfrm>
              <a:off x="635875" y="1295525"/>
              <a:ext cx="2940550" cy="1475"/>
            </a:xfrm>
            <a:custGeom>
              <a:avLst/>
              <a:gdLst/>
              <a:ahLst/>
              <a:cxnLst/>
              <a:rect l="l" t="t" r="r" b="b"/>
              <a:pathLst>
                <a:path w="117622" h="59" extrusionOk="0">
                  <a:moveTo>
                    <a:pt x="1" y="0"/>
                  </a:moveTo>
                  <a:lnTo>
                    <a:pt x="1" y="59"/>
                  </a:lnTo>
                  <a:lnTo>
                    <a:pt x="117622" y="59"/>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2" name="Google Shape;12542;p27"/>
            <p:cNvSpPr/>
            <p:nvPr/>
          </p:nvSpPr>
          <p:spPr>
            <a:xfrm>
              <a:off x="635875" y="1203775"/>
              <a:ext cx="2940550" cy="1425"/>
            </a:xfrm>
            <a:custGeom>
              <a:avLst/>
              <a:gdLst/>
              <a:ahLst/>
              <a:cxnLst/>
              <a:rect l="l" t="t" r="r" b="b"/>
              <a:pathLst>
                <a:path w="117622" h="57"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3" name="Google Shape;12543;p27"/>
            <p:cNvSpPr/>
            <p:nvPr/>
          </p:nvSpPr>
          <p:spPr>
            <a:xfrm>
              <a:off x="635875" y="1111850"/>
              <a:ext cx="2940550" cy="1450"/>
            </a:xfrm>
            <a:custGeom>
              <a:avLst/>
              <a:gdLst/>
              <a:ahLst/>
              <a:cxnLst/>
              <a:rect l="l" t="t" r="r" b="b"/>
              <a:pathLst>
                <a:path w="117622" h="58"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4" name="Google Shape;12544;p27"/>
            <p:cNvSpPr/>
            <p:nvPr/>
          </p:nvSpPr>
          <p:spPr>
            <a:xfrm>
              <a:off x="773700" y="1065050"/>
              <a:ext cx="1475" cy="4410900"/>
            </a:xfrm>
            <a:custGeom>
              <a:avLst/>
              <a:gdLst/>
              <a:ahLst/>
              <a:cxnLst/>
              <a:rect l="l" t="t" r="r" b="b"/>
              <a:pathLst>
                <a:path w="59" h="176436" extrusionOk="0">
                  <a:moveTo>
                    <a:pt x="0" y="0"/>
                  </a:moveTo>
                  <a:lnTo>
                    <a:pt x="0" y="176435"/>
                  </a:lnTo>
                  <a:lnTo>
                    <a:pt x="59" y="176435"/>
                  </a:lnTo>
                  <a:lnTo>
                    <a:pt x="59"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5" name="Google Shape;12545;p27"/>
            <p:cNvSpPr/>
            <p:nvPr/>
          </p:nvSpPr>
          <p:spPr>
            <a:xfrm>
              <a:off x="681950" y="1065050"/>
              <a:ext cx="1450" cy="4410900"/>
            </a:xfrm>
            <a:custGeom>
              <a:avLst/>
              <a:gdLst/>
              <a:ahLst/>
              <a:cxnLst/>
              <a:rect l="l" t="t" r="r" b="b"/>
              <a:pathLst>
                <a:path w="58" h="176436" extrusionOk="0">
                  <a:moveTo>
                    <a:pt x="1" y="0"/>
                  </a:moveTo>
                  <a:lnTo>
                    <a:pt x="1"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6" name="Google Shape;12546;p27"/>
            <p:cNvSpPr/>
            <p:nvPr/>
          </p:nvSpPr>
          <p:spPr>
            <a:xfrm>
              <a:off x="865650" y="1065050"/>
              <a:ext cx="1450" cy="4410900"/>
            </a:xfrm>
            <a:custGeom>
              <a:avLst/>
              <a:gdLst/>
              <a:ahLst/>
              <a:cxnLst/>
              <a:rect l="l" t="t" r="r" b="b"/>
              <a:pathLst>
                <a:path w="58" h="176436" extrusionOk="0">
                  <a:moveTo>
                    <a:pt x="1" y="0"/>
                  </a:moveTo>
                  <a:lnTo>
                    <a:pt x="1" y="176435"/>
                  </a:lnTo>
                  <a:lnTo>
                    <a:pt x="58" y="176435"/>
                  </a:lnTo>
                  <a:lnTo>
                    <a:pt x="58"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7" name="Google Shape;12547;p27"/>
            <p:cNvSpPr/>
            <p:nvPr/>
          </p:nvSpPr>
          <p:spPr>
            <a:xfrm>
              <a:off x="957400" y="1065050"/>
              <a:ext cx="1500" cy="4410900"/>
            </a:xfrm>
            <a:custGeom>
              <a:avLst/>
              <a:gdLst/>
              <a:ahLst/>
              <a:cxnLst/>
              <a:rect l="l" t="t" r="r" b="b"/>
              <a:pathLst>
                <a:path w="60" h="176436" extrusionOk="0">
                  <a:moveTo>
                    <a:pt x="1" y="0"/>
                  </a:moveTo>
                  <a:lnTo>
                    <a:pt x="1" y="176435"/>
                  </a:lnTo>
                  <a:lnTo>
                    <a:pt x="59" y="176435"/>
                  </a:lnTo>
                  <a:lnTo>
                    <a:pt x="59"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8" name="Google Shape;12548;p27"/>
            <p:cNvSpPr/>
            <p:nvPr/>
          </p:nvSpPr>
          <p:spPr>
            <a:xfrm>
              <a:off x="1049375" y="1065050"/>
              <a:ext cx="1450" cy="4410900"/>
            </a:xfrm>
            <a:custGeom>
              <a:avLst/>
              <a:gdLst/>
              <a:ahLst/>
              <a:cxnLst/>
              <a:rect l="l" t="t" r="r" b="b"/>
              <a:pathLst>
                <a:path w="58" h="176436" extrusionOk="0">
                  <a:moveTo>
                    <a:pt x="0" y="0"/>
                  </a:moveTo>
                  <a:lnTo>
                    <a:pt x="0"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9" name="Google Shape;12549;p27"/>
            <p:cNvSpPr/>
            <p:nvPr/>
          </p:nvSpPr>
          <p:spPr>
            <a:xfrm>
              <a:off x="1141125" y="1065050"/>
              <a:ext cx="1450" cy="4410900"/>
            </a:xfrm>
            <a:custGeom>
              <a:avLst/>
              <a:gdLst/>
              <a:ahLst/>
              <a:cxnLst/>
              <a:rect l="l" t="t" r="r" b="b"/>
              <a:pathLst>
                <a:path w="58" h="176436" extrusionOk="0">
                  <a:moveTo>
                    <a:pt x="0" y="0"/>
                  </a:moveTo>
                  <a:lnTo>
                    <a:pt x="0"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0" name="Google Shape;12550;p27"/>
            <p:cNvSpPr/>
            <p:nvPr/>
          </p:nvSpPr>
          <p:spPr>
            <a:xfrm>
              <a:off x="1232875" y="1065050"/>
              <a:ext cx="1650" cy="4410900"/>
            </a:xfrm>
            <a:custGeom>
              <a:avLst/>
              <a:gdLst/>
              <a:ahLst/>
              <a:cxnLst/>
              <a:rect l="l" t="t" r="r" b="b"/>
              <a:pathLst>
                <a:path w="66" h="176436" extrusionOk="0">
                  <a:moveTo>
                    <a:pt x="0" y="0"/>
                  </a:moveTo>
                  <a:lnTo>
                    <a:pt x="0" y="176435"/>
                  </a:lnTo>
                  <a:lnTo>
                    <a:pt x="66" y="176435"/>
                  </a:lnTo>
                  <a:lnTo>
                    <a:pt x="66"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1" name="Google Shape;12551;p27"/>
            <p:cNvSpPr/>
            <p:nvPr/>
          </p:nvSpPr>
          <p:spPr>
            <a:xfrm>
              <a:off x="1324825" y="1065050"/>
              <a:ext cx="1450" cy="4410900"/>
            </a:xfrm>
            <a:custGeom>
              <a:avLst/>
              <a:gdLst/>
              <a:ahLst/>
              <a:cxnLst/>
              <a:rect l="l" t="t" r="r" b="b"/>
              <a:pathLst>
                <a:path w="58" h="176436" extrusionOk="0">
                  <a:moveTo>
                    <a:pt x="1" y="0"/>
                  </a:moveTo>
                  <a:lnTo>
                    <a:pt x="1" y="176435"/>
                  </a:lnTo>
                  <a:lnTo>
                    <a:pt x="58" y="176435"/>
                  </a:lnTo>
                  <a:lnTo>
                    <a:pt x="58"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2" name="Google Shape;12552;p27"/>
            <p:cNvSpPr/>
            <p:nvPr/>
          </p:nvSpPr>
          <p:spPr>
            <a:xfrm>
              <a:off x="1416575" y="1065050"/>
              <a:ext cx="1500" cy="4410900"/>
            </a:xfrm>
            <a:custGeom>
              <a:avLst/>
              <a:gdLst/>
              <a:ahLst/>
              <a:cxnLst/>
              <a:rect l="l" t="t" r="r" b="b"/>
              <a:pathLst>
                <a:path w="60" h="176436" extrusionOk="0">
                  <a:moveTo>
                    <a:pt x="1" y="0"/>
                  </a:moveTo>
                  <a:lnTo>
                    <a:pt x="1" y="176435"/>
                  </a:lnTo>
                  <a:lnTo>
                    <a:pt x="59" y="176435"/>
                  </a:lnTo>
                  <a:lnTo>
                    <a:pt x="59"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3" name="Google Shape;12553;p27"/>
            <p:cNvSpPr/>
            <p:nvPr/>
          </p:nvSpPr>
          <p:spPr>
            <a:xfrm>
              <a:off x="1508550" y="1065050"/>
              <a:ext cx="1425" cy="4410900"/>
            </a:xfrm>
            <a:custGeom>
              <a:avLst/>
              <a:gdLst/>
              <a:ahLst/>
              <a:cxnLst/>
              <a:rect l="l" t="t" r="r" b="b"/>
              <a:pathLst>
                <a:path w="57" h="176436" extrusionOk="0">
                  <a:moveTo>
                    <a:pt x="0" y="0"/>
                  </a:moveTo>
                  <a:lnTo>
                    <a:pt x="0"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4" name="Google Shape;12554;p27"/>
            <p:cNvSpPr/>
            <p:nvPr/>
          </p:nvSpPr>
          <p:spPr>
            <a:xfrm>
              <a:off x="1600300" y="1065050"/>
              <a:ext cx="1425" cy="4410900"/>
            </a:xfrm>
            <a:custGeom>
              <a:avLst/>
              <a:gdLst/>
              <a:ahLst/>
              <a:cxnLst/>
              <a:rect l="l" t="t" r="r" b="b"/>
              <a:pathLst>
                <a:path w="57" h="176436" extrusionOk="0">
                  <a:moveTo>
                    <a:pt x="0" y="0"/>
                  </a:moveTo>
                  <a:lnTo>
                    <a:pt x="0"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5" name="Google Shape;12555;p27"/>
            <p:cNvSpPr/>
            <p:nvPr/>
          </p:nvSpPr>
          <p:spPr>
            <a:xfrm>
              <a:off x="1692250" y="1065050"/>
              <a:ext cx="1450" cy="4410900"/>
            </a:xfrm>
            <a:custGeom>
              <a:avLst/>
              <a:gdLst/>
              <a:ahLst/>
              <a:cxnLst/>
              <a:rect l="l" t="t" r="r" b="b"/>
              <a:pathLst>
                <a:path w="58" h="176436" extrusionOk="0">
                  <a:moveTo>
                    <a:pt x="1" y="0"/>
                  </a:moveTo>
                  <a:lnTo>
                    <a:pt x="1"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6" name="Google Shape;12556;p27"/>
            <p:cNvSpPr/>
            <p:nvPr/>
          </p:nvSpPr>
          <p:spPr>
            <a:xfrm>
              <a:off x="1784000" y="1065050"/>
              <a:ext cx="1450" cy="4410900"/>
            </a:xfrm>
            <a:custGeom>
              <a:avLst/>
              <a:gdLst/>
              <a:ahLst/>
              <a:cxnLst/>
              <a:rect l="l" t="t" r="r" b="b"/>
              <a:pathLst>
                <a:path w="58" h="176436" extrusionOk="0">
                  <a:moveTo>
                    <a:pt x="0" y="0"/>
                  </a:moveTo>
                  <a:lnTo>
                    <a:pt x="0"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7" name="Google Shape;12557;p27"/>
            <p:cNvSpPr/>
            <p:nvPr/>
          </p:nvSpPr>
          <p:spPr>
            <a:xfrm>
              <a:off x="1875750" y="1065050"/>
              <a:ext cx="1650" cy="4410900"/>
            </a:xfrm>
            <a:custGeom>
              <a:avLst/>
              <a:gdLst/>
              <a:ahLst/>
              <a:cxnLst/>
              <a:rect l="l" t="t" r="r" b="b"/>
              <a:pathLst>
                <a:path w="66" h="176436" extrusionOk="0">
                  <a:moveTo>
                    <a:pt x="0" y="0"/>
                  </a:moveTo>
                  <a:lnTo>
                    <a:pt x="0" y="176435"/>
                  </a:lnTo>
                  <a:lnTo>
                    <a:pt x="66" y="176435"/>
                  </a:lnTo>
                  <a:lnTo>
                    <a:pt x="66"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8" name="Google Shape;12558;p27"/>
            <p:cNvSpPr/>
            <p:nvPr/>
          </p:nvSpPr>
          <p:spPr>
            <a:xfrm>
              <a:off x="1967700" y="1065050"/>
              <a:ext cx="1450" cy="4410900"/>
            </a:xfrm>
            <a:custGeom>
              <a:avLst/>
              <a:gdLst/>
              <a:ahLst/>
              <a:cxnLst/>
              <a:rect l="l" t="t" r="r" b="b"/>
              <a:pathLst>
                <a:path w="58" h="176436" extrusionOk="0">
                  <a:moveTo>
                    <a:pt x="1" y="0"/>
                  </a:moveTo>
                  <a:lnTo>
                    <a:pt x="1" y="176435"/>
                  </a:lnTo>
                  <a:lnTo>
                    <a:pt x="58" y="176435"/>
                  </a:lnTo>
                  <a:lnTo>
                    <a:pt x="58"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9" name="Google Shape;12559;p27"/>
            <p:cNvSpPr/>
            <p:nvPr/>
          </p:nvSpPr>
          <p:spPr>
            <a:xfrm>
              <a:off x="2059450" y="1065050"/>
              <a:ext cx="1675" cy="4410900"/>
            </a:xfrm>
            <a:custGeom>
              <a:avLst/>
              <a:gdLst/>
              <a:ahLst/>
              <a:cxnLst/>
              <a:rect l="l" t="t" r="r" b="b"/>
              <a:pathLst>
                <a:path w="67" h="176436" extrusionOk="0">
                  <a:moveTo>
                    <a:pt x="1" y="0"/>
                  </a:moveTo>
                  <a:lnTo>
                    <a:pt x="1" y="176435"/>
                  </a:lnTo>
                  <a:lnTo>
                    <a:pt x="66" y="176435"/>
                  </a:lnTo>
                  <a:lnTo>
                    <a:pt x="66"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0" name="Google Shape;12560;p27"/>
            <p:cNvSpPr/>
            <p:nvPr/>
          </p:nvSpPr>
          <p:spPr>
            <a:xfrm>
              <a:off x="2151425" y="1065050"/>
              <a:ext cx="1450" cy="4410900"/>
            </a:xfrm>
            <a:custGeom>
              <a:avLst/>
              <a:gdLst/>
              <a:ahLst/>
              <a:cxnLst/>
              <a:rect l="l" t="t" r="r" b="b"/>
              <a:pathLst>
                <a:path w="58" h="176436" extrusionOk="0">
                  <a:moveTo>
                    <a:pt x="0" y="0"/>
                  </a:moveTo>
                  <a:lnTo>
                    <a:pt x="0"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1" name="Google Shape;12561;p27"/>
            <p:cNvSpPr/>
            <p:nvPr/>
          </p:nvSpPr>
          <p:spPr>
            <a:xfrm>
              <a:off x="2243175" y="1065050"/>
              <a:ext cx="1425" cy="4410900"/>
            </a:xfrm>
            <a:custGeom>
              <a:avLst/>
              <a:gdLst/>
              <a:ahLst/>
              <a:cxnLst/>
              <a:rect l="l" t="t" r="r" b="b"/>
              <a:pathLst>
                <a:path w="57" h="176436" extrusionOk="0">
                  <a:moveTo>
                    <a:pt x="0" y="0"/>
                  </a:moveTo>
                  <a:lnTo>
                    <a:pt x="0"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2" name="Google Shape;12562;p27"/>
            <p:cNvSpPr/>
            <p:nvPr/>
          </p:nvSpPr>
          <p:spPr>
            <a:xfrm>
              <a:off x="2335075" y="1065050"/>
              <a:ext cx="1500" cy="4410900"/>
            </a:xfrm>
            <a:custGeom>
              <a:avLst/>
              <a:gdLst/>
              <a:ahLst/>
              <a:cxnLst/>
              <a:rect l="l" t="t" r="r" b="b"/>
              <a:pathLst>
                <a:path w="60" h="176436" extrusionOk="0">
                  <a:moveTo>
                    <a:pt x="1" y="0"/>
                  </a:moveTo>
                  <a:lnTo>
                    <a:pt x="1" y="176435"/>
                  </a:lnTo>
                  <a:lnTo>
                    <a:pt x="59" y="176435"/>
                  </a:lnTo>
                  <a:lnTo>
                    <a:pt x="59"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3" name="Google Shape;12563;p27"/>
            <p:cNvSpPr/>
            <p:nvPr/>
          </p:nvSpPr>
          <p:spPr>
            <a:xfrm>
              <a:off x="2426875" y="1065050"/>
              <a:ext cx="1450" cy="4410900"/>
            </a:xfrm>
            <a:custGeom>
              <a:avLst/>
              <a:gdLst/>
              <a:ahLst/>
              <a:cxnLst/>
              <a:rect l="l" t="t" r="r" b="b"/>
              <a:pathLst>
                <a:path w="58" h="176436" extrusionOk="0">
                  <a:moveTo>
                    <a:pt x="1" y="0"/>
                  </a:moveTo>
                  <a:lnTo>
                    <a:pt x="1"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4" name="Google Shape;12564;p27"/>
            <p:cNvSpPr/>
            <p:nvPr/>
          </p:nvSpPr>
          <p:spPr>
            <a:xfrm>
              <a:off x="2518800" y="1065050"/>
              <a:ext cx="1475" cy="4410900"/>
            </a:xfrm>
            <a:custGeom>
              <a:avLst/>
              <a:gdLst/>
              <a:ahLst/>
              <a:cxnLst/>
              <a:rect l="l" t="t" r="r" b="b"/>
              <a:pathLst>
                <a:path w="59" h="176436" extrusionOk="0">
                  <a:moveTo>
                    <a:pt x="0" y="0"/>
                  </a:moveTo>
                  <a:lnTo>
                    <a:pt x="0" y="176435"/>
                  </a:lnTo>
                  <a:lnTo>
                    <a:pt x="59" y="176435"/>
                  </a:lnTo>
                  <a:lnTo>
                    <a:pt x="59"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5" name="Google Shape;12565;p27"/>
            <p:cNvSpPr/>
            <p:nvPr/>
          </p:nvSpPr>
          <p:spPr>
            <a:xfrm>
              <a:off x="2610600" y="1065050"/>
              <a:ext cx="1425" cy="4410900"/>
            </a:xfrm>
            <a:custGeom>
              <a:avLst/>
              <a:gdLst/>
              <a:ahLst/>
              <a:cxnLst/>
              <a:rect l="l" t="t" r="r" b="b"/>
              <a:pathLst>
                <a:path w="57" h="176436" extrusionOk="0">
                  <a:moveTo>
                    <a:pt x="0" y="0"/>
                  </a:moveTo>
                  <a:lnTo>
                    <a:pt x="0"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6" name="Google Shape;12566;p27"/>
            <p:cNvSpPr/>
            <p:nvPr/>
          </p:nvSpPr>
          <p:spPr>
            <a:xfrm>
              <a:off x="2702325" y="1065050"/>
              <a:ext cx="1625" cy="4410900"/>
            </a:xfrm>
            <a:custGeom>
              <a:avLst/>
              <a:gdLst/>
              <a:ahLst/>
              <a:cxnLst/>
              <a:rect l="l" t="t" r="r" b="b"/>
              <a:pathLst>
                <a:path w="65" h="176436" extrusionOk="0">
                  <a:moveTo>
                    <a:pt x="1" y="0"/>
                  </a:moveTo>
                  <a:lnTo>
                    <a:pt x="1" y="176435"/>
                  </a:lnTo>
                  <a:lnTo>
                    <a:pt x="65" y="176435"/>
                  </a:lnTo>
                  <a:lnTo>
                    <a:pt x="65"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7" name="Google Shape;12567;p27"/>
            <p:cNvSpPr/>
            <p:nvPr/>
          </p:nvSpPr>
          <p:spPr>
            <a:xfrm>
              <a:off x="2794250" y="1065050"/>
              <a:ext cx="1500" cy="4410900"/>
            </a:xfrm>
            <a:custGeom>
              <a:avLst/>
              <a:gdLst/>
              <a:ahLst/>
              <a:cxnLst/>
              <a:rect l="l" t="t" r="r" b="b"/>
              <a:pathLst>
                <a:path w="60" h="176436" extrusionOk="0">
                  <a:moveTo>
                    <a:pt x="1" y="0"/>
                  </a:moveTo>
                  <a:lnTo>
                    <a:pt x="1" y="176435"/>
                  </a:lnTo>
                  <a:lnTo>
                    <a:pt x="59" y="176435"/>
                  </a:lnTo>
                  <a:lnTo>
                    <a:pt x="59"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8" name="Google Shape;12568;p27"/>
            <p:cNvSpPr/>
            <p:nvPr/>
          </p:nvSpPr>
          <p:spPr>
            <a:xfrm>
              <a:off x="2886050" y="1065050"/>
              <a:ext cx="1625" cy="4410900"/>
            </a:xfrm>
            <a:custGeom>
              <a:avLst/>
              <a:gdLst/>
              <a:ahLst/>
              <a:cxnLst/>
              <a:rect l="l" t="t" r="r" b="b"/>
              <a:pathLst>
                <a:path w="65" h="176436" extrusionOk="0">
                  <a:moveTo>
                    <a:pt x="0" y="0"/>
                  </a:moveTo>
                  <a:lnTo>
                    <a:pt x="0" y="176435"/>
                  </a:lnTo>
                  <a:lnTo>
                    <a:pt x="64" y="176435"/>
                  </a:lnTo>
                  <a:lnTo>
                    <a:pt x="64"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9" name="Google Shape;12569;p27"/>
            <p:cNvSpPr/>
            <p:nvPr/>
          </p:nvSpPr>
          <p:spPr>
            <a:xfrm>
              <a:off x="2977975" y="1065050"/>
              <a:ext cx="1475" cy="4410900"/>
            </a:xfrm>
            <a:custGeom>
              <a:avLst/>
              <a:gdLst/>
              <a:ahLst/>
              <a:cxnLst/>
              <a:rect l="l" t="t" r="r" b="b"/>
              <a:pathLst>
                <a:path w="59" h="176436" extrusionOk="0">
                  <a:moveTo>
                    <a:pt x="0" y="0"/>
                  </a:moveTo>
                  <a:lnTo>
                    <a:pt x="0" y="176435"/>
                  </a:lnTo>
                  <a:lnTo>
                    <a:pt x="59" y="176435"/>
                  </a:lnTo>
                  <a:lnTo>
                    <a:pt x="59"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0" name="Google Shape;12570;p27"/>
            <p:cNvSpPr/>
            <p:nvPr/>
          </p:nvSpPr>
          <p:spPr>
            <a:xfrm>
              <a:off x="3069750" y="1065050"/>
              <a:ext cx="1450" cy="4410900"/>
            </a:xfrm>
            <a:custGeom>
              <a:avLst/>
              <a:gdLst/>
              <a:ahLst/>
              <a:cxnLst/>
              <a:rect l="l" t="t" r="r" b="b"/>
              <a:pathLst>
                <a:path w="58" h="176436" extrusionOk="0">
                  <a:moveTo>
                    <a:pt x="1" y="0"/>
                  </a:moveTo>
                  <a:lnTo>
                    <a:pt x="1" y="176435"/>
                  </a:lnTo>
                  <a:lnTo>
                    <a:pt x="58" y="176435"/>
                  </a:lnTo>
                  <a:lnTo>
                    <a:pt x="58"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1" name="Google Shape;12571;p27"/>
            <p:cNvSpPr/>
            <p:nvPr/>
          </p:nvSpPr>
          <p:spPr>
            <a:xfrm>
              <a:off x="3161675" y="1065050"/>
              <a:ext cx="1450" cy="4410900"/>
            </a:xfrm>
            <a:custGeom>
              <a:avLst/>
              <a:gdLst/>
              <a:ahLst/>
              <a:cxnLst/>
              <a:rect l="l" t="t" r="r" b="b"/>
              <a:pathLst>
                <a:path w="58" h="176436" extrusionOk="0">
                  <a:moveTo>
                    <a:pt x="1" y="0"/>
                  </a:moveTo>
                  <a:lnTo>
                    <a:pt x="1"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2" name="Google Shape;12572;p27"/>
            <p:cNvSpPr/>
            <p:nvPr/>
          </p:nvSpPr>
          <p:spPr>
            <a:xfrm>
              <a:off x="3253425" y="1065050"/>
              <a:ext cx="1475" cy="4410900"/>
            </a:xfrm>
            <a:custGeom>
              <a:avLst/>
              <a:gdLst/>
              <a:ahLst/>
              <a:cxnLst/>
              <a:rect l="l" t="t" r="r" b="b"/>
              <a:pathLst>
                <a:path w="59" h="176436" extrusionOk="0">
                  <a:moveTo>
                    <a:pt x="0" y="0"/>
                  </a:moveTo>
                  <a:lnTo>
                    <a:pt x="0" y="176435"/>
                  </a:lnTo>
                  <a:lnTo>
                    <a:pt x="59" y="176435"/>
                  </a:lnTo>
                  <a:lnTo>
                    <a:pt x="59"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3" name="Google Shape;12573;p27"/>
            <p:cNvSpPr/>
            <p:nvPr/>
          </p:nvSpPr>
          <p:spPr>
            <a:xfrm>
              <a:off x="3345375" y="1065050"/>
              <a:ext cx="1450" cy="4410900"/>
            </a:xfrm>
            <a:custGeom>
              <a:avLst/>
              <a:gdLst/>
              <a:ahLst/>
              <a:cxnLst/>
              <a:rect l="l" t="t" r="r" b="b"/>
              <a:pathLst>
                <a:path w="58" h="176436" extrusionOk="0">
                  <a:moveTo>
                    <a:pt x="1" y="0"/>
                  </a:moveTo>
                  <a:lnTo>
                    <a:pt x="1" y="176435"/>
                  </a:lnTo>
                  <a:lnTo>
                    <a:pt x="58" y="176435"/>
                  </a:lnTo>
                  <a:lnTo>
                    <a:pt x="58"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4" name="Google Shape;12574;p27"/>
            <p:cNvSpPr/>
            <p:nvPr/>
          </p:nvSpPr>
          <p:spPr>
            <a:xfrm>
              <a:off x="3437125" y="1065050"/>
              <a:ext cx="1500" cy="4410900"/>
            </a:xfrm>
            <a:custGeom>
              <a:avLst/>
              <a:gdLst/>
              <a:ahLst/>
              <a:cxnLst/>
              <a:rect l="l" t="t" r="r" b="b"/>
              <a:pathLst>
                <a:path w="60" h="176436" extrusionOk="0">
                  <a:moveTo>
                    <a:pt x="1" y="0"/>
                  </a:moveTo>
                  <a:lnTo>
                    <a:pt x="1" y="176435"/>
                  </a:lnTo>
                  <a:lnTo>
                    <a:pt x="59" y="176435"/>
                  </a:lnTo>
                  <a:lnTo>
                    <a:pt x="59"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5" name="Google Shape;12575;p27"/>
            <p:cNvSpPr/>
            <p:nvPr/>
          </p:nvSpPr>
          <p:spPr>
            <a:xfrm>
              <a:off x="3528925" y="1065050"/>
              <a:ext cx="1625" cy="4410900"/>
            </a:xfrm>
            <a:custGeom>
              <a:avLst/>
              <a:gdLst/>
              <a:ahLst/>
              <a:cxnLst/>
              <a:rect l="l" t="t" r="r" b="b"/>
              <a:pathLst>
                <a:path w="65" h="176436" extrusionOk="0">
                  <a:moveTo>
                    <a:pt x="1" y="0"/>
                  </a:moveTo>
                  <a:lnTo>
                    <a:pt x="1" y="176435"/>
                  </a:lnTo>
                  <a:lnTo>
                    <a:pt x="64" y="176435"/>
                  </a:lnTo>
                  <a:lnTo>
                    <a:pt x="64"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76" name="Google Shape;12576;p27"/>
          <p:cNvSpPr/>
          <p:nvPr/>
        </p:nvSpPr>
        <p:spPr>
          <a:xfrm rot="-5400000">
            <a:off x="7627482" y="1567043"/>
            <a:ext cx="2895900" cy="11802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7" name="Google Shape;12577;p27"/>
          <p:cNvSpPr/>
          <p:nvPr/>
        </p:nvSpPr>
        <p:spPr>
          <a:xfrm rot="-5400000">
            <a:off x="8202092" y="1786767"/>
            <a:ext cx="491917" cy="517164"/>
          </a:xfrm>
          <a:custGeom>
            <a:avLst/>
            <a:gdLst/>
            <a:ahLst/>
            <a:cxnLst/>
            <a:rect l="l" t="t" r="r" b="b"/>
            <a:pathLst>
              <a:path w="16581" h="17432" extrusionOk="0">
                <a:moveTo>
                  <a:pt x="8431" y="4679"/>
                </a:moveTo>
                <a:cubicBezTo>
                  <a:pt x="9068" y="4707"/>
                  <a:pt x="9697" y="4879"/>
                  <a:pt x="10256" y="5191"/>
                </a:cubicBezTo>
                <a:cubicBezTo>
                  <a:pt x="10264" y="5191"/>
                  <a:pt x="10264" y="5198"/>
                  <a:pt x="10271" y="5198"/>
                </a:cubicBezTo>
                <a:cubicBezTo>
                  <a:pt x="10298" y="5211"/>
                  <a:pt x="10319" y="5226"/>
                  <a:pt x="10339" y="5239"/>
                </a:cubicBezTo>
                <a:cubicBezTo>
                  <a:pt x="10367" y="5253"/>
                  <a:pt x="10389" y="5267"/>
                  <a:pt x="10415" y="5281"/>
                </a:cubicBezTo>
                <a:cubicBezTo>
                  <a:pt x="10415" y="5287"/>
                  <a:pt x="10422" y="5287"/>
                  <a:pt x="10430" y="5294"/>
                </a:cubicBezTo>
                <a:cubicBezTo>
                  <a:pt x="10969" y="5632"/>
                  <a:pt x="11426" y="6097"/>
                  <a:pt x="11757" y="6643"/>
                </a:cubicBezTo>
                <a:cubicBezTo>
                  <a:pt x="11757" y="6649"/>
                  <a:pt x="11764" y="6656"/>
                  <a:pt x="11764" y="6663"/>
                </a:cubicBezTo>
                <a:cubicBezTo>
                  <a:pt x="11777" y="6684"/>
                  <a:pt x="11790" y="6704"/>
                  <a:pt x="11805" y="6732"/>
                </a:cubicBezTo>
                <a:cubicBezTo>
                  <a:pt x="11819" y="6752"/>
                  <a:pt x="11832" y="6780"/>
                  <a:pt x="11847" y="6802"/>
                </a:cubicBezTo>
                <a:cubicBezTo>
                  <a:pt x="11847" y="6808"/>
                  <a:pt x="11854" y="6815"/>
                  <a:pt x="11854" y="6822"/>
                </a:cubicBezTo>
                <a:cubicBezTo>
                  <a:pt x="12150" y="7382"/>
                  <a:pt x="12316" y="8018"/>
                  <a:pt x="12330" y="8653"/>
                </a:cubicBezTo>
                <a:lnTo>
                  <a:pt x="12330" y="8675"/>
                </a:lnTo>
                <a:cubicBezTo>
                  <a:pt x="12330" y="8701"/>
                  <a:pt x="12330" y="8723"/>
                  <a:pt x="12323" y="8751"/>
                </a:cubicBezTo>
                <a:lnTo>
                  <a:pt x="12323" y="8834"/>
                </a:lnTo>
                <a:lnTo>
                  <a:pt x="12323" y="8854"/>
                </a:lnTo>
                <a:cubicBezTo>
                  <a:pt x="12303" y="9497"/>
                  <a:pt x="12131" y="10119"/>
                  <a:pt x="11819" y="10678"/>
                </a:cubicBezTo>
                <a:cubicBezTo>
                  <a:pt x="11812" y="10685"/>
                  <a:pt x="11812" y="10692"/>
                  <a:pt x="11805" y="10700"/>
                </a:cubicBezTo>
                <a:cubicBezTo>
                  <a:pt x="11799" y="10720"/>
                  <a:pt x="11784" y="10741"/>
                  <a:pt x="11771" y="10761"/>
                </a:cubicBezTo>
                <a:cubicBezTo>
                  <a:pt x="11757" y="10790"/>
                  <a:pt x="11742" y="10809"/>
                  <a:pt x="11722" y="10838"/>
                </a:cubicBezTo>
                <a:cubicBezTo>
                  <a:pt x="11722" y="10844"/>
                  <a:pt x="11716" y="10851"/>
                  <a:pt x="11716" y="10851"/>
                </a:cubicBezTo>
                <a:cubicBezTo>
                  <a:pt x="11376" y="11397"/>
                  <a:pt x="10913" y="11853"/>
                  <a:pt x="10361" y="12178"/>
                </a:cubicBezTo>
                <a:cubicBezTo>
                  <a:pt x="10361" y="12185"/>
                  <a:pt x="10354" y="12185"/>
                  <a:pt x="10347" y="12193"/>
                </a:cubicBezTo>
                <a:cubicBezTo>
                  <a:pt x="10319" y="12206"/>
                  <a:pt x="10298" y="12219"/>
                  <a:pt x="10271" y="12234"/>
                </a:cubicBezTo>
                <a:cubicBezTo>
                  <a:pt x="10249" y="12248"/>
                  <a:pt x="10230" y="12261"/>
                  <a:pt x="10201" y="12267"/>
                </a:cubicBezTo>
                <a:cubicBezTo>
                  <a:pt x="10201" y="12276"/>
                  <a:pt x="10195" y="12276"/>
                  <a:pt x="10188" y="12282"/>
                </a:cubicBezTo>
                <a:cubicBezTo>
                  <a:pt x="9621" y="12579"/>
                  <a:pt x="8992" y="12739"/>
                  <a:pt x="8357" y="12752"/>
                </a:cubicBezTo>
                <a:lnTo>
                  <a:pt x="8150" y="12752"/>
                </a:lnTo>
                <a:cubicBezTo>
                  <a:pt x="7513" y="12724"/>
                  <a:pt x="6884" y="12551"/>
                  <a:pt x="6325" y="12241"/>
                </a:cubicBezTo>
                <a:cubicBezTo>
                  <a:pt x="6325" y="12241"/>
                  <a:pt x="6317" y="12234"/>
                  <a:pt x="6310" y="12234"/>
                </a:cubicBezTo>
                <a:cubicBezTo>
                  <a:pt x="6283" y="12219"/>
                  <a:pt x="6262" y="12206"/>
                  <a:pt x="6234" y="12193"/>
                </a:cubicBezTo>
                <a:cubicBezTo>
                  <a:pt x="6214" y="12178"/>
                  <a:pt x="6192" y="12165"/>
                  <a:pt x="6172" y="12151"/>
                </a:cubicBezTo>
                <a:cubicBezTo>
                  <a:pt x="6166" y="12143"/>
                  <a:pt x="6159" y="12143"/>
                  <a:pt x="6151" y="12136"/>
                </a:cubicBezTo>
                <a:cubicBezTo>
                  <a:pt x="5612" y="11798"/>
                  <a:pt x="5155" y="11335"/>
                  <a:pt x="4824" y="10790"/>
                </a:cubicBezTo>
                <a:cubicBezTo>
                  <a:pt x="4824" y="10783"/>
                  <a:pt x="4817" y="10775"/>
                  <a:pt x="4817" y="10768"/>
                </a:cubicBezTo>
                <a:cubicBezTo>
                  <a:pt x="4804" y="10748"/>
                  <a:pt x="4791" y="10720"/>
                  <a:pt x="4776" y="10700"/>
                </a:cubicBezTo>
                <a:cubicBezTo>
                  <a:pt x="4762" y="10672"/>
                  <a:pt x="4749" y="10650"/>
                  <a:pt x="4734" y="10630"/>
                </a:cubicBezTo>
                <a:cubicBezTo>
                  <a:pt x="4734" y="10624"/>
                  <a:pt x="4727" y="10617"/>
                  <a:pt x="4727" y="10609"/>
                </a:cubicBezTo>
                <a:cubicBezTo>
                  <a:pt x="4431" y="10050"/>
                  <a:pt x="4265" y="9421"/>
                  <a:pt x="4258" y="8777"/>
                </a:cubicBezTo>
                <a:lnTo>
                  <a:pt x="4258" y="8758"/>
                </a:lnTo>
                <a:lnTo>
                  <a:pt x="4258" y="8675"/>
                </a:lnTo>
                <a:lnTo>
                  <a:pt x="4258" y="8598"/>
                </a:lnTo>
                <a:lnTo>
                  <a:pt x="4258" y="8577"/>
                </a:lnTo>
                <a:cubicBezTo>
                  <a:pt x="4278" y="7935"/>
                  <a:pt x="4450" y="7313"/>
                  <a:pt x="4762" y="6752"/>
                </a:cubicBezTo>
                <a:cubicBezTo>
                  <a:pt x="4769" y="6745"/>
                  <a:pt x="4769" y="6739"/>
                  <a:pt x="4776" y="6732"/>
                </a:cubicBezTo>
                <a:cubicBezTo>
                  <a:pt x="4791" y="6711"/>
                  <a:pt x="4804" y="6684"/>
                  <a:pt x="4817" y="6663"/>
                </a:cubicBezTo>
                <a:cubicBezTo>
                  <a:pt x="4832" y="6636"/>
                  <a:pt x="4845" y="6614"/>
                  <a:pt x="4859" y="6594"/>
                </a:cubicBezTo>
                <a:cubicBezTo>
                  <a:pt x="4859" y="6586"/>
                  <a:pt x="4865" y="6586"/>
                  <a:pt x="4865" y="6580"/>
                </a:cubicBezTo>
                <a:cubicBezTo>
                  <a:pt x="5205" y="6034"/>
                  <a:pt x="5675" y="5578"/>
                  <a:pt x="6220" y="5253"/>
                </a:cubicBezTo>
                <a:cubicBezTo>
                  <a:pt x="6227" y="5246"/>
                  <a:pt x="6227" y="5246"/>
                  <a:pt x="6234" y="5239"/>
                </a:cubicBezTo>
                <a:cubicBezTo>
                  <a:pt x="6255" y="5226"/>
                  <a:pt x="6283" y="5218"/>
                  <a:pt x="6303" y="5204"/>
                </a:cubicBezTo>
                <a:cubicBezTo>
                  <a:pt x="6332" y="5191"/>
                  <a:pt x="6351" y="5176"/>
                  <a:pt x="6380" y="5163"/>
                </a:cubicBezTo>
                <a:cubicBezTo>
                  <a:pt x="6386" y="5156"/>
                  <a:pt x="6386" y="5156"/>
                  <a:pt x="6393" y="5150"/>
                </a:cubicBezTo>
                <a:cubicBezTo>
                  <a:pt x="6960" y="4853"/>
                  <a:pt x="7589" y="4694"/>
                  <a:pt x="8232" y="4679"/>
                </a:cubicBezTo>
                <a:close/>
                <a:moveTo>
                  <a:pt x="6932" y="1"/>
                </a:moveTo>
                <a:lnTo>
                  <a:pt x="6317" y="2544"/>
                </a:lnTo>
                <a:cubicBezTo>
                  <a:pt x="6096" y="2613"/>
                  <a:pt x="5889" y="2688"/>
                  <a:pt x="5681" y="2779"/>
                </a:cubicBezTo>
                <a:cubicBezTo>
                  <a:pt x="5537" y="2841"/>
                  <a:pt x="5398" y="2910"/>
                  <a:pt x="5253" y="2987"/>
                </a:cubicBezTo>
                <a:cubicBezTo>
                  <a:pt x="5247" y="2993"/>
                  <a:pt x="5238" y="3000"/>
                  <a:pt x="5225" y="3000"/>
                </a:cubicBezTo>
                <a:cubicBezTo>
                  <a:pt x="5218" y="3007"/>
                  <a:pt x="5218" y="3007"/>
                  <a:pt x="5212" y="3013"/>
                </a:cubicBezTo>
                <a:cubicBezTo>
                  <a:pt x="5170" y="3035"/>
                  <a:pt x="5136" y="3048"/>
                  <a:pt x="5101" y="3070"/>
                </a:cubicBezTo>
                <a:cubicBezTo>
                  <a:pt x="5101" y="3076"/>
                  <a:pt x="5094" y="3076"/>
                  <a:pt x="5087" y="3076"/>
                </a:cubicBezTo>
                <a:cubicBezTo>
                  <a:pt x="5059" y="3096"/>
                  <a:pt x="5031" y="3111"/>
                  <a:pt x="4998" y="3131"/>
                </a:cubicBezTo>
                <a:cubicBezTo>
                  <a:pt x="4990" y="3131"/>
                  <a:pt x="4990" y="3138"/>
                  <a:pt x="4983" y="3144"/>
                </a:cubicBezTo>
                <a:cubicBezTo>
                  <a:pt x="4928" y="3172"/>
                  <a:pt x="4873" y="3207"/>
                  <a:pt x="4817" y="3242"/>
                </a:cubicBezTo>
                <a:cubicBezTo>
                  <a:pt x="4776" y="3269"/>
                  <a:pt x="4734" y="3297"/>
                  <a:pt x="4686" y="3325"/>
                </a:cubicBezTo>
                <a:cubicBezTo>
                  <a:pt x="4459" y="3476"/>
                  <a:pt x="4236" y="3650"/>
                  <a:pt x="4023" y="3836"/>
                </a:cubicBezTo>
                <a:lnTo>
                  <a:pt x="1528" y="3048"/>
                </a:lnTo>
                <a:lnTo>
                  <a:pt x="63" y="5536"/>
                </a:lnTo>
                <a:lnTo>
                  <a:pt x="1956" y="7341"/>
                </a:lnTo>
                <a:cubicBezTo>
                  <a:pt x="1921" y="7507"/>
                  <a:pt x="1888" y="7673"/>
                  <a:pt x="1866" y="7830"/>
                </a:cubicBezTo>
                <a:cubicBezTo>
                  <a:pt x="1859" y="7893"/>
                  <a:pt x="1853" y="7948"/>
                  <a:pt x="1846" y="8011"/>
                </a:cubicBezTo>
                <a:cubicBezTo>
                  <a:pt x="1831" y="8107"/>
                  <a:pt x="1825" y="8212"/>
                  <a:pt x="1818" y="8315"/>
                </a:cubicBezTo>
                <a:lnTo>
                  <a:pt x="1818" y="8328"/>
                </a:lnTo>
                <a:cubicBezTo>
                  <a:pt x="1818" y="8391"/>
                  <a:pt x="1811" y="8452"/>
                  <a:pt x="1811" y="8509"/>
                </a:cubicBezTo>
                <a:lnTo>
                  <a:pt x="1811" y="8535"/>
                </a:lnTo>
                <a:lnTo>
                  <a:pt x="1811" y="8633"/>
                </a:lnTo>
                <a:lnTo>
                  <a:pt x="1811" y="8653"/>
                </a:lnTo>
                <a:lnTo>
                  <a:pt x="1811" y="8771"/>
                </a:lnTo>
                <a:lnTo>
                  <a:pt x="1811" y="8799"/>
                </a:lnTo>
                <a:cubicBezTo>
                  <a:pt x="1811" y="9185"/>
                  <a:pt x="1853" y="9580"/>
                  <a:pt x="1929" y="9967"/>
                </a:cubicBezTo>
                <a:lnTo>
                  <a:pt x="0" y="11743"/>
                </a:lnTo>
                <a:lnTo>
                  <a:pt x="1423" y="14251"/>
                </a:lnTo>
                <a:lnTo>
                  <a:pt x="3933" y="13512"/>
                </a:lnTo>
                <a:cubicBezTo>
                  <a:pt x="4140" y="13706"/>
                  <a:pt x="4354" y="13878"/>
                  <a:pt x="4583" y="14037"/>
                </a:cubicBezTo>
                <a:cubicBezTo>
                  <a:pt x="4673" y="14092"/>
                  <a:pt x="4756" y="14155"/>
                  <a:pt x="4845" y="14210"/>
                </a:cubicBezTo>
                <a:cubicBezTo>
                  <a:pt x="4852" y="14217"/>
                  <a:pt x="4865" y="14217"/>
                  <a:pt x="4873" y="14225"/>
                </a:cubicBezTo>
                <a:cubicBezTo>
                  <a:pt x="4880" y="14231"/>
                  <a:pt x="4887" y="14231"/>
                  <a:pt x="4893" y="14238"/>
                </a:cubicBezTo>
                <a:cubicBezTo>
                  <a:pt x="4928" y="14258"/>
                  <a:pt x="4963" y="14280"/>
                  <a:pt x="4998" y="14299"/>
                </a:cubicBezTo>
                <a:cubicBezTo>
                  <a:pt x="5031" y="14321"/>
                  <a:pt x="5066" y="14341"/>
                  <a:pt x="5101" y="14362"/>
                </a:cubicBezTo>
                <a:cubicBezTo>
                  <a:pt x="5107" y="14362"/>
                  <a:pt x="5114" y="14369"/>
                  <a:pt x="5122" y="14369"/>
                </a:cubicBezTo>
                <a:cubicBezTo>
                  <a:pt x="5129" y="14376"/>
                  <a:pt x="5136" y="14382"/>
                  <a:pt x="5149" y="14382"/>
                </a:cubicBezTo>
                <a:cubicBezTo>
                  <a:pt x="5280" y="14459"/>
                  <a:pt x="5426" y="14535"/>
                  <a:pt x="5563" y="14598"/>
                </a:cubicBezTo>
                <a:cubicBezTo>
                  <a:pt x="5771" y="14694"/>
                  <a:pt x="5978" y="14777"/>
                  <a:pt x="6192" y="14853"/>
                </a:cubicBezTo>
                <a:lnTo>
                  <a:pt x="6766" y="17403"/>
                </a:lnTo>
                <a:lnTo>
                  <a:pt x="9649" y="17431"/>
                </a:lnTo>
                <a:lnTo>
                  <a:pt x="10271" y="14888"/>
                </a:lnTo>
                <a:cubicBezTo>
                  <a:pt x="10485" y="14819"/>
                  <a:pt x="10692" y="14742"/>
                  <a:pt x="10900" y="14653"/>
                </a:cubicBezTo>
                <a:cubicBezTo>
                  <a:pt x="11044" y="14590"/>
                  <a:pt x="11190" y="14522"/>
                  <a:pt x="11328" y="14445"/>
                </a:cubicBezTo>
                <a:cubicBezTo>
                  <a:pt x="11334" y="14439"/>
                  <a:pt x="11343" y="14439"/>
                  <a:pt x="11356" y="14432"/>
                </a:cubicBezTo>
                <a:cubicBezTo>
                  <a:pt x="11363" y="14424"/>
                  <a:pt x="11369" y="14424"/>
                  <a:pt x="11369" y="14417"/>
                </a:cubicBezTo>
                <a:cubicBezTo>
                  <a:pt x="11411" y="14404"/>
                  <a:pt x="11445" y="14382"/>
                  <a:pt x="11480" y="14362"/>
                </a:cubicBezTo>
                <a:cubicBezTo>
                  <a:pt x="11480" y="14356"/>
                  <a:pt x="11487" y="14356"/>
                  <a:pt x="11494" y="14356"/>
                </a:cubicBezTo>
                <a:cubicBezTo>
                  <a:pt x="11522" y="14334"/>
                  <a:pt x="11550" y="14321"/>
                  <a:pt x="11583" y="14299"/>
                </a:cubicBezTo>
                <a:cubicBezTo>
                  <a:pt x="11591" y="14299"/>
                  <a:pt x="11598" y="14293"/>
                  <a:pt x="11605" y="14293"/>
                </a:cubicBezTo>
                <a:cubicBezTo>
                  <a:pt x="11936" y="14092"/>
                  <a:pt x="12262" y="13858"/>
                  <a:pt x="12558" y="13603"/>
                </a:cubicBezTo>
                <a:lnTo>
                  <a:pt x="15053" y="14382"/>
                </a:lnTo>
                <a:lnTo>
                  <a:pt x="16518" y="11903"/>
                </a:lnTo>
                <a:lnTo>
                  <a:pt x="14625" y="10091"/>
                </a:lnTo>
                <a:cubicBezTo>
                  <a:pt x="14652" y="9973"/>
                  <a:pt x="14673" y="9856"/>
                  <a:pt x="14693" y="9738"/>
                </a:cubicBezTo>
                <a:cubicBezTo>
                  <a:pt x="14708" y="9628"/>
                  <a:pt x="14722" y="9524"/>
                  <a:pt x="14735" y="9421"/>
                </a:cubicBezTo>
                <a:cubicBezTo>
                  <a:pt x="14743" y="9373"/>
                  <a:pt x="14750" y="9317"/>
                  <a:pt x="14750" y="9268"/>
                </a:cubicBezTo>
                <a:cubicBezTo>
                  <a:pt x="14763" y="9166"/>
                  <a:pt x="14763" y="9054"/>
                  <a:pt x="14770" y="8950"/>
                </a:cubicBezTo>
                <a:lnTo>
                  <a:pt x="14770" y="8923"/>
                </a:lnTo>
                <a:lnTo>
                  <a:pt x="14770" y="8895"/>
                </a:lnTo>
                <a:cubicBezTo>
                  <a:pt x="14770" y="8860"/>
                  <a:pt x="14776" y="8819"/>
                  <a:pt x="14776" y="8777"/>
                </a:cubicBezTo>
                <a:lnTo>
                  <a:pt x="14776" y="8660"/>
                </a:lnTo>
                <a:lnTo>
                  <a:pt x="14776" y="8633"/>
                </a:lnTo>
                <a:cubicBezTo>
                  <a:pt x="14770" y="8245"/>
                  <a:pt x="14728" y="7852"/>
                  <a:pt x="14652" y="7465"/>
                </a:cubicBezTo>
                <a:lnTo>
                  <a:pt x="16581" y="5695"/>
                </a:lnTo>
                <a:lnTo>
                  <a:pt x="15164" y="3179"/>
                </a:lnTo>
                <a:lnTo>
                  <a:pt x="12648" y="3919"/>
                </a:lnTo>
                <a:cubicBezTo>
                  <a:pt x="12558" y="3836"/>
                  <a:pt x="12469" y="3753"/>
                  <a:pt x="12379" y="3677"/>
                </a:cubicBezTo>
                <a:cubicBezTo>
                  <a:pt x="12296" y="3615"/>
                  <a:pt x="12213" y="3552"/>
                  <a:pt x="12122" y="3491"/>
                </a:cubicBezTo>
                <a:cubicBezTo>
                  <a:pt x="12081" y="3456"/>
                  <a:pt x="12039" y="3428"/>
                  <a:pt x="11998" y="3393"/>
                </a:cubicBezTo>
                <a:cubicBezTo>
                  <a:pt x="11908" y="3338"/>
                  <a:pt x="11825" y="3277"/>
                  <a:pt x="11736" y="3221"/>
                </a:cubicBezTo>
                <a:cubicBezTo>
                  <a:pt x="11729" y="3214"/>
                  <a:pt x="11716" y="3214"/>
                  <a:pt x="11708" y="3207"/>
                </a:cubicBezTo>
                <a:cubicBezTo>
                  <a:pt x="11701" y="3201"/>
                  <a:pt x="11694" y="3201"/>
                  <a:pt x="11688" y="3194"/>
                </a:cubicBezTo>
                <a:cubicBezTo>
                  <a:pt x="11653" y="3172"/>
                  <a:pt x="11618" y="3153"/>
                  <a:pt x="11583" y="3131"/>
                </a:cubicBezTo>
                <a:cubicBezTo>
                  <a:pt x="11550" y="3111"/>
                  <a:pt x="11515" y="3090"/>
                  <a:pt x="11480" y="3076"/>
                </a:cubicBezTo>
                <a:cubicBezTo>
                  <a:pt x="11474" y="3070"/>
                  <a:pt x="11467" y="3070"/>
                  <a:pt x="11467" y="3061"/>
                </a:cubicBezTo>
                <a:cubicBezTo>
                  <a:pt x="11452" y="3055"/>
                  <a:pt x="11445" y="3048"/>
                  <a:pt x="11439" y="3048"/>
                </a:cubicBezTo>
                <a:cubicBezTo>
                  <a:pt x="11301" y="2972"/>
                  <a:pt x="11155" y="2895"/>
                  <a:pt x="11018" y="2834"/>
                </a:cubicBezTo>
                <a:cubicBezTo>
                  <a:pt x="10810" y="2738"/>
                  <a:pt x="10603" y="2655"/>
                  <a:pt x="10389" y="2579"/>
                </a:cubicBezTo>
                <a:lnTo>
                  <a:pt x="9815" y="27"/>
                </a:lnTo>
                <a:lnTo>
                  <a:pt x="693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78" name="Google Shape;12578;p27"/>
          <p:cNvGrpSpPr/>
          <p:nvPr/>
        </p:nvGrpSpPr>
        <p:grpSpPr>
          <a:xfrm rot="10800000">
            <a:off x="365573" y="1027175"/>
            <a:ext cx="347597" cy="4345456"/>
            <a:chOff x="-136402" y="-175976"/>
            <a:chExt cx="347597" cy="4345456"/>
          </a:xfrm>
        </p:grpSpPr>
        <p:sp>
          <p:nvSpPr>
            <p:cNvPr id="12579" name="Google Shape;12579;p27"/>
            <p:cNvSpPr/>
            <p:nvPr/>
          </p:nvSpPr>
          <p:spPr>
            <a:xfrm>
              <a:off x="-136402" y="-175976"/>
              <a:ext cx="273965" cy="273814"/>
            </a:xfrm>
            <a:custGeom>
              <a:avLst/>
              <a:gdLst/>
              <a:ahLst/>
              <a:cxnLst/>
              <a:rect l="l" t="t" r="r" b="b"/>
              <a:pathLst>
                <a:path w="3624" h="3622" extrusionOk="0">
                  <a:moveTo>
                    <a:pt x="1515" y="0"/>
                  </a:moveTo>
                  <a:lnTo>
                    <a:pt x="1" y="1513"/>
                  </a:lnTo>
                  <a:lnTo>
                    <a:pt x="1" y="3621"/>
                  </a:lnTo>
                  <a:lnTo>
                    <a:pt x="36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0" name="Google Shape;12580;p27"/>
            <p:cNvSpPr/>
            <p:nvPr/>
          </p:nvSpPr>
          <p:spPr>
            <a:xfrm>
              <a:off x="-136402" y="1778994"/>
              <a:ext cx="347597" cy="506503"/>
            </a:xfrm>
            <a:custGeom>
              <a:avLst/>
              <a:gdLst/>
              <a:ahLst/>
              <a:cxnLst/>
              <a:rect l="l" t="t" r="r" b="b"/>
              <a:pathLst>
                <a:path w="4598" h="6700" extrusionOk="0">
                  <a:moveTo>
                    <a:pt x="4597" y="1"/>
                  </a:moveTo>
                  <a:lnTo>
                    <a:pt x="1" y="4597"/>
                  </a:lnTo>
                  <a:lnTo>
                    <a:pt x="1" y="6699"/>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1" name="Google Shape;12581;p27"/>
            <p:cNvSpPr/>
            <p:nvPr/>
          </p:nvSpPr>
          <p:spPr>
            <a:xfrm>
              <a:off x="-136402" y="2326153"/>
              <a:ext cx="347597" cy="506276"/>
            </a:xfrm>
            <a:custGeom>
              <a:avLst/>
              <a:gdLst/>
              <a:ahLst/>
              <a:cxnLst/>
              <a:rect l="l" t="t" r="r" b="b"/>
              <a:pathLst>
                <a:path w="4598" h="6697" extrusionOk="0">
                  <a:moveTo>
                    <a:pt x="4597" y="0"/>
                  </a:moveTo>
                  <a:lnTo>
                    <a:pt x="1" y="4597"/>
                  </a:lnTo>
                  <a:lnTo>
                    <a:pt x="1" y="6697"/>
                  </a:lnTo>
                  <a:lnTo>
                    <a:pt x="4597" y="2108"/>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2" name="Google Shape;12582;p27"/>
            <p:cNvSpPr/>
            <p:nvPr/>
          </p:nvSpPr>
          <p:spPr>
            <a:xfrm>
              <a:off x="-136402" y="-175976"/>
              <a:ext cx="91624" cy="91473"/>
            </a:xfrm>
            <a:custGeom>
              <a:avLst/>
              <a:gdLst/>
              <a:ahLst/>
              <a:cxnLst/>
              <a:rect l="l" t="t" r="r" b="b"/>
              <a:pathLst>
                <a:path w="1212" h="1210" extrusionOk="0">
                  <a:moveTo>
                    <a:pt x="1" y="0"/>
                  </a:moveTo>
                  <a:lnTo>
                    <a:pt x="1" y="1209"/>
                  </a:lnTo>
                  <a:lnTo>
                    <a:pt x="12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3" name="Google Shape;12583;p27"/>
            <p:cNvSpPr/>
            <p:nvPr/>
          </p:nvSpPr>
          <p:spPr>
            <a:xfrm>
              <a:off x="-136402" y="3602504"/>
              <a:ext cx="347597" cy="506428"/>
            </a:xfrm>
            <a:custGeom>
              <a:avLst/>
              <a:gdLst/>
              <a:ahLst/>
              <a:cxnLst/>
              <a:rect l="l" t="t" r="r" b="b"/>
              <a:pathLst>
                <a:path w="4598" h="6699" extrusionOk="0">
                  <a:moveTo>
                    <a:pt x="4597" y="1"/>
                  </a:moveTo>
                  <a:lnTo>
                    <a:pt x="1" y="4597"/>
                  </a:lnTo>
                  <a:lnTo>
                    <a:pt x="1" y="6699"/>
                  </a:lnTo>
                  <a:lnTo>
                    <a:pt x="4597" y="2102"/>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4" name="Google Shape;12584;p27"/>
            <p:cNvSpPr/>
            <p:nvPr/>
          </p:nvSpPr>
          <p:spPr>
            <a:xfrm>
              <a:off x="-136402" y="3420168"/>
              <a:ext cx="347597" cy="506352"/>
            </a:xfrm>
            <a:custGeom>
              <a:avLst/>
              <a:gdLst/>
              <a:ahLst/>
              <a:cxnLst/>
              <a:rect l="l" t="t" r="r" b="b"/>
              <a:pathLst>
                <a:path w="4598" h="6698" extrusionOk="0">
                  <a:moveTo>
                    <a:pt x="4597" y="1"/>
                  </a:moveTo>
                  <a:lnTo>
                    <a:pt x="1" y="4597"/>
                  </a:lnTo>
                  <a:lnTo>
                    <a:pt x="1" y="6697"/>
                  </a:lnTo>
                  <a:lnTo>
                    <a:pt x="4597" y="2103"/>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5" name="Google Shape;12585;p27"/>
            <p:cNvSpPr/>
            <p:nvPr/>
          </p:nvSpPr>
          <p:spPr>
            <a:xfrm>
              <a:off x="-136402" y="3237908"/>
              <a:ext cx="347597" cy="506276"/>
            </a:xfrm>
            <a:custGeom>
              <a:avLst/>
              <a:gdLst/>
              <a:ahLst/>
              <a:cxnLst/>
              <a:rect l="l" t="t" r="r" b="b"/>
              <a:pathLst>
                <a:path w="4598" h="6697" extrusionOk="0">
                  <a:moveTo>
                    <a:pt x="4597" y="0"/>
                  </a:moveTo>
                  <a:lnTo>
                    <a:pt x="1" y="4596"/>
                  </a:lnTo>
                  <a:lnTo>
                    <a:pt x="1" y="6696"/>
                  </a:lnTo>
                  <a:lnTo>
                    <a:pt x="4597" y="2100"/>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6" name="Google Shape;12586;p27"/>
            <p:cNvSpPr/>
            <p:nvPr/>
          </p:nvSpPr>
          <p:spPr>
            <a:xfrm>
              <a:off x="-136402" y="3055572"/>
              <a:ext cx="347597" cy="506276"/>
            </a:xfrm>
            <a:custGeom>
              <a:avLst/>
              <a:gdLst/>
              <a:ahLst/>
              <a:cxnLst/>
              <a:rect l="l" t="t" r="r" b="b"/>
              <a:pathLst>
                <a:path w="4598" h="6697" extrusionOk="0">
                  <a:moveTo>
                    <a:pt x="4597" y="0"/>
                  </a:moveTo>
                  <a:lnTo>
                    <a:pt x="1" y="4595"/>
                  </a:lnTo>
                  <a:lnTo>
                    <a:pt x="1" y="6697"/>
                  </a:lnTo>
                  <a:lnTo>
                    <a:pt x="4597" y="2107"/>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7" name="Google Shape;12587;p27"/>
            <p:cNvSpPr/>
            <p:nvPr/>
          </p:nvSpPr>
          <p:spPr>
            <a:xfrm>
              <a:off x="-136402" y="-175976"/>
              <a:ext cx="347597" cy="456155"/>
            </a:xfrm>
            <a:custGeom>
              <a:avLst/>
              <a:gdLst/>
              <a:ahLst/>
              <a:cxnLst/>
              <a:rect l="l" t="t" r="r" b="b"/>
              <a:pathLst>
                <a:path w="4598" h="6034" extrusionOk="0">
                  <a:moveTo>
                    <a:pt x="3927" y="0"/>
                  </a:moveTo>
                  <a:lnTo>
                    <a:pt x="1" y="3925"/>
                  </a:lnTo>
                  <a:lnTo>
                    <a:pt x="1" y="6033"/>
                  </a:lnTo>
                  <a:lnTo>
                    <a:pt x="4597" y="1437"/>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8" name="Google Shape;12588;p27"/>
            <p:cNvSpPr/>
            <p:nvPr/>
          </p:nvSpPr>
          <p:spPr>
            <a:xfrm>
              <a:off x="-136402" y="2690749"/>
              <a:ext cx="347597" cy="506428"/>
            </a:xfrm>
            <a:custGeom>
              <a:avLst/>
              <a:gdLst/>
              <a:ahLst/>
              <a:cxnLst/>
              <a:rect l="l" t="t" r="r" b="b"/>
              <a:pathLst>
                <a:path w="4598" h="6699" extrusionOk="0">
                  <a:moveTo>
                    <a:pt x="4597" y="1"/>
                  </a:moveTo>
                  <a:lnTo>
                    <a:pt x="1" y="4597"/>
                  </a:lnTo>
                  <a:lnTo>
                    <a:pt x="1" y="6699"/>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9" name="Google Shape;12589;p27"/>
            <p:cNvSpPr/>
            <p:nvPr/>
          </p:nvSpPr>
          <p:spPr>
            <a:xfrm>
              <a:off x="-136402" y="1232062"/>
              <a:ext cx="347597" cy="506957"/>
            </a:xfrm>
            <a:custGeom>
              <a:avLst/>
              <a:gdLst/>
              <a:ahLst/>
              <a:cxnLst/>
              <a:rect l="l" t="t" r="r" b="b"/>
              <a:pathLst>
                <a:path w="4598" h="6706" extrusionOk="0">
                  <a:moveTo>
                    <a:pt x="4597" y="0"/>
                  </a:moveTo>
                  <a:lnTo>
                    <a:pt x="1" y="4597"/>
                  </a:lnTo>
                  <a:lnTo>
                    <a:pt x="1" y="6705"/>
                  </a:lnTo>
                  <a:lnTo>
                    <a:pt x="4597" y="2109"/>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0" name="Google Shape;12590;p27"/>
            <p:cNvSpPr/>
            <p:nvPr/>
          </p:nvSpPr>
          <p:spPr>
            <a:xfrm>
              <a:off x="-136402" y="2508489"/>
              <a:ext cx="347597" cy="506428"/>
            </a:xfrm>
            <a:custGeom>
              <a:avLst/>
              <a:gdLst/>
              <a:ahLst/>
              <a:cxnLst/>
              <a:rect l="l" t="t" r="r" b="b"/>
              <a:pathLst>
                <a:path w="4598" h="6699" extrusionOk="0">
                  <a:moveTo>
                    <a:pt x="4597" y="0"/>
                  </a:moveTo>
                  <a:lnTo>
                    <a:pt x="1" y="4596"/>
                  </a:lnTo>
                  <a:lnTo>
                    <a:pt x="1" y="6698"/>
                  </a:lnTo>
                  <a:lnTo>
                    <a:pt x="4597" y="2108"/>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1" name="Google Shape;12591;p27"/>
            <p:cNvSpPr/>
            <p:nvPr/>
          </p:nvSpPr>
          <p:spPr>
            <a:xfrm>
              <a:off x="-136402" y="1049726"/>
              <a:ext cx="347597" cy="506806"/>
            </a:xfrm>
            <a:custGeom>
              <a:avLst/>
              <a:gdLst/>
              <a:ahLst/>
              <a:cxnLst/>
              <a:rect l="l" t="t" r="r" b="b"/>
              <a:pathLst>
                <a:path w="4598" h="6704" extrusionOk="0">
                  <a:moveTo>
                    <a:pt x="4597" y="1"/>
                  </a:moveTo>
                  <a:lnTo>
                    <a:pt x="1" y="4597"/>
                  </a:lnTo>
                  <a:lnTo>
                    <a:pt x="1" y="6704"/>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2" name="Google Shape;12592;p27"/>
            <p:cNvSpPr/>
            <p:nvPr/>
          </p:nvSpPr>
          <p:spPr>
            <a:xfrm>
              <a:off x="-136402" y="503172"/>
              <a:ext cx="347597" cy="506428"/>
            </a:xfrm>
            <a:custGeom>
              <a:avLst/>
              <a:gdLst/>
              <a:ahLst/>
              <a:cxnLst/>
              <a:rect l="l" t="t" r="r" b="b"/>
              <a:pathLst>
                <a:path w="4598" h="6699" extrusionOk="0">
                  <a:moveTo>
                    <a:pt x="4597" y="0"/>
                  </a:moveTo>
                  <a:lnTo>
                    <a:pt x="1" y="4590"/>
                  </a:lnTo>
                  <a:lnTo>
                    <a:pt x="1" y="6698"/>
                  </a:lnTo>
                  <a:lnTo>
                    <a:pt x="4597" y="2102"/>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3" name="Google Shape;12593;p27"/>
            <p:cNvSpPr/>
            <p:nvPr/>
          </p:nvSpPr>
          <p:spPr>
            <a:xfrm>
              <a:off x="-136402" y="2143817"/>
              <a:ext cx="347597" cy="506276"/>
            </a:xfrm>
            <a:custGeom>
              <a:avLst/>
              <a:gdLst/>
              <a:ahLst/>
              <a:cxnLst/>
              <a:rect l="l" t="t" r="r" b="b"/>
              <a:pathLst>
                <a:path w="4598" h="6697" extrusionOk="0">
                  <a:moveTo>
                    <a:pt x="4597" y="0"/>
                  </a:moveTo>
                  <a:lnTo>
                    <a:pt x="1" y="4597"/>
                  </a:lnTo>
                  <a:lnTo>
                    <a:pt x="1" y="6697"/>
                  </a:lnTo>
                  <a:lnTo>
                    <a:pt x="4597" y="2109"/>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4" name="Google Shape;12594;p27"/>
            <p:cNvSpPr/>
            <p:nvPr/>
          </p:nvSpPr>
          <p:spPr>
            <a:xfrm>
              <a:off x="-136402" y="1596734"/>
              <a:ext cx="347597" cy="506428"/>
            </a:xfrm>
            <a:custGeom>
              <a:avLst/>
              <a:gdLst/>
              <a:ahLst/>
              <a:cxnLst/>
              <a:rect l="l" t="t" r="r" b="b"/>
              <a:pathLst>
                <a:path w="4598" h="6699" extrusionOk="0">
                  <a:moveTo>
                    <a:pt x="4597" y="0"/>
                  </a:moveTo>
                  <a:lnTo>
                    <a:pt x="1" y="4597"/>
                  </a:lnTo>
                  <a:lnTo>
                    <a:pt x="1" y="6698"/>
                  </a:lnTo>
                  <a:lnTo>
                    <a:pt x="4597" y="2108"/>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5" name="Google Shape;12595;p27"/>
            <p:cNvSpPr/>
            <p:nvPr/>
          </p:nvSpPr>
          <p:spPr>
            <a:xfrm>
              <a:off x="-136402" y="320836"/>
              <a:ext cx="347597" cy="506428"/>
            </a:xfrm>
            <a:custGeom>
              <a:avLst/>
              <a:gdLst/>
              <a:ahLst/>
              <a:cxnLst/>
              <a:rect l="l" t="t" r="r" b="b"/>
              <a:pathLst>
                <a:path w="4598" h="6699" extrusionOk="0">
                  <a:moveTo>
                    <a:pt x="4597" y="0"/>
                  </a:moveTo>
                  <a:lnTo>
                    <a:pt x="1" y="4590"/>
                  </a:lnTo>
                  <a:lnTo>
                    <a:pt x="1" y="6698"/>
                  </a:lnTo>
                  <a:lnTo>
                    <a:pt x="4597" y="2102"/>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6" name="Google Shape;12596;p27"/>
            <p:cNvSpPr/>
            <p:nvPr/>
          </p:nvSpPr>
          <p:spPr>
            <a:xfrm>
              <a:off x="-136402" y="3784840"/>
              <a:ext cx="347597" cy="384640"/>
            </a:xfrm>
            <a:custGeom>
              <a:avLst/>
              <a:gdLst/>
              <a:ahLst/>
              <a:cxnLst/>
              <a:rect l="l" t="t" r="r" b="b"/>
              <a:pathLst>
                <a:path w="4598" h="5088" extrusionOk="0">
                  <a:moveTo>
                    <a:pt x="4597" y="1"/>
                  </a:moveTo>
                  <a:lnTo>
                    <a:pt x="1" y="4597"/>
                  </a:lnTo>
                  <a:lnTo>
                    <a:pt x="1" y="5088"/>
                  </a:lnTo>
                  <a:lnTo>
                    <a:pt x="1611" y="5088"/>
                  </a:lnTo>
                  <a:lnTo>
                    <a:pt x="4597" y="2102"/>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7" name="Google Shape;12597;p27"/>
            <p:cNvSpPr/>
            <p:nvPr/>
          </p:nvSpPr>
          <p:spPr>
            <a:xfrm>
              <a:off x="-136402" y="1414398"/>
              <a:ext cx="347597" cy="506957"/>
            </a:xfrm>
            <a:custGeom>
              <a:avLst/>
              <a:gdLst/>
              <a:ahLst/>
              <a:cxnLst/>
              <a:rect l="l" t="t" r="r" b="b"/>
              <a:pathLst>
                <a:path w="4598" h="6706" extrusionOk="0">
                  <a:moveTo>
                    <a:pt x="4597" y="0"/>
                  </a:moveTo>
                  <a:lnTo>
                    <a:pt x="1" y="4597"/>
                  </a:lnTo>
                  <a:lnTo>
                    <a:pt x="1" y="6705"/>
                  </a:lnTo>
                  <a:lnTo>
                    <a:pt x="4597" y="2109"/>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8" name="Google Shape;12598;p27"/>
            <p:cNvSpPr/>
            <p:nvPr/>
          </p:nvSpPr>
          <p:spPr>
            <a:xfrm>
              <a:off x="-136402" y="685583"/>
              <a:ext cx="347597" cy="506276"/>
            </a:xfrm>
            <a:custGeom>
              <a:avLst/>
              <a:gdLst/>
              <a:ahLst/>
              <a:cxnLst/>
              <a:rect l="l" t="t" r="r" b="b"/>
              <a:pathLst>
                <a:path w="4598" h="6697" extrusionOk="0">
                  <a:moveTo>
                    <a:pt x="4597" y="1"/>
                  </a:moveTo>
                  <a:lnTo>
                    <a:pt x="1" y="4589"/>
                  </a:lnTo>
                  <a:lnTo>
                    <a:pt x="1" y="6697"/>
                  </a:lnTo>
                  <a:lnTo>
                    <a:pt x="4597" y="2101"/>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9" name="Google Shape;12599;p27"/>
            <p:cNvSpPr/>
            <p:nvPr/>
          </p:nvSpPr>
          <p:spPr>
            <a:xfrm>
              <a:off x="-136402" y="2873085"/>
              <a:ext cx="347597" cy="506428"/>
            </a:xfrm>
            <a:custGeom>
              <a:avLst/>
              <a:gdLst/>
              <a:ahLst/>
              <a:cxnLst/>
              <a:rect l="l" t="t" r="r" b="b"/>
              <a:pathLst>
                <a:path w="4598" h="6699" extrusionOk="0">
                  <a:moveTo>
                    <a:pt x="4597" y="1"/>
                  </a:moveTo>
                  <a:lnTo>
                    <a:pt x="1" y="4597"/>
                  </a:lnTo>
                  <a:lnTo>
                    <a:pt x="1" y="6699"/>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0" name="Google Shape;12600;p27"/>
            <p:cNvSpPr/>
            <p:nvPr/>
          </p:nvSpPr>
          <p:spPr>
            <a:xfrm>
              <a:off x="-136402" y="-43836"/>
              <a:ext cx="347597" cy="506276"/>
            </a:xfrm>
            <a:custGeom>
              <a:avLst/>
              <a:gdLst/>
              <a:ahLst/>
              <a:cxnLst/>
              <a:rect l="l" t="t" r="r" b="b"/>
              <a:pathLst>
                <a:path w="4598" h="6697" extrusionOk="0">
                  <a:moveTo>
                    <a:pt x="4597" y="1"/>
                  </a:moveTo>
                  <a:lnTo>
                    <a:pt x="1" y="4590"/>
                  </a:lnTo>
                  <a:lnTo>
                    <a:pt x="1" y="6697"/>
                  </a:lnTo>
                  <a:lnTo>
                    <a:pt x="4597" y="2102"/>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1" name="Google Shape;12601;p27"/>
            <p:cNvSpPr/>
            <p:nvPr/>
          </p:nvSpPr>
          <p:spPr>
            <a:xfrm>
              <a:off x="8971" y="3967175"/>
              <a:ext cx="202223" cy="202299"/>
            </a:xfrm>
            <a:custGeom>
              <a:avLst/>
              <a:gdLst/>
              <a:ahLst/>
              <a:cxnLst/>
              <a:rect l="l" t="t" r="r" b="b"/>
              <a:pathLst>
                <a:path w="2675" h="2676" extrusionOk="0">
                  <a:moveTo>
                    <a:pt x="2674" y="0"/>
                  </a:moveTo>
                  <a:lnTo>
                    <a:pt x="0" y="2676"/>
                  </a:lnTo>
                  <a:lnTo>
                    <a:pt x="2100" y="2676"/>
                  </a:lnTo>
                  <a:lnTo>
                    <a:pt x="2674" y="2102"/>
                  </a:lnTo>
                  <a:lnTo>
                    <a:pt x="267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2" name="Google Shape;12602;p27"/>
            <p:cNvSpPr/>
            <p:nvPr/>
          </p:nvSpPr>
          <p:spPr>
            <a:xfrm>
              <a:off x="-136402" y="1961481"/>
              <a:ext cx="347597" cy="506276"/>
            </a:xfrm>
            <a:custGeom>
              <a:avLst/>
              <a:gdLst/>
              <a:ahLst/>
              <a:cxnLst/>
              <a:rect l="l" t="t" r="r" b="b"/>
              <a:pathLst>
                <a:path w="4598" h="6697" extrusionOk="0">
                  <a:moveTo>
                    <a:pt x="4597" y="0"/>
                  </a:moveTo>
                  <a:lnTo>
                    <a:pt x="1" y="4595"/>
                  </a:lnTo>
                  <a:lnTo>
                    <a:pt x="1" y="6697"/>
                  </a:lnTo>
                  <a:lnTo>
                    <a:pt x="4597" y="2107"/>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3" name="Google Shape;12603;p27"/>
            <p:cNvSpPr/>
            <p:nvPr/>
          </p:nvSpPr>
          <p:spPr>
            <a:xfrm>
              <a:off x="-136402" y="867919"/>
              <a:ext cx="347597" cy="506276"/>
            </a:xfrm>
            <a:custGeom>
              <a:avLst/>
              <a:gdLst/>
              <a:ahLst/>
              <a:cxnLst/>
              <a:rect l="l" t="t" r="r" b="b"/>
              <a:pathLst>
                <a:path w="4598" h="6697" extrusionOk="0">
                  <a:moveTo>
                    <a:pt x="4597" y="0"/>
                  </a:moveTo>
                  <a:lnTo>
                    <a:pt x="1" y="4589"/>
                  </a:lnTo>
                  <a:lnTo>
                    <a:pt x="1" y="6697"/>
                  </a:lnTo>
                  <a:lnTo>
                    <a:pt x="4597" y="2100"/>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4" name="Google Shape;12604;p27"/>
            <p:cNvSpPr/>
            <p:nvPr/>
          </p:nvSpPr>
          <p:spPr>
            <a:xfrm>
              <a:off x="-136402" y="138500"/>
              <a:ext cx="347597" cy="506428"/>
            </a:xfrm>
            <a:custGeom>
              <a:avLst/>
              <a:gdLst/>
              <a:ahLst/>
              <a:cxnLst/>
              <a:rect l="l" t="t" r="r" b="b"/>
              <a:pathLst>
                <a:path w="4598" h="6699" extrusionOk="0">
                  <a:moveTo>
                    <a:pt x="4597" y="0"/>
                  </a:moveTo>
                  <a:lnTo>
                    <a:pt x="1" y="4590"/>
                  </a:lnTo>
                  <a:lnTo>
                    <a:pt x="1" y="6698"/>
                  </a:lnTo>
                  <a:lnTo>
                    <a:pt x="4597" y="2102"/>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5" name="Google Shape;12605;p27"/>
            <p:cNvSpPr/>
            <p:nvPr/>
          </p:nvSpPr>
          <p:spPr>
            <a:xfrm>
              <a:off x="191311" y="4149587"/>
              <a:ext cx="19882" cy="19882"/>
            </a:xfrm>
            <a:custGeom>
              <a:avLst/>
              <a:gdLst/>
              <a:ahLst/>
              <a:cxnLst/>
              <a:rect l="l" t="t" r="r" b="b"/>
              <a:pathLst>
                <a:path w="263" h="263" extrusionOk="0">
                  <a:moveTo>
                    <a:pt x="262" y="1"/>
                  </a:moveTo>
                  <a:lnTo>
                    <a:pt x="0" y="263"/>
                  </a:lnTo>
                  <a:lnTo>
                    <a:pt x="262" y="263"/>
                  </a:lnTo>
                  <a:lnTo>
                    <a:pt x="26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06" name="Google Shape;12606;p27"/>
          <p:cNvGrpSpPr/>
          <p:nvPr/>
        </p:nvGrpSpPr>
        <p:grpSpPr>
          <a:xfrm rot="10800000">
            <a:off x="365573" y="1027180"/>
            <a:ext cx="347597" cy="4345451"/>
            <a:chOff x="-136402" y="-175976"/>
            <a:chExt cx="347597" cy="4345451"/>
          </a:xfrm>
        </p:grpSpPr>
        <p:sp>
          <p:nvSpPr>
            <p:cNvPr id="12607" name="Google Shape;12607;p27"/>
            <p:cNvSpPr/>
            <p:nvPr/>
          </p:nvSpPr>
          <p:spPr>
            <a:xfrm>
              <a:off x="-136402" y="3579069"/>
              <a:ext cx="347597" cy="371033"/>
            </a:xfrm>
            <a:custGeom>
              <a:avLst/>
              <a:gdLst/>
              <a:ahLst/>
              <a:cxnLst/>
              <a:rect l="l" t="t" r="r" b="b"/>
              <a:pathLst>
                <a:path w="4598" h="4908" extrusionOk="0">
                  <a:moveTo>
                    <a:pt x="4597" y="1"/>
                  </a:moveTo>
                  <a:lnTo>
                    <a:pt x="1" y="4595"/>
                  </a:lnTo>
                  <a:lnTo>
                    <a:pt x="1" y="4907"/>
                  </a:lnTo>
                  <a:lnTo>
                    <a:pt x="4597" y="311"/>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8" name="Google Shape;12608;p27"/>
            <p:cNvSpPr/>
            <p:nvPr/>
          </p:nvSpPr>
          <p:spPr>
            <a:xfrm>
              <a:off x="-136402" y="2850179"/>
              <a:ext cx="347597" cy="370503"/>
            </a:xfrm>
            <a:custGeom>
              <a:avLst/>
              <a:gdLst/>
              <a:ahLst/>
              <a:cxnLst/>
              <a:rect l="l" t="t" r="r" b="b"/>
              <a:pathLst>
                <a:path w="4598" h="4901" extrusionOk="0">
                  <a:moveTo>
                    <a:pt x="4597" y="0"/>
                  </a:moveTo>
                  <a:lnTo>
                    <a:pt x="1" y="4590"/>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9" name="Google Shape;12609;p27"/>
            <p:cNvSpPr/>
            <p:nvPr/>
          </p:nvSpPr>
          <p:spPr>
            <a:xfrm>
              <a:off x="-14615" y="3943741"/>
              <a:ext cx="225810" cy="225734"/>
            </a:xfrm>
            <a:custGeom>
              <a:avLst/>
              <a:gdLst/>
              <a:ahLst/>
              <a:cxnLst/>
              <a:rect l="l" t="t" r="r" b="b"/>
              <a:pathLst>
                <a:path w="2987" h="2986" extrusionOk="0">
                  <a:moveTo>
                    <a:pt x="2986" y="0"/>
                  </a:moveTo>
                  <a:lnTo>
                    <a:pt x="0" y="2986"/>
                  </a:lnTo>
                  <a:lnTo>
                    <a:pt x="312" y="2986"/>
                  </a:lnTo>
                  <a:lnTo>
                    <a:pt x="2986" y="310"/>
                  </a:lnTo>
                  <a:lnTo>
                    <a:pt x="29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0" name="Google Shape;12610;p27"/>
            <p:cNvSpPr/>
            <p:nvPr/>
          </p:nvSpPr>
          <p:spPr>
            <a:xfrm>
              <a:off x="-136402" y="3214775"/>
              <a:ext cx="347597" cy="370655"/>
            </a:xfrm>
            <a:custGeom>
              <a:avLst/>
              <a:gdLst/>
              <a:ahLst/>
              <a:cxnLst/>
              <a:rect l="l" t="t" r="r" b="b"/>
              <a:pathLst>
                <a:path w="4598" h="4903" extrusionOk="0">
                  <a:moveTo>
                    <a:pt x="4597" y="1"/>
                  </a:moveTo>
                  <a:lnTo>
                    <a:pt x="1" y="4591"/>
                  </a:lnTo>
                  <a:lnTo>
                    <a:pt x="1" y="4902"/>
                  </a:lnTo>
                  <a:lnTo>
                    <a:pt x="4597" y="306"/>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1" name="Google Shape;12611;p27"/>
            <p:cNvSpPr/>
            <p:nvPr/>
          </p:nvSpPr>
          <p:spPr>
            <a:xfrm>
              <a:off x="-136402" y="2485508"/>
              <a:ext cx="347597" cy="370503"/>
            </a:xfrm>
            <a:custGeom>
              <a:avLst/>
              <a:gdLst/>
              <a:ahLst/>
              <a:cxnLst/>
              <a:rect l="l" t="t" r="r" b="b"/>
              <a:pathLst>
                <a:path w="4598" h="4901" extrusionOk="0">
                  <a:moveTo>
                    <a:pt x="4597" y="0"/>
                  </a:moveTo>
                  <a:lnTo>
                    <a:pt x="1" y="4589"/>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2" name="Google Shape;12612;p27"/>
            <p:cNvSpPr/>
            <p:nvPr/>
          </p:nvSpPr>
          <p:spPr>
            <a:xfrm>
              <a:off x="-136402" y="2120760"/>
              <a:ext cx="347597" cy="370579"/>
            </a:xfrm>
            <a:custGeom>
              <a:avLst/>
              <a:gdLst/>
              <a:ahLst/>
              <a:cxnLst/>
              <a:rect l="l" t="t" r="r" b="b"/>
              <a:pathLst>
                <a:path w="4598" h="4902" extrusionOk="0">
                  <a:moveTo>
                    <a:pt x="4597" y="0"/>
                  </a:moveTo>
                  <a:lnTo>
                    <a:pt x="1" y="4590"/>
                  </a:lnTo>
                  <a:lnTo>
                    <a:pt x="1" y="4902"/>
                  </a:lnTo>
                  <a:lnTo>
                    <a:pt x="4597" y="305"/>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3" name="Google Shape;12613;p27"/>
            <p:cNvSpPr/>
            <p:nvPr/>
          </p:nvSpPr>
          <p:spPr>
            <a:xfrm>
              <a:off x="-136402" y="1756088"/>
              <a:ext cx="347597" cy="370503"/>
            </a:xfrm>
            <a:custGeom>
              <a:avLst/>
              <a:gdLst/>
              <a:ahLst/>
              <a:cxnLst/>
              <a:rect l="l" t="t" r="r" b="b"/>
              <a:pathLst>
                <a:path w="4598" h="4901" extrusionOk="0">
                  <a:moveTo>
                    <a:pt x="4597" y="0"/>
                  </a:moveTo>
                  <a:lnTo>
                    <a:pt x="1" y="4590"/>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4" name="Google Shape;12614;p27"/>
            <p:cNvSpPr/>
            <p:nvPr/>
          </p:nvSpPr>
          <p:spPr>
            <a:xfrm>
              <a:off x="-136402" y="1391417"/>
              <a:ext cx="347597" cy="370503"/>
            </a:xfrm>
            <a:custGeom>
              <a:avLst/>
              <a:gdLst/>
              <a:ahLst/>
              <a:cxnLst/>
              <a:rect l="l" t="t" r="r" b="b"/>
              <a:pathLst>
                <a:path w="4598" h="4901" extrusionOk="0">
                  <a:moveTo>
                    <a:pt x="4597" y="1"/>
                  </a:moveTo>
                  <a:lnTo>
                    <a:pt x="1" y="4597"/>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5" name="Google Shape;12615;p27"/>
            <p:cNvSpPr/>
            <p:nvPr/>
          </p:nvSpPr>
          <p:spPr>
            <a:xfrm>
              <a:off x="-136402" y="1026669"/>
              <a:ext cx="347597" cy="370655"/>
            </a:xfrm>
            <a:custGeom>
              <a:avLst/>
              <a:gdLst/>
              <a:ahLst/>
              <a:cxnLst/>
              <a:rect l="l" t="t" r="r" b="b"/>
              <a:pathLst>
                <a:path w="4598" h="4903" extrusionOk="0">
                  <a:moveTo>
                    <a:pt x="4597" y="0"/>
                  </a:moveTo>
                  <a:lnTo>
                    <a:pt x="1" y="4597"/>
                  </a:lnTo>
                  <a:lnTo>
                    <a:pt x="1" y="4902"/>
                  </a:lnTo>
                  <a:lnTo>
                    <a:pt x="4597" y="306"/>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6" name="Google Shape;12616;p27"/>
            <p:cNvSpPr/>
            <p:nvPr/>
          </p:nvSpPr>
          <p:spPr>
            <a:xfrm>
              <a:off x="-136402" y="661998"/>
              <a:ext cx="347597" cy="370503"/>
            </a:xfrm>
            <a:custGeom>
              <a:avLst/>
              <a:gdLst/>
              <a:ahLst/>
              <a:cxnLst/>
              <a:rect l="l" t="t" r="r" b="b"/>
              <a:pathLst>
                <a:path w="4598" h="4901" extrusionOk="0">
                  <a:moveTo>
                    <a:pt x="4597" y="1"/>
                  </a:moveTo>
                  <a:lnTo>
                    <a:pt x="1" y="4597"/>
                  </a:lnTo>
                  <a:lnTo>
                    <a:pt x="1" y="4901"/>
                  </a:lnTo>
                  <a:lnTo>
                    <a:pt x="4597" y="313"/>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7" name="Google Shape;12617;p27"/>
            <p:cNvSpPr/>
            <p:nvPr/>
          </p:nvSpPr>
          <p:spPr>
            <a:xfrm>
              <a:off x="-136402" y="297402"/>
              <a:ext cx="347597" cy="370503"/>
            </a:xfrm>
            <a:custGeom>
              <a:avLst/>
              <a:gdLst/>
              <a:ahLst/>
              <a:cxnLst/>
              <a:rect l="l" t="t" r="r" b="b"/>
              <a:pathLst>
                <a:path w="4598" h="4901" extrusionOk="0">
                  <a:moveTo>
                    <a:pt x="4597" y="0"/>
                  </a:moveTo>
                  <a:lnTo>
                    <a:pt x="1" y="4596"/>
                  </a:lnTo>
                  <a:lnTo>
                    <a:pt x="1" y="4900"/>
                  </a:lnTo>
                  <a:lnTo>
                    <a:pt x="4597" y="310"/>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8" name="Google Shape;12618;p27"/>
            <p:cNvSpPr/>
            <p:nvPr/>
          </p:nvSpPr>
          <p:spPr>
            <a:xfrm>
              <a:off x="-136402" y="-67421"/>
              <a:ext cx="347597" cy="370655"/>
            </a:xfrm>
            <a:custGeom>
              <a:avLst/>
              <a:gdLst/>
              <a:ahLst/>
              <a:cxnLst/>
              <a:rect l="l" t="t" r="r" b="b"/>
              <a:pathLst>
                <a:path w="4598" h="4903" extrusionOk="0">
                  <a:moveTo>
                    <a:pt x="4597" y="1"/>
                  </a:moveTo>
                  <a:lnTo>
                    <a:pt x="1" y="4597"/>
                  </a:lnTo>
                  <a:lnTo>
                    <a:pt x="1" y="4902"/>
                  </a:lnTo>
                  <a:lnTo>
                    <a:pt x="4597" y="313"/>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9" name="Google Shape;12619;p27"/>
            <p:cNvSpPr/>
            <p:nvPr/>
          </p:nvSpPr>
          <p:spPr>
            <a:xfrm>
              <a:off x="-136402" y="-175976"/>
              <a:ext cx="114606" cy="114379"/>
            </a:xfrm>
            <a:custGeom>
              <a:avLst/>
              <a:gdLst/>
              <a:ahLst/>
              <a:cxnLst/>
              <a:rect l="l" t="t" r="r" b="b"/>
              <a:pathLst>
                <a:path w="1516" h="1513" extrusionOk="0">
                  <a:moveTo>
                    <a:pt x="1212" y="0"/>
                  </a:moveTo>
                  <a:lnTo>
                    <a:pt x="1" y="1209"/>
                  </a:lnTo>
                  <a:lnTo>
                    <a:pt x="1" y="1513"/>
                  </a:lnTo>
                  <a:lnTo>
                    <a:pt x="15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0" name="Google Shape;12620;p27"/>
            <p:cNvSpPr/>
            <p:nvPr/>
          </p:nvSpPr>
          <p:spPr>
            <a:xfrm>
              <a:off x="167725" y="4126077"/>
              <a:ext cx="43469" cy="43393"/>
            </a:xfrm>
            <a:custGeom>
              <a:avLst/>
              <a:gdLst/>
              <a:ahLst/>
              <a:cxnLst/>
              <a:rect l="l" t="t" r="r" b="b"/>
              <a:pathLst>
                <a:path w="575" h="574" extrusionOk="0">
                  <a:moveTo>
                    <a:pt x="574" y="0"/>
                  </a:moveTo>
                  <a:lnTo>
                    <a:pt x="0" y="574"/>
                  </a:lnTo>
                  <a:lnTo>
                    <a:pt x="312" y="574"/>
                  </a:lnTo>
                  <a:lnTo>
                    <a:pt x="574" y="312"/>
                  </a:lnTo>
                  <a:lnTo>
                    <a:pt x="57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1" name="Google Shape;12621;p27"/>
            <p:cNvSpPr/>
            <p:nvPr/>
          </p:nvSpPr>
          <p:spPr>
            <a:xfrm>
              <a:off x="-136402" y="3396658"/>
              <a:ext cx="347597" cy="371108"/>
            </a:xfrm>
            <a:custGeom>
              <a:avLst/>
              <a:gdLst/>
              <a:ahLst/>
              <a:cxnLst/>
              <a:rect l="l" t="t" r="r" b="b"/>
              <a:pathLst>
                <a:path w="4598" h="4909" extrusionOk="0">
                  <a:moveTo>
                    <a:pt x="4597" y="0"/>
                  </a:moveTo>
                  <a:lnTo>
                    <a:pt x="1" y="4596"/>
                  </a:lnTo>
                  <a:lnTo>
                    <a:pt x="1" y="4908"/>
                  </a:lnTo>
                  <a:lnTo>
                    <a:pt x="4597" y="312"/>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2" name="Google Shape;12622;p27"/>
            <p:cNvSpPr/>
            <p:nvPr/>
          </p:nvSpPr>
          <p:spPr>
            <a:xfrm>
              <a:off x="-136402" y="2667843"/>
              <a:ext cx="347597" cy="370503"/>
            </a:xfrm>
            <a:custGeom>
              <a:avLst/>
              <a:gdLst/>
              <a:ahLst/>
              <a:cxnLst/>
              <a:rect l="l" t="t" r="r" b="b"/>
              <a:pathLst>
                <a:path w="4598" h="4901" extrusionOk="0">
                  <a:moveTo>
                    <a:pt x="4597" y="0"/>
                  </a:moveTo>
                  <a:lnTo>
                    <a:pt x="1" y="4590"/>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3" name="Google Shape;12623;p27"/>
            <p:cNvSpPr/>
            <p:nvPr/>
          </p:nvSpPr>
          <p:spPr>
            <a:xfrm>
              <a:off x="-136402" y="1938424"/>
              <a:ext cx="347597" cy="370503"/>
            </a:xfrm>
            <a:custGeom>
              <a:avLst/>
              <a:gdLst/>
              <a:ahLst/>
              <a:cxnLst/>
              <a:rect l="l" t="t" r="r" b="b"/>
              <a:pathLst>
                <a:path w="4598" h="4901" extrusionOk="0">
                  <a:moveTo>
                    <a:pt x="4597" y="0"/>
                  </a:moveTo>
                  <a:lnTo>
                    <a:pt x="1" y="4590"/>
                  </a:lnTo>
                  <a:lnTo>
                    <a:pt x="1" y="4900"/>
                  </a:lnTo>
                  <a:lnTo>
                    <a:pt x="4597" y="305"/>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4" name="Google Shape;12624;p27"/>
            <p:cNvSpPr/>
            <p:nvPr/>
          </p:nvSpPr>
          <p:spPr>
            <a:xfrm>
              <a:off x="-136402" y="1209081"/>
              <a:ext cx="347597" cy="370503"/>
            </a:xfrm>
            <a:custGeom>
              <a:avLst/>
              <a:gdLst/>
              <a:ahLst/>
              <a:cxnLst/>
              <a:rect l="l" t="t" r="r" b="b"/>
              <a:pathLst>
                <a:path w="4598" h="4901" extrusionOk="0">
                  <a:moveTo>
                    <a:pt x="4597" y="1"/>
                  </a:moveTo>
                  <a:lnTo>
                    <a:pt x="1" y="4596"/>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5" name="Google Shape;12625;p27"/>
            <p:cNvSpPr/>
            <p:nvPr/>
          </p:nvSpPr>
          <p:spPr>
            <a:xfrm>
              <a:off x="-136402" y="479662"/>
              <a:ext cx="347597" cy="370503"/>
            </a:xfrm>
            <a:custGeom>
              <a:avLst/>
              <a:gdLst/>
              <a:ahLst/>
              <a:cxnLst/>
              <a:rect l="l" t="t" r="r" b="b"/>
              <a:pathLst>
                <a:path w="4598" h="4901" extrusionOk="0">
                  <a:moveTo>
                    <a:pt x="4597" y="1"/>
                  </a:moveTo>
                  <a:lnTo>
                    <a:pt x="1" y="4597"/>
                  </a:lnTo>
                  <a:lnTo>
                    <a:pt x="1" y="4901"/>
                  </a:lnTo>
                  <a:lnTo>
                    <a:pt x="4597" y="311"/>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6" name="Google Shape;12626;p27"/>
            <p:cNvSpPr/>
            <p:nvPr/>
          </p:nvSpPr>
          <p:spPr>
            <a:xfrm>
              <a:off x="-136402" y="3761405"/>
              <a:ext cx="347597" cy="370957"/>
            </a:xfrm>
            <a:custGeom>
              <a:avLst/>
              <a:gdLst/>
              <a:ahLst/>
              <a:cxnLst/>
              <a:rect l="l" t="t" r="r" b="b"/>
              <a:pathLst>
                <a:path w="4598" h="4907" extrusionOk="0">
                  <a:moveTo>
                    <a:pt x="4597" y="0"/>
                  </a:moveTo>
                  <a:lnTo>
                    <a:pt x="1" y="4597"/>
                  </a:lnTo>
                  <a:lnTo>
                    <a:pt x="1" y="4907"/>
                  </a:lnTo>
                  <a:lnTo>
                    <a:pt x="4597" y="311"/>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7" name="Google Shape;12627;p27"/>
            <p:cNvSpPr/>
            <p:nvPr/>
          </p:nvSpPr>
          <p:spPr>
            <a:xfrm>
              <a:off x="-136402" y="3032440"/>
              <a:ext cx="347597" cy="370503"/>
            </a:xfrm>
            <a:custGeom>
              <a:avLst/>
              <a:gdLst/>
              <a:ahLst/>
              <a:cxnLst/>
              <a:rect l="l" t="t" r="r" b="b"/>
              <a:pathLst>
                <a:path w="4598" h="4901" extrusionOk="0">
                  <a:moveTo>
                    <a:pt x="4597" y="1"/>
                  </a:moveTo>
                  <a:lnTo>
                    <a:pt x="1" y="4591"/>
                  </a:lnTo>
                  <a:lnTo>
                    <a:pt x="1" y="4901"/>
                  </a:lnTo>
                  <a:lnTo>
                    <a:pt x="4597" y="306"/>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8" name="Google Shape;12628;p27"/>
            <p:cNvSpPr/>
            <p:nvPr/>
          </p:nvSpPr>
          <p:spPr>
            <a:xfrm>
              <a:off x="-136402" y="2303172"/>
              <a:ext cx="347597" cy="370503"/>
            </a:xfrm>
            <a:custGeom>
              <a:avLst/>
              <a:gdLst/>
              <a:ahLst/>
              <a:cxnLst/>
              <a:rect l="l" t="t" r="r" b="b"/>
              <a:pathLst>
                <a:path w="4598" h="4901" extrusionOk="0">
                  <a:moveTo>
                    <a:pt x="4597" y="1"/>
                  </a:moveTo>
                  <a:lnTo>
                    <a:pt x="1" y="4589"/>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9" name="Google Shape;12629;p27"/>
            <p:cNvSpPr/>
            <p:nvPr/>
          </p:nvSpPr>
          <p:spPr>
            <a:xfrm>
              <a:off x="-136402" y="1573753"/>
              <a:ext cx="347597" cy="370503"/>
            </a:xfrm>
            <a:custGeom>
              <a:avLst/>
              <a:gdLst/>
              <a:ahLst/>
              <a:cxnLst/>
              <a:rect l="l" t="t" r="r" b="b"/>
              <a:pathLst>
                <a:path w="4598" h="4901" extrusionOk="0">
                  <a:moveTo>
                    <a:pt x="4597" y="1"/>
                  </a:moveTo>
                  <a:lnTo>
                    <a:pt x="1" y="4597"/>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0" name="Google Shape;12630;p27"/>
            <p:cNvSpPr/>
            <p:nvPr/>
          </p:nvSpPr>
          <p:spPr>
            <a:xfrm>
              <a:off x="-136402" y="844334"/>
              <a:ext cx="347597" cy="370503"/>
            </a:xfrm>
            <a:custGeom>
              <a:avLst/>
              <a:gdLst/>
              <a:ahLst/>
              <a:cxnLst/>
              <a:rect l="l" t="t" r="r" b="b"/>
              <a:pathLst>
                <a:path w="4598" h="4901" extrusionOk="0">
                  <a:moveTo>
                    <a:pt x="4597" y="1"/>
                  </a:moveTo>
                  <a:lnTo>
                    <a:pt x="1" y="4597"/>
                  </a:lnTo>
                  <a:lnTo>
                    <a:pt x="1" y="4901"/>
                  </a:lnTo>
                  <a:lnTo>
                    <a:pt x="4597" y="312"/>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1" name="Google Shape;12631;p27"/>
            <p:cNvSpPr/>
            <p:nvPr/>
          </p:nvSpPr>
          <p:spPr>
            <a:xfrm>
              <a:off x="-136402" y="115066"/>
              <a:ext cx="347597" cy="370503"/>
            </a:xfrm>
            <a:custGeom>
              <a:avLst/>
              <a:gdLst/>
              <a:ahLst/>
              <a:cxnLst/>
              <a:rect l="l" t="t" r="r" b="b"/>
              <a:pathLst>
                <a:path w="4598" h="4901" extrusionOk="0">
                  <a:moveTo>
                    <a:pt x="4597" y="0"/>
                  </a:moveTo>
                  <a:lnTo>
                    <a:pt x="1" y="4595"/>
                  </a:lnTo>
                  <a:lnTo>
                    <a:pt x="1" y="4900"/>
                  </a:lnTo>
                  <a:lnTo>
                    <a:pt x="4597" y="310"/>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2" name="Google Shape;12632;p27"/>
            <p:cNvSpPr/>
            <p:nvPr/>
          </p:nvSpPr>
          <p:spPr>
            <a:xfrm>
              <a:off x="-136402" y="-175976"/>
              <a:ext cx="296947" cy="296720"/>
            </a:xfrm>
            <a:custGeom>
              <a:avLst/>
              <a:gdLst/>
              <a:ahLst/>
              <a:cxnLst/>
              <a:rect l="l" t="t" r="r" b="b"/>
              <a:pathLst>
                <a:path w="3928" h="3925" extrusionOk="0">
                  <a:moveTo>
                    <a:pt x="3624" y="0"/>
                  </a:moveTo>
                  <a:lnTo>
                    <a:pt x="1" y="3621"/>
                  </a:lnTo>
                  <a:lnTo>
                    <a:pt x="1" y="3925"/>
                  </a:lnTo>
                  <a:lnTo>
                    <a:pt x="39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33" name="Google Shape;12633;p27"/>
          <p:cNvSpPr/>
          <p:nvPr/>
        </p:nvSpPr>
        <p:spPr>
          <a:xfrm rot="10800000">
            <a:off x="365518" y="1027180"/>
            <a:ext cx="347700" cy="43455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153685607"/>
      </p:ext>
    </p:extLst>
  </p:cSld>
  <p:clrMapOvr>
    <a:masterClrMapping/>
  </p:clrMapOvr>
  <p:hf sldNum="0" hdr="0" ftr="0" dt="0"/>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Numbers and text 1">
  <p:cSld name="Numbers and text 1">
    <p:spTree>
      <p:nvGrpSpPr>
        <p:cNvPr id="1" name="Shape 12634"/>
        <p:cNvGrpSpPr/>
        <p:nvPr/>
      </p:nvGrpSpPr>
      <p:grpSpPr>
        <a:xfrm>
          <a:off x="0" y="0"/>
          <a:ext cx="0" cy="0"/>
          <a:chOff x="0" y="0"/>
          <a:chExt cx="0" cy="0"/>
        </a:xfrm>
      </p:grpSpPr>
      <p:sp>
        <p:nvSpPr>
          <p:cNvPr id="12635" name="Google Shape;12635;p28"/>
          <p:cNvSpPr txBox="1">
            <a:spLocks noGrp="1"/>
          </p:cNvSpPr>
          <p:nvPr>
            <p:ph type="title" hasCustomPrompt="1"/>
          </p:nvPr>
        </p:nvSpPr>
        <p:spPr>
          <a:xfrm>
            <a:off x="1910200" y="2015875"/>
            <a:ext cx="1042200" cy="406800"/>
          </a:xfrm>
          <a:prstGeom prst="rect">
            <a:avLst/>
          </a:prstGeom>
          <a:noFill/>
        </p:spPr>
        <p:txBody>
          <a:bodyPr spcFirstLastPara="1" wrap="square" lIns="91425" tIns="91425" rIns="91425" bIns="91425" anchor="ctr" anchorCtr="0">
            <a:noAutofit/>
          </a:bodyPr>
          <a:lstStyle>
            <a:lvl1pPr lvl="0" rtl="0">
              <a:spcBef>
                <a:spcPts val="0"/>
              </a:spcBef>
              <a:spcAft>
                <a:spcPts val="0"/>
              </a:spcAft>
              <a:buClr>
                <a:schemeClr val="lt1"/>
              </a:buClr>
              <a:buSzPts val="6000"/>
              <a:buNone/>
              <a:defRPr sz="3000"/>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12636" name="Google Shape;12636;p28"/>
          <p:cNvSpPr txBox="1">
            <a:spLocks noGrp="1"/>
          </p:cNvSpPr>
          <p:nvPr>
            <p:ph type="title" idx="2" hasCustomPrompt="1"/>
          </p:nvPr>
        </p:nvSpPr>
        <p:spPr>
          <a:xfrm>
            <a:off x="4586525" y="2015863"/>
            <a:ext cx="1042500" cy="406800"/>
          </a:xfrm>
          <a:prstGeom prst="rect">
            <a:avLst/>
          </a:prstGeom>
          <a:noFill/>
        </p:spPr>
        <p:txBody>
          <a:bodyPr spcFirstLastPara="1" wrap="square" lIns="91425" tIns="91425" rIns="91425" bIns="91425" anchor="ctr" anchorCtr="0">
            <a:noAutofit/>
          </a:bodyPr>
          <a:lstStyle>
            <a:lvl1pPr lvl="0" rtl="0">
              <a:spcBef>
                <a:spcPts val="0"/>
              </a:spcBef>
              <a:spcAft>
                <a:spcPts val="0"/>
              </a:spcAft>
              <a:buClr>
                <a:schemeClr val="lt1"/>
              </a:buClr>
              <a:buSzPts val="6000"/>
              <a:buNone/>
              <a:defRPr sz="3000"/>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12637" name="Google Shape;12637;p28"/>
          <p:cNvSpPr txBox="1">
            <a:spLocks noGrp="1"/>
          </p:cNvSpPr>
          <p:nvPr>
            <p:ph type="title" idx="3" hasCustomPrompt="1"/>
          </p:nvPr>
        </p:nvSpPr>
        <p:spPr>
          <a:xfrm>
            <a:off x="7262249" y="2015863"/>
            <a:ext cx="1042500" cy="406800"/>
          </a:xfrm>
          <a:prstGeom prst="rect">
            <a:avLst/>
          </a:prstGeom>
          <a:noFill/>
        </p:spPr>
        <p:txBody>
          <a:bodyPr spcFirstLastPara="1" wrap="square" lIns="91425" tIns="91425" rIns="91425" bIns="91425" anchor="ctr" anchorCtr="0">
            <a:noAutofit/>
          </a:bodyPr>
          <a:lstStyle>
            <a:lvl1pPr lvl="0" rtl="0">
              <a:spcBef>
                <a:spcPts val="0"/>
              </a:spcBef>
              <a:spcAft>
                <a:spcPts val="0"/>
              </a:spcAft>
              <a:buClr>
                <a:schemeClr val="lt1"/>
              </a:buClr>
              <a:buSzPts val="6000"/>
              <a:buNone/>
              <a:defRPr sz="3000"/>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12638" name="Google Shape;12638;p28"/>
          <p:cNvSpPr txBox="1">
            <a:spLocks noGrp="1"/>
          </p:cNvSpPr>
          <p:nvPr>
            <p:ph type="title" idx="4"/>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lnSpc>
                <a:spcPct val="115000"/>
              </a:lnSpc>
              <a:spcBef>
                <a:spcPts val="0"/>
              </a:spcBef>
              <a:spcAft>
                <a:spcPts val="0"/>
              </a:spcAft>
              <a:buSzPts val="3500"/>
              <a:buNone/>
              <a:defRPr/>
            </a:lvl1pPr>
            <a:lvl2pPr lvl="1" rtl="0">
              <a:lnSpc>
                <a:spcPct val="115000"/>
              </a:lnSpc>
              <a:spcBef>
                <a:spcPts val="0"/>
              </a:spcBef>
              <a:spcAft>
                <a:spcPts val="0"/>
              </a:spcAft>
              <a:buSzPts val="3500"/>
              <a:buNone/>
              <a:defRPr/>
            </a:lvl2pPr>
            <a:lvl3pPr lvl="2" rtl="0">
              <a:lnSpc>
                <a:spcPct val="115000"/>
              </a:lnSpc>
              <a:spcBef>
                <a:spcPts val="0"/>
              </a:spcBef>
              <a:spcAft>
                <a:spcPts val="0"/>
              </a:spcAft>
              <a:buSzPts val="3500"/>
              <a:buNone/>
              <a:defRPr/>
            </a:lvl3pPr>
            <a:lvl4pPr lvl="3" rtl="0">
              <a:lnSpc>
                <a:spcPct val="115000"/>
              </a:lnSpc>
              <a:spcBef>
                <a:spcPts val="0"/>
              </a:spcBef>
              <a:spcAft>
                <a:spcPts val="0"/>
              </a:spcAft>
              <a:buSzPts val="3500"/>
              <a:buNone/>
              <a:defRPr/>
            </a:lvl4pPr>
            <a:lvl5pPr lvl="4" rtl="0">
              <a:lnSpc>
                <a:spcPct val="115000"/>
              </a:lnSpc>
              <a:spcBef>
                <a:spcPts val="0"/>
              </a:spcBef>
              <a:spcAft>
                <a:spcPts val="0"/>
              </a:spcAft>
              <a:buSzPts val="3500"/>
              <a:buNone/>
              <a:defRPr/>
            </a:lvl5pPr>
            <a:lvl6pPr lvl="5" rtl="0">
              <a:lnSpc>
                <a:spcPct val="115000"/>
              </a:lnSpc>
              <a:spcBef>
                <a:spcPts val="0"/>
              </a:spcBef>
              <a:spcAft>
                <a:spcPts val="0"/>
              </a:spcAft>
              <a:buSzPts val="3500"/>
              <a:buNone/>
              <a:defRPr/>
            </a:lvl6pPr>
            <a:lvl7pPr lvl="6" rtl="0">
              <a:lnSpc>
                <a:spcPct val="115000"/>
              </a:lnSpc>
              <a:spcBef>
                <a:spcPts val="0"/>
              </a:spcBef>
              <a:spcAft>
                <a:spcPts val="0"/>
              </a:spcAft>
              <a:buSzPts val="3500"/>
              <a:buNone/>
              <a:defRPr/>
            </a:lvl7pPr>
            <a:lvl8pPr lvl="7" rtl="0">
              <a:lnSpc>
                <a:spcPct val="115000"/>
              </a:lnSpc>
              <a:spcBef>
                <a:spcPts val="0"/>
              </a:spcBef>
              <a:spcAft>
                <a:spcPts val="0"/>
              </a:spcAft>
              <a:buSzPts val="3500"/>
              <a:buNone/>
              <a:defRPr/>
            </a:lvl8pPr>
            <a:lvl9pPr lvl="8" rtl="0">
              <a:lnSpc>
                <a:spcPct val="115000"/>
              </a:lnSpc>
              <a:spcBef>
                <a:spcPts val="0"/>
              </a:spcBef>
              <a:spcAft>
                <a:spcPts val="0"/>
              </a:spcAft>
              <a:buSzPts val="3500"/>
              <a:buNone/>
              <a:defRPr/>
            </a:lvl9pPr>
          </a:lstStyle>
          <a:p>
            <a:r>
              <a:rPr lang="en-US"/>
              <a:t>Click to edit Master title style</a:t>
            </a:r>
            <a:endParaRPr/>
          </a:p>
        </p:txBody>
      </p:sp>
      <p:sp>
        <p:nvSpPr>
          <p:cNvPr id="12639" name="Google Shape;12639;p28"/>
          <p:cNvSpPr txBox="1">
            <a:spLocks noGrp="1"/>
          </p:cNvSpPr>
          <p:nvPr>
            <p:ph type="subTitle" idx="1"/>
          </p:nvPr>
        </p:nvSpPr>
        <p:spPr>
          <a:xfrm>
            <a:off x="713225" y="3281425"/>
            <a:ext cx="2366100" cy="9552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Clr>
                <a:schemeClr val="dk2"/>
              </a:buClr>
              <a:buSzPts val="1400"/>
              <a:buNone/>
              <a:defRPr sz="1400">
                <a:solidFill>
                  <a:schemeClr val="dk2"/>
                </a:solidFill>
              </a:defRPr>
            </a:lvl1pPr>
            <a:lvl2pPr lvl="1" algn="ctr" rtl="0">
              <a:lnSpc>
                <a:spcPct val="115000"/>
              </a:lnSpc>
              <a:spcBef>
                <a:spcPts val="0"/>
              </a:spcBef>
              <a:spcAft>
                <a:spcPts val="0"/>
              </a:spcAft>
              <a:buClr>
                <a:schemeClr val="dk2"/>
              </a:buClr>
              <a:buSzPts val="1400"/>
              <a:buNone/>
              <a:defRPr>
                <a:solidFill>
                  <a:schemeClr val="dk2"/>
                </a:solidFill>
              </a:defRPr>
            </a:lvl2pPr>
            <a:lvl3pPr lvl="2" algn="ctr" rtl="0">
              <a:lnSpc>
                <a:spcPct val="115000"/>
              </a:lnSpc>
              <a:spcBef>
                <a:spcPts val="1600"/>
              </a:spcBef>
              <a:spcAft>
                <a:spcPts val="0"/>
              </a:spcAft>
              <a:buClr>
                <a:schemeClr val="dk2"/>
              </a:buClr>
              <a:buSzPts val="1400"/>
              <a:buNone/>
              <a:defRPr>
                <a:solidFill>
                  <a:schemeClr val="dk2"/>
                </a:solidFill>
              </a:defRPr>
            </a:lvl3pPr>
            <a:lvl4pPr lvl="3" algn="ctr" rtl="0">
              <a:lnSpc>
                <a:spcPct val="115000"/>
              </a:lnSpc>
              <a:spcBef>
                <a:spcPts val="1600"/>
              </a:spcBef>
              <a:spcAft>
                <a:spcPts val="0"/>
              </a:spcAft>
              <a:buClr>
                <a:schemeClr val="dk2"/>
              </a:buClr>
              <a:buSzPts val="1400"/>
              <a:buNone/>
              <a:defRPr>
                <a:solidFill>
                  <a:schemeClr val="dk2"/>
                </a:solidFill>
              </a:defRPr>
            </a:lvl4pPr>
            <a:lvl5pPr lvl="4" algn="ctr" rtl="0">
              <a:lnSpc>
                <a:spcPct val="115000"/>
              </a:lnSpc>
              <a:spcBef>
                <a:spcPts val="1600"/>
              </a:spcBef>
              <a:spcAft>
                <a:spcPts val="0"/>
              </a:spcAft>
              <a:buClr>
                <a:schemeClr val="dk2"/>
              </a:buClr>
              <a:buSzPts val="1400"/>
              <a:buNone/>
              <a:defRPr>
                <a:solidFill>
                  <a:schemeClr val="dk2"/>
                </a:solidFill>
              </a:defRPr>
            </a:lvl5pPr>
            <a:lvl6pPr lvl="5" algn="ctr" rtl="0">
              <a:lnSpc>
                <a:spcPct val="115000"/>
              </a:lnSpc>
              <a:spcBef>
                <a:spcPts val="1600"/>
              </a:spcBef>
              <a:spcAft>
                <a:spcPts val="0"/>
              </a:spcAft>
              <a:buClr>
                <a:schemeClr val="dk2"/>
              </a:buClr>
              <a:buSzPts val="1400"/>
              <a:buNone/>
              <a:defRPr>
                <a:solidFill>
                  <a:schemeClr val="dk2"/>
                </a:solidFill>
              </a:defRPr>
            </a:lvl6pPr>
            <a:lvl7pPr lvl="6" algn="ctr" rtl="0">
              <a:lnSpc>
                <a:spcPct val="115000"/>
              </a:lnSpc>
              <a:spcBef>
                <a:spcPts val="1600"/>
              </a:spcBef>
              <a:spcAft>
                <a:spcPts val="0"/>
              </a:spcAft>
              <a:buClr>
                <a:schemeClr val="dk2"/>
              </a:buClr>
              <a:buSzPts val="1400"/>
              <a:buNone/>
              <a:defRPr>
                <a:solidFill>
                  <a:schemeClr val="dk2"/>
                </a:solidFill>
              </a:defRPr>
            </a:lvl7pPr>
            <a:lvl8pPr lvl="7" algn="ctr" rtl="0">
              <a:lnSpc>
                <a:spcPct val="115000"/>
              </a:lnSpc>
              <a:spcBef>
                <a:spcPts val="1600"/>
              </a:spcBef>
              <a:spcAft>
                <a:spcPts val="0"/>
              </a:spcAft>
              <a:buClr>
                <a:schemeClr val="dk2"/>
              </a:buClr>
              <a:buSzPts val="1400"/>
              <a:buNone/>
              <a:defRPr>
                <a:solidFill>
                  <a:schemeClr val="dk2"/>
                </a:solidFill>
              </a:defRPr>
            </a:lvl8pPr>
            <a:lvl9pPr lvl="8" algn="ctr" rtl="0">
              <a:lnSpc>
                <a:spcPct val="115000"/>
              </a:lnSpc>
              <a:spcBef>
                <a:spcPts val="1600"/>
              </a:spcBef>
              <a:spcAft>
                <a:spcPts val="1600"/>
              </a:spcAft>
              <a:buClr>
                <a:schemeClr val="dk2"/>
              </a:buClr>
              <a:buSzPts val="1400"/>
              <a:buNone/>
              <a:defRPr>
                <a:solidFill>
                  <a:schemeClr val="dk2"/>
                </a:solidFill>
              </a:defRPr>
            </a:lvl9pPr>
          </a:lstStyle>
          <a:p>
            <a:r>
              <a:rPr lang="en-US"/>
              <a:t>Click to edit Master subtitle style</a:t>
            </a:r>
            <a:endParaRPr/>
          </a:p>
        </p:txBody>
      </p:sp>
      <p:sp>
        <p:nvSpPr>
          <p:cNvPr id="12640" name="Google Shape;12640;p28"/>
          <p:cNvSpPr txBox="1">
            <a:spLocks noGrp="1"/>
          </p:cNvSpPr>
          <p:nvPr>
            <p:ph type="subTitle" idx="5"/>
          </p:nvPr>
        </p:nvSpPr>
        <p:spPr>
          <a:xfrm>
            <a:off x="713225" y="2926600"/>
            <a:ext cx="2366100" cy="484200"/>
          </a:xfrm>
          <a:prstGeom prst="rect">
            <a:avLst/>
          </a:prstGeom>
        </p:spPr>
        <p:txBody>
          <a:bodyPr spcFirstLastPara="1" wrap="square" lIns="91425" tIns="91425" rIns="91425" bIns="91425" anchor="b" anchorCtr="0">
            <a:noAutofit/>
          </a:bodyPr>
          <a:lstStyle>
            <a:lvl1pPr lvl="0" rtl="0">
              <a:lnSpc>
                <a:spcPct val="115000"/>
              </a:lnSpc>
              <a:spcBef>
                <a:spcPts val="0"/>
              </a:spcBef>
              <a:spcAft>
                <a:spcPts val="0"/>
              </a:spcAft>
              <a:buClr>
                <a:schemeClr val="dk2"/>
              </a:buClr>
              <a:buSzPts val="2400"/>
              <a:buFont typeface="Poppins Medium"/>
              <a:buNone/>
              <a:defRPr sz="2400">
                <a:solidFill>
                  <a:schemeClr val="dk2"/>
                </a:solidFill>
                <a:latin typeface="Poppins SemiBold"/>
                <a:ea typeface="Poppins SemiBold"/>
                <a:cs typeface="Poppins SemiBold"/>
                <a:sym typeface="Poppins SemiBold"/>
              </a:defRPr>
            </a:lvl1pPr>
            <a:lvl2pPr lvl="1"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2pPr>
            <a:lvl3pPr lvl="2"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3pPr>
            <a:lvl4pPr lvl="3"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4pPr>
            <a:lvl5pPr lvl="4"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5pPr>
            <a:lvl6pPr lvl="5"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6pPr>
            <a:lvl7pPr lvl="6"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7pPr>
            <a:lvl8pPr lvl="7"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8pPr>
            <a:lvl9pPr lvl="8"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9pPr>
          </a:lstStyle>
          <a:p>
            <a:r>
              <a:rPr lang="en-US"/>
              <a:t>Click to edit Master subtitle style</a:t>
            </a:r>
            <a:endParaRPr/>
          </a:p>
        </p:txBody>
      </p:sp>
      <p:sp>
        <p:nvSpPr>
          <p:cNvPr id="12641" name="Google Shape;12641;p28"/>
          <p:cNvSpPr txBox="1">
            <a:spLocks noGrp="1"/>
          </p:cNvSpPr>
          <p:nvPr>
            <p:ph type="subTitle" idx="6"/>
          </p:nvPr>
        </p:nvSpPr>
        <p:spPr>
          <a:xfrm>
            <a:off x="3388950" y="3281425"/>
            <a:ext cx="2366100" cy="9552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Clr>
                <a:schemeClr val="dk2"/>
              </a:buClr>
              <a:buSzPts val="1400"/>
              <a:buNone/>
              <a:defRPr sz="1400">
                <a:solidFill>
                  <a:schemeClr val="dk2"/>
                </a:solidFill>
              </a:defRPr>
            </a:lvl1pPr>
            <a:lvl2pPr lvl="1" algn="ctr" rtl="0">
              <a:lnSpc>
                <a:spcPct val="115000"/>
              </a:lnSpc>
              <a:spcBef>
                <a:spcPts val="0"/>
              </a:spcBef>
              <a:spcAft>
                <a:spcPts val="0"/>
              </a:spcAft>
              <a:buClr>
                <a:schemeClr val="dk2"/>
              </a:buClr>
              <a:buSzPts val="1400"/>
              <a:buNone/>
              <a:defRPr>
                <a:solidFill>
                  <a:schemeClr val="dk2"/>
                </a:solidFill>
              </a:defRPr>
            </a:lvl2pPr>
            <a:lvl3pPr lvl="2" algn="ctr" rtl="0">
              <a:lnSpc>
                <a:spcPct val="115000"/>
              </a:lnSpc>
              <a:spcBef>
                <a:spcPts val="1600"/>
              </a:spcBef>
              <a:spcAft>
                <a:spcPts val="0"/>
              </a:spcAft>
              <a:buClr>
                <a:schemeClr val="dk2"/>
              </a:buClr>
              <a:buSzPts val="1400"/>
              <a:buNone/>
              <a:defRPr>
                <a:solidFill>
                  <a:schemeClr val="dk2"/>
                </a:solidFill>
              </a:defRPr>
            </a:lvl3pPr>
            <a:lvl4pPr lvl="3" algn="ctr" rtl="0">
              <a:lnSpc>
                <a:spcPct val="115000"/>
              </a:lnSpc>
              <a:spcBef>
                <a:spcPts val="1600"/>
              </a:spcBef>
              <a:spcAft>
                <a:spcPts val="0"/>
              </a:spcAft>
              <a:buClr>
                <a:schemeClr val="dk2"/>
              </a:buClr>
              <a:buSzPts val="1400"/>
              <a:buNone/>
              <a:defRPr>
                <a:solidFill>
                  <a:schemeClr val="dk2"/>
                </a:solidFill>
              </a:defRPr>
            </a:lvl4pPr>
            <a:lvl5pPr lvl="4" algn="ctr" rtl="0">
              <a:lnSpc>
                <a:spcPct val="115000"/>
              </a:lnSpc>
              <a:spcBef>
                <a:spcPts val="1600"/>
              </a:spcBef>
              <a:spcAft>
                <a:spcPts val="0"/>
              </a:spcAft>
              <a:buClr>
                <a:schemeClr val="dk2"/>
              </a:buClr>
              <a:buSzPts val="1400"/>
              <a:buNone/>
              <a:defRPr>
                <a:solidFill>
                  <a:schemeClr val="dk2"/>
                </a:solidFill>
              </a:defRPr>
            </a:lvl5pPr>
            <a:lvl6pPr lvl="5" algn="ctr" rtl="0">
              <a:lnSpc>
                <a:spcPct val="115000"/>
              </a:lnSpc>
              <a:spcBef>
                <a:spcPts val="1600"/>
              </a:spcBef>
              <a:spcAft>
                <a:spcPts val="0"/>
              </a:spcAft>
              <a:buClr>
                <a:schemeClr val="dk2"/>
              </a:buClr>
              <a:buSzPts val="1400"/>
              <a:buNone/>
              <a:defRPr>
                <a:solidFill>
                  <a:schemeClr val="dk2"/>
                </a:solidFill>
              </a:defRPr>
            </a:lvl6pPr>
            <a:lvl7pPr lvl="6" algn="ctr" rtl="0">
              <a:lnSpc>
                <a:spcPct val="115000"/>
              </a:lnSpc>
              <a:spcBef>
                <a:spcPts val="1600"/>
              </a:spcBef>
              <a:spcAft>
                <a:spcPts val="0"/>
              </a:spcAft>
              <a:buClr>
                <a:schemeClr val="dk2"/>
              </a:buClr>
              <a:buSzPts val="1400"/>
              <a:buNone/>
              <a:defRPr>
                <a:solidFill>
                  <a:schemeClr val="dk2"/>
                </a:solidFill>
              </a:defRPr>
            </a:lvl7pPr>
            <a:lvl8pPr lvl="7" algn="ctr" rtl="0">
              <a:lnSpc>
                <a:spcPct val="115000"/>
              </a:lnSpc>
              <a:spcBef>
                <a:spcPts val="1600"/>
              </a:spcBef>
              <a:spcAft>
                <a:spcPts val="0"/>
              </a:spcAft>
              <a:buClr>
                <a:schemeClr val="dk2"/>
              </a:buClr>
              <a:buSzPts val="1400"/>
              <a:buNone/>
              <a:defRPr>
                <a:solidFill>
                  <a:schemeClr val="dk2"/>
                </a:solidFill>
              </a:defRPr>
            </a:lvl8pPr>
            <a:lvl9pPr lvl="8" algn="ctr" rtl="0">
              <a:lnSpc>
                <a:spcPct val="115000"/>
              </a:lnSpc>
              <a:spcBef>
                <a:spcPts val="1600"/>
              </a:spcBef>
              <a:spcAft>
                <a:spcPts val="1600"/>
              </a:spcAft>
              <a:buClr>
                <a:schemeClr val="dk2"/>
              </a:buClr>
              <a:buSzPts val="1400"/>
              <a:buNone/>
              <a:defRPr>
                <a:solidFill>
                  <a:schemeClr val="dk2"/>
                </a:solidFill>
              </a:defRPr>
            </a:lvl9pPr>
          </a:lstStyle>
          <a:p>
            <a:r>
              <a:rPr lang="en-US"/>
              <a:t>Click to edit Master subtitle style</a:t>
            </a:r>
            <a:endParaRPr/>
          </a:p>
        </p:txBody>
      </p:sp>
      <p:sp>
        <p:nvSpPr>
          <p:cNvPr id="12642" name="Google Shape;12642;p28"/>
          <p:cNvSpPr txBox="1">
            <a:spLocks noGrp="1"/>
          </p:cNvSpPr>
          <p:nvPr>
            <p:ph type="subTitle" idx="7"/>
          </p:nvPr>
        </p:nvSpPr>
        <p:spPr>
          <a:xfrm>
            <a:off x="3388950" y="2926600"/>
            <a:ext cx="2366100" cy="484200"/>
          </a:xfrm>
          <a:prstGeom prst="rect">
            <a:avLst/>
          </a:prstGeom>
        </p:spPr>
        <p:txBody>
          <a:bodyPr spcFirstLastPara="1" wrap="square" lIns="91425" tIns="91425" rIns="91425" bIns="91425" anchor="b" anchorCtr="0">
            <a:noAutofit/>
          </a:bodyPr>
          <a:lstStyle>
            <a:lvl1pPr lvl="0" rtl="0">
              <a:lnSpc>
                <a:spcPct val="115000"/>
              </a:lnSpc>
              <a:spcBef>
                <a:spcPts val="0"/>
              </a:spcBef>
              <a:spcAft>
                <a:spcPts val="0"/>
              </a:spcAft>
              <a:buClr>
                <a:schemeClr val="dk2"/>
              </a:buClr>
              <a:buSzPts val="2400"/>
              <a:buFont typeface="Poppins Medium"/>
              <a:buNone/>
              <a:defRPr sz="2400">
                <a:solidFill>
                  <a:schemeClr val="dk2"/>
                </a:solidFill>
                <a:latin typeface="Poppins SemiBold"/>
                <a:ea typeface="Poppins SemiBold"/>
                <a:cs typeface="Poppins SemiBold"/>
                <a:sym typeface="Poppins SemiBold"/>
              </a:defRPr>
            </a:lvl1pPr>
            <a:lvl2pPr lvl="1"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2pPr>
            <a:lvl3pPr lvl="2"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3pPr>
            <a:lvl4pPr lvl="3"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4pPr>
            <a:lvl5pPr lvl="4"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5pPr>
            <a:lvl6pPr lvl="5"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6pPr>
            <a:lvl7pPr lvl="6"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7pPr>
            <a:lvl8pPr lvl="7"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8pPr>
            <a:lvl9pPr lvl="8"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9pPr>
          </a:lstStyle>
          <a:p>
            <a:r>
              <a:rPr lang="en-US"/>
              <a:t>Click to edit Master subtitle style</a:t>
            </a:r>
            <a:endParaRPr/>
          </a:p>
        </p:txBody>
      </p:sp>
      <p:sp>
        <p:nvSpPr>
          <p:cNvPr id="12643" name="Google Shape;12643;p28"/>
          <p:cNvSpPr txBox="1">
            <a:spLocks noGrp="1"/>
          </p:cNvSpPr>
          <p:nvPr>
            <p:ph type="subTitle" idx="8"/>
          </p:nvPr>
        </p:nvSpPr>
        <p:spPr>
          <a:xfrm>
            <a:off x="6064674" y="3281425"/>
            <a:ext cx="2366100" cy="9552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Clr>
                <a:schemeClr val="dk2"/>
              </a:buClr>
              <a:buSzPts val="1400"/>
              <a:buNone/>
              <a:defRPr sz="1400">
                <a:solidFill>
                  <a:schemeClr val="dk2"/>
                </a:solidFill>
              </a:defRPr>
            </a:lvl1pPr>
            <a:lvl2pPr lvl="1" algn="ctr" rtl="0">
              <a:lnSpc>
                <a:spcPct val="115000"/>
              </a:lnSpc>
              <a:spcBef>
                <a:spcPts val="0"/>
              </a:spcBef>
              <a:spcAft>
                <a:spcPts val="0"/>
              </a:spcAft>
              <a:buClr>
                <a:schemeClr val="dk2"/>
              </a:buClr>
              <a:buSzPts val="1400"/>
              <a:buNone/>
              <a:defRPr>
                <a:solidFill>
                  <a:schemeClr val="dk2"/>
                </a:solidFill>
              </a:defRPr>
            </a:lvl2pPr>
            <a:lvl3pPr lvl="2" algn="ctr" rtl="0">
              <a:lnSpc>
                <a:spcPct val="115000"/>
              </a:lnSpc>
              <a:spcBef>
                <a:spcPts val="1600"/>
              </a:spcBef>
              <a:spcAft>
                <a:spcPts val="0"/>
              </a:spcAft>
              <a:buClr>
                <a:schemeClr val="dk2"/>
              </a:buClr>
              <a:buSzPts val="1400"/>
              <a:buNone/>
              <a:defRPr>
                <a:solidFill>
                  <a:schemeClr val="dk2"/>
                </a:solidFill>
              </a:defRPr>
            </a:lvl3pPr>
            <a:lvl4pPr lvl="3" algn="ctr" rtl="0">
              <a:lnSpc>
                <a:spcPct val="115000"/>
              </a:lnSpc>
              <a:spcBef>
                <a:spcPts val="1600"/>
              </a:spcBef>
              <a:spcAft>
                <a:spcPts val="0"/>
              </a:spcAft>
              <a:buClr>
                <a:schemeClr val="dk2"/>
              </a:buClr>
              <a:buSzPts val="1400"/>
              <a:buNone/>
              <a:defRPr>
                <a:solidFill>
                  <a:schemeClr val="dk2"/>
                </a:solidFill>
              </a:defRPr>
            </a:lvl4pPr>
            <a:lvl5pPr lvl="4" algn="ctr" rtl="0">
              <a:lnSpc>
                <a:spcPct val="115000"/>
              </a:lnSpc>
              <a:spcBef>
                <a:spcPts val="1600"/>
              </a:spcBef>
              <a:spcAft>
                <a:spcPts val="0"/>
              </a:spcAft>
              <a:buClr>
                <a:schemeClr val="dk2"/>
              </a:buClr>
              <a:buSzPts val="1400"/>
              <a:buNone/>
              <a:defRPr>
                <a:solidFill>
                  <a:schemeClr val="dk2"/>
                </a:solidFill>
              </a:defRPr>
            </a:lvl5pPr>
            <a:lvl6pPr lvl="5" algn="ctr" rtl="0">
              <a:lnSpc>
                <a:spcPct val="115000"/>
              </a:lnSpc>
              <a:spcBef>
                <a:spcPts val="1600"/>
              </a:spcBef>
              <a:spcAft>
                <a:spcPts val="0"/>
              </a:spcAft>
              <a:buClr>
                <a:schemeClr val="dk2"/>
              </a:buClr>
              <a:buSzPts val="1400"/>
              <a:buNone/>
              <a:defRPr>
                <a:solidFill>
                  <a:schemeClr val="dk2"/>
                </a:solidFill>
              </a:defRPr>
            </a:lvl6pPr>
            <a:lvl7pPr lvl="6" algn="ctr" rtl="0">
              <a:lnSpc>
                <a:spcPct val="115000"/>
              </a:lnSpc>
              <a:spcBef>
                <a:spcPts val="1600"/>
              </a:spcBef>
              <a:spcAft>
                <a:spcPts val="0"/>
              </a:spcAft>
              <a:buClr>
                <a:schemeClr val="dk2"/>
              </a:buClr>
              <a:buSzPts val="1400"/>
              <a:buNone/>
              <a:defRPr>
                <a:solidFill>
                  <a:schemeClr val="dk2"/>
                </a:solidFill>
              </a:defRPr>
            </a:lvl7pPr>
            <a:lvl8pPr lvl="7" algn="ctr" rtl="0">
              <a:lnSpc>
                <a:spcPct val="115000"/>
              </a:lnSpc>
              <a:spcBef>
                <a:spcPts val="1600"/>
              </a:spcBef>
              <a:spcAft>
                <a:spcPts val="0"/>
              </a:spcAft>
              <a:buClr>
                <a:schemeClr val="dk2"/>
              </a:buClr>
              <a:buSzPts val="1400"/>
              <a:buNone/>
              <a:defRPr>
                <a:solidFill>
                  <a:schemeClr val="dk2"/>
                </a:solidFill>
              </a:defRPr>
            </a:lvl8pPr>
            <a:lvl9pPr lvl="8" algn="ctr" rtl="0">
              <a:lnSpc>
                <a:spcPct val="115000"/>
              </a:lnSpc>
              <a:spcBef>
                <a:spcPts val="1600"/>
              </a:spcBef>
              <a:spcAft>
                <a:spcPts val="1600"/>
              </a:spcAft>
              <a:buClr>
                <a:schemeClr val="dk2"/>
              </a:buClr>
              <a:buSzPts val="1400"/>
              <a:buNone/>
              <a:defRPr>
                <a:solidFill>
                  <a:schemeClr val="dk2"/>
                </a:solidFill>
              </a:defRPr>
            </a:lvl9pPr>
          </a:lstStyle>
          <a:p>
            <a:r>
              <a:rPr lang="en-US"/>
              <a:t>Click to edit Master subtitle style</a:t>
            </a:r>
            <a:endParaRPr/>
          </a:p>
        </p:txBody>
      </p:sp>
      <p:sp>
        <p:nvSpPr>
          <p:cNvPr id="12644" name="Google Shape;12644;p28"/>
          <p:cNvSpPr txBox="1">
            <a:spLocks noGrp="1"/>
          </p:cNvSpPr>
          <p:nvPr>
            <p:ph type="subTitle" idx="9"/>
          </p:nvPr>
        </p:nvSpPr>
        <p:spPr>
          <a:xfrm>
            <a:off x="6064674" y="2926600"/>
            <a:ext cx="2366100" cy="484200"/>
          </a:xfrm>
          <a:prstGeom prst="rect">
            <a:avLst/>
          </a:prstGeom>
        </p:spPr>
        <p:txBody>
          <a:bodyPr spcFirstLastPara="1" wrap="square" lIns="91425" tIns="91425" rIns="91425" bIns="91425" anchor="b" anchorCtr="0">
            <a:noAutofit/>
          </a:bodyPr>
          <a:lstStyle>
            <a:lvl1pPr lvl="0" rtl="0">
              <a:lnSpc>
                <a:spcPct val="115000"/>
              </a:lnSpc>
              <a:spcBef>
                <a:spcPts val="0"/>
              </a:spcBef>
              <a:spcAft>
                <a:spcPts val="0"/>
              </a:spcAft>
              <a:buClr>
                <a:schemeClr val="dk2"/>
              </a:buClr>
              <a:buSzPts val="2400"/>
              <a:buFont typeface="Poppins Medium"/>
              <a:buNone/>
              <a:defRPr sz="2400">
                <a:solidFill>
                  <a:schemeClr val="dk2"/>
                </a:solidFill>
                <a:latin typeface="Poppins SemiBold"/>
                <a:ea typeface="Poppins SemiBold"/>
                <a:cs typeface="Poppins SemiBold"/>
                <a:sym typeface="Poppins SemiBold"/>
              </a:defRPr>
            </a:lvl1pPr>
            <a:lvl2pPr lvl="1"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2pPr>
            <a:lvl3pPr lvl="2"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3pPr>
            <a:lvl4pPr lvl="3"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4pPr>
            <a:lvl5pPr lvl="4"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5pPr>
            <a:lvl6pPr lvl="5"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6pPr>
            <a:lvl7pPr lvl="6"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7pPr>
            <a:lvl8pPr lvl="7"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8pPr>
            <a:lvl9pPr lvl="8" rtl="0">
              <a:lnSpc>
                <a:spcPct val="115000"/>
              </a:lnSpc>
              <a:spcBef>
                <a:spcPts val="0"/>
              </a:spcBef>
              <a:spcAft>
                <a:spcPts val="0"/>
              </a:spcAft>
              <a:buClr>
                <a:schemeClr val="dk2"/>
              </a:buClr>
              <a:buSzPts val="2400"/>
              <a:buFont typeface="Poppins Medium"/>
              <a:buNone/>
              <a:defRPr sz="2400">
                <a:solidFill>
                  <a:schemeClr val="dk2"/>
                </a:solidFill>
                <a:latin typeface="Poppins Medium"/>
                <a:ea typeface="Poppins Medium"/>
                <a:cs typeface="Poppins Medium"/>
                <a:sym typeface="Poppins Medium"/>
              </a:defRPr>
            </a:lvl9pPr>
          </a:lstStyle>
          <a:p>
            <a:r>
              <a:rPr lang="en-US"/>
              <a:t>Click to edit Master subtitle style</a:t>
            </a:r>
            <a:endParaRPr/>
          </a:p>
        </p:txBody>
      </p:sp>
      <p:sp>
        <p:nvSpPr>
          <p:cNvPr id="12645" name="Google Shape;12645;p28"/>
          <p:cNvSpPr/>
          <p:nvPr/>
        </p:nvSpPr>
        <p:spPr>
          <a:xfrm>
            <a:off x="1035750" y="4777950"/>
            <a:ext cx="2895900" cy="11802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6" name="Google Shape;12646;p28"/>
          <p:cNvSpPr/>
          <p:nvPr/>
        </p:nvSpPr>
        <p:spPr>
          <a:xfrm>
            <a:off x="8172973" y="4365558"/>
            <a:ext cx="908514" cy="955186"/>
          </a:xfrm>
          <a:custGeom>
            <a:avLst/>
            <a:gdLst/>
            <a:ahLst/>
            <a:cxnLst/>
            <a:rect l="l" t="t" r="r" b="b"/>
            <a:pathLst>
              <a:path w="16581" h="17432" extrusionOk="0">
                <a:moveTo>
                  <a:pt x="8431" y="4679"/>
                </a:moveTo>
                <a:cubicBezTo>
                  <a:pt x="9068" y="4707"/>
                  <a:pt x="9697" y="4879"/>
                  <a:pt x="10256" y="5191"/>
                </a:cubicBezTo>
                <a:cubicBezTo>
                  <a:pt x="10264" y="5191"/>
                  <a:pt x="10264" y="5198"/>
                  <a:pt x="10271" y="5198"/>
                </a:cubicBezTo>
                <a:cubicBezTo>
                  <a:pt x="10298" y="5211"/>
                  <a:pt x="10319" y="5226"/>
                  <a:pt x="10339" y="5239"/>
                </a:cubicBezTo>
                <a:cubicBezTo>
                  <a:pt x="10367" y="5253"/>
                  <a:pt x="10389" y="5267"/>
                  <a:pt x="10415" y="5281"/>
                </a:cubicBezTo>
                <a:cubicBezTo>
                  <a:pt x="10415" y="5287"/>
                  <a:pt x="10422" y="5287"/>
                  <a:pt x="10430" y="5294"/>
                </a:cubicBezTo>
                <a:cubicBezTo>
                  <a:pt x="10969" y="5632"/>
                  <a:pt x="11426" y="6097"/>
                  <a:pt x="11757" y="6643"/>
                </a:cubicBezTo>
                <a:cubicBezTo>
                  <a:pt x="11757" y="6649"/>
                  <a:pt x="11764" y="6656"/>
                  <a:pt x="11764" y="6663"/>
                </a:cubicBezTo>
                <a:cubicBezTo>
                  <a:pt x="11777" y="6684"/>
                  <a:pt x="11790" y="6704"/>
                  <a:pt x="11805" y="6732"/>
                </a:cubicBezTo>
                <a:cubicBezTo>
                  <a:pt x="11819" y="6752"/>
                  <a:pt x="11832" y="6780"/>
                  <a:pt x="11847" y="6802"/>
                </a:cubicBezTo>
                <a:cubicBezTo>
                  <a:pt x="11847" y="6808"/>
                  <a:pt x="11854" y="6815"/>
                  <a:pt x="11854" y="6822"/>
                </a:cubicBezTo>
                <a:cubicBezTo>
                  <a:pt x="12150" y="7382"/>
                  <a:pt x="12316" y="8018"/>
                  <a:pt x="12330" y="8653"/>
                </a:cubicBezTo>
                <a:lnTo>
                  <a:pt x="12330" y="8675"/>
                </a:lnTo>
                <a:cubicBezTo>
                  <a:pt x="12330" y="8701"/>
                  <a:pt x="12330" y="8723"/>
                  <a:pt x="12323" y="8751"/>
                </a:cubicBezTo>
                <a:lnTo>
                  <a:pt x="12323" y="8834"/>
                </a:lnTo>
                <a:lnTo>
                  <a:pt x="12323" y="8854"/>
                </a:lnTo>
                <a:cubicBezTo>
                  <a:pt x="12303" y="9497"/>
                  <a:pt x="12131" y="10119"/>
                  <a:pt x="11819" y="10678"/>
                </a:cubicBezTo>
                <a:cubicBezTo>
                  <a:pt x="11812" y="10685"/>
                  <a:pt x="11812" y="10692"/>
                  <a:pt x="11805" y="10700"/>
                </a:cubicBezTo>
                <a:cubicBezTo>
                  <a:pt x="11799" y="10720"/>
                  <a:pt x="11784" y="10741"/>
                  <a:pt x="11771" y="10761"/>
                </a:cubicBezTo>
                <a:cubicBezTo>
                  <a:pt x="11757" y="10790"/>
                  <a:pt x="11742" y="10809"/>
                  <a:pt x="11722" y="10838"/>
                </a:cubicBezTo>
                <a:cubicBezTo>
                  <a:pt x="11722" y="10844"/>
                  <a:pt x="11716" y="10851"/>
                  <a:pt x="11716" y="10851"/>
                </a:cubicBezTo>
                <a:cubicBezTo>
                  <a:pt x="11376" y="11397"/>
                  <a:pt x="10913" y="11853"/>
                  <a:pt x="10361" y="12178"/>
                </a:cubicBezTo>
                <a:cubicBezTo>
                  <a:pt x="10361" y="12185"/>
                  <a:pt x="10354" y="12185"/>
                  <a:pt x="10347" y="12193"/>
                </a:cubicBezTo>
                <a:cubicBezTo>
                  <a:pt x="10319" y="12206"/>
                  <a:pt x="10298" y="12219"/>
                  <a:pt x="10271" y="12234"/>
                </a:cubicBezTo>
                <a:cubicBezTo>
                  <a:pt x="10249" y="12248"/>
                  <a:pt x="10230" y="12261"/>
                  <a:pt x="10201" y="12267"/>
                </a:cubicBezTo>
                <a:cubicBezTo>
                  <a:pt x="10201" y="12276"/>
                  <a:pt x="10195" y="12276"/>
                  <a:pt x="10188" y="12282"/>
                </a:cubicBezTo>
                <a:cubicBezTo>
                  <a:pt x="9621" y="12579"/>
                  <a:pt x="8992" y="12739"/>
                  <a:pt x="8357" y="12752"/>
                </a:cubicBezTo>
                <a:lnTo>
                  <a:pt x="8150" y="12752"/>
                </a:lnTo>
                <a:cubicBezTo>
                  <a:pt x="7513" y="12724"/>
                  <a:pt x="6884" y="12551"/>
                  <a:pt x="6325" y="12241"/>
                </a:cubicBezTo>
                <a:cubicBezTo>
                  <a:pt x="6325" y="12241"/>
                  <a:pt x="6317" y="12234"/>
                  <a:pt x="6310" y="12234"/>
                </a:cubicBezTo>
                <a:cubicBezTo>
                  <a:pt x="6283" y="12219"/>
                  <a:pt x="6262" y="12206"/>
                  <a:pt x="6234" y="12193"/>
                </a:cubicBezTo>
                <a:cubicBezTo>
                  <a:pt x="6214" y="12178"/>
                  <a:pt x="6192" y="12165"/>
                  <a:pt x="6172" y="12151"/>
                </a:cubicBezTo>
                <a:cubicBezTo>
                  <a:pt x="6166" y="12143"/>
                  <a:pt x="6159" y="12143"/>
                  <a:pt x="6151" y="12136"/>
                </a:cubicBezTo>
                <a:cubicBezTo>
                  <a:pt x="5612" y="11798"/>
                  <a:pt x="5155" y="11335"/>
                  <a:pt x="4824" y="10790"/>
                </a:cubicBezTo>
                <a:cubicBezTo>
                  <a:pt x="4824" y="10783"/>
                  <a:pt x="4817" y="10775"/>
                  <a:pt x="4817" y="10768"/>
                </a:cubicBezTo>
                <a:cubicBezTo>
                  <a:pt x="4804" y="10748"/>
                  <a:pt x="4791" y="10720"/>
                  <a:pt x="4776" y="10700"/>
                </a:cubicBezTo>
                <a:cubicBezTo>
                  <a:pt x="4762" y="10672"/>
                  <a:pt x="4749" y="10650"/>
                  <a:pt x="4734" y="10630"/>
                </a:cubicBezTo>
                <a:cubicBezTo>
                  <a:pt x="4734" y="10624"/>
                  <a:pt x="4727" y="10617"/>
                  <a:pt x="4727" y="10609"/>
                </a:cubicBezTo>
                <a:cubicBezTo>
                  <a:pt x="4431" y="10050"/>
                  <a:pt x="4265" y="9421"/>
                  <a:pt x="4258" y="8777"/>
                </a:cubicBezTo>
                <a:lnTo>
                  <a:pt x="4258" y="8758"/>
                </a:lnTo>
                <a:lnTo>
                  <a:pt x="4258" y="8675"/>
                </a:lnTo>
                <a:lnTo>
                  <a:pt x="4258" y="8598"/>
                </a:lnTo>
                <a:lnTo>
                  <a:pt x="4258" y="8577"/>
                </a:lnTo>
                <a:cubicBezTo>
                  <a:pt x="4278" y="7935"/>
                  <a:pt x="4450" y="7313"/>
                  <a:pt x="4762" y="6752"/>
                </a:cubicBezTo>
                <a:cubicBezTo>
                  <a:pt x="4769" y="6745"/>
                  <a:pt x="4769" y="6739"/>
                  <a:pt x="4776" y="6732"/>
                </a:cubicBezTo>
                <a:cubicBezTo>
                  <a:pt x="4791" y="6711"/>
                  <a:pt x="4804" y="6684"/>
                  <a:pt x="4817" y="6663"/>
                </a:cubicBezTo>
                <a:cubicBezTo>
                  <a:pt x="4832" y="6636"/>
                  <a:pt x="4845" y="6614"/>
                  <a:pt x="4859" y="6594"/>
                </a:cubicBezTo>
                <a:cubicBezTo>
                  <a:pt x="4859" y="6586"/>
                  <a:pt x="4865" y="6586"/>
                  <a:pt x="4865" y="6580"/>
                </a:cubicBezTo>
                <a:cubicBezTo>
                  <a:pt x="5205" y="6034"/>
                  <a:pt x="5675" y="5578"/>
                  <a:pt x="6220" y="5253"/>
                </a:cubicBezTo>
                <a:cubicBezTo>
                  <a:pt x="6227" y="5246"/>
                  <a:pt x="6227" y="5246"/>
                  <a:pt x="6234" y="5239"/>
                </a:cubicBezTo>
                <a:cubicBezTo>
                  <a:pt x="6255" y="5226"/>
                  <a:pt x="6283" y="5218"/>
                  <a:pt x="6303" y="5204"/>
                </a:cubicBezTo>
                <a:cubicBezTo>
                  <a:pt x="6332" y="5191"/>
                  <a:pt x="6351" y="5176"/>
                  <a:pt x="6380" y="5163"/>
                </a:cubicBezTo>
                <a:cubicBezTo>
                  <a:pt x="6386" y="5156"/>
                  <a:pt x="6386" y="5156"/>
                  <a:pt x="6393" y="5150"/>
                </a:cubicBezTo>
                <a:cubicBezTo>
                  <a:pt x="6960" y="4853"/>
                  <a:pt x="7589" y="4694"/>
                  <a:pt x="8232" y="4679"/>
                </a:cubicBezTo>
                <a:close/>
                <a:moveTo>
                  <a:pt x="6932" y="1"/>
                </a:moveTo>
                <a:lnTo>
                  <a:pt x="6317" y="2544"/>
                </a:lnTo>
                <a:cubicBezTo>
                  <a:pt x="6096" y="2613"/>
                  <a:pt x="5889" y="2688"/>
                  <a:pt x="5681" y="2779"/>
                </a:cubicBezTo>
                <a:cubicBezTo>
                  <a:pt x="5537" y="2841"/>
                  <a:pt x="5398" y="2910"/>
                  <a:pt x="5253" y="2987"/>
                </a:cubicBezTo>
                <a:cubicBezTo>
                  <a:pt x="5247" y="2993"/>
                  <a:pt x="5238" y="3000"/>
                  <a:pt x="5225" y="3000"/>
                </a:cubicBezTo>
                <a:cubicBezTo>
                  <a:pt x="5218" y="3007"/>
                  <a:pt x="5218" y="3007"/>
                  <a:pt x="5212" y="3013"/>
                </a:cubicBezTo>
                <a:cubicBezTo>
                  <a:pt x="5170" y="3035"/>
                  <a:pt x="5136" y="3048"/>
                  <a:pt x="5101" y="3070"/>
                </a:cubicBezTo>
                <a:cubicBezTo>
                  <a:pt x="5101" y="3076"/>
                  <a:pt x="5094" y="3076"/>
                  <a:pt x="5087" y="3076"/>
                </a:cubicBezTo>
                <a:cubicBezTo>
                  <a:pt x="5059" y="3096"/>
                  <a:pt x="5031" y="3111"/>
                  <a:pt x="4998" y="3131"/>
                </a:cubicBezTo>
                <a:cubicBezTo>
                  <a:pt x="4990" y="3131"/>
                  <a:pt x="4990" y="3138"/>
                  <a:pt x="4983" y="3144"/>
                </a:cubicBezTo>
                <a:cubicBezTo>
                  <a:pt x="4928" y="3172"/>
                  <a:pt x="4873" y="3207"/>
                  <a:pt x="4817" y="3242"/>
                </a:cubicBezTo>
                <a:cubicBezTo>
                  <a:pt x="4776" y="3269"/>
                  <a:pt x="4734" y="3297"/>
                  <a:pt x="4686" y="3325"/>
                </a:cubicBezTo>
                <a:cubicBezTo>
                  <a:pt x="4459" y="3476"/>
                  <a:pt x="4236" y="3650"/>
                  <a:pt x="4023" y="3836"/>
                </a:cubicBezTo>
                <a:lnTo>
                  <a:pt x="1528" y="3048"/>
                </a:lnTo>
                <a:lnTo>
                  <a:pt x="63" y="5536"/>
                </a:lnTo>
                <a:lnTo>
                  <a:pt x="1956" y="7341"/>
                </a:lnTo>
                <a:cubicBezTo>
                  <a:pt x="1921" y="7507"/>
                  <a:pt x="1888" y="7673"/>
                  <a:pt x="1866" y="7830"/>
                </a:cubicBezTo>
                <a:cubicBezTo>
                  <a:pt x="1859" y="7893"/>
                  <a:pt x="1853" y="7948"/>
                  <a:pt x="1846" y="8011"/>
                </a:cubicBezTo>
                <a:cubicBezTo>
                  <a:pt x="1831" y="8107"/>
                  <a:pt x="1825" y="8212"/>
                  <a:pt x="1818" y="8315"/>
                </a:cubicBezTo>
                <a:lnTo>
                  <a:pt x="1818" y="8328"/>
                </a:lnTo>
                <a:cubicBezTo>
                  <a:pt x="1818" y="8391"/>
                  <a:pt x="1811" y="8452"/>
                  <a:pt x="1811" y="8509"/>
                </a:cubicBezTo>
                <a:lnTo>
                  <a:pt x="1811" y="8535"/>
                </a:lnTo>
                <a:lnTo>
                  <a:pt x="1811" y="8633"/>
                </a:lnTo>
                <a:lnTo>
                  <a:pt x="1811" y="8653"/>
                </a:lnTo>
                <a:lnTo>
                  <a:pt x="1811" y="8771"/>
                </a:lnTo>
                <a:lnTo>
                  <a:pt x="1811" y="8799"/>
                </a:lnTo>
                <a:cubicBezTo>
                  <a:pt x="1811" y="9185"/>
                  <a:pt x="1853" y="9580"/>
                  <a:pt x="1929" y="9967"/>
                </a:cubicBezTo>
                <a:lnTo>
                  <a:pt x="0" y="11743"/>
                </a:lnTo>
                <a:lnTo>
                  <a:pt x="1423" y="14251"/>
                </a:lnTo>
                <a:lnTo>
                  <a:pt x="3933" y="13512"/>
                </a:lnTo>
                <a:cubicBezTo>
                  <a:pt x="4140" y="13706"/>
                  <a:pt x="4354" y="13878"/>
                  <a:pt x="4583" y="14037"/>
                </a:cubicBezTo>
                <a:cubicBezTo>
                  <a:pt x="4673" y="14092"/>
                  <a:pt x="4756" y="14155"/>
                  <a:pt x="4845" y="14210"/>
                </a:cubicBezTo>
                <a:cubicBezTo>
                  <a:pt x="4852" y="14217"/>
                  <a:pt x="4865" y="14217"/>
                  <a:pt x="4873" y="14225"/>
                </a:cubicBezTo>
                <a:cubicBezTo>
                  <a:pt x="4880" y="14231"/>
                  <a:pt x="4887" y="14231"/>
                  <a:pt x="4893" y="14238"/>
                </a:cubicBezTo>
                <a:cubicBezTo>
                  <a:pt x="4928" y="14258"/>
                  <a:pt x="4963" y="14280"/>
                  <a:pt x="4998" y="14299"/>
                </a:cubicBezTo>
                <a:cubicBezTo>
                  <a:pt x="5031" y="14321"/>
                  <a:pt x="5066" y="14341"/>
                  <a:pt x="5101" y="14362"/>
                </a:cubicBezTo>
                <a:cubicBezTo>
                  <a:pt x="5107" y="14362"/>
                  <a:pt x="5114" y="14369"/>
                  <a:pt x="5122" y="14369"/>
                </a:cubicBezTo>
                <a:cubicBezTo>
                  <a:pt x="5129" y="14376"/>
                  <a:pt x="5136" y="14382"/>
                  <a:pt x="5149" y="14382"/>
                </a:cubicBezTo>
                <a:cubicBezTo>
                  <a:pt x="5280" y="14459"/>
                  <a:pt x="5426" y="14535"/>
                  <a:pt x="5563" y="14598"/>
                </a:cubicBezTo>
                <a:cubicBezTo>
                  <a:pt x="5771" y="14694"/>
                  <a:pt x="5978" y="14777"/>
                  <a:pt x="6192" y="14853"/>
                </a:cubicBezTo>
                <a:lnTo>
                  <a:pt x="6766" y="17403"/>
                </a:lnTo>
                <a:lnTo>
                  <a:pt x="9649" y="17431"/>
                </a:lnTo>
                <a:lnTo>
                  <a:pt x="10271" y="14888"/>
                </a:lnTo>
                <a:cubicBezTo>
                  <a:pt x="10485" y="14819"/>
                  <a:pt x="10692" y="14742"/>
                  <a:pt x="10900" y="14653"/>
                </a:cubicBezTo>
                <a:cubicBezTo>
                  <a:pt x="11044" y="14590"/>
                  <a:pt x="11190" y="14522"/>
                  <a:pt x="11328" y="14445"/>
                </a:cubicBezTo>
                <a:cubicBezTo>
                  <a:pt x="11334" y="14439"/>
                  <a:pt x="11343" y="14439"/>
                  <a:pt x="11356" y="14432"/>
                </a:cubicBezTo>
                <a:cubicBezTo>
                  <a:pt x="11363" y="14424"/>
                  <a:pt x="11369" y="14424"/>
                  <a:pt x="11369" y="14417"/>
                </a:cubicBezTo>
                <a:cubicBezTo>
                  <a:pt x="11411" y="14404"/>
                  <a:pt x="11445" y="14382"/>
                  <a:pt x="11480" y="14362"/>
                </a:cubicBezTo>
                <a:cubicBezTo>
                  <a:pt x="11480" y="14356"/>
                  <a:pt x="11487" y="14356"/>
                  <a:pt x="11494" y="14356"/>
                </a:cubicBezTo>
                <a:cubicBezTo>
                  <a:pt x="11522" y="14334"/>
                  <a:pt x="11550" y="14321"/>
                  <a:pt x="11583" y="14299"/>
                </a:cubicBezTo>
                <a:cubicBezTo>
                  <a:pt x="11591" y="14299"/>
                  <a:pt x="11598" y="14293"/>
                  <a:pt x="11605" y="14293"/>
                </a:cubicBezTo>
                <a:cubicBezTo>
                  <a:pt x="11936" y="14092"/>
                  <a:pt x="12262" y="13858"/>
                  <a:pt x="12558" y="13603"/>
                </a:cubicBezTo>
                <a:lnTo>
                  <a:pt x="15053" y="14382"/>
                </a:lnTo>
                <a:lnTo>
                  <a:pt x="16518" y="11903"/>
                </a:lnTo>
                <a:lnTo>
                  <a:pt x="14625" y="10091"/>
                </a:lnTo>
                <a:cubicBezTo>
                  <a:pt x="14652" y="9973"/>
                  <a:pt x="14673" y="9856"/>
                  <a:pt x="14693" y="9738"/>
                </a:cubicBezTo>
                <a:cubicBezTo>
                  <a:pt x="14708" y="9628"/>
                  <a:pt x="14722" y="9524"/>
                  <a:pt x="14735" y="9421"/>
                </a:cubicBezTo>
                <a:cubicBezTo>
                  <a:pt x="14743" y="9373"/>
                  <a:pt x="14750" y="9317"/>
                  <a:pt x="14750" y="9268"/>
                </a:cubicBezTo>
                <a:cubicBezTo>
                  <a:pt x="14763" y="9166"/>
                  <a:pt x="14763" y="9054"/>
                  <a:pt x="14770" y="8950"/>
                </a:cubicBezTo>
                <a:lnTo>
                  <a:pt x="14770" y="8923"/>
                </a:lnTo>
                <a:lnTo>
                  <a:pt x="14770" y="8895"/>
                </a:lnTo>
                <a:cubicBezTo>
                  <a:pt x="14770" y="8860"/>
                  <a:pt x="14776" y="8819"/>
                  <a:pt x="14776" y="8777"/>
                </a:cubicBezTo>
                <a:lnTo>
                  <a:pt x="14776" y="8660"/>
                </a:lnTo>
                <a:lnTo>
                  <a:pt x="14776" y="8633"/>
                </a:lnTo>
                <a:cubicBezTo>
                  <a:pt x="14770" y="8245"/>
                  <a:pt x="14728" y="7852"/>
                  <a:pt x="14652" y="7465"/>
                </a:cubicBezTo>
                <a:lnTo>
                  <a:pt x="16581" y="5695"/>
                </a:lnTo>
                <a:lnTo>
                  <a:pt x="15164" y="3179"/>
                </a:lnTo>
                <a:lnTo>
                  <a:pt x="12648" y="3919"/>
                </a:lnTo>
                <a:cubicBezTo>
                  <a:pt x="12558" y="3836"/>
                  <a:pt x="12469" y="3753"/>
                  <a:pt x="12379" y="3677"/>
                </a:cubicBezTo>
                <a:cubicBezTo>
                  <a:pt x="12296" y="3615"/>
                  <a:pt x="12213" y="3552"/>
                  <a:pt x="12122" y="3491"/>
                </a:cubicBezTo>
                <a:cubicBezTo>
                  <a:pt x="12081" y="3456"/>
                  <a:pt x="12039" y="3428"/>
                  <a:pt x="11998" y="3393"/>
                </a:cubicBezTo>
                <a:cubicBezTo>
                  <a:pt x="11908" y="3338"/>
                  <a:pt x="11825" y="3277"/>
                  <a:pt x="11736" y="3221"/>
                </a:cubicBezTo>
                <a:cubicBezTo>
                  <a:pt x="11729" y="3214"/>
                  <a:pt x="11716" y="3214"/>
                  <a:pt x="11708" y="3207"/>
                </a:cubicBezTo>
                <a:cubicBezTo>
                  <a:pt x="11701" y="3201"/>
                  <a:pt x="11694" y="3201"/>
                  <a:pt x="11688" y="3194"/>
                </a:cubicBezTo>
                <a:cubicBezTo>
                  <a:pt x="11653" y="3172"/>
                  <a:pt x="11618" y="3153"/>
                  <a:pt x="11583" y="3131"/>
                </a:cubicBezTo>
                <a:cubicBezTo>
                  <a:pt x="11550" y="3111"/>
                  <a:pt x="11515" y="3090"/>
                  <a:pt x="11480" y="3076"/>
                </a:cubicBezTo>
                <a:cubicBezTo>
                  <a:pt x="11474" y="3070"/>
                  <a:pt x="11467" y="3070"/>
                  <a:pt x="11467" y="3061"/>
                </a:cubicBezTo>
                <a:cubicBezTo>
                  <a:pt x="11452" y="3055"/>
                  <a:pt x="11445" y="3048"/>
                  <a:pt x="11439" y="3048"/>
                </a:cubicBezTo>
                <a:cubicBezTo>
                  <a:pt x="11301" y="2972"/>
                  <a:pt x="11155" y="2895"/>
                  <a:pt x="11018" y="2834"/>
                </a:cubicBezTo>
                <a:cubicBezTo>
                  <a:pt x="10810" y="2738"/>
                  <a:pt x="10603" y="2655"/>
                  <a:pt x="10389" y="2579"/>
                </a:cubicBezTo>
                <a:lnTo>
                  <a:pt x="9815" y="27"/>
                </a:lnTo>
                <a:lnTo>
                  <a:pt x="693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47" name="Google Shape;12647;p28"/>
          <p:cNvGrpSpPr/>
          <p:nvPr/>
        </p:nvGrpSpPr>
        <p:grpSpPr>
          <a:xfrm>
            <a:off x="8890016" y="-99751"/>
            <a:ext cx="347597" cy="4345456"/>
            <a:chOff x="-136402" y="-175976"/>
            <a:chExt cx="347597" cy="4345456"/>
          </a:xfrm>
        </p:grpSpPr>
        <p:sp>
          <p:nvSpPr>
            <p:cNvPr id="12648" name="Google Shape;12648;p28"/>
            <p:cNvSpPr/>
            <p:nvPr/>
          </p:nvSpPr>
          <p:spPr>
            <a:xfrm>
              <a:off x="-136402" y="-175976"/>
              <a:ext cx="273965" cy="273814"/>
            </a:xfrm>
            <a:custGeom>
              <a:avLst/>
              <a:gdLst/>
              <a:ahLst/>
              <a:cxnLst/>
              <a:rect l="l" t="t" r="r" b="b"/>
              <a:pathLst>
                <a:path w="3624" h="3622" extrusionOk="0">
                  <a:moveTo>
                    <a:pt x="1515" y="0"/>
                  </a:moveTo>
                  <a:lnTo>
                    <a:pt x="1" y="1513"/>
                  </a:lnTo>
                  <a:lnTo>
                    <a:pt x="1" y="3621"/>
                  </a:lnTo>
                  <a:lnTo>
                    <a:pt x="36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9" name="Google Shape;12649;p28"/>
            <p:cNvSpPr/>
            <p:nvPr/>
          </p:nvSpPr>
          <p:spPr>
            <a:xfrm>
              <a:off x="-136402" y="1778994"/>
              <a:ext cx="347597" cy="506503"/>
            </a:xfrm>
            <a:custGeom>
              <a:avLst/>
              <a:gdLst/>
              <a:ahLst/>
              <a:cxnLst/>
              <a:rect l="l" t="t" r="r" b="b"/>
              <a:pathLst>
                <a:path w="4598" h="6700" extrusionOk="0">
                  <a:moveTo>
                    <a:pt x="4597" y="1"/>
                  </a:moveTo>
                  <a:lnTo>
                    <a:pt x="1" y="4597"/>
                  </a:lnTo>
                  <a:lnTo>
                    <a:pt x="1" y="6699"/>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0" name="Google Shape;12650;p28"/>
            <p:cNvSpPr/>
            <p:nvPr/>
          </p:nvSpPr>
          <p:spPr>
            <a:xfrm>
              <a:off x="-136402" y="2326153"/>
              <a:ext cx="347597" cy="506276"/>
            </a:xfrm>
            <a:custGeom>
              <a:avLst/>
              <a:gdLst/>
              <a:ahLst/>
              <a:cxnLst/>
              <a:rect l="l" t="t" r="r" b="b"/>
              <a:pathLst>
                <a:path w="4598" h="6697" extrusionOk="0">
                  <a:moveTo>
                    <a:pt x="4597" y="0"/>
                  </a:moveTo>
                  <a:lnTo>
                    <a:pt x="1" y="4597"/>
                  </a:lnTo>
                  <a:lnTo>
                    <a:pt x="1" y="6697"/>
                  </a:lnTo>
                  <a:lnTo>
                    <a:pt x="4597" y="2108"/>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1" name="Google Shape;12651;p28"/>
            <p:cNvSpPr/>
            <p:nvPr/>
          </p:nvSpPr>
          <p:spPr>
            <a:xfrm>
              <a:off x="-136402" y="-175976"/>
              <a:ext cx="91624" cy="91473"/>
            </a:xfrm>
            <a:custGeom>
              <a:avLst/>
              <a:gdLst/>
              <a:ahLst/>
              <a:cxnLst/>
              <a:rect l="l" t="t" r="r" b="b"/>
              <a:pathLst>
                <a:path w="1212" h="1210" extrusionOk="0">
                  <a:moveTo>
                    <a:pt x="1" y="0"/>
                  </a:moveTo>
                  <a:lnTo>
                    <a:pt x="1" y="1209"/>
                  </a:lnTo>
                  <a:lnTo>
                    <a:pt x="12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2" name="Google Shape;12652;p28"/>
            <p:cNvSpPr/>
            <p:nvPr/>
          </p:nvSpPr>
          <p:spPr>
            <a:xfrm>
              <a:off x="-136402" y="3602504"/>
              <a:ext cx="347597" cy="506428"/>
            </a:xfrm>
            <a:custGeom>
              <a:avLst/>
              <a:gdLst/>
              <a:ahLst/>
              <a:cxnLst/>
              <a:rect l="l" t="t" r="r" b="b"/>
              <a:pathLst>
                <a:path w="4598" h="6699" extrusionOk="0">
                  <a:moveTo>
                    <a:pt x="4597" y="1"/>
                  </a:moveTo>
                  <a:lnTo>
                    <a:pt x="1" y="4597"/>
                  </a:lnTo>
                  <a:lnTo>
                    <a:pt x="1" y="6699"/>
                  </a:lnTo>
                  <a:lnTo>
                    <a:pt x="4597" y="2102"/>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3" name="Google Shape;12653;p28"/>
            <p:cNvSpPr/>
            <p:nvPr/>
          </p:nvSpPr>
          <p:spPr>
            <a:xfrm>
              <a:off x="-136402" y="3420168"/>
              <a:ext cx="347597" cy="506352"/>
            </a:xfrm>
            <a:custGeom>
              <a:avLst/>
              <a:gdLst/>
              <a:ahLst/>
              <a:cxnLst/>
              <a:rect l="l" t="t" r="r" b="b"/>
              <a:pathLst>
                <a:path w="4598" h="6698" extrusionOk="0">
                  <a:moveTo>
                    <a:pt x="4597" y="1"/>
                  </a:moveTo>
                  <a:lnTo>
                    <a:pt x="1" y="4597"/>
                  </a:lnTo>
                  <a:lnTo>
                    <a:pt x="1" y="6697"/>
                  </a:lnTo>
                  <a:lnTo>
                    <a:pt x="4597" y="2103"/>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4" name="Google Shape;12654;p28"/>
            <p:cNvSpPr/>
            <p:nvPr/>
          </p:nvSpPr>
          <p:spPr>
            <a:xfrm>
              <a:off x="-136402" y="3237908"/>
              <a:ext cx="347597" cy="506276"/>
            </a:xfrm>
            <a:custGeom>
              <a:avLst/>
              <a:gdLst/>
              <a:ahLst/>
              <a:cxnLst/>
              <a:rect l="l" t="t" r="r" b="b"/>
              <a:pathLst>
                <a:path w="4598" h="6697" extrusionOk="0">
                  <a:moveTo>
                    <a:pt x="4597" y="0"/>
                  </a:moveTo>
                  <a:lnTo>
                    <a:pt x="1" y="4596"/>
                  </a:lnTo>
                  <a:lnTo>
                    <a:pt x="1" y="6696"/>
                  </a:lnTo>
                  <a:lnTo>
                    <a:pt x="4597" y="2100"/>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5" name="Google Shape;12655;p28"/>
            <p:cNvSpPr/>
            <p:nvPr/>
          </p:nvSpPr>
          <p:spPr>
            <a:xfrm>
              <a:off x="-136402" y="3055572"/>
              <a:ext cx="347597" cy="506276"/>
            </a:xfrm>
            <a:custGeom>
              <a:avLst/>
              <a:gdLst/>
              <a:ahLst/>
              <a:cxnLst/>
              <a:rect l="l" t="t" r="r" b="b"/>
              <a:pathLst>
                <a:path w="4598" h="6697" extrusionOk="0">
                  <a:moveTo>
                    <a:pt x="4597" y="0"/>
                  </a:moveTo>
                  <a:lnTo>
                    <a:pt x="1" y="4595"/>
                  </a:lnTo>
                  <a:lnTo>
                    <a:pt x="1" y="6697"/>
                  </a:lnTo>
                  <a:lnTo>
                    <a:pt x="4597" y="2107"/>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6" name="Google Shape;12656;p28"/>
            <p:cNvSpPr/>
            <p:nvPr/>
          </p:nvSpPr>
          <p:spPr>
            <a:xfrm>
              <a:off x="-136402" y="-175976"/>
              <a:ext cx="347597" cy="456155"/>
            </a:xfrm>
            <a:custGeom>
              <a:avLst/>
              <a:gdLst/>
              <a:ahLst/>
              <a:cxnLst/>
              <a:rect l="l" t="t" r="r" b="b"/>
              <a:pathLst>
                <a:path w="4598" h="6034" extrusionOk="0">
                  <a:moveTo>
                    <a:pt x="3927" y="0"/>
                  </a:moveTo>
                  <a:lnTo>
                    <a:pt x="1" y="3925"/>
                  </a:lnTo>
                  <a:lnTo>
                    <a:pt x="1" y="6033"/>
                  </a:lnTo>
                  <a:lnTo>
                    <a:pt x="4597" y="1437"/>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7" name="Google Shape;12657;p28"/>
            <p:cNvSpPr/>
            <p:nvPr/>
          </p:nvSpPr>
          <p:spPr>
            <a:xfrm>
              <a:off x="-136402" y="2690749"/>
              <a:ext cx="347597" cy="506428"/>
            </a:xfrm>
            <a:custGeom>
              <a:avLst/>
              <a:gdLst/>
              <a:ahLst/>
              <a:cxnLst/>
              <a:rect l="l" t="t" r="r" b="b"/>
              <a:pathLst>
                <a:path w="4598" h="6699" extrusionOk="0">
                  <a:moveTo>
                    <a:pt x="4597" y="1"/>
                  </a:moveTo>
                  <a:lnTo>
                    <a:pt x="1" y="4597"/>
                  </a:lnTo>
                  <a:lnTo>
                    <a:pt x="1" y="6699"/>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8" name="Google Shape;12658;p28"/>
            <p:cNvSpPr/>
            <p:nvPr/>
          </p:nvSpPr>
          <p:spPr>
            <a:xfrm>
              <a:off x="-136402" y="1232062"/>
              <a:ext cx="347597" cy="506957"/>
            </a:xfrm>
            <a:custGeom>
              <a:avLst/>
              <a:gdLst/>
              <a:ahLst/>
              <a:cxnLst/>
              <a:rect l="l" t="t" r="r" b="b"/>
              <a:pathLst>
                <a:path w="4598" h="6706" extrusionOk="0">
                  <a:moveTo>
                    <a:pt x="4597" y="0"/>
                  </a:moveTo>
                  <a:lnTo>
                    <a:pt x="1" y="4597"/>
                  </a:lnTo>
                  <a:lnTo>
                    <a:pt x="1" y="6705"/>
                  </a:lnTo>
                  <a:lnTo>
                    <a:pt x="4597" y="2109"/>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9" name="Google Shape;12659;p28"/>
            <p:cNvSpPr/>
            <p:nvPr/>
          </p:nvSpPr>
          <p:spPr>
            <a:xfrm>
              <a:off x="-136402" y="2508489"/>
              <a:ext cx="347597" cy="506428"/>
            </a:xfrm>
            <a:custGeom>
              <a:avLst/>
              <a:gdLst/>
              <a:ahLst/>
              <a:cxnLst/>
              <a:rect l="l" t="t" r="r" b="b"/>
              <a:pathLst>
                <a:path w="4598" h="6699" extrusionOk="0">
                  <a:moveTo>
                    <a:pt x="4597" y="0"/>
                  </a:moveTo>
                  <a:lnTo>
                    <a:pt x="1" y="4596"/>
                  </a:lnTo>
                  <a:lnTo>
                    <a:pt x="1" y="6698"/>
                  </a:lnTo>
                  <a:lnTo>
                    <a:pt x="4597" y="2108"/>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0" name="Google Shape;12660;p28"/>
            <p:cNvSpPr/>
            <p:nvPr/>
          </p:nvSpPr>
          <p:spPr>
            <a:xfrm>
              <a:off x="-136402" y="1049726"/>
              <a:ext cx="347597" cy="506806"/>
            </a:xfrm>
            <a:custGeom>
              <a:avLst/>
              <a:gdLst/>
              <a:ahLst/>
              <a:cxnLst/>
              <a:rect l="l" t="t" r="r" b="b"/>
              <a:pathLst>
                <a:path w="4598" h="6704" extrusionOk="0">
                  <a:moveTo>
                    <a:pt x="4597" y="1"/>
                  </a:moveTo>
                  <a:lnTo>
                    <a:pt x="1" y="4597"/>
                  </a:lnTo>
                  <a:lnTo>
                    <a:pt x="1" y="6704"/>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1" name="Google Shape;12661;p28"/>
            <p:cNvSpPr/>
            <p:nvPr/>
          </p:nvSpPr>
          <p:spPr>
            <a:xfrm>
              <a:off x="-136402" y="503172"/>
              <a:ext cx="347597" cy="506428"/>
            </a:xfrm>
            <a:custGeom>
              <a:avLst/>
              <a:gdLst/>
              <a:ahLst/>
              <a:cxnLst/>
              <a:rect l="l" t="t" r="r" b="b"/>
              <a:pathLst>
                <a:path w="4598" h="6699" extrusionOk="0">
                  <a:moveTo>
                    <a:pt x="4597" y="0"/>
                  </a:moveTo>
                  <a:lnTo>
                    <a:pt x="1" y="4590"/>
                  </a:lnTo>
                  <a:lnTo>
                    <a:pt x="1" y="6698"/>
                  </a:lnTo>
                  <a:lnTo>
                    <a:pt x="4597" y="2102"/>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2" name="Google Shape;12662;p28"/>
            <p:cNvSpPr/>
            <p:nvPr/>
          </p:nvSpPr>
          <p:spPr>
            <a:xfrm>
              <a:off x="-136402" y="2143817"/>
              <a:ext cx="347597" cy="506276"/>
            </a:xfrm>
            <a:custGeom>
              <a:avLst/>
              <a:gdLst/>
              <a:ahLst/>
              <a:cxnLst/>
              <a:rect l="l" t="t" r="r" b="b"/>
              <a:pathLst>
                <a:path w="4598" h="6697" extrusionOk="0">
                  <a:moveTo>
                    <a:pt x="4597" y="0"/>
                  </a:moveTo>
                  <a:lnTo>
                    <a:pt x="1" y="4597"/>
                  </a:lnTo>
                  <a:lnTo>
                    <a:pt x="1" y="6697"/>
                  </a:lnTo>
                  <a:lnTo>
                    <a:pt x="4597" y="2109"/>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3" name="Google Shape;12663;p28"/>
            <p:cNvSpPr/>
            <p:nvPr/>
          </p:nvSpPr>
          <p:spPr>
            <a:xfrm>
              <a:off x="-136402" y="1596734"/>
              <a:ext cx="347597" cy="506428"/>
            </a:xfrm>
            <a:custGeom>
              <a:avLst/>
              <a:gdLst/>
              <a:ahLst/>
              <a:cxnLst/>
              <a:rect l="l" t="t" r="r" b="b"/>
              <a:pathLst>
                <a:path w="4598" h="6699" extrusionOk="0">
                  <a:moveTo>
                    <a:pt x="4597" y="0"/>
                  </a:moveTo>
                  <a:lnTo>
                    <a:pt x="1" y="4597"/>
                  </a:lnTo>
                  <a:lnTo>
                    <a:pt x="1" y="6698"/>
                  </a:lnTo>
                  <a:lnTo>
                    <a:pt x="4597" y="2108"/>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4" name="Google Shape;12664;p28"/>
            <p:cNvSpPr/>
            <p:nvPr/>
          </p:nvSpPr>
          <p:spPr>
            <a:xfrm>
              <a:off x="-136402" y="320836"/>
              <a:ext cx="347597" cy="506428"/>
            </a:xfrm>
            <a:custGeom>
              <a:avLst/>
              <a:gdLst/>
              <a:ahLst/>
              <a:cxnLst/>
              <a:rect l="l" t="t" r="r" b="b"/>
              <a:pathLst>
                <a:path w="4598" h="6699" extrusionOk="0">
                  <a:moveTo>
                    <a:pt x="4597" y="0"/>
                  </a:moveTo>
                  <a:lnTo>
                    <a:pt x="1" y="4590"/>
                  </a:lnTo>
                  <a:lnTo>
                    <a:pt x="1" y="6698"/>
                  </a:lnTo>
                  <a:lnTo>
                    <a:pt x="4597" y="2102"/>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5" name="Google Shape;12665;p28"/>
            <p:cNvSpPr/>
            <p:nvPr/>
          </p:nvSpPr>
          <p:spPr>
            <a:xfrm>
              <a:off x="-136402" y="3784840"/>
              <a:ext cx="347597" cy="384640"/>
            </a:xfrm>
            <a:custGeom>
              <a:avLst/>
              <a:gdLst/>
              <a:ahLst/>
              <a:cxnLst/>
              <a:rect l="l" t="t" r="r" b="b"/>
              <a:pathLst>
                <a:path w="4598" h="5088" extrusionOk="0">
                  <a:moveTo>
                    <a:pt x="4597" y="1"/>
                  </a:moveTo>
                  <a:lnTo>
                    <a:pt x="1" y="4597"/>
                  </a:lnTo>
                  <a:lnTo>
                    <a:pt x="1" y="5088"/>
                  </a:lnTo>
                  <a:lnTo>
                    <a:pt x="1611" y="5088"/>
                  </a:lnTo>
                  <a:lnTo>
                    <a:pt x="4597" y="2102"/>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6" name="Google Shape;12666;p28"/>
            <p:cNvSpPr/>
            <p:nvPr/>
          </p:nvSpPr>
          <p:spPr>
            <a:xfrm>
              <a:off x="-136402" y="1414398"/>
              <a:ext cx="347597" cy="506957"/>
            </a:xfrm>
            <a:custGeom>
              <a:avLst/>
              <a:gdLst/>
              <a:ahLst/>
              <a:cxnLst/>
              <a:rect l="l" t="t" r="r" b="b"/>
              <a:pathLst>
                <a:path w="4598" h="6706" extrusionOk="0">
                  <a:moveTo>
                    <a:pt x="4597" y="0"/>
                  </a:moveTo>
                  <a:lnTo>
                    <a:pt x="1" y="4597"/>
                  </a:lnTo>
                  <a:lnTo>
                    <a:pt x="1" y="6705"/>
                  </a:lnTo>
                  <a:lnTo>
                    <a:pt x="4597" y="2109"/>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7" name="Google Shape;12667;p28"/>
            <p:cNvSpPr/>
            <p:nvPr/>
          </p:nvSpPr>
          <p:spPr>
            <a:xfrm>
              <a:off x="-136402" y="685583"/>
              <a:ext cx="347597" cy="506276"/>
            </a:xfrm>
            <a:custGeom>
              <a:avLst/>
              <a:gdLst/>
              <a:ahLst/>
              <a:cxnLst/>
              <a:rect l="l" t="t" r="r" b="b"/>
              <a:pathLst>
                <a:path w="4598" h="6697" extrusionOk="0">
                  <a:moveTo>
                    <a:pt x="4597" y="1"/>
                  </a:moveTo>
                  <a:lnTo>
                    <a:pt x="1" y="4589"/>
                  </a:lnTo>
                  <a:lnTo>
                    <a:pt x="1" y="6697"/>
                  </a:lnTo>
                  <a:lnTo>
                    <a:pt x="4597" y="2101"/>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8" name="Google Shape;12668;p28"/>
            <p:cNvSpPr/>
            <p:nvPr/>
          </p:nvSpPr>
          <p:spPr>
            <a:xfrm>
              <a:off x="-136402" y="2873085"/>
              <a:ext cx="347597" cy="506428"/>
            </a:xfrm>
            <a:custGeom>
              <a:avLst/>
              <a:gdLst/>
              <a:ahLst/>
              <a:cxnLst/>
              <a:rect l="l" t="t" r="r" b="b"/>
              <a:pathLst>
                <a:path w="4598" h="6699" extrusionOk="0">
                  <a:moveTo>
                    <a:pt x="4597" y="1"/>
                  </a:moveTo>
                  <a:lnTo>
                    <a:pt x="1" y="4597"/>
                  </a:lnTo>
                  <a:lnTo>
                    <a:pt x="1" y="6699"/>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9" name="Google Shape;12669;p28"/>
            <p:cNvSpPr/>
            <p:nvPr/>
          </p:nvSpPr>
          <p:spPr>
            <a:xfrm>
              <a:off x="-136402" y="-43836"/>
              <a:ext cx="347597" cy="506276"/>
            </a:xfrm>
            <a:custGeom>
              <a:avLst/>
              <a:gdLst/>
              <a:ahLst/>
              <a:cxnLst/>
              <a:rect l="l" t="t" r="r" b="b"/>
              <a:pathLst>
                <a:path w="4598" h="6697" extrusionOk="0">
                  <a:moveTo>
                    <a:pt x="4597" y="1"/>
                  </a:moveTo>
                  <a:lnTo>
                    <a:pt x="1" y="4590"/>
                  </a:lnTo>
                  <a:lnTo>
                    <a:pt x="1" y="6697"/>
                  </a:lnTo>
                  <a:lnTo>
                    <a:pt x="4597" y="2102"/>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0" name="Google Shape;12670;p28"/>
            <p:cNvSpPr/>
            <p:nvPr/>
          </p:nvSpPr>
          <p:spPr>
            <a:xfrm>
              <a:off x="8971" y="3967175"/>
              <a:ext cx="202223" cy="202299"/>
            </a:xfrm>
            <a:custGeom>
              <a:avLst/>
              <a:gdLst/>
              <a:ahLst/>
              <a:cxnLst/>
              <a:rect l="l" t="t" r="r" b="b"/>
              <a:pathLst>
                <a:path w="2675" h="2676" extrusionOk="0">
                  <a:moveTo>
                    <a:pt x="2674" y="0"/>
                  </a:moveTo>
                  <a:lnTo>
                    <a:pt x="0" y="2676"/>
                  </a:lnTo>
                  <a:lnTo>
                    <a:pt x="2100" y="2676"/>
                  </a:lnTo>
                  <a:lnTo>
                    <a:pt x="2674" y="2102"/>
                  </a:lnTo>
                  <a:lnTo>
                    <a:pt x="267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1" name="Google Shape;12671;p28"/>
            <p:cNvSpPr/>
            <p:nvPr/>
          </p:nvSpPr>
          <p:spPr>
            <a:xfrm>
              <a:off x="-136402" y="1961481"/>
              <a:ext cx="347597" cy="506276"/>
            </a:xfrm>
            <a:custGeom>
              <a:avLst/>
              <a:gdLst/>
              <a:ahLst/>
              <a:cxnLst/>
              <a:rect l="l" t="t" r="r" b="b"/>
              <a:pathLst>
                <a:path w="4598" h="6697" extrusionOk="0">
                  <a:moveTo>
                    <a:pt x="4597" y="0"/>
                  </a:moveTo>
                  <a:lnTo>
                    <a:pt x="1" y="4595"/>
                  </a:lnTo>
                  <a:lnTo>
                    <a:pt x="1" y="6697"/>
                  </a:lnTo>
                  <a:lnTo>
                    <a:pt x="4597" y="2107"/>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2" name="Google Shape;12672;p28"/>
            <p:cNvSpPr/>
            <p:nvPr/>
          </p:nvSpPr>
          <p:spPr>
            <a:xfrm>
              <a:off x="-136402" y="867919"/>
              <a:ext cx="347597" cy="506276"/>
            </a:xfrm>
            <a:custGeom>
              <a:avLst/>
              <a:gdLst/>
              <a:ahLst/>
              <a:cxnLst/>
              <a:rect l="l" t="t" r="r" b="b"/>
              <a:pathLst>
                <a:path w="4598" h="6697" extrusionOk="0">
                  <a:moveTo>
                    <a:pt x="4597" y="0"/>
                  </a:moveTo>
                  <a:lnTo>
                    <a:pt x="1" y="4589"/>
                  </a:lnTo>
                  <a:lnTo>
                    <a:pt x="1" y="6697"/>
                  </a:lnTo>
                  <a:lnTo>
                    <a:pt x="4597" y="2100"/>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3" name="Google Shape;12673;p28"/>
            <p:cNvSpPr/>
            <p:nvPr/>
          </p:nvSpPr>
          <p:spPr>
            <a:xfrm>
              <a:off x="-136402" y="138500"/>
              <a:ext cx="347597" cy="506428"/>
            </a:xfrm>
            <a:custGeom>
              <a:avLst/>
              <a:gdLst/>
              <a:ahLst/>
              <a:cxnLst/>
              <a:rect l="l" t="t" r="r" b="b"/>
              <a:pathLst>
                <a:path w="4598" h="6699" extrusionOk="0">
                  <a:moveTo>
                    <a:pt x="4597" y="0"/>
                  </a:moveTo>
                  <a:lnTo>
                    <a:pt x="1" y="4590"/>
                  </a:lnTo>
                  <a:lnTo>
                    <a:pt x="1" y="6698"/>
                  </a:lnTo>
                  <a:lnTo>
                    <a:pt x="4597" y="2102"/>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4" name="Google Shape;12674;p28"/>
            <p:cNvSpPr/>
            <p:nvPr/>
          </p:nvSpPr>
          <p:spPr>
            <a:xfrm>
              <a:off x="191311" y="4149587"/>
              <a:ext cx="19882" cy="19882"/>
            </a:xfrm>
            <a:custGeom>
              <a:avLst/>
              <a:gdLst/>
              <a:ahLst/>
              <a:cxnLst/>
              <a:rect l="l" t="t" r="r" b="b"/>
              <a:pathLst>
                <a:path w="263" h="263" extrusionOk="0">
                  <a:moveTo>
                    <a:pt x="262" y="1"/>
                  </a:moveTo>
                  <a:lnTo>
                    <a:pt x="0" y="263"/>
                  </a:lnTo>
                  <a:lnTo>
                    <a:pt x="262" y="263"/>
                  </a:lnTo>
                  <a:lnTo>
                    <a:pt x="26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75" name="Google Shape;12675;p28"/>
          <p:cNvGrpSpPr/>
          <p:nvPr/>
        </p:nvGrpSpPr>
        <p:grpSpPr>
          <a:xfrm>
            <a:off x="8890016" y="-99751"/>
            <a:ext cx="347597" cy="4345451"/>
            <a:chOff x="-136402" y="-175976"/>
            <a:chExt cx="347597" cy="4345451"/>
          </a:xfrm>
        </p:grpSpPr>
        <p:sp>
          <p:nvSpPr>
            <p:cNvPr id="12676" name="Google Shape;12676;p28"/>
            <p:cNvSpPr/>
            <p:nvPr/>
          </p:nvSpPr>
          <p:spPr>
            <a:xfrm>
              <a:off x="-136402" y="3579069"/>
              <a:ext cx="347597" cy="371033"/>
            </a:xfrm>
            <a:custGeom>
              <a:avLst/>
              <a:gdLst/>
              <a:ahLst/>
              <a:cxnLst/>
              <a:rect l="l" t="t" r="r" b="b"/>
              <a:pathLst>
                <a:path w="4598" h="4908" extrusionOk="0">
                  <a:moveTo>
                    <a:pt x="4597" y="1"/>
                  </a:moveTo>
                  <a:lnTo>
                    <a:pt x="1" y="4595"/>
                  </a:lnTo>
                  <a:lnTo>
                    <a:pt x="1" y="4907"/>
                  </a:lnTo>
                  <a:lnTo>
                    <a:pt x="4597" y="311"/>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7" name="Google Shape;12677;p28"/>
            <p:cNvSpPr/>
            <p:nvPr/>
          </p:nvSpPr>
          <p:spPr>
            <a:xfrm>
              <a:off x="-136402" y="2850179"/>
              <a:ext cx="347597" cy="370503"/>
            </a:xfrm>
            <a:custGeom>
              <a:avLst/>
              <a:gdLst/>
              <a:ahLst/>
              <a:cxnLst/>
              <a:rect l="l" t="t" r="r" b="b"/>
              <a:pathLst>
                <a:path w="4598" h="4901" extrusionOk="0">
                  <a:moveTo>
                    <a:pt x="4597" y="0"/>
                  </a:moveTo>
                  <a:lnTo>
                    <a:pt x="1" y="4590"/>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8" name="Google Shape;12678;p28"/>
            <p:cNvSpPr/>
            <p:nvPr/>
          </p:nvSpPr>
          <p:spPr>
            <a:xfrm>
              <a:off x="-14615" y="3943741"/>
              <a:ext cx="225810" cy="225734"/>
            </a:xfrm>
            <a:custGeom>
              <a:avLst/>
              <a:gdLst/>
              <a:ahLst/>
              <a:cxnLst/>
              <a:rect l="l" t="t" r="r" b="b"/>
              <a:pathLst>
                <a:path w="2987" h="2986" extrusionOk="0">
                  <a:moveTo>
                    <a:pt x="2986" y="0"/>
                  </a:moveTo>
                  <a:lnTo>
                    <a:pt x="0" y="2986"/>
                  </a:lnTo>
                  <a:lnTo>
                    <a:pt x="312" y="2986"/>
                  </a:lnTo>
                  <a:lnTo>
                    <a:pt x="2986" y="310"/>
                  </a:lnTo>
                  <a:lnTo>
                    <a:pt x="29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9" name="Google Shape;12679;p28"/>
            <p:cNvSpPr/>
            <p:nvPr/>
          </p:nvSpPr>
          <p:spPr>
            <a:xfrm>
              <a:off x="-136402" y="3214775"/>
              <a:ext cx="347597" cy="370655"/>
            </a:xfrm>
            <a:custGeom>
              <a:avLst/>
              <a:gdLst/>
              <a:ahLst/>
              <a:cxnLst/>
              <a:rect l="l" t="t" r="r" b="b"/>
              <a:pathLst>
                <a:path w="4598" h="4903" extrusionOk="0">
                  <a:moveTo>
                    <a:pt x="4597" y="1"/>
                  </a:moveTo>
                  <a:lnTo>
                    <a:pt x="1" y="4591"/>
                  </a:lnTo>
                  <a:lnTo>
                    <a:pt x="1" y="4902"/>
                  </a:lnTo>
                  <a:lnTo>
                    <a:pt x="4597" y="306"/>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0" name="Google Shape;12680;p28"/>
            <p:cNvSpPr/>
            <p:nvPr/>
          </p:nvSpPr>
          <p:spPr>
            <a:xfrm>
              <a:off x="-136402" y="2485508"/>
              <a:ext cx="347597" cy="370503"/>
            </a:xfrm>
            <a:custGeom>
              <a:avLst/>
              <a:gdLst/>
              <a:ahLst/>
              <a:cxnLst/>
              <a:rect l="l" t="t" r="r" b="b"/>
              <a:pathLst>
                <a:path w="4598" h="4901" extrusionOk="0">
                  <a:moveTo>
                    <a:pt x="4597" y="0"/>
                  </a:moveTo>
                  <a:lnTo>
                    <a:pt x="1" y="4589"/>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1" name="Google Shape;12681;p28"/>
            <p:cNvSpPr/>
            <p:nvPr/>
          </p:nvSpPr>
          <p:spPr>
            <a:xfrm>
              <a:off x="-136402" y="2120760"/>
              <a:ext cx="347597" cy="370579"/>
            </a:xfrm>
            <a:custGeom>
              <a:avLst/>
              <a:gdLst/>
              <a:ahLst/>
              <a:cxnLst/>
              <a:rect l="l" t="t" r="r" b="b"/>
              <a:pathLst>
                <a:path w="4598" h="4902" extrusionOk="0">
                  <a:moveTo>
                    <a:pt x="4597" y="0"/>
                  </a:moveTo>
                  <a:lnTo>
                    <a:pt x="1" y="4590"/>
                  </a:lnTo>
                  <a:lnTo>
                    <a:pt x="1" y="4902"/>
                  </a:lnTo>
                  <a:lnTo>
                    <a:pt x="4597" y="305"/>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2" name="Google Shape;12682;p28"/>
            <p:cNvSpPr/>
            <p:nvPr/>
          </p:nvSpPr>
          <p:spPr>
            <a:xfrm>
              <a:off x="-136402" y="1756088"/>
              <a:ext cx="347597" cy="370503"/>
            </a:xfrm>
            <a:custGeom>
              <a:avLst/>
              <a:gdLst/>
              <a:ahLst/>
              <a:cxnLst/>
              <a:rect l="l" t="t" r="r" b="b"/>
              <a:pathLst>
                <a:path w="4598" h="4901" extrusionOk="0">
                  <a:moveTo>
                    <a:pt x="4597" y="0"/>
                  </a:moveTo>
                  <a:lnTo>
                    <a:pt x="1" y="4590"/>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3" name="Google Shape;12683;p28"/>
            <p:cNvSpPr/>
            <p:nvPr/>
          </p:nvSpPr>
          <p:spPr>
            <a:xfrm>
              <a:off x="-136402" y="1391417"/>
              <a:ext cx="347597" cy="370503"/>
            </a:xfrm>
            <a:custGeom>
              <a:avLst/>
              <a:gdLst/>
              <a:ahLst/>
              <a:cxnLst/>
              <a:rect l="l" t="t" r="r" b="b"/>
              <a:pathLst>
                <a:path w="4598" h="4901" extrusionOk="0">
                  <a:moveTo>
                    <a:pt x="4597" y="1"/>
                  </a:moveTo>
                  <a:lnTo>
                    <a:pt x="1" y="4597"/>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4" name="Google Shape;12684;p28"/>
            <p:cNvSpPr/>
            <p:nvPr/>
          </p:nvSpPr>
          <p:spPr>
            <a:xfrm>
              <a:off x="-136402" y="1026669"/>
              <a:ext cx="347597" cy="370655"/>
            </a:xfrm>
            <a:custGeom>
              <a:avLst/>
              <a:gdLst/>
              <a:ahLst/>
              <a:cxnLst/>
              <a:rect l="l" t="t" r="r" b="b"/>
              <a:pathLst>
                <a:path w="4598" h="4903" extrusionOk="0">
                  <a:moveTo>
                    <a:pt x="4597" y="0"/>
                  </a:moveTo>
                  <a:lnTo>
                    <a:pt x="1" y="4597"/>
                  </a:lnTo>
                  <a:lnTo>
                    <a:pt x="1" y="4902"/>
                  </a:lnTo>
                  <a:lnTo>
                    <a:pt x="4597" y="306"/>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5" name="Google Shape;12685;p28"/>
            <p:cNvSpPr/>
            <p:nvPr/>
          </p:nvSpPr>
          <p:spPr>
            <a:xfrm>
              <a:off x="-136402" y="661998"/>
              <a:ext cx="347597" cy="370503"/>
            </a:xfrm>
            <a:custGeom>
              <a:avLst/>
              <a:gdLst/>
              <a:ahLst/>
              <a:cxnLst/>
              <a:rect l="l" t="t" r="r" b="b"/>
              <a:pathLst>
                <a:path w="4598" h="4901" extrusionOk="0">
                  <a:moveTo>
                    <a:pt x="4597" y="1"/>
                  </a:moveTo>
                  <a:lnTo>
                    <a:pt x="1" y="4597"/>
                  </a:lnTo>
                  <a:lnTo>
                    <a:pt x="1" y="4901"/>
                  </a:lnTo>
                  <a:lnTo>
                    <a:pt x="4597" y="313"/>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6" name="Google Shape;12686;p28"/>
            <p:cNvSpPr/>
            <p:nvPr/>
          </p:nvSpPr>
          <p:spPr>
            <a:xfrm>
              <a:off x="-136402" y="297402"/>
              <a:ext cx="347597" cy="370503"/>
            </a:xfrm>
            <a:custGeom>
              <a:avLst/>
              <a:gdLst/>
              <a:ahLst/>
              <a:cxnLst/>
              <a:rect l="l" t="t" r="r" b="b"/>
              <a:pathLst>
                <a:path w="4598" h="4901" extrusionOk="0">
                  <a:moveTo>
                    <a:pt x="4597" y="0"/>
                  </a:moveTo>
                  <a:lnTo>
                    <a:pt x="1" y="4596"/>
                  </a:lnTo>
                  <a:lnTo>
                    <a:pt x="1" y="4900"/>
                  </a:lnTo>
                  <a:lnTo>
                    <a:pt x="4597" y="310"/>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7" name="Google Shape;12687;p28"/>
            <p:cNvSpPr/>
            <p:nvPr/>
          </p:nvSpPr>
          <p:spPr>
            <a:xfrm>
              <a:off x="-136402" y="-67421"/>
              <a:ext cx="347597" cy="370655"/>
            </a:xfrm>
            <a:custGeom>
              <a:avLst/>
              <a:gdLst/>
              <a:ahLst/>
              <a:cxnLst/>
              <a:rect l="l" t="t" r="r" b="b"/>
              <a:pathLst>
                <a:path w="4598" h="4903" extrusionOk="0">
                  <a:moveTo>
                    <a:pt x="4597" y="1"/>
                  </a:moveTo>
                  <a:lnTo>
                    <a:pt x="1" y="4597"/>
                  </a:lnTo>
                  <a:lnTo>
                    <a:pt x="1" y="4902"/>
                  </a:lnTo>
                  <a:lnTo>
                    <a:pt x="4597" y="313"/>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8" name="Google Shape;12688;p28"/>
            <p:cNvSpPr/>
            <p:nvPr/>
          </p:nvSpPr>
          <p:spPr>
            <a:xfrm>
              <a:off x="-136402" y="-175976"/>
              <a:ext cx="114606" cy="114379"/>
            </a:xfrm>
            <a:custGeom>
              <a:avLst/>
              <a:gdLst/>
              <a:ahLst/>
              <a:cxnLst/>
              <a:rect l="l" t="t" r="r" b="b"/>
              <a:pathLst>
                <a:path w="1516" h="1513" extrusionOk="0">
                  <a:moveTo>
                    <a:pt x="1212" y="0"/>
                  </a:moveTo>
                  <a:lnTo>
                    <a:pt x="1" y="1209"/>
                  </a:lnTo>
                  <a:lnTo>
                    <a:pt x="1" y="1513"/>
                  </a:lnTo>
                  <a:lnTo>
                    <a:pt x="15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9" name="Google Shape;12689;p28"/>
            <p:cNvSpPr/>
            <p:nvPr/>
          </p:nvSpPr>
          <p:spPr>
            <a:xfrm>
              <a:off x="167725" y="4126077"/>
              <a:ext cx="43469" cy="43393"/>
            </a:xfrm>
            <a:custGeom>
              <a:avLst/>
              <a:gdLst/>
              <a:ahLst/>
              <a:cxnLst/>
              <a:rect l="l" t="t" r="r" b="b"/>
              <a:pathLst>
                <a:path w="575" h="574" extrusionOk="0">
                  <a:moveTo>
                    <a:pt x="574" y="0"/>
                  </a:moveTo>
                  <a:lnTo>
                    <a:pt x="0" y="574"/>
                  </a:lnTo>
                  <a:lnTo>
                    <a:pt x="312" y="574"/>
                  </a:lnTo>
                  <a:lnTo>
                    <a:pt x="574" y="312"/>
                  </a:lnTo>
                  <a:lnTo>
                    <a:pt x="57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0" name="Google Shape;12690;p28"/>
            <p:cNvSpPr/>
            <p:nvPr/>
          </p:nvSpPr>
          <p:spPr>
            <a:xfrm>
              <a:off x="-136402" y="3396658"/>
              <a:ext cx="347597" cy="371108"/>
            </a:xfrm>
            <a:custGeom>
              <a:avLst/>
              <a:gdLst/>
              <a:ahLst/>
              <a:cxnLst/>
              <a:rect l="l" t="t" r="r" b="b"/>
              <a:pathLst>
                <a:path w="4598" h="4909" extrusionOk="0">
                  <a:moveTo>
                    <a:pt x="4597" y="0"/>
                  </a:moveTo>
                  <a:lnTo>
                    <a:pt x="1" y="4596"/>
                  </a:lnTo>
                  <a:lnTo>
                    <a:pt x="1" y="4908"/>
                  </a:lnTo>
                  <a:lnTo>
                    <a:pt x="4597" y="312"/>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1" name="Google Shape;12691;p28"/>
            <p:cNvSpPr/>
            <p:nvPr/>
          </p:nvSpPr>
          <p:spPr>
            <a:xfrm>
              <a:off x="-136402" y="2667843"/>
              <a:ext cx="347597" cy="370503"/>
            </a:xfrm>
            <a:custGeom>
              <a:avLst/>
              <a:gdLst/>
              <a:ahLst/>
              <a:cxnLst/>
              <a:rect l="l" t="t" r="r" b="b"/>
              <a:pathLst>
                <a:path w="4598" h="4901" extrusionOk="0">
                  <a:moveTo>
                    <a:pt x="4597" y="0"/>
                  </a:moveTo>
                  <a:lnTo>
                    <a:pt x="1" y="4590"/>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2" name="Google Shape;12692;p28"/>
            <p:cNvSpPr/>
            <p:nvPr/>
          </p:nvSpPr>
          <p:spPr>
            <a:xfrm>
              <a:off x="-136402" y="1938424"/>
              <a:ext cx="347597" cy="370503"/>
            </a:xfrm>
            <a:custGeom>
              <a:avLst/>
              <a:gdLst/>
              <a:ahLst/>
              <a:cxnLst/>
              <a:rect l="l" t="t" r="r" b="b"/>
              <a:pathLst>
                <a:path w="4598" h="4901" extrusionOk="0">
                  <a:moveTo>
                    <a:pt x="4597" y="0"/>
                  </a:moveTo>
                  <a:lnTo>
                    <a:pt x="1" y="4590"/>
                  </a:lnTo>
                  <a:lnTo>
                    <a:pt x="1" y="4900"/>
                  </a:lnTo>
                  <a:lnTo>
                    <a:pt x="4597" y="305"/>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3" name="Google Shape;12693;p28"/>
            <p:cNvSpPr/>
            <p:nvPr/>
          </p:nvSpPr>
          <p:spPr>
            <a:xfrm>
              <a:off x="-136402" y="1209081"/>
              <a:ext cx="347597" cy="370503"/>
            </a:xfrm>
            <a:custGeom>
              <a:avLst/>
              <a:gdLst/>
              <a:ahLst/>
              <a:cxnLst/>
              <a:rect l="l" t="t" r="r" b="b"/>
              <a:pathLst>
                <a:path w="4598" h="4901" extrusionOk="0">
                  <a:moveTo>
                    <a:pt x="4597" y="1"/>
                  </a:moveTo>
                  <a:lnTo>
                    <a:pt x="1" y="4596"/>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4" name="Google Shape;12694;p28"/>
            <p:cNvSpPr/>
            <p:nvPr/>
          </p:nvSpPr>
          <p:spPr>
            <a:xfrm>
              <a:off x="-136402" y="479662"/>
              <a:ext cx="347597" cy="370503"/>
            </a:xfrm>
            <a:custGeom>
              <a:avLst/>
              <a:gdLst/>
              <a:ahLst/>
              <a:cxnLst/>
              <a:rect l="l" t="t" r="r" b="b"/>
              <a:pathLst>
                <a:path w="4598" h="4901" extrusionOk="0">
                  <a:moveTo>
                    <a:pt x="4597" y="1"/>
                  </a:moveTo>
                  <a:lnTo>
                    <a:pt x="1" y="4597"/>
                  </a:lnTo>
                  <a:lnTo>
                    <a:pt x="1" y="4901"/>
                  </a:lnTo>
                  <a:lnTo>
                    <a:pt x="4597" y="311"/>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5" name="Google Shape;12695;p28"/>
            <p:cNvSpPr/>
            <p:nvPr/>
          </p:nvSpPr>
          <p:spPr>
            <a:xfrm>
              <a:off x="-136402" y="3761405"/>
              <a:ext cx="347597" cy="370957"/>
            </a:xfrm>
            <a:custGeom>
              <a:avLst/>
              <a:gdLst/>
              <a:ahLst/>
              <a:cxnLst/>
              <a:rect l="l" t="t" r="r" b="b"/>
              <a:pathLst>
                <a:path w="4598" h="4907" extrusionOk="0">
                  <a:moveTo>
                    <a:pt x="4597" y="0"/>
                  </a:moveTo>
                  <a:lnTo>
                    <a:pt x="1" y="4597"/>
                  </a:lnTo>
                  <a:lnTo>
                    <a:pt x="1" y="4907"/>
                  </a:lnTo>
                  <a:lnTo>
                    <a:pt x="4597" y="311"/>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6" name="Google Shape;12696;p28"/>
            <p:cNvSpPr/>
            <p:nvPr/>
          </p:nvSpPr>
          <p:spPr>
            <a:xfrm>
              <a:off x="-136402" y="3032440"/>
              <a:ext cx="347597" cy="370503"/>
            </a:xfrm>
            <a:custGeom>
              <a:avLst/>
              <a:gdLst/>
              <a:ahLst/>
              <a:cxnLst/>
              <a:rect l="l" t="t" r="r" b="b"/>
              <a:pathLst>
                <a:path w="4598" h="4901" extrusionOk="0">
                  <a:moveTo>
                    <a:pt x="4597" y="1"/>
                  </a:moveTo>
                  <a:lnTo>
                    <a:pt x="1" y="4591"/>
                  </a:lnTo>
                  <a:lnTo>
                    <a:pt x="1" y="4901"/>
                  </a:lnTo>
                  <a:lnTo>
                    <a:pt x="4597" y="306"/>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7" name="Google Shape;12697;p28"/>
            <p:cNvSpPr/>
            <p:nvPr/>
          </p:nvSpPr>
          <p:spPr>
            <a:xfrm>
              <a:off x="-136402" y="2303172"/>
              <a:ext cx="347597" cy="370503"/>
            </a:xfrm>
            <a:custGeom>
              <a:avLst/>
              <a:gdLst/>
              <a:ahLst/>
              <a:cxnLst/>
              <a:rect l="l" t="t" r="r" b="b"/>
              <a:pathLst>
                <a:path w="4598" h="4901" extrusionOk="0">
                  <a:moveTo>
                    <a:pt x="4597" y="1"/>
                  </a:moveTo>
                  <a:lnTo>
                    <a:pt x="1" y="4589"/>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8" name="Google Shape;12698;p28"/>
            <p:cNvSpPr/>
            <p:nvPr/>
          </p:nvSpPr>
          <p:spPr>
            <a:xfrm>
              <a:off x="-136402" y="1573753"/>
              <a:ext cx="347597" cy="370503"/>
            </a:xfrm>
            <a:custGeom>
              <a:avLst/>
              <a:gdLst/>
              <a:ahLst/>
              <a:cxnLst/>
              <a:rect l="l" t="t" r="r" b="b"/>
              <a:pathLst>
                <a:path w="4598" h="4901" extrusionOk="0">
                  <a:moveTo>
                    <a:pt x="4597" y="1"/>
                  </a:moveTo>
                  <a:lnTo>
                    <a:pt x="1" y="4597"/>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9" name="Google Shape;12699;p28"/>
            <p:cNvSpPr/>
            <p:nvPr/>
          </p:nvSpPr>
          <p:spPr>
            <a:xfrm>
              <a:off x="-136402" y="844334"/>
              <a:ext cx="347597" cy="370503"/>
            </a:xfrm>
            <a:custGeom>
              <a:avLst/>
              <a:gdLst/>
              <a:ahLst/>
              <a:cxnLst/>
              <a:rect l="l" t="t" r="r" b="b"/>
              <a:pathLst>
                <a:path w="4598" h="4901" extrusionOk="0">
                  <a:moveTo>
                    <a:pt x="4597" y="1"/>
                  </a:moveTo>
                  <a:lnTo>
                    <a:pt x="1" y="4597"/>
                  </a:lnTo>
                  <a:lnTo>
                    <a:pt x="1" y="4901"/>
                  </a:lnTo>
                  <a:lnTo>
                    <a:pt x="4597" y="312"/>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0" name="Google Shape;12700;p28"/>
            <p:cNvSpPr/>
            <p:nvPr/>
          </p:nvSpPr>
          <p:spPr>
            <a:xfrm>
              <a:off x="-136402" y="115066"/>
              <a:ext cx="347597" cy="370503"/>
            </a:xfrm>
            <a:custGeom>
              <a:avLst/>
              <a:gdLst/>
              <a:ahLst/>
              <a:cxnLst/>
              <a:rect l="l" t="t" r="r" b="b"/>
              <a:pathLst>
                <a:path w="4598" h="4901" extrusionOk="0">
                  <a:moveTo>
                    <a:pt x="4597" y="0"/>
                  </a:moveTo>
                  <a:lnTo>
                    <a:pt x="1" y="4595"/>
                  </a:lnTo>
                  <a:lnTo>
                    <a:pt x="1" y="4900"/>
                  </a:lnTo>
                  <a:lnTo>
                    <a:pt x="4597" y="310"/>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1" name="Google Shape;12701;p28"/>
            <p:cNvSpPr/>
            <p:nvPr/>
          </p:nvSpPr>
          <p:spPr>
            <a:xfrm>
              <a:off x="-136402" y="-175976"/>
              <a:ext cx="296947" cy="296720"/>
            </a:xfrm>
            <a:custGeom>
              <a:avLst/>
              <a:gdLst/>
              <a:ahLst/>
              <a:cxnLst/>
              <a:rect l="l" t="t" r="r" b="b"/>
              <a:pathLst>
                <a:path w="3928" h="3925" extrusionOk="0">
                  <a:moveTo>
                    <a:pt x="3624" y="0"/>
                  </a:moveTo>
                  <a:lnTo>
                    <a:pt x="1" y="3621"/>
                  </a:lnTo>
                  <a:lnTo>
                    <a:pt x="1" y="3925"/>
                  </a:lnTo>
                  <a:lnTo>
                    <a:pt x="39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702" name="Google Shape;12702;p28"/>
          <p:cNvSpPr/>
          <p:nvPr/>
        </p:nvSpPr>
        <p:spPr>
          <a:xfrm>
            <a:off x="8889968" y="-99800"/>
            <a:ext cx="347700" cy="43455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3" name="Google Shape;12703;p28"/>
          <p:cNvSpPr/>
          <p:nvPr/>
        </p:nvSpPr>
        <p:spPr>
          <a:xfrm>
            <a:off x="-151900" y="-120000"/>
            <a:ext cx="991295" cy="1042216"/>
          </a:xfrm>
          <a:custGeom>
            <a:avLst/>
            <a:gdLst/>
            <a:ahLst/>
            <a:cxnLst/>
            <a:rect l="l" t="t" r="r" b="b"/>
            <a:pathLst>
              <a:path w="16581" h="17432" extrusionOk="0">
                <a:moveTo>
                  <a:pt x="8431" y="4679"/>
                </a:moveTo>
                <a:cubicBezTo>
                  <a:pt x="9068" y="4707"/>
                  <a:pt x="9697" y="4879"/>
                  <a:pt x="10256" y="5191"/>
                </a:cubicBezTo>
                <a:cubicBezTo>
                  <a:pt x="10264" y="5191"/>
                  <a:pt x="10264" y="5198"/>
                  <a:pt x="10271" y="5198"/>
                </a:cubicBezTo>
                <a:cubicBezTo>
                  <a:pt x="10298" y="5211"/>
                  <a:pt x="10319" y="5226"/>
                  <a:pt x="10339" y="5239"/>
                </a:cubicBezTo>
                <a:cubicBezTo>
                  <a:pt x="10367" y="5253"/>
                  <a:pt x="10389" y="5267"/>
                  <a:pt x="10415" y="5281"/>
                </a:cubicBezTo>
                <a:cubicBezTo>
                  <a:pt x="10415" y="5287"/>
                  <a:pt x="10422" y="5287"/>
                  <a:pt x="10430" y="5294"/>
                </a:cubicBezTo>
                <a:cubicBezTo>
                  <a:pt x="10969" y="5632"/>
                  <a:pt x="11426" y="6097"/>
                  <a:pt x="11757" y="6643"/>
                </a:cubicBezTo>
                <a:cubicBezTo>
                  <a:pt x="11757" y="6649"/>
                  <a:pt x="11764" y="6656"/>
                  <a:pt x="11764" y="6663"/>
                </a:cubicBezTo>
                <a:cubicBezTo>
                  <a:pt x="11777" y="6684"/>
                  <a:pt x="11790" y="6704"/>
                  <a:pt x="11805" y="6732"/>
                </a:cubicBezTo>
                <a:cubicBezTo>
                  <a:pt x="11819" y="6752"/>
                  <a:pt x="11832" y="6780"/>
                  <a:pt x="11847" y="6802"/>
                </a:cubicBezTo>
                <a:cubicBezTo>
                  <a:pt x="11847" y="6808"/>
                  <a:pt x="11854" y="6815"/>
                  <a:pt x="11854" y="6822"/>
                </a:cubicBezTo>
                <a:cubicBezTo>
                  <a:pt x="12150" y="7382"/>
                  <a:pt x="12316" y="8018"/>
                  <a:pt x="12330" y="8653"/>
                </a:cubicBezTo>
                <a:lnTo>
                  <a:pt x="12330" y="8675"/>
                </a:lnTo>
                <a:cubicBezTo>
                  <a:pt x="12330" y="8701"/>
                  <a:pt x="12330" y="8723"/>
                  <a:pt x="12323" y="8751"/>
                </a:cubicBezTo>
                <a:lnTo>
                  <a:pt x="12323" y="8834"/>
                </a:lnTo>
                <a:lnTo>
                  <a:pt x="12323" y="8854"/>
                </a:lnTo>
                <a:cubicBezTo>
                  <a:pt x="12303" y="9497"/>
                  <a:pt x="12131" y="10119"/>
                  <a:pt x="11819" y="10678"/>
                </a:cubicBezTo>
                <a:cubicBezTo>
                  <a:pt x="11812" y="10685"/>
                  <a:pt x="11812" y="10692"/>
                  <a:pt x="11805" y="10700"/>
                </a:cubicBezTo>
                <a:cubicBezTo>
                  <a:pt x="11799" y="10720"/>
                  <a:pt x="11784" y="10741"/>
                  <a:pt x="11771" y="10761"/>
                </a:cubicBezTo>
                <a:cubicBezTo>
                  <a:pt x="11757" y="10790"/>
                  <a:pt x="11742" y="10809"/>
                  <a:pt x="11722" y="10838"/>
                </a:cubicBezTo>
                <a:cubicBezTo>
                  <a:pt x="11722" y="10844"/>
                  <a:pt x="11716" y="10851"/>
                  <a:pt x="11716" y="10851"/>
                </a:cubicBezTo>
                <a:cubicBezTo>
                  <a:pt x="11376" y="11397"/>
                  <a:pt x="10913" y="11853"/>
                  <a:pt x="10361" y="12178"/>
                </a:cubicBezTo>
                <a:cubicBezTo>
                  <a:pt x="10361" y="12185"/>
                  <a:pt x="10354" y="12185"/>
                  <a:pt x="10347" y="12193"/>
                </a:cubicBezTo>
                <a:cubicBezTo>
                  <a:pt x="10319" y="12206"/>
                  <a:pt x="10298" y="12219"/>
                  <a:pt x="10271" y="12234"/>
                </a:cubicBezTo>
                <a:cubicBezTo>
                  <a:pt x="10249" y="12248"/>
                  <a:pt x="10230" y="12261"/>
                  <a:pt x="10201" y="12267"/>
                </a:cubicBezTo>
                <a:cubicBezTo>
                  <a:pt x="10201" y="12276"/>
                  <a:pt x="10195" y="12276"/>
                  <a:pt x="10188" y="12282"/>
                </a:cubicBezTo>
                <a:cubicBezTo>
                  <a:pt x="9621" y="12579"/>
                  <a:pt x="8992" y="12739"/>
                  <a:pt x="8357" y="12752"/>
                </a:cubicBezTo>
                <a:lnTo>
                  <a:pt x="8150" y="12752"/>
                </a:lnTo>
                <a:cubicBezTo>
                  <a:pt x="7513" y="12724"/>
                  <a:pt x="6884" y="12551"/>
                  <a:pt x="6325" y="12241"/>
                </a:cubicBezTo>
                <a:cubicBezTo>
                  <a:pt x="6325" y="12241"/>
                  <a:pt x="6317" y="12234"/>
                  <a:pt x="6310" y="12234"/>
                </a:cubicBezTo>
                <a:cubicBezTo>
                  <a:pt x="6283" y="12219"/>
                  <a:pt x="6262" y="12206"/>
                  <a:pt x="6234" y="12193"/>
                </a:cubicBezTo>
                <a:cubicBezTo>
                  <a:pt x="6214" y="12178"/>
                  <a:pt x="6192" y="12165"/>
                  <a:pt x="6172" y="12151"/>
                </a:cubicBezTo>
                <a:cubicBezTo>
                  <a:pt x="6166" y="12143"/>
                  <a:pt x="6159" y="12143"/>
                  <a:pt x="6151" y="12136"/>
                </a:cubicBezTo>
                <a:cubicBezTo>
                  <a:pt x="5612" y="11798"/>
                  <a:pt x="5155" y="11335"/>
                  <a:pt x="4824" y="10790"/>
                </a:cubicBezTo>
                <a:cubicBezTo>
                  <a:pt x="4824" y="10783"/>
                  <a:pt x="4817" y="10775"/>
                  <a:pt x="4817" y="10768"/>
                </a:cubicBezTo>
                <a:cubicBezTo>
                  <a:pt x="4804" y="10748"/>
                  <a:pt x="4791" y="10720"/>
                  <a:pt x="4776" y="10700"/>
                </a:cubicBezTo>
                <a:cubicBezTo>
                  <a:pt x="4762" y="10672"/>
                  <a:pt x="4749" y="10650"/>
                  <a:pt x="4734" y="10630"/>
                </a:cubicBezTo>
                <a:cubicBezTo>
                  <a:pt x="4734" y="10624"/>
                  <a:pt x="4727" y="10617"/>
                  <a:pt x="4727" y="10609"/>
                </a:cubicBezTo>
                <a:cubicBezTo>
                  <a:pt x="4431" y="10050"/>
                  <a:pt x="4265" y="9421"/>
                  <a:pt x="4258" y="8777"/>
                </a:cubicBezTo>
                <a:lnTo>
                  <a:pt x="4258" y="8758"/>
                </a:lnTo>
                <a:lnTo>
                  <a:pt x="4258" y="8675"/>
                </a:lnTo>
                <a:lnTo>
                  <a:pt x="4258" y="8598"/>
                </a:lnTo>
                <a:lnTo>
                  <a:pt x="4258" y="8577"/>
                </a:lnTo>
                <a:cubicBezTo>
                  <a:pt x="4278" y="7935"/>
                  <a:pt x="4450" y="7313"/>
                  <a:pt x="4762" y="6752"/>
                </a:cubicBezTo>
                <a:cubicBezTo>
                  <a:pt x="4769" y="6745"/>
                  <a:pt x="4769" y="6739"/>
                  <a:pt x="4776" y="6732"/>
                </a:cubicBezTo>
                <a:cubicBezTo>
                  <a:pt x="4791" y="6711"/>
                  <a:pt x="4804" y="6684"/>
                  <a:pt x="4817" y="6663"/>
                </a:cubicBezTo>
                <a:cubicBezTo>
                  <a:pt x="4832" y="6636"/>
                  <a:pt x="4845" y="6614"/>
                  <a:pt x="4859" y="6594"/>
                </a:cubicBezTo>
                <a:cubicBezTo>
                  <a:pt x="4859" y="6586"/>
                  <a:pt x="4865" y="6586"/>
                  <a:pt x="4865" y="6580"/>
                </a:cubicBezTo>
                <a:cubicBezTo>
                  <a:pt x="5205" y="6034"/>
                  <a:pt x="5675" y="5578"/>
                  <a:pt x="6220" y="5253"/>
                </a:cubicBezTo>
                <a:cubicBezTo>
                  <a:pt x="6227" y="5246"/>
                  <a:pt x="6227" y="5246"/>
                  <a:pt x="6234" y="5239"/>
                </a:cubicBezTo>
                <a:cubicBezTo>
                  <a:pt x="6255" y="5226"/>
                  <a:pt x="6283" y="5218"/>
                  <a:pt x="6303" y="5204"/>
                </a:cubicBezTo>
                <a:cubicBezTo>
                  <a:pt x="6332" y="5191"/>
                  <a:pt x="6351" y="5176"/>
                  <a:pt x="6380" y="5163"/>
                </a:cubicBezTo>
                <a:cubicBezTo>
                  <a:pt x="6386" y="5156"/>
                  <a:pt x="6386" y="5156"/>
                  <a:pt x="6393" y="5150"/>
                </a:cubicBezTo>
                <a:cubicBezTo>
                  <a:pt x="6960" y="4853"/>
                  <a:pt x="7589" y="4694"/>
                  <a:pt x="8232" y="4679"/>
                </a:cubicBezTo>
                <a:close/>
                <a:moveTo>
                  <a:pt x="6932" y="1"/>
                </a:moveTo>
                <a:lnTo>
                  <a:pt x="6317" y="2544"/>
                </a:lnTo>
                <a:cubicBezTo>
                  <a:pt x="6096" y="2613"/>
                  <a:pt x="5889" y="2688"/>
                  <a:pt x="5681" y="2779"/>
                </a:cubicBezTo>
                <a:cubicBezTo>
                  <a:pt x="5537" y="2841"/>
                  <a:pt x="5398" y="2910"/>
                  <a:pt x="5253" y="2987"/>
                </a:cubicBezTo>
                <a:cubicBezTo>
                  <a:pt x="5247" y="2993"/>
                  <a:pt x="5238" y="3000"/>
                  <a:pt x="5225" y="3000"/>
                </a:cubicBezTo>
                <a:cubicBezTo>
                  <a:pt x="5218" y="3007"/>
                  <a:pt x="5218" y="3007"/>
                  <a:pt x="5212" y="3013"/>
                </a:cubicBezTo>
                <a:cubicBezTo>
                  <a:pt x="5170" y="3035"/>
                  <a:pt x="5136" y="3048"/>
                  <a:pt x="5101" y="3070"/>
                </a:cubicBezTo>
                <a:cubicBezTo>
                  <a:pt x="5101" y="3076"/>
                  <a:pt x="5094" y="3076"/>
                  <a:pt x="5087" y="3076"/>
                </a:cubicBezTo>
                <a:cubicBezTo>
                  <a:pt x="5059" y="3096"/>
                  <a:pt x="5031" y="3111"/>
                  <a:pt x="4998" y="3131"/>
                </a:cubicBezTo>
                <a:cubicBezTo>
                  <a:pt x="4990" y="3131"/>
                  <a:pt x="4990" y="3138"/>
                  <a:pt x="4983" y="3144"/>
                </a:cubicBezTo>
                <a:cubicBezTo>
                  <a:pt x="4928" y="3172"/>
                  <a:pt x="4873" y="3207"/>
                  <a:pt x="4817" y="3242"/>
                </a:cubicBezTo>
                <a:cubicBezTo>
                  <a:pt x="4776" y="3269"/>
                  <a:pt x="4734" y="3297"/>
                  <a:pt x="4686" y="3325"/>
                </a:cubicBezTo>
                <a:cubicBezTo>
                  <a:pt x="4459" y="3476"/>
                  <a:pt x="4236" y="3650"/>
                  <a:pt x="4023" y="3836"/>
                </a:cubicBezTo>
                <a:lnTo>
                  <a:pt x="1528" y="3048"/>
                </a:lnTo>
                <a:lnTo>
                  <a:pt x="63" y="5536"/>
                </a:lnTo>
                <a:lnTo>
                  <a:pt x="1956" y="7341"/>
                </a:lnTo>
                <a:cubicBezTo>
                  <a:pt x="1921" y="7507"/>
                  <a:pt x="1888" y="7673"/>
                  <a:pt x="1866" y="7830"/>
                </a:cubicBezTo>
                <a:cubicBezTo>
                  <a:pt x="1859" y="7893"/>
                  <a:pt x="1853" y="7948"/>
                  <a:pt x="1846" y="8011"/>
                </a:cubicBezTo>
                <a:cubicBezTo>
                  <a:pt x="1831" y="8107"/>
                  <a:pt x="1825" y="8212"/>
                  <a:pt x="1818" y="8315"/>
                </a:cubicBezTo>
                <a:lnTo>
                  <a:pt x="1818" y="8328"/>
                </a:lnTo>
                <a:cubicBezTo>
                  <a:pt x="1818" y="8391"/>
                  <a:pt x="1811" y="8452"/>
                  <a:pt x="1811" y="8509"/>
                </a:cubicBezTo>
                <a:lnTo>
                  <a:pt x="1811" y="8535"/>
                </a:lnTo>
                <a:lnTo>
                  <a:pt x="1811" y="8633"/>
                </a:lnTo>
                <a:lnTo>
                  <a:pt x="1811" y="8653"/>
                </a:lnTo>
                <a:lnTo>
                  <a:pt x="1811" y="8771"/>
                </a:lnTo>
                <a:lnTo>
                  <a:pt x="1811" y="8799"/>
                </a:lnTo>
                <a:cubicBezTo>
                  <a:pt x="1811" y="9185"/>
                  <a:pt x="1853" y="9580"/>
                  <a:pt x="1929" y="9967"/>
                </a:cubicBezTo>
                <a:lnTo>
                  <a:pt x="0" y="11743"/>
                </a:lnTo>
                <a:lnTo>
                  <a:pt x="1423" y="14251"/>
                </a:lnTo>
                <a:lnTo>
                  <a:pt x="3933" y="13512"/>
                </a:lnTo>
                <a:cubicBezTo>
                  <a:pt x="4140" y="13706"/>
                  <a:pt x="4354" y="13878"/>
                  <a:pt x="4583" y="14037"/>
                </a:cubicBezTo>
                <a:cubicBezTo>
                  <a:pt x="4673" y="14092"/>
                  <a:pt x="4756" y="14155"/>
                  <a:pt x="4845" y="14210"/>
                </a:cubicBezTo>
                <a:cubicBezTo>
                  <a:pt x="4852" y="14217"/>
                  <a:pt x="4865" y="14217"/>
                  <a:pt x="4873" y="14225"/>
                </a:cubicBezTo>
                <a:cubicBezTo>
                  <a:pt x="4880" y="14231"/>
                  <a:pt x="4887" y="14231"/>
                  <a:pt x="4893" y="14238"/>
                </a:cubicBezTo>
                <a:cubicBezTo>
                  <a:pt x="4928" y="14258"/>
                  <a:pt x="4963" y="14280"/>
                  <a:pt x="4998" y="14299"/>
                </a:cubicBezTo>
                <a:cubicBezTo>
                  <a:pt x="5031" y="14321"/>
                  <a:pt x="5066" y="14341"/>
                  <a:pt x="5101" y="14362"/>
                </a:cubicBezTo>
                <a:cubicBezTo>
                  <a:pt x="5107" y="14362"/>
                  <a:pt x="5114" y="14369"/>
                  <a:pt x="5122" y="14369"/>
                </a:cubicBezTo>
                <a:cubicBezTo>
                  <a:pt x="5129" y="14376"/>
                  <a:pt x="5136" y="14382"/>
                  <a:pt x="5149" y="14382"/>
                </a:cubicBezTo>
                <a:cubicBezTo>
                  <a:pt x="5280" y="14459"/>
                  <a:pt x="5426" y="14535"/>
                  <a:pt x="5563" y="14598"/>
                </a:cubicBezTo>
                <a:cubicBezTo>
                  <a:pt x="5771" y="14694"/>
                  <a:pt x="5978" y="14777"/>
                  <a:pt x="6192" y="14853"/>
                </a:cubicBezTo>
                <a:lnTo>
                  <a:pt x="6766" y="17403"/>
                </a:lnTo>
                <a:lnTo>
                  <a:pt x="9649" y="17431"/>
                </a:lnTo>
                <a:lnTo>
                  <a:pt x="10271" y="14888"/>
                </a:lnTo>
                <a:cubicBezTo>
                  <a:pt x="10485" y="14819"/>
                  <a:pt x="10692" y="14742"/>
                  <a:pt x="10900" y="14653"/>
                </a:cubicBezTo>
                <a:cubicBezTo>
                  <a:pt x="11044" y="14590"/>
                  <a:pt x="11190" y="14522"/>
                  <a:pt x="11328" y="14445"/>
                </a:cubicBezTo>
                <a:cubicBezTo>
                  <a:pt x="11334" y="14439"/>
                  <a:pt x="11343" y="14439"/>
                  <a:pt x="11356" y="14432"/>
                </a:cubicBezTo>
                <a:cubicBezTo>
                  <a:pt x="11363" y="14424"/>
                  <a:pt x="11369" y="14424"/>
                  <a:pt x="11369" y="14417"/>
                </a:cubicBezTo>
                <a:cubicBezTo>
                  <a:pt x="11411" y="14404"/>
                  <a:pt x="11445" y="14382"/>
                  <a:pt x="11480" y="14362"/>
                </a:cubicBezTo>
                <a:cubicBezTo>
                  <a:pt x="11480" y="14356"/>
                  <a:pt x="11487" y="14356"/>
                  <a:pt x="11494" y="14356"/>
                </a:cubicBezTo>
                <a:cubicBezTo>
                  <a:pt x="11522" y="14334"/>
                  <a:pt x="11550" y="14321"/>
                  <a:pt x="11583" y="14299"/>
                </a:cubicBezTo>
                <a:cubicBezTo>
                  <a:pt x="11591" y="14299"/>
                  <a:pt x="11598" y="14293"/>
                  <a:pt x="11605" y="14293"/>
                </a:cubicBezTo>
                <a:cubicBezTo>
                  <a:pt x="11936" y="14092"/>
                  <a:pt x="12262" y="13858"/>
                  <a:pt x="12558" y="13603"/>
                </a:cubicBezTo>
                <a:lnTo>
                  <a:pt x="15053" y="14382"/>
                </a:lnTo>
                <a:lnTo>
                  <a:pt x="16518" y="11903"/>
                </a:lnTo>
                <a:lnTo>
                  <a:pt x="14625" y="10091"/>
                </a:lnTo>
                <a:cubicBezTo>
                  <a:pt x="14652" y="9973"/>
                  <a:pt x="14673" y="9856"/>
                  <a:pt x="14693" y="9738"/>
                </a:cubicBezTo>
                <a:cubicBezTo>
                  <a:pt x="14708" y="9628"/>
                  <a:pt x="14722" y="9524"/>
                  <a:pt x="14735" y="9421"/>
                </a:cubicBezTo>
                <a:cubicBezTo>
                  <a:pt x="14743" y="9373"/>
                  <a:pt x="14750" y="9317"/>
                  <a:pt x="14750" y="9268"/>
                </a:cubicBezTo>
                <a:cubicBezTo>
                  <a:pt x="14763" y="9166"/>
                  <a:pt x="14763" y="9054"/>
                  <a:pt x="14770" y="8950"/>
                </a:cubicBezTo>
                <a:lnTo>
                  <a:pt x="14770" y="8923"/>
                </a:lnTo>
                <a:lnTo>
                  <a:pt x="14770" y="8895"/>
                </a:lnTo>
                <a:cubicBezTo>
                  <a:pt x="14770" y="8860"/>
                  <a:pt x="14776" y="8819"/>
                  <a:pt x="14776" y="8777"/>
                </a:cubicBezTo>
                <a:lnTo>
                  <a:pt x="14776" y="8660"/>
                </a:lnTo>
                <a:lnTo>
                  <a:pt x="14776" y="8633"/>
                </a:lnTo>
                <a:cubicBezTo>
                  <a:pt x="14770" y="8245"/>
                  <a:pt x="14728" y="7852"/>
                  <a:pt x="14652" y="7465"/>
                </a:cubicBezTo>
                <a:lnTo>
                  <a:pt x="16581" y="5695"/>
                </a:lnTo>
                <a:lnTo>
                  <a:pt x="15164" y="3179"/>
                </a:lnTo>
                <a:lnTo>
                  <a:pt x="12648" y="3919"/>
                </a:lnTo>
                <a:cubicBezTo>
                  <a:pt x="12558" y="3836"/>
                  <a:pt x="12469" y="3753"/>
                  <a:pt x="12379" y="3677"/>
                </a:cubicBezTo>
                <a:cubicBezTo>
                  <a:pt x="12296" y="3615"/>
                  <a:pt x="12213" y="3552"/>
                  <a:pt x="12122" y="3491"/>
                </a:cubicBezTo>
                <a:cubicBezTo>
                  <a:pt x="12081" y="3456"/>
                  <a:pt x="12039" y="3428"/>
                  <a:pt x="11998" y="3393"/>
                </a:cubicBezTo>
                <a:cubicBezTo>
                  <a:pt x="11908" y="3338"/>
                  <a:pt x="11825" y="3277"/>
                  <a:pt x="11736" y="3221"/>
                </a:cubicBezTo>
                <a:cubicBezTo>
                  <a:pt x="11729" y="3214"/>
                  <a:pt x="11716" y="3214"/>
                  <a:pt x="11708" y="3207"/>
                </a:cubicBezTo>
                <a:cubicBezTo>
                  <a:pt x="11701" y="3201"/>
                  <a:pt x="11694" y="3201"/>
                  <a:pt x="11688" y="3194"/>
                </a:cubicBezTo>
                <a:cubicBezTo>
                  <a:pt x="11653" y="3172"/>
                  <a:pt x="11618" y="3153"/>
                  <a:pt x="11583" y="3131"/>
                </a:cubicBezTo>
                <a:cubicBezTo>
                  <a:pt x="11550" y="3111"/>
                  <a:pt x="11515" y="3090"/>
                  <a:pt x="11480" y="3076"/>
                </a:cubicBezTo>
                <a:cubicBezTo>
                  <a:pt x="11474" y="3070"/>
                  <a:pt x="11467" y="3070"/>
                  <a:pt x="11467" y="3061"/>
                </a:cubicBezTo>
                <a:cubicBezTo>
                  <a:pt x="11452" y="3055"/>
                  <a:pt x="11445" y="3048"/>
                  <a:pt x="11439" y="3048"/>
                </a:cubicBezTo>
                <a:cubicBezTo>
                  <a:pt x="11301" y="2972"/>
                  <a:pt x="11155" y="2895"/>
                  <a:pt x="11018" y="2834"/>
                </a:cubicBezTo>
                <a:cubicBezTo>
                  <a:pt x="10810" y="2738"/>
                  <a:pt x="10603" y="2655"/>
                  <a:pt x="10389" y="2579"/>
                </a:cubicBezTo>
                <a:lnTo>
                  <a:pt x="9815" y="27"/>
                </a:lnTo>
                <a:lnTo>
                  <a:pt x="693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42400791"/>
      </p:ext>
    </p:extLst>
  </p:cSld>
  <p:clrMapOvr>
    <a:masterClrMapping/>
  </p:clrMapOvr>
  <p:hf sldNum="0" hdr="0" ftr="0" dt="0"/>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Title only 1">
  <p:cSld name="Title only 1">
    <p:spTree>
      <p:nvGrpSpPr>
        <p:cNvPr id="1" name="Shape 12704"/>
        <p:cNvGrpSpPr/>
        <p:nvPr/>
      </p:nvGrpSpPr>
      <p:grpSpPr>
        <a:xfrm>
          <a:off x="0" y="0"/>
          <a:ext cx="0" cy="0"/>
          <a:chOff x="0" y="0"/>
          <a:chExt cx="0" cy="0"/>
        </a:xfrm>
      </p:grpSpPr>
      <p:sp>
        <p:nvSpPr>
          <p:cNvPr id="12705" name="Google Shape;12705;p29"/>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lnSpc>
                <a:spcPct val="115000"/>
              </a:lnSpc>
              <a:spcBef>
                <a:spcPts val="0"/>
              </a:spcBef>
              <a:spcAft>
                <a:spcPts val="0"/>
              </a:spcAft>
              <a:buSzPts val="3500"/>
              <a:buNone/>
              <a:defRPr/>
            </a:lvl1pPr>
            <a:lvl2pPr lvl="1" rtl="0">
              <a:lnSpc>
                <a:spcPct val="115000"/>
              </a:lnSpc>
              <a:spcBef>
                <a:spcPts val="0"/>
              </a:spcBef>
              <a:spcAft>
                <a:spcPts val="0"/>
              </a:spcAft>
              <a:buSzPts val="3500"/>
              <a:buNone/>
              <a:defRPr/>
            </a:lvl2pPr>
            <a:lvl3pPr lvl="2" rtl="0">
              <a:lnSpc>
                <a:spcPct val="115000"/>
              </a:lnSpc>
              <a:spcBef>
                <a:spcPts val="0"/>
              </a:spcBef>
              <a:spcAft>
                <a:spcPts val="0"/>
              </a:spcAft>
              <a:buSzPts val="3500"/>
              <a:buNone/>
              <a:defRPr/>
            </a:lvl3pPr>
            <a:lvl4pPr lvl="3" rtl="0">
              <a:lnSpc>
                <a:spcPct val="115000"/>
              </a:lnSpc>
              <a:spcBef>
                <a:spcPts val="0"/>
              </a:spcBef>
              <a:spcAft>
                <a:spcPts val="0"/>
              </a:spcAft>
              <a:buSzPts val="3500"/>
              <a:buNone/>
              <a:defRPr/>
            </a:lvl4pPr>
            <a:lvl5pPr lvl="4" rtl="0">
              <a:lnSpc>
                <a:spcPct val="115000"/>
              </a:lnSpc>
              <a:spcBef>
                <a:spcPts val="0"/>
              </a:spcBef>
              <a:spcAft>
                <a:spcPts val="0"/>
              </a:spcAft>
              <a:buSzPts val="3500"/>
              <a:buNone/>
              <a:defRPr/>
            </a:lvl5pPr>
            <a:lvl6pPr lvl="5" rtl="0">
              <a:lnSpc>
                <a:spcPct val="115000"/>
              </a:lnSpc>
              <a:spcBef>
                <a:spcPts val="0"/>
              </a:spcBef>
              <a:spcAft>
                <a:spcPts val="0"/>
              </a:spcAft>
              <a:buSzPts val="3500"/>
              <a:buNone/>
              <a:defRPr/>
            </a:lvl6pPr>
            <a:lvl7pPr lvl="6" rtl="0">
              <a:lnSpc>
                <a:spcPct val="115000"/>
              </a:lnSpc>
              <a:spcBef>
                <a:spcPts val="0"/>
              </a:spcBef>
              <a:spcAft>
                <a:spcPts val="0"/>
              </a:spcAft>
              <a:buSzPts val="3500"/>
              <a:buNone/>
              <a:defRPr/>
            </a:lvl7pPr>
            <a:lvl8pPr lvl="7" rtl="0">
              <a:lnSpc>
                <a:spcPct val="115000"/>
              </a:lnSpc>
              <a:spcBef>
                <a:spcPts val="0"/>
              </a:spcBef>
              <a:spcAft>
                <a:spcPts val="0"/>
              </a:spcAft>
              <a:buSzPts val="3500"/>
              <a:buNone/>
              <a:defRPr/>
            </a:lvl8pPr>
            <a:lvl9pPr lvl="8" rtl="0">
              <a:lnSpc>
                <a:spcPct val="115000"/>
              </a:lnSpc>
              <a:spcBef>
                <a:spcPts val="0"/>
              </a:spcBef>
              <a:spcAft>
                <a:spcPts val="0"/>
              </a:spcAft>
              <a:buSzPts val="3500"/>
              <a:buNone/>
              <a:defRPr/>
            </a:lvl9pPr>
          </a:lstStyle>
          <a:p>
            <a:r>
              <a:rPr lang="en-US"/>
              <a:t>Click to edit Master title style</a:t>
            </a:r>
            <a:endParaRPr/>
          </a:p>
        </p:txBody>
      </p:sp>
      <p:grpSp>
        <p:nvGrpSpPr>
          <p:cNvPr id="12706" name="Google Shape;12706;p29"/>
          <p:cNvGrpSpPr/>
          <p:nvPr/>
        </p:nvGrpSpPr>
        <p:grpSpPr>
          <a:xfrm rot="-5400000">
            <a:off x="6144894" y="2894790"/>
            <a:ext cx="347597" cy="4345456"/>
            <a:chOff x="-136402" y="-175976"/>
            <a:chExt cx="347597" cy="4345456"/>
          </a:xfrm>
        </p:grpSpPr>
        <p:sp>
          <p:nvSpPr>
            <p:cNvPr id="12707" name="Google Shape;12707;p29"/>
            <p:cNvSpPr/>
            <p:nvPr/>
          </p:nvSpPr>
          <p:spPr>
            <a:xfrm>
              <a:off x="-136402" y="-175976"/>
              <a:ext cx="273965" cy="273814"/>
            </a:xfrm>
            <a:custGeom>
              <a:avLst/>
              <a:gdLst/>
              <a:ahLst/>
              <a:cxnLst/>
              <a:rect l="l" t="t" r="r" b="b"/>
              <a:pathLst>
                <a:path w="3624" h="3622" extrusionOk="0">
                  <a:moveTo>
                    <a:pt x="1515" y="0"/>
                  </a:moveTo>
                  <a:lnTo>
                    <a:pt x="1" y="1513"/>
                  </a:lnTo>
                  <a:lnTo>
                    <a:pt x="1" y="3621"/>
                  </a:lnTo>
                  <a:lnTo>
                    <a:pt x="36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8" name="Google Shape;12708;p29"/>
            <p:cNvSpPr/>
            <p:nvPr/>
          </p:nvSpPr>
          <p:spPr>
            <a:xfrm>
              <a:off x="-136402" y="1778994"/>
              <a:ext cx="347597" cy="506503"/>
            </a:xfrm>
            <a:custGeom>
              <a:avLst/>
              <a:gdLst/>
              <a:ahLst/>
              <a:cxnLst/>
              <a:rect l="l" t="t" r="r" b="b"/>
              <a:pathLst>
                <a:path w="4598" h="6700" extrusionOk="0">
                  <a:moveTo>
                    <a:pt x="4597" y="1"/>
                  </a:moveTo>
                  <a:lnTo>
                    <a:pt x="1" y="4597"/>
                  </a:lnTo>
                  <a:lnTo>
                    <a:pt x="1" y="6699"/>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9" name="Google Shape;12709;p29"/>
            <p:cNvSpPr/>
            <p:nvPr/>
          </p:nvSpPr>
          <p:spPr>
            <a:xfrm>
              <a:off x="-136402" y="2326153"/>
              <a:ext cx="347597" cy="506276"/>
            </a:xfrm>
            <a:custGeom>
              <a:avLst/>
              <a:gdLst/>
              <a:ahLst/>
              <a:cxnLst/>
              <a:rect l="l" t="t" r="r" b="b"/>
              <a:pathLst>
                <a:path w="4598" h="6697" extrusionOk="0">
                  <a:moveTo>
                    <a:pt x="4597" y="0"/>
                  </a:moveTo>
                  <a:lnTo>
                    <a:pt x="1" y="4597"/>
                  </a:lnTo>
                  <a:lnTo>
                    <a:pt x="1" y="6697"/>
                  </a:lnTo>
                  <a:lnTo>
                    <a:pt x="4597" y="2108"/>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0" name="Google Shape;12710;p29"/>
            <p:cNvSpPr/>
            <p:nvPr/>
          </p:nvSpPr>
          <p:spPr>
            <a:xfrm>
              <a:off x="-136402" y="-175976"/>
              <a:ext cx="91624" cy="91473"/>
            </a:xfrm>
            <a:custGeom>
              <a:avLst/>
              <a:gdLst/>
              <a:ahLst/>
              <a:cxnLst/>
              <a:rect l="l" t="t" r="r" b="b"/>
              <a:pathLst>
                <a:path w="1212" h="1210" extrusionOk="0">
                  <a:moveTo>
                    <a:pt x="1" y="0"/>
                  </a:moveTo>
                  <a:lnTo>
                    <a:pt x="1" y="1209"/>
                  </a:lnTo>
                  <a:lnTo>
                    <a:pt x="12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1" name="Google Shape;12711;p29"/>
            <p:cNvSpPr/>
            <p:nvPr/>
          </p:nvSpPr>
          <p:spPr>
            <a:xfrm>
              <a:off x="-136402" y="3602504"/>
              <a:ext cx="347597" cy="506428"/>
            </a:xfrm>
            <a:custGeom>
              <a:avLst/>
              <a:gdLst/>
              <a:ahLst/>
              <a:cxnLst/>
              <a:rect l="l" t="t" r="r" b="b"/>
              <a:pathLst>
                <a:path w="4598" h="6699" extrusionOk="0">
                  <a:moveTo>
                    <a:pt x="4597" y="1"/>
                  </a:moveTo>
                  <a:lnTo>
                    <a:pt x="1" y="4597"/>
                  </a:lnTo>
                  <a:lnTo>
                    <a:pt x="1" y="6699"/>
                  </a:lnTo>
                  <a:lnTo>
                    <a:pt x="4597" y="2102"/>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2" name="Google Shape;12712;p29"/>
            <p:cNvSpPr/>
            <p:nvPr/>
          </p:nvSpPr>
          <p:spPr>
            <a:xfrm>
              <a:off x="-136402" y="3420168"/>
              <a:ext cx="347597" cy="506352"/>
            </a:xfrm>
            <a:custGeom>
              <a:avLst/>
              <a:gdLst/>
              <a:ahLst/>
              <a:cxnLst/>
              <a:rect l="l" t="t" r="r" b="b"/>
              <a:pathLst>
                <a:path w="4598" h="6698" extrusionOk="0">
                  <a:moveTo>
                    <a:pt x="4597" y="1"/>
                  </a:moveTo>
                  <a:lnTo>
                    <a:pt x="1" y="4597"/>
                  </a:lnTo>
                  <a:lnTo>
                    <a:pt x="1" y="6697"/>
                  </a:lnTo>
                  <a:lnTo>
                    <a:pt x="4597" y="2103"/>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3" name="Google Shape;12713;p29"/>
            <p:cNvSpPr/>
            <p:nvPr/>
          </p:nvSpPr>
          <p:spPr>
            <a:xfrm>
              <a:off x="-136402" y="3237908"/>
              <a:ext cx="347597" cy="506276"/>
            </a:xfrm>
            <a:custGeom>
              <a:avLst/>
              <a:gdLst/>
              <a:ahLst/>
              <a:cxnLst/>
              <a:rect l="l" t="t" r="r" b="b"/>
              <a:pathLst>
                <a:path w="4598" h="6697" extrusionOk="0">
                  <a:moveTo>
                    <a:pt x="4597" y="0"/>
                  </a:moveTo>
                  <a:lnTo>
                    <a:pt x="1" y="4596"/>
                  </a:lnTo>
                  <a:lnTo>
                    <a:pt x="1" y="6696"/>
                  </a:lnTo>
                  <a:lnTo>
                    <a:pt x="4597" y="2100"/>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4" name="Google Shape;12714;p29"/>
            <p:cNvSpPr/>
            <p:nvPr/>
          </p:nvSpPr>
          <p:spPr>
            <a:xfrm>
              <a:off x="-136402" y="3055572"/>
              <a:ext cx="347597" cy="506276"/>
            </a:xfrm>
            <a:custGeom>
              <a:avLst/>
              <a:gdLst/>
              <a:ahLst/>
              <a:cxnLst/>
              <a:rect l="l" t="t" r="r" b="b"/>
              <a:pathLst>
                <a:path w="4598" h="6697" extrusionOk="0">
                  <a:moveTo>
                    <a:pt x="4597" y="0"/>
                  </a:moveTo>
                  <a:lnTo>
                    <a:pt x="1" y="4595"/>
                  </a:lnTo>
                  <a:lnTo>
                    <a:pt x="1" y="6697"/>
                  </a:lnTo>
                  <a:lnTo>
                    <a:pt x="4597" y="2107"/>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5" name="Google Shape;12715;p29"/>
            <p:cNvSpPr/>
            <p:nvPr/>
          </p:nvSpPr>
          <p:spPr>
            <a:xfrm>
              <a:off x="-136402" y="-175976"/>
              <a:ext cx="347597" cy="456155"/>
            </a:xfrm>
            <a:custGeom>
              <a:avLst/>
              <a:gdLst/>
              <a:ahLst/>
              <a:cxnLst/>
              <a:rect l="l" t="t" r="r" b="b"/>
              <a:pathLst>
                <a:path w="4598" h="6034" extrusionOk="0">
                  <a:moveTo>
                    <a:pt x="3927" y="0"/>
                  </a:moveTo>
                  <a:lnTo>
                    <a:pt x="1" y="3925"/>
                  </a:lnTo>
                  <a:lnTo>
                    <a:pt x="1" y="6033"/>
                  </a:lnTo>
                  <a:lnTo>
                    <a:pt x="4597" y="1437"/>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6" name="Google Shape;12716;p29"/>
            <p:cNvSpPr/>
            <p:nvPr/>
          </p:nvSpPr>
          <p:spPr>
            <a:xfrm>
              <a:off x="-136402" y="2690749"/>
              <a:ext cx="347597" cy="506428"/>
            </a:xfrm>
            <a:custGeom>
              <a:avLst/>
              <a:gdLst/>
              <a:ahLst/>
              <a:cxnLst/>
              <a:rect l="l" t="t" r="r" b="b"/>
              <a:pathLst>
                <a:path w="4598" h="6699" extrusionOk="0">
                  <a:moveTo>
                    <a:pt x="4597" y="1"/>
                  </a:moveTo>
                  <a:lnTo>
                    <a:pt x="1" y="4597"/>
                  </a:lnTo>
                  <a:lnTo>
                    <a:pt x="1" y="6699"/>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7" name="Google Shape;12717;p29"/>
            <p:cNvSpPr/>
            <p:nvPr/>
          </p:nvSpPr>
          <p:spPr>
            <a:xfrm>
              <a:off x="-136402" y="1232062"/>
              <a:ext cx="347597" cy="506957"/>
            </a:xfrm>
            <a:custGeom>
              <a:avLst/>
              <a:gdLst/>
              <a:ahLst/>
              <a:cxnLst/>
              <a:rect l="l" t="t" r="r" b="b"/>
              <a:pathLst>
                <a:path w="4598" h="6706" extrusionOk="0">
                  <a:moveTo>
                    <a:pt x="4597" y="0"/>
                  </a:moveTo>
                  <a:lnTo>
                    <a:pt x="1" y="4597"/>
                  </a:lnTo>
                  <a:lnTo>
                    <a:pt x="1" y="6705"/>
                  </a:lnTo>
                  <a:lnTo>
                    <a:pt x="4597" y="2109"/>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8" name="Google Shape;12718;p29"/>
            <p:cNvSpPr/>
            <p:nvPr/>
          </p:nvSpPr>
          <p:spPr>
            <a:xfrm>
              <a:off x="-136402" y="2508489"/>
              <a:ext cx="347597" cy="506428"/>
            </a:xfrm>
            <a:custGeom>
              <a:avLst/>
              <a:gdLst/>
              <a:ahLst/>
              <a:cxnLst/>
              <a:rect l="l" t="t" r="r" b="b"/>
              <a:pathLst>
                <a:path w="4598" h="6699" extrusionOk="0">
                  <a:moveTo>
                    <a:pt x="4597" y="0"/>
                  </a:moveTo>
                  <a:lnTo>
                    <a:pt x="1" y="4596"/>
                  </a:lnTo>
                  <a:lnTo>
                    <a:pt x="1" y="6698"/>
                  </a:lnTo>
                  <a:lnTo>
                    <a:pt x="4597" y="2108"/>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9" name="Google Shape;12719;p29"/>
            <p:cNvSpPr/>
            <p:nvPr/>
          </p:nvSpPr>
          <p:spPr>
            <a:xfrm>
              <a:off x="-136402" y="1049726"/>
              <a:ext cx="347597" cy="506806"/>
            </a:xfrm>
            <a:custGeom>
              <a:avLst/>
              <a:gdLst/>
              <a:ahLst/>
              <a:cxnLst/>
              <a:rect l="l" t="t" r="r" b="b"/>
              <a:pathLst>
                <a:path w="4598" h="6704" extrusionOk="0">
                  <a:moveTo>
                    <a:pt x="4597" y="1"/>
                  </a:moveTo>
                  <a:lnTo>
                    <a:pt x="1" y="4597"/>
                  </a:lnTo>
                  <a:lnTo>
                    <a:pt x="1" y="6704"/>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0" name="Google Shape;12720;p29"/>
            <p:cNvSpPr/>
            <p:nvPr/>
          </p:nvSpPr>
          <p:spPr>
            <a:xfrm>
              <a:off x="-136402" y="503172"/>
              <a:ext cx="347597" cy="506428"/>
            </a:xfrm>
            <a:custGeom>
              <a:avLst/>
              <a:gdLst/>
              <a:ahLst/>
              <a:cxnLst/>
              <a:rect l="l" t="t" r="r" b="b"/>
              <a:pathLst>
                <a:path w="4598" h="6699" extrusionOk="0">
                  <a:moveTo>
                    <a:pt x="4597" y="0"/>
                  </a:moveTo>
                  <a:lnTo>
                    <a:pt x="1" y="4590"/>
                  </a:lnTo>
                  <a:lnTo>
                    <a:pt x="1" y="6698"/>
                  </a:lnTo>
                  <a:lnTo>
                    <a:pt x="4597" y="2102"/>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1" name="Google Shape;12721;p29"/>
            <p:cNvSpPr/>
            <p:nvPr/>
          </p:nvSpPr>
          <p:spPr>
            <a:xfrm>
              <a:off x="-136402" y="2143817"/>
              <a:ext cx="347597" cy="506276"/>
            </a:xfrm>
            <a:custGeom>
              <a:avLst/>
              <a:gdLst/>
              <a:ahLst/>
              <a:cxnLst/>
              <a:rect l="l" t="t" r="r" b="b"/>
              <a:pathLst>
                <a:path w="4598" h="6697" extrusionOk="0">
                  <a:moveTo>
                    <a:pt x="4597" y="0"/>
                  </a:moveTo>
                  <a:lnTo>
                    <a:pt x="1" y="4597"/>
                  </a:lnTo>
                  <a:lnTo>
                    <a:pt x="1" y="6697"/>
                  </a:lnTo>
                  <a:lnTo>
                    <a:pt x="4597" y="2109"/>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2" name="Google Shape;12722;p29"/>
            <p:cNvSpPr/>
            <p:nvPr/>
          </p:nvSpPr>
          <p:spPr>
            <a:xfrm>
              <a:off x="-136402" y="1596734"/>
              <a:ext cx="347597" cy="506428"/>
            </a:xfrm>
            <a:custGeom>
              <a:avLst/>
              <a:gdLst/>
              <a:ahLst/>
              <a:cxnLst/>
              <a:rect l="l" t="t" r="r" b="b"/>
              <a:pathLst>
                <a:path w="4598" h="6699" extrusionOk="0">
                  <a:moveTo>
                    <a:pt x="4597" y="0"/>
                  </a:moveTo>
                  <a:lnTo>
                    <a:pt x="1" y="4597"/>
                  </a:lnTo>
                  <a:lnTo>
                    <a:pt x="1" y="6698"/>
                  </a:lnTo>
                  <a:lnTo>
                    <a:pt x="4597" y="2108"/>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3" name="Google Shape;12723;p29"/>
            <p:cNvSpPr/>
            <p:nvPr/>
          </p:nvSpPr>
          <p:spPr>
            <a:xfrm>
              <a:off x="-136402" y="320836"/>
              <a:ext cx="347597" cy="506428"/>
            </a:xfrm>
            <a:custGeom>
              <a:avLst/>
              <a:gdLst/>
              <a:ahLst/>
              <a:cxnLst/>
              <a:rect l="l" t="t" r="r" b="b"/>
              <a:pathLst>
                <a:path w="4598" h="6699" extrusionOk="0">
                  <a:moveTo>
                    <a:pt x="4597" y="0"/>
                  </a:moveTo>
                  <a:lnTo>
                    <a:pt x="1" y="4590"/>
                  </a:lnTo>
                  <a:lnTo>
                    <a:pt x="1" y="6698"/>
                  </a:lnTo>
                  <a:lnTo>
                    <a:pt x="4597" y="2102"/>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4" name="Google Shape;12724;p29"/>
            <p:cNvSpPr/>
            <p:nvPr/>
          </p:nvSpPr>
          <p:spPr>
            <a:xfrm>
              <a:off x="-136402" y="3784840"/>
              <a:ext cx="347597" cy="384640"/>
            </a:xfrm>
            <a:custGeom>
              <a:avLst/>
              <a:gdLst/>
              <a:ahLst/>
              <a:cxnLst/>
              <a:rect l="l" t="t" r="r" b="b"/>
              <a:pathLst>
                <a:path w="4598" h="5088" extrusionOk="0">
                  <a:moveTo>
                    <a:pt x="4597" y="1"/>
                  </a:moveTo>
                  <a:lnTo>
                    <a:pt x="1" y="4597"/>
                  </a:lnTo>
                  <a:lnTo>
                    <a:pt x="1" y="5088"/>
                  </a:lnTo>
                  <a:lnTo>
                    <a:pt x="1611" y="5088"/>
                  </a:lnTo>
                  <a:lnTo>
                    <a:pt x="4597" y="2102"/>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5" name="Google Shape;12725;p29"/>
            <p:cNvSpPr/>
            <p:nvPr/>
          </p:nvSpPr>
          <p:spPr>
            <a:xfrm>
              <a:off x="-136402" y="1414398"/>
              <a:ext cx="347597" cy="506957"/>
            </a:xfrm>
            <a:custGeom>
              <a:avLst/>
              <a:gdLst/>
              <a:ahLst/>
              <a:cxnLst/>
              <a:rect l="l" t="t" r="r" b="b"/>
              <a:pathLst>
                <a:path w="4598" h="6706" extrusionOk="0">
                  <a:moveTo>
                    <a:pt x="4597" y="0"/>
                  </a:moveTo>
                  <a:lnTo>
                    <a:pt x="1" y="4597"/>
                  </a:lnTo>
                  <a:lnTo>
                    <a:pt x="1" y="6705"/>
                  </a:lnTo>
                  <a:lnTo>
                    <a:pt x="4597" y="2109"/>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6" name="Google Shape;12726;p29"/>
            <p:cNvSpPr/>
            <p:nvPr/>
          </p:nvSpPr>
          <p:spPr>
            <a:xfrm>
              <a:off x="-136402" y="685583"/>
              <a:ext cx="347597" cy="506276"/>
            </a:xfrm>
            <a:custGeom>
              <a:avLst/>
              <a:gdLst/>
              <a:ahLst/>
              <a:cxnLst/>
              <a:rect l="l" t="t" r="r" b="b"/>
              <a:pathLst>
                <a:path w="4598" h="6697" extrusionOk="0">
                  <a:moveTo>
                    <a:pt x="4597" y="1"/>
                  </a:moveTo>
                  <a:lnTo>
                    <a:pt x="1" y="4589"/>
                  </a:lnTo>
                  <a:lnTo>
                    <a:pt x="1" y="6697"/>
                  </a:lnTo>
                  <a:lnTo>
                    <a:pt x="4597" y="2101"/>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7" name="Google Shape;12727;p29"/>
            <p:cNvSpPr/>
            <p:nvPr/>
          </p:nvSpPr>
          <p:spPr>
            <a:xfrm>
              <a:off x="-136402" y="2873085"/>
              <a:ext cx="347597" cy="506428"/>
            </a:xfrm>
            <a:custGeom>
              <a:avLst/>
              <a:gdLst/>
              <a:ahLst/>
              <a:cxnLst/>
              <a:rect l="l" t="t" r="r" b="b"/>
              <a:pathLst>
                <a:path w="4598" h="6699" extrusionOk="0">
                  <a:moveTo>
                    <a:pt x="4597" y="1"/>
                  </a:moveTo>
                  <a:lnTo>
                    <a:pt x="1" y="4597"/>
                  </a:lnTo>
                  <a:lnTo>
                    <a:pt x="1" y="6699"/>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8" name="Google Shape;12728;p29"/>
            <p:cNvSpPr/>
            <p:nvPr/>
          </p:nvSpPr>
          <p:spPr>
            <a:xfrm>
              <a:off x="-136402" y="-43836"/>
              <a:ext cx="347597" cy="506276"/>
            </a:xfrm>
            <a:custGeom>
              <a:avLst/>
              <a:gdLst/>
              <a:ahLst/>
              <a:cxnLst/>
              <a:rect l="l" t="t" r="r" b="b"/>
              <a:pathLst>
                <a:path w="4598" h="6697" extrusionOk="0">
                  <a:moveTo>
                    <a:pt x="4597" y="1"/>
                  </a:moveTo>
                  <a:lnTo>
                    <a:pt x="1" y="4590"/>
                  </a:lnTo>
                  <a:lnTo>
                    <a:pt x="1" y="6697"/>
                  </a:lnTo>
                  <a:lnTo>
                    <a:pt x="4597" y="2102"/>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9" name="Google Shape;12729;p29"/>
            <p:cNvSpPr/>
            <p:nvPr/>
          </p:nvSpPr>
          <p:spPr>
            <a:xfrm>
              <a:off x="8971" y="3967175"/>
              <a:ext cx="202223" cy="202299"/>
            </a:xfrm>
            <a:custGeom>
              <a:avLst/>
              <a:gdLst/>
              <a:ahLst/>
              <a:cxnLst/>
              <a:rect l="l" t="t" r="r" b="b"/>
              <a:pathLst>
                <a:path w="2675" h="2676" extrusionOk="0">
                  <a:moveTo>
                    <a:pt x="2674" y="0"/>
                  </a:moveTo>
                  <a:lnTo>
                    <a:pt x="0" y="2676"/>
                  </a:lnTo>
                  <a:lnTo>
                    <a:pt x="2100" y="2676"/>
                  </a:lnTo>
                  <a:lnTo>
                    <a:pt x="2674" y="2102"/>
                  </a:lnTo>
                  <a:lnTo>
                    <a:pt x="267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0" name="Google Shape;12730;p29"/>
            <p:cNvSpPr/>
            <p:nvPr/>
          </p:nvSpPr>
          <p:spPr>
            <a:xfrm>
              <a:off x="-136402" y="1961481"/>
              <a:ext cx="347597" cy="506276"/>
            </a:xfrm>
            <a:custGeom>
              <a:avLst/>
              <a:gdLst/>
              <a:ahLst/>
              <a:cxnLst/>
              <a:rect l="l" t="t" r="r" b="b"/>
              <a:pathLst>
                <a:path w="4598" h="6697" extrusionOk="0">
                  <a:moveTo>
                    <a:pt x="4597" y="0"/>
                  </a:moveTo>
                  <a:lnTo>
                    <a:pt x="1" y="4595"/>
                  </a:lnTo>
                  <a:lnTo>
                    <a:pt x="1" y="6697"/>
                  </a:lnTo>
                  <a:lnTo>
                    <a:pt x="4597" y="2107"/>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1" name="Google Shape;12731;p29"/>
            <p:cNvSpPr/>
            <p:nvPr/>
          </p:nvSpPr>
          <p:spPr>
            <a:xfrm>
              <a:off x="-136402" y="867919"/>
              <a:ext cx="347597" cy="506276"/>
            </a:xfrm>
            <a:custGeom>
              <a:avLst/>
              <a:gdLst/>
              <a:ahLst/>
              <a:cxnLst/>
              <a:rect l="l" t="t" r="r" b="b"/>
              <a:pathLst>
                <a:path w="4598" h="6697" extrusionOk="0">
                  <a:moveTo>
                    <a:pt x="4597" y="0"/>
                  </a:moveTo>
                  <a:lnTo>
                    <a:pt x="1" y="4589"/>
                  </a:lnTo>
                  <a:lnTo>
                    <a:pt x="1" y="6697"/>
                  </a:lnTo>
                  <a:lnTo>
                    <a:pt x="4597" y="2100"/>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2" name="Google Shape;12732;p29"/>
            <p:cNvSpPr/>
            <p:nvPr/>
          </p:nvSpPr>
          <p:spPr>
            <a:xfrm>
              <a:off x="-136402" y="138500"/>
              <a:ext cx="347597" cy="506428"/>
            </a:xfrm>
            <a:custGeom>
              <a:avLst/>
              <a:gdLst/>
              <a:ahLst/>
              <a:cxnLst/>
              <a:rect l="l" t="t" r="r" b="b"/>
              <a:pathLst>
                <a:path w="4598" h="6699" extrusionOk="0">
                  <a:moveTo>
                    <a:pt x="4597" y="0"/>
                  </a:moveTo>
                  <a:lnTo>
                    <a:pt x="1" y="4590"/>
                  </a:lnTo>
                  <a:lnTo>
                    <a:pt x="1" y="6698"/>
                  </a:lnTo>
                  <a:lnTo>
                    <a:pt x="4597" y="2102"/>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3" name="Google Shape;12733;p29"/>
            <p:cNvSpPr/>
            <p:nvPr/>
          </p:nvSpPr>
          <p:spPr>
            <a:xfrm>
              <a:off x="191311" y="4149587"/>
              <a:ext cx="19882" cy="19882"/>
            </a:xfrm>
            <a:custGeom>
              <a:avLst/>
              <a:gdLst/>
              <a:ahLst/>
              <a:cxnLst/>
              <a:rect l="l" t="t" r="r" b="b"/>
              <a:pathLst>
                <a:path w="263" h="263" extrusionOk="0">
                  <a:moveTo>
                    <a:pt x="262" y="1"/>
                  </a:moveTo>
                  <a:lnTo>
                    <a:pt x="0" y="263"/>
                  </a:lnTo>
                  <a:lnTo>
                    <a:pt x="262" y="263"/>
                  </a:lnTo>
                  <a:lnTo>
                    <a:pt x="26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34" name="Google Shape;12734;p29"/>
          <p:cNvGrpSpPr/>
          <p:nvPr/>
        </p:nvGrpSpPr>
        <p:grpSpPr>
          <a:xfrm rot="-5400000">
            <a:off x="6144891" y="2894793"/>
            <a:ext cx="347597" cy="4345451"/>
            <a:chOff x="-136402" y="-175976"/>
            <a:chExt cx="347597" cy="4345451"/>
          </a:xfrm>
        </p:grpSpPr>
        <p:sp>
          <p:nvSpPr>
            <p:cNvPr id="12735" name="Google Shape;12735;p29"/>
            <p:cNvSpPr/>
            <p:nvPr/>
          </p:nvSpPr>
          <p:spPr>
            <a:xfrm>
              <a:off x="-136402" y="3579069"/>
              <a:ext cx="347597" cy="371033"/>
            </a:xfrm>
            <a:custGeom>
              <a:avLst/>
              <a:gdLst/>
              <a:ahLst/>
              <a:cxnLst/>
              <a:rect l="l" t="t" r="r" b="b"/>
              <a:pathLst>
                <a:path w="4598" h="4908" extrusionOk="0">
                  <a:moveTo>
                    <a:pt x="4597" y="1"/>
                  </a:moveTo>
                  <a:lnTo>
                    <a:pt x="1" y="4595"/>
                  </a:lnTo>
                  <a:lnTo>
                    <a:pt x="1" y="4907"/>
                  </a:lnTo>
                  <a:lnTo>
                    <a:pt x="4597" y="311"/>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6" name="Google Shape;12736;p29"/>
            <p:cNvSpPr/>
            <p:nvPr/>
          </p:nvSpPr>
          <p:spPr>
            <a:xfrm>
              <a:off x="-136402" y="2850179"/>
              <a:ext cx="347597" cy="370503"/>
            </a:xfrm>
            <a:custGeom>
              <a:avLst/>
              <a:gdLst/>
              <a:ahLst/>
              <a:cxnLst/>
              <a:rect l="l" t="t" r="r" b="b"/>
              <a:pathLst>
                <a:path w="4598" h="4901" extrusionOk="0">
                  <a:moveTo>
                    <a:pt x="4597" y="0"/>
                  </a:moveTo>
                  <a:lnTo>
                    <a:pt x="1" y="4590"/>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7" name="Google Shape;12737;p29"/>
            <p:cNvSpPr/>
            <p:nvPr/>
          </p:nvSpPr>
          <p:spPr>
            <a:xfrm>
              <a:off x="-14615" y="3943741"/>
              <a:ext cx="225810" cy="225734"/>
            </a:xfrm>
            <a:custGeom>
              <a:avLst/>
              <a:gdLst/>
              <a:ahLst/>
              <a:cxnLst/>
              <a:rect l="l" t="t" r="r" b="b"/>
              <a:pathLst>
                <a:path w="2987" h="2986" extrusionOk="0">
                  <a:moveTo>
                    <a:pt x="2986" y="0"/>
                  </a:moveTo>
                  <a:lnTo>
                    <a:pt x="0" y="2986"/>
                  </a:lnTo>
                  <a:lnTo>
                    <a:pt x="312" y="2986"/>
                  </a:lnTo>
                  <a:lnTo>
                    <a:pt x="2986" y="310"/>
                  </a:lnTo>
                  <a:lnTo>
                    <a:pt x="29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8" name="Google Shape;12738;p29"/>
            <p:cNvSpPr/>
            <p:nvPr/>
          </p:nvSpPr>
          <p:spPr>
            <a:xfrm>
              <a:off x="-136402" y="3214775"/>
              <a:ext cx="347597" cy="370655"/>
            </a:xfrm>
            <a:custGeom>
              <a:avLst/>
              <a:gdLst/>
              <a:ahLst/>
              <a:cxnLst/>
              <a:rect l="l" t="t" r="r" b="b"/>
              <a:pathLst>
                <a:path w="4598" h="4903" extrusionOk="0">
                  <a:moveTo>
                    <a:pt x="4597" y="1"/>
                  </a:moveTo>
                  <a:lnTo>
                    <a:pt x="1" y="4591"/>
                  </a:lnTo>
                  <a:lnTo>
                    <a:pt x="1" y="4902"/>
                  </a:lnTo>
                  <a:lnTo>
                    <a:pt x="4597" y="306"/>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9" name="Google Shape;12739;p29"/>
            <p:cNvSpPr/>
            <p:nvPr/>
          </p:nvSpPr>
          <p:spPr>
            <a:xfrm>
              <a:off x="-136402" y="2485508"/>
              <a:ext cx="347597" cy="370503"/>
            </a:xfrm>
            <a:custGeom>
              <a:avLst/>
              <a:gdLst/>
              <a:ahLst/>
              <a:cxnLst/>
              <a:rect l="l" t="t" r="r" b="b"/>
              <a:pathLst>
                <a:path w="4598" h="4901" extrusionOk="0">
                  <a:moveTo>
                    <a:pt x="4597" y="0"/>
                  </a:moveTo>
                  <a:lnTo>
                    <a:pt x="1" y="4589"/>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0" name="Google Shape;12740;p29"/>
            <p:cNvSpPr/>
            <p:nvPr/>
          </p:nvSpPr>
          <p:spPr>
            <a:xfrm>
              <a:off x="-136402" y="2120760"/>
              <a:ext cx="347597" cy="370579"/>
            </a:xfrm>
            <a:custGeom>
              <a:avLst/>
              <a:gdLst/>
              <a:ahLst/>
              <a:cxnLst/>
              <a:rect l="l" t="t" r="r" b="b"/>
              <a:pathLst>
                <a:path w="4598" h="4902" extrusionOk="0">
                  <a:moveTo>
                    <a:pt x="4597" y="0"/>
                  </a:moveTo>
                  <a:lnTo>
                    <a:pt x="1" y="4590"/>
                  </a:lnTo>
                  <a:lnTo>
                    <a:pt x="1" y="4902"/>
                  </a:lnTo>
                  <a:lnTo>
                    <a:pt x="4597" y="305"/>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1" name="Google Shape;12741;p29"/>
            <p:cNvSpPr/>
            <p:nvPr/>
          </p:nvSpPr>
          <p:spPr>
            <a:xfrm>
              <a:off x="-136402" y="1756088"/>
              <a:ext cx="347597" cy="370503"/>
            </a:xfrm>
            <a:custGeom>
              <a:avLst/>
              <a:gdLst/>
              <a:ahLst/>
              <a:cxnLst/>
              <a:rect l="l" t="t" r="r" b="b"/>
              <a:pathLst>
                <a:path w="4598" h="4901" extrusionOk="0">
                  <a:moveTo>
                    <a:pt x="4597" y="0"/>
                  </a:moveTo>
                  <a:lnTo>
                    <a:pt x="1" y="4590"/>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2" name="Google Shape;12742;p29"/>
            <p:cNvSpPr/>
            <p:nvPr/>
          </p:nvSpPr>
          <p:spPr>
            <a:xfrm>
              <a:off x="-136402" y="1391417"/>
              <a:ext cx="347597" cy="370503"/>
            </a:xfrm>
            <a:custGeom>
              <a:avLst/>
              <a:gdLst/>
              <a:ahLst/>
              <a:cxnLst/>
              <a:rect l="l" t="t" r="r" b="b"/>
              <a:pathLst>
                <a:path w="4598" h="4901" extrusionOk="0">
                  <a:moveTo>
                    <a:pt x="4597" y="1"/>
                  </a:moveTo>
                  <a:lnTo>
                    <a:pt x="1" y="4597"/>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3" name="Google Shape;12743;p29"/>
            <p:cNvSpPr/>
            <p:nvPr/>
          </p:nvSpPr>
          <p:spPr>
            <a:xfrm>
              <a:off x="-136402" y="1026669"/>
              <a:ext cx="347597" cy="370655"/>
            </a:xfrm>
            <a:custGeom>
              <a:avLst/>
              <a:gdLst/>
              <a:ahLst/>
              <a:cxnLst/>
              <a:rect l="l" t="t" r="r" b="b"/>
              <a:pathLst>
                <a:path w="4598" h="4903" extrusionOk="0">
                  <a:moveTo>
                    <a:pt x="4597" y="0"/>
                  </a:moveTo>
                  <a:lnTo>
                    <a:pt x="1" y="4597"/>
                  </a:lnTo>
                  <a:lnTo>
                    <a:pt x="1" y="4902"/>
                  </a:lnTo>
                  <a:lnTo>
                    <a:pt x="4597" y="306"/>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4" name="Google Shape;12744;p29"/>
            <p:cNvSpPr/>
            <p:nvPr/>
          </p:nvSpPr>
          <p:spPr>
            <a:xfrm>
              <a:off x="-136402" y="661998"/>
              <a:ext cx="347597" cy="370503"/>
            </a:xfrm>
            <a:custGeom>
              <a:avLst/>
              <a:gdLst/>
              <a:ahLst/>
              <a:cxnLst/>
              <a:rect l="l" t="t" r="r" b="b"/>
              <a:pathLst>
                <a:path w="4598" h="4901" extrusionOk="0">
                  <a:moveTo>
                    <a:pt x="4597" y="1"/>
                  </a:moveTo>
                  <a:lnTo>
                    <a:pt x="1" y="4597"/>
                  </a:lnTo>
                  <a:lnTo>
                    <a:pt x="1" y="4901"/>
                  </a:lnTo>
                  <a:lnTo>
                    <a:pt x="4597" y="313"/>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5" name="Google Shape;12745;p29"/>
            <p:cNvSpPr/>
            <p:nvPr/>
          </p:nvSpPr>
          <p:spPr>
            <a:xfrm>
              <a:off x="-136402" y="297402"/>
              <a:ext cx="347597" cy="370503"/>
            </a:xfrm>
            <a:custGeom>
              <a:avLst/>
              <a:gdLst/>
              <a:ahLst/>
              <a:cxnLst/>
              <a:rect l="l" t="t" r="r" b="b"/>
              <a:pathLst>
                <a:path w="4598" h="4901" extrusionOk="0">
                  <a:moveTo>
                    <a:pt x="4597" y="0"/>
                  </a:moveTo>
                  <a:lnTo>
                    <a:pt x="1" y="4596"/>
                  </a:lnTo>
                  <a:lnTo>
                    <a:pt x="1" y="4900"/>
                  </a:lnTo>
                  <a:lnTo>
                    <a:pt x="4597" y="310"/>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6" name="Google Shape;12746;p29"/>
            <p:cNvSpPr/>
            <p:nvPr/>
          </p:nvSpPr>
          <p:spPr>
            <a:xfrm>
              <a:off x="-136402" y="-67421"/>
              <a:ext cx="347597" cy="370655"/>
            </a:xfrm>
            <a:custGeom>
              <a:avLst/>
              <a:gdLst/>
              <a:ahLst/>
              <a:cxnLst/>
              <a:rect l="l" t="t" r="r" b="b"/>
              <a:pathLst>
                <a:path w="4598" h="4903" extrusionOk="0">
                  <a:moveTo>
                    <a:pt x="4597" y="1"/>
                  </a:moveTo>
                  <a:lnTo>
                    <a:pt x="1" y="4597"/>
                  </a:lnTo>
                  <a:lnTo>
                    <a:pt x="1" y="4902"/>
                  </a:lnTo>
                  <a:lnTo>
                    <a:pt x="4597" y="313"/>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7" name="Google Shape;12747;p29"/>
            <p:cNvSpPr/>
            <p:nvPr/>
          </p:nvSpPr>
          <p:spPr>
            <a:xfrm>
              <a:off x="-136402" y="-175976"/>
              <a:ext cx="114606" cy="114379"/>
            </a:xfrm>
            <a:custGeom>
              <a:avLst/>
              <a:gdLst/>
              <a:ahLst/>
              <a:cxnLst/>
              <a:rect l="l" t="t" r="r" b="b"/>
              <a:pathLst>
                <a:path w="1516" h="1513" extrusionOk="0">
                  <a:moveTo>
                    <a:pt x="1212" y="0"/>
                  </a:moveTo>
                  <a:lnTo>
                    <a:pt x="1" y="1209"/>
                  </a:lnTo>
                  <a:lnTo>
                    <a:pt x="1" y="1513"/>
                  </a:lnTo>
                  <a:lnTo>
                    <a:pt x="15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8" name="Google Shape;12748;p29"/>
            <p:cNvSpPr/>
            <p:nvPr/>
          </p:nvSpPr>
          <p:spPr>
            <a:xfrm>
              <a:off x="167725" y="4126077"/>
              <a:ext cx="43469" cy="43393"/>
            </a:xfrm>
            <a:custGeom>
              <a:avLst/>
              <a:gdLst/>
              <a:ahLst/>
              <a:cxnLst/>
              <a:rect l="l" t="t" r="r" b="b"/>
              <a:pathLst>
                <a:path w="575" h="574" extrusionOk="0">
                  <a:moveTo>
                    <a:pt x="574" y="0"/>
                  </a:moveTo>
                  <a:lnTo>
                    <a:pt x="0" y="574"/>
                  </a:lnTo>
                  <a:lnTo>
                    <a:pt x="312" y="574"/>
                  </a:lnTo>
                  <a:lnTo>
                    <a:pt x="574" y="312"/>
                  </a:lnTo>
                  <a:lnTo>
                    <a:pt x="57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9" name="Google Shape;12749;p29"/>
            <p:cNvSpPr/>
            <p:nvPr/>
          </p:nvSpPr>
          <p:spPr>
            <a:xfrm>
              <a:off x="-136402" y="3396658"/>
              <a:ext cx="347597" cy="371108"/>
            </a:xfrm>
            <a:custGeom>
              <a:avLst/>
              <a:gdLst/>
              <a:ahLst/>
              <a:cxnLst/>
              <a:rect l="l" t="t" r="r" b="b"/>
              <a:pathLst>
                <a:path w="4598" h="4909" extrusionOk="0">
                  <a:moveTo>
                    <a:pt x="4597" y="0"/>
                  </a:moveTo>
                  <a:lnTo>
                    <a:pt x="1" y="4596"/>
                  </a:lnTo>
                  <a:lnTo>
                    <a:pt x="1" y="4908"/>
                  </a:lnTo>
                  <a:lnTo>
                    <a:pt x="4597" y="312"/>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0" name="Google Shape;12750;p29"/>
            <p:cNvSpPr/>
            <p:nvPr/>
          </p:nvSpPr>
          <p:spPr>
            <a:xfrm>
              <a:off x="-136402" y="2667843"/>
              <a:ext cx="347597" cy="370503"/>
            </a:xfrm>
            <a:custGeom>
              <a:avLst/>
              <a:gdLst/>
              <a:ahLst/>
              <a:cxnLst/>
              <a:rect l="l" t="t" r="r" b="b"/>
              <a:pathLst>
                <a:path w="4598" h="4901" extrusionOk="0">
                  <a:moveTo>
                    <a:pt x="4597" y="0"/>
                  </a:moveTo>
                  <a:lnTo>
                    <a:pt x="1" y="4590"/>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1" name="Google Shape;12751;p29"/>
            <p:cNvSpPr/>
            <p:nvPr/>
          </p:nvSpPr>
          <p:spPr>
            <a:xfrm>
              <a:off x="-136402" y="1938424"/>
              <a:ext cx="347597" cy="370503"/>
            </a:xfrm>
            <a:custGeom>
              <a:avLst/>
              <a:gdLst/>
              <a:ahLst/>
              <a:cxnLst/>
              <a:rect l="l" t="t" r="r" b="b"/>
              <a:pathLst>
                <a:path w="4598" h="4901" extrusionOk="0">
                  <a:moveTo>
                    <a:pt x="4597" y="0"/>
                  </a:moveTo>
                  <a:lnTo>
                    <a:pt x="1" y="4590"/>
                  </a:lnTo>
                  <a:lnTo>
                    <a:pt x="1" y="4900"/>
                  </a:lnTo>
                  <a:lnTo>
                    <a:pt x="4597" y="305"/>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2" name="Google Shape;12752;p29"/>
            <p:cNvSpPr/>
            <p:nvPr/>
          </p:nvSpPr>
          <p:spPr>
            <a:xfrm>
              <a:off x="-136402" y="1209081"/>
              <a:ext cx="347597" cy="370503"/>
            </a:xfrm>
            <a:custGeom>
              <a:avLst/>
              <a:gdLst/>
              <a:ahLst/>
              <a:cxnLst/>
              <a:rect l="l" t="t" r="r" b="b"/>
              <a:pathLst>
                <a:path w="4598" h="4901" extrusionOk="0">
                  <a:moveTo>
                    <a:pt x="4597" y="1"/>
                  </a:moveTo>
                  <a:lnTo>
                    <a:pt x="1" y="4596"/>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3" name="Google Shape;12753;p29"/>
            <p:cNvSpPr/>
            <p:nvPr/>
          </p:nvSpPr>
          <p:spPr>
            <a:xfrm>
              <a:off x="-136402" y="479662"/>
              <a:ext cx="347597" cy="370503"/>
            </a:xfrm>
            <a:custGeom>
              <a:avLst/>
              <a:gdLst/>
              <a:ahLst/>
              <a:cxnLst/>
              <a:rect l="l" t="t" r="r" b="b"/>
              <a:pathLst>
                <a:path w="4598" h="4901" extrusionOk="0">
                  <a:moveTo>
                    <a:pt x="4597" y="1"/>
                  </a:moveTo>
                  <a:lnTo>
                    <a:pt x="1" y="4597"/>
                  </a:lnTo>
                  <a:lnTo>
                    <a:pt x="1" y="4901"/>
                  </a:lnTo>
                  <a:lnTo>
                    <a:pt x="4597" y="311"/>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4" name="Google Shape;12754;p29"/>
            <p:cNvSpPr/>
            <p:nvPr/>
          </p:nvSpPr>
          <p:spPr>
            <a:xfrm>
              <a:off x="-136402" y="3761405"/>
              <a:ext cx="347597" cy="370957"/>
            </a:xfrm>
            <a:custGeom>
              <a:avLst/>
              <a:gdLst/>
              <a:ahLst/>
              <a:cxnLst/>
              <a:rect l="l" t="t" r="r" b="b"/>
              <a:pathLst>
                <a:path w="4598" h="4907" extrusionOk="0">
                  <a:moveTo>
                    <a:pt x="4597" y="0"/>
                  </a:moveTo>
                  <a:lnTo>
                    <a:pt x="1" y="4597"/>
                  </a:lnTo>
                  <a:lnTo>
                    <a:pt x="1" y="4907"/>
                  </a:lnTo>
                  <a:lnTo>
                    <a:pt x="4597" y="311"/>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5" name="Google Shape;12755;p29"/>
            <p:cNvSpPr/>
            <p:nvPr/>
          </p:nvSpPr>
          <p:spPr>
            <a:xfrm>
              <a:off x="-136402" y="3032440"/>
              <a:ext cx="347597" cy="370503"/>
            </a:xfrm>
            <a:custGeom>
              <a:avLst/>
              <a:gdLst/>
              <a:ahLst/>
              <a:cxnLst/>
              <a:rect l="l" t="t" r="r" b="b"/>
              <a:pathLst>
                <a:path w="4598" h="4901" extrusionOk="0">
                  <a:moveTo>
                    <a:pt x="4597" y="1"/>
                  </a:moveTo>
                  <a:lnTo>
                    <a:pt x="1" y="4591"/>
                  </a:lnTo>
                  <a:lnTo>
                    <a:pt x="1" y="4901"/>
                  </a:lnTo>
                  <a:lnTo>
                    <a:pt x="4597" y="306"/>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6" name="Google Shape;12756;p29"/>
            <p:cNvSpPr/>
            <p:nvPr/>
          </p:nvSpPr>
          <p:spPr>
            <a:xfrm>
              <a:off x="-136402" y="2303172"/>
              <a:ext cx="347597" cy="370503"/>
            </a:xfrm>
            <a:custGeom>
              <a:avLst/>
              <a:gdLst/>
              <a:ahLst/>
              <a:cxnLst/>
              <a:rect l="l" t="t" r="r" b="b"/>
              <a:pathLst>
                <a:path w="4598" h="4901" extrusionOk="0">
                  <a:moveTo>
                    <a:pt x="4597" y="1"/>
                  </a:moveTo>
                  <a:lnTo>
                    <a:pt x="1" y="4589"/>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7" name="Google Shape;12757;p29"/>
            <p:cNvSpPr/>
            <p:nvPr/>
          </p:nvSpPr>
          <p:spPr>
            <a:xfrm>
              <a:off x="-136402" y="1573753"/>
              <a:ext cx="347597" cy="370503"/>
            </a:xfrm>
            <a:custGeom>
              <a:avLst/>
              <a:gdLst/>
              <a:ahLst/>
              <a:cxnLst/>
              <a:rect l="l" t="t" r="r" b="b"/>
              <a:pathLst>
                <a:path w="4598" h="4901" extrusionOk="0">
                  <a:moveTo>
                    <a:pt x="4597" y="1"/>
                  </a:moveTo>
                  <a:lnTo>
                    <a:pt x="1" y="4597"/>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8" name="Google Shape;12758;p29"/>
            <p:cNvSpPr/>
            <p:nvPr/>
          </p:nvSpPr>
          <p:spPr>
            <a:xfrm>
              <a:off x="-136402" y="844334"/>
              <a:ext cx="347597" cy="370503"/>
            </a:xfrm>
            <a:custGeom>
              <a:avLst/>
              <a:gdLst/>
              <a:ahLst/>
              <a:cxnLst/>
              <a:rect l="l" t="t" r="r" b="b"/>
              <a:pathLst>
                <a:path w="4598" h="4901" extrusionOk="0">
                  <a:moveTo>
                    <a:pt x="4597" y="1"/>
                  </a:moveTo>
                  <a:lnTo>
                    <a:pt x="1" y="4597"/>
                  </a:lnTo>
                  <a:lnTo>
                    <a:pt x="1" y="4901"/>
                  </a:lnTo>
                  <a:lnTo>
                    <a:pt x="4597" y="312"/>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9" name="Google Shape;12759;p29"/>
            <p:cNvSpPr/>
            <p:nvPr/>
          </p:nvSpPr>
          <p:spPr>
            <a:xfrm>
              <a:off x="-136402" y="115066"/>
              <a:ext cx="347597" cy="370503"/>
            </a:xfrm>
            <a:custGeom>
              <a:avLst/>
              <a:gdLst/>
              <a:ahLst/>
              <a:cxnLst/>
              <a:rect l="l" t="t" r="r" b="b"/>
              <a:pathLst>
                <a:path w="4598" h="4901" extrusionOk="0">
                  <a:moveTo>
                    <a:pt x="4597" y="0"/>
                  </a:moveTo>
                  <a:lnTo>
                    <a:pt x="1" y="4595"/>
                  </a:lnTo>
                  <a:lnTo>
                    <a:pt x="1" y="4900"/>
                  </a:lnTo>
                  <a:lnTo>
                    <a:pt x="4597" y="310"/>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0" name="Google Shape;12760;p29"/>
            <p:cNvSpPr/>
            <p:nvPr/>
          </p:nvSpPr>
          <p:spPr>
            <a:xfrm>
              <a:off x="-136402" y="-175976"/>
              <a:ext cx="296947" cy="296720"/>
            </a:xfrm>
            <a:custGeom>
              <a:avLst/>
              <a:gdLst/>
              <a:ahLst/>
              <a:cxnLst/>
              <a:rect l="l" t="t" r="r" b="b"/>
              <a:pathLst>
                <a:path w="3928" h="3925" extrusionOk="0">
                  <a:moveTo>
                    <a:pt x="3624" y="0"/>
                  </a:moveTo>
                  <a:lnTo>
                    <a:pt x="1" y="3621"/>
                  </a:lnTo>
                  <a:lnTo>
                    <a:pt x="1" y="3925"/>
                  </a:lnTo>
                  <a:lnTo>
                    <a:pt x="39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761" name="Google Shape;12761;p29"/>
          <p:cNvSpPr/>
          <p:nvPr/>
        </p:nvSpPr>
        <p:spPr>
          <a:xfrm rot="-5400000">
            <a:off x="6144816" y="2894765"/>
            <a:ext cx="347700" cy="43455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2" name="Google Shape;12762;p29"/>
          <p:cNvSpPr/>
          <p:nvPr/>
        </p:nvSpPr>
        <p:spPr>
          <a:xfrm>
            <a:off x="-221725" y="4030165"/>
            <a:ext cx="934961" cy="982947"/>
          </a:xfrm>
          <a:custGeom>
            <a:avLst/>
            <a:gdLst/>
            <a:ahLst/>
            <a:cxnLst/>
            <a:rect l="l" t="t" r="r" b="b"/>
            <a:pathLst>
              <a:path w="16581" h="17432" extrusionOk="0">
                <a:moveTo>
                  <a:pt x="8431" y="4679"/>
                </a:moveTo>
                <a:cubicBezTo>
                  <a:pt x="9068" y="4707"/>
                  <a:pt x="9697" y="4879"/>
                  <a:pt x="10256" y="5191"/>
                </a:cubicBezTo>
                <a:cubicBezTo>
                  <a:pt x="10264" y="5191"/>
                  <a:pt x="10264" y="5198"/>
                  <a:pt x="10271" y="5198"/>
                </a:cubicBezTo>
                <a:cubicBezTo>
                  <a:pt x="10298" y="5211"/>
                  <a:pt x="10319" y="5226"/>
                  <a:pt x="10339" y="5239"/>
                </a:cubicBezTo>
                <a:cubicBezTo>
                  <a:pt x="10367" y="5253"/>
                  <a:pt x="10389" y="5267"/>
                  <a:pt x="10415" y="5281"/>
                </a:cubicBezTo>
                <a:cubicBezTo>
                  <a:pt x="10415" y="5287"/>
                  <a:pt x="10422" y="5287"/>
                  <a:pt x="10430" y="5294"/>
                </a:cubicBezTo>
                <a:cubicBezTo>
                  <a:pt x="10969" y="5632"/>
                  <a:pt x="11426" y="6097"/>
                  <a:pt x="11757" y="6643"/>
                </a:cubicBezTo>
                <a:cubicBezTo>
                  <a:pt x="11757" y="6649"/>
                  <a:pt x="11764" y="6656"/>
                  <a:pt x="11764" y="6663"/>
                </a:cubicBezTo>
                <a:cubicBezTo>
                  <a:pt x="11777" y="6684"/>
                  <a:pt x="11790" y="6704"/>
                  <a:pt x="11805" y="6732"/>
                </a:cubicBezTo>
                <a:cubicBezTo>
                  <a:pt x="11819" y="6752"/>
                  <a:pt x="11832" y="6780"/>
                  <a:pt x="11847" y="6802"/>
                </a:cubicBezTo>
                <a:cubicBezTo>
                  <a:pt x="11847" y="6808"/>
                  <a:pt x="11854" y="6815"/>
                  <a:pt x="11854" y="6822"/>
                </a:cubicBezTo>
                <a:cubicBezTo>
                  <a:pt x="12150" y="7382"/>
                  <a:pt x="12316" y="8018"/>
                  <a:pt x="12330" y="8653"/>
                </a:cubicBezTo>
                <a:lnTo>
                  <a:pt x="12330" y="8675"/>
                </a:lnTo>
                <a:cubicBezTo>
                  <a:pt x="12330" y="8701"/>
                  <a:pt x="12330" y="8723"/>
                  <a:pt x="12323" y="8751"/>
                </a:cubicBezTo>
                <a:lnTo>
                  <a:pt x="12323" y="8834"/>
                </a:lnTo>
                <a:lnTo>
                  <a:pt x="12323" y="8854"/>
                </a:lnTo>
                <a:cubicBezTo>
                  <a:pt x="12303" y="9497"/>
                  <a:pt x="12131" y="10119"/>
                  <a:pt x="11819" y="10678"/>
                </a:cubicBezTo>
                <a:cubicBezTo>
                  <a:pt x="11812" y="10685"/>
                  <a:pt x="11812" y="10692"/>
                  <a:pt x="11805" y="10700"/>
                </a:cubicBezTo>
                <a:cubicBezTo>
                  <a:pt x="11799" y="10720"/>
                  <a:pt x="11784" y="10741"/>
                  <a:pt x="11771" y="10761"/>
                </a:cubicBezTo>
                <a:cubicBezTo>
                  <a:pt x="11757" y="10790"/>
                  <a:pt x="11742" y="10809"/>
                  <a:pt x="11722" y="10838"/>
                </a:cubicBezTo>
                <a:cubicBezTo>
                  <a:pt x="11722" y="10844"/>
                  <a:pt x="11716" y="10851"/>
                  <a:pt x="11716" y="10851"/>
                </a:cubicBezTo>
                <a:cubicBezTo>
                  <a:pt x="11376" y="11397"/>
                  <a:pt x="10913" y="11853"/>
                  <a:pt x="10361" y="12178"/>
                </a:cubicBezTo>
                <a:cubicBezTo>
                  <a:pt x="10361" y="12185"/>
                  <a:pt x="10354" y="12185"/>
                  <a:pt x="10347" y="12193"/>
                </a:cubicBezTo>
                <a:cubicBezTo>
                  <a:pt x="10319" y="12206"/>
                  <a:pt x="10298" y="12219"/>
                  <a:pt x="10271" y="12234"/>
                </a:cubicBezTo>
                <a:cubicBezTo>
                  <a:pt x="10249" y="12248"/>
                  <a:pt x="10230" y="12261"/>
                  <a:pt x="10201" y="12267"/>
                </a:cubicBezTo>
                <a:cubicBezTo>
                  <a:pt x="10201" y="12276"/>
                  <a:pt x="10195" y="12276"/>
                  <a:pt x="10188" y="12282"/>
                </a:cubicBezTo>
                <a:cubicBezTo>
                  <a:pt x="9621" y="12579"/>
                  <a:pt x="8992" y="12739"/>
                  <a:pt x="8357" y="12752"/>
                </a:cubicBezTo>
                <a:lnTo>
                  <a:pt x="8150" y="12752"/>
                </a:lnTo>
                <a:cubicBezTo>
                  <a:pt x="7513" y="12724"/>
                  <a:pt x="6884" y="12551"/>
                  <a:pt x="6325" y="12241"/>
                </a:cubicBezTo>
                <a:cubicBezTo>
                  <a:pt x="6325" y="12241"/>
                  <a:pt x="6317" y="12234"/>
                  <a:pt x="6310" y="12234"/>
                </a:cubicBezTo>
                <a:cubicBezTo>
                  <a:pt x="6283" y="12219"/>
                  <a:pt x="6262" y="12206"/>
                  <a:pt x="6234" y="12193"/>
                </a:cubicBezTo>
                <a:cubicBezTo>
                  <a:pt x="6214" y="12178"/>
                  <a:pt x="6192" y="12165"/>
                  <a:pt x="6172" y="12151"/>
                </a:cubicBezTo>
                <a:cubicBezTo>
                  <a:pt x="6166" y="12143"/>
                  <a:pt x="6159" y="12143"/>
                  <a:pt x="6151" y="12136"/>
                </a:cubicBezTo>
                <a:cubicBezTo>
                  <a:pt x="5612" y="11798"/>
                  <a:pt x="5155" y="11335"/>
                  <a:pt x="4824" y="10790"/>
                </a:cubicBezTo>
                <a:cubicBezTo>
                  <a:pt x="4824" y="10783"/>
                  <a:pt x="4817" y="10775"/>
                  <a:pt x="4817" y="10768"/>
                </a:cubicBezTo>
                <a:cubicBezTo>
                  <a:pt x="4804" y="10748"/>
                  <a:pt x="4791" y="10720"/>
                  <a:pt x="4776" y="10700"/>
                </a:cubicBezTo>
                <a:cubicBezTo>
                  <a:pt x="4762" y="10672"/>
                  <a:pt x="4749" y="10650"/>
                  <a:pt x="4734" y="10630"/>
                </a:cubicBezTo>
                <a:cubicBezTo>
                  <a:pt x="4734" y="10624"/>
                  <a:pt x="4727" y="10617"/>
                  <a:pt x="4727" y="10609"/>
                </a:cubicBezTo>
                <a:cubicBezTo>
                  <a:pt x="4431" y="10050"/>
                  <a:pt x="4265" y="9421"/>
                  <a:pt x="4258" y="8777"/>
                </a:cubicBezTo>
                <a:lnTo>
                  <a:pt x="4258" y="8758"/>
                </a:lnTo>
                <a:lnTo>
                  <a:pt x="4258" y="8675"/>
                </a:lnTo>
                <a:lnTo>
                  <a:pt x="4258" y="8598"/>
                </a:lnTo>
                <a:lnTo>
                  <a:pt x="4258" y="8577"/>
                </a:lnTo>
                <a:cubicBezTo>
                  <a:pt x="4278" y="7935"/>
                  <a:pt x="4450" y="7313"/>
                  <a:pt x="4762" y="6752"/>
                </a:cubicBezTo>
                <a:cubicBezTo>
                  <a:pt x="4769" y="6745"/>
                  <a:pt x="4769" y="6739"/>
                  <a:pt x="4776" y="6732"/>
                </a:cubicBezTo>
                <a:cubicBezTo>
                  <a:pt x="4791" y="6711"/>
                  <a:pt x="4804" y="6684"/>
                  <a:pt x="4817" y="6663"/>
                </a:cubicBezTo>
                <a:cubicBezTo>
                  <a:pt x="4832" y="6636"/>
                  <a:pt x="4845" y="6614"/>
                  <a:pt x="4859" y="6594"/>
                </a:cubicBezTo>
                <a:cubicBezTo>
                  <a:pt x="4859" y="6586"/>
                  <a:pt x="4865" y="6586"/>
                  <a:pt x="4865" y="6580"/>
                </a:cubicBezTo>
                <a:cubicBezTo>
                  <a:pt x="5205" y="6034"/>
                  <a:pt x="5675" y="5578"/>
                  <a:pt x="6220" y="5253"/>
                </a:cubicBezTo>
                <a:cubicBezTo>
                  <a:pt x="6227" y="5246"/>
                  <a:pt x="6227" y="5246"/>
                  <a:pt x="6234" y="5239"/>
                </a:cubicBezTo>
                <a:cubicBezTo>
                  <a:pt x="6255" y="5226"/>
                  <a:pt x="6283" y="5218"/>
                  <a:pt x="6303" y="5204"/>
                </a:cubicBezTo>
                <a:cubicBezTo>
                  <a:pt x="6332" y="5191"/>
                  <a:pt x="6351" y="5176"/>
                  <a:pt x="6380" y="5163"/>
                </a:cubicBezTo>
                <a:cubicBezTo>
                  <a:pt x="6386" y="5156"/>
                  <a:pt x="6386" y="5156"/>
                  <a:pt x="6393" y="5150"/>
                </a:cubicBezTo>
                <a:cubicBezTo>
                  <a:pt x="6960" y="4853"/>
                  <a:pt x="7589" y="4694"/>
                  <a:pt x="8232" y="4679"/>
                </a:cubicBezTo>
                <a:close/>
                <a:moveTo>
                  <a:pt x="6932" y="1"/>
                </a:moveTo>
                <a:lnTo>
                  <a:pt x="6317" y="2544"/>
                </a:lnTo>
                <a:cubicBezTo>
                  <a:pt x="6096" y="2613"/>
                  <a:pt x="5889" y="2688"/>
                  <a:pt x="5681" y="2779"/>
                </a:cubicBezTo>
                <a:cubicBezTo>
                  <a:pt x="5537" y="2841"/>
                  <a:pt x="5398" y="2910"/>
                  <a:pt x="5253" y="2987"/>
                </a:cubicBezTo>
                <a:cubicBezTo>
                  <a:pt x="5247" y="2993"/>
                  <a:pt x="5238" y="3000"/>
                  <a:pt x="5225" y="3000"/>
                </a:cubicBezTo>
                <a:cubicBezTo>
                  <a:pt x="5218" y="3007"/>
                  <a:pt x="5218" y="3007"/>
                  <a:pt x="5212" y="3013"/>
                </a:cubicBezTo>
                <a:cubicBezTo>
                  <a:pt x="5170" y="3035"/>
                  <a:pt x="5136" y="3048"/>
                  <a:pt x="5101" y="3070"/>
                </a:cubicBezTo>
                <a:cubicBezTo>
                  <a:pt x="5101" y="3076"/>
                  <a:pt x="5094" y="3076"/>
                  <a:pt x="5087" y="3076"/>
                </a:cubicBezTo>
                <a:cubicBezTo>
                  <a:pt x="5059" y="3096"/>
                  <a:pt x="5031" y="3111"/>
                  <a:pt x="4998" y="3131"/>
                </a:cubicBezTo>
                <a:cubicBezTo>
                  <a:pt x="4990" y="3131"/>
                  <a:pt x="4990" y="3138"/>
                  <a:pt x="4983" y="3144"/>
                </a:cubicBezTo>
                <a:cubicBezTo>
                  <a:pt x="4928" y="3172"/>
                  <a:pt x="4873" y="3207"/>
                  <a:pt x="4817" y="3242"/>
                </a:cubicBezTo>
                <a:cubicBezTo>
                  <a:pt x="4776" y="3269"/>
                  <a:pt x="4734" y="3297"/>
                  <a:pt x="4686" y="3325"/>
                </a:cubicBezTo>
                <a:cubicBezTo>
                  <a:pt x="4459" y="3476"/>
                  <a:pt x="4236" y="3650"/>
                  <a:pt x="4023" y="3836"/>
                </a:cubicBezTo>
                <a:lnTo>
                  <a:pt x="1528" y="3048"/>
                </a:lnTo>
                <a:lnTo>
                  <a:pt x="63" y="5536"/>
                </a:lnTo>
                <a:lnTo>
                  <a:pt x="1956" y="7341"/>
                </a:lnTo>
                <a:cubicBezTo>
                  <a:pt x="1921" y="7507"/>
                  <a:pt x="1888" y="7673"/>
                  <a:pt x="1866" y="7830"/>
                </a:cubicBezTo>
                <a:cubicBezTo>
                  <a:pt x="1859" y="7893"/>
                  <a:pt x="1853" y="7948"/>
                  <a:pt x="1846" y="8011"/>
                </a:cubicBezTo>
                <a:cubicBezTo>
                  <a:pt x="1831" y="8107"/>
                  <a:pt x="1825" y="8212"/>
                  <a:pt x="1818" y="8315"/>
                </a:cubicBezTo>
                <a:lnTo>
                  <a:pt x="1818" y="8328"/>
                </a:lnTo>
                <a:cubicBezTo>
                  <a:pt x="1818" y="8391"/>
                  <a:pt x="1811" y="8452"/>
                  <a:pt x="1811" y="8509"/>
                </a:cubicBezTo>
                <a:lnTo>
                  <a:pt x="1811" y="8535"/>
                </a:lnTo>
                <a:lnTo>
                  <a:pt x="1811" y="8633"/>
                </a:lnTo>
                <a:lnTo>
                  <a:pt x="1811" y="8653"/>
                </a:lnTo>
                <a:lnTo>
                  <a:pt x="1811" y="8771"/>
                </a:lnTo>
                <a:lnTo>
                  <a:pt x="1811" y="8799"/>
                </a:lnTo>
                <a:cubicBezTo>
                  <a:pt x="1811" y="9185"/>
                  <a:pt x="1853" y="9580"/>
                  <a:pt x="1929" y="9967"/>
                </a:cubicBezTo>
                <a:lnTo>
                  <a:pt x="0" y="11743"/>
                </a:lnTo>
                <a:lnTo>
                  <a:pt x="1423" y="14251"/>
                </a:lnTo>
                <a:lnTo>
                  <a:pt x="3933" y="13512"/>
                </a:lnTo>
                <a:cubicBezTo>
                  <a:pt x="4140" y="13706"/>
                  <a:pt x="4354" y="13878"/>
                  <a:pt x="4583" y="14037"/>
                </a:cubicBezTo>
                <a:cubicBezTo>
                  <a:pt x="4673" y="14092"/>
                  <a:pt x="4756" y="14155"/>
                  <a:pt x="4845" y="14210"/>
                </a:cubicBezTo>
                <a:cubicBezTo>
                  <a:pt x="4852" y="14217"/>
                  <a:pt x="4865" y="14217"/>
                  <a:pt x="4873" y="14225"/>
                </a:cubicBezTo>
                <a:cubicBezTo>
                  <a:pt x="4880" y="14231"/>
                  <a:pt x="4887" y="14231"/>
                  <a:pt x="4893" y="14238"/>
                </a:cubicBezTo>
                <a:cubicBezTo>
                  <a:pt x="4928" y="14258"/>
                  <a:pt x="4963" y="14280"/>
                  <a:pt x="4998" y="14299"/>
                </a:cubicBezTo>
                <a:cubicBezTo>
                  <a:pt x="5031" y="14321"/>
                  <a:pt x="5066" y="14341"/>
                  <a:pt x="5101" y="14362"/>
                </a:cubicBezTo>
                <a:cubicBezTo>
                  <a:pt x="5107" y="14362"/>
                  <a:pt x="5114" y="14369"/>
                  <a:pt x="5122" y="14369"/>
                </a:cubicBezTo>
                <a:cubicBezTo>
                  <a:pt x="5129" y="14376"/>
                  <a:pt x="5136" y="14382"/>
                  <a:pt x="5149" y="14382"/>
                </a:cubicBezTo>
                <a:cubicBezTo>
                  <a:pt x="5280" y="14459"/>
                  <a:pt x="5426" y="14535"/>
                  <a:pt x="5563" y="14598"/>
                </a:cubicBezTo>
                <a:cubicBezTo>
                  <a:pt x="5771" y="14694"/>
                  <a:pt x="5978" y="14777"/>
                  <a:pt x="6192" y="14853"/>
                </a:cubicBezTo>
                <a:lnTo>
                  <a:pt x="6766" y="17403"/>
                </a:lnTo>
                <a:lnTo>
                  <a:pt x="9649" y="17431"/>
                </a:lnTo>
                <a:lnTo>
                  <a:pt x="10271" y="14888"/>
                </a:lnTo>
                <a:cubicBezTo>
                  <a:pt x="10485" y="14819"/>
                  <a:pt x="10692" y="14742"/>
                  <a:pt x="10900" y="14653"/>
                </a:cubicBezTo>
                <a:cubicBezTo>
                  <a:pt x="11044" y="14590"/>
                  <a:pt x="11190" y="14522"/>
                  <a:pt x="11328" y="14445"/>
                </a:cubicBezTo>
                <a:cubicBezTo>
                  <a:pt x="11334" y="14439"/>
                  <a:pt x="11343" y="14439"/>
                  <a:pt x="11356" y="14432"/>
                </a:cubicBezTo>
                <a:cubicBezTo>
                  <a:pt x="11363" y="14424"/>
                  <a:pt x="11369" y="14424"/>
                  <a:pt x="11369" y="14417"/>
                </a:cubicBezTo>
                <a:cubicBezTo>
                  <a:pt x="11411" y="14404"/>
                  <a:pt x="11445" y="14382"/>
                  <a:pt x="11480" y="14362"/>
                </a:cubicBezTo>
                <a:cubicBezTo>
                  <a:pt x="11480" y="14356"/>
                  <a:pt x="11487" y="14356"/>
                  <a:pt x="11494" y="14356"/>
                </a:cubicBezTo>
                <a:cubicBezTo>
                  <a:pt x="11522" y="14334"/>
                  <a:pt x="11550" y="14321"/>
                  <a:pt x="11583" y="14299"/>
                </a:cubicBezTo>
                <a:cubicBezTo>
                  <a:pt x="11591" y="14299"/>
                  <a:pt x="11598" y="14293"/>
                  <a:pt x="11605" y="14293"/>
                </a:cubicBezTo>
                <a:cubicBezTo>
                  <a:pt x="11936" y="14092"/>
                  <a:pt x="12262" y="13858"/>
                  <a:pt x="12558" y="13603"/>
                </a:cubicBezTo>
                <a:lnTo>
                  <a:pt x="15053" y="14382"/>
                </a:lnTo>
                <a:lnTo>
                  <a:pt x="16518" y="11903"/>
                </a:lnTo>
                <a:lnTo>
                  <a:pt x="14625" y="10091"/>
                </a:lnTo>
                <a:cubicBezTo>
                  <a:pt x="14652" y="9973"/>
                  <a:pt x="14673" y="9856"/>
                  <a:pt x="14693" y="9738"/>
                </a:cubicBezTo>
                <a:cubicBezTo>
                  <a:pt x="14708" y="9628"/>
                  <a:pt x="14722" y="9524"/>
                  <a:pt x="14735" y="9421"/>
                </a:cubicBezTo>
                <a:cubicBezTo>
                  <a:pt x="14743" y="9373"/>
                  <a:pt x="14750" y="9317"/>
                  <a:pt x="14750" y="9268"/>
                </a:cubicBezTo>
                <a:cubicBezTo>
                  <a:pt x="14763" y="9166"/>
                  <a:pt x="14763" y="9054"/>
                  <a:pt x="14770" y="8950"/>
                </a:cubicBezTo>
                <a:lnTo>
                  <a:pt x="14770" y="8923"/>
                </a:lnTo>
                <a:lnTo>
                  <a:pt x="14770" y="8895"/>
                </a:lnTo>
                <a:cubicBezTo>
                  <a:pt x="14770" y="8860"/>
                  <a:pt x="14776" y="8819"/>
                  <a:pt x="14776" y="8777"/>
                </a:cubicBezTo>
                <a:lnTo>
                  <a:pt x="14776" y="8660"/>
                </a:lnTo>
                <a:lnTo>
                  <a:pt x="14776" y="8633"/>
                </a:lnTo>
                <a:cubicBezTo>
                  <a:pt x="14770" y="8245"/>
                  <a:pt x="14728" y="7852"/>
                  <a:pt x="14652" y="7465"/>
                </a:cubicBezTo>
                <a:lnTo>
                  <a:pt x="16581" y="5695"/>
                </a:lnTo>
                <a:lnTo>
                  <a:pt x="15164" y="3179"/>
                </a:lnTo>
                <a:lnTo>
                  <a:pt x="12648" y="3919"/>
                </a:lnTo>
                <a:cubicBezTo>
                  <a:pt x="12558" y="3836"/>
                  <a:pt x="12469" y="3753"/>
                  <a:pt x="12379" y="3677"/>
                </a:cubicBezTo>
                <a:cubicBezTo>
                  <a:pt x="12296" y="3615"/>
                  <a:pt x="12213" y="3552"/>
                  <a:pt x="12122" y="3491"/>
                </a:cubicBezTo>
                <a:cubicBezTo>
                  <a:pt x="12081" y="3456"/>
                  <a:pt x="12039" y="3428"/>
                  <a:pt x="11998" y="3393"/>
                </a:cubicBezTo>
                <a:cubicBezTo>
                  <a:pt x="11908" y="3338"/>
                  <a:pt x="11825" y="3277"/>
                  <a:pt x="11736" y="3221"/>
                </a:cubicBezTo>
                <a:cubicBezTo>
                  <a:pt x="11729" y="3214"/>
                  <a:pt x="11716" y="3214"/>
                  <a:pt x="11708" y="3207"/>
                </a:cubicBezTo>
                <a:cubicBezTo>
                  <a:pt x="11701" y="3201"/>
                  <a:pt x="11694" y="3201"/>
                  <a:pt x="11688" y="3194"/>
                </a:cubicBezTo>
                <a:cubicBezTo>
                  <a:pt x="11653" y="3172"/>
                  <a:pt x="11618" y="3153"/>
                  <a:pt x="11583" y="3131"/>
                </a:cubicBezTo>
                <a:cubicBezTo>
                  <a:pt x="11550" y="3111"/>
                  <a:pt x="11515" y="3090"/>
                  <a:pt x="11480" y="3076"/>
                </a:cubicBezTo>
                <a:cubicBezTo>
                  <a:pt x="11474" y="3070"/>
                  <a:pt x="11467" y="3070"/>
                  <a:pt x="11467" y="3061"/>
                </a:cubicBezTo>
                <a:cubicBezTo>
                  <a:pt x="11452" y="3055"/>
                  <a:pt x="11445" y="3048"/>
                  <a:pt x="11439" y="3048"/>
                </a:cubicBezTo>
                <a:cubicBezTo>
                  <a:pt x="11301" y="2972"/>
                  <a:pt x="11155" y="2895"/>
                  <a:pt x="11018" y="2834"/>
                </a:cubicBezTo>
                <a:cubicBezTo>
                  <a:pt x="10810" y="2738"/>
                  <a:pt x="10603" y="2655"/>
                  <a:pt x="10389" y="2579"/>
                </a:cubicBezTo>
                <a:lnTo>
                  <a:pt x="9815" y="27"/>
                </a:lnTo>
                <a:lnTo>
                  <a:pt x="6932" y="1"/>
                </a:lnTo>
                <a:close/>
              </a:path>
            </a:pathLst>
          </a:custGeom>
          <a:solidFill>
            <a:schemeClr val="dk1"/>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3" name="Google Shape;12763;p29"/>
          <p:cNvSpPr/>
          <p:nvPr/>
        </p:nvSpPr>
        <p:spPr>
          <a:xfrm>
            <a:off x="8777236" y="-47750"/>
            <a:ext cx="550800" cy="22470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4" name="Google Shape;12764;p29"/>
          <p:cNvSpPr/>
          <p:nvPr/>
        </p:nvSpPr>
        <p:spPr>
          <a:xfrm>
            <a:off x="8599075" y="1637891"/>
            <a:ext cx="1609800" cy="16098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82550295"/>
      </p:ext>
    </p:extLst>
  </p:cSld>
  <p:clrMapOvr>
    <a:masterClrMapping/>
  </p:clrMapOvr>
  <p:hf sldNum="0" hdr="0" ftr="0" dt="0"/>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Title only 2">
  <p:cSld name="Title only 2">
    <p:spTree>
      <p:nvGrpSpPr>
        <p:cNvPr id="1" name="Shape 12765"/>
        <p:cNvGrpSpPr/>
        <p:nvPr/>
      </p:nvGrpSpPr>
      <p:grpSpPr>
        <a:xfrm>
          <a:off x="0" y="0"/>
          <a:ext cx="0" cy="0"/>
          <a:chOff x="0" y="0"/>
          <a:chExt cx="0" cy="0"/>
        </a:xfrm>
      </p:grpSpPr>
      <p:sp>
        <p:nvSpPr>
          <p:cNvPr id="12766" name="Google Shape;12766;p30"/>
          <p:cNvSpPr txBox="1">
            <a:spLocks noGrp="1"/>
          </p:cNvSpPr>
          <p:nvPr>
            <p:ph type="title"/>
          </p:nvPr>
        </p:nvSpPr>
        <p:spPr>
          <a:xfrm>
            <a:off x="720000" y="445025"/>
            <a:ext cx="7704000" cy="781800"/>
          </a:xfrm>
          <a:prstGeom prst="rect">
            <a:avLst/>
          </a:prstGeom>
        </p:spPr>
        <p:txBody>
          <a:bodyPr spcFirstLastPara="1" wrap="square" lIns="91425" tIns="91425" rIns="91425" bIns="91425" anchor="t" anchorCtr="0">
            <a:noAutofit/>
          </a:bodyPr>
          <a:lstStyle>
            <a:lvl1pPr lvl="0" algn="ctr" rtl="0">
              <a:lnSpc>
                <a:spcPct val="115000"/>
              </a:lnSpc>
              <a:spcBef>
                <a:spcPts val="0"/>
              </a:spcBef>
              <a:spcAft>
                <a:spcPts val="0"/>
              </a:spcAft>
              <a:buSzPts val="3500"/>
              <a:buNone/>
              <a:defRPr/>
            </a:lvl1pPr>
            <a:lvl2pPr lvl="1" rtl="0">
              <a:lnSpc>
                <a:spcPct val="115000"/>
              </a:lnSpc>
              <a:spcBef>
                <a:spcPts val="0"/>
              </a:spcBef>
              <a:spcAft>
                <a:spcPts val="0"/>
              </a:spcAft>
              <a:buSzPts val="3500"/>
              <a:buNone/>
              <a:defRPr/>
            </a:lvl2pPr>
            <a:lvl3pPr lvl="2" rtl="0">
              <a:lnSpc>
                <a:spcPct val="115000"/>
              </a:lnSpc>
              <a:spcBef>
                <a:spcPts val="0"/>
              </a:spcBef>
              <a:spcAft>
                <a:spcPts val="0"/>
              </a:spcAft>
              <a:buSzPts val="3500"/>
              <a:buNone/>
              <a:defRPr/>
            </a:lvl3pPr>
            <a:lvl4pPr lvl="3" rtl="0">
              <a:lnSpc>
                <a:spcPct val="115000"/>
              </a:lnSpc>
              <a:spcBef>
                <a:spcPts val="0"/>
              </a:spcBef>
              <a:spcAft>
                <a:spcPts val="0"/>
              </a:spcAft>
              <a:buSzPts val="3500"/>
              <a:buNone/>
              <a:defRPr/>
            </a:lvl4pPr>
            <a:lvl5pPr lvl="4" rtl="0">
              <a:lnSpc>
                <a:spcPct val="115000"/>
              </a:lnSpc>
              <a:spcBef>
                <a:spcPts val="0"/>
              </a:spcBef>
              <a:spcAft>
                <a:spcPts val="0"/>
              </a:spcAft>
              <a:buSzPts val="3500"/>
              <a:buNone/>
              <a:defRPr/>
            </a:lvl5pPr>
            <a:lvl6pPr lvl="5" rtl="0">
              <a:lnSpc>
                <a:spcPct val="115000"/>
              </a:lnSpc>
              <a:spcBef>
                <a:spcPts val="0"/>
              </a:spcBef>
              <a:spcAft>
                <a:spcPts val="0"/>
              </a:spcAft>
              <a:buSzPts val="3500"/>
              <a:buNone/>
              <a:defRPr/>
            </a:lvl6pPr>
            <a:lvl7pPr lvl="6" rtl="0">
              <a:lnSpc>
                <a:spcPct val="115000"/>
              </a:lnSpc>
              <a:spcBef>
                <a:spcPts val="0"/>
              </a:spcBef>
              <a:spcAft>
                <a:spcPts val="0"/>
              </a:spcAft>
              <a:buSzPts val="3500"/>
              <a:buNone/>
              <a:defRPr/>
            </a:lvl7pPr>
            <a:lvl8pPr lvl="7" rtl="0">
              <a:lnSpc>
                <a:spcPct val="115000"/>
              </a:lnSpc>
              <a:spcBef>
                <a:spcPts val="0"/>
              </a:spcBef>
              <a:spcAft>
                <a:spcPts val="0"/>
              </a:spcAft>
              <a:buSzPts val="3500"/>
              <a:buNone/>
              <a:defRPr/>
            </a:lvl8pPr>
            <a:lvl9pPr lvl="8" rtl="0">
              <a:lnSpc>
                <a:spcPct val="115000"/>
              </a:lnSpc>
              <a:spcBef>
                <a:spcPts val="0"/>
              </a:spcBef>
              <a:spcAft>
                <a:spcPts val="0"/>
              </a:spcAft>
              <a:buSzPts val="3500"/>
              <a:buNone/>
              <a:defRPr/>
            </a:lvl9pPr>
          </a:lstStyle>
          <a:p>
            <a:r>
              <a:rPr lang="en-US"/>
              <a:t>Click to edit Master title style</a:t>
            </a:r>
            <a:endParaRPr/>
          </a:p>
        </p:txBody>
      </p:sp>
      <p:grpSp>
        <p:nvGrpSpPr>
          <p:cNvPr id="12767" name="Google Shape;12767;p30"/>
          <p:cNvGrpSpPr/>
          <p:nvPr/>
        </p:nvGrpSpPr>
        <p:grpSpPr>
          <a:xfrm rot="-5400000">
            <a:off x="1552469" y="-2158710"/>
            <a:ext cx="347597" cy="4345456"/>
            <a:chOff x="-136402" y="-175976"/>
            <a:chExt cx="347597" cy="4345456"/>
          </a:xfrm>
        </p:grpSpPr>
        <p:sp>
          <p:nvSpPr>
            <p:cNvPr id="12768" name="Google Shape;12768;p30"/>
            <p:cNvSpPr/>
            <p:nvPr/>
          </p:nvSpPr>
          <p:spPr>
            <a:xfrm>
              <a:off x="-136402" y="-175976"/>
              <a:ext cx="273965" cy="273814"/>
            </a:xfrm>
            <a:custGeom>
              <a:avLst/>
              <a:gdLst/>
              <a:ahLst/>
              <a:cxnLst/>
              <a:rect l="l" t="t" r="r" b="b"/>
              <a:pathLst>
                <a:path w="3624" h="3622" extrusionOk="0">
                  <a:moveTo>
                    <a:pt x="1515" y="0"/>
                  </a:moveTo>
                  <a:lnTo>
                    <a:pt x="1" y="1513"/>
                  </a:lnTo>
                  <a:lnTo>
                    <a:pt x="1" y="3621"/>
                  </a:lnTo>
                  <a:lnTo>
                    <a:pt x="36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9" name="Google Shape;12769;p30"/>
            <p:cNvSpPr/>
            <p:nvPr/>
          </p:nvSpPr>
          <p:spPr>
            <a:xfrm>
              <a:off x="-136402" y="1778994"/>
              <a:ext cx="347597" cy="506503"/>
            </a:xfrm>
            <a:custGeom>
              <a:avLst/>
              <a:gdLst/>
              <a:ahLst/>
              <a:cxnLst/>
              <a:rect l="l" t="t" r="r" b="b"/>
              <a:pathLst>
                <a:path w="4598" h="6700" extrusionOk="0">
                  <a:moveTo>
                    <a:pt x="4597" y="1"/>
                  </a:moveTo>
                  <a:lnTo>
                    <a:pt x="1" y="4597"/>
                  </a:lnTo>
                  <a:lnTo>
                    <a:pt x="1" y="6699"/>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0" name="Google Shape;12770;p30"/>
            <p:cNvSpPr/>
            <p:nvPr/>
          </p:nvSpPr>
          <p:spPr>
            <a:xfrm>
              <a:off x="-136402" y="2326153"/>
              <a:ext cx="347597" cy="506276"/>
            </a:xfrm>
            <a:custGeom>
              <a:avLst/>
              <a:gdLst/>
              <a:ahLst/>
              <a:cxnLst/>
              <a:rect l="l" t="t" r="r" b="b"/>
              <a:pathLst>
                <a:path w="4598" h="6697" extrusionOk="0">
                  <a:moveTo>
                    <a:pt x="4597" y="0"/>
                  </a:moveTo>
                  <a:lnTo>
                    <a:pt x="1" y="4597"/>
                  </a:lnTo>
                  <a:lnTo>
                    <a:pt x="1" y="6697"/>
                  </a:lnTo>
                  <a:lnTo>
                    <a:pt x="4597" y="2108"/>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1" name="Google Shape;12771;p30"/>
            <p:cNvSpPr/>
            <p:nvPr/>
          </p:nvSpPr>
          <p:spPr>
            <a:xfrm>
              <a:off x="-136402" y="-175976"/>
              <a:ext cx="91624" cy="91473"/>
            </a:xfrm>
            <a:custGeom>
              <a:avLst/>
              <a:gdLst/>
              <a:ahLst/>
              <a:cxnLst/>
              <a:rect l="l" t="t" r="r" b="b"/>
              <a:pathLst>
                <a:path w="1212" h="1210" extrusionOk="0">
                  <a:moveTo>
                    <a:pt x="1" y="0"/>
                  </a:moveTo>
                  <a:lnTo>
                    <a:pt x="1" y="1209"/>
                  </a:lnTo>
                  <a:lnTo>
                    <a:pt x="12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2" name="Google Shape;12772;p30"/>
            <p:cNvSpPr/>
            <p:nvPr/>
          </p:nvSpPr>
          <p:spPr>
            <a:xfrm>
              <a:off x="-136402" y="3602504"/>
              <a:ext cx="347597" cy="506428"/>
            </a:xfrm>
            <a:custGeom>
              <a:avLst/>
              <a:gdLst/>
              <a:ahLst/>
              <a:cxnLst/>
              <a:rect l="l" t="t" r="r" b="b"/>
              <a:pathLst>
                <a:path w="4598" h="6699" extrusionOk="0">
                  <a:moveTo>
                    <a:pt x="4597" y="1"/>
                  </a:moveTo>
                  <a:lnTo>
                    <a:pt x="1" y="4597"/>
                  </a:lnTo>
                  <a:lnTo>
                    <a:pt x="1" y="6699"/>
                  </a:lnTo>
                  <a:lnTo>
                    <a:pt x="4597" y="2102"/>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3" name="Google Shape;12773;p30"/>
            <p:cNvSpPr/>
            <p:nvPr/>
          </p:nvSpPr>
          <p:spPr>
            <a:xfrm>
              <a:off x="-136402" y="3420168"/>
              <a:ext cx="347597" cy="506352"/>
            </a:xfrm>
            <a:custGeom>
              <a:avLst/>
              <a:gdLst/>
              <a:ahLst/>
              <a:cxnLst/>
              <a:rect l="l" t="t" r="r" b="b"/>
              <a:pathLst>
                <a:path w="4598" h="6698" extrusionOk="0">
                  <a:moveTo>
                    <a:pt x="4597" y="1"/>
                  </a:moveTo>
                  <a:lnTo>
                    <a:pt x="1" y="4597"/>
                  </a:lnTo>
                  <a:lnTo>
                    <a:pt x="1" y="6697"/>
                  </a:lnTo>
                  <a:lnTo>
                    <a:pt x="4597" y="2103"/>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4" name="Google Shape;12774;p30"/>
            <p:cNvSpPr/>
            <p:nvPr/>
          </p:nvSpPr>
          <p:spPr>
            <a:xfrm>
              <a:off x="-136402" y="3237908"/>
              <a:ext cx="347597" cy="506276"/>
            </a:xfrm>
            <a:custGeom>
              <a:avLst/>
              <a:gdLst/>
              <a:ahLst/>
              <a:cxnLst/>
              <a:rect l="l" t="t" r="r" b="b"/>
              <a:pathLst>
                <a:path w="4598" h="6697" extrusionOk="0">
                  <a:moveTo>
                    <a:pt x="4597" y="0"/>
                  </a:moveTo>
                  <a:lnTo>
                    <a:pt x="1" y="4596"/>
                  </a:lnTo>
                  <a:lnTo>
                    <a:pt x="1" y="6696"/>
                  </a:lnTo>
                  <a:lnTo>
                    <a:pt x="4597" y="2100"/>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5" name="Google Shape;12775;p30"/>
            <p:cNvSpPr/>
            <p:nvPr/>
          </p:nvSpPr>
          <p:spPr>
            <a:xfrm>
              <a:off x="-136402" y="3055572"/>
              <a:ext cx="347597" cy="506276"/>
            </a:xfrm>
            <a:custGeom>
              <a:avLst/>
              <a:gdLst/>
              <a:ahLst/>
              <a:cxnLst/>
              <a:rect l="l" t="t" r="r" b="b"/>
              <a:pathLst>
                <a:path w="4598" h="6697" extrusionOk="0">
                  <a:moveTo>
                    <a:pt x="4597" y="0"/>
                  </a:moveTo>
                  <a:lnTo>
                    <a:pt x="1" y="4595"/>
                  </a:lnTo>
                  <a:lnTo>
                    <a:pt x="1" y="6697"/>
                  </a:lnTo>
                  <a:lnTo>
                    <a:pt x="4597" y="2107"/>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6" name="Google Shape;12776;p30"/>
            <p:cNvSpPr/>
            <p:nvPr/>
          </p:nvSpPr>
          <p:spPr>
            <a:xfrm>
              <a:off x="-136402" y="-175976"/>
              <a:ext cx="347597" cy="456155"/>
            </a:xfrm>
            <a:custGeom>
              <a:avLst/>
              <a:gdLst/>
              <a:ahLst/>
              <a:cxnLst/>
              <a:rect l="l" t="t" r="r" b="b"/>
              <a:pathLst>
                <a:path w="4598" h="6034" extrusionOk="0">
                  <a:moveTo>
                    <a:pt x="3927" y="0"/>
                  </a:moveTo>
                  <a:lnTo>
                    <a:pt x="1" y="3925"/>
                  </a:lnTo>
                  <a:lnTo>
                    <a:pt x="1" y="6033"/>
                  </a:lnTo>
                  <a:lnTo>
                    <a:pt x="4597" y="1437"/>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7" name="Google Shape;12777;p30"/>
            <p:cNvSpPr/>
            <p:nvPr/>
          </p:nvSpPr>
          <p:spPr>
            <a:xfrm>
              <a:off x="-136402" y="2690749"/>
              <a:ext cx="347597" cy="506428"/>
            </a:xfrm>
            <a:custGeom>
              <a:avLst/>
              <a:gdLst/>
              <a:ahLst/>
              <a:cxnLst/>
              <a:rect l="l" t="t" r="r" b="b"/>
              <a:pathLst>
                <a:path w="4598" h="6699" extrusionOk="0">
                  <a:moveTo>
                    <a:pt x="4597" y="1"/>
                  </a:moveTo>
                  <a:lnTo>
                    <a:pt x="1" y="4597"/>
                  </a:lnTo>
                  <a:lnTo>
                    <a:pt x="1" y="6699"/>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8" name="Google Shape;12778;p30"/>
            <p:cNvSpPr/>
            <p:nvPr/>
          </p:nvSpPr>
          <p:spPr>
            <a:xfrm>
              <a:off x="-136402" y="1232062"/>
              <a:ext cx="347597" cy="506957"/>
            </a:xfrm>
            <a:custGeom>
              <a:avLst/>
              <a:gdLst/>
              <a:ahLst/>
              <a:cxnLst/>
              <a:rect l="l" t="t" r="r" b="b"/>
              <a:pathLst>
                <a:path w="4598" h="6706" extrusionOk="0">
                  <a:moveTo>
                    <a:pt x="4597" y="0"/>
                  </a:moveTo>
                  <a:lnTo>
                    <a:pt x="1" y="4597"/>
                  </a:lnTo>
                  <a:lnTo>
                    <a:pt x="1" y="6705"/>
                  </a:lnTo>
                  <a:lnTo>
                    <a:pt x="4597" y="2109"/>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9" name="Google Shape;12779;p30"/>
            <p:cNvSpPr/>
            <p:nvPr/>
          </p:nvSpPr>
          <p:spPr>
            <a:xfrm>
              <a:off x="-136402" y="2508489"/>
              <a:ext cx="347597" cy="506428"/>
            </a:xfrm>
            <a:custGeom>
              <a:avLst/>
              <a:gdLst/>
              <a:ahLst/>
              <a:cxnLst/>
              <a:rect l="l" t="t" r="r" b="b"/>
              <a:pathLst>
                <a:path w="4598" h="6699" extrusionOk="0">
                  <a:moveTo>
                    <a:pt x="4597" y="0"/>
                  </a:moveTo>
                  <a:lnTo>
                    <a:pt x="1" y="4596"/>
                  </a:lnTo>
                  <a:lnTo>
                    <a:pt x="1" y="6698"/>
                  </a:lnTo>
                  <a:lnTo>
                    <a:pt x="4597" y="2108"/>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0" name="Google Shape;12780;p30"/>
            <p:cNvSpPr/>
            <p:nvPr/>
          </p:nvSpPr>
          <p:spPr>
            <a:xfrm>
              <a:off x="-136402" y="1049726"/>
              <a:ext cx="347597" cy="506806"/>
            </a:xfrm>
            <a:custGeom>
              <a:avLst/>
              <a:gdLst/>
              <a:ahLst/>
              <a:cxnLst/>
              <a:rect l="l" t="t" r="r" b="b"/>
              <a:pathLst>
                <a:path w="4598" h="6704" extrusionOk="0">
                  <a:moveTo>
                    <a:pt x="4597" y="1"/>
                  </a:moveTo>
                  <a:lnTo>
                    <a:pt x="1" y="4597"/>
                  </a:lnTo>
                  <a:lnTo>
                    <a:pt x="1" y="6704"/>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1" name="Google Shape;12781;p30"/>
            <p:cNvSpPr/>
            <p:nvPr/>
          </p:nvSpPr>
          <p:spPr>
            <a:xfrm>
              <a:off x="-136402" y="503172"/>
              <a:ext cx="347597" cy="506428"/>
            </a:xfrm>
            <a:custGeom>
              <a:avLst/>
              <a:gdLst/>
              <a:ahLst/>
              <a:cxnLst/>
              <a:rect l="l" t="t" r="r" b="b"/>
              <a:pathLst>
                <a:path w="4598" h="6699" extrusionOk="0">
                  <a:moveTo>
                    <a:pt x="4597" y="0"/>
                  </a:moveTo>
                  <a:lnTo>
                    <a:pt x="1" y="4590"/>
                  </a:lnTo>
                  <a:lnTo>
                    <a:pt x="1" y="6698"/>
                  </a:lnTo>
                  <a:lnTo>
                    <a:pt x="4597" y="2102"/>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2" name="Google Shape;12782;p30"/>
            <p:cNvSpPr/>
            <p:nvPr/>
          </p:nvSpPr>
          <p:spPr>
            <a:xfrm>
              <a:off x="-136402" y="2143817"/>
              <a:ext cx="347597" cy="506276"/>
            </a:xfrm>
            <a:custGeom>
              <a:avLst/>
              <a:gdLst/>
              <a:ahLst/>
              <a:cxnLst/>
              <a:rect l="l" t="t" r="r" b="b"/>
              <a:pathLst>
                <a:path w="4598" h="6697" extrusionOk="0">
                  <a:moveTo>
                    <a:pt x="4597" y="0"/>
                  </a:moveTo>
                  <a:lnTo>
                    <a:pt x="1" y="4597"/>
                  </a:lnTo>
                  <a:lnTo>
                    <a:pt x="1" y="6697"/>
                  </a:lnTo>
                  <a:lnTo>
                    <a:pt x="4597" y="2109"/>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3" name="Google Shape;12783;p30"/>
            <p:cNvSpPr/>
            <p:nvPr/>
          </p:nvSpPr>
          <p:spPr>
            <a:xfrm>
              <a:off x="-136402" y="1596734"/>
              <a:ext cx="347597" cy="506428"/>
            </a:xfrm>
            <a:custGeom>
              <a:avLst/>
              <a:gdLst/>
              <a:ahLst/>
              <a:cxnLst/>
              <a:rect l="l" t="t" r="r" b="b"/>
              <a:pathLst>
                <a:path w="4598" h="6699" extrusionOk="0">
                  <a:moveTo>
                    <a:pt x="4597" y="0"/>
                  </a:moveTo>
                  <a:lnTo>
                    <a:pt x="1" y="4597"/>
                  </a:lnTo>
                  <a:lnTo>
                    <a:pt x="1" y="6698"/>
                  </a:lnTo>
                  <a:lnTo>
                    <a:pt x="4597" y="2108"/>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4" name="Google Shape;12784;p30"/>
            <p:cNvSpPr/>
            <p:nvPr/>
          </p:nvSpPr>
          <p:spPr>
            <a:xfrm>
              <a:off x="-136402" y="320836"/>
              <a:ext cx="347597" cy="506428"/>
            </a:xfrm>
            <a:custGeom>
              <a:avLst/>
              <a:gdLst/>
              <a:ahLst/>
              <a:cxnLst/>
              <a:rect l="l" t="t" r="r" b="b"/>
              <a:pathLst>
                <a:path w="4598" h="6699" extrusionOk="0">
                  <a:moveTo>
                    <a:pt x="4597" y="0"/>
                  </a:moveTo>
                  <a:lnTo>
                    <a:pt x="1" y="4590"/>
                  </a:lnTo>
                  <a:lnTo>
                    <a:pt x="1" y="6698"/>
                  </a:lnTo>
                  <a:lnTo>
                    <a:pt x="4597" y="2102"/>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5" name="Google Shape;12785;p30"/>
            <p:cNvSpPr/>
            <p:nvPr/>
          </p:nvSpPr>
          <p:spPr>
            <a:xfrm>
              <a:off x="-136402" y="3784840"/>
              <a:ext cx="347597" cy="384640"/>
            </a:xfrm>
            <a:custGeom>
              <a:avLst/>
              <a:gdLst/>
              <a:ahLst/>
              <a:cxnLst/>
              <a:rect l="l" t="t" r="r" b="b"/>
              <a:pathLst>
                <a:path w="4598" h="5088" extrusionOk="0">
                  <a:moveTo>
                    <a:pt x="4597" y="1"/>
                  </a:moveTo>
                  <a:lnTo>
                    <a:pt x="1" y="4597"/>
                  </a:lnTo>
                  <a:lnTo>
                    <a:pt x="1" y="5088"/>
                  </a:lnTo>
                  <a:lnTo>
                    <a:pt x="1611" y="5088"/>
                  </a:lnTo>
                  <a:lnTo>
                    <a:pt x="4597" y="2102"/>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6" name="Google Shape;12786;p30"/>
            <p:cNvSpPr/>
            <p:nvPr/>
          </p:nvSpPr>
          <p:spPr>
            <a:xfrm>
              <a:off x="-136402" y="1414398"/>
              <a:ext cx="347597" cy="506957"/>
            </a:xfrm>
            <a:custGeom>
              <a:avLst/>
              <a:gdLst/>
              <a:ahLst/>
              <a:cxnLst/>
              <a:rect l="l" t="t" r="r" b="b"/>
              <a:pathLst>
                <a:path w="4598" h="6706" extrusionOk="0">
                  <a:moveTo>
                    <a:pt x="4597" y="0"/>
                  </a:moveTo>
                  <a:lnTo>
                    <a:pt x="1" y="4597"/>
                  </a:lnTo>
                  <a:lnTo>
                    <a:pt x="1" y="6705"/>
                  </a:lnTo>
                  <a:lnTo>
                    <a:pt x="4597" y="2109"/>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7" name="Google Shape;12787;p30"/>
            <p:cNvSpPr/>
            <p:nvPr/>
          </p:nvSpPr>
          <p:spPr>
            <a:xfrm>
              <a:off x="-136402" y="685583"/>
              <a:ext cx="347597" cy="506276"/>
            </a:xfrm>
            <a:custGeom>
              <a:avLst/>
              <a:gdLst/>
              <a:ahLst/>
              <a:cxnLst/>
              <a:rect l="l" t="t" r="r" b="b"/>
              <a:pathLst>
                <a:path w="4598" h="6697" extrusionOk="0">
                  <a:moveTo>
                    <a:pt x="4597" y="1"/>
                  </a:moveTo>
                  <a:lnTo>
                    <a:pt x="1" y="4589"/>
                  </a:lnTo>
                  <a:lnTo>
                    <a:pt x="1" y="6697"/>
                  </a:lnTo>
                  <a:lnTo>
                    <a:pt x="4597" y="2101"/>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8" name="Google Shape;12788;p30"/>
            <p:cNvSpPr/>
            <p:nvPr/>
          </p:nvSpPr>
          <p:spPr>
            <a:xfrm>
              <a:off x="-136402" y="2873085"/>
              <a:ext cx="347597" cy="506428"/>
            </a:xfrm>
            <a:custGeom>
              <a:avLst/>
              <a:gdLst/>
              <a:ahLst/>
              <a:cxnLst/>
              <a:rect l="l" t="t" r="r" b="b"/>
              <a:pathLst>
                <a:path w="4598" h="6699" extrusionOk="0">
                  <a:moveTo>
                    <a:pt x="4597" y="1"/>
                  </a:moveTo>
                  <a:lnTo>
                    <a:pt x="1" y="4597"/>
                  </a:lnTo>
                  <a:lnTo>
                    <a:pt x="1" y="6699"/>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9" name="Google Shape;12789;p30"/>
            <p:cNvSpPr/>
            <p:nvPr/>
          </p:nvSpPr>
          <p:spPr>
            <a:xfrm>
              <a:off x="-136402" y="-43836"/>
              <a:ext cx="347597" cy="506276"/>
            </a:xfrm>
            <a:custGeom>
              <a:avLst/>
              <a:gdLst/>
              <a:ahLst/>
              <a:cxnLst/>
              <a:rect l="l" t="t" r="r" b="b"/>
              <a:pathLst>
                <a:path w="4598" h="6697" extrusionOk="0">
                  <a:moveTo>
                    <a:pt x="4597" y="1"/>
                  </a:moveTo>
                  <a:lnTo>
                    <a:pt x="1" y="4590"/>
                  </a:lnTo>
                  <a:lnTo>
                    <a:pt x="1" y="6697"/>
                  </a:lnTo>
                  <a:lnTo>
                    <a:pt x="4597" y="2102"/>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0" name="Google Shape;12790;p30"/>
            <p:cNvSpPr/>
            <p:nvPr/>
          </p:nvSpPr>
          <p:spPr>
            <a:xfrm>
              <a:off x="8971" y="3967175"/>
              <a:ext cx="202223" cy="202299"/>
            </a:xfrm>
            <a:custGeom>
              <a:avLst/>
              <a:gdLst/>
              <a:ahLst/>
              <a:cxnLst/>
              <a:rect l="l" t="t" r="r" b="b"/>
              <a:pathLst>
                <a:path w="2675" h="2676" extrusionOk="0">
                  <a:moveTo>
                    <a:pt x="2674" y="0"/>
                  </a:moveTo>
                  <a:lnTo>
                    <a:pt x="0" y="2676"/>
                  </a:lnTo>
                  <a:lnTo>
                    <a:pt x="2100" y="2676"/>
                  </a:lnTo>
                  <a:lnTo>
                    <a:pt x="2674" y="2102"/>
                  </a:lnTo>
                  <a:lnTo>
                    <a:pt x="267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1" name="Google Shape;12791;p30"/>
            <p:cNvSpPr/>
            <p:nvPr/>
          </p:nvSpPr>
          <p:spPr>
            <a:xfrm>
              <a:off x="-136402" y="1961481"/>
              <a:ext cx="347597" cy="506276"/>
            </a:xfrm>
            <a:custGeom>
              <a:avLst/>
              <a:gdLst/>
              <a:ahLst/>
              <a:cxnLst/>
              <a:rect l="l" t="t" r="r" b="b"/>
              <a:pathLst>
                <a:path w="4598" h="6697" extrusionOk="0">
                  <a:moveTo>
                    <a:pt x="4597" y="0"/>
                  </a:moveTo>
                  <a:lnTo>
                    <a:pt x="1" y="4595"/>
                  </a:lnTo>
                  <a:lnTo>
                    <a:pt x="1" y="6697"/>
                  </a:lnTo>
                  <a:lnTo>
                    <a:pt x="4597" y="2107"/>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2" name="Google Shape;12792;p30"/>
            <p:cNvSpPr/>
            <p:nvPr/>
          </p:nvSpPr>
          <p:spPr>
            <a:xfrm>
              <a:off x="-136402" y="867919"/>
              <a:ext cx="347597" cy="506276"/>
            </a:xfrm>
            <a:custGeom>
              <a:avLst/>
              <a:gdLst/>
              <a:ahLst/>
              <a:cxnLst/>
              <a:rect l="l" t="t" r="r" b="b"/>
              <a:pathLst>
                <a:path w="4598" h="6697" extrusionOk="0">
                  <a:moveTo>
                    <a:pt x="4597" y="0"/>
                  </a:moveTo>
                  <a:lnTo>
                    <a:pt x="1" y="4589"/>
                  </a:lnTo>
                  <a:lnTo>
                    <a:pt x="1" y="6697"/>
                  </a:lnTo>
                  <a:lnTo>
                    <a:pt x="4597" y="2100"/>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3" name="Google Shape;12793;p30"/>
            <p:cNvSpPr/>
            <p:nvPr/>
          </p:nvSpPr>
          <p:spPr>
            <a:xfrm>
              <a:off x="-136402" y="138500"/>
              <a:ext cx="347597" cy="506428"/>
            </a:xfrm>
            <a:custGeom>
              <a:avLst/>
              <a:gdLst/>
              <a:ahLst/>
              <a:cxnLst/>
              <a:rect l="l" t="t" r="r" b="b"/>
              <a:pathLst>
                <a:path w="4598" h="6699" extrusionOk="0">
                  <a:moveTo>
                    <a:pt x="4597" y="0"/>
                  </a:moveTo>
                  <a:lnTo>
                    <a:pt x="1" y="4590"/>
                  </a:lnTo>
                  <a:lnTo>
                    <a:pt x="1" y="6698"/>
                  </a:lnTo>
                  <a:lnTo>
                    <a:pt x="4597" y="2102"/>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4" name="Google Shape;12794;p30"/>
            <p:cNvSpPr/>
            <p:nvPr/>
          </p:nvSpPr>
          <p:spPr>
            <a:xfrm>
              <a:off x="191311" y="4149587"/>
              <a:ext cx="19882" cy="19882"/>
            </a:xfrm>
            <a:custGeom>
              <a:avLst/>
              <a:gdLst/>
              <a:ahLst/>
              <a:cxnLst/>
              <a:rect l="l" t="t" r="r" b="b"/>
              <a:pathLst>
                <a:path w="263" h="263" extrusionOk="0">
                  <a:moveTo>
                    <a:pt x="262" y="1"/>
                  </a:moveTo>
                  <a:lnTo>
                    <a:pt x="0" y="263"/>
                  </a:lnTo>
                  <a:lnTo>
                    <a:pt x="262" y="263"/>
                  </a:lnTo>
                  <a:lnTo>
                    <a:pt x="26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95" name="Google Shape;12795;p30"/>
          <p:cNvGrpSpPr/>
          <p:nvPr/>
        </p:nvGrpSpPr>
        <p:grpSpPr>
          <a:xfrm rot="-5400000">
            <a:off x="1552466" y="-2158707"/>
            <a:ext cx="347597" cy="4345451"/>
            <a:chOff x="-136402" y="-175976"/>
            <a:chExt cx="347597" cy="4345451"/>
          </a:xfrm>
        </p:grpSpPr>
        <p:sp>
          <p:nvSpPr>
            <p:cNvPr id="12796" name="Google Shape;12796;p30"/>
            <p:cNvSpPr/>
            <p:nvPr/>
          </p:nvSpPr>
          <p:spPr>
            <a:xfrm>
              <a:off x="-136402" y="3579069"/>
              <a:ext cx="347597" cy="371033"/>
            </a:xfrm>
            <a:custGeom>
              <a:avLst/>
              <a:gdLst/>
              <a:ahLst/>
              <a:cxnLst/>
              <a:rect l="l" t="t" r="r" b="b"/>
              <a:pathLst>
                <a:path w="4598" h="4908" extrusionOk="0">
                  <a:moveTo>
                    <a:pt x="4597" y="1"/>
                  </a:moveTo>
                  <a:lnTo>
                    <a:pt x="1" y="4595"/>
                  </a:lnTo>
                  <a:lnTo>
                    <a:pt x="1" y="4907"/>
                  </a:lnTo>
                  <a:lnTo>
                    <a:pt x="4597" y="311"/>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7" name="Google Shape;12797;p30"/>
            <p:cNvSpPr/>
            <p:nvPr/>
          </p:nvSpPr>
          <p:spPr>
            <a:xfrm>
              <a:off x="-136402" y="2850179"/>
              <a:ext cx="347597" cy="370503"/>
            </a:xfrm>
            <a:custGeom>
              <a:avLst/>
              <a:gdLst/>
              <a:ahLst/>
              <a:cxnLst/>
              <a:rect l="l" t="t" r="r" b="b"/>
              <a:pathLst>
                <a:path w="4598" h="4901" extrusionOk="0">
                  <a:moveTo>
                    <a:pt x="4597" y="0"/>
                  </a:moveTo>
                  <a:lnTo>
                    <a:pt x="1" y="4590"/>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8" name="Google Shape;12798;p30"/>
            <p:cNvSpPr/>
            <p:nvPr/>
          </p:nvSpPr>
          <p:spPr>
            <a:xfrm>
              <a:off x="-14615" y="3943741"/>
              <a:ext cx="225810" cy="225734"/>
            </a:xfrm>
            <a:custGeom>
              <a:avLst/>
              <a:gdLst/>
              <a:ahLst/>
              <a:cxnLst/>
              <a:rect l="l" t="t" r="r" b="b"/>
              <a:pathLst>
                <a:path w="2987" h="2986" extrusionOk="0">
                  <a:moveTo>
                    <a:pt x="2986" y="0"/>
                  </a:moveTo>
                  <a:lnTo>
                    <a:pt x="0" y="2986"/>
                  </a:lnTo>
                  <a:lnTo>
                    <a:pt x="312" y="2986"/>
                  </a:lnTo>
                  <a:lnTo>
                    <a:pt x="2986" y="310"/>
                  </a:lnTo>
                  <a:lnTo>
                    <a:pt x="29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9" name="Google Shape;12799;p30"/>
            <p:cNvSpPr/>
            <p:nvPr/>
          </p:nvSpPr>
          <p:spPr>
            <a:xfrm>
              <a:off x="-136402" y="3214775"/>
              <a:ext cx="347597" cy="370655"/>
            </a:xfrm>
            <a:custGeom>
              <a:avLst/>
              <a:gdLst/>
              <a:ahLst/>
              <a:cxnLst/>
              <a:rect l="l" t="t" r="r" b="b"/>
              <a:pathLst>
                <a:path w="4598" h="4903" extrusionOk="0">
                  <a:moveTo>
                    <a:pt x="4597" y="1"/>
                  </a:moveTo>
                  <a:lnTo>
                    <a:pt x="1" y="4591"/>
                  </a:lnTo>
                  <a:lnTo>
                    <a:pt x="1" y="4902"/>
                  </a:lnTo>
                  <a:lnTo>
                    <a:pt x="4597" y="306"/>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0" name="Google Shape;12800;p30"/>
            <p:cNvSpPr/>
            <p:nvPr/>
          </p:nvSpPr>
          <p:spPr>
            <a:xfrm>
              <a:off x="-136402" y="2485508"/>
              <a:ext cx="347597" cy="370503"/>
            </a:xfrm>
            <a:custGeom>
              <a:avLst/>
              <a:gdLst/>
              <a:ahLst/>
              <a:cxnLst/>
              <a:rect l="l" t="t" r="r" b="b"/>
              <a:pathLst>
                <a:path w="4598" h="4901" extrusionOk="0">
                  <a:moveTo>
                    <a:pt x="4597" y="0"/>
                  </a:moveTo>
                  <a:lnTo>
                    <a:pt x="1" y="4589"/>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1" name="Google Shape;12801;p30"/>
            <p:cNvSpPr/>
            <p:nvPr/>
          </p:nvSpPr>
          <p:spPr>
            <a:xfrm>
              <a:off x="-136402" y="2120760"/>
              <a:ext cx="347597" cy="370579"/>
            </a:xfrm>
            <a:custGeom>
              <a:avLst/>
              <a:gdLst/>
              <a:ahLst/>
              <a:cxnLst/>
              <a:rect l="l" t="t" r="r" b="b"/>
              <a:pathLst>
                <a:path w="4598" h="4902" extrusionOk="0">
                  <a:moveTo>
                    <a:pt x="4597" y="0"/>
                  </a:moveTo>
                  <a:lnTo>
                    <a:pt x="1" y="4590"/>
                  </a:lnTo>
                  <a:lnTo>
                    <a:pt x="1" y="4902"/>
                  </a:lnTo>
                  <a:lnTo>
                    <a:pt x="4597" y="305"/>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2" name="Google Shape;12802;p30"/>
            <p:cNvSpPr/>
            <p:nvPr/>
          </p:nvSpPr>
          <p:spPr>
            <a:xfrm>
              <a:off x="-136402" y="1756088"/>
              <a:ext cx="347597" cy="370503"/>
            </a:xfrm>
            <a:custGeom>
              <a:avLst/>
              <a:gdLst/>
              <a:ahLst/>
              <a:cxnLst/>
              <a:rect l="l" t="t" r="r" b="b"/>
              <a:pathLst>
                <a:path w="4598" h="4901" extrusionOk="0">
                  <a:moveTo>
                    <a:pt x="4597" y="0"/>
                  </a:moveTo>
                  <a:lnTo>
                    <a:pt x="1" y="4590"/>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3" name="Google Shape;12803;p30"/>
            <p:cNvSpPr/>
            <p:nvPr/>
          </p:nvSpPr>
          <p:spPr>
            <a:xfrm>
              <a:off x="-136402" y="1391417"/>
              <a:ext cx="347597" cy="370503"/>
            </a:xfrm>
            <a:custGeom>
              <a:avLst/>
              <a:gdLst/>
              <a:ahLst/>
              <a:cxnLst/>
              <a:rect l="l" t="t" r="r" b="b"/>
              <a:pathLst>
                <a:path w="4598" h="4901" extrusionOk="0">
                  <a:moveTo>
                    <a:pt x="4597" y="1"/>
                  </a:moveTo>
                  <a:lnTo>
                    <a:pt x="1" y="4597"/>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4" name="Google Shape;12804;p30"/>
            <p:cNvSpPr/>
            <p:nvPr/>
          </p:nvSpPr>
          <p:spPr>
            <a:xfrm>
              <a:off x="-136402" y="1026669"/>
              <a:ext cx="347597" cy="370655"/>
            </a:xfrm>
            <a:custGeom>
              <a:avLst/>
              <a:gdLst/>
              <a:ahLst/>
              <a:cxnLst/>
              <a:rect l="l" t="t" r="r" b="b"/>
              <a:pathLst>
                <a:path w="4598" h="4903" extrusionOk="0">
                  <a:moveTo>
                    <a:pt x="4597" y="0"/>
                  </a:moveTo>
                  <a:lnTo>
                    <a:pt x="1" y="4597"/>
                  </a:lnTo>
                  <a:lnTo>
                    <a:pt x="1" y="4902"/>
                  </a:lnTo>
                  <a:lnTo>
                    <a:pt x="4597" y="306"/>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5" name="Google Shape;12805;p30"/>
            <p:cNvSpPr/>
            <p:nvPr/>
          </p:nvSpPr>
          <p:spPr>
            <a:xfrm>
              <a:off x="-136402" y="661998"/>
              <a:ext cx="347597" cy="370503"/>
            </a:xfrm>
            <a:custGeom>
              <a:avLst/>
              <a:gdLst/>
              <a:ahLst/>
              <a:cxnLst/>
              <a:rect l="l" t="t" r="r" b="b"/>
              <a:pathLst>
                <a:path w="4598" h="4901" extrusionOk="0">
                  <a:moveTo>
                    <a:pt x="4597" y="1"/>
                  </a:moveTo>
                  <a:lnTo>
                    <a:pt x="1" y="4597"/>
                  </a:lnTo>
                  <a:lnTo>
                    <a:pt x="1" y="4901"/>
                  </a:lnTo>
                  <a:lnTo>
                    <a:pt x="4597" y="313"/>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6" name="Google Shape;12806;p30"/>
            <p:cNvSpPr/>
            <p:nvPr/>
          </p:nvSpPr>
          <p:spPr>
            <a:xfrm>
              <a:off x="-136402" y="297402"/>
              <a:ext cx="347597" cy="370503"/>
            </a:xfrm>
            <a:custGeom>
              <a:avLst/>
              <a:gdLst/>
              <a:ahLst/>
              <a:cxnLst/>
              <a:rect l="l" t="t" r="r" b="b"/>
              <a:pathLst>
                <a:path w="4598" h="4901" extrusionOk="0">
                  <a:moveTo>
                    <a:pt x="4597" y="0"/>
                  </a:moveTo>
                  <a:lnTo>
                    <a:pt x="1" y="4596"/>
                  </a:lnTo>
                  <a:lnTo>
                    <a:pt x="1" y="4900"/>
                  </a:lnTo>
                  <a:lnTo>
                    <a:pt x="4597" y="310"/>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7" name="Google Shape;12807;p30"/>
            <p:cNvSpPr/>
            <p:nvPr/>
          </p:nvSpPr>
          <p:spPr>
            <a:xfrm>
              <a:off x="-136402" y="-67421"/>
              <a:ext cx="347597" cy="370655"/>
            </a:xfrm>
            <a:custGeom>
              <a:avLst/>
              <a:gdLst/>
              <a:ahLst/>
              <a:cxnLst/>
              <a:rect l="l" t="t" r="r" b="b"/>
              <a:pathLst>
                <a:path w="4598" h="4903" extrusionOk="0">
                  <a:moveTo>
                    <a:pt x="4597" y="1"/>
                  </a:moveTo>
                  <a:lnTo>
                    <a:pt x="1" y="4597"/>
                  </a:lnTo>
                  <a:lnTo>
                    <a:pt x="1" y="4902"/>
                  </a:lnTo>
                  <a:lnTo>
                    <a:pt x="4597" y="313"/>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8" name="Google Shape;12808;p30"/>
            <p:cNvSpPr/>
            <p:nvPr/>
          </p:nvSpPr>
          <p:spPr>
            <a:xfrm>
              <a:off x="-136402" y="-175976"/>
              <a:ext cx="114606" cy="114379"/>
            </a:xfrm>
            <a:custGeom>
              <a:avLst/>
              <a:gdLst/>
              <a:ahLst/>
              <a:cxnLst/>
              <a:rect l="l" t="t" r="r" b="b"/>
              <a:pathLst>
                <a:path w="1516" h="1513" extrusionOk="0">
                  <a:moveTo>
                    <a:pt x="1212" y="0"/>
                  </a:moveTo>
                  <a:lnTo>
                    <a:pt x="1" y="1209"/>
                  </a:lnTo>
                  <a:lnTo>
                    <a:pt x="1" y="1513"/>
                  </a:lnTo>
                  <a:lnTo>
                    <a:pt x="15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9" name="Google Shape;12809;p30"/>
            <p:cNvSpPr/>
            <p:nvPr/>
          </p:nvSpPr>
          <p:spPr>
            <a:xfrm>
              <a:off x="167725" y="4126077"/>
              <a:ext cx="43469" cy="43393"/>
            </a:xfrm>
            <a:custGeom>
              <a:avLst/>
              <a:gdLst/>
              <a:ahLst/>
              <a:cxnLst/>
              <a:rect l="l" t="t" r="r" b="b"/>
              <a:pathLst>
                <a:path w="575" h="574" extrusionOk="0">
                  <a:moveTo>
                    <a:pt x="574" y="0"/>
                  </a:moveTo>
                  <a:lnTo>
                    <a:pt x="0" y="574"/>
                  </a:lnTo>
                  <a:lnTo>
                    <a:pt x="312" y="574"/>
                  </a:lnTo>
                  <a:lnTo>
                    <a:pt x="574" y="312"/>
                  </a:lnTo>
                  <a:lnTo>
                    <a:pt x="57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0" name="Google Shape;12810;p30"/>
            <p:cNvSpPr/>
            <p:nvPr/>
          </p:nvSpPr>
          <p:spPr>
            <a:xfrm>
              <a:off x="-136402" y="3396658"/>
              <a:ext cx="347597" cy="371108"/>
            </a:xfrm>
            <a:custGeom>
              <a:avLst/>
              <a:gdLst/>
              <a:ahLst/>
              <a:cxnLst/>
              <a:rect l="l" t="t" r="r" b="b"/>
              <a:pathLst>
                <a:path w="4598" h="4909" extrusionOk="0">
                  <a:moveTo>
                    <a:pt x="4597" y="0"/>
                  </a:moveTo>
                  <a:lnTo>
                    <a:pt x="1" y="4596"/>
                  </a:lnTo>
                  <a:lnTo>
                    <a:pt x="1" y="4908"/>
                  </a:lnTo>
                  <a:lnTo>
                    <a:pt x="4597" y="312"/>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1" name="Google Shape;12811;p30"/>
            <p:cNvSpPr/>
            <p:nvPr/>
          </p:nvSpPr>
          <p:spPr>
            <a:xfrm>
              <a:off x="-136402" y="2667843"/>
              <a:ext cx="347597" cy="370503"/>
            </a:xfrm>
            <a:custGeom>
              <a:avLst/>
              <a:gdLst/>
              <a:ahLst/>
              <a:cxnLst/>
              <a:rect l="l" t="t" r="r" b="b"/>
              <a:pathLst>
                <a:path w="4598" h="4901" extrusionOk="0">
                  <a:moveTo>
                    <a:pt x="4597" y="0"/>
                  </a:moveTo>
                  <a:lnTo>
                    <a:pt x="1" y="4590"/>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2" name="Google Shape;12812;p30"/>
            <p:cNvSpPr/>
            <p:nvPr/>
          </p:nvSpPr>
          <p:spPr>
            <a:xfrm>
              <a:off x="-136402" y="1938424"/>
              <a:ext cx="347597" cy="370503"/>
            </a:xfrm>
            <a:custGeom>
              <a:avLst/>
              <a:gdLst/>
              <a:ahLst/>
              <a:cxnLst/>
              <a:rect l="l" t="t" r="r" b="b"/>
              <a:pathLst>
                <a:path w="4598" h="4901" extrusionOk="0">
                  <a:moveTo>
                    <a:pt x="4597" y="0"/>
                  </a:moveTo>
                  <a:lnTo>
                    <a:pt x="1" y="4590"/>
                  </a:lnTo>
                  <a:lnTo>
                    <a:pt x="1" y="4900"/>
                  </a:lnTo>
                  <a:lnTo>
                    <a:pt x="4597" y="305"/>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3" name="Google Shape;12813;p30"/>
            <p:cNvSpPr/>
            <p:nvPr/>
          </p:nvSpPr>
          <p:spPr>
            <a:xfrm>
              <a:off x="-136402" y="1209081"/>
              <a:ext cx="347597" cy="370503"/>
            </a:xfrm>
            <a:custGeom>
              <a:avLst/>
              <a:gdLst/>
              <a:ahLst/>
              <a:cxnLst/>
              <a:rect l="l" t="t" r="r" b="b"/>
              <a:pathLst>
                <a:path w="4598" h="4901" extrusionOk="0">
                  <a:moveTo>
                    <a:pt x="4597" y="1"/>
                  </a:moveTo>
                  <a:lnTo>
                    <a:pt x="1" y="4596"/>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4" name="Google Shape;12814;p30"/>
            <p:cNvSpPr/>
            <p:nvPr/>
          </p:nvSpPr>
          <p:spPr>
            <a:xfrm>
              <a:off x="-136402" y="479662"/>
              <a:ext cx="347597" cy="370503"/>
            </a:xfrm>
            <a:custGeom>
              <a:avLst/>
              <a:gdLst/>
              <a:ahLst/>
              <a:cxnLst/>
              <a:rect l="l" t="t" r="r" b="b"/>
              <a:pathLst>
                <a:path w="4598" h="4901" extrusionOk="0">
                  <a:moveTo>
                    <a:pt x="4597" y="1"/>
                  </a:moveTo>
                  <a:lnTo>
                    <a:pt x="1" y="4597"/>
                  </a:lnTo>
                  <a:lnTo>
                    <a:pt x="1" y="4901"/>
                  </a:lnTo>
                  <a:lnTo>
                    <a:pt x="4597" y="311"/>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5" name="Google Shape;12815;p30"/>
            <p:cNvSpPr/>
            <p:nvPr/>
          </p:nvSpPr>
          <p:spPr>
            <a:xfrm>
              <a:off x="-136402" y="3761405"/>
              <a:ext cx="347597" cy="370957"/>
            </a:xfrm>
            <a:custGeom>
              <a:avLst/>
              <a:gdLst/>
              <a:ahLst/>
              <a:cxnLst/>
              <a:rect l="l" t="t" r="r" b="b"/>
              <a:pathLst>
                <a:path w="4598" h="4907" extrusionOk="0">
                  <a:moveTo>
                    <a:pt x="4597" y="0"/>
                  </a:moveTo>
                  <a:lnTo>
                    <a:pt x="1" y="4597"/>
                  </a:lnTo>
                  <a:lnTo>
                    <a:pt x="1" y="4907"/>
                  </a:lnTo>
                  <a:lnTo>
                    <a:pt x="4597" y="311"/>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6" name="Google Shape;12816;p30"/>
            <p:cNvSpPr/>
            <p:nvPr/>
          </p:nvSpPr>
          <p:spPr>
            <a:xfrm>
              <a:off x="-136402" y="3032440"/>
              <a:ext cx="347597" cy="370503"/>
            </a:xfrm>
            <a:custGeom>
              <a:avLst/>
              <a:gdLst/>
              <a:ahLst/>
              <a:cxnLst/>
              <a:rect l="l" t="t" r="r" b="b"/>
              <a:pathLst>
                <a:path w="4598" h="4901" extrusionOk="0">
                  <a:moveTo>
                    <a:pt x="4597" y="1"/>
                  </a:moveTo>
                  <a:lnTo>
                    <a:pt x="1" y="4591"/>
                  </a:lnTo>
                  <a:lnTo>
                    <a:pt x="1" y="4901"/>
                  </a:lnTo>
                  <a:lnTo>
                    <a:pt x="4597" y="306"/>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7" name="Google Shape;12817;p30"/>
            <p:cNvSpPr/>
            <p:nvPr/>
          </p:nvSpPr>
          <p:spPr>
            <a:xfrm>
              <a:off x="-136402" y="2303172"/>
              <a:ext cx="347597" cy="370503"/>
            </a:xfrm>
            <a:custGeom>
              <a:avLst/>
              <a:gdLst/>
              <a:ahLst/>
              <a:cxnLst/>
              <a:rect l="l" t="t" r="r" b="b"/>
              <a:pathLst>
                <a:path w="4598" h="4901" extrusionOk="0">
                  <a:moveTo>
                    <a:pt x="4597" y="1"/>
                  </a:moveTo>
                  <a:lnTo>
                    <a:pt x="1" y="4589"/>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8" name="Google Shape;12818;p30"/>
            <p:cNvSpPr/>
            <p:nvPr/>
          </p:nvSpPr>
          <p:spPr>
            <a:xfrm>
              <a:off x="-136402" y="1573753"/>
              <a:ext cx="347597" cy="370503"/>
            </a:xfrm>
            <a:custGeom>
              <a:avLst/>
              <a:gdLst/>
              <a:ahLst/>
              <a:cxnLst/>
              <a:rect l="l" t="t" r="r" b="b"/>
              <a:pathLst>
                <a:path w="4598" h="4901" extrusionOk="0">
                  <a:moveTo>
                    <a:pt x="4597" y="1"/>
                  </a:moveTo>
                  <a:lnTo>
                    <a:pt x="1" y="4597"/>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9" name="Google Shape;12819;p30"/>
            <p:cNvSpPr/>
            <p:nvPr/>
          </p:nvSpPr>
          <p:spPr>
            <a:xfrm>
              <a:off x="-136402" y="844334"/>
              <a:ext cx="347597" cy="370503"/>
            </a:xfrm>
            <a:custGeom>
              <a:avLst/>
              <a:gdLst/>
              <a:ahLst/>
              <a:cxnLst/>
              <a:rect l="l" t="t" r="r" b="b"/>
              <a:pathLst>
                <a:path w="4598" h="4901" extrusionOk="0">
                  <a:moveTo>
                    <a:pt x="4597" y="1"/>
                  </a:moveTo>
                  <a:lnTo>
                    <a:pt x="1" y="4597"/>
                  </a:lnTo>
                  <a:lnTo>
                    <a:pt x="1" y="4901"/>
                  </a:lnTo>
                  <a:lnTo>
                    <a:pt x="4597" y="312"/>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0" name="Google Shape;12820;p30"/>
            <p:cNvSpPr/>
            <p:nvPr/>
          </p:nvSpPr>
          <p:spPr>
            <a:xfrm>
              <a:off x="-136402" y="115066"/>
              <a:ext cx="347597" cy="370503"/>
            </a:xfrm>
            <a:custGeom>
              <a:avLst/>
              <a:gdLst/>
              <a:ahLst/>
              <a:cxnLst/>
              <a:rect l="l" t="t" r="r" b="b"/>
              <a:pathLst>
                <a:path w="4598" h="4901" extrusionOk="0">
                  <a:moveTo>
                    <a:pt x="4597" y="0"/>
                  </a:moveTo>
                  <a:lnTo>
                    <a:pt x="1" y="4595"/>
                  </a:lnTo>
                  <a:lnTo>
                    <a:pt x="1" y="4900"/>
                  </a:lnTo>
                  <a:lnTo>
                    <a:pt x="4597" y="310"/>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1" name="Google Shape;12821;p30"/>
            <p:cNvSpPr/>
            <p:nvPr/>
          </p:nvSpPr>
          <p:spPr>
            <a:xfrm>
              <a:off x="-136402" y="-175976"/>
              <a:ext cx="296947" cy="296720"/>
            </a:xfrm>
            <a:custGeom>
              <a:avLst/>
              <a:gdLst/>
              <a:ahLst/>
              <a:cxnLst/>
              <a:rect l="l" t="t" r="r" b="b"/>
              <a:pathLst>
                <a:path w="3928" h="3925" extrusionOk="0">
                  <a:moveTo>
                    <a:pt x="3624" y="0"/>
                  </a:moveTo>
                  <a:lnTo>
                    <a:pt x="1" y="3621"/>
                  </a:lnTo>
                  <a:lnTo>
                    <a:pt x="1" y="3925"/>
                  </a:lnTo>
                  <a:lnTo>
                    <a:pt x="39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22" name="Google Shape;12822;p30"/>
          <p:cNvSpPr/>
          <p:nvPr/>
        </p:nvSpPr>
        <p:spPr>
          <a:xfrm rot="-5400000">
            <a:off x="1552391" y="-2158735"/>
            <a:ext cx="347700" cy="43455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3" name="Google Shape;12823;p30"/>
          <p:cNvSpPr/>
          <p:nvPr/>
        </p:nvSpPr>
        <p:spPr>
          <a:xfrm rot="-5400000">
            <a:off x="1712363" y="3497863"/>
            <a:ext cx="459300" cy="30402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4" name="Google Shape;12824;p30"/>
          <p:cNvSpPr/>
          <p:nvPr/>
        </p:nvSpPr>
        <p:spPr>
          <a:xfrm rot="-5400000">
            <a:off x="-1034812" y="3850013"/>
            <a:ext cx="1896300" cy="18963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5" name="Google Shape;12825;p30"/>
          <p:cNvSpPr/>
          <p:nvPr/>
        </p:nvSpPr>
        <p:spPr>
          <a:xfrm>
            <a:off x="8624923" y="1816773"/>
            <a:ext cx="847455" cy="890993"/>
          </a:xfrm>
          <a:custGeom>
            <a:avLst/>
            <a:gdLst/>
            <a:ahLst/>
            <a:cxnLst/>
            <a:rect l="l" t="t" r="r" b="b"/>
            <a:pathLst>
              <a:path w="16581" h="17432" extrusionOk="0">
                <a:moveTo>
                  <a:pt x="8431" y="4679"/>
                </a:moveTo>
                <a:cubicBezTo>
                  <a:pt x="9068" y="4707"/>
                  <a:pt x="9697" y="4879"/>
                  <a:pt x="10256" y="5191"/>
                </a:cubicBezTo>
                <a:cubicBezTo>
                  <a:pt x="10264" y="5191"/>
                  <a:pt x="10264" y="5198"/>
                  <a:pt x="10271" y="5198"/>
                </a:cubicBezTo>
                <a:cubicBezTo>
                  <a:pt x="10298" y="5211"/>
                  <a:pt x="10319" y="5226"/>
                  <a:pt x="10339" y="5239"/>
                </a:cubicBezTo>
                <a:cubicBezTo>
                  <a:pt x="10367" y="5253"/>
                  <a:pt x="10389" y="5267"/>
                  <a:pt x="10415" y="5281"/>
                </a:cubicBezTo>
                <a:cubicBezTo>
                  <a:pt x="10415" y="5287"/>
                  <a:pt x="10422" y="5287"/>
                  <a:pt x="10430" y="5294"/>
                </a:cubicBezTo>
                <a:cubicBezTo>
                  <a:pt x="10969" y="5632"/>
                  <a:pt x="11426" y="6097"/>
                  <a:pt x="11757" y="6643"/>
                </a:cubicBezTo>
                <a:cubicBezTo>
                  <a:pt x="11757" y="6649"/>
                  <a:pt x="11764" y="6656"/>
                  <a:pt x="11764" y="6663"/>
                </a:cubicBezTo>
                <a:cubicBezTo>
                  <a:pt x="11777" y="6684"/>
                  <a:pt x="11790" y="6704"/>
                  <a:pt x="11805" y="6732"/>
                </a:cubicBezTo>
                <a:cubicBezTo>
                  <a:pt x="11819" y="6752"/>
                  <a:pt x="11832" y="6780"/>
                  <a:pt x="11847" y="6802"/>
                </a:cubicBezTo>
                <a:cubicBezTo>
                  <a:pt x="11847" y="6808"/>
                  <a:pt x="11854" y="6815"/>
                  <a:pt x="11854" y="6822"/>
                </a:cubicBezTo>
                <a:cubicBezTo>
                  <a:pt x="12150" y="7382"/>
                  <a:pt x="12316" y="8018"/>
                  <a:pt x="12330" y="8653"/>
                </a:cubicBezTo>
                <a:lnTo>
                  <a:pt x="12330" y="8675"/>
                </a:lnTo>
                <a:cubicBezTo>
                  <a:pt x="12330" y="8701"/>
                  <a:pt x="12330" y="8723"/>
                  <a:pt x="12323" y="8751"/>
                </a:cubicBezTo>
                <a:lnTo>
                  <a:pt x="12323" y="8834"/>
                </a:lnTo>
                <a:lnTo>
                  <a:pt x="12323" y="8854"/>
                </a:lnTo>
                <a:cubicBezTo>
                  <a:pt x="12303" y="9497"/>
                  <a:pt x="12131" y="10119"/>
                  <a:pt x="11819" y="10678"/>
                </a:cubicBezTo>
                <a:cubicBezTo>
                  <a:pt x="11812" y="10685"/>
                  <a:pt x="11812" y="10692"/>
                  <a:pt x="11805" y="10700"/>
                </a:cubicBezTo>
                <a:cubicBezTo>
                  <a:pt x="11799" y="10720"/>
                  <a:pt x="11784" y="10741"/>
                  <a:pt x="11771" y="10761"/>
                </a:cubicBezTo>
                <a:cubicBezTo>
                  <a:pt x="11757" y="10790"/>
                  <a:pt x="11742" y="10809"/>
                  <a:pt x="11722" y="10838"/>
                </a:cubicBezTo>
                <a:cubicBezTo>
                  <a:pt x="11722" y="10844"/>
                  <a:pt x="11716" y="10851"/>
                  <a:pt x="11716" y="10851"/>
                </a:cubicBezTo>
                <a:cubicBezTo>
                  <a:pt x="11376" y="11397"/>
                  <a:pt x="10913" y="11853"/>
                  <a:pt x="10361" y="12178"/>
                </a:cubicBezTo>
                <a:cubicBezTo>
                  <a:pt x="10361" y="12185"/>
                  <a:pt x="10354" y="12185"/>
                  <a:pt x="10347" y="12193"/>
                </a:cubicBezTo>
                <a:cubicBezTo>
                  <a:pt x="10319" y="12206"/>
                  <a:pt x="10298" y="12219"/>
                  <a:pt x="10271" y="12234"/>
                </a:cubicBezTo>
                <a:cubicBezTo>
                  <a:pt x="10249" y="12248"/>
                  <a:pt x="10230" y="12261"/>
                  <a:pt x="10201" y="12267"/>
                </a:cubicBezTo>
                <a:cubicBezTo>
                  <a:pt x="10201" y="12276"/>
                  <a:pt x="10195" y="12276"/>
                  <a:pt x="10188" y="12282"/>
                </a:cubicBezTo>
                <a:cubicBezTo>
                  <a:pt x="9621" y="12579"/>
                  <a:pt x="8992" y="12739"/>
                  <a:pt x="8357" y="12752"/>
                </a:cubicBezTo>
                <a:lnTo>
                  <a:pt x="8150" y="12752"/>
                </a:lnTo>
                <a:cubicBezTo>
                  <a:pt x="7513" y="12724"/>
                  <a:pt x="6884" y="12551"/>
                  <a:pt x="6325" y="12241"/>
                </a:cubicBezTo>
                <a:cubicBezTo>
                  <a:pt x="6325" y="12241"/>
                  <a:pt x="6317" y="12234"/>
                  <a:pt x="6310" y="12234"/>
                </a:cubicBezTo>
                <a:cubicBezTo>
                  <a:pt x="6283" y="12219"/>
                  <a:pt x="6262" y="12206"/>
                  <a:pt x="6234" y="12193"/>
                </a:cubicBezTo>
                <a:cubicBezTo>
                  <a:pt x="6214" y="12178"/>
                  <a:pt x="6192" y="12165"/>
                  <a:pt x="6172" y="12151"/>
                </a:cubicBezTo>
                <a:cubicBezTo>
                  <a:pt x="6166" y="12143"/>
                  <a:pt x="6159" y="12143"/>
                  <a:pt x="6151" y="12136"/>
                </a:cubicBezTo>
                <a:cubicBezTo>
                  <a:pt x="5612" y="11798"/>
                  <a:pt x="5155" y="11335"/>
                  <a:pt x="4824" y="10790"/>
                </a:cubicBezTo>
                <a:cubicBezTo>
                  <a:pt x="4824" y="10783"/>
                  <a:pt x="4817" y="10775"/>
                  <a:pt x="4817" y="10768"/>
                </a:cubicBezTo>
                <a:cubicBezTo>
                  <a:pt x="4804" y="10748"/>
                  <a:pt x="4791" y="10720"/>
                  <a:pt x="4776" y="10700"/>
                </a:cubicBezTo>
                <a:cubicBezTo>
                  <a:pt x="4762" y="10672"/>
                  <a:pt x="4749" y="10650"/>
                  <a:pt x="4734" y="10630"/>
                </a:cubicBezTo>
                <a:cubicBezTo>
                  <a:pt x="4734" y="10624"/>
                  <a:pt x="4727" y="10617"/>
                  <a:pt x="4727" y="10609"/>
                </a:cubicBezTo>
                <a:cubicBezTo>
                  <a:pt x="4431" y="10050"/>
                  <a:pt x="4265" y="9421"/>
                  <a:pt x="4258" y="8777"/>
                </a:cubicBezTo>
                <a:lnTo>
                  <a:pt x="4258" y="8758"/>
                </a:lnTo>
                <a:lnTo>
                  <a:pt x="4258" y="8675"/>
                </a:lnTo>
                <a:lnTo>
                  <a:pt x="4258" y="8598"/>
                </a:lnTo>
                <a:lnTo>
                  <a:pt x="4258" y="8577"/>
                </a:lnTo>
                <a:cubicBezTo>
                  <a:pt x="4278" y="7935"/>
                  <a:pt x="4450" y="7313"/>
                  <a:pt x="4762" y="6752"/>
                </a:cubicBezTo>
                <a:cubicBezTo>
                  <a:pt x="4769" y="6745"/>
                  <a:pt x="4769" y="6739"/>
                  <a:pt x="4776" y="6732"/>
                </a:cubicBezTo>
                <a:cubicBezTo>
                  <a:pt x="4791" y="6711"/>
                  <a:pt x="4804" y="6684"/>
                  <a:pt x="4817" y="6663"/>
                </a:cubicBezTo>
                <a:cubicBezTo>
                  <a:pt x="4832" y="6636"/>
                  <a:pt x="4845" y="6614"/>
                  <a:pt x="4859" y="6594"/>
                </a:cubicBezTo>
                <a:cubicBezTo>
                  <a:pt x="4859" y="6586"/>
                  <a:pt x="4865" y="6586"/>
                  <a:pt x="4865" y="6580"/>
                </a:cubicBezTo>
                <a:cubicBezTo>
                  <a:pt x="5205" y="6034"/>
                  <a:pt x="5675" y="5578"/>
                  <a:pt x="6220" y="5253"/>
                </a:cubicBezTo>
                <a:cubicBezTo>
                  <a:pt x="6227" y="5246"/>
                  <a:pt x="6227" y="5246"/>
                  <a:pt x="6234" y="5239"/>
                </a:cubicBezTo>
                <a:cubicBezTo>
                  <a:pt x="6255" y="5226"/>
                  <a:pt x="6283" y="5218"/>
                  <a:pt x="6303" y="5204"/>
                </a:cubicBezTo>
                <a:cubicBezTo>
                  <a:pt x="6332" y="5191"/>
                  <a:pt x="6351" y="5176"/>
                  <a:pt x="6380" y="5163"/>
                </a:cubicBezTo>
                <a:cubicBezTo>
                  <a:pt x="6386" y="5156"/>
                  <a:pt x="6386" y="5156"/>
                  <a:pt x="6393" y="5150"/>
                </a:cubicBezTo>
                <a:cubicBezTo>
                  <a:pt x="6960" y="4853"/>
                  <a:pt x="7589" y="4694"/>
                  <a:pt x="8232" y="4679"/>
                </a:cubicBezTo>
                <a:close/>
                <a:moveTo>
                  <a:pt x="6932" y="1"/>
                </a:moveTo>
                <a:lnTo>
                  <a:pt x="6317" y="2544"/>
                </a:lnTo>
                <a:cubicBezTo>
                  <a:pt x="6096" y="2613"/>
                  <a:pt x="5889" y="2688"/>
                  <a:pt x="5681" y="2779"/>
                </a:cubicBezTo>
                <a:cubicBezTo>
                  <a:pt x="5537" y="2841"/>
                  <a:pt x="5398" y="2910"/>
                  <a:pt x="5253" y="2987"/>
                </a:cubicBezTo>
                <a:cubicBezTo>
                  <a:pt x="5247" y="2993"/>
                  <a:pt x="5238" y="3000"/>
                  <a:pt x="5225" y="3000"/>
                </a:cubicBezTo>
                <a:cubicBezTo>
                  <a:pt x="5218" y="3007"/>
                  <a:pt x="5218" y="3007"/>
                  <a:pt x="5212" y="3013"/>
                </a:cubicBezTo>
                <a:cubicBezTo>
                  <a:pt x="5170" y="3035"/>
                  <a:pt x="5136" y="3048"/>
                  <a:pt x="5101" y="3070"/>
                </a:cubicBezTo>
                <a:cubicBezTo>
                  <a:pt x="5101" y="3076"/>
                  <a:pt x="5094" y="3076"/>
                  <a:pt x="5087" y="3076"/>
                </a:cubicBezTo>
                <a:cubicBezTo>
                  <a:pt x="5059" y="3096"/>
                  <a:pt x="5031" y="3111"/>
                  <a:pt x="4998" y="3131"/>
                </a:cubicBezTo>
                <a:cubicBezTo>
                  <a:pt x="4990" y="3131"/>
                  <a:pt x="4990" y="3138"/>
                  <a:pt x="4983" y="3144"/>
                </a:cubicBezTo>
                <a:cubicBezTo>
                  <a:pt x="4928" y="3172"/>
                  <a:pt x="4873" y="3207"/>
                  <a:pt x="4817" y="3242"/>
                </a:cubicBezTo>
                <a:cubicBezTo>
                  <a:pt x="4776" y="3269"/>
                  <a:pt x="4734" y="3297"/>
                  <a:pt x="4686" y="3325"/>
                </a:cubicBezTo>
                <a:cubicBezTo>
                  <a:pt x="4459" y="3476"/>
                  <a:pt x="4236" y="3650"/>
                  <a:pt x="4023" y="3836"/>
                </a:cubicBezTo>
                <a:lnTo>
                  <a:pt x="1528" y="3048"/>
                </a:lnTo>
                <a:lnTo>
                  <a:pt x="63" y="5536"/>
                </a:lnTo>
                <a:lnTo>
                  <a:pt x="1956" y="7341"/>
                </a:lnTo>
                <a:cubicBezTo>
                  <a:pt x="1921" y="7507"/>
                  <a:pt x="1888" y="7673"/>
                  <a:pt x="1866" y="7830"/>
                </a:cubicBezTo>
                <a:cubicBezTo>
                  <a:pt x="1859" y="7893"/>
                  <a:pt x="1853" y="7948"/>
                  <a:pt x="1846" y="8011"/>
                </a:cubicBezTo>
                <a:cubicBezTo>
                  <a:pt x="1831" y="8107"/>
                  <a:pt x="1825" y="8212"/>
                  <a:pt x="1818" y="8315"/>
                </a:cubicBezTo>
                <a:lnTo>
                  <a:pt x="1818" y="8328"/>
                </a:lnTo>
                <a:cubicBezTo>
                  <a:pt x="1818" y="8391"/>
                  <a:pt x="1811" y="8452"/>
                  <a:pt x="1811" y="8509"/>
                </a:cubicBezTo>
                <a:lnTo>
                  <a:pt x="1811" y="8535"/>
                </a:lnTo>
                <a:lnTo>
                  <a:pt x="1811" y="8633"/>
                </a:lnTo>
                <a:lnTo>
                  <a:pt x="1811" y="8653"/>
                </a:lnTo>
                <a:lnTo>
                  <a:pt x="1811" y="8771"/>
                </a:lnTo>
                <a:lnTo>
                  <a:pt x="1811" y="8799"/>
                </a:lnTo>
                <a:cubicBezTo>
                  <a:pt x="1811" y="9185"/>
                  <a:pt x="1853" y="9580"/>
                  <a:pt x="1929" y="9967"/>
                </a:cubicBezTo>
                <a:lnTo>
                  <a:pt x="0" y="11743"/>
                </a:lnTo>
                <a:lnTo>
                  <a:pt x="1423" y="14251"/>
                </a:lnTo>
                <a:lnTo>
                  <a:pt x="3933" y="13512"/>
                </a:lnTo>
                <a:cubicBezTo>
                  <a:pt x="4140" y="13706"/>
                  <a:pt x="4354" y="13878"/>
                  <a:pt x="4583" y="14037"/>
                </a:cubicBezTo>
                <a:cubicBezTo>
                  <a:pt x="4673" y="14092"/>
                  <a:pt x="4756" y="14155"/>
                  <a:pt x="4845" y="14210"/>
                </a:cubicBezTo>
                <a:cubicBezTo>
                  <a:pt x="4852" y="14217"/>
                  <a:pt x="4865" y="14217"/>
                  <a:pt x="4873" y="14225"/>
                </a:cubicBezTo>
                <a:cubicBezTo>
                  <a:pt x="4880" y="14231"/>
                  <a:pt x="4887" y="14231"/>
                  <a:pt x="4893" y="14238"/>
                </a:cubicBezTo>
                <a:cubicBezTo>
                  <a:pt x="4928" y="14258"/>
                  <a:pt x="4963" y="14280"/>
                  <a:pt x="4998" y="14299"/>
                </a:cubicBezTo>
                <a:cubicBezTo>
                  <a:pt x="5031" y="14321"/>
                  <a:pt x="5066" y="14341"/>
                  <a:pt x="5101" y="14362"/>
                </a:cubicBezTo>
                <a:cubicBezTo>
                  <a:pt x="5107" y="14362"/>
                  <a:pt x="5114" y="14369"/>
                  <a:pt x="5122" y="14369"/>
                </a:cubicBezTo>
                <a:cubicBezTo>
                  <a:pt x="5129" y="14376"/>
                  <a:pt x="5136" y="14382"/>
                  <a:pt x="5149" y="14382"/>
                </a:cubicBezTo>
                <a:cubicBezTo>
                  <a:pt x="5280" y="14459"/>
                  <a:pt x="5426" y="14535"/>
                  <a:pt x="5563" y="14598"/>
                </a:cubicBezTo>
                <a:cubicBezTo>
                  <a:pt x="5771" y="14694"/>
                  <a:pt x="5978" y="14777"/>
                  <a:pt x="6192" y="14853"/>
                </a:cubicBezTo>
                <a:lnTo>
                  <a:pt x="6766" y="17403"/>
                </a:lnTo>
                <a:lnTo>
                  <a:pt x="9649" y="17431"/>
                </a:lnTo>
                <a:lnTo>
                  <a:pt x="10271" y="14888"/>
                </a:lnTo>
                <a:cubicBezTo>
                  <a:pt x="10485" y="14819"/>
                  <a:pt x="10692" y="14742"/>
                  <a:pt x="10900" y="14653"/>
                </a:cubicBezTo>
                <a:cubicBezTo>
                  <a:pt x="11044" y="14590"/>
                  <a:pt x="11190" y="14522"/>
                  <a:pt x="11328" y="14445"/>
                </a:cubicBezTo>
                <a:cubicBezTo>
                  <a:pt x="11334" y="14439"/>
                  <a:pt x="11343" y="14439"/>
                  <a:pt x="11356" y="14432"/>
                </a:cubicBezTo>
                <a:cubicBezTo>
                  <a:pt x="11363" y="14424"/>
                  <a:pt x="11369" y="14424"/>
                  <a:pt x="11369" y="14417"/>
                </a:cubicBezTo>
                <a:cubicBezTo>
                  <a:pt x="11411" y="14404"/>
                  <a:pt x="11445" y="14382"/>
                  <a:pt x="11480" y="14362"/>
                </a:cubicBezTo>
                <a:cubicBezTo>
                  <a:pt x="11480" y="14356"/>
                  <a:pt x="11487" y="14356"/>
                  <a:pt x="11494" y="14356"/>
                </a:cubicBezTo>
                <a:cubicBezTo>
                  <a:pt x="11522" y="14334"/>
                  <a:pt x="11550" y="14321"/>
                  <a:pt x="11583" y="14299"/>
                </a:cubicBezTo>
                <a:cubicBezTo>
                  <a:pt x="11591" y="14299"/>
                  <a:pt x="11598" y="14293"/>
                  <a:pt x="11605" y="14293"/>
                </a:cubicBezTo>
                <a:cubicBezTo>
                  <a:pt x="11936" y="14092"/>
                  <a:pt x="12262" y="13858"/>
                  <a:pt x="12558" y="13603"/>
                </a:cubicBezTo>
                <a:lnTo>
                  <a:pt x="15053" y="14382"/>
                </a:lnTo>
                <a:lnTo>
                  <a:pt x="16518" y="11903"/>
                </a:lnTo>
                <a:lnTo>
                  <a:pt x="14625" y="10091"/>
                </a:lnTo>
                <a:cubicBezTo>
                  <a:pt x="14652" y="9973"/>
                  <a:pt x="14673" y="9856"/>
                  <a:pt x="14693" y="9738"/>
                </a:cubicBezTo>
                <a:cubicBezTo>
                  <a:pt x="14708" y="9628"/>
                  <a:pt x="14722" y="9524"/>
                  <a:pt x="14735" y="9421"/>
                </a:cubicBezTo>
                <a:cubicBezTo>
                  <a:pt x="14743" y="9373"/>
                  <a:pt x="14750" y="9317"/>
                  <a:pt x="14750" y="9268"/>
                </a:cubicBezTo>
                <a:cubicBezTo>
                  <a:pt x="14763" y="9166"/>
                  <a:pt x="14763" y="9054"/>
                  <a:pt x="14770" y="8950"/>
                </a:cubicBezTo>
                <a:lnTo>
                  <a:pt x="14770" y="8923"/>
                </a:lnTo>
                <a:lnTo>
                  <a:pt x="14770" y="8895"/>
                </a:lnTo>
                <a:cubicBezTo>
                  <a:pt x="14770" y="8860"/>
                  <a:pt x="14776" y="8819"/>
                  <a:pt x="14776" y="8777"/>
                </a:cubicBezTo>
                <a:lnTo>
                  <a:pt x="14776" y="8660"/>
                </a:lnTo>
                <a:lnTo>
                  <a:pt x="14776" y="8633"/>
                </a:lnTo>
                <a:cubicBezTo>
                  <a:pt x="14770" y="8245"/>
                  <a:pt x="14728" y="7852"/>
                  <a:pt x="14652" y="7465"/>
                </a:cubicBezTo>
                <a:lnTo>
                  <a:pt x="16581" y="5695"/>
                </a:lnTo>
                <a:lnTo>
                  <a:pt x="15164" y="3179"/>
                </a:lnTo>
                <a:lnTo>
                  <a:pt x="12648" y="3919"/>
                </a:lnTo>
                <a:cubicBezTo>
                  <a:pt x="12558" y="3836"/>
                  <a:pt x="12469" y="3753"/>
                  <a:pt x="12379" y="3677"/>
                </a:cubicBezTo>
                <a:cubicBezTo>
                  <a:pt x="12296" y="3615"/>
                  <a:pt x="12213" y="3552"/>
                  <a:pt x="12122" y="3491"/>
                </a:cubicBezTo>
                <a:cubicBezTo>
                  <a:pt x="12081" y="3456"/>
                  <a:pt x="12039" y="3428"/>
                  <a:pt x="11998" y="3393"/>
                </a:cubicBezTo>
                <a:cubicBezTo>
                  <a:pt x="11908" y="3338"/>
                  <a:pt x="11825" y="3277"/>
                  <a:pt x="11736" y="3221"/>
                </a:cubicBezTo>
                <a:cubicBezTo>
                  <a:pt x="11729" y="3214"/>
                  <a:pt x="11716" y="3214"/>
                  <a:pt x="11708" y="3207"/>
                </a:cubicBezTo>
                <a:cubicBezTo>
                  <a:pt x="11701" y="3201"/>
                  <a:pt x="11694" y="3201"/>
                  <a:pt x="11688" y="3194"/>
                </a:cubicBezTo>
                <a:cubicBezTo>
                  <a:pt x="11653" y="3172"/>
                  <a:pt x="11618" y="3153"/>
                  <a:pt x="11583" y="3131"/>
                </a:cubicBezTo>
                <a:cubicBezTo>
                  <a:pt x="11550" y="3111"/>
                  <a:pt x="11515" y="3090"/>
                  <a:pt x="11480" y="3076"/>
                </a:cubicBezTo>
                <a:cubicBezTo>
                  <a:pt x="11474" y="3070"/>
                  <a:pt x="11467" y="3070"/>
                  <a:pt x="11467" y="3061"/>
                </a:cubicBezTo>
                <a:cubicBezTo>
                  <a:pt x="11452" y="3055"/>
                  <a:pt x="11445" y="3048"/>
                  <a:pt x="11439" y="3048"/>
                </a:cubicBezTo>
                <a:cubicBezTo>
                  <a:pt x="11301" y="2972"/>
                  <a:pt x="11155" y="2895"/>
                  <a:pt x="11018" y="2834"/>
                </a:cubicBezTo>
                <a:cubicBezTo>
                  <a:pt x="10810" y="2738"/>
                  <a:pt x="10603" y="2655"/>
                  <a:pt x="10389" y="2579"/>
                </a:cubicBezTo>
                <a:lnTo>
                  <a:pt x="9815" y="27"/>
                </a:lnTo>
                <a:lnTo>
                  <a:pt x="693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773211348"/>
      </p:ext>
    </p:extLst>
  </p:cSld>
  <p:clrMapOvr>
    <a:masterClrMapping/>
  </p:clrMapOvr>
  <p:hf sldNum="0" hdr="0" ftr="0" dt="0"/>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Thanks">
  <p:cSld name="Thanks">
    <p:spTree>
      <p:nvGrpSpPr>
        <p:cNvPr id="1" name="Shape 12826"/>
        <p:cNvGrpSpPr/>
        <p:nvPr/>
      </p:nvGrpSpPr>
      <p:grpSpPr>
        <a:xfrm>
          <a:off x="0" y="0"/>
          <a:ext cx="0" cy="0"/>
          <a:chOff x="0" y="0"/>
          <a:chExt cx="0" cy="0"/>
        </a:xfrm>
      </p:grpSpPr>
      <p:grpSp>
        <p:nvGrpSpPr>
          <p:cNvPr id="12827" name="Google Shape;12827;p31"/>
          <p:cNvGrpSpPr/>
          <p:nvPr/>
        </p:nvGrpSpPr>
        <p:grpSpPr>
          <a:xfrm rot="5400000">
            <a:off x="1416205" y="-2099758"/>
            <a:ext cx="6311597" cy="9467556"/>
            <a:chOff x="635875" y="1065050"/>
            <a:chExt cx="2940550" cy="4410900"/>
          </a:xfrm>
        </p:grpSpPr>
        <p:sp>
          <p:nvSpPr>
            <p:cNvPr id="12828" name="Google Shape;12828;p31"/>
            <p:cNvSpPr/>
            <p:nvPr/>
          </p:nvSpPr>
          <p:spPr>
            <a:xfrm>
              <a:off x="676400" y="11059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9" name="Google Shape;12829;p31"/>
            <p:cNvSpPr/>
            <p:nvPr/>
          </p:nvSpPr>
          <p:spPr>
            <a:xfrm>
              <a:off x="768325" y="1105900"/>
              <a:ext cx="12400" cy="12600"/>
            </a:xfrm>
            <a:custGeom>
              <a:avLst/>
              <a:gdLst/>
              <a:ahLst/>
              <a:cxnLst/>
              <a:rect l="l" t="t" r="r" b="b"/>
              <a:pathLst>
                <a:path w="496" h="504"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0" name="Google Shape;12830;p31"/>
            <p:cNvSpPr/>
            <p:nvPr/>
          </p:nvSpPr>
          <p:spPr>
            <a:xfrm>
              <a:off x="860125" y="1105900"/>
              <a:ext cx="12525" cy="12600"/>
            </a:xfrm>
            <a:custGeom>
              <a:avLst/>
              <a:gdLst/>
              <a:ahLst/>
              <a:cxnLst/>
              <a:rect l="l" t="t" r="r" b="b"/>
              <a:pathLst>
                <a:path w="501" h="504"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1" name="Google Shape;12831;p31"/>
            <p:cNvSpPr/>
            <p:nvPr/>
          </p:nvSpPr>
          <p:spPr>
            <a:xfrm>
              <a:off x="951850" y="11059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2" name="Google Shape;12832;p31"/>
            <p:cNvSpPr/>
            <p:nvPr/>
          </p:nvSpPr>
          <p:spPr>
            <a:xfrm>
              <a:off x="1043825" y="110590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3" name="Google Shape;12833;p31"/>
            <p:cNvSpPr/>
            <p:nvPr/>
          </p:nvSpPr>
          <p:spPr>
            <a:xfrm>
              <a:off x="1135575" y="110590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4" name="Google Shape;12834;p31"/>
            <p:cNvSpPr/>
            <p:nvPr/>
          </p:nvSpPr>
          <p:spPr>
            <a:xfrm>
              <a:off x="1227500" y="1105900"/>
              <a:ext cx="12400" cy="12600"/>
            </a:xfrm>
            <a:custGeom>
              <a:avLst/>
              <a:gdLst/>
              <a:ahLst/>
              <a:cxnLst/>
              <a:rect l="l" t="t" r="r" b="b"/>
              <a:pathLst>
                <a:path w="496" h="504"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5" name="Google Shape;12835;p31"/>
            <p:cNvSpPr/>
            <p:nvPr/>
          </p:nvSpPr>
          <p:spPr>
            <a:xfrm>
              <a:off x="1319275" y="110590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6" name="Google Shape;12836;p31"/>
            <p:cNvSpPr/>
            <p:nvPr/>
          </p:nvSpPr>
          <p:spPr>
            <a:xfrm>
              <a:off x="1411200" y="1105900"/>
              <a:ext cx="12425" cy="12600"/>
            </a:xfrm>
            <a:custGeom>
              <a:avLst/>
              <a:gdLst/>
              <a:ahLst/>
              <a:cxnLst/>
              <a:rect l="l" t="t" r="r" b="b"/>
              <a:pathLst>
                <a:path w="497" h="504"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7" name="Google Shape;12837;p31"/>
            <p:cNvSpPr/>
            <p:nvPr/>
          </p:nvSpPr>
          <p:spPr>
            <a:xfrm>
              <a:off x="1503000" y="1105900"/>
              <a:ext cx="12525" cy="12600"/>
            </a:xfrm>
            <a:custGeom>
              <a:avLst/>
              <a:gdLst/>
              <a:ahLst/>
              <a:cxnLst/>
              <a:rect l="l" t="t" r="r" b="b"/>
              <a:pathLst>
                <a:path w="501" h="504"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8" name="Google Shape;12838;p31"/>
            <p:cNvSpPr/>
            <p:nvPr/>
          </p:nvSpPr>
          <p:spPr>
            <a:xfrm>
              <a:off x="1594750" y="110590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9" name="Google Shape;12839;p31"/>
            <p:cNvSpPr/>
            <p:nvPr/>
          </p:nvSpPr>
          <p:spPr>
            <a:xfrm>
              <a:off x="1686650" y="11059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0" name="Google Shape;12840;p31"/>
            <p:cNvSpPr/>
            <p:nvPr/>
          </p:nvSpPr>
          <p:spPr>
            <a:xfrm>
              <a:off x="1778450" y="110590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1" name="Google Shape;12841;p31"/>
            <p:cNvSpPr/>
            <p:nvPr/>
          </p:nvSpPr>
          <p:spPr>
            <a:xfrm>
              <a:off x="1870375" y="1105900"/>
              <a:ext cx="12400" cy="12600"/>
            </a:xfrm>
            <a:custGeom>
              <a:avLst/>
              <a:gdLst/>
              <a:ahLst/>
              <a:cxnLst/>
              <a:rect l="l" t="t" r="r" b="b"/>
              <a:pathLst>
                <a:path w="496" h="504"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2" name="Google Shape;12842;p31"/>
            <p:cNvSpPr/>
            <p:nvPr/>
          </p:nvSpPr>
          <p:spPr>
            <a:xfrm>
              <a:off x="1962150" y="110590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3" name="Google Shape;12843;p31"/>
            <p:cNvSpPr/>
            <p:nvPr/>
          </p:nvSpPr>
          <p:spPr>
            <a:xfrm>
              <a:off x="2054075" y="1105900"/>
              <a:ext cx="12425" cy="12600"/>
            </a:xfrm>
            <a:custGeom>
              <a:avLst/>
              <a:gdLst/>
              <a:ahLst/>
              <a:cxnLst/>
              <a:rect l="l" t="t" r="r" b="b"/>
              <a:pathLst>
                <a:path w="497" h="504"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4" name="Google Shape;12844;p31"/>
            <p:cNvSpPr/>
            <p:nvPr/>
          </p:nvSpPr>
          <p:spPr>
            <a:xfrm>
              <a:off x="2145825" y="11059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5" name="Google Shape;12845;p31"/>
            <p:cNvSpPr/>
            <p:nvPr/>
          </p:nvSpPr>
          <p:spPr>
            <a:xfrm>
              <a:off x="2237800" y="1105900"/>
              <a:ext cx="12350" cy="12600"/>
            </a:xfrm>
            <a:custGeom>
              <a:avLst/>
              <a:gdLst/>
              <a:ahLst/>
              <a:cxnLst/>
              <a:rect l="l" t="t" r="r" b="b"/>
              <a:pathLst>
                <a:path w="494" h="504"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6" name="Google Shape;12846;p31"/>
            <p:cNvSpPr/>
            <p:nvPr/>
          </p:nvSpPr>
          <p:spPr>
            <a:xfrm>
              <a:off x="2329550" y="110590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7" name="Google Shape;12847;p31"/>
            <p:cNvSpPr/>
            <p:nvPr/>
          </p:nvSpPr>
          <p:spPr>
            <a:xfrm>
              <a:off x="2421325" y="110590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8" name="Google Shape;12848;p31"/>
            <p:cNvSpPr/>
            <p:nvPr/>
          </p:nvSpPr>
          <p:spPr>
            <a:xfrm>
              <a:off x="2513250" y="1105900"/>
              <a:ext cx="12575" cy="12600"/>
            </a:xfrm>
            <a:custGeom>
              <a:avLst/>
              <a:gdLst/>
              <a:ahLst/>
              <a:cxnLst/>
              <a:rect l="l" t="t" r="r" b="b"/>
              <a:pathLst>
                <a:path w="503" h="504"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9" name="Google Shape;12849;p31"/>
            <p:cNvSpPr/>
            <p:nvPr/>
          </p:nvSpPr>
          <p:spPr>
            <a:xfrm>
              <a:off x="2605000" y="110590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0" name="Google Shape;12850;p31"/>
            <p:cNvSpPr/>
            <p:nvPr/>
          </p:nvSpPr>
          <p:spPr>
            <a:xfrm>
              <a:off x="2696950" y="1105900"/>
              <a:ext cx="12375" cy="12600"/>
            </a:xfrm>
            <a:custGeom>
              <a:avLst/>
              <a:gdLst/>
              <a:ahLst/>
              <a:cxnLst/>
              <a:rect l="l" t="t" r="r" b="b"/>
              <a:pathLst>
                <a:path w="495" h="504"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1" name="Google Shape;12851;p31"/>
            <p:cNvSpPr/>
            <p:nvPr/>
          </p:nvSpPr>
          <p:spPr>
            <a:xfrm>
              <a:off x="2788700" y="11059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2" name="Google Shape;12852;p31"/>
            <p:cNvSpPr/>
            <p:nvPr/>
          </p:nvSpPr>
          <p:spPr>
            <a:xfrm>
              <a:off x="2880675" y="1105900"/>
              <a:ext cx="12375" cy="12600"/>
            </a:xfrm>
            <a:custGeom>
              <a:avLst/>
              <a:gdLst/>
              <a:ahLst/>
              <a:cxnLst/>
              <a:rect l="l" t="t" r="r" b="b"/>
              <a:pathLst>
                <a:path w="495" h="504"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3" name="Google Shape;12853;p31"/>
            <p:cNvSpPr/>
            <p:nvPr/>
          </p:nvSpPr>
          <p:spPr>
            <a:xfrm>
              <a:off x="2972425" y="110590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4" name="Google Shape;12854;p31"/>
            <p:cNvSpPr/>
            <p:nvPr/>
          </p:nvSpPr>
          <p:spPr>
            <a:xfrm>
              <a:off x="3064375" y="1105900"/>
              <a:ext cx="12375" cy="12600"/>
            </a:xfrm>
            <a:custGeom>
              <a:avLst/>
              <a:gdLst/>
              <a:ahLst/>
              <a:cxnLst/>
              <a:rect l="l" t="t" r="r" b="b"/>
              <a:pathLst>
                <a:path w="495" h="504"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5" name="Google Shape;12855;p31"/>
            <p:cNvSpPr/>
            <p:nvPr/>
          </p:nvSpPr>
          <p:spPr>
            <a:xfrm>
              <a:off x="3156125" y="11059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6" name="Google Shape;12856;p31"/>
            <p:cNvSpPr/>
            <p:nvPr/>
          </p:nvSpPr>
          <p:spPr>
            <a:xfrm>
              <a:off x="3247875" y="1105900"/>
              <a:ext cx="12575" cy="12600"/>
            </a:xfrm>
            <a:custGeom>
              <a:avLst/>
              <a:gdLst/>
              <a:ahLst/>
              <a:cxnLst/>
              <a:rect l="l" t="t" r="r" b="b"/>
              <a:pathLst>
                <a:path w="503"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7" name="Google Shape;12857;p31"/>
            <p:cNvSpPr/>
            <p:nvPr/>
          </p:nvSpPr>
          <p:spPr>
            <a:xfrm>
              <a:off x="3339850" y="1105900"/>
              <a:ext cx="12525" cy="12600"/>
            </a:xfrm>
            <a:custGeom>
              <a:avLst/>
              <a:gdLst/>
              <a:ahLst/>
              <a:cxnLst/>
              <a:rect l="l" t="t" r="r" b="b"/>
              <a:pathLst>
                <a:path w="501" h="504"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8" name="Google Shape;12858;p31"/>
            <p:cNvSpPr/>
            <p:nvPr/>
          </p:nvSpPr>
          <p:spPr>
            <a:xfrm>
              <a:off x="3431575" y="11059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9" name="Google Shape;12859;p31"/>
            <p:cNvSpPr/>
            <p:nvPr/>
          </p:nvSpPr>
          <p:spPr>
            <a:xfrm>
              <a:off x="3523550" y="110590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0" name="Google Shape;12860;p31"/>
            <p:cNvSpPr/>
            <p:nvPr/>
          </p:nvSpPr>
          <p:spPr>
            <a:xfrm>
              <a:off x="676400" y="1197875"/>
              <a:ext cx="12600" cy="12375"/>
            </a:xfrm>
            <a:custGeom>
              <a:avLst/>
              <a:gdLst/>
              <a:ahLst/>
              <a:cxnLst/>
              <a:rect l="l" t="t" r="r" b="b"/>
              <a:pathLst>
                <a:path w="504" h="495" extrusionOk="0">
                  <a:moveTo>
                    <a:pt x="252" y="0"/>
                  </a:moveTo>
                  <a:cubicBezTo>
                    <a:pt x="116" y="0"/>
                    <a:pt x="1" y="107"/>
                    <a:pt x="1" y="243"/>
                  </a:cubicBezTo>
                  <a:cubicBezTo>
                    <a:pt x="1" y="388"/>
                    <a:pt x="116" y="494"/>
                    <a:pt x="252" y="494"/>
                  </a:cubicBezTo>
                  <a:cubicBezTo>
                    <a:pt x="388" y="494"/>
                    <a:pt x="503" y="388"/>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1" name="Google Shape;12861;p31"/>
            <p:cNvSpPr/>
            <p:nvPr/>
          </p:nvSpPr>
          <p:spPr>
            <a:xfrm>
              <a:off x="768325" y="1197875"/>
              <a:ext cx="12400" cy="12375"/>
            </a:xfrm>
            <a:custGeom>
              <a:avLst/>
              <a:gdLst/>
              <a:ahLst/>
              <a:cxnLst/>
              <a:rect l="l" t="t" r="r" b="b"/>
              <a:pathLst>
                <a:path w="496" h="495" extrusionOk="0">
                  <a:moveTo>
                    <a:pt x="245" y="0"/>
                  </a:moveTo>
                  <a:cubicBezTo>
                    <a:pt x="109" y="0"/>
                    <a:pt x="0" y="107"/>
                    <a:pt x="0" y="243"/>
                  </a:cubicBezTo>
                  <a:cubicBezTo>
                    <a:pt x="0" y="388"/>
                    <a:pt x="109" y="494"/>
                    <a:pt x="245" y="494"/>
                  </a:cubicBezTo>
                  <a:cubicBezTo>
                    <a:pt x="388" y="494"/>
                    <a:pt x="496" y="388"/>
                    <a:pt x="496" y="243"/>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2" name="Google Shape;12862;p31"/>
            <p:cNvSpPr/>
            <p:nvPr/>
          </p:nvSpPr>
          <p:spPr>
            <a:xfrm>
              <a:off x="860125" y="1197875"/>
              <a:ext cx="12525" cy="12375"/>
            </a:xfrm>
            <a:custGeom>
              <a:avLst/>
              <a:gdLst/>
              <a:ahLst/>
              <a:cxnLst/>
              <a:rect l="l" t="t" r="r" b="b"/>
              <a:pathLst>
                <a:path w="501" h="495" extrusionOk="0">
                  <a:moveTo>
                    <a:pt x="251" y="0"/>
                  </a:moveTo>
                  <a:cubicBezTo>
                    <a:pt x="114" y="0"/>
                    <a:pt x="0" y="107"/>
                    <a:pt x="0" y="243"/>
                  </a:cubicBezTo>
                  <a:cubicBezTo>
                    <a:pt x="0" y="388"/>
                    <a:pt x="114" y="494"/>
                    <a:pt x="251" y="494"/>
                  </a:cubicBezTo>
                  <a:cubicBezTo>
                    <a:pt x="387" y="494"/>
                    <a:pt x="501" y="388"/>
                    <a:pt x="501" y="243"/>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3" name="Google Shape;12863;p31"/>
            <p:cNvSpPr/>
            <p:nvPr/>
          </p:nvSpPr>
          <p:spPr>
            <a:xfrm>
              <a:off x="951850" y="1197875"/>
              <a:ext cx="12600" cy="12375"/>
            </a:xfrm>
            <a:custGeom>
              <a:avLst/>
              <a:gdLst/>
              <a:ahLst/>
              <a:cxnLst/>
              <a:rect l="l" t="t" r="r" b="b"/>
              <a:pathLst>
                <a:path w="504" h="495" extrusionOk="0">
                  <a:moveTo>
                    <a:pt x="252" y="0"/>
                  </a:moveTo>
                  <a:cubicBezTo>
                    <a:pt x="116" y="0"/>
                    <a:pt x="1" y="107"/>
                    <a:pt x="1" y="243"/>
                  </a:cubicBezTo>
                  <a:cubicBezTo>
                    <a:pt x="1" y="388"/>
                    <a:pt x="116" y="494"/>
                    <a:pt x="252" y="494"/>
                  </a:cubicBezTo>
                  <a:cubicBezTo>
                    <a:pt x="388" y="494"/>
                    <a:pt x="503" y="388"/>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4" name="Google Shape;12864;p31"/>
            <p:cNvSpPr/>
            <p:nvPr/>
          </p:nvSpPr>
          <p:spPr>
            <a:xfrm>
              <a:off x="1043825" y="1197875"/>
              <a:ext cx="12375" cy="12375"/>
            </a:xfrm>
            <a:custGeom>
              <a:avLst/>
              <a:gdLst/>
              <a:ahLst/>
              <a:cxnLst/>
              <a:rect l="l" t="t" r="r" b="b"/>
              <a:pathLst>
                <a:path w="495" h="495" extrusionOk="0">
                  <a:moveTo>
                    <a:pt x="250" y="0"/>
                  </a:moveTo>
                  <a:cubicBezTo>
                    <a:pt x="107" y="0"/>
                    <a:pt x="0" y="107"/>
                    <a:pt x="0" y="243"/>
                  </a:cubicBezTo>
                  <a:cubicBezTo>
                    <a:pt x="0" y="388"/>
                    <a:pt x="107" y="494"/>
                    <a:pt x="250" y="494"/>
                  </a:cubicBezTo>
                  <a:cubicBezTo>
                    <a:pt x="388" y="494"/>
                    <a:pt x="494" y="388"/>
                    <a:pt x="494" y="243"/>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5" name="Google Shape;12865;p31"/>
            <p:cNvSpPr/>
            <p:nvPr/>
          </p:nvSpPr>
          <p:spPr>
            <a:xfrm>
              <a:off x="1135575" y="1197875"/>
              <a:ext cx="12575" cy="12375"/>
            </a:xfrm>
            <a:custGeom>
              <a:avLst/>
              <a:gdLst/>
              <a:ahLst/>
              <a:cxnLst/>
              <a:rect l="l" t="t" r="r" b="b"/>
              <a:pathLst>
                <a:path w="503" h="495" extrusionOk="0">
                  <a:moveTo>
                    <a:pt x="252" y="0"/>
                  </a:moveTo>
                  <a:cubicBezTo>
                    <a:pt x="116" y="0"/>
                    <a:pt x="0" y="107"/>
                    <a:pt x="0" y="243"/>
                  </a:cubicBezTo>
                  <a:cubicBezTo>
                    <a:pt x="0" y="388"/>
                    <a:pt x="116" y="494"/>
                    <a:pt x="252" y="494"/>
                  </a:cubicBezTo>
                  <a:cubicBezTo>
                    <a:pt x="387" y="494"/>
                    <a:pt x="503" y="388"/>
                    <a:pt x="503" y="243"/>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6" name="Google Shape;12866;p31"/>
            <p:cNvSpPr/>
            <p:nvPr/>
          </p:nvSpPr>
          <p:spPr>
            <a:xfrm>
              <a:off x="1227500" y="1197875"/>
              <a:ext cx="12400" cy="12375"/>
            </a:xfrm>
            <a:custGeom>
              <a:avLst/>
              <a:gdLst/>
              <a:ahLst/>
              <a:cxnLst/>
              <a:rect l="l" t="t" r="r" b="b"/>
              <a:pathLst>
                <a:path w="496" h="495" extrusionOk="0">
                  <a:moveTo>
                    <a:pt x="251" y="0"/>
                  </a:moveTo>
                  <a:cubicBezTo>
                    <a:pt x="109" y="0"/>
                    <a:pt x="0" y="107"/>
                    <a:pt x="0" y="243"/>
                  </a:cubicBezTo>
                  <a:cubicBezTo>
                    <a:pt x="0" y="388"/>
                    <a:pt x="109" y="494"/>
                    <a:pt x="251" y="494"/>
                  </a:cubicBezTo>
                  <a:cubicBezTo>
                    <a:pt x="387" y="494"/>
                    <a:pt x="496" y="388"/>
                    <a:pt x="496" y="243"/>
                  </a:cubicBezTo>
                  <a:cubicBezTo>
                    <a:pt x="496"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7" name="Google Shape;12867;p31"/>
            <p:cNvSpPr/>
            <p:nvPr/>
          </p:nvSpPr>
          <p:spPr>
            <a:xfrm>
              <a:off x="1319275" y="1197875"/>
              <a:ext cx="12550" cy="12375"/>
            </a:xfrm>
            <a:custGeom>
              <a:avLst/>
              <a:gdLst/>
              <a:ahLst/>
              <a:cxnLst/>
              <a:rect l="l" t="t" r="r" b="b"/>
              <a:pathLst>
                <a:path w="502" h="495" extrusionOk="0">
                  <a:moveTo>
                    <a:pt x="252" y="0"/>
                  </a:moveTo>
                  <a:cubicBezTo>
                    <a:pt x="114" y="0"/>
                    <a:pt x="1" y="107"/>
                    <a:pt x="1" y="243"/>
                  </a:cubicBezTo>
                  <a:cubicBezTo>
                    <a:pt x="1" y="388"/>
                    <a:pt x="114" y="494"/>
                    <a:pt x="252" y="494"/>
                  </a:cubicBezTo>
                  <a:cubicBezTo>
                    <a:pt x="388" y="494"/>
                    <a:pt x="501" y="388"/>
                    <a:pt x="501" y="243"/>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8" name="Google Shape;12868;p31"/>
            <p:cNvSpPr/>
            <p:nvPr/>
          </p:nvSpPr>
          <p:spPr>
            <a:xfrm>
              <a:off x="1411200" y="1197875"/>
              <a:ext cx="12425" cy="12375"/>
            </a:xfrm>
            <a:custGeom>
              <a:avLst/>
              <a:gdLst/>
              <a:ahLst/>
              <a:cxnLst/>
              <a:rect l="l" t="t" r="r" b="b"/>
              <a:pathLst>
                <a:path w="497" h="495" extrusionOk="0">
                  <a:moveTo>
                    <a:pt x="245" y="0"/>
                  </a:moveTo>
                  <a:cubicBezTo>
                    <a:pt x="109" y="0"/>
                    <a:pt x="1" y="107"/>
                    <a:pt x="1" y="243"/>
                  </a:cubicBezTo>
                  <a:cubicBezTo>
                    <a:pt x="1" y="388"/>
                    <a:pt x="109" y="494"/>
                    <a:pt x="245" y="494"/>
                  </a:cubicBezTo>
                  <a:cubicBezTo>
                    <a:pt x="388" y="494"/>
                    <a:pt x="496" y="388"/>
                    <a:pt x="496" y="243"/>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9" name="Google Shape;12869;p31"/>
            <p:cNvSpPr/>
            <p:nvPr/>
          </p:nvSpPr>
          <p:spPr>
            <a:xfrm>
              <a:off x="1503000" y="1197875"/>
              <a:ext cx="12525" cy="12375"/>
            </a:xfrm>
            <a:custGeom>
              <a:avLst/>
              <a:gdLst/>
              <a:ahLst/>
              <a:cxnLst/>
              <a:rect l="l" t="t" r="r" b="b"/>
              <a:pathLst>
                <a:path w="501" h="495" extrusionOk="0">
                  <a:moveTo>
                    <a:pt x="250" y="0"/>
                  </a:moveTo>
                  <a:cubicBezTo>
                    <a:pt x="114" y="0"/>
                    <a:pt x="0" y="107"/>
                    <a:pt x="0" y="243"/>
                  </a:cubicBezTo>
                  <a:cubicBezTo>
                    <a:pt x="0" y="388"/>
                    <a:pt x="114" y="494"/>
                    <a:pt x="250" y="494"/>
                  </a:cubicBezTo>
                  <a:cubicBezTo>
                    <a:pt x="387" y="494"/>
                    <a:pt x="501" y="388"/>
                    <a:pt x="501" y="243"/>
                  </a:cubicBezTo>
                  <a:cubicBezTo>
                    <a:pt x="501" y="107"/>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0" name="Google Shape;12870;p31"/>
            <p:cNvSpPr/>
            <p:nvPr/>
          </p:nvSpPr>
          <p:spPr>
            <a:xfrm>
              <a:off x="1594750" y="1197875"/>
              <a:ext cx="12575" cy="12375"/>
            </a:xfrm>
            <a:custGeom>
              <a:avLst/>
              <a:gdLst/>
              <a:ahLst/>
              <a:cxnLst/>
              <a:rect l="l" t="t" r="r" b="b"/>
              <a:pathLst>
                <a:path w="503" h="495" extrusionOk="0">
                  <a:moveTo>
                    <a:pt x="251" y="0"/>
                  </a:moveTo>
                  <a:cubicBezTo>
                    <a:pt x="115" y="0"/>
                    <a:pt x="0" y="107"/>
                    <a:pt x="0" y="243"/>
                  </a:cubicBezTo>
                  <a:cubicBezTo>
                    <a:pt x="0" y="388"/>
                    <a:pt x="115" y="494"/>
                    <a:pt x="251" y="494"/>
                  </a:cubicBezTo>
                  <a:cubicBezTo>
                    <a:pt x="394" y="494"/>
                    <a:pt x="503" y="388"/>
                    <a:pt x="503" y="243"/>
                  </a:cubicBezTo>
                  <a:cubicBezTo>
                    <a:pt x="503" y="107"/>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1" name="Google Shape;12871;p31"/>
            <p:cNvSpPr/>
            <p:nvPr/>
          </p:nvSpPr>
          <p:spPr>
            <a:xfrm>
              <a:off x="1686650" y="1197875"/>
              <a:ext cx="12600" cy="12375"/>
            </a:xfrm>
            <a:custGeom>
              <a:avLst/>
              <a:gdLst/>
              <a:ahLst/>
              <a:cxnLst/>
              <a:rect l="l" t="t" r="r" b="b"/>
              <a:pathLst>
                <a:path w="504" h="495" extrusionOk="0">
                  <a:moveTo>
                    <a:pt x="252" y="0"/>
                  </a:moveTo>
                  <a:cubicBezTo>
                    <a:pt x="116" y="0"/>
                    <a:pt x="1" y="107"/>
                    <a:pt x="1" y="243"/>
                  </a:cubicBezTo>
                  <a:cubicBezTo>
                    <a:pt x="1" y="388"/>
                    <a:pt x="116" y="494"/>
                    <a:pt x="252" y="494"/>
                  </a:cubicBezTo>
                  <a:cubicBezTo>
                    <a:pt x="388" y="494"/>
                    <a:pt x="503" y="388"/>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2" name="Google Shape;12872;p31"/>
            <p:cNvSpPr/>
            <p:nvPr/>
          </p:nvSpPr>
          <p:spPr>
            <a:xfrm>
              <a:off x="1778450" y="1197875"/>
              <a:ext cx="12550" cy="12375"/>
            </a:xfrm>
            <a:custGeom>
              <a:avLst/>
              <a:gdLst/>
              <a:ahLst/>
              <a:cxnLst/>
              <a:rect l="l" t="t" r="r" b="b"/>
              <a:pathLst>
                <a:path w="502" h="495" extrusionOk="0">
                  <a:moveTo>
                    <a:pt x="252" y="0"/>
                  </a:moveTo>
                  <a:cubicBezTo>
                    <a:pt x="114" y="0"/>
                    <a:pt x="1" y="107"/>
                    <a:pt x="1" y="243"/>
                  </a:cubicBezTo>
                  <a:cubicBezTo>
                    <a:pt x="1" y="388"/>
                    <a:pt x="114" y="494"/>
                    <a:pt x="252" y="494"/>
                  </a:cubicBezTo>
                  <a:cubicBezTo>
                    <a:pt x="388" y="494"/>
                    <a:pt x="501" y="388"/>
                    <a:pt x="501" y="243"/>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3" name="Google Shape;12873;p31"/>
            <p:cNvSpPr/>
            <p:nvPr/>
          </p:nvSpPr>
          <p:spPr>
            <a:xfrm>
              <a:off x="1870375" y="1197875"/>
              <a:ext cx="12400" cy="12375"/>
            </a:xfrm>
            <a:custGeom>
              <a:avLst/>
              <a:gdLst/>
              <a:ahLst/>
              <a:cxnLst/>
              <a:rect l="l" t="t" r="r" b="b"/>
              <a:pathLst>
                <a:path w="496" h="495" extrusionOk="0">
                  <a:moveTo>
                    <a:pt x="252" y="0"/>
                  </a:moveTo>
                  <a:cubicBezTo>
                    <a:pt x="109" y="0"/>
                    <a:pt x="0" y="107"/>
                    <a:pt x="0" y="243"/>
                  </a:cubicBezTo>
                  <a:cubicBezTo>
                    <a:pt x="0" y="388"/>
                    <a:pt x="109" y="494"/>
                    <a:pt x="252" y="494"/>
                  </a:cubicBezTo>
                  <a:cubicBezTo>
                    <a:pt x="387" y="494"/>
                    <a:pt x="496" y="388"/>
                    <a:pt x="496" y="243"/>
                  </a:cubicBezTo>
                  <a:cubicBezTo>
                    <a:pt x="496"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4" name="Google Shape;12874;p31"/>
            <p:cNvSpPr/>
            <p:nvPr/>
          </p:nvSpPr>
          <p:spPr>
            <a:xfrm>
              <a:off x="1962150" y="1197875"/>
              <a:ext cx="12550" cy="12375"/>
            </a:xfrm>
            <a:custGeom>
              <a:avLst/>
              <a:gdLst/>
              <a:ahLst/>
              <a:cxnLst/>
              <a:rect l="l" t="t" r="r" b="b"/>
              <a:pathLst>
                <a:path w="502" h="495" extrusionOk="0">
                  <a:moveTo>
                    <a:pt x="250" y="0"/>
                  </a:moveTo>
                  <a:cubicBezTo>
                    <a:pt x="114" y="0"/>
                    <a:pt x="1" y="107"/>
                    <a:pt x="1" y="243"/>
                  </a:cubicBezTo>
                  <a:cubicBezTo>
                    <a:pt x="1" y="388"/>
                    <a:pt x="114" y="494"/>
                    <a:pt x="250" y="494"/>
                  </a:cubicBezTo>
                  <a:cubicBezTo>
                    <a:pt x="388" y="494"/>
                    <a:pt x="502" y="388"/>
                    <a:pt x="502" y="243"/>
                  </a:cubicBezTo>
                  <a:cubicBezTo>
                    <a:pt x="502"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5" name="Google Shape;12875;p31"/>
            <p:cNvSpPr/>
            <p:nvPr/>
          </p:nvSpPr>
          <p:spPr>
            <a:xfrm>
              <a:off x="2054075" y="1197875"/>
              <a:ext cx="12425" cy="12375"/>
            </a:xfrm>
            <a:custGeom>
              <a:avLst/>
              <a:gdLst/>
              <a:ahLst/>
              <a:cxnLst/>
              <a:rect l="l" t="t" r="r" b="b"/>
              <a:pathLst>
                <a:path w="497" h="495" extrusionOk="0">
                  <a:moveTo>
                    <a:pt x="252" y="0"/>
                  </a:moveTo>
                  <a:cubicBezTo>
                    <a:pt x="109" y="0"/>
                    <a:pt x="1" y="107"/>
                    <a:pt x="1" y="243"/>
                  </a:cubicBezTo>
                  <a:cubicBezTo>
                    <a:pt x="1" y="388"/>
                    <a:pt x="109" y="494"/>
                    <a:pt x="252" y="494"/>
                  </a:cubicBezTo>
                  <a:cubicBezTo>
                    <a:pt x="388" y="494"/>
                    <a:pt x="496" y="388"/>
                    <a:pt x="496" y="243"/>
                  </a:cubicBezTo>
                  <a:cubicBezTo>
                    <a:pt x="496"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6" name="Google Shape;12876;p31"/>
            <p:cNvSpPr/>
            <p:nvPr/>
          </p:nvSpPr>
          <p:spPr>
            <a:xfrm>
              <a:off x="2145825" y="1197875"/>
              <a:ext cx="12600" cy="12375"/>
            </a:xfrm>
            <a:custGeom>
              <a:avLst/>
              <a:gdLst/>
              <a:ahLst/>
              <a:cxnLst/>
              <a:rect l="l" t="t" r="r" b="b"/>
              <a:pathLst>
                <a:path w="504" h="495" extrusionOk="0">
                  <a:moveTo>
                    <a:pt x="252" y="0"/>
                  </a:moveTo>
                  <a:cubicBezTo>
                    <a:pt x="116" y="0"/>
                    <a:pt x="1" y="107"/>
                    <a:pt x="1" y="243"/>
                  </a:cubicBezTo>
                  <a:cubicBezTo>
                    <a:pt x="1" y="388"/>
                    <a:pt x="116" y="494"/>
                    <a:pt x="252" y="494"/>
                  </a:cubicBezTo>
                  <a:cubicBezTo>
                    <a:pt x="388" y="494"/>
                    <a:pt x="503" y="388"/>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7" name="Google Shape;12877;p31"/>
            <p:cNvSpPr/>
            <p:nvPr/>
          </p:nvSpPr>
          <p:spPr>
            <a:xfrm>
              <a:off x="2237800" y="1197875"/>
              <a:ext cx="12350" cy="12375"/>
            </a:xfrm>
            <a:custGeom>
              <a:avLst/>
              <a:gdLst/>
              <a:ahLst/>
              <a:cxnLst/>
              <a:rect l="l" t="t" r="r" b="b"/>
              <a:pathLst>
                <a:path w="494" h="495" extrusionOk="0">
                  <a:moveTo>
                    <a:pt x="244" y="0"/>
                  </a:moveTo>
                  <a:cubicBezTo>
                    <a:pt x="107" y="0"/>
                    <a:pt x="0" y="107"/>
                    <a:pt x="0" y="243"/>
                  </a:cubicBezTo>
                  <a:cubicBezTo>
                    <a:pt x="0" y="388"/>
                    <a:pt x="107" y="494"/>
                    <a:pt x="244" y="494"/>
                  </a:cubicBezTo>
                  <a:cubicBezTo>
                    <a:pt x="387" y="494"/>
                    <a:pt x="494" y="388"/>
                    <a:pt x="494" y="243"/>
                  </a:cubicBezTo>
                  <a:cubicBezTo>
                    <a:pt x="494" y="107"/>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8" name="Google Shape;12878;p31"/>
            <p:cNvSpPr/>
            <p:nvPr/>
          </p:nvSpPr>
          <p:spPr>
            <a:xfrm>
              <a:off x="2329550" y="1197875"/>
              <a:ext cx="12575" cy="12375"/>
            </a:xfrm>
            <a:custGeom>
              <a:avLst/>
              <a:gdLst/>
              <a:ahLst/>
              <a:cxnLst/>
              <a:rect l="l" t="t" r="r" b="b"/>
              <a:pathLst>
                <a:path w="503" h="495" extrusionOk="0">
                  <a:moveTo>
                    <a:pt x="251" y="0"/>
                  </a:moveTo>
                  <a:cubicBezTo>
                    <a:pt x="115" y="0"/>
                    <a:pt x="0" y="107"/>
                    <a:pt x="0" y="243"/>
                  </a:cubicBezTo>
                  <a:cubicBezTo>
                    <a:pt x="0" y="388"/>
                    <a:pt x="115" y="494"/>
                    <a:pt x="251" y="494"/>
                  </a:cubicBezTo>
                  <a:cubicBezTo>
                    <a:pt x="387" y="494"/>
                    <a:pt x="502" y="388"/>
                    <a:pt x="502" y="243"/>
                  </a:cubicBezTo>
                  <a:cubicBezTo>
                    <a:pt x="502"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9" name="Google Shape;12879;p31"/>
            <p:cNvSpPr/>
            <p:nvPr/>
          </p:nvSpPr>
          <p:spPr>
            <a:xfrm>
              <a:off x="2421325" y="1197875"/>
              <a:ext cx="12550" cy="12375"/>
            </a:xfrm>
            <a:custGeom>
              <a:avLst/>
              <a:gdLst/>
              <a:ahLst/>
              <a:cxnLst/>
              <a:rect l="l" t="t" r="r" b="b"/>
              <a:pathLst>
                <a:path w="502" h="495" extrusionOk="0">
                  <a:moveTo>
                    <a:pt x="250" y="0"/>
                  </a:moveTo>
                  <a:cubicBezTo>
                    <a:pt x="114" y="0"/>
                    <a:pt x="1" y="107"/>
                    <a:pt x="1" y="243"/>
                  </a:cubicBezTo>
                  <a:cubicBezTo>
                    <a:pt x="1" y="388"/>
                    <a:pt x="114" y="494"/>
                    <a:pt x="250" y="494"/>
                  </a:cubicBezTo>
                  <a:cubicBezTo>
                    <a:pt x="395" y="494"/>
                    <a:pt x="501" y="388"/>
                    <a:pt x="501" y="243"/>
                  </a:cubicBezTo>
                  <a:cubicBezTo>
                    <a:pt x="501" y="107"/>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0" name="Google Shape;12880;p31"/>
            <p:cNvSpPr/>
            <p:nvPr/>
          </p:nvSpPr>
          <p:spPr>
            <a:xfrm>
              <a:off x="2513250" y="1197875"/>
              <a:ext cx="12575" cy="12375"/>
            </a:xfrm>
            <a:custGeom>
              <a:avLst/>
              <a:gdLst/>
              <a:ahLst/>
              <a:cxnLst/>
              <a:rect l="l" t="t" r="r" b="b"/>
              <a:pathLst>
                <a:path w="503" h="495" extrusionOk="0">
                  <a:moveTo>
                    <a:pt x="252" y="0"/>
                  </a:moveTo>
                  <a:cubicBezTo>
                    <a:pt x="109" y="0"/>
                    <a:pt x="0" y="107"/>
                    <a:pt x="0" y="243"/>
                  </a:cubicBezTo>
                  <a:cubicBezTo>
                    <a:pt x="0" y="388"/>
                    <a:pt x="109" y="494"/>
                    <a:pt x="252" y="494"/>
                  </a:cubicBezTo>
                  <a:cubicBezTo>
                    <a:pt x="388" y="494"/>
                    <a:pt x="503" y="388"/>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1" name="Google Shape;12881;p31"/>
            <p:cNvSpPr/>
            <p:nvPr/>
          </p:nvSpPr>
          <p:spPr>
            <a:xfrm>
              <a:off x="2605000" y="1197875"/>
              <a:ext cx="12575" cy="12375"/>
            </a:xfrm>
            <a:custGeom>
              <a:avLst/>
              <a:gdLst/>
              <a:ahLst/>
              <a:cxnLst/>
              <a:rect l="l" t="t" r="r" b="b"/>
              <a:pathLst>
                <a:path w="503" h="495" extrusionOk="0">
                  <a:moveTo>
                    <a:pt x="252" y="0"/>
                  </a:moveTo>
                  <a:cubicBezTo>
                    <a:pt x="116" y="0"/>
                    <a:pt x="0" y="107"/>
                    <a:pt x="0" y="243"/>
                  </a:cubicBezTo>
                  <a:cubicBezTo>
                    <a:pt x="0" y="388"/>
                    <a:pt x="116" y="494"/>
                    <a:pt x="252" y="494"/>
                  </a:cubicBezTo>
                  <a:cubicBezTo>
                    <a:pt x="387" y="494"/>
                    <a:pt x="503" y="388"/>
                    <a:pt x="503" y="243"/>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2" name="Google Shape;12882;p31"/>
            <p:cNvSpPr/>
            <p:nvPr/>
          </p:nvSpPr>
          <p:spPr>
            <a:xfrm>
              <a:off x="2696950" y="1197875"/>
              <a:ext cx="12375" cy="12375"/>
            </a:xfrm>
            <a:custGeom>
              <a:avLst/>
              <a:gdLst/>
              <a:ahLst/>
              <a:cxnLst/>
              <a:rect l="l" t="t" r="r" b="b"/>
              <a:pathLst>
                <a:path w="495" h="495" extrusionOk="0">
                  <a:moveTo>
                    <a:pt x="252" y="0"/>
                  </a:moveTo>
                  <a:cubicBezTo>
                    <a:pt x="108" y="0"/>
                    <a:pt x="1" y="107"/>
                    <a:pt x="1" y="243"/>
                  </a:cubicBezTo>
                  <a:cubicBezTo>
                    <a:pt x="1" y="388"/>
                    <a:pt x="108" y="494"/>
                    <a:pt x="252" y="494"/>
                  </a:cubicBezTo>
                  <a:cubicBezTo>
                    <a:pt x="388" y="494"/>
                    <a:pt x="495" y="388"/>
                    <a:pt x="495" y="243"/>
                  </a:cubicBezTo>
                  <a:cubicBezTo>
                    <a:pt x="495"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3" name="Google Shape;12883;p31"/>
            <p:cNvSpPr/>
            <p:nvPr/>
          </p:nvSpPr>
          <p:spPr>
            <a:xfrm>
              <a:off x="2788700" y="1197875"/>
              <a:ext cx="12600" cy="12375"/>
            </a:xfrm>
            <a:custGeom>
              <a:avLst/>
              <a:gdLst/>
              <a:ahLst/>
              <a:cxnLst/>
              <a:rect l="l" t="t" r="r" b="b"/>
              <a:pathLst>
                <a:path w="504" h="495" extrusionOk="0">
                  <a:moveTo>
                    <a:pt x="252" y="0"/>
                  </a:moveTo>
                  <a:cubicBezTo>
                    <a:pt x="116" y="0"/>
                    <a:pt x="1" y="107"/>
                    <a:pt x="1" y="243"/>
                  </a:cubicBezTo>
                  <a:cubicBezTo>
                    <a:pt x="1" y="388"/>
                    <a:pt x="116" y="494"/>
                    <a:pt x="252" y="494"/>
                  </a:cubicBezTo>
                  <a:cubicBezTo>
                    <a:pt x="388" y="494"/>
                    <a:pt x="503" y="388"/>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4" name="Google Shape;12884;p31"/>
            <p:cNvSpPr/>
            <p:nvPr/>
          </p:nvSpPr>
          <p:spPr>
            <a:xfrm>
              <a:off x="2880675" y="1197875"/>
              <a:ext cx="12375" cy="12375"/>
            </a:xfrm>
            <a:custGeom>
              <a:avLst/>
              <a:gdLst/>
              <a:ahLst/>
              <a:cxnLst/>
              <a:rect l="l" t="t" r="r" b="b"/>
              <a:pathLst>
                <a:path w="495" h="495" extrusionOk="0">
                  <a:moveTo>
                    <a:pt x="243" y="0"/>
                  </a:moveTo>
                  <a:cubicBezTo>
                    <a:pt x="107" y="0"/>
                    <a:pt x="0" y="107"/>
                    <a:pt x="0" y="243"/>
                  </a:cubicBezTo>
                  <a:cubicBezTo>
                    <a:pt x="0" y="388"/>
                    <a:pt x="107" y="494"/>
                    <a:pt x="243" y="494"/>
                  </a:cubicBezTo>
                  <a:cubicBezTo>
                    <a:pt x="387" y="494"/>
                    <a:pt x="494" y="388"/>
                    <a:pt x="494" y="243"/>
                  </a:cubicBezTo>
                  <a:cubicBezTo>
                    <a:pt x="494" y="107"/>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5" name="Google Shape;12885;p31"/>
            <p:cNvSpPr/>
            <p:nvPr/>
          </p:nvSpPr>
          <p:spPr>
            <a:xfrm>
              <a:off x="2972425" y="1197875"/>
              <a:ext cx="12575" cy="12375"/>
            </a:xfrm>
            <a:custGeom>
              <a:avLst/>
              <a:gdLst/>
              <a:ahLst/>
              <a:cxnLst/>
              <a:rect l="l" t="t" r="r" b="b"/>
              <a:pathLst>
                <a:path w="503" h="495" extrusionOk="0">
                  <a:moveTo>
                    <a:pt x="251" y="0"/>
                  </a:moveTo>
                  <a:cubicBezTo>
                    <a:pt x="115" y="0"/>
                    <a:pt x="0" y="107"/>
                    <a:pt x="0" y="243"/>
                  </a:cubicBezTo>
                  <a:cubicBezTo>
                    <a:pt x="0" y="388"/>
                    <a:pt x="115" y="494"/>
                    <a:pt x="251" y="494"/>
                  </a:cubicBezTo>
                  <a:cubicBezTo>
                    <a:pt x="387" y="494"/>
                    <a:pt x="503" y="388"/>
                    <a:pt x="503" y="243"/>
                  </a:cubicBezTo>
                  <a:cubicBezTo>
                    <a:pt x="503"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6" name="Google Shape;12886;p31"/>
            <p:cNvSpPr/>
            <p:nvPr/>
          </p:nvSpPr>
          <p:spPr>
            <a:xfrm>
              <a:off x="3064375" y="1197875"/>
              <a:ext cx="12375" cy="12375"/>
            </a:xfrm>
            <a:custGeom>
              <a:avLst/>
              <a:gdLst/>
              <a:ahLst/>
              <a:cxnLst/>
              <a:rect l="l" t="t" r="r" b="b"/>
              <a:pathLst>
                <a:path w="495" h="495" extrusionOk="0">
                  <a:moveTo>
                    <a:pt x="243" y="0"/>
                  </a:moveTo>
                  <a:cubicBezTo>
                    <a:pt x="107" y="0"/>
                    <a:pt x="1" y="107"/>
                    <a:pt x="1" y="243"/>
                  </a:cubicBezTo>
                  <a:cubicBezTo>
                    <a:pt x="1" y="388"/>
                    <a:pt x="107" y="494"/>
                    <a:pt x="243" y="494"/>
                  </a:cubicBezTo>
                  <a:cubicBezTo>
                    <a:pt x="388" y="494"/>
                    <a:pt x="495" y="388"/>
                    <a:pt x="495" y="243"/>
                  </a:cubicBezTo>
                  <a:cubicBezTo>
                    <a:pt x="495" y="107"/>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7" name="Google Shape;12887;p31"/>
            <p:cNvSpPr/>
            <p:nvPr/>
          </p:nvSpPr>
          <p:spPr>
            <a:xfrm>
              <a:off x="3156125" y="1197875"/>
              <a:ext cx="12600" cy="12375"/>
            </a:xfrm>
            <a:custGeom>
              <a:avLst/>
              <a:gdLst/>
              <a:ahLst/>
              <a:cxnLst/>
              <a:rect l="l" t="t" r="r" b="b"/>
              <a:pathLst>
                <a:path w="504" h="495" extrusionOk="0">
                  <a:moveTo>
                    <a:pt x="252" y="0"/>
                  </a:moveTo>
                  <a:cubicBezTo>
                    <a:pt x="116" y="0"/>
                    <a:pt x="1" y="107"/>
                    <a:pt x="1" y="243"/>
                  </a:cubicBezTo>
                  <a:cubicBezTo>
                    <a:pt x="1" y="388"/>
                    <a:pt x="116" y="494"/>
                    <a:pt x="252" y="494"/>
                  </a:cubicBezTo>
                  <a:cubicBezTo>
                    <a:pt x="388" y="494"/>
                    <a:pt x="503" y="388"/>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8" name="Google Shape;12888;p31"/>
            <p:cNvSpPr/>
            <p:nvPr/>
          </p:nvSpPr>
          <p:spPr>
            <a:xfrm>
              <a:off x="3247875" y="1197875"/>
              <a:ext cx="12575" cy="12375"/>
            </a:xfrm>
            <a:custGeom>
              <a:avLst/>
              <a:gdLst/>
              <a:ahLst/>
              <a:cxnLst/>
              <a:rect l="l" t="t" r="r" b="b"/>
              <a:pathLst>
                <a:path w="503" h="495" extrusionOk="0">
                  <a:moveTo>
                    <a:pt x="252" y="0"/>
                  </a:moveTo>
                  <a:cubicBezTo>
                    <a:pt x="116" y="0"/>
                    <a:pt x="1" y="107"/>
                    <a:pt x="1" y="243"/>
                  </a:cubicBezTo>
                  <a:cubicBezTo>
                    <a:pt x="1" y="388"/>
                    <a:pt x="116" y="494"/>
                    <a:pt x="252" y="494"/>
                  </a:cubicBezTo>
                  <a:cubicBezTo>
                    <a:pt x="388" y="494"/>
                    <a:pt x="503" y="388"/>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9" name="Google Shape;12889;p31"/>
            <p:cNvSpPr/>
            <p:nvPr/>
          </p:nvSpPr>
          <p:spPr>
            <a:xfrm>
              <a:off x="3339850" y="1197875"/>
              <a:ext cx="12525" cy="12375"/>
            </a:xfrm>
            <a:custGeom>
              <a:avLst/>
              <a:gdLst/>
              <a:ahLst/>
              <a:cxnLst/>
              <a:rect l="l" t="t" r="r" b="b"/>
              <a:pathLst>
                <a:path w="501" h="495" extrusionOk="0">
                  <a:moveTo>
                    <a:pt x="251" y="0"/>
                  </a:moveTo>
                  <a:cubicBezTo>
                    <a:pt x="107" y="0"/>
                    <a:pt x="0" y="107"/>
                    <a:pt x="0" y="243"/>
                  </a:cubicBezTo>
                  <a:cubicBezTo>
                    <a:pt x="0" y="388"/>
                    <a:pt x="107" y="494"/>
                    <a:pt x="251" y="494"/>
                  </a:cubicBezTo>
                  <a:cubicBezTo>
                    <a:pt x="387" y="494"/>
                    <a:pt x="501" y="388"/>
                    <a:pt x="501" y="243"/>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0" name="Google Shape;12890;p31"/>
            <p:cNvSpPr/>
            <p:nvPr/>
          </p:nvSpPr>
          <p:spPr>
            <a:xfrm>
              <a:off x="3431575" y="1197875"/>
              <a:ext cx="12600" cy="12375"/>
            </a:xfrm>
            <a:custGeom>
              <a:avLst/>
              <a:gdLst/>
              <a:ahLst/>
              <a:cxnLst/>
              <a:rect l="l" t="t" r="r" b="b"/>
              <a:pathLst>
                <a:path w="504" h="495" extrusionOk="0">
                  <a:moveTo>
                    <a:pt x="252" y="0"/>
                  </a:moveTo>
                  <a:cubicBezTo>
                    <a:pt x="116" y="0"/>
                    <a:pt x="1" y="107"/>
                    <a:pt x="1" y="243"/>
                  </a:cubicBezTo>
                  <a:cubicBezTo>
                    <a:pt x="1" y="388"/>
                    <a:pt x="116" y="494"/>
                    <a:pt x="252" y="494"/>
                  </a:cubicBezTo>
                  <a:cubicBezTo>
                    <a:pt x="388" y="494"/>
                    <a:pt x="503" y="388"/>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1" name="Google Shape;12891;p31"/>
            <p:cNvSpPr/>
            <p:nvPr/>
          </p:nvSpPr>
          <p:spPr>
            <a:xfrm>
              <a:off x="3523550" y="1197875"/>
              <a:ext cx="12375" cy="12375"/>
            </a:xfrm>
            <a:custGeom>
              <a:avLst/>
              <a:gdLst/>
              <a:ahLst/>
              <a:cxnLst/>
              <a:rect l="l" t="t" r="r" b="b"/>
              <a:pathLst>
                <a:path w="495" h="495" extrusionOk="0">
                  <a:moveTo>
                    <a:pt x="250" y="0"/>
                  </a:moveTo>
                  <a:cubicBezTo>
                    <a:pt x="107" y="0"/>
                    <a:pt x="0" y="107"/>
                    <a:pt x="0" y="243"/>
                  </a:cubicBezTo>
                  <a:cubicBezTo>
                    <a:pt x="0" y="388"/>
                    <a:pt x="107" y="494"/>
                    <a:pt x="250" y="494"/>
                  </a:cubicBezTo>
                  <a:cubicBezTo>
                    <a:pt x="388" y="494"/>
                    <a:pt x="494" y="388"/>
                    <a:pt x="494" y="243"/>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2" name="Google Shape;12892;p31"/>
            <p:cNvSpPr/>
            <p:nvPr/>
          </p:nvSpPr>
          <p:spPr>
            <a:xfrm>
              <a:off x="676400" y="12896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3" name="Google Shape;12893;p31"/>
            <p:cNvSpPr/>
            <p:nvPr/>
          </p:nvSpPr>
          <p:spPr>
            <a:xfrm>
              <a:off x="768325" y="1289625"/>
              <a:ext cx="12400" cy="12575"/>
            </a:xfrm>
            <a:custGeom>
              <a:avLst/>
              <a:gdLst/>
              <a:ahLst/>
              <a:cxnLst/>
              <a:rect l="l" t="t" r="r" b="b"/>
              <a:pathLst>
                <a:path w="496" h="503" extrusionOk="0">
                  <a:moveTo>
                    <a:pt x="245" y="0"/>
                  </a:moveTo>
                  <a:cubicBezTo>
                    <a:pt x="109" y="0"/>
                    <a:pt x="0" y="116"/>
                    <a:pt x="0" y="252"/>
                  </a:cubicBezTo>
                  <a:cubicBezTo>
                    <a:pt x="0" y="387"/>
                    <a:pt x="109" y="503"/>
                    <a:pt x="245" y="503"/>
                  </a:cubicBezTo>
                  <a:cubicBezTo>
                    <a:pt x="388" y="503"/>
                    <a:pt x="496" y="387"/>
                    <a:pt x="496" y="252"/>
                  </a:cubicBezTo>
                  <a:cubicBezTo>
                    <a:pt x="496" y="116"/>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4" name="Google Shape;12894;p31"/>
            <p:cNvSpPr/>
            <p:nvPr/>
          </p:nvSpPr>
          <p:spPr>
            <a:xfrm>
              <a:off x="860125" y="1289625"/>
              <a:ext cx="12525" cy="12575"/>
            </a:xfrm>
            <a:custGeom>
              <a:avLst/>
              <a:gdLst/>
              <a:ahLst/>
              <a:cxnLst/>
              <a:rect l="l" t="t" r="r" b="b"/>
              <a:pathLst>
                <a:path w="501" h="503" extrusionOk="0">
                  <a:moveTo>
                    <a:pt x="251" y="0"/>
                  </a:moveTo>
                  <a:cubicBezTo>
                    <a:pt x="114" y="0"/>
                    <a:pt x="0" y="116"/>
                    <a:pt x="0" y="252"/>
                  </a:cubicBezTo>
                  <a:cubicBezTo>
                    <a:pt x="0" y="387"/>
                    <a:pt x="114" y="503"/>
                    <a:pt x="251" y="503"/>
                  </a:cubicBezTo>
                  <a:cubicBezTo>
                    <a:pt x="387" y="503"/>
                    <a:pt x="501" y="387"/>
                    <a:pt x="501" y="252"/>
                  </a:cubicBezTo>
                  <a:cubicBezTo>
                    <a:pt x="501"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5" name="Google Shape;12895;p31"/>
            <p:cNvSpPr/>
            <p:nvPr/>
          </p:nvSpPr>
          <p:spPr>
            <a:xfrm>
              <a:off x="951850" y="12896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6" name="Google Shape;12896;p31"/>
            <p:cNvSpPr/>
            <p:nvPr/>
          </p:nvSpPr>
          <p:spPr>
            <a:xfrm>
              <a:off x="1043825" y="1289625"/>
              <a:ext cx="12375" cy="12575"/>
            </a:xfrm>
            <a:custGeom>
              <a:avLst/>
              <a:gdLst/>
              <a:ahLst/>
              <a:cxnLst/>
              <a:rect l="l" t="t" r="r" b="b"/>
              <a:pathLst>
                <a:path w="495" h="503" extrusionOk="0">
                  <a:moveTo>
                    <a:pt x="250" y="0"/>
                  </a:moveTo>
                  <a:cubicBezTo>
                    <a:pt x="107" y="0"/>
                    <a:pt x="0" y="116"/>
                    <a:pt x="0" y="252"/>
                  </a:cubicBezTo>
                  <a:cubicBezTo>
                    <a:pt x="0" y="387"/>
                    <a:pt x="107" y="503"/>
                    <a:pt x="250" y="503"/>
                  </a:cubicBezTo>
                  <a:cubicBezTo>
                    <a:pt x="388" y="503"/>
                    <a:pt x="494" y="387"/>
                    <a:pt x="494" y="252"/>
                  </a:cubicBezTo>
                  <a:cubicBezTo>
                    <a:pt x="494"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7" name="Google Shape;12897;p31"/>
            <p:cNvSpPr/>
            <p:nvPr/>
          </p:nvSpPr>
          <p:spPr>
            <a:xfrm>
              <a:off x="1135575" y="1289625"/>
              <a:ext cx="12575" cy="12575"/>
            </a:xfrm>
            <a:custGeom>
              <a:avLst/>
              <a:gdLst/>
              <a:ahLst/>
              <a:cxnLst/>
              <a:rect l="l" t="t" r="r" b="b"/>
              <a:pathLst>
                <a:path w="503" h="503" extrusionOk="0">
                  <a:moveTo>
                    <a:pt x="252" y="0"/>
                  </a:moveTo>
                  <a:cubicBezTo>
                    <a:pt x="116" y="0"/>
                    <a:pt x="0" y="116"/>
                    <a:pt x="0" y="252"/>
                  </a:cubicBezTo>
                  <a:cubicBezTo>
                    <a:pt x="0" y="387"/>
                    <a:pt x="116" y="503"/>
                    <a:pt x="252" y="503"/>
                  </a:cubicBezTo>
                  <a:cubicBezTo>
                    <a:pt x="387" y="503"/>
                    <a:pt x="503" y="387"/>
                    <a:pt x="503" y="252"/>
                  </a:cubicBezTo>
                  <a:cubicBezTo>
                    <a:pt x="503"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8" name="Google Shape;12898;p31"/>
            <p:cNvSpPr/>
            <p:nvPr/>
          </p:nvSpPr>
          <p:spPr>
            <a:xfrm>
              <a:off x="1227500" y="1289625"/>
              <a:ext cx="12400" cy="12575"/>
            </a:xfrm>
            <a:custGeom>
              <a:avLst/>
              <a:gdLst/>
              <a:ahLst/>
              <a:cxnLst/>
              <a:rect l="l" t="t" r="r" b="b"/>
              <a:pathLst>
                <a:path w="496" h="503" extrusionOk="0">
                  <a:moveTo>
                    <a:pt x="251" y="0"/>
                  </a:moveTo>
                  <a:cubicBezTo>
                    <a:pt x="109" y="0"/>
                    <a:pt x="0" y="116"/>
                    <a:pt x="0" y="252"/>
                  </a:cubicBezTo>
                  <a:cubicBezTo>
                    <a:pt x="0" y="387"/>
                    <a:pt x="109" y="503"/>
                    <a:pt x="251" y="503"/>
                  </a:cubicBezTo>
                  <a:cubicBezTo>
                    <a:pt x="387" y="503"/>
                    <a:pt x="496" y="387"/>
                    <a:pt x="496" y="252"/>
                  </a:cubicBezTo>
                  <a:cubicBezTo>
                    <a:pt x="496"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9" name="Google Shape;12899;p31"/>
            <p:cNvSpPr/>
            <p:nvPr/>
          </p:nvSpPr>
          <p:spPr>
            <a:xfrm>
              <a:off x="1319275" y="1289625"/>
              <a:ext cx="12550" cy="12575"/>
            </a:xfrm>
            <a:custGeom>
              <a:avLst/>
              <a:gdLst/>
              <a:ahLst/>
              <a:cxnLst/>
              <a:rect l="l" t="t" r="r" b="b"/>
              <a:pathLst>
                <a:path w="502" h="503" extrusionOk="0">
                  <a:moveTo>
                    <a:pt x="252" y="0"/>
                  </a:moveTo>
                  <a:cubicBezTo>
                    <a:pt x="114" y="0"/>
                    <a:pt x="1" y="116"/>
                    <a:pt x="1" y="252"/>
                  </a:cubicBezTo>
                  <a:cubicBezTo>
                    <a:pt x="1" y="387"/>
                    <a:pt x="114" y="503"/>
                    <a:pt x="252" y="503"/>
                  </a:cubicBezTo>
                  <a:cubicBezTo>
                    <a:pt x="388" y="503"/>
                    <a:pt x="501" y="387"/>
                    <a:pt x="501" y="252"/>
                  </a:cubicBezTo>
                  <a:cubicBezTo>
                    <a:pt x="501"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0" name="Google Shape;12900;p31"/>
            <p:cNvSpPr/>
            <p:nvPr/>
          </p:nvSpPr>
          <p:spPr>
            <a:xfrm>
              <a:off x="1411200" y="1289625"/>
              <a:ext cx="12425" cy="12575"/>
            </a:xfrm>
            <a:custGeom>
              <a:avLst/>
              <a:gdLst/>
              <a:ahLst/>
              <a:cxnLst/>
              <a:rect l="l" t="t" r="r" b="b"/>
              <a:pathLst>
                <a:path w="497" h="503" extrusionOk="0">
                  <a:moveTo>
                    <a:pt x="245" y="0"/>
                  </a:moveTo>
                  <a:cubicBezTo>
                    <a:pt x="109" y="0"/>
                    <a:pt x="1" y="116"/>
                    <a:pt x="1" y="252"/>
                  </a:cubicBezTo>
                  <a:cubicBezTo>
                    <a:pt x="1" y="387"/>
                    <a:pt x="109" y="503"/>
                    <a:pt x="245" y="503"/>
                  </a:cubicBezTo>
                  <a:cubicBezTo>
                    <a:pt x="388" y="503"/>
                    <a:pt x="496" y="387"/>
                    <a:pt x="496" y="252"/>
                  </a:cubicBezTo>
                  <a:cubicBezTo>
                    <a:pt x="496" y="116"/>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1" name="Google Shape;12901;p31"/>
            <p:cNvSpPr/>
            <p:nvPr/>
          </p:nvSpPr>
          <p:spPr>
            <a:xfrm>
              <a:off x="1503000" y="1289625"/>
              <a:ext cx="12525" cy="12575"/>
            </a:xfrm>
            <a:custGeom>
              <a:avLst/>
              <a:gdLst/>
              <a:ahLst/>
              <a:cxnLst/>
              <a:rect l="l" t="t" r="r" b="b"/>
              <a:pathLst>
                <a:path w="501" h="503" extrusionOk="0">
                  <a:moveTo>
                    <a:pt x="250" y="0"/>
                  </a:moveTo>
                  <a:cubicBezTo>
                    <a:pt x="114" y="0"/>
                    <a:pt x="0" y="116"/>
                    <a:pt x="0" y="252"/>
                  </a:cubicBezTo>
                  <a:cubicBezTo>
                    <a:pt x="0" y="387"/>
                    <a:pt x="114" y="503"/>
                    <a:pt x="250" y="503"/>
                  </a:cubicBezTo>
                  <a:cubicBezTo>
                    <a:pt x="387" y="503"/>
                    <a:pt x="501" y="387"/>
                    <a:pt x="501" y="252"/>
                  </a:cubicBezTo>
                  <a:cubicBezTo>
                    <a:pt x="501" y="116"/>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2" name="Google Shape;12902;p31"/>
            <p:cNvSpPr/>
            <p:nvPr/>
          </p:nvSpPr>
          <p:spPr>
            <a:xfrm>
              <a:off x="1594750" y="1289625"/>
              <a:ext cx="12575" cy="12575"/>
            </a:xfrm>
            <a:custGeom>
              <a:avLst/>
              <a:gdLst/>
              <a:ahLst/>
              <a:cxnLst/>
              <a:rect l="l" t="t" r="r" b="b"/>
              <a:pathLst>
                <a:path w="503" h="503" extrusionOk="0">
                  <a:moveTo>
                    <a:pt x="251" y="0"/>
                  </a:moveTo>
                  <a:cubicBezTo>
                    <a:pt x="115" y="0"/>
                    <a:pt x="0" y="116"/>
                    <a:pt x="0" y="252"/>
                  </a:cubicBezTo>
                  <a:cubicBezTo>
                    <a:pt x="0" y="387"/>
                    <a:pt x="115" y="503"/>
                    <a:pt x="251" y="503"/>
                  </a:cubicBezTo>
                  <a:cubicBezTo>
                    <a:pt x="394" y="503"/>
                    <a:pt x="503" y="387"/>
                    <a:pt x="503" y="252"/>
                  </a:cubicBezTo>
                  <a:cubicBezTo>
                    <a:pt x="503" y="116"/>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3" name="Google Shape;12903;p31"/>
            <p:cNvSpPr/>
            <p:nvPr/>
          </p:nvSpPr>
          <p:spPr>
            <a:xfrm>
              <a:off x="1686650" y="12896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4" name="Google Shape;12904;p31"/>
            <p:cNvSpPr/>
            <p:nvPr/>
          </p:nvSpPr>
          <p:spPr>
            <a:xfrm>
              <a:off x="1778450" y="1289625"/>
              <a:ext cx="12550" cy="12575"/>
            </a:xfrm>
            <a:custGeom>
              <a:avLst/>
              <a:gdLst/>
              <a:ahLst/>
              <a:cxnLst/>
              <a:rect l="l" t="t" r="r" b="b"/>
              <a:pathLst>
                <a:path w="502" h="503" extrusionOk="0">
                  <a:moveTo>
                    <a:pt x="252" y="0"/>
                  </a:moveTo>
                  <a:cubicBezTo>
                    <a:pt x="114" y="0"/>
                    <a:pt x="1" y="116"/>
                    <a:pt x="1" y="252"/>
                  </a:cubicBezTo>
                  <a:cubicBezTo>
                    <a:pt x="1" y="387"/>
                    <a:pt x="114" y="503"/>
                    <a:pt x="252" y="503"/>
                  </a:cubicBezTo>
                  <a:cubicBezTo>
                    <a:pt x="388" y="503"/>
                    <a:pt x="501" y="387"/>
                    <a:pt x="501" y="252"/>
                  </a:cubicBezTo>
                  <a:cubicBezTo>
                    <a:pt x="501"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5" name="Google Shape;12905;p31"/>
            <p:cNvSpPr/>
            <p:nvPr/>
          </p:nvSpPr>
          <p:spPr>
            <a:xfrm>
              <a:off x="1870375" y="1289625"/>
              <a:ext cx="12400" cy="12575"/>
            </a:xfrm>
            <a:custGeom>
              <a:avLst/>
              <a:gdLst/>
              <a:ahLst/>
              <a:cxnLst/>
              <a:rect l="l" t="t" r="r" b="b"/>
              <a:pathLst>
                <a:path w="496" h="503" extrusionOk="0">
                  <a:moveTo>
                    <a:pt x="252" y="0"/>
                  </a:moveTo>
                  <a:cubicBezTo>
                    <a:pt x="109" y="0"/>
                    <a:pt x="0" y="116"/>
                    <a:pt x="0" y="252"/>
                  </a:cubicBezTo>
                  <a:cubicBezTo>
                    <a:pt x="0" y="387"/>
                    <a:pt x="109" y="503"/>
                    <a:pt x="252" y="503"/>
                  </a:cubicBezTo>
                  <a:cubicBezTo>
                    <a:pt x="387" y="503"/>
                    <a:pt x="496" y="387"/>
                    <a:pt x="496" y="252"/>
                  </a:cubicBezTo>
                  <a:cubicBezTo>
                    <a:pt x="496"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6" name="Google Shape;12906;p31"/>
            <p:cNvSpPr/>
            <p:nvPr/>
          </p:nvSpPr>
          <p:spPr>
            <a:xfrm>
              <a:off x="1962150" y="1289625"/>
              <a:ext cx="12550" cy="12575"/>
            </a:xfrm>
            <a:custGeom>
              <a:avLst/>
              <a:gdLst/>
              <a:ahLst/>
              <a:cxnLst/>
              <a:rect l="l" t="t" r="r" b="b"/>
              <a:pathLst>
                <a:path w="502" h="503" extrusionOk="0">
                  <a:moveTo>
                    <a:pt x="250" y="0"/>
                  </a:moveTo>
                  <a:cubicBezTo>
                    <a:pt x="114" y="0"/>
                    <a:pt x="1" y="116"/>
                    <a:pt x="1" y="252"/>
                  </a:cubicBezTo>
                  <a:cubicBezTo>
                    <a:pt x="1" y="387"/>
                    <a:pt x="114" y="503"/>
                    <a:pt x="250" y="503"/>
                  </a:cubicBezTo>
                  <a:cubicBezTo>
                    <a:pt x="388" y="503"/>
                    <a:pt x="502" y="387"/>
                    <a:pt x="502" y="252"/>
                  </a:cubicBezTo>
                  <a:cubicBezTo>
                    <a:pt x="502"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7" name="Google Shape;12907;p31"/>
            <p:cNvSpPr/>
            <p:nvPr/>
          </p:nvSpPr>
          <p:spPr>
            <a:xfrm>
              <a:off x="2054075" y="1289625"/>
              <a:ext cx="12425" cy="12575"/>
            </a:xfrm>
            <a:custGeom>
              <a:avLst/>
              <a:gdLst/>
              <a:ahLst/>
              <a:cxnLst/>
              <a:rect l="l" t="t" r="r" b="b"/>
              <a:pathLst>
                <a:path w="497" h="503" extrusionOk="0">
                  <a:moveTo>
                    <a:pt x="252" y="0"/>
                  </a:moveTo>
                  <a:cubicBezTo>
                    <a:pt x="109" y="0"/>
                    <a:pt x="1" y="116"/>
                    <a:pt x="1" y="252"/>
                  </a:cubicBezTo>
                  <a:cubicBezTo>
                    <a:pt x="1" y="387"/>
                    <a:pt x="109" y="503"/>
                    <a:pt x="252" y="503"/>
                  </a:cubicBezTo>
                  <a:cubicBezTo>
                    <a:pt x="388" y="503"/>
                    <a:pt x="496" y="387"/>
                    <a:pt x="496" y="252"/>
                  </a:cubicBezTo>
                  <a:cubicBezTo>
                    <a:pt x="496"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8" name="Google Shape;12908;p31"/>
            <p:cNvSpPr/>
            <p:nvPr/>
          </p:nvSpPr>
          <p:spPr>
            <a:xfrm>
              <a:off x="2145825" y="12896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9" name="Google Shape;12909;p31"/>
            <p:cNvSpPr/>
            <p:nvPr/>
          </p:nvSpPr>
          <p:spPr>
            <a:xfrm>
              <a:off x="2237800" y="1289625"/>
              <a:ext cx="12350" cy="12575"/>
            </a:xfrm>
            <a:custGeom>
              <a:avLst/>
              <a:gdLst/>
              <a:ahLst/>
              <a:cxnLst/>
              <a:rect l="l" t="t" r="r" b="b"/>
              <a:pathLst>
                <a:path w="494" h="503" extrusionOk="0">
                  <a:moveTo>
                    <a:pt x="244" y="0"/>
                  </a:moveTo>
                  <a:cubicBezTo>
                    <a:pt x="107" y="0"/>
                    <a:pt x="0" y="116"/>
                    <a:pt x="0" y="252"/>
                  </a:cubicBezTo>
                  <a:cubicBezTo>
                    <a:pt x="0" y="387"/>
                    <a:pt x="107" y="503"/>
                    <a:pt x="244" y="503"/>
                  </a:cubicBezTo>
                  <a:cubicBezTo>
                    <a:pt x="387" y="503"/>
                    <a:pt x="494" y="387"/>
                    <a:pt x="494" y="252"/>
                  </a:cubicBezTo>
                  <a:cubicBezTo>
                    <a:pt x="494" y="116"/>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0" name="Google Shape;12910;p31"/>
            <p:cNvSpPr/>
            <p:nvPr/>
          </p:nvSpPr>
          <p:spPr>
            <a:xfrm>
              <a:off x="2329550" y="1289625"/>
              <a:ext cx="12575" cy="12575"/>
            </a:xfrm>
            <a:custGeom>
              <a:avLst/>
              <a:gdLst/>
              <a:ahLst/>
              <a:cxnLst/>
              <a:rect l="l" t="t" r="r" b="b"/>
              <a:pathLst>
                <a:path w="503" h="503" extrusionOk="0">
                  <a:moveTo>
                    <a:pt x="251" y="0"/>
                  </a:moveTo>
                  <a:cubicBezTo>
                    <a:pt x="115" y="0"/>
                    <a:pt x="0" y="116"/>
                    <a:pt x="0" y="252"/>
                  </a:cubicBezTo>
                  <a:cubicBezTo>
                    <a:pt x="0" y="387"/>
                    <a:pt x="115" y="503"/>
                    <a:pt x="251" y="503"/>
                  </a:cubicBezTo>
                  <a:cubicBezTo>
                    <a:pt x="387" y="503"/>
                    <a:pt x="502" y="387"/>
                    <a:pt x="502" y="252"/>
                  </a:cubicBezTo>
                  <a:cubicBezTo>
                    <a:pt x="502"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1" name="Google Shape;12911;p31"/>
            <p:cNvSpPr/>
            <p:nvPr/>
          </p:nvSpPr>
          <p:spPr>
            <a:xfrm>
              <a:off x="2421325" y="1289625"/>
              <a:ext cx="12550" cy="12575"/>
            </a:xfrm>
            <a:custGeom>
              <a:avLst/>
              <a:gdLst/>
              <a:ahLst/>
              <a:cxnLst/>
              <a:rect l="l" t="t" r="r" b="b"/>
              <a:pathLst>
                <a:path w="502" h="503" extrusionOk="0">
                  <a:moveTo>
                    <a:pt x="250" y="0"/>
                  </a:moveTo>
                  <a:cubicBezTo>
                    <a:pt x="114" y="0"/>
                    <a:pt x="1" y="116"/>
                    <a:pt x="1" y="252"/>
                  </a:cubicBezTo>
                  <a:cubicBezTo>
                    <a:pt x="1" y="387"/>
                    <a:pt x="114" y="503"/>
                    <a:pt x="250" y="503"/>
                  </a:cubicBezTo>
                  <a:cubicBezTo>
                    <a:pt x="395" y="503"/>
                    <a:pt x="501" y="387"/>
                    <a:pt x="501" y="252"/>
                  </a:cubicBezTo>
                  <a:cubicBezTo>
                    <a:pt x="501" y="116"/>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2" name="Google Shape;12912;p31"/>
            <p:cNvSpPr/>
            <p:nvPr/>
          </p:nvSpPr>
          <p:spPr>
            <a:xfrm>
              <a:off x="2513250" y="1289625"/>
              <a:ext cx="12575" cy="12575"/>
            </a:xfrm>
            <a:custGeom>
              <a:avLst/>
              <a:gdLst/>
              <a:ahLst/>
              <a:cxnLst/>
              <a:rect l="l" t="t" r="r" b="b"/>
              <a:pathLst>
                <a:path w="503" h="503" extrusionOk="0">
                  <a:moveTo>
                    <a:pt x="252" y="0"/>
                  </a:moveTo>
                  <a:cubicBezTo>
                    <a:pt x="109" y="0"/>
                    <a:pt x="0" y="116"/>
                    <a:pt x="0" y="252"/>
                  </a:cubicBezTo>
                  <a:cubicBezTo>
                    <a:pt x="0" y="387"/>
                    <a:pt x="109"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3" name="Google Shape;12913;p31"/>
            <p:cNvSpPr/>
            <p:nvPr/>
          </p:nvSpPr>
          <p:spPr>
            <a:xfrm>
              <a:off x="2605000" y="1289625"/>
              <a:ext cx="12575" cy="12575"/>
            </a:xfrm>
            <a:custGeom>
              <a:avLst/>
              <a:gdLst/>
              <a:ahLst/>
              <a:cxnLst/>
              <a:rect l="l" t="t" r="r" b="b"/>
              <a:pathLst>
                <a:path w="503" h="503" extrusionOk="0">
                  <a:moveTo>
                    <a:pt x="252" y="0"/>
                  </a:moveTo>
                  <a:cubicBezTo>
                    <a:pt x="116" y="0"/>
                    <a:pt x="0" y="116"/>
                    <a:pt x="0" y="252"/>
                  </a:cubicBezTo>
                  <a:cubicBezTo>
                    <a:pt x="0" y="387"/>
                    <a:pt x="116" y="503"/>
                    <a:pt x="252" y="503"/>
                  </a:cubicBezTo>
                  <a:cubicBezTo>
                    <a:pt x="387" y="503"/>
                    <a:pt x="503" y="387"/>
                    <a:pt x="503" y="252"/>
                  </a:cubicBezTo>
                  <a:cubicBezTo>
                    <a:pt x="503"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4" name="Google Shape;12914;p31"/>
            <p:cNvSpPr/>
            <p:nvPr/>
          </p:nvSpPr>
          <p:spPr>
            <a:xfrm>
              <a:off x="2696950" y="1289625"/>
              <a:ext cx="12375" cy="12575"/>
            </a:xfrm>
            <a:custGeom>
              <a:avLst/>
              <a:gdLst/>
              <a:ahLst/>
              <a:cxnLst/>
              <a:rect l="l" t="t" r="r" b="b"/>
              <a:pathLst>
                <a:path w="495" h="503" extrusionOk="0">
                  <a:moveTo>
                    <a:pt x="252" y="0"/>
                  </a:moveTo>
                  <a:cubicBezTo>
                    <a:pt x="108" y="0"/>
                    <a:pt x="1" y="116"/>
                    <a:pt x="1" y="252"/>
                  </a:cubicBezTo>
                  <a:cubicBezTo>
                    <a:pt x="1" y="387"/>
                    <a:pt x="108" y="503"/>
                    <a:pt x="252" y="503"/>
                  </a:cubicBezTo>
                  <a:cubicBezTo>
                    <a:pt x="388" y="503"/>
                    <a:pt x="495" y="387"/>
                    <a:pt x="495" y="252"/>
                  </a:cubicBezTo>
                  <a:cubicBezTo>
                    <a:pt x="495"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5" name="Google Shape;12915;p31"/>
            <p:cNvSpPr/>
            <p:nvPr/>
          </p:nvSpPr>
          <p:spPr>
            <a:xfrm>
              <a:off x="2788700" y="12896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6" name="Google Shape;12916;p31"/>
            <p:cNvSpPr/>
            <p:nvPr/>
          </p:nvSpPr>
          <p:spPr>
            <a:xfrm>
              <a:off x="2880675" y="1289625"/>
              <a:ext cx="12375" cy="12575"/>
            </a:xfrm>
            <a:custGeom>
              <a:avLst/>
              <a:gdLst/>
              <a:ahLst/>
              <a:cxnLst/>
              <a:rect l="l" t="t" r="r" b="b"/>
              <a:pathLst>
                <a:path w="495" h="503" extrusionOk="0">
                  <a:moveTo>
                    <a:pt x="243" y="0"/>
                  </a:moveTo>
                  <a:cubicBezTo>
                    <a:pt x="107" y="0"/>
                    <a:pt x="0" y="116"/>
                    <a:pt x="0" y="252"/>
                  </a:cubicBezTo>
                  <a:cubicBezTo>
                    <a:pt x="0" y="387"/>
                    <a:pt x="107" y="503"/>
                    <a:pt x="243" y="503"/>
                  </a:cubicBezTo>
                  <a:cubicBezTo>
                    <a:pt x="387" y="503"/>
                    <a:pt x="494" y="387"/>
                    <a:pt x="494" y="252"/>
                  </a:cubicBezTo>
                  <a:cubicBezTo>
                    <a:pt x="494" y="116"/>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7" name="Google Shape;12917;p31"/>
            <p:cNvSpPr/>
            <p:nvPr/>
          </p:nvSpPr>
          <p:spPr>
            <a:xfrm>
              <a:off x="2972425" y="1289625"/>
              <a:ext cx="12575" cy="12575"/>
            </a:xfrm>
            <a:custGeom>
              <a:avLst/>
              <a:gdLst/>
              <a:ahLst/>
              <a:cxnLst/>
              <a:rect l="l" t="t" r="r" b="b"/>
              <a:pathLst>
                <a:path w="503" h="503" extrusionOk="0">
                  <a:moveTo>
                    <a:pt x="251" y="0"/>
                  </a:moveTo>
                  <a:cubicBezTo>
                    <a:pt x="115" y="0"/>
                    <a:pt x="0" y="116"/>
                    <a:pt x="0" y="252"/>
                  </a:cubicBezTo>
                  <a:cubicBezTo>
                    <a:pt x="0" y="387"/>
                    <a:pt x="115" y="503"/>
                    <a:pt x="251" y="503"/>
                  </a:cubicBezTo>
                  <a:cubicBezTo>
                    <a:pt x="387" y="503"/>
                    <a:pt x="503" y="387"/>
                    <a:pt x="503" y="252"/>
                  </a:cubicBezTo>
                  <a:cubicBezTo>
                    <a:pt x="503"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8" name="Google Shape;12918;p31"/>
            <p:cNvSpPr/>
            <p:nvPr/>
          </p:nvSpPr>
          <p:spPr>
            <a:xfrm>
              <a:off x="3064375" y="1289625"/>
              <a:ext cx="12375" cy="12575"/>
            </a:xfrm>
            <a:custGeom>
              <a:avLst/>
              <a:gdLst/>
              <a:ahLst/>
              <a:cxnLst/>
              <a:rect l="l" t="t" r="r" b="b"/>
              <a:pathLst>
                <a:path w="495" h="503" extrusionOk="0">
                  <a:moveTo>
                    <a:pt x="243" y="0"/>
                  </a:moveTo>
                  <a:cubicBezTo>
                    <a:pt x="107" y="0"/>
                    <a:pt x="1" y="116"/>
                    <a:pt x="1" y="252"/>
                  </a:cubicBezTo>
                  <a:cubicBezTo>
                    <a:pt x="1" y="387"/>
                    <a:pt x="107" y="503"/>
                    <a:pt x="243" y="503"/>
                  </a:cubicBezTo>
                  <a:cubicBezTo>
                    <a:pt x="388" y="503"/>
                    <a:pt x="495" y="387"/>
                    <a:pt x="495" y="252"/>
                  </a:cubicBezTo>
                  <a:cubicBezTo>
                    <a:pt x="495" y="116"/>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9" name="Google Shape;12919;p31"/>
            <p:cNvSpPr/>
            <p:nvPr/>
          </p:nvSpPr>
          <p:spPr>
            <a:xfrm>
              <a:off x="3156125" y="12896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0" name="Google Shape;12920;p31"/>
            <p:cNvSpPr/>
            <p:nvPr/>
          </p:nvSpPr>
          <p:spPr>
            <a:xfrm>
              <a:off x="3247875" y="1289625"/>
              <a:ext cx="12575" cy="12575"/>
            </a:xfrm>
            <a:custGeom>
              <a:avLst/>
              <a:gdLst/>
              <a:ahLst/>
              <a:cxnLst/>
              <a:rect l="l" t="t" r="r" b="b"/>
              <a:pathLst>
                <a:path w="503"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1" name="Google Shape;12921;p31"/>
            <p:cNvSpPr/>
            <p:nvPr/>
          </p:nvSpPr>
          <p:spPr>
            <a:xfrm>
              <a:off x="3339850" y="1289625"/>
              <a:ext cx="12525" cy="12575"/>
            </a:xfrm>
            <a:custGeom>
              <a:avLst/>
              <a:gdLst/>
              <a:ahLst/>
              <a:cxnLst/>
              <a:rect l="l" t="t" r="r" b="b"/>
              <a:pathLst>
                <a:path w="501" h="503" extrusionOk="0">
                  <a:moveTo>
                    <a:pt x="251" y="0"/>
                  </a:moveTo>
                  <a:cubicBezTo>
                    <a:pt x="107" y="0"/>
                    <a:pt x="0" y="116"/>
                    <a:pt x="0" y="252"/>
                  </a:cubicBezTo>
                  <a:cubicBezTo>
                    <a:pt x="0" y="387"/>
                    <a:pt x="107" y="503"/>
                    <a:pt x="251" y="503"/>
                  </a:cubicBezTo>
                  <a:cubicBezTo>
                    <a:pt x="387" y="503"/>
                    <a:pt x="501" y="387"/>
                    <a:pt x="501" y="252"/>
                  </a:cubicBezTo>
                  <a:cubicBezTo>
                    <a:pt x="501"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2" name="Google Shape;12922;p31"/>
            <p:cNvSpPr/>
            <p:nvPr/>
          </p:nvSpPr>
          <p:spPr>
            <a:xfrm>
              <a:off x="3431575" y="12896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3" name="Google Shape;12923;p31"/>
            <p:cNvSpPr/>
            <p:nvPr/>
          </p:nvSpPr>
          <p:spPr>
            <a:xfrm>
              <a:off x="3523550" y="1289625"/>
              <a:ext cx="12375" cy="12575"/>
            </a:xfrm>
            <a:custGeom>
              <a:avLst/>
              <a:gdLst/>
              <a:ahLst/>
              <a:cxnLst/>
              <a:rect l="l" t="t" r="r" b="b"/>
              <a:pathLst>
                <a:path w="495" h="503" extrusionOk="0">
                  <a:moveTo>
                    <a:pt x="250" y="0"/>
                  </a:moveTo>
                  <a:cubicBezTo>
                    <a:pt x="107" y="0"/>
                    <a:pt x="0" y="116"/>
                    <a:pt x="0" y="252"/>
                  </a:cubicBezTo>
                  <a:cubicBezTo>
                    <a:pt x="0" y="387"/>
                    <a:pt x="107" y="503"/>
                    <a:pt x="250" y="503"/>
                  </a:cubicBezTo>
                  <a:cubicBezTo>
                    <a:pt x="388" y="503"/>
                    <a:pt x="494" y="387"/>
                    <a:pt x="494" y="252"/>
                  </a:cubicBezTo>
                  <a:cubicBezTo>
                    <a:pt x="494"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4" name="Google Shape;12924;p31"/>
            <p:cNvSpPr/>
            <p:nvPr/>
          </p:nvSpPr>
          <p:spPr>
            <a:xfrm>
              <a:off x="676400" y="1381375"/>
              <a:ext cx="12600" cy="12575"/>
            </a:xfrm>
            <a:custGeom>
              <a:avLst/>
              <a:gdLst/>
              <a:ahLst/>
              <a:cxnLst/>
              <a:rect l="l" t="t" r="r" b="b"/>
              <a:pathLst>
                <a:path w="504" h="503" extrusionOk="0">
                  <a:moveTo>
                    <a:pt x="252" y="0"/>
                  </a:moveTo>
                  <a:cubicBezTo>
                    <a:pt x="116" y="0"/>
                    <a:pt x="1" y="116"/>
                    <a:pt x="1" y="251"/>
                  </a:cubicBezTo>
                  <a:cubicBezTo>
                    <a:pt x="1" y="394"/>
                    <a:pt x="116" y="503"/>
                    <a:pt x="252" y="503"/>
                  </a:cubicBezTo>
                  <a:cubicBezTo>
                    <a:pt x="388" y="503"/>
                    <a:pt x="503" y="394"/>
                    <a:pt x="503" y="251"/>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5" name="Google Shape;12925;p31"/>
            <p:cNvSpPr/>
            <p:nvPr/>
          </p:nvSpPr>
          <p:spPr>
            <a:xfrm>
              <a:off x="768325" y="1381375"/>
              <a:ext cx="12400" cy="12575"/>
            </a:xfrm>
            <a:custGeom>
              <a:avLst/>
              <a:gdLst/>
              <a:ahLst/>
              <a:cxnLst/>
              <a:rect l="l" t="t" r="r" b="b"/>
              <a:pathLst>
                <a:path w="496" h="503" extrusionOk="0">
                  <a:moveTo>
                    <a:pt x="245" y="0"/>
                  </a:moveTo>
                  <a:cubicBezTo>
                    <a:pt x="109" y="0"/>
                    <a:pt x="0" y="116"/>
                    <a:pt x="0" y="251"/>
                  </a:cubicBezTo>
                  <a:cubicBezTo>
                    <a:pt x="0" y="394"/>
                    <a:pt x="109" y="503"/>
                    <a:pt x="245" y="503"/>
                  </a:cubicBezTo>
                  <a:cubicBezTo>
                    <a:pt x="388" y="503"/>
                    <a:pt x="496" y="394"/>
                    <a:pt x="496" y="251"/>
                  </a:cubicBezTo>
                  <a:cubicBezTo>
                    <a:pt x="496" y="116"/>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6" name="Google Shape;12926;p31"/>
            <p:cNvSpPr/>
            <p:nvPr/>
          </p:nvSpPr>
          <p:spPr>
            <a:xfrm>
              <a:off x="860125" y="1381375"/>
              <a:ext cx="12525" cy="12575"/>
            </a:xfrm>
            <a:custGeom>
              <a:avLst/>
              <a:gdLst/>
              <a:ahLst/>
              <a:cxnLst/>
              <a:rect l="l" t="t" r="r" b="b"/>
              <a:pathLst>
                <a:path w="501" h="503" extrusionOk="0">
                  <a:moveTo>
                    <a:pt x="251" y="0"/>
                  </a:moveTo>
                  <a:cubicBezTo>
                    <a:pt x="114" y="0"/>
                    <a:pt x="0" y="116"/>
                    <a:pt x="0" y="251"/>
                  </a:cubicBezTo>
                  <a:cubicBezTo>
                    <a:pt x="0" y="394"/>
                    <a:pt x="114" y="503"/>
                    <a:pt x="251" y="503"/>
                  </a:cubicBezTo>
                  <a:cubicBezTo>
                    <a:pt x="387" y="503"/>
                    <a:pt x="501" y="394"/>
                    <a:pt x="501" y="251"/>
                  </a:cubicBezTo>
                  <a:cubicBezTo>
                    <a:pt x="501"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7" name="Google Shape;12927;p31"/>
            <p:cNvSpPr/>
            <p:nvPr/>
          </p:nvSpPr>
          <p:spPr>
            <a:xfrm>
              <a:off x="951850" y="1381375"/>
              <a:ext cx="12600" cy="12575"/>
            </a:xfrm>
            <a:custGeom>
              <a:avLst/>
              <a:gdLst/>
              <a:ahLst/>
              <a:cxnLst/>
              <a:rect l="l" t="t" r="r" b="b"/>
              <a:pathLst>
                <a:path w="504" h="503" extrusionOk="0">
                  <a:moveTo>
                    <a:pt x="252" y="0"/>
                  </a:moveTo>
                  <a:cubicBezTo>
                    <a:pt x="116" y="0"/>
                    <a:pt x="1" y="116"/>
                    <a:pt x="1" y="251"/>
                  </a:cubicBezTo>
                  <a:cubicBezTo>
                    <a:pt x="1" y="394"/>
                    <a:pt x="116" y="503"/>
                    <a:pt x="252" y="503"/>
                  </a:cubicBezTo>
                  <a:cubicBezTo>
                    <a:pt x="388" y="503"/>
                    <a:pt x="503" y="394"/>
                    <a:pt x="503" y="251"/>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8" name="Google Shape;12928;p31"/>
            <p:cNvSpPr/>
            <p:nvPr/>
          </p:nvSpPr>
          <p:spPr>
            <a:xfrm>
              <a:off x="1043825" y="1381375"/>
              <a:ext cx="12375" cy="12575"/>
            </a:xfrm>
            <a:custGeom>
              <a:avLst/>
              <a:gdLst/>
              <a:ahLst/>
              <a:cxnLst/>
              <a:rect l="l" t="t" r="r" b="b"/>
              <a:pathLst>
                <a:path w="495" h="503" extrusionOk="0">
                  <a:moveTo>
                    <a:pt x="250" y="0"/>
                  </a:moveTo>
                  <a:cubicBezTo>
                    <a:pt x="107" y="0"/>
                    <a:pt x="0" y="116"/>
                    <a:pt x="0" y="251"/>
                  </a:cubicBezTo>
                  <a:cubicBezTo>
                    <a:pt x="0" y="394"/>
                    <a:pt x="107" y="503"/>
                    <a:pt x="250" y="503"/>
                  </a:cubicBezTo>
                  <a:cubicBezTo>
                    <a:pt x="388" y="503"/>
                    <a:pt x="494" y="394"/>
                    <a:pt x="494" y="251"/>
                  </a:cubicBezTo>
                  <a:cubicBezTo>
                    <a:pt x="494"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9" name="Google Shape;12929;p31"/>
            <p:cNvSpPr/>
            <p:nvPr/>
          </p:nvSpPr>
          <p:spPr>
            <a:xfrm>
              <a:off x="1135575" y="1381375"/>
              <a:ext cx="12575" cy="12575"/>
            </a:xfrm>
            <a:custGeom>
              <a:avLst/>
              <a:gdLst/>
              <a:ahLst/>
              <a:cxnLst/>
              <a:rect l="l" t="t" r="r" b="b"/>
              <a:pathLst>
                <a:path w="503" h="503" extrusionOk="0">
                  <a:moveTo>
                    <a:pt x="252" y="0"/>
                  </a:moveTo>
                  <a:cubicBezTo>
                    <a:pt x="116" y="0"/>
                    <a:pt x="0" y="116"/>
                    <a:pt x="0" y="251"/>
                  </a:cubicBezTo>
                  <a:cubicBezTo>
                    <a:pt x="0" y="394"/>
                    <a:pt x="116" y="503"/>
                    <a:pt x="252" y="503"/>
                  </a:cubicBezTo>
                  <a:cubicBezTo>
                    <a:pt x="387" y="503"/>
                    <a:pt x="503" y="394"/>
                    <a:pt x="503" y="251"/>
                  </a:cubicBezTo>
                  <a:cubicBezTo>
                    <a:pt x="503"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0" name="Google Shape;12930;p31"/>
            <p:cNvSpPr/>
            <p:nvPr/>
          </p:nvSpPr>
          <p:spPr>
            <a:xfrm>
              <a:off x="1227500" y="1381375"/>
              <a:ext cx="12400" cy="12575"/>
            </a:xfrm>
            <a:custGeom>
              <a:avLst/>
              <a:gdLst/>
              <a:ahLst/>
              <a:cxnLst/>
              <a:rect l="l" t="t" r="r" b="b"/>
              <a:pathLst>
                <a:path w="496" h="503" extrusionOk="0">
                  <a:moveTo>
                    <a:pt x="251" y="0"/>
                  </a:moveTo>
                  <a:cubicBezTo>
                    <a:pt x="109" y="0"/>
                    <a:pt x="0" y="116"/>
                    <a:pt x="0" y="251"/>
                  </a:cubicBezTo>
                  <a:cubicBezTo>
                    <a:pt x="0" y="394"/>
                    <a:pt x="109" y="503"/>
                    <a:pt x="251" y="503"/>
                  </a:cubicBezTo>
                  <a:cubicBezTo>
                    <a:pt x="387" y="503"/>
                    <a:pt x="496" y="394"/>
                    <a:pt x="496" y="251"/>
                  </a:cubicBezTo>
                  <a:cubicBezTo>
                    <a:pt x="496"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1" name="Google Shape;12931;p31"/>
            <p:cNvSpPr/>
            <p:nvPr/>
          </p:nvSpPr>
          <p:spPr>
            <a:xfrm>
              <a:off x="1319275" y="1381375"/>
              <a:ext cx="12550" cy="12575"/>
            </a:xfrm>
            <a:custGeom>
              <a:avLst/>
              <a:gdLst/>
              <a:ahLst/>
              <a:cxnLst/>
              <a:rect l="l" t="t" r="r" b="b"/>
              <a:pathLst>
                <a:path w="502" h="503" extrusionOk="0">
                  <a:moveTo>
                    <a:pt x="252" y="0"/>
                  </a:moveTo>
                  <a:cubicBezTo>
                    <a:pt x="114" y="0"/>
                    <a:pt x="1" y="116"/>
                    <a:pt x="1" y="251"/>
                  </a:cubicBezTo>
                  <a:cubicBezTo>
                    <a:pt x="1" y="394"/>
                    <a:pt x="114" y="503"/>
                    <a:pt x="252" y="503"/>
                  </a:cubicBezTo>
                  <a:cubicBezTo>
                    <a:pt x="388" y="503"/>
                    <a:pt x="501" y="394"/>
                    <a:pt x="501" y="251"/>
                  </a:cubicBezTo>
                  <a:cubicBezTo>
                    <a:pt x="501"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2" name="Google Shape;12932;p31"/>
            <p:cNvSpPr/>
            <p:nvPr/>
          </p:nvSpPr>
          <p:spPr>
            <a:xfrm>
              <a:off x="1411200" y="1381375"/>
              <a:ext cx="12425" cy="12575"/>
            </a:xfrm>
            <a:custGeom>
              <a:avLst/>
              <a:gdLst/>
              <a:ahLst/>
              <a:cxnLst/>
              <a:rect l="l" t="t" r="r" b="b"/>
              <a:pathLst>
                <a:path w="497" h="503" extrusionOk="0">
                  <a:moveTo>
                    <a:pt x="245" y="0"/>
                  </a:moveTo>
                  <a:cubicBezTo>
                    <a:pt x="109" y="0"/>
                    <a:pt x="1" y="116"/>
                    <a:pt x="1" y="251"/>
                  </a:cubicBezTo>
                  <a:cubicBezTo>
                    <a:pt x="1" y="394"/>
                    <a:pt x="109" y="503"/>
                    <a:pt x="245" y="503"/>
                  </a:cubicBezTo>
                  <a:cubicBezTo>
                    <a:pt x="388" y="503"/>
                    <a:pt x="496" y="394"/>
                    <a:pt x="496" y="251"/>
                  </a:cubicBezTo>
                  <a:cubicBezTo>
                    <a:pt x="496" y="116"/>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3" name="Google Shape;12933;p31"/>
            <p:cNvSpPr/>
            <p:nvPr/>
          </p:nvSpPr>
          <p:spPr>
            <a:xfrm>
              <a:off x="1503000" y="1381375"/>
              <a:ext cx="12525" cy="12575"/>
            </a:xfrm>
            <a:custGeom>
              <a:avLst/>
              <a:gdLst/>
              <a:ahLst/>
              <a:cxnLst/>
              <a:rect l="l" t="t" r="r" b="b"/>
              <a:pathLst>
                <a:path w="501" h="503" extrusionOk="0">
                  <a:moveTo>
                    <a:pt x="250" y="0"/>
                  </a:moveTo>
                  <a:cubicBezTo>
                    <a:pt x="114" y="0"/>
                    <a:pt x="0" y="116"/>
                    <a:pt x="0" y="251"/>
                  </a:cubicBezTo>
                  <a:cubicBezTo>
                    <a:pt x="0" y="394"/>
                    <a:pt x="114" y="503"/>
                    <a:pt x="250" y="503"/>
                  </a:cubicBezTo>
                  <a:cubicBezTo>
                    <a:pt x="387" y="503"/>
                    <a:pt x="501" y="394"/>
                    <a:pt x="501" y="251"/>
                  </a:cubicBezTo>
                  <a:cubicBezTo>
                    <a:pt x="501" y="116"/>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4" name="Google Shape;12934;p31"/>
            <p:cNvSpPr/>
            <p:nvPr/>
          </p:nvSpPr>
          <p:spPr>
            <a:xfrm>
              <a:off x="1594750" y="1381375"/>
              <a:ext cx="12575" cy="12575"/>
            </a:xfrm>
            <a:custGeom>
              <a:avLst/>
              <a:gdLst/>
              <a:ahLst/>
              <a:cxnLst/>
              <a:rect l="l" t="t" r="r" b="b"/>
              <a:pathLst>
                <a:path w="503" h="503" extrusionOk="0">
                  <a:moveTo>
                    <a:pt x="251" y="0"/>
                  </a:moveTo>
                  <a:cubicBezTo>
                    <a:pt x="115" y="0"/>
                    <a:pt x="0" y="116"/>
                    <a:pt x="0" y="251"/>
                  </a:cubicBezTo>
                  <a:cubicBezTo>
                    <a:pt x="0" y="394"/>
                    <a:pt x="115" y="503"/>
                    <a:pt x="251" y="503"/>
                  </a:cubicBezTo>
                  <a:cubicBezTo>
                    <a:pt x="394" y="503"/>
                    <a:pt x="503" y="394"/>
                    <a:pt x="503" y="251"/>
                  </a:cubicBezTo>
                  <a:cubicBezTo>
                    <a:pt x="503" y="116"/>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5" name="Google Shape;12935;p31"/>
            <p:cNvSpPr/>
            <p:nvPr/>
          </p:nvSpPr>
          <p:spPr>
            <a:xfrm>
              <a:off x="1686650" y="1381375"/>
              <a:ext cx="12600" cy="12575"/>
            </a:xfrm>
            <a:custGeom>
              <a:avLst/>
              <a:gdLst/>
              <a:ahLst/>
              <a:cxnLst/>
              <a:rect l="l" t="t" r="r" b="b"/>
              <a:pathLst>
                <a:path w="504" h="503" extrusionOk="0">
                  <a:moveTo>
                    <a:pt x="252" y="0"/>
                  </a:moveTo>
                  <a:cubicBezTo>
                    <a:pt x="116" y="0"/>
                    <a:pt x="1" y="116"/>
                    <a:pt x="1" y="251"/>
                  </a:cubicBezTo>
                  <a:cubicBezTo>
                    <a:pt x="1" y="394"/>
                    <a:pt x="116" y="503"/>
                    <a:pt x="252" y="503"/>
                  </a:cubicBezTo>
                  <a:cubicBezTo>
                    <a:pt x="388" y="503"/>
                    <a:pt x="503" y="394"/>
                    <a:pt x="503" y="251"/>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6" name="Google Shape;12936;p31"/>
            <p:cNvSpPr/>
            <p:nvPr/>
          </p:nvSpPr>
          <p:spPr>
            <a:xfrm>
              <a:off x="1778450" y="1381375"/>
              <a:ext cx="12550" cy="12575"/>
            </a:xfrm>
            <a:custGeom>
              <a:avLst/>
              <a:gdLst/>
              <a:ahLst/>
              <a:cxnLst/>
              <a:rect l="l" t="t" r="r" b="b"/>
              <a:pathLst>
                <a:path w="502" h="503" extrusionOk="0">
                  <a:moveTo>
                    <a:pt x="252" y="0"/>
                  </a:moveTo>
                  <a:cubicBezTo>
                    <a:pt x="114" y="0"/>
                    <a:pt x="1" y="116"/>
                    <a:pt x="1" y="251"/>
                  </a:cubicBezTo>
                  <a:cubicBezTo>
                    <a:pt x="1" y="394"/>
                    <a:pt x="114" y="503"/>
                    <a:pt x="252" y="503"/>
                  </a:cubicBezTo>
                  <a:cubicBezTo>
                    <a:pt x="388" y="503"/>
                    <a:pt x="501" y="394"/>
                    <a:pt x="501" y="251"/>
                  </a:cubicBezTo>
                  <a:cubicBezTo>
                    <a:pt x="501"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7" name="Google Shape;12937;p31"/>
            <p:cNvSpPr/>
            <p:nvPr/>
          </p:nvSpPr>
          <p:spPr>
            <a:xfrm>
              <a:off x="1870375" y="1381375"/>
              <a:ext cx="12400" cy="12575"/>
            </a:xfrm>
            <a:custGeom>
              <a:avLst/>
              <a:gdLst/>
              <a:ahLst/>
              <a:cxnLst/>
              <a:rect l="l" t="t" r="r" b="b"/>
              <a:pathLst>
                <a:path w="496" h="503" extrusionOk="0">
                  <a:moveTo>
                    <a:pt x="252" y="0"/>
                  </a:moveTo>
                  <a:cubicBezTo>
                    <a:pt x="109" y="0"/>
                    <a:pt x="0" y="116"/>
                    <a:pt x="0" y="251"/>
                  </a:cubicBezTo>
                  <a:cubicBezTo>
                    <a:pt x="0" y="394"/>
                    <a:pt x="109" y="503"/>
                    <a:pt x="252" y="503"/>
                  </a:cubicBezTo>
                  <a:cubicBezTo>
                    <a:pt x="387" y="503"/>
                    <a:pt x="496" y="394"/>
                    <a:pt x="496" y="251"/>
                  </a:cubicBezTo>
                  <a:cubicBezTo>
                    <a:pt x="496"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8" name="Google Shape;12938;p31"/>
            <p:cNvSpPr/>
            <p:nvPr/>
          </p:nvSpPr>
          <p:spPr>
            <a:xfrm>
              <a:off x="1962150" y="1381375"/>
              <a:ext cx="12550" cy="12575"/>
            </a:xfrm>
            <a:custGeom>
              <a:avLst/>
              <a:gdLst/>
              <a:ahLst/>
              <a:cxnLst/>
              <a:rect l="l" t="t" r="r" b="b"/>
              <a:pathLst>
                <a:path w="502" h="503" extrusionOk="0">
                  <a:moveTo>
                    <a:pt x="250" y="0"/>
                  </a:moveTo>
                  <a:cubicBezTo>
                    <a:pt x="114" y="0"/>
                    <a:pt x="1" y="116"/>
                    <a:pt x="1" y="251"/>
                  </a:cubicBezTo>
                  <a:cubicBezTo>
                    <a:pt x="1" y="394"/>
                    <a:pt x="114" y="503"/>
                    <a:pt x="250" y="503"/>
                  </a:cubicBezTo>
                  <a:cubicBezTo>
                    <a:pt x="388" y="503"/>
                    <a:pt x="502" y="394"/>
                    <a:pt x="502" y="251"/>
                  </a:cubicBezTo>
                  <a:cubicBezTo>
                    <a:pt x="502"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9" name="Google Shape;12939;p31"/>
            <p:cNvSpPr/>
            <p:nvPr/>
          </p:nvSpPr>
          <p:spPr>
            <a:xfrm>
              <a:off x="2054075" y="1381375"/>
              <a:ext cx="12425" cy="12575"/>
            </a:xfrm>
            <a:custGeom>
              <a:avLst/>
              <a:gdLst/>
              <a:ahLst/>
              <a:cxnLst/>
              <a:rect l="l" t="t" r="r" b="b"/>
              <a:pathLst>
                <a:path w="497" h="503" extrusionOk="0">
                  <a:moveTo>
                    <a:pt x="252" y="0"/>
                  </a:moveTo>
                  <a:cubicBezTo>
                    <a:pt x="109" y="0"/>
                    <a:pt x="1" y="116"/>
                    <a:pt x="1" y="251"/>
                  </a:cubicBezTo>
                  <a:cubicBezTo>
                    <a:pt x="1" y="394"/>
                    <a:pt x="109" y="503"/>
                    <a:pt x="252" y="503"/>
                  </a:cubicBezTo>
                  <a:cubicBezTo>
                    <a:pt x="388" y="503"/>
                    <a:pt x="496" y="394"/>
                    <a:pt x="496" y="251"/>
                  </a:cubicBezTo>
                  <a:cubicBezTo>
                    <a:pt x="496"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0" name="Google Shape;12940;p31"/>
            <p:cNvSpPr/>
            <p:nvPr/>
          </p:nvSpPr>
          <p:spPr>
            <a:xfrm>
              <a:off x="2145825" y="1381375"/>
              <a:ext cx="12600" cy="12575"/>
            </a:xfrm>
            <a:custGeom>
              <a:avLst/>
              <a:gdLst/>
              <a:ahLst/>
              <a:cxnLst/>
              <a:rect l="l" t="t" r="r" b="b"/>
              <a:pathLst>
                <a:path w="504" h="503" extrusionOk="0">
                  <a:moveTo>
                    <a:pt x="252" y="0"/>
                  </a:moveTo>
                  <a:cubicBezTo>
                    <a:pt x="116" y="0"/>
                    <a:pt x="1" y="116"/>
                    <a:pt x="1" y="251"/>
                  </a:cubicBezTo>
                  <a:cubicBezTo>
                    <a:pt x="1" y="394"/>
                    <a:pt x="116" y="503"/>
                    <a:pt x="252" y="503"/>
                  </a:cubicBezTo>
                  <a:cubicBezTo>
                    <a:pt x="388" y="503"/>
                    <a:pt x="503" y="394"/>
                    <a:pt x="503" y="251"/>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1" name="Google Shape;12941;p31"/>
            <p:cNvSpPr/>
            <p:nvPr/>
          </p:nvSpPr>
          <p:spPr>
            <a:xfrm>
              <a:off x="2237800" y="1381375"/>
              <a:ext cx="12350" cy="12575"/>
            </a:xfrm>
            <a:custGeom>
              <a:avLst/>
              <a:gdLst/>
              <a:ahLst/>
              <a:cxnLst/>
              <a:rect l="l" t="t" r="r" b="b"/>
              <a:pathLst>
                <a:path w="494" h="503" extrusionOk="0">
                  <a:moveTo>
                    <a:pt x="244" y="0"/>
                  </a:moveTo>
                  <a:cubicBezTo>
                    <a:pt x="107" y="0"/>
                    <a:pt x="0" y="116"/>
                    <a:pt x="0" y="251"/>
                  </a:cubicBezTo>
                  <a:cubicBezTo>
                    <a:pt x="0" y="394"/>
                    <a:pt x="107" y="503"/>
                    <a:pt x="244" y="503"/>
                  </a:cubicBezTo>
                  <a:cubicBezTo>
                    <a:pt x="387" y="503"/>
                    <a:pt x="494" y="394"/>
                    <a:pt x="494" y="251"/>
                  </a:cubicBezTo>
                  <a:cubicBezTo>
                    <a:pt x="494" y="116"/>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2" name="Google Shape;12942;p31"/>
            <p:cNvSpPr/>
            <p:nvPr/>
          </p:nvSpPr>
          <p:spPr>
            <a:xfrm>
              <a:off x="2329550" y="1381375"/>
              <a:ext cx="12575" cy="12575"/>
            </a:xfrm>
            <a:custGeom>
              <a:avLst/>
              <a:gdLst/>
              <a:ahLst/>
              <a:cxnLst/>
              <a:rect l="l" t="t" r="r" b="b"/>
              <a:pathLst>
                <a:path w="503" h="503" extrusionOk="0">
                  <a:moveTo>
                    <a:pt x="251" y="0"/>
                  </a:moveTo>
                  <a:cubicBezTo>
                    <a:pt x="115" y="0"/>
                    <a:pt x="0" y="116"/>
                    <a:pt x="0" y="251"/>
                  </a:cubicBezTo>
                  <a:cubicBezTo>
                    <a:pt x="0" y="394"/>
                    <a:pt x="115" y="503"/>
                    <a:pt x="251" y="503"/>
                  </a:cubicBezTo>
                  <a:cubicBezTo>
                    <a:pt x="387" y="503"/>
                    <a:pt x="502" y="394"/>
                    <a:pt x="502" y="251"/>
                  </a:cubicBezTo>
                  <a:cubicBezTo>
                    <a:pt x="502"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3" name="Google Shape;12943;p31"/>
            <p:cNvSpPr/>
            <p:nvPr/>
          </p:nvSpPr>
          <p:spPr>
            <a:xfrm>
              <a:off x="2421325" y="1381375"/>
              <a:ext cx="12550" cy="12575"/>
            </a:xfrm>
            <a:custGeom>
              <a:avLst/>
              <a:gdLst/>
              <a:ahLst/>
              <a:cxnLst/>
              <a:rect l="l" t="t" r="r" b="b"/>
              <a:pathLst>
                <a:path w="502" h="503" extrusionOk="0">
                  <a:moveTo>
                    <a:pt x="250" y="0"/>
                  </a:moveTo>
                  <a:cubicBezTo>
                    <a:pt x="114" y="0"/>
                    <a:pt x="1" y="116"/>
                    <a:pt x="1" y="251"/>
                  </a:cubicBezTo>
                  <a:cubicBezTo>
                    <a:pt x="1" y="394"/>
                    <a:pt x="114" y="503"/>
                    <a:pt x="250" y="503"/>
                  </a:cubicBezTo>
                  <a:cubicBezTo>
                    <a:pt x="395" y="503"/>
                    <a:pt x="501" y="394"/>
                    <a:pt x="501" y="251"/>
                  </a:cubicBezTo>
                  <a:cubicBezTo>
                    <a:pt x="501" y="116"/>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4" name="Google Shape;12944;p31"/>
            <p:cNvSpPr/>
            <p:nvPr/>
          </p:nvSpPr>
          <p:spPr>
            <a:xfrm>
              <a:off x="2513250" y="1381375"/>
              <a:ext cx="12575" cy="12575"/>
            </a:xfrm>
            <a:custGeom>
              <a:avLst/>
              <a:gdLst/>
              <a:ahLst/>
              <a:cxnLst/>
              <a:rect l="l" t="t" r="r" b="b"/>
              <a:pathLst>
                <a:path w="503" h="503" extrusionOk="0">
                  <a:moveTo>
                    <a:pt x="252" y="0"/>
                  </a:moveTo>
                  <a:cubicBezTo>
                    <a:pt x="109" y="0"/>
                    <a:pt x="0" y="116"/>
                    <a:pt x="0" y="251"/>
                  </a:cubicBezTo>
                  <a:cubicBezTo>
                    <a:pt x="0" y="394"/>
                    <a:pt x="109" y="503"/>
                    <a:pt x="252" y="503"/>
                  </a:cubicBezTo>
                  <a:cubicBezTo>
                    <a:pt x="388" y="503"/>
                    <a:pt x="503" y="394"/>
                    <a:pt x="503" y="251"/>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5" name="Google Shape;12945;p31"/>
            <p:cNvSpPr/>
            <p:nvPr/>
          </p:nvSpPr>
          <p:spPr>
            <a:xfrm>
              <a:off x="2605000" y="1381375"/>
              <a:ext cx="12575" cy="12575"/>
            </a:xfrm>
            <a:custGeom>
              <a:avLst/>
              <a:gdLst/>
              <a:ahLst/>
              <a:cxnLst/>
              <a:rect l="l" t="t" r="r" b="b"/>
              <a:pathLst>
                <a:path w="503" h="503" extrusionOk="0">
                  <a:moveTo>
                    <a:pt x="252" y="0"/>
                  </a:moveTo>
                  <a:cubicBezTo>
                    <a:pt x="116" y="0"/>
                    <a:pt x="0" y="116"/>
                    <a:pt x="0" y="251"/>
                  </a:cubicBezTo>
                  <a:cubicBezTo>
                    <a:pt x="0" y="394"/>
                    <a:pt x="116" y="503"/>
                    <a:pt x="252" y="503"/>
                  </a:cubicBezTo>
                  <a:cubicBezTo>
                    <a:pt x="387" y="503"/>
                    <a:pt x="503" y="394"/>
                    <a:pt x="503" y="251"/>
                  </a:cubicBezTo>
                  <a:cubicBezTo>
                    <a:pt x="503"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6" name="Google Shape;12946;p31"/>
            <p:cNvSpPr/>
            <p:nvPr/>
          </p:nvSpPr>
          <p:spPr>
            <a:xfrm>
              <a:off x="2696950" y="1381375"/>
              <a:ext cx="12375" cy="12575"/>
            </a:xfrm>
            <a:custGeom>
              <a:avLst/>
              <a:gdLst/>
              <a:ahLst/>
              <a:cxnLst/>
              <a:rect l="l" t="t" r="r" b="b"/>
              <a:pathLst>
                <a:path w="495" h="503" extrusionOk="0">
                  <a:moveTo>
                    <a:pt x="252" y="0"/>
                  </a:moveTo>
                  <a:cubicBezTo>
                    <a:pt x="108" y="0"/>
                    <a:pt x="1" y="116"/>
                    <a:pt x="1" y="251"/>
                  </a:cubicBezTo>
                  <a:cubicBezTo>
                    <a:pt x="1" y="394"/>
                    <a:pt x="108" y="503"/>
                    <a:pt x="252" y="503"/>
                  </a:cubicBezTo>
                  <a:cubicBezTo>
                    <a:pt x="388" y="503"/>
                    <a:pt x="495" y="394"/>
                    <a:pt x="495" y="251"/>
                  </a:cubicBezTo>
                  <a:cubicBezTo>
                    <a:pt x="495"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7" name="Google Shape;12947;p31"/>
            <p:cNvSpPr/>
            <p:nvPr/>
          </p:nvSpPr>
          <p:spPr>
            <a:xfrm>
              <a:off x="2788700" y="1381375"/>
              <a:ext cx="12600" cy="12575"/>
            </a:xfrm>
            <a:custGeom>
              <a:avLst/>
              <a:gdLst/>
              <a:ahLst/>
              <a:cxnLst/>
              <a:rect l="l" t="t" r="r" b="b"/>
              <a:pathLst>
                <a:path w="504" h="503" extrusionOk="0">
                  <a:moveTo>
                    <a:pt x="252" y="0"/>
                  </a:moveTo>
                  <a:cubicBezTo>
                    <a:pt x="116" y="0"/>
                    <a:pt x="1" y="116"/>
                    <a:pt x="1" y="251"/>
                  </a:cubicBezTo>
                  <a:cubicBezTo>
                    <a:pt x="1" y="394"/>
                    <a:pt x="116" y="503"/>
                    <a:pt x="252" y="503"/>
                  </a:cubicBezTo>
                  <a:cubicBezTo>
                    <a:pt x="388" y="503"/>
                    <a:pt x="503" y="394"/>
                    <a:pt x="503" y="251"/>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8" name="Google Shape;12948;p31"/>
            <p:cNvSpPr/>
            <p:nvPr/>
          </p:nvSpPr>
          <p:spPr>
            <a:xfrm>
              <a:off x="2880675" y="1381375"/>
              <a:ext cx="12375" cy="12575"/>
            </a:xfrm>
            <a:custGeom>
              <a:avLst/>
              <a:gdLst/>
              <a:ahLst/>
              <a:cxnLst/>
              <a:rect l="l" t="t" r="r" b="b"/>
              <a:pathLst>
                <a:path w="495" h="503" extrusionOk="0">
                  <a:moveTo>
                    <a:pt x="243" y="0"/>
                  </a:moveTo>
                  <a:cubicBezTo>
                    <a:pt x="107" y="0"/>
                    <a:pt x="0" y="116"/>
                    <a:pt x="0" y="251"/>
                  </a:cubicBezTo>
                  <a:cubicBezTo>
                    <a:pt x="0" y="394"/>
                    <a:pt x="107" y="503"/>
                    <a:pt x="243" y="503"/>
                  </a:cubicBezTo>
                  <a:cubicBezTo>
                    <a:pt x="387" y="503"/>
                    <a:pt x="494" y="394"/>
                    <a:pt x="494" y="251"/>
                  </a:cubicBezTo>
                  <a:cubicBezTo>
                    <a:pt x="494" y="116"/>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9" name="Google Shape;12949;p31"/>
            <p:cNvSpPr/>
            <p:nvPr/>
          </p:nvSpPr>
          <p:spPr>
            <a:xfrm>
              <a:off x="2972425" y="1381375"/>
              <a:ext cx="12575" cy="12575"/>
            </a:xfrm>
            <a:custGeom>
              <a:avLst/>
              <a:gdLst/>
              <a:ahLst/>
              <a:cxnLst/>
              <a:rect l="l" t="t" r="r" b="b"/>
              <a:pathLst>
                <a:path w="503" h="503" extrusionOk="0">
                  <a:moveTo>
                    <a:pt x="251" y="0"/>
                  </a:moveTo>
                  <a:cubicBezTo>
                    <a:pt x="115" y="0"/>
                    <a:pt x="0" y="116"/>
                    <a:pt x="0" y="251"/>
                  </a:cubicBezTo>
                  <a:cubicBezTo>
                    <a:pt x="0" y="394"/>
                    <a:pt x="115" y="503"/>
                    <a:pt x="251" y="503"/>
                  </a:cubicBezTo>
                  <a:cubicBezTo>
                    <a:pt x="387" y="503"/>
                    <a:pt x="503" y="394"/>
                    <a:pt x="503" y="251"/>
                  </a:cubicBezTo>
                  <a:cubicBezTo>
                    <a:pt x="503"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0" name="Google Shape;12950;p31"/>
            <p:cNvSpPr/>
            <p:nvPr/>
          </p:nvSpPr>
          <p:spPr>
            <a:xfrm>
              <a:off x="3064375" y="1381375"/>
              <a:ext cx="12375" cy="12575"/>
            </a:xfrm>
            <a:custGeom>
              <a:avLst/>
              <a:gdLst/>
              <a:ahLst/>
              <a:cxnLst/>
              <a:rect l="l" t="t" r="r" b="b"/>
              <a:pathLst>
                <a:path w="495" h="503" extrusionOk="0">
                  <a:moveTo>
                    <a:pt x="243" y="0"/>
                  </a:moveTo>
                  <a:cubicBezTo>
                    <a:pt x="107" y="0"/>
                    <a:pt x="1" y="116"/>
                    <a:pt x="1" y="251"/>
                  </a:cubicBezTo>
                  <a:cubicBezTo>
                    <a:pt x="1" y="394"/>
                    <a:pt x="107" y="503"/>
                    <a:pt x="243" y="503"/>
                  </a:cubicBezTo>
                  <a:cubicBezTo>
                    <a:pt x="388" y="503"/>
                    <a:pt x="495" y="394"/>
                    <a:pt x="495" y="251"/>
                  </a:cubicBezTo>
                  <a:cubicBezTo>
                    <a:pt x="495" y="116"/>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1" name="Google Shape;12951;p31"/>
            <p:cNvSpPr/>
            <p:nvPr/>
          </p:nvSpPr>
          <p:spPr>
            <a:xfrm>
              <a:off x="3156125" y="1381375"/>
              <a:ext cx="12600" cy="12575"/>
            </a:xfrm>
            <a:custGeom>
              <a:avLst/>
              <a:gdLst/>
              <a:ahLst/>
              <a:cxnLst/>
              <a:rect l="l" t="t" r="r" b="b"/>
              <a:pathLst>
                <a:path w="504" h="503" extrusionOk="0">
                  <a:moveTo>
                    <a:pt x="252" y="0"/>
                  </a:moveTo>
                  <a:cubicBezTo>
                    <a:pt x="116" y="0"/>
                    <a:pt x="1" y="116"/>
                    <a:pt x="1" y="251"/>
                  </a:cubicBezTo>
                  <a:cubicBezTo>
                    <a:pt x="1" y="394"/>
                    <a:pt x="116" y="503"/>
                    <a:pt x="252" y="503"/>
                  </a:cubicBezTo>
                  <a:cubicBezTo>
                    <a:pt x="388" y="503"/>
                    <a:pt x="503" y="394"/>
                    <a:pt x="503" y="251"/>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2" name="Google Shape;12952;p31"/>
            <p:cNvSpPr/>
            <p:nvPr/>
          </p:nvSpPr>
          <p:spPr>
            <a:xfrm>
              <a:off x="3247875" y="1381375"/>
              <a:ext cx="12575" cy="12575"/>
            </a:xfrm>
            <a:custGeom>
              <a:avLst/>
              <a:gdLst/>
              <a:ahLst/>
              <a:cxnLst/>
              <a:rect l="l" t="t" r="r" b="b"/>
              <a:pathLst>
                <a:path w="503" h="503" extrusionOk="0">
                  <a:moveTo>
                    <a:pt x="252" y="0"/>
                  </a:moveTo>
                  <a:cubicBezTo>
                    <a:pt x="116" y="0"/>
                    <a:pt x="1" y="116"/>
                    <a:pt x="1" y="251"/>
                  </a:cubicBezTo>
                  <a:cubicBezTo>
                    <a:pt x="1" y="394"/>
                    <a:pt x="116" y="503"/>
                    <a:pt x="252" y="503"/>
                  </a:cubicBezTo>
                  <a:cubicBezTo>
                    <a:pt x="388" y="503"/>
                    <a:pt x="503" y="394"/>
                    <a:pt x="503" y="251"/>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3" name="Google Shape;12953;p31"/>
            <p:cNvSpPr/>
            <p:nvPr/>
          </p:nvSpPr>
          <p:spPr>
            <a:xfrm>
              <a:off x="3339850" y="1381375"/>
              <a:ext cx="12525" cy="12575"/>
            </a:xfrm>
            <a:custGeom>
              <a:avLst/>
              <a:gdLst/>
              <a:ahLst/>
              <a:cxnLst/>
              <a:rect l="l" t="t" r="r" b="b"/>
              <a:pathLst>
                <a:path w="501" h="503" extrusionOk="0">
                  <a:moveTo>
                    <a:pt x="251" y="0"/>
                  </a:moveTo>
                  <a:cubicBezTo>
                    <a:pt x="107" y="0"/>
                    <a:pt x="0" y="116"/>
                    <a:pt x="0" y="251"/>
                  </a:cubicBezTo>
                  <a:cubicBezTo>
                    <a:pt x="0" y="394"/>
                    <a:pt x="107" y="503"/>
                    <a:pt x="251" y="503"/>
                  </a:cubicBezTo>
                  <a:cubicBezTo>
                    <a:pt x="387" y="503"/>
                    <a:pt x="501" y="394"/>
                    <a:pt x="501" y="251"/>
                  </a:cubicBezTo>
                  <a:cubicBezTo>
                    <a:pt x="501"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4" name="Google Shape;12954;p31"/>
            <p:cNvSpPr/>
            <p:nvPr/>
          </p:nvSpPr>
          <p:spPr>
            <a:xfrm>
              <a:off x="3431575" y="1381375"/>
              <a:ext cx="12600" cy="12575"/>
            </a:xfrm>
            <a:custGeom>
              <a:avLst/>
              <a:gdLst/>
              <a:ahLst/>
              <a:cxnLst/>
              <a:rect l="l" t="t" r="r" b="b"/>
              <a:pathLst>
                <a:path w="504" h="503" extrusionOk="0">
                  <a:moveTo>
                    <a:pt x="252" y="0"/>
                  </a:moveTo>
                  <a:cubicBezTo>
                    <a:pt x="116" y="0"/>
                    <a:pt x="1" y="116"/>
                    <a:pt x="1" y="251"/>
                  </a:cubicBezTo>
                  <a:cubicBezTo>
                    <a:pt x="1" y="394"/>
                    <a:pt x="116" y="503"/>
                    <a:pt x="252" y="503"/>
                  </a:cubicBezTo>
                  <a:cubicBezTo>
                    <a:pt x="388" y="503"/>
                    <a:pt x="503" y="394"/>
                    <a:pt x="503" y="251"/>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5" name="Google Shape;12955;p31"/>
            <p:cNvSpPr/>
            <p:nvPr/>
          </p:nvSpPr>
          <p:spPr>
            <a:xfrm>
              <a:off x="3523550" y="1381375"/>
              <a:ext cx="12375" cy="12575"/>
            </a:xfrm>
            <a:custGeom>
              <a:avLst/>
              <a:gdLst/>
              <a:ahLst/>
              <a:cxnLst/>
              <a:rect l="l" t="t" r="r" b="b"/>
              <a:pathLst>
                <a:path w="495" h="503" extrusionOk="0">
                  <a:moveTo>
                    <a:pt x="250" y="0"/>
                  </a:moveTo>
                  <a:cubicBezTo>
                    <a:pt x="107" y="0"/>
                    <a:pt x="0" y="116"/>
                    <a:pt x="0" y="251"/>
                  </a:cubicBezTo>
                  <a:cubicBezTo>
                    <a:pt x="0" y="394"/>
                    <a:pt x="107" y="503"/>
                    <a:pt x="250" y="503"/>
                  </a:cubicBezTo>
                  <a:cubicBezTo>
                    <a:pt x="388" y="503"/>
                    <a:pt x="494" y="394"/>
                    <a:pt x="494" y="251"/>
                  </a:cubicBezTo>
                  <a:cubicBezTo>
                    <a:pt x="494"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6" name="Google Shape;12956;p31"/>
            <p:cNvSpPr/>
            <p:nvPr/>
          </p:nvSpPr>
          <p:spPr>
            <a:xfrm>
              <a:off x="676400" y="1473325"/>
              <a:ext cx="12600" cy="12550"/>
            </a:xfrm>
            <a:custGeom>
              <a:avLst/>
              <a:gdLst/>
              <a:ahLst/>
              <a:cxnLst/>
              <a:rect l="l" t="t" r="r" b="b"/>
              <a:pathLst>
                <a:path w="504" h="502" extrusionOk="0">
                  <a:moveTo>
                    <a:pt x="252" y="1"/>
                  </a:moveTo>
                  <a:cubicBezTo>
                    <a:pt x="116" y="1"/>
                    <a:pt x="1" y="107"/>
                    <a:pt x="1" y="252"/>
                  </a:cubicBezTo>
                  <a:cubicBezTo>
                    <a:pt x="1" y="388"/>
                    <a:pt x="116" y="501"/>
                    <a:pt x="252" y="501"/>
                  </a:cubicBezTo>
                  <a:cubicBezTo>
                    <a:pt x="388" y="501"/>
                    <a:pt x="503" y="388"/>
                    <a:pt x="503" y="252"/>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7" name="Google Shape;12957;p31"/>
            <p:cNvSpPr/>
            <p:nvPr/>
          </p:nvSpPr>
          <p:spPr>
            <a:xfrm>
              <a:off x="768325" y="1473325"/>
              <a:ext cx="12400" cy="12550"/>
            </a:xfrm>
            <a:custGeom>
              <a:avLst/>
              <a:gdLst/>
              <a:ahLst/>
              <a:cxnLst/>
              <a:rect l="l" t="t" r="r" b="b"/>
              <a:pathLst>
                <a:path w="496" h="502" extrusionOk="0">
                  <a:moveTo>
                    <a:pt x="245" y="1"/>
                  </a:moveTo>
                  <a:cubicBezTo>
                    <a:pt x="109" y="1"/>
                    <a:pt x="0" y="107"/>
                    <a:pt x="0" y="252"/>
                  </a:cubicBezTo>
                  <a:cubicBezTo>
                    <a:pt x="0" y="388"/>
                    <a:pt x="109" y="501"/>
                    <a:pt x="245" y="501"/>
                  </a:cubicBezTo>
                  <a:cubicBezTo>
                    <a:pt x="388" y="501"/>
                    <a:pt x="496" y="388"/>
                    <a:pt x="496" y="252"/>
                  </a:cubicBezTo>
                  <a:cubicBezTo>
                    <a:pt x="496" y="107"/>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8" name="Google Shape;12958;p31"/>
            <p:cNvSpPr/>
            <p:nvPr/>
          </p:nvSpPr>
          <p:spPr>
            <a:xfrm>
              <a:off x="860125" y="1473325"/>
              <a:ext cx="12525" cy="12550"/>
            </a:xfrm>
            <a:custGeom>
              <a:avLst/>
              <a:gdLst/>
              <a:ahLst/>
              <a:cxnLst/>
              <a:rect l="l" t="t" r="r" b="b"/>
              <a:pathLst>
                <a:path w="501" h="502" extrusionOk="0">
                  <a:moveTo>
                    <a:pt x="251" y="1"/>
                  </a:moveTo>
                  <a:cubicBezTo>
                    <a:pt x="114" y="1"/>
                    <a:pt x="0" y="107"/>
                    <a:pt x="0" y="252"/>
                  </a:cubicBezTo>
                  <a:cubicBezTo>
                    <a:pt x="0" y="388"/>
                    <a:pt x="114" y="501"/>
                    <a:pt x="251" y="501"/>
                  </a:cubicBezTo>
                  <a:cubicBezTo>
                    <a:pt x="387" y="501"/>
                    <a:pt x="501" y="388"/>
                    <a:pt x="501" y="252"/>
                  </a:cubicBezTo>
                  <a:cubicBezTo>
                    <a:pt x="501"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9" name="Google Shape;12959;p31"/>
            <p:cNvSpPr/>
            <p:nvPr/>
          </p:nvSpPr>
          <p:spPr>
            <a:xfrm>
              <a:off x="951850" y="1473325"/>
              <a:ext cx="12600" cy="12550"/>
            </a:xfrm>
            <a:custGeom>
              <a:avLst/>
              <a:gdLst/>
              <a:ahLst/>
              <a:cxnLst/>
              <a:rect l="l" t="t" r="r" b="b"/>
              <a:pathLst>
                <a:path w="504" h="502" extrusionOk="0">
                  <a:moveTo>
                    <a:pt x="252" y="1"/>
                  </a:moveTo>
                  <a:cubicBezTo>
                    <a:pt x="116" y="1"/>
                    <a:pt x="1" y="107"/>
                    <a:pt x="1" y="252"/>
                  </a:cubicBezTo>
                  <a:cubicBezTo>
                    <a:pt x="1" y="388"/>
                    <a:pt x="116" y="501"/>
                    <a:pt x="252" y="501"/>
                  </a:cubicBezTo>
                  <a:cubicBezTo>
                    <a:pt x="388" y="501"/>
                    <a:pt x="503" y="388"/>
                    <a:pt x="503" y="252"/>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0" name="Google Shape;12960;p31"/>
            <p:cNvSpPr/>
            <p:nvPr/>
          </p:nvSpPr>
          <p:spPr>
            <a:xfrm>
              <a:off x="1043825" y="1473325"/>
              <a:ext cx="12375" cy="12550"/>
            </a:xfrm>
            <a:custGeom>
              <a:avLst/>
              <a:gdLst/>
              <a:ahLst/>
              <a:cxnLst/>
              <a:rect l="l" t="t" r="r" b="b"/>
              <a:pathLst>
                <a:path w="495" h="502" extrusionOk="0">
                  <a:moveTo>
                    <a:pt x="250" y="1"/>
                  </a:moveTo>
                  <a:cubicBezTo>
                    <a:pt x="107" y="1"/>
                    <a:pt x="0" y="107"/>
                    <a:pt x="0" y="252"/>
                  </a:cubicBezTo>
                  <a:cubicBezTo>
                    <a:pt x="0" y="388"/>
                    <a:pt x="107" y="501"/>
                    <a:pt x="250" y="501"/>
                  </a:cubicBezTo>
                  <a:cubicBezTo>
                    <a:pt x="388" y="501"/>
                    <a:pt x="494" y="388"/>
                    <a:pt x="494" y="252"/>
                  </a:cubicBezTo>
                  <a:cubicBezTo>
                    <a:pt x="494" y="107"/>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1" name="Google Shape;12961;p31"/>
            <p:cNvSpPr/>
            <p:nvPr/>
          </p:nvSpPr>
          <p:spPr>
            <a:xfrm>
              <a:off x="1135575" y="1473325"/>
              <a:ext cx="12575" cy="12550"/>
            </a:xfrm>
            <a:custGeom>
              <a:avLst/>
              <a:gdLst/>
              <a:ahLst/>
              <a:cxnLst/>
              <a:rect l="l" t="t" r="r" b="b"/>
              <a:pathLst>
                <a:path w="503" h="502" extrusionOk="0">
                  <a:moveTo>
                    <a:pt x="252" y="1"/>
                  </a:moveTo>
                  <a:cubicBezTo>
                    <a:pt x="116" y="1"/>
                    <a:pt x="0" y="107"/>
                    <a:pt x="0" y="252"/>
                  </a:cubicBezTo>
                  <a:cubicBezTo>
                    <a:pt x="0" y="388"/>
                    <a:pt x="116" y="501"/>
                    <a:pt x="252" y="501"/>
                  </a:cubicBezTo>
                  <a:cubicBezTo>
                    <a:pt x="387" y="501"/>
                    <a:pt x="503" y="388"/>
                    <a:pt x="503" y="252"/>
                  </a:cubicBezTo>
                  <a:cubicBezTo>
                    <a:pt x="503" y="107"/>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2" name="Google Shape;12962;p31"/>
            <p:cNvSpPr/>
            <p:nvPr/>
          </p:nvSpPr>
          <p:spPr>
            <a:xfrm>
              <a:off x="1227500" y="1473325"/>
              <a:ext cx="12400" cy="12550"/>
            </a:xfrm>
            <a:custGeom>
              <a:avLst/>
              <a:gdLst/>
              <a:ahLst/>
              <a:cxnLst/>
              <a:rect l="l" t="t" r="r" b="b"/>
              <a:pathLst>
                <a:path w="496" h="502" extrusionOk="0">
                  <a:moveTo>
                    <a:pt x="251" y="1"/>
                  </a:moveTo>
                  <a:cubicBezTo>
                    <a:pt x="109" y="1"/>
                    <a:pt x="0" y="107"/>
                    <a:pt x="0" y="252"/>
                  </a:cubicBezTo>
                  <a:cubicBezTo>
                    <a:pt x="0" y="388"/>
                    <a:pt x="109" y="501"/>
                    <a:pt x="251" y="501"/>
                  </a:cubicBezTo>
                  <a:cubicBezTo>
                    <a:pt x="387" y="501"/>
                    <a:pt x="496" y="388"/>
                    <a:pt x="496" y="252"/>
                  </a:cubicBezTo>
                  <a:cubicBezTo>
                    <a:pt x="496"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3" name="Google Shape;12963;p31"/>
            <p:cNvSpPr/>
            <p:nvPr/>
          </p:nvSpPr>
          <p:spPr>
            <a:xfrm>
              <a:off x="1319275" y="1473325"/>
              <a:ext cx="12550" cy="12550"/>
            </a:xfrm>
            <a:custGeom>
              <a:avLst/>
              <a:gdLst/>
              <a:ahLst/>
              <a:cxnLst/>
              <a:rect l="l" t="t" r="r" b="b"/>
              <a:pathLst>
                <a:path w="502" h="502" extrusionOk="0">
                  <a:moveTo>
                    <a:pt x="252" y="1"/>
                  </a:moveTo>
                  <a:cubicBezTo>
                    <a:pt x="114" y="1"/>
                    <a:pt x="1" y="107"/>
                    <a:pt x="1" y="252"/>
                  </a:cubicBezTo>
                  <a:cubicBezTo>
                    <a:pt x="1" y="388"/>
                    <a:pt x="114" y="501"/>
                    <a:pt x="252" y="501"/>
                  </a:cubicBezTo>
                  <a:cubicBezTo>
                    <a:pt x="388" y="501"/>
                    <a:pt x="501" y="388"/>
                    <a:pt x="501" y="252"/>
                  </a:cubicBezTo>
                  <a:cubicBezTo>
                    <a:pt x="501"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4" name="Google Shape;12964;p31"/>
            <p:cNvSpPr/>
            <p:nvPr/>
          </p:nvSpPr>
          <p:spPr>
            <a:xfrm>
              <a:off x="1411200" y="1473325"/>
              <a:ext cx="12425" cy="12550"/>
            </a:xfrm>
            <a:custGeom>
              <a:avLst/>
              <a:gdLst/>
              <a:ahLst/>
              <a:cxnLst/>
              <a:rect l="l" t="t" r="r" b="b"/>
              <a:pathLst>
                <a:path w="497" h="502" extrusionOk="0">
                  <a:moveTo>
                    <a:pt x="245" y="1"/>
                  </a:moveTo>
                  <a:cubicBezTo>
                    <a:pt x="109" y="1"/>
                    <a:pt x="1" y="107"/>
                    <a:pt x="1" y="252"/>
                  </a:cubicBezTo>
                  <a:cubicBezTo>
                    <a:pt x="1" y="388"/>
                    <a:pt x="109" y="501"/>
                    <a:pt x="245" y="501"/>
                  </a:cubicBezTo>
                  <a:cubicBezTo>
                    <a:pt x="388" y="501"/>
                    <a:pt x="496" y="388"/>
                    <a:pt x="496" y="252"/>
                  </a:cubicBezTo>
                  <a:cubicBezTo>
                    <a:pt x="496" y="107"/>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5" name="Google Shape;12965;p31"/>
            <p:cNvSpPr/>
            <p:nvPr/>
          </p:nvSpPr>
          <p:spPr>
            <a:xfrm>
              <a:off x="1503000" y="1473325"/>
              <a:ext cx="12525" cy="12550"/>
            </a:xfrm>
            <a:custGeom>
              <a:avLst/>
              <a:gdLst/>
              <a:ahLst/>
              <a:cxnLst/>
              <a:rect l="l" t="t" r="r" b="b"/>
              <a:pathLst>
                <a:path w="501" h="502" extrusionOk="0">
                  <a:moveTo>
                    <a:pt x="250" y="1"/>
                  </a:moveTo>
                  <a:cubicBezTo>
                    <a:pt x="114" y="1"/>
                    <a:pt x="0" y="107"/>
                    <a:pt x="0" y="252"/>
                  </a:cubicBezTo>
                  <a:cubicBezTo>
                    <a:pt x="0" y="388"/>
                    <a:pt x="114" y="501"/>
                    <a:pt x="250" y="501"/>
                  </a:cubicBezTo>
                  <a:cubicBezTo>
                    <a:pt x="387" y="501"/>
                    <a:pt x="501" y="388"/>
                    <a:pt x="501" y="252"/>
                  </a:cubicBezTo>
                  <a:cubicBezTo>
                    <a:pt x="501" y="107"/>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6" name="Google Shape;12966;p31"/>
            <p:cNvSpPr/>
            <p:nvPr/>
          </p:nvSpPr>
          <p:spPr>
            <a:xfrm>
              <a:off x="1594750" y="1473325"/>
              <a:ext cx="12575" cy="12550"/>
            </a:xfrm>
            <a:custGeom>
              <a:avLst/>
              <a:gdLst/>
              <a:ahLst/>
              <a:cxnLst/>
              <a:rect l="l" t="t" r="r" b="b"/>
              <a:pathLst>
                <a:path w="503" h="502" extrusionOk="0">
                  <a:moveTo>
                    <a:pt x="251" y="1"/>
                  </a:moveTo>
                  <a:cubicBezTo>
                    <a:pt x="115" y="1"/>
                    <a:pt x="0" y="107"/>
                    <a:pt x="0" y="252"/>
                  </a:cubicBezTo>
                  <a:cubicBezTo>
                    <a:pt x="0" y="388"/>
                    <a:pt x="115" y="501"/>
                    <a:pt x="251" y="501"/>
                  </a:cubicBezTo>
                  <a:cubicBezTo>
                    <a:pt x="394" y="501"/>
                    <a:pt x="503" y="388"/>
                    <a:pt x="503" y="252"/>
                  </a:cubicBezTo>
                  <a:cubicBezTo>
                    <a:pt x="503" y="107"/>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7" name="Google Shape;12967;p31"/>
            <p:cNvSpPr/>
            <p:nvPr/>
          </p:nvSpPr>
          <p:spPr>
            <a:xfrm>
              <a:off x="1686650" y="1473325"/>
              <a:ext cx="12600" cy="12550"/>
            </a:xfrm>
            <a:custGeom>
              <a:avLst/>
              <a:gdLst/>
              <a:ahLst/>
              <a:cxnLst/>
              <a:rect l="l" t="t" r="r" b="b"/>
              <a:pathLst>
                <a:path w="504" h="502" extrusionOk="0">
                  <a:moveTo>
                    <a:pt x="252" y="1"/>
                  </a:moveTo>
                  <a:cubicBezTo>
                    <a:pt x="116" y="1"/>
                    <a:pt x="1" y="107"/>
                    <a:pt x="1" y="252"/>
                  </a:cubicBezTo>
                  <a:cubicBezTo>
                    <a:pt x="1" y="388"/>
                    <a:pt x="116" y="501"/>
                    <a:pt x="252" y="501"/>
                  </a:cubicBezTo>
                  <a:cubicBezTo>
                    <a:pt x="388" y="501"/>
                    <a:pt x="503" y="388"/>
                    <a:pt x="503" y="252"/>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8" name="Google Shape;12968;p31"/>
            <p:cNvSpPr/>
            <p:nvPr/>
          </p:nvSpPr>
          <p:spPr>
            <a:xfrm>
              <a:off x="1778450" y="1473325"/>
              <a:ext cx="12550" cy="12550"/>
            </a:xfrm>
            <a:custGeom>
              <a:avLst/>
              <a:gdLst/>
              <a:ahLst/>
              <a:cxnLst/>
              <a:rect l="l" t="t" r="r" b="b"/>
              <a:pathLst>
                <a:path w="502" h="502" extrusionOk="0">
                  <a:moveTo>
                    <a:pt x="252" y="1"/>
                  </a:moveTo>
                  <a:cubicBezTo>
                    <a:pt x="114" y="1"/>
                    <a:pt x="1" y="107"/>
                    <a:pt x="1" y="252"/>
                  </a:cubicBezTo>
                  <a:cubicBezTo>
                    <a:pt x="1" y="388"/>
                    <a:pt x="114" y="501"/>
                    <a:pt x="252" y="501"/>
                  </a:cubicBezTo>
                  <a:cubicBezTo>
                    <a:pt x="388" y="501"/>
                    <a:pt x="501" y="388"/>
                    <a:pt x="501" y="252"/>
                  </a:cubicBezTo>
                  <a:cubicBezTo>
                    <a:pt x="501"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9" name="Google Shape;12969;p31"/>
            <p:cNvSpPr/>
            <p:nvPr/>
          </p:nvSpPr>
          <p:spPr>
            <a:xfrm>
              <a:off x="1870375" y="1473325"/>
              <a:ext cx="12400" cy="12550"/>
            </a:xfrm>
            <a:custGeom>
              <a:avLst/>
              <a:gdLst/>
              <a:ahLst/>
              <a:cxnLst/>
              <a:rect l="l" t="t" r="r" b="b"/>
              <a:pathLst>
                <a:path w="496" h="502" extrusionOk="0">
                  <a:moveTo>
                    <a:pt x="252" y="1"/>
                  </a:moveTo>
                  <a:cubicBezTo>
                    <a:pt x="109" y="1"/>
                    <a:pt x="0" y="107"/>
                    <a:pt x="0" y="252"/>
                  </a:cubicBezTo>
                  <a:cubicBezTo>
                    <a:pt x="0" y="388"/>
                    <a:pt x="109" y="501"/>
                    <a:pt x="252" y="501"/>
                  </a:cubicBezTo>
                  <a:cubicBezTo>
                    <a:pt x="387" y="501"/>
                    <a:pt x="496" y="388"/>
                    <a:pt x="496" y="252"/>
                  </a:cubicBezTo>
                  <a:cubicBezTo>
                    <a:pt x="496" y="107"/>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0" name="Google Shape;12970;p31"/>
            <p:cNvSpPr/>
            <p:nvPr/>
          </p:nvSpPr>
          <p:spPr>
            <a:xfrm>
              <a:off x="1962150" y="1473325"/>
              <a:ext cx="12550" cy="12550"/>
            </a:xfrm>
            <a:custGeom>
              <a:avLst/>
              <a:gdLst/>
              <a:ahLst/>
              <a:cxnLst/>
              <a:rect l="l" t="t" r="r" b="b"/>
              <a:pathLst>
                <a:path w="502" h="502" extrusionOk="0">
                  <a:moveTo>
                    <a:pt x="250" y="1"/>
                  </a:moveTo>
                  <a:cubicBezTo>
                    <a:pt x="114" y="1"/>
                    <a:pt x="1" y="107"/>
                    <a:pt x="1" y="252"/>
                  </a:cubicBezTo>
                  <a:cubicBezTo>
                    <a:pt x="1" y="388"/>
                    <a:pt x="114" y="501"/>
                    <a:pt x="250" y="501"/>
                  </a:cubicBezTo>
                  <a:cubicBezTo>
                    <a:pt x="388" y="501"/>
                    <a:pt x="502" y="388"/>
                    <a:pt x="502" y="252"/>
                  </a:cubicBezTo>
                  <a:cubicBezTo>
                    <a:pt x="502" y="107"/>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1" name="Google Shape;12971;p31"/>
            <p:cNvSpPr/>
            <p:nvPr/>
          </p:nvSpPr>
          <p:spPr>
            <a:xfrm>
              <a:off x="2054075" y="1473325"/>
              <a:ext cx="12425" cy="12550"/>
            </a:xfrm>
            <a:custGeom>
              <a:avLst/>
              <a:gdLst/>
              <a:ahLst/>
              <a:cxnLst/>
              <a:rect l="l" t="t" r="r" b="b"/>
              <a:pathLst>
                <a:path w="497" h="502" extrusionOk="0">
                  <a:moveTo>
                    <a:pt x="252" y="1"/>
                  </a:moveTo>
                  <a:cubicBezTo>
                    <a:pt x="109" y="1"/>
                    <a:pt x="1" y="107"/>
                    <a:pt x="1" y="252"/>
                  </a:cubicBezTo>
                  <a:cubicBezTo>
                    <a:pt x="1" y="388"/>
                    <a:pt x="109" y="501"/>
                    <a:pt x="252" y="501"/>
                  </a:cubicBezTo>
                  <a:cubicBezTo>
                    <a:pt x="388" y="501"/>
                    <a:pt x="496" y="388"/>
                    <a:pt x="496" y="252"/>
                  </a:cubicBezTo>
                  <a:cubicBezTo>
                    <a:pt x="496"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2" name="Google Shape;12972;p31"/>
            <p:cNvSpPr/>
            <p:nvPr/>
          </p:nvSpPr>
          <p:spPr>
            <a:xfrm>
              <a:off x="2145825" y="1473325"/>
              <a:ext cx="12600" cy="12550"/>
            </a:xfrm>
            <a:custGeom>
              <a:avLst/>
              <a:gdLst/>
              <a:ahLst/>
              <a:cxnLst/>
              <a:rect l="l" t="t" r="r" b="b"/>
              <a:pathLst>
                <a:path w="504" h="502" extrusionOk="0">
                  <a:moveTo>
                    <a:pt x="252" y="1"/>
                  </a:moveTo>
                  <a:cubicBezTo>
                    <a:pt x="116" y="1"/>
                    <a:pt x="1" y="107"/>
                    <a:pt x="1" y="252"/>
                  </a:cubicBezTo>
                  <a:cubicBezTo>
                    <a:pt x="1" y="388"/>
                    <a:pt x="116" y="501"/>
                    <a:pt x="252" y="501"/>
                  </a:cubicBezTo>
                  <a:cubicBezTo>
                    <a:pt x="388" y="501"/>
                    <a:pt x="503" y="388"/>
                    <a:pt x="503" y="252"/>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3" name="Google Shape;12973;p31"/>
            <p:cNvSpPr/>
            <p:nvPr/>
          </p:nvSpPr>
          <p:spPr>
            <a:xfrm>
              <a:off x="2237800" y="1473325"/>
              <a:ext cx="12350" cy="12550"/>
            </a:xfrm>
            <a:custGeom>
              <a:avLst/>
              <a:gdLst/>
              <a:ahLst/>
              <a:cxnLst/>
              <a:rect l="l" t="t" r="r" b="b"/>
              <a:pathLst>
                <a:path w="494" h="502" extrusionOk="0">
                  <a:moveTo>
                    <a:pt x="244" y="1"/>
                  </a:moveTo>
                  <a:cubicBezTo>
                    <a:pt x="107" y="1"/>
                    <a:pt x="0" y="107"/>
                    <a:pt x="0" y="252"/>
                  </a:cubicBezTo>
                  <a:cubicBezTo>
                    <a:pt x="0" y="388"/>
                    <a:pt x="107" y="501"/>
                    <a:pt x="244" y="501"/>
                  </a:cubicBezTo>
                  <a:cubicBezTo>
                    <a:pt x="387" y="501"/>
                    <a:pt x="494" y="388"/>
                    <a:pt x="494" y="252"/>
                  </a:cubicBezTo>
                  <a:cubicBezTo>
                    <a:pt x="494" y="107"/>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4" name="Google Shape;12974;p31"/>
            <p:cNvSpPr/>
            <p:nvPr/>
          </p:nvSpPr>
          <p:spPr>
            <a:xfrm>
              <a:off x="2329550" y="1473325"/>
              <a:ext cx="12575" cy="12550"/>
            </a:xfrm>
            <a:custGeom>
              <a:avLst/>
              <a:gdLst/>
              <a:ahLst/>
              <a:cxnLst/>
              <a:rect l="l" t="t" r="r" b="b"/>
              <a:pathLst>
                <a:path w="503" h="502" extrusionOk="0">
                  <a:moveTo>
                    <a:pt x="251" y="1"/>
                  </a:moveTo>
                  <a:cubicBezTo>
                    <a:pt x="115" y="1"/>
                    <a:pt x="0" y="107"/>
                    <a:pt x="0" y="252"/>
                  </a:cubicBezTo>
                  <a:cubicBezTo>
                    <a:pt x="0" y="388"/>
                    <a:pt x="115" y="501"/>
                    <a:pt x="251" y="501"/>
                  </a:cubicBezTo>
                  <a:cubicBezTo>
                    <a:pt x="387" y="501"/>
                    <a:pt x="502" y="388"/>
                    <a:pt x="502" y="252"/>
                  </a:cubicBezTo>
                  <a:cubicBezTo>
                    <a:pt x="502"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5" name="Google Shape;12975;p31"/>
            <p:cNvSpPr/>
            <p:nvPr/>
          </p:nvSpPr>
          <p:spPr>
            <a:xfrm>
              <a:off x="2421325" y="1473325"/>
              <a:ext cx="12550" cy="12550"/>
            </a:xfrm>
            <a:custGeom>
              <a:avLst/>
              <a:gdLst/>
              <a:ahLst/>
              <a:cxnLst/>
              <a:rect l="l" t="t" r="r" b="b"/>
              <a:pathLst>
                <a:path w="502" h="502" extrusionOk="0">
                  <a:moveTo>
                    <a:pt x="250" y="1"/>
                  </a:moveTo>
                  <a:cubicBezTo>
                    <a:pt x="114" y="1"/>
                    <a:pt x="1" y="107"/>
                    <a:pt x="1" y="252"/>
                  </a:cubicBezTo>
                  <a:cubicBezTo>
                    <a:pt x="1" y="388"/>
                    <a:pt x="114" y="501"/>
                    <a:pt x="250" y="501"/>
                  </a:cubicBezTo>
                  <a:cubicBezTo>
                    <a:pt x="395" y="501"/>
                    <a:pt x="501" y="388"/>
                    <a:pt x="501" y="252"/>
                  </a:cubicBezTo>
                  <a:cubicBezTo>
                    <a:pt x="501" y="107"/>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6" name="Google Shape;12976;p31"/>
            <p:cNvSpPr/>
            <p:nvPr/>
          </p:nvSpPr>
          <p:spPr>
            <a:xfrm>
              <a:off x="2513250" y="1473325"/>
              <a:ext cx="12575" cy="12550"/>
            </a:xfrm>
            <a:custGeom>
              <a:avLst/>
              <a:gdLst/>
              <a:ahLst/>
              <a:cxnLst/>
              <a:rect l="l" t="t" r="r" b="b"/>
              <a:pathLst>
                <a:path w="503" h="502" extrusionOk="0">
                  <a:moveTo>
                    <a:pt x="252" y="1"/>
                  </a:moveTo>
                  <a:cubicBezTo>
                    <a:pt x="109" y="1"/>
                    <a:pt x="0" y="107"/>
                    <a:pt x="0" y="252"/>
                  </a:cubicBezTo>
                  <a:cubicBezTo>
                    <a:pt x="0" y="388"/>
                    <a:pt x="109" y="501"/>
                    <a:pt x="252" y="501"/>
                  </a:cubicBezTo>
                  <a:cubicBezTo>
                    <a:pt x="388" y="501"/>
                    <a:pt x="503" y="388"/>
                    <a:pt x="503" y="252"/>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7" name="Google Shape;12977;p31"/>
            <p:cNvSpPr/>
            <p:nvPr/>
          </p:nvSpPr>
          <p:spPr>
            <a:xfrm>
              <a:off x="2605000" y="1473325"/>
              <a:ext cx="12575" cy="12550"/>
            </a:xfrm>
            <a:custGeom>
              <a:avLst/>
              <a:gdLst/>
              <a:ahLst/>
              <a:cxnLst/>
              <a:rect l="l" t="t" r="r" b="b"/>
              <a:pathLst>
                <a:path w="503" h="502" extrusionOk="0">
                  <a:moveTo>
                    <a:pt x="252" y="1"/>
                  </a:moveTo>
                  <a:cubicBezTo>
                    <a:pt x="116" y="1"/>
                    <a:pt x="0" y="107"/>
                    <a:pt x="0" y="252"/>
                  </a:cubicBezTo>
                  <a:cubicBezTo>
                    <a:pt x="0" y="388"/>
                    <a:pt x="116" y="501"/>
                    <a:pt x="252" y="501"/>
                  </a:cubicBezTo>
                  <a:cubicBezTo>
                    <a:pt x="387" y="501"/>
                    <a:pt x="503" y="388"/>
                    <a:pt x="503" y="252"/>
                  </a:cubicBezTo>
                  <a:cubicBezTo>
                    <a:pt x="503" y="107"/>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8" name="Google Shape;12978;p31"/>
            <p:cNvSpPr/>
            <p:nvPr/>
          </p:nvSpPr>
          <p:spPr>
            <a:xfrm>
              <a:off x="2696950" y="1473325"/>
              <a:ext cx="12375" cy="12550"/>
            </a:xfrm>
            <a:custGeom>
              <a:avLst/>
              <a:gdLst/>
              <a:ahLst/>
              <a:cxnLst/>
              <a:rect l="l" t="t" r="r" b="b"/>
              <a:pathLst>
                <a:path w="495" h="502" extrusionOk="0">
                  <a:moveTo>
                    <a:pt x="252" y="1"/>
                  </a:moveTo>
                  <a:cubicBezTo>
                    <a:pt x="108" y="1"/>
                    <a:pt x="1" y="107"/>
                    <a:pt x="1" y="252"/>
                  </a:cubicBezTo>
                  <a:cubicBezTo>
                    <a:pt x="1" y="388"/>
                    <a:pt x="108" y="501"/>
                    <a:pt x="252" y="501"/>
                  </a:cubicBezTo>
                  <a:cubicBezTo>
                    <a:pt x="388" y="501"/>
                    <a:pt x="495" y="388"/>
                    <a:pt x="495" y="252"/>
                  </a:cubicBezTo>
                  <a:cubicBezTo>
                    <a:pt x="495"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9" name="Google Shape;12979;p31"/>
            <p:cNvSpPr/>
            <p:nvPr/>
          </p:nvSpPr>
          <p:spPr>
            <a:xfrm>
              <a:off x="2788700" y="1473325"/>
              <a:ext cx="12600" cy="12550"/>
            </a:xfrm>
            <a:custGeom>
              <a:avLst/>
              <a:gdLst/>
              <a:ahLst/>
              <a:cxnLst/>
              <a:rect l="l" t="t" r="r" b="b"/>
              <a:pathLst>
                <a:path w="504" h="502" extrusionOk="0">
                  <a:moveTo>
                    <a:pt x="252" y="1"/>
                  </a:moveTo>
                  <a:cubicBezTo>
                    <a:pt x="116" y="1"/>
                    <a:pt x="1" y="107"/>
                    <a:pt x="1" y="252"/>
                  </a:cubicBezTo>
                  <a:cubicBezTo>
                    <a:pt x="1" y="388"/>
                    <a:pt x="116" y="501"/>
                    <a:pt x="252" y="501"/>
                  </a:cubicBezTo>
                  <a:cubicBezTo>
                    <a:pt x="388" y="501"/>
                    <a:pt x="503" y="388"/>
                    <a:pt x="503" y="252"/>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0" name="Google Shape;12980;p31"/>
            <p:cNvSpPr/>
            <p:nvPr/>
          </p:nvSpPr>
          <p:spPr>
            <a:xfrm>
              <a:off x="2880675" y="1473325"/>
              <a:ext cx="12375" cy="12550"/>
            </a:xfrm>
            <a:custGeom>
              <a:avLst/>
              <a:gdLst/>
              <a:ahLst/>
              <a:cxnLst/>
              <a:rect l="l" t="t" r="r" b="b"/>
              <a:pathLst>
                <a:path w="495" h="502" extrusionOk="0">
                  <a:moveTo>
                    <a:pt x="243" y="1"/>
                  </a:moveTo>
                  <a:cubicBezTo>
                    <a:pt x="107" y="1"/>
                    <a:pt x="0" y="107"/>
                    <a:pt x="0" y="252"/>
                  </a:cubicBezTo>
                  <a:cubicBezTo>
                    <a:pt x="0" y="388"/>
                    <a:pt x="107" y="501"/>
                    <a:pt x="243" y="501"/>
                  </a:cubicBezTo>
                  <a:cubicBezTo>
                    <a:pt x="387" y="501"/>
                    <a:pt x="494" y="388"/>
                    <a:pt x="494" y="252"/>
                  </a:cubicBezTo>
                  <a:cubicBezTo>
                    <a:pt x="494" y="107"/>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1" name="Google Shape;12981;p31"/>
            <p:cNvSpPr/>
            <p:nvPr/>
          </p:nvSpPr>
          <p:spPr>
            <a:xfrm>
              <a:off x="2972425" y="1473325"/>
              <a:ext cx="12575" cy="12550"/>
            </a:xfrm>
            <a:custGeom>
              <a:avLst/>
              <a:gdLst/>
              <a:ahLst/>
              <a:cxnLst/>
              <a:rect l="l" t="t" r="r" b="b"/>
              <a:pathLst>
                <a:path w="503" h="502" extrusionOk="0">
                  <a:moveTo>
                    <a:pt x="251" y="1"/>
                  </a:moveTo>
                  <a:cubicBezTo>
                    <a:pt x="115" y="1"/>
                    <a:pt x="0" y="107"/>
                    <a:pt x="0" y="252"/>
                  </a:cubicBezTo>
                  <a:cubicBezTo>
                    <a:pt x="0" y="388"/>
                    <a:pt x="115" y="501"/>
                    <a:pt x="251" y="501"/>
                  </a:cubicBezTo>
                  <a:cubicBezTo>
                    <a:pt x="387" y="501"/>
                    <a:pt x="503" y="388"/>
                    <a:pt x="503" y="252"/>
                  </a:cubicBezTo>
                  <a:cubicBezTo>
                    <a:pt x="503"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2" name="Google Shape;12982;p31"/>
            <p:cNvSpPr/>
            <p:nvPr/>
          </p:nvSpPr>
          <p:spPr>
            <a:xfrm>
              <a:off x="3064375" y="1473325"/>
              <a:ext cx="12375" cy="12550"/>
            </a:xfrm>
            <a:custGeom>
              <a:avLst/>
              <a:gdLst/>
              <a:ahLst/>
              <a:cxnLst/>
              <a:rect l="l" t="t" r="r" b="b"/>
              <a:pathLst>
                <a:path w="495" h="502" extrusionOk="0">
                  <a:moveTo>
                    <a:pt x="243" y="1"/>
                  </a:moveTo>
                  <a:cubicBezTo>
                    <a:pt x="107" y="1"/>
                    <a:pt x="1" y="107"/>
                    <a:pt x="1" y="252"/>
                  </a:cubicBezTo>
                  <a:cubicBezTo>
                    <a:pt x="1" y="388"/>
                    <a:pt x="107" y="501"/>
                    <a:pt x="243" y="501"/>
                  </a:cubicBezTo>
                  <a:cubicBezTo>
                    <a:pt x="388" y="501"/>
                    <a:pt x="495" y="388"/>
                    <a:pt x="495" y="252"/>
                  </a:cubicBezTo>
                  <a:cubicBezTo>
                    <a:pt x="495" y="107"/>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3" name="Google Shape;12983;p31"/>
            <p:cNvSpPr/>
            <p:nvPr/>
          </p:nvSpPr>
          <p:spPr>
            <a:xfrm>
              <a:off x="3156125" y="1473325"/>
              <a:ext cx="12600" cy="12550"/>
            </a:xfrm>
            <a:custGeom>
              <a:avLst/>
              <a:gdLst/>
              <a:ahLst/>
              <a:cxnLst/>
              <a:rect l="l" t="t" r="r" b="b"/>
              <a:pathLst>
                <a:path w="504" h="502" extrusionOk="0">
                  <a:moveTo>
                    <a:pt x="252" y="1"/>
                  </a:moveTo>
                  <a:cubicBezTo>
                    <a:pt x="116" y="1"/>
                    <a:pt x="1" y="107"/>
                    <a:pt x="1" y="252"/>
                  </a:cubicBezTo>
                  <a:cubicBezTo>
                    <a:pt x="1" y="388"/>
                    <a:pt x="116" y="501"/>
                    <a:pt x="252" y="501"/>
                  </a:cubicBezTo>
                  <a:cubicBezTo>
                    <a:pt x="388" y="501"/>
                    <a:pt x="503" y="388"/>
                    <a:pt x="503" y="252"/>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4" name="Google Shape;12984;p31"/>
            <p:cNvSpPr/>
            <p:nvPr/>
          </p:nvSpPr>
          <p:spPr>
            <a:xfrm>
              <a:off x="3247875" y="1473325"/>
              <a:ext cx="12575" cy="12550"/>
            </a:xfrm>
            <a:custGeom>
              <a:avLst/>
              <a:gdLst/>
              <a:ahLst/>
              <a:cxnLst/>
              <a:rect l="l" t="t" r="r" b="b"/>
              <a:pathLst>
                <a:path w="503" h="502" extrusionOk="0">
                  <a:moveTo>
                    <a:pt x="252" y="1"/>
                  </a:moveTo>
                  <a:cubicBezTo>
                    <a:pt x="116" y="1"/>
                    <a:pt x="1" y="107"/>
                    <a:pt x="1" y="252"/>
                  </a:cubicBezTo>
                  <a:cubicBezTo>
                    <a:pt x="1" y="388"/>
                    <a:pt x="116" y="501"/>
                    <a:pt x="252" y="501"/>
                  </a:cubicBezTo>
                  <a:cubicBezTo>
                    <a:pt x="388" y="501"/>
                    <a:pt x="503" y="388"/>
                    <a:pt x="503" y="252"/>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5" name="Google Shape;12985;p31"/>
            <p:cNvSpPr/>
            <p:nvPr/>
          </p:nvSpPr>
          <p:spPr>
            <a:xfrm>
              <a:off x="3339850" y="1473325"/>
              <a:ext cx="12525" cy="12550"/>
            </a:xfrm>
            <a:custGeom>
              <a:avLst/>
              <a:gdLst/>
              <a:ahLst/>
              <a:cxnLst/>
              <a:rect l="l" t="t" r="r" b="b"/>
              <a:pathLst>
                <a:path w="501" h="502" extrusionOk="0">
                  <a:moveTo>
                    <a:pt x="251" y="1"/>
                  </a:moveTo>
                  <a:cubicBezTo>
                    <a:pt x="107" y="1"/>
                    <a:pt x="0" y="107"/>
                    <a:pt x="0" y="252"/>
                  </a:cubicBezTo>
                  <a:cubicBezTo>
                    <a:pt x="0" y="388"/>
                    <a:pt x="107" y="501"/>
                    <a:pt x="251" y="501"/>
                  </a:cubicBezTo>
                  <a:cubicBezTo>
                    <a:pt x="387" y="501"/>
                    <a:pt x="501" y="388"/>
                    <a:pt x="501" y="252"/>
                  </a:cubicBezTo>
                  <a:cubicBezTo>
                    <a:pt x="501"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6" name="Google Shape;12986;p31"/>
            <p:cNvSpPr/>
            <p:nvPr/>
          </p:nvSpPr>
          <p:spPr>
            <a:xfrm>
              <a:off x="3431575" y="1473325"/>
              <a:ext cx="12600" cy="12550"/>
            </a:xfrm>
            <a:custGeom>
              <a:avLst/>
              <a:gdLst/>
              <a:ahLst/>
              <a:cxnLst/>
              <a:rect l="l" t="t" r="r" b="b"/>
              <a:pathLst>
                <a:path w="504" h="502" extrusionOk="0">
                  <a:moveTo>
                    <a:pt x="252" y="1"/>
                  </a:moveTo>
                  <a:cubicBezTo>
                    <a:pt x="116" y="1"/>
                    <a:pt x="1" y="107"/>
                    <a:pt x="1" y="252"/>
                  </a:cubicBezTo>
                  <a:cubicBezTo>
                    <a:pt x="1" y="388"/>
                    <a:pt x="116" y="501"/>
                    <a:pt x="252" y="501"/>
                  </a:cubicBezTo>
                  <a:cubicBezTo>
                    <a:pt x="388" y="501"/>
                    <a:pt x="503" y="388"/>
                    <a:pt x="503" y="252"/>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7" name="Google Shape;12987;p31"/>
            <p:cNvSpPr/>
            <p:nvPr/>
          </p:nvSpPr>
          <p:spPr>
            <a:xfrm>
              <a:off x="3523550" y="1473325"/>
              <a:ext cx="12375" cy="12550"/>
            </a:xfrm>
            <a:custGeom>
              <a:avLst/>
              <a:gdLst/>
              <a:ahLst/>
              <a:cxnLst/>
              <a:rect l="l" t="t" r="r" b="b"/>
              <a:pathLst>
                <a:path w="495" h="502" extrusionOk="0">
                  <a:moveTo>
                    <a:pt x="250" y="1"/>
                  </a:moveTo>
                  <a:cubicBezTo>
                    <a:pt x="107" y="1"/>
                    <a:pt x="0" y="107"/>
                    <a:pt x="0" y="252"/>
                  </a:cubicBezTo>
                  <a:cubicBezTo>
                    <a:pt x="0" y="388"/>
                    <a:pt x="107" y="501"/>
                    <a:pt x="250" y="501"/>
                  </a:cubicBezTo>
                  <a:cubicBezTo>
                    <a:pt x="388" y="501"/>
                    <a:pt x="494" y="388"/>
                    <a:pt x="494" y="252"/>
                  </a:cubicBezTo>
                  <a:cubicBezTo>
                    <a:pt x="494" y="107"/>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8" name="Google Shape;12988;p31"/>
            <p:cNvSpPr/>
            <p:nvPr/>
          </p:nvSpPr>
          <p:spPr>
            <a:xfrm>
              <a:off x="676400" y="15650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9" name="Google Shape;12989;p31"/>
            <p:cNvSpPr/>
            <p:nvPr/>
          </p:nvSpPr>
          <p:spPr>
            <a:xfrm>
              <a:off x="768325" y="1565075"/>
              <a:ext cx="12400" cy="12600"/>
            </a:xfrm>
            <a:custGeom>
              <a:avLst/>
              <a:gdLst/>
              <a:ahLst/>
              <a:cxnLst/>
              <a:rect l="l" t="t" r="r" b="b"/>
              <a:pathLst>
                <a:path w="496" h="504"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0" name="Google Shape;12990;p31"/>
            <p:cNvSpPr/>
            <p:nvPr/>
          </p:nvSpPr>
          <p:spPr>
            <a:xfrm>
              <a:off x="860125" y="1565075"/>
              <a:ext cx="12525" cy="12600"/>
            </a:xfrm>
            <a:custGeom>
              <a:avLst/>
              <a:gdLst/>
              <a:ahLst/>
              <a:cxnLst/>
              <a:rect l="l" t="t" r="r" b="b"/>
              <a:pathLst>
                <a:path w="501" h="504"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1" name="Google Shape;12991;p31"/>
            <p:cNvSpPr/>
            <p:nvPr/>
          </p:nvSpPr>
          <p:spPr>
            <a:xfrm>
              <a:off x="951850" y="15650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2" name="Google Shape;12992;p31"/>
            <p:cNvSpPr/>
            <p:nvPr/>
          </p:nvSpPr>
          <p:spPr>
            <a:xfrm>
              <a:off x="1043825" y="1565075"/>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3" name="Google Shape;12993;p31"/>
            <p:cNvSpPr/>
            <p:nvPr/>
          </p:nvSpPr>
          <p:spPr>
            <a:xfrm>
              <a:off x="1135575" y="1565075"/>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4" name="Google Shape;12994;p31"/>
            <p:cNvSpPr/>
            <p:nvPr/>
          </p:nvSpPr>
          <p:spPr>
            <a:xfrm>
              <a:off x="1227500" y="1565075"/>
              <a:ext cx="12400" cy="12600"/>
            </a:xfrm>
            <a:custGeom>
              <a:avLst/>
              <a:gdLst/>
              <a:ahLst/>
              <a:cxnLst/>
              <a:rect l="l" t="t" r="r" b="b"/>
              <a:pathLst>
                <a:path w="496" h="504"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5" name="Google Shape;12995;p31"/>
            <p:cNvSpPr/>
            <p:nvPr/>
          </p:nvSpPr>
          <p:spPr>
            <a:xfrm>
              <a:off x="1319275" y="1565075"/>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6" name="Google Shape;12996;p31"/>
            <p:cNvSpPr/>
            <p:nvPr/>
          </p:nvSpPr>
          <p:spPr>
            <a:xfrm>
              <a:off x="1411200" y="1565075"/>
              <a:ext cx="12425" cy="12600"/>
            </a:xfrm>
            <a:custGeom>
              <a:avLst/>
              <a:gdLst/>
              <a:ahLst/>
              <a:cxnLst/>
              <a:rect l="l" t="t" r="r" b="b"/>
              <a:pathLst>
                <a:path w="497" h="504"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7" name="Google Shape;12997;p31"/>
            <p:cNvSpPr/>
            <p:nvPr/>
          </p:nvSpPr>
          <p:spPr>
            <a:xfrm>
              <a:off x="1503000" y="1565075"/>
              <a:ext cx="12525" cy="12600"/>
            </a:xfrm>
            <a:custGeom>
              <a:avLst/>
              <a:gdLst/>
              <a:ahLst/>
              <a:cxnLst/>
              <a:rect l="l" t="t" r="r" b="b"/>
              <a:pathLst>
                <a:path w="501" h="504"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8" name="Google Shape;12998;p31"/>
            <p:cNvSpPr/>
            <p:nvPr/>
          </p:nvSpPr>
          <p:spPr>
            <a:xfrm>
              <a:off x="1594750" y="1565075"/>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9" name="Google Shape;12999;p31"/>
            <p:cNvSpPr/>
            <p:nvPr/>
          </p:nvSpPr>
          <p:spPr>
            <a:xfrm>
              <a:off x="1686650" y="15650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0" name="Google Shape;13000;p31"/>
            <p:cNvSpPr/>
            <p:nvPr/>
          </p:nvSpPr>
          <p:spPr>
            <a:xfrm>
              <a:off x="1778450" y="1565075"/>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1" name="Google Shape;13001;p31"/>
            <p:cNvSpPr/>
            <p:nvPr/>
          </p:nvSpPr>
          <p:spPr>
            <a:xfrm>
              <a:off x="1870375" y="1565075"/>
              <a:ext cx="12400" cy="12600"/>
            </a:xfrm>
            <a:custGeom>
              <a:avLst/>
              <a:gdLst/>
              <a:ahLst/>
              <a:cxnLst/>
              <a:rect l="l" t="t" r="r" b="b"/>
              <a:pathLst>
                <a:path w="496" h="504"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2" name="Google Shape;13002;p31"/>
            <p:cNvSpPr/>
            <p:nvPr/>
          </p:nvSpPr>
          <p:spPr>
            <a:xfrm>
              <a:off x="1962150" y="1565075"/>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3" name="Google Shape;13003;p31"/>
            <p:cNvSpPr/>
            <p:nvPr/>
          </p:nvSpPr>
          <p:spPr>
            <a:xfrm>
              <a:off x="2054075" y="1565075"/>
              <a:ext cx="12425" cy="12600"/>
            </a:xfrm>
            <a:custGeom>
              <a:avLst/>
              <a:gdLst/>
              <a:ahLst/>
              <a:cxnLst/>
              <a:rect l="l" t="t" r="r" b="b"/>
              <a:pathLst>
                <a:path w="497" h="504"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4" name="Google Shape;13004;p31"/>
            <p:cNvSpPr/>
            <p:nvPr/>
          </p:nvSpPr>
          <p:spPr>
            <a:xfrm>
              <a:off x="2145825" y="15650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5" name="Google Shape;13005;p31"/>
            <p:cNvSpPr/>
            <p:nvPr/>
          </p:nvSpPr>
          <p:spPr>
            <a:xfrm>
              <a:off x="2237800" y="1565075"/>
              <a:ext cx="12350" cy="12600"/>
            </a:xfrm>
            <a:custGeom>
              <a:avLst/>
              <a:gdLst/>
              <a:ahLst/>
              <a:cxnLst/>
              <a:rect l="l" t="t" r="r" b="b"/>
              <a:pathLst>
                <a:path w="494" h="504"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6" name="Google Shape;13006;p31"/>
            <p:cNvSpPr/>
            <p:nvPr/>
          </p:nvSpPr>
          <p:spPr>
            <a:xfrm>
              <a:off x="2329550" y="1565075"/>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7" name="Google Shape;13007;p31"/>
            <p:cNvSpPr/>
            <p:nvPr/>
          </p:nvSpPr>
          <p:spPr>
            <a:xfrm>
              <a:off x="2421325" y="1565075"/>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8" name="Google Shape;13008;p31"/>
            <p:cNvSpPr/>
            <p:nvPr/>
          </p:nvSpPr>
          <p:spPr>
            <a:xfrm>
              <a:off x="2513250" y="1565075"/>
              <a:ext cx="12575" cy="12600"/>
            </a:xfrm>
            <a:custGeom>
              <a:avLst/>
              <a:gdLst/>
              <a:ahLst/>
              <a:cxnLst/>
              <a:rect l="l" t="t" r="r" b="b"/>
              <a:pathLst>
                <a:path w="503" h="504"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9" name="Google Shape;13009;p31"/>
            <p:cNvSpPr/>
            <p:nvPr/>
          </p:nvSpPr>
          <p:spPr>
            <a:xfrm>
              <a:off x="2605000" y="1565075"/>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0" name="Google Shape;13010;p31"/>
            <p:cNvSpPr/>
            <p:nvPr/>
          </p:nvSpPr>
          <p:spPr>
            <a:xfrm>
              <a:off x="2696950" y="1565075"/>
              <a:ext cx="12375" cy="12600"/>
            </a:xfrm>
            <a:custGeom>
              <a:avLst/>
              <a:gdLst/>
              <a:ahLst/>
              <a:cxnLst/>
              <a:rect l="l" t="t" r="r" b="b"/>
              <a:pathLst>
                <a:path w="495" h="504"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1" name="Google Shape;13011;p31"/>
            <p:cNvSpPr/>
            <p:nvPr/>
          </p:nvSpPr>
          <p:spPr>
            <a:xfrm>
              <a:off x="2788700" y="15650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2" name="Google Shape;13012;p31"/>
            <p:cNvSpPr/>
            <p:nvPr/>
          </p:nvSpPr>
          <p:spPr>
            <a:xfrm>
              <a:off x="2880675" y="1565075"/>
              <a:ext cx="12375" cy="12600"/>
            </a:xfrm>
            <a:custGeom>
              <a:avLst/>
              <a:gdLst/>
              <a:ahLst/>
              <a:cxnLst/>
              <a:rect l="l" t="t" r="r" b="b"/>
              <a:pathLst>
                <a:path w="495" h="504"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3" name="Google Shape;13013;p31"/>
            <p:cNvSpPr/>
            <p:nvPr/>
          </p:nvSpPr>
          <p:spPr>
            <a:xfrm>
              <a:off x="2972425" y="1565075"/>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4" name="Google Shape;13014;p31"/>
            <p:cNvSpPr/>
            <p:nvPr/>
          </p:nvSpPr>
          <p:spPr>
            <a:xfrm>
              <a:off x="3064375" y="1565075"/>
              <a:ext cx="12375" cy="12600"/>
            </a:xfrm>
            <a:custGeom>
              <a:avLst/>
              <a:gdLst/>
              <a:ahLst/>
              <a:cxnLst/>
              <a:rect l="l" t="t" r="r" b="b"/>
              <a:pathLst>
                <a:path w="495" h="504"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5" name="Google Shape;13015;p31"/>
            <p:cNvSpPr/>
            <p:nvPr/>
          </p:nvSpPr>
          <p:spPr>
            <a:xfrm>
              <a:off x="3156125" y="15650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6" name="Google Shape;13016;p31"/>
            <p:cNvSpPr/>
            <p:nvPr/>
          </p:nvSpPr>
          <p:spPr>
            <a:xfrm>
              <a:off x="3247875" y="1565075"/>
              <a:ext cx="12575" cy="12600"/>
            </a:xfrm>
            <a:custGeom>
              <a:avLst/>
              <a:gdLst/>
              <a:ahLst/>
              <a:cxnLst/>
              <a:rect l="l" t="t" r="r" b="b"/>
              <a:pathLst>
                <a:path w="503"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7" name="Google Shape;13017;p31"/>
            <p:cNvSpPr/>
            <p:nvPr/>
          </p:nvSpPr>
          <p:spPr>
            <a:xfrm>
              <a:off x="3339850" y="1565075"/>
              <a:ext cx="12525" cy="12600"/>
            </a:xfrm>
            <a:custGeom>
              <a:avLst/>
              <a:gdLst/>
              <a:ahLst/>
              <a:cxnLst/>
              <a:rect l="l" t="t" r="r" b="b"/>
              <a:pathLst>
                <a:path w="501" h="504"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8" name="Google Shape;13018;p31"/>
            <p:cNvSpPr/>
            <p:nvPr/>
          </p:nvSpPr>
          <p:spPr>
            <a:xfrm>
              <a:off x="3431575" y="15650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9" name="Google Shape;13019;p31"/>
            <p:cNvSpPr/>
            <p:nvPr/>
          </p:nvSpPr>
          <p:spPr>
            <a:xfrm>
              <a:off x="3523550" y="1565075"/>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0" name="Google Shape;13020;p31"/>
            <p:cNvSpPr/>
            <p:nvPr/>
          </p:nvSpPr>
          <p:spPr>
            <a:xfrm>
              <a:off x="676400" y="1657050"/>
              <a:ext cx="12600" cy="12375"/>
            </a:xfrm>
            <a:custGeom>
              <a:avLst/>
              <a:gdLst/>
              <a:ahLst/>
              <a:cxnLst/>
              <a:rect l="l" t="t" r="r" b="b"/>
              <a:pathLst>
                <a:path w="504" h="495" extrusionOk="0">
                  <a:moveTo>
                    <a:pt x="252" y="0"/>
                  </a:moveTo>
                  <a:cubicBezTo>
                    <a:pt x="116" y="0"/>
                    <a:pt x="1" y="107"/>
                    <a:pt x="1" y="250"/>
                  </a:cubicBezTo>
                  <a:cubicBezTo>
                    <a:pt x="1" y="387"/>
                    <a:pt x="116" y="494"/>
                    <a:pt x="252" y="494"/>
                  </a:cubicBezTo>
                  <a:cubicBezTo>
                    <a:pt x="388" y="494"/>
                    <a:pt x="503" y="387"/>
                    <a:pt x="503" y="250"/>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1" name="Google Shape;13021;p31"/>
            <p:cNvSpPr/>
            <p:nvPr/>
          </p:nvSpPr>
          <p:spPr>
            <a:xfrm>
              <a:off x="768325" y="1657050"/>
              <a:ext cx="12400" cy="12375"/>
            </a:xfrm>
            <a:custGeom>
              <a:avLst/>
              <a:gdLst/>
              <a:ahLst/>
              <a:cxnLst/>
              <a:rect l="l" t="t" r="r" b="b"/>
              <a:pathLst>
                <a:path w="496" h="495" extrusionOk="0">
                  <a:moveTo>
                    <a:pt x="245" y="0"/>
                  </a:moveTo>
                  <a:cubicBezTo>
                    <a:pt x="109" y="0"/>
                    <a:pt x="0" y="107"/>
                    <a:pt x="0" y="250"/>
                  </a:cubicBezTo>
                  <a:cubicBezTo>
                    <a:pt x="0" y="387"/>
                    <a:pt x="109" y="494"/>
                    <a:pt x="245" y="494"/>
                  </a:cubicBezTo>
                  <a:cubicBezTo>
                    <a:pt x="388" y="494"/>
                    <a:pt x="496" y="387"/>
                    <a:pt x="496" y="250"/>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2" name="Google Shape;13022;p31"/>
            <p:cNvSpPr/>
            <p:nvPr/>
          </p:nvSpPr>
          <p:spPr>
            <a:xfrm>
              <a:off x="860125" y="1657050"/>
              <a:ext cx="12525" cy="12375"/>
            </a:xfrm>
            <a:custGeom>
              <a:avLst/>
              <a:gdLst/>
              <a:ahLst/>
              <a:cxnLst/>
              <a:rect l="l" t="t" r="r" b="b"/>
              <a:pathLst>
                <a:path w="501" h="495" extrusionOk="0">
                  <a:moveTo>
                    <a:pt x="251" y="0"/>
                  </a:moveTo>
                  <a:cubicBezTo>
                    <a:pt x="114" y="0"/>
                    <a:pt x="0" y="107"/>
                    <a:pt x="0" y="250"/>
                  </a:cubicBezTo>
                  <a:cubicBezTo>
                    <a:pt x="0" y="387"/>
                    <a:pt x="114" y="494"/>
                    <a:pt x="251" y="494"/>
                  </a:cubicBezTo>
                  <a:cubicBezTo>
                    <a:pt x="387" y="494"/>
                    <a:pt x="501" y="387"/>
                    <a:pt x="501" y="250"/>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3" name="Google Shape;13023;p31"/>
            <p:cNvSpPr/>
            <p:nvPr/>
          </p:nvSpPr>
          <p:spPr>
            <a:xfrm>
              <a:off x="951850" y="1657050"/>
              <a:ext cx="12600" cy="12375"/>
            </a:xfrm>
            <a:custGeom>
              <a:avLst/>
              <a:gdLst/>
              <a:ahLst/>
              <a:cxnLst/>
              <a:rect l="l" t="t" r="r" b="b"/>
              <a:pathLst>
                <a:path w="504" h="495" extrusionOk="0">
                  <a:moveTo>
                    <a:pt x="252" y="0"/>
                  </a:moveTo>
                  <a:cubicBezTo>
                    <a:pt x="116" y="0"/>
                    <a:pt x="1" y="107"/>
                    <a:pt x="1" y="250"/>
                  </a:cubicBezTo>
                  <a:cubicBezTo>
                    <a:pt x="1" y="387"/>
                    <a:pt x="116" y="494"/>
                    <a:pt x="252" y="494"/>
                  </a:cubicBezTo>
                  <a:cubicBezTo>
                    <a:pt x="388" y="494"/>
                    <a:pt x="503" y="387"/>
                    <a:pt x="503" y="250"/>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4" name="Google Shape;13024;p31"/>
            <p:cNvSpPr/>
            <p:nvPr/>
          </p:nvSpPr>
          <p:spPr>
            <a:xfrm>
              <a:off x="1043825" y="1657050"/>
              <a:ext cx="12375" cy="12375"/>
            </a:xfrm>
            <a:custGeom>
              <a:avLst/>
              <a:gdLst/>
              <a:ahLst/>
              <a:cxnLst/>
              <a:rect l="l" t="t" r="r" b="b"/>
              <a:pathLst>
                <a:path w="495" h="495" extrusionOk="0">
                  <a:moveTo>
                    <a:pt x="250" y="0"/>
                  </a:moveTo>
                  <a:cubicBezTo>
                    <a:pt x="107" y="0"/>
                    <a:pt x="0" y="107"/>
                    <a:pt x="0" y="250"/>
                  </a:cubicBezTo>
                  <a:cubicBezTo>
                    <a:pt x="0" y="387"/>
                    <a:pt x="107" y="494"/>
                    <a:pt x="250" y="494"/>
                  </a:cubicBezTo>
                  <a:cubicBezTo>
                    <a:pt x="388" y="494"/>
                    <a:pt x="494" y="387"/>
                    <a:pt x="494" y="250"/>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5" name="Google Shape;13025;p31"/>
            <p:cNvSpPr/>
            <p:nvPr/>
          </p:nvSpPr>
          <p:spPr>
            <a:xfrm>
              <a:off x="1135575" y="1657050"/>
              <a:ext cx="12575" cy="12375"/>
            </a:xfrm>
            <a:custGeom>
              <a:avLst/>
              <a:gdLst/>
              <a:ahLst/>
              <a:cxnLst/>
              <a:rect l="l" t="t" r="r" b="b"/>
              <a:pathLst>
                <a:path w="503" h="495" extrusionOk="0">
                  <a:moveTo>
                    <a:pt x="252" y="0"/>
                  </a:moveTo>
                  <a:cubicBezTo>
                    <a:pt x="116" y="0"/>
                    <a:pt x="0" y="107"/>
                    <a:pt x="0" y="250"/>
                  </a:cubicBezTo>
                  <a:cubicBezTo>
                    <a:pt x="0" y="387"/>
                    <a:pt x="116" y="494"/>
                    <a:pt x="252" y="494"/>
                  </a:cubicBezTo>
                  <a:cubicBezTo>
                    <a:pt x="387" y="494"/>
                    <a:pt x="503" y="387"/>
                    <a:pt x="503" y="250"/>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6" name="Google Shape;13026;p31"/>
            <p:cNvSpPr/>
            <p:nvPr/>
          </p:nvSpPr>
          <p:spPr>
            <a:xfrm>
              <a:off x="1227500" y="1657050"/>
              <a:ext cx="12400" cy="12375"/>
            </a:xfrm>
            <a:custGeom>
              <a:avLst/>
              <a:gdLst/>
              <a:ahLst/>
              <a:cxnLst/>
              <a:rect l="l" t="t" r="r" b="b"/>
              <a:pathLst>
                <a:path w="496" h="495" extrusionOk="0">
                  <a:moveTo>
                    <a:pt x="251" y="0"/>
                  </a:moveTo>
                  <a:cubicBezTo>
                    <a:pt x="109" y="0"/>
                    <a:pt x="0" y="107"/>
                    <a:pt x="0" y="250"/>
                  </a:cubicBezTo>
                  <a:cubicBezTo>
                    <a:pt x="0" y="387"/>
                    <a:pt x="109" y="494"/>
                    <a:pt x="251" y="494"/>
                  </a:cubicBezTo>
                  <a:cubicBezTo>
                    <a:pt x="387" y="494"/>
                    <a:pt x="496" y="387"/>
                    <a:pt x="496" y="250"/>
                  </a:cubicBezTo>
                  <a:cubicBezTo>
                    <a:pt x="496"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7" name="Google Shape;13027;p31"/>
            <p:cNvSpPr/>
            <p:nvPr/>
          </p:nvSpPr>
          <p:spPr>
            <a:xfrm>
              <a:off x="1319275" y="1657050"/>
              <a:ext cx="12550" cy="12375"/>
            </a:xfrm>
            <a:custGeom>
              <a:avLst/>
              <a:gdLst/>
              <a:ahLst/>
              <a:cxnLst/>
              <a:rect l="l" t="t" r="r" b="b"/>
              <a:pathLst>
                <a:path w="502" h="495" extrusionOk="0">
                  <a:moveTo>
                    <a:pt x="252" y="0"/>
                  </a:moveTo>
                  <a:cubicBezTo>
                    <a:pt x="114" y="0"/>
                    <a:pt x="1" y="107"/>
                    <a:pt x="1" y="250"/>
                  </a:cubicBezTo>
                  <a:cubicBezTo>
                    <a:pt x="1" y="387"/>
                    <a:pt x="114" y="494"/>
                    <a:pt x="252" y="494"/>
                  </a:cubicBezTo>
                  <a:cubicBezTo>
                    <a:pt x="388" y="494"/>
                    <a:pt x="501" y="387"/>
                    <a:pt x="501" y="250"/>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8" name="Google Shape;13028;p31"/>
            <p:cNvSpPr/>
            <p:nvPr/>
          </p:nvSpPr>
          <p:spPr>
            <a:xfrm>
              <a:off x="1411200" y="1657050"/>
              <a:ext cx="12425" cy="12375"/>
            </a:xfrm>
            <a:custGeom>
              <a:avLst/>
              <a:gdLst/>
              <a:ahLst/>
              <a:cxnLst/>
              <a:rect l="l" t="t" r="r" b="b"/>
              <a:pathLst>
                <a:path w="497" h="495" extrusionOk="0">
                  <a:moveTo>
                    <a:pt x="245" y="0"/>
                  </a:moveTo>
                  <a:cubicBezTo>
                    <a:pt x="109" y="0"/>
                    <a:pt x="1" y="107"/>
                    <a:pt x="1" y="250"/>
                  </a:cubicBezTo>
                  <a:cubicBezTo>
                    <a:pt x="1" y="387"/>
                    <a:pt x="109" y="494"/>
                    <a:pt x="245" y="494"/>
                  </a:cubicBezTo>
                  <a:cubicBezTo>
                    <a:pt x="388" y="494"/>
                    <a:pt x="496" y="387"/>
                    <a:pt x="496" y="250"/>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9" name="Google Shape;13029;p31"/>
            <p:cNvSpPr/>
            <p:nvPr/>
          </p:nvSpPr>
          <p:spPr>
            <a:xfrm>
              <a:off x="1503000" y="1657050"/>
              <a:ext cx="12525" cy="12375"/>
            </a:xfrm>
            <a:custGeom>
              <a:avLst/>
              <a:gdLst/>
              <a:ahLst/>
              <a:cxnLst/>
              <a:rect l="l" t="t" r="r" b="b"/>
              <a:pathLst>
                <a:path w="501" h="495" extrusionOk="0">
                  <a:moveTo>
                    <a:pt x="250" y="0"/>
                  </a:moveTo>
                  <a:cubicBezTo>
                    <a:pt x="114" y="0"/>
                    <a:pt x="0" y="107"/>
                    <a:pt x="0" y="250"/>
                  </a:cubicBezTo>
                  <a:cubicBezTo>
                    <a:pt x="0" y="387"/>
                    <a:pt x="114" y="494"/>
                    <a:pt x="250" y="494"/>
                  </a:cubicBezTo>
                  <a:cubicBezTo>
                    <a:pt x="387" y="494"/>
                    <a:pt x="501" y="387"/>
                    <a:pt x="501" y="250"/>
                  </a:cubicBezTo>
                  <a:cubicBezTo>
                    <a:pt x="501" y="107"/>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0" name="Google Shape;13030;p31"/>
            <p:cNvSpPr/>
            <p:nvPr/>
          </p:nvSpPr>
          <p:spPr>
            <a:xfrm>
              <a:off x="1594750" y="1657050"/>
              <a:ext cx="12575" cy="12375"/>
            </a:xfrm>
            <a:custGeom>
              <a:avLst/>
              <a:gdLst/>
              <a:ahLst/>
              <a:cxnLst/>
              <a:rect l="l" t="t" r="r" b="b"/>
              <a:pathLst>
                <a:path w="503" h="495" extrusionOk="0">
                  <a:moveTo>
                    <a:pt x="251" y="0"/>
                  </a:moveTo>
                  <a:cubicBezTo>
                    <a:pt x="115" y="0"/>
                    <a:pt x="0" y="107"/>
                    <a:pt x="0" y="250"/>
                  </a:cubicBezTo>
                  <a:cubicBezTo>
                    <a:pt x="0" y="387"/>
                    <a:pt x="115" y="494"/>
                    <a:pt x="251" y="494"/>
                  </a:cubicBezTo>
                  <a:cubicBezTo>
                    <a:pt x="394" y="494"/>
                    <a:pt x="503" y="387"/>
                    <a:pt x="503" y="250"/>
                  </a:cubicBezTo>
                  <a:cubicBezTo>
                    <a:pt x="503" y="107"/>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1" name="Google Shape;13031;p31"/>
            <p:cNvSpPr/>
            <p:nvPr/>
          </p:nvSpPr>
          <p:spPr>
            <a:xfrm>
              <a:off x="1686650" y="1657050"/>
              <a:ext cx="12600" cy="12375"/>
            </a:xfrm>
            <a:custGeom>
              <a:avLst/>
              <a:gdLst/>
              <a:ahLst/>
              <a:cxnLst/>
              <a:rect l="l" t="t" r="r" b="b"/>
              <a:pathLst>
                <a:path w="504" h="495" extrusionOk="0">
                  <a:moveTo>
                    <a:pt x="252" y="0"/>
                  </a:moveTo>
                  <a:cubicBezTo>
                    <a:pt x="116" y="0"/>
                    <a:pt x="1" y="107"/>
                    <a:pt x="1" y="250"/>
                  </a:cubicBezTo>
                  <a:cubicBezTo>
                    <a:pt x="1" y="387"/>
                    <a:pt x="116" y="494"/>
                    <a:pt x="252" y="494"/>
                  </a:cubicBezTo>
                  <a:cubicBezTo>
                    <a:pt x="388" y="494"/>
                    <a:pt x="503" y="387"/>
                    <a:pt x="503" y="250"/>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2" name="Google Shape;13032;p31"/>
            <p:cNvSpPr/>
            <p:nvPr/>
          </p:nvSpPr>
          <p:spPr>
            <a:xfrm>
              <a:off x="1778450" y="1657050"/>
              <a:ext cx="12550" cy="12375"/>
            </a:xfrm>
            <a:custGeom>
              <a:avLst/>
              <a:gdLst/>
              <a:ahLst/>
              <a:cxnLst/>
              <a:rect l="l" t="t" r="r" b="b"/>
              <a:pathLst>
                <a:path w="502" h="495" extrusionOk="0">
                  <a:moveTo>
                    <a:pt x="252" y="0"/>
                  </a:moveTo>
                  <a:cubicBezTo>
                    <a:pt x="114" y="0"/>
                    <a:pt x="1" y="107"/>
                    <a:pt x="1" y="250"/>
                  </a:cubicBezTo>
                  <a:cubicBezTo>
                    <a:pt x="1" y="387"/>
                    <a:pt x="114" y="494"/>
                    <a:pt x="252" y="494"/>
                  </a:cubicBezTo>
                  <a:cubicBezTo>
                    <a:pt x="388" y="494"/>
                    <a:pt x="501" y="387"/>
                    <a:pt x="501" y="250"/>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3" name="Google Shape;13033;p31"/>
            <p:cNvSpPr/>
            <p:nvPr/>
          </p:nvSpPr>
          <p:spPr>
            <a:xfrm>
              <a:off x="1870375" y="1657050"/>
              <a:ext cx="12400" cy="12375"/>
            </a:xfrm>
            <a:custGeom>
              <a:avLst/>
              <a:gdLst/>
              <a:ahLst/>
              <a:cxnLst/>
              <a:rect l="l" t="t" r="r" b="b"/>
              <a:pathLst>
                <a:path w="496" h="495" extrusionOk="0">
                  <a:moveTo>
                    <a:pt x="252" y="0"/>
                  </a:moveTo>
                  <a:cubicBezTo>
                    <a:pt x="109" y="0"/>
                    <a:pt x="0" y="107"/>
                    <a:pt x="0" y="250"/>
                  </a:cubicBezTo>
                  <a:cubicBezTo>
                    <a:pt x="0" y="387"/>
                    <a:pt x="109" y="494"/>
                    <a:pt x="252" y="494"/>
                  </a:cubicBezTo>
                  <a:cubicBezTo>
                    <a:pt x="387" y="494"/>
                    <a:pt x="496" y="387"/>
                    <a:pt x="496" y="250"/>
                  </a:cubicBezTo>
                  <a:cubicBezTo>
                    <a:pt x="496"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4" name="Google Shape;13034;p31"/>
            <p:cNvSpPr/>
            <p:nvPr/>
          </p:nvSpPr>
          <p:spPr>
            <a:xfrm>
              <a:off x="1962150" y="1657050"/>
              <a:ext cx="12550" cy="12375"/>
            </a:xfrm>
            <a:custGeom>
              <a:avLst/>
              <a:gdLst/>
              <a:ahLst/>
              <a:cxnLst/>
              <a:rect l="l" t="t" r="r" b="b"/>
              <a:pathLst>
                <a:path w="502" h="495" extrusionOk="0">
                  <a:moveTo>
                    <a:pt x="250" y="0"/>
                  </a:moveTo>
                  <a:cubicBezTo>
                    <a:pt x="114" y="0"/>
                    <a:pt x="1" y="107"/>
                    <a:pt x="1" y="250"/>
                  </a:cubicBezTo>
                  <a:cubicBezTo>
                    <a:pt x="1" y="387"/>
                    <a:pt x="114" y="494"/>
                    <a:pt x="250" y="494"/>
                  </a:cubicBezTo>
                  <a:cubicBezTo>
                    <a:pt x="388" y="494"/>
                    <a:pt x="502" y="387"/>
                    <a:pt x="502" y="250"/>
                  </a:cubicBezTo>
                  <a:cubicBezTo>
                    <a:pt x="502"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5" name="Google Shape;13035;p31"/>
            <p:cNvSpPr/>
            <p:nvPr/>
          </p:nvSpPr>
          <p:spPr>
            <a:xfrm>
              <a:off x="2054075" y="1657050"/>
              <a:ext cx="12425" cy="12375"/>
            </a:xfrm>
            <a:custGeom>
              <a:avLst/>
              <a:gdLst/>
              <a:ahLst/>
              <a:cxnLst/>
              <a:rect l="l" t="t" r="r" b="b"/>
              <a:pathLst>
                <a:path w="497" h="495" extrusionOk="0">
                  <a:moveTo>
                    <a:pt x="252" y="0"/>
                  </a:moveTo>
                  <a:cubicBezTo>
                    <a:pt x="109" y="0"/>
                    <a:pt x="1" y="107"/>
                    <a:pt x="1" y="250"/>
                  </a:cubicBezTo>
                  <a:cubicBezTo>
                    <a:pt x="1" y="387"/>
                    <a:pt x="109" y="494"/>
                    <a:pt x="252" y="494"/>
                  </a:cubicBezTo>
                  <a:cubicBezTo>
                    <a:pt x="388" y="494"/>
                    <a:pt x="496" y="387"/>
                    <a:pt x="496" y="250"/>
                  </a:cubicBezTo>
                  <a:cubicBezTo>
                    <a:pt x="496"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6" name="Google Shape;13036;p31"/>
            <p:cNvSpPr/>
            <p:nvPr/>
          </p:nvSpPr>
          <p:spPr>
            <a:xfrm>
              <a:off x="2145825" y="1657050"/>
              <a:ext cx="12600" cy="12375"/>
            </a:xfrm>
            <a:custGeom>
              <a:avLst/>
              <a:gdLst/>
              <a:ahLst/>
              <a:cxnLst/>
              <a:rect l="l" t="t" r="r" b="b"/>
              <a:pathLst>
                <a:path w="504" h="495" extrusionOk="0">
                  <a:moveTo>
                    <a:pt x="252" y="0"/>
                  </a:moveTo>
                  <a:cubicBezTo>
                    <a:pt x="116" y="0"/>
                    <a:pt x="1" y="107"/>
                    <a:pt x="1" y="250"/>
                  </a:cubicBezTo>
                  <a:cubicBezTo>
                    <a:pt x="1" y="387"/>
                    <a:pt x="116" y="494"/>
                    <a:pt x="252" y="494"/>
                  </a:cubicBezTo>
                  <a:cubicBezTo>
                    <a:pt x="388" y="494"/>
                    <a:pt x="503" y="387"/>
                    <a:pt x="503" y="250"/>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7" name="Google Shape;13037;p31"/>
            <p:cNvSpPr/>
            <p:nvPr/>
          </p:nvSpPr>
          <p:spPr>
            <a:xfrm>
              <a:off x="2237800" y="1657050"/>
              <a:ext cx="12350" cy="12375"/>
            </a:xfrm>
            <a:custGeom>
              <a:avLst/>
              <a:gdLst/>
              <a:ahLst/>
              <a:cxnLst/>
              <a:rect l="l" t="t" r="r" b="b"/>
              <a:pathLst>
                <a:path w="494" h="495" extrusionOk="0">
                  <a:moveTo>
                    <a:pt x="244" y="0"/>
                  </a:moveTo>
                  <a:cubicBezTo>
                    <a:pt x="107" y="0"/>
                    <a:pt x="0" y="107"/>
                    <a:pt x="0" y="250"/>
                  </a:cubicBezTo>
                  <a:cubicBezTo>
                    <a:pt x="0" y="387"/>
                    <a:pt x="107" y="494"/>
                    <a:pt x="244" y="494"/>
                  </a:cubicBezTo>
                  <a:cubicBezTo>
                    <a:pt x="387" y="494"/>
                    <a:pt x="494" y="387"/>
                    <a:pt x="494" y="250"/>
                  </a:cubicBezTo>
                  <a:cubicBezTo>
                    <a:pt x="494" y="107"/>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8" name="Google Shape;13038;p31"/>
            <p:cNvSpPr/>
            <p:nvPr/>
          </p:nvSpPr>
          <p:spPr>
            <a:xfrm>
              <a:off x="2329550" y="1657050"/>
              <a:ext cx="12575" cy="12375"/>
            </a:xfrm>
            <a:custGeom>
              <a:avLst/>
              <a:gdLst/>
              <a:ahLst/>
              <a:cxnLst/>
              <a:rect l="l" t="t" r="r" b="b"/>
              <a:pathLst>
                <a:path w="503" h="495" extrusionOk="0">
                  <a:moveTo>
                    <a:pt x="251" y="0"/>
                  </a:moveTo>
                  <a:cubicBezTo>
                    <a:pt x="115" y="0"/>
                    <a:pt x="0" y="107"/>
                    <a:pt x="0" y="250"/>
                  </a:cubicBezTo>
                  <a:cubicBezTo>
                    <a:pt x="0" y="387"/>
                    <a:pt x="115" y="494"/>
                    <a:pt x="251" y="494"/>
                  </a:cubicBezTo>
                  <a:cubicBezTo>
                    <a:pt x="387" y="494"/>
                    <a:pt x="502" y="387"/>
                    <a:pt x="502" y="250"/>
                  </a:cubicBezTo>
                  <a:cubicBezTo>
                    <a:pt x="502"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9" name="Google Shape;13039;p31"/>
            <p:cNvSpPr/>
            <p:nvPr/>
          </p:nvSpPr>
          <p:spPr>
            <a:xfrm>
              <a:off x="2421325" y="1657050"/>
              <a:ext cx="12550" cy="12375"/>
            </a:xfrm>
            <a:custGeom>
              <a:avLst/>
              <a:gdLst/>
              <a:ahLst/>
              <a:cxnLst/>
              <a:rect l="l" t="t" r="r" b="b"/>
              <a:pathLst>
                <a:path w="502" h="495" extrusionOk="0">
                  <a:moveTo>
                    <a:pt x="250" y="0"/>
                  </a:moveTo>
                  <a:cubicBezTo>
                    <a:pt x="114" y="0"/>
                    <a:pt x="1" y="107"/>
                    <a:pt x="1" y="250"/>
                  </a:cubicBezTo>
                  <a:cubicBezTo>
                    <a:pt x="1" y="387"/>
                    <a:pt x="114" y="494"/>
                    <a:pt x="250" y="494"/>
                  </a:cubicBezTo>
                  <a:cubicBezTo>
                    <a:pt x="395" y="494"/>
                    <a:pt x="501" y="387"/>
                    <a:pt x="501" y="250"/>
                  </a:cubicBezTo>
                  <a:cubicBezTo>
                    <a:pt x="501" y="107"/>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0" name="Google Shape;13040;p31"/>
            <p:cNvSpPr/>
            <p:nvPr/>
          </p:nvSpPr>
          <p:spPr>
            <a:xfrm>
              <a:off x="2513250" y="1657050"/>
              <a:ext cx="12575" cy="12375"/>
            </a:xfrm>
            <a:custGeom>
              <a:avLst/>
              <a:gdLst/>
              <a:ahLst/>
              <a:cxnLst/>
              <a:rect l="l" t="t" r="r" b="b"/>
              <a:pathLst>
                <a:path w="503" h="495" extrusionOk="0">
                  <a:moveTo>
                    <a:pt x="252" y="0"/>
                  </a:moveTo>
                  <a:cubicBezTo>
                    <a:pt x="109" y="0"/>
                    <a:pt x="0" y="107"/>
                    <a:pt x="0" y="250"/>
                  </a:cubicBezTo>
                  <a:cubicBezTo>
                    <a:pt x="0" y="387"/>
                    <a:pt x="109" y="494"/>
                    <a:pt x="252" y="494"/>
                  </a:cubicBezTo>
                  <a:cubicBezTo>
                    <a:pt x="388" y="494"/>
                    <a:pt x="503" y="387"/>
                    <a:pt x="503" y="250"/>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1" name="Google Shape;13041;p31"/>
            <p:cNvSpPr/>
            <p:nvPr/>
          </p:nvSpPr>
          <p:spPr>
            <a:xfrm>
              <a:off x="2605000" y="1657050"/>
              <a:ext cx="12575" cy="12375"/>
            </a:xfrm>
            <a:custGeom>
              <a:avLst/>
              <a:gdLst/>
              <a:ahLst/>
              <a:cxnLst/>
              <a:rect l="l" t="t" r="r" b="b"/>
              <a:pathLst>
                <a:path w="503" h="495" extrusionOk="0">
                  <a:moveTo>
                    <a:pt x="252" y="0"/>
                  </a:moveTo>
                  <a:cubicBezTo>
                    <a:pt x="116" y="0"/>
                    <a:pt x="0" y="107"/>
                    <a:pt x="0" y="250"/>
                  </a:cubicBezTo>
                  <a:cubicBezTo>
                    <a:pt x="0" y="387"/>
                    <a:pt x="116" y="494"/>
                    <a:pt x="252" y="494"/>
                  </a:cubicBezTo>
                  <a:cubicBezTo>
                    <a:pt x="387" y="494"/>
                    <a:pt x="503" y="387"/>
                    <a:pt x="503" y="250"/>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2" name="Google Shape;13042;p31"/>
            <p:cNvSpPr/>
            <p:nvPr/>
          </p:nvSpPr>
          <p:spPr>
            <a:xfrm>
              <a:off x="2696950" y="1657050"/>
              <a:ext cx="12375" cy="12375"/>
            </a:xfrm>
            <a:custGeom>
              <a:avLst/>
              <a:gdLst/>
              <a:ahLst/>
              <a:cxnLst/>
              <a:rect l="l" t="t" r="r" b="b"/>
              <a:pathLst>
                <a:path w="495" h="495" extrusionOk="0">
                  <a:moveTo>
                    <a:pt x="252" y="0"/>
                  </a:moveTo>
                  <a:cubicBezTo>
                    <a:pt x="108" y="0"/>
                    <a:pt x="1" y="107"/>
                    <a:pt x="1" y="250"/>
                  </a:cubicBezTo>
                  <a:cubicBezTo>
                    <a:pt x="1" y="387"/>
                    <a:pt x="108" y="494"/>
                    <a:pt x="252" y="494"/>
                  </a:cubicBezTo>
                  <a:cubicBezTo>
                    <a:pt x="388" y="494"/>
                    <a:pt x="495" y="387"/>
                    <a:pt x="495" y="250"/>
                  </a:cubicBezTo>
                  <a:cubicBezTo>
                    <a:pt x="495"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3" name="Google Shape;13043;p31"/>
            <p:cNvSpPr/>
            <p:nvPr/>
          </p:nvSpPr>
          <p:spPr>
            <a:xfrm>
              <a:off x="2788700" y="1657050"/>
              <a:ext cx="12600" cy="12375"/>
            </a:xfrm>
            <a:custGeom>
              <a:avLst/>
              <a:gdLst/>
              <a:ahLst/>
              <a:cxnLst/>
              <a:rect l="l" t="t" r="r" b="b"/>
              <a:pathLst>
                <a:path w="504" h="495" extrusionOk="0">
                  <a:moveTo>
                    <a:pt x="252" y="0"/>
                  </a:moveTo>
                  <a:cubicBezTo>
                    <a:pt x="116" y="0"/>
                    <a:pt x="1" y="107"/>
                    <a:pt x="1" y="250"/>
                  </a:cubicBezTo>
                  <a:cubicBezTo>
                    <a:pt x="1" y="387"/>
                    <a:pt x="116" y="494"/>
                    <a:pt x="252" y="494"/>
                  </a:cubicBezTo>
                  <a:cubicBezTo>
                    <a:pt x="388" y="494"/>
                    <a:pt x="503" y="387"/>
                    <a:pt x="503" y="250"/>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4" name="Google Shape;13044;p31"/>
            <p:cNvSpPr/>
            <p:nvPr/>
          </p:nvSpPr>
          <p:spPr>
            <a:xfrm>
              <a:off x="2880675" y="1657050"/>
              <a:ext cx="12375" cy="12375"/>
            </a:xfrm>
            <a:custGeom>
              <a:avLst/>
              <a:gdLst/>
              <a:ahLst/>
              <a:cxnLst/>
              <a:rect l="l" t="t" r="r" b="b"/>
              <a:pathLst>
                <a:path w="495" h="495" extrusionOk="0">
                  <a:moveTo>
                    <a:pt x="243" y="0"/>
                  </a:moveTo>
                  <a:cubicBezTo>
                    <a:pt x="107" y="0"/>
                    <a:pt x="0" y="107"/>
                    <a:pt x="0" y="250"/>
                  </a:cubicBezTo>
                  <a:cubicBezTo>
                    <a:pt x="0" y="387"/>
                    <a:pt x="107" y="494"/>
                    <a:pt x="243" y="494"/>
                  </a:cubicBezTo>
                  <a:cubicBezTo>
                    <a:pt x="387" y="494"/>
                    <a:pt x="494" y="387"/>
                    <a:pt x="494" y="250"/>
                  </a:cubicBezTo>
                  <a:cubicBezTo>
                    <a:pt x="494" y="107"/>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5" name="Google Shape;13045;p31"/>
            <p:cNvSpPr/>
            <p:nvPr/>
          </p:nvSpPr>
          <p:spPr>
            <a:xfrm>
              <a:off x="2972425" y="1657050"/>
              <a:ext cx="12575" cy="12375"/>
            </a:xfrm>
            <a:custGeom>
              <a:avLst/>
              <a:gdLst/>
              <a:ahLst/>
              <a:cxnLst/>
              <a:rect l="l" t="t" r="r" b="b"/>
              <a:pathLst>
                <a:path w="503" h="495" extrusionOk="0">
                  <a:moveTo>
                    <a:pt x="251" y="0"/>
                  </a:moveTo>
                  <a:cubicBezTo>
                    <a:pt x="115" y="0"/>
                    <a:pt x="0" y="107"/>
                    <a:pt x="0" y="250"/>
                  </a:cubicBezTo>
                  <a:cubicBezTo>
                    <a:pt x="0" y="387"/>
                    <a:pt x="115" y="494"/>
                    <a:pt x="251" y="494"/>
                  </a:cubicBezTo>
                  <a:cubicBezTo>
                    <a:pt x="387" y="494"/>
                    <a:pt x="503" y="387"/>
                    <a:pt x="503" y="250"/>
                  </a:cubicBezTo>
                  <a:cubicBezTo>
                    <a:pt x="503"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6" name="Google Shape;13046;p31"/>
            <p:cNvSpPr/>
            <p:nvPr/>
          </p:nvSpPr>
          <p:spPr>
            <a:xfrm>
              <a:off x="3064375" y="1657050"/>
              <a:ext cx="12375" cy="12375"/>
            </a:xfrm>
            <a:custGeom>
              <a:avLst/>
              <a:gdLst/>
              <a:ahLst/>
              <a:cxnLst/>
              <a:rect l="l" t="t" r="r" b="b"/>
              <a:pathLst>
                <a:path w="495" h="495" extrusionOk="0">
                  <a:moveTo>
                    <a:pt x="243" y="0"/>
                  </a:moveTo>
                  <a:cubicBezTo>
                    <a:pt x="107" y="0"/>
                    <a:pt x="1" y="107"/>
                    <a:pt x="1" y="250"/>
                  </a:cubicBezTo>
                  <a:cubicBezTo>
                    <a:pt x="1" y="387"/>
                    <a:pt x="107" y="494"/>
                    <a:pt x="243" y="494"/>
                  </a:cubicBezTo>
                  <a:cubicBezTo>
                    <a:pt x="388" y="494"/>
                    <a:pt x="495" y="387"/>
                    <a:pt x="495" y="250"/>
                  </a:cubicBezTo>
                  <a:cubicBezTo>
                    <a:pt x="495" y="107"/>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7" name="Google Shape;13047;p31"/>
            <p:cNvSpPr/>
            <p:nvPr/>
          </p:nvSpPr>
          <p:spPr>
            <a:xfrm>
              <a:off x="3156125" y="1657050"/>
              <a:ext cx="12600" cy="12375"/>
            </a:xfrm>
            <a:custGeom>
              <a:avLst/>
              <a:gdLst/>
              <a:ahLst/>
              <a:cxnLst/>
              <a:rect l="l" t="t" r="r" b="b"/>
              <a:pathLst>
                <a:path w="504" h="495" extrusionOk="0">
                  <a:moveTo>
                    <a:pt x="252" y="0"/>
                  </a:moveTo>
                  <a:cubicBezTo>
                    <a:pt x="116" y="0"/>
                    <a:pt x="1" y="107"/>
                    <a:pt x="1" y="250"/>
                  </a:cubicBezTo>
                  <a:cubicBezTo>
                    <a:pt x="1" y="387"/>
                    <a:pt x="116" y="494"/>
                    <a:pt x="252" y="494"/>
                  </a:cubicBezTo>
                  <a:cubicBezTo>
                    <a:pt x="388" y="494"/>
                    <a:pt x="503" y="387"/>
                    <a:pt x="503" y="250"/>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8" name="Google Shape;13048;p31"/>
            <p:cNvSpPr/>
            <p:nvPr/>
          </p:nvSpPr>
          <p:spPr>
            <a:xfrm>
              <a:off x="3247875" y="1657050"/>
              <a:ext cx="12575" cy="12375"/>
            </a:xfrm>
            <a:custGeom>
              <a:avLst/>
              <a:gdLst/>
              <a:ahLst/>
              <a:cxnLst/>
              <a:rect l="l" t="t" r="r" b="b"/>
              <a:pathLst>
                <a:path w="503" h="495" extrusionOk="0">
                  <a:moveTo>
                    <a:pt x="252" y="0"/>
                  </a:moveTo>
                  <a:cubicBezTo>
                    <a:pt x="116" y="0"/>
                    <a:pt x="1" y="107"/>
                    <a:pt x="1" y="250"/>
                  </a:cubicBezTo>
                  <a:cubicBezTo>
                    <a:pt x="1" y="387"/>
                    <a:pt x="116" y="494"/>
                    <a:pt x="252" y="494"/>
                  </a:cubicBezTo>
                  <a:cubicBezTo>
                    <a:pt x="388" y="494"/>
                    <a:pt x="503" y="387"/>
                    <a:pt x="503" y="250"/>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9" name="Google Shape;13049;p31"/>
            <p:cNvSpPr/>
            <p:nvPr/>
          </p:nvSpPr>
          <p:spPr>
            <a:xfrm>
              <a:off x="3339850" y="1657050"/>
              <a:ext cx="12525" cy="12375"/>
            </a:xfrm>
            <a:custGeom>
              <a:avLst/>
              <a:gdLst/>
              <a:ahLst/>
              <a:cxnLst/>
              <a:rect l="l" t="t" r="r" b="b"/>
              <a:pathLst>
                <a:path w="501" h="495" extrusionOk="0">
                  <a:moveTo>
                    <a:pt x="251" y="0"/>
                  </a:moveTo>
                  <a:cubicBezTo>
                    <a:pt x="107" y="0"/>
                    <a:pt x="0" y="107"/>
                    <a:pt x="0" y="250"/>
                  </a:cubicBezTo>
                  <a:cubicBezTo>
                    <a:pt x="0" y="387"/>
                    <a:pt x="107" y="494"/>
                    <a:pt x="251" y="494"/>
                  </a:cubicBezTo>
                  <a:cubicBezTo>
                    <a:pt x="387" y="494"/>
                    <a:pt x="501" y="387"/>
                    <a:pt x="501" y="250"/>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0" name="Google Shape;13050;p31"/>
            <p:cNvSpPr/>
            <p:nvPr/>
          </p:nvSpPr>
          <p:spPr>
            <a:xfrm>
              <a:off x="3431575" y="1657050"/>
              <a:ext cx="12600" cy="12375"/>
            </a:xfrm>
            <a:custGeom>
              <a:avLst/>
              <a:gdLst/>
              <a:ahLst/>
              <a:cxnLst/>
              <a:rect l="l" t="t" r="r" b="b"/>
              <a:pathLst>
                <a:path w="504" h="495" extrusionOk="0">
                  <a:moveTo>
                    <a:pt x="252" y="0"/>
                  </a:moveTo>
                  <a:cubicBezTo>
                    <a:pt x="116" y="0"/>
                    <a:pt x="1" y="107"/>
                    <a:pt x="1" y="250"/>
                  </a:cubicBezTo>
                  <a:cubicBezTo>
                    <a:pt x="1" y="387"/>
                    <a:pt x="116" y="494"/>
                    <a:pt x="252" y="494"/>
                  </a:cubicBezTo>
                  <a:cubicBezTo>
                    <a:pt x="388" y="494"/>
                    <a:pt x="503" y="387"/>
                    <a:pt x="503" y="250"/>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1" name="Google Shape;13051;p31"/>
            <p:cNvSpPr/>
            <p:nvPr/>
          </p:nvSpPr>
          <p:spPr>
            <a:xfrm>
              <a:off x="3523550" y="1657050"/>
              <a:ext cx="12375" cy="12375"/>
            </a:xfrm>
            <a:custGeom>
              <a:avLst/>
              <a:gdLst/>
              <a:ahLst/>
              <a:cxnLst/>
              <a:rect l="l" t="t" r="r" b="b"/>
              <a:pathLst>
                <a:path w="495" h="495" extrusionOk="0">
                  <a:moveTo>
                    <a:pt x="250" y="0"/>
                  </a:moveTo>
                  <a:cubicBezTo>
                    <a:pt x="107" y="0"/>
                    <a:pt x="0" y="107"/>
                    <a:pt x="0" y="250"/>
                  </a:cubicBezTo>
                  <a:cubicBezTo>
                    <a:pt x="0" y="387"/>
                    <a:pt x="107" y="494"/>
                    <a:pt x="250" y="494"/>
                  </a:cubicBezTo>
                  <a:cubicBezTo>
                    <a:pt x="388" y="494"/>
                    <a:pt x="494" y="387"/>
                    <a:pt x="494" y="250"/>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2" name="Google Shape;13052;p31"/>
            <p:cNvSpPr/>
            <p:nvPr/>
          </p:nvSpPr>
          <p:spPr>
            <a:xfrm>
              <a:off x="676400" y="17488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3" name="Google Shape;13053;p31"/>
            <p:cNvSpPr/>
            <p:nvPr/>
          </p:nvSpPr>
          <p:spPr>
            <a:xfrm>
              <a:off x="768325" y="1748800"/>
              <a:ext cx="12400" cy="12575"/>
            </a:xfrm>
            <a:custGeom>
              <a:avLst/>
              <a:gdLst/>
              <a:ahLst/>
              <a:cxnLst/>
              <a:rect l="l" t="t" r="r" b="b"/>
              <a:pathLst>
                <a:path w="496" h="503" extrusionOk="0">
                  <a:moveTo>
                    <a:pt x="245" y="0"/>
                  </a:moveTo>
                  <a:cubicBezTo>
                    <a:pt x="109" y="0"/>
                    <a:pt x="0" y="115"/>
                    <a:pt x="0" y="251"/>
                  </a:cubicBezTo>
                  <a:cubicBezTo>
                    <a:pt x="0" y="387"/>
                    <a:pt x="109" y="503"/>
                    <a:pt x="245" y="503"/>
                  </a:cubicBezTo>
                  <a:cubicBezTo>
                    <a:pt x="388" y="503"/>
                    <a:pt x="496" y="387"/>
                    <a:pt x="496" y="251"/>
                  </a:cubicBezTo>
                  <a:cubicBezTo>
                    <a:pt x="496" y="115"/>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4" name="Google Shape;13054;p31"/>
            <p:cNvSpPr/>
            <p:nvPr/>
          </p:nvSpPr>
          <p:spPr>
            <a:xfrm>
              <a:off x="860125" y="1748800"/>
              <a:ext cx="12525" cy="12575"/>
            </a:xfrm>
            <a:custGeom>
              <a:avLst/>
              <a:gdLst/>
              <a:ahLst/>
              <a:cxnLst/>
              <a:rect l="l" t="t" r="r" b="b"/>
              <a:pathLst>
                <a:path w="501" h="503" extrusionOk="0">
                  <a:moveTo>
                    <a:pt x="251" y="0"/>
                  </a:moveTo>
                  <a:cubicBezTo>
                    <a:pt x="114" y="0"/>
                    <a:pt x="0" y="115"/>
                    <a:pt x="0" y="251"/>
                  </a:cubicBezTo>
                  <a:cubicBezTo>
                    <a:pt x="0" y="387"/>
                    <a:pt x="114" y="503"/>
                    <a:pt x="251" y="503"/>
                  </a:cubicBezTo>
                  <a:cubicBezTo>
                    <a:pt x="387" y="503"/>
                    <a:pt x="501" y="387"/>
                    <a:pt x="501" y="251"/>
                  </a:cubicBezTo>
                  <a:cubicBezTo>
                    <a:pt x="501"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5" name="Google Shape;13055;p31"/>
            <p:cNvSpPr/>
            <p:nvPr/>
          </p:nvSpPr>
          <p:spPr>
            <a:xfrm>
              <a:off x="951850" y="17488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6" name="Google Shape;13056;p31"/>
            <p:cNvSpPr/>
            <p:nvPr/>
          </p:nvSpPr>
          <p:spPr>
            <a:xfrm>
              <a:off x="1043825" y="1748800"/>
              <a:ext cx="12375" cy="12575"/>
            </a:xfrm>
            <a:custGeom>
              <a:avLst/>
              <a:gdLst/>
              <a:ahLst/>
              <a:cxnLst/>
              <a:rect l="l" t="t" r="r" b="b"/>
              <a:pathLst>
                <a:path w="495" h="503" extrusionOk="0">
                  <a:moveTo>
                    <a:pt x="250" y="0"/>
                  </a:moveTo>
                  <a:cubicBezTo>
                    <a:pt x="107" y="0"/>
                    <a:pt x="0" y="115"/>
                    <a:pt x="0" y="251"/>
                  </a:cubicBezTo>
                  <a:cubicBezTo>
                    <a:pt x="0" y="387"/>
                    <a:pt x="107" y="503"/>
                    <a:pt x="250" y="503"/>
                  </a:cubicBezTo>
                  <a:cubicBezTo>
                    <a:pt x="388" y="503"/>
                    <a:pt x="494" y="387"/>
                    <a:pt x="494" y="251"/>
                  </a:cubicBezTo>
                  <a:cubicBezTo>
                    <a:pt x="494" y="115"/>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7" name="Google Shape;13057;p31"/>
            <p:cNvSpPr/>
            <p:nvPr/>
          </p:nvSpPr>
          <p:spPr>
            <a:xfrm>
              <a:off x="1135575" y="1748800"/>
              <a:ext cx="12575" cy="12575"/>
            </a:xfrm>
            <a:custGeom>
              <a:avLst/>
              <a:gdLst/>
              <a:ahLst/>
              <a:cxnLst/>
              <a:rect l="l" t="t" r="r" b="b"/>
              <a:pathLst>
                <a:path w="503" h="503" extrusionOk="0">
                  <a:moveTo>
                    <a:pt x="252" y="0"/>
                  </a:moveTo>
                  <a:cubicBezTo>
                    <a:pt x="116" y="0"/>
                    <a:pt x="0" y="115"/>
                    <a:pt x="0" y="251"/>
                  </a:cubicBezTo>
                  <a:cubicBezTo>
                    <a:pt x="0" y="387"/>
                    <a:pt x="116" y="503"/>
                    <a:pt x="252" y="503"/>
                  </a:cubicBezTo>
                  <a:cubicBezTo>
                    <a:pt x="387" y="503"/>
                    <a:pt x="503" y="387"/>
                    <a:pt x="503" y="251"/>
                  </a:cubicBezTo>
                  <a:cubicBezTo>
                    <a:pt x="503" y="115"/>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8" name="Google Shape;13058;p31"/>
            <p:cNvSpPr/>
            <p:nvPr/>
          </p:nvSpPr>
          <p:spPr>
            <a:xfrm>
              <a:off x="1227500" y="1748800"/>
              <a:ext cx="12400" cy="12575"/>
            </a:xfrm>
            <a:custGeom>
              <a:avLst/>
              <a:gdLst/>
              <a:ahLst/>
              <a:cxnLst/>
              <a:rect l="l" t="t" r="r" b="b"/>
              <a:pathLst>
                <a:path w="496" h="503" extrusionOk="0">
                  <a:moveTo>
                    <a:pt x="251" y="0"/>
                  </a:moveTo>
                  <a:cubicBezTo>
                    <a:pt x="109" y="0"/>
                    <a:pt x="0" y="115"/>
                    <a:pt x="0" y="251"/>
                  </a:cubicBezTo>
                  <a:cubicBezTo>
                    <a:pt x="0" y="387"/>
                    <a:pt x="109" y="503"/>
                    <a:pt x="251" y="503"/>
                  </a:cubicBezTo>
                  <a:cubicBezTo>
                    <a:pt x="387" y="503"/>
                    <a:pt x="496" y="387"/>
                    <a:pt x="496" y="251"/>
                  </a:cubicBezTo>
                  <a:cubicBezTo>
                    <a:pt x="496"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9" name="Google Shape;13059;p31"/>
            <p:cNvSpPr/>
            <p:nvPr/>
          </p:nvSpPr>
          <p:spPr>
            <a:xfrm>
              <a:off x="1319275" y="1748800"/>
              <a:ext cx="12550" cy="12575"/>
            </a:xfrm>
            <a:custGeom>
              <a:avLst/>
              <a:gdLst/>
              <a:ahLst/>
              <a:cxnLst/>
              <a:rect l="l" t="t" r="r" b="b"/>
              <a:pathLst>
                <a:path w="502" h="503" extrusionOk="0">
                  <a:moveTo>
                    <a:pt x="252" y="0"/>
                  </a:moveTo>
                  <a:cubicBezTo>
                    <a:pt x="114" y="0"/>
                    <a:pt x="1" y="115"/>
                    <a:pt x="1" y="251"/>
                  </a:cubicBezTo>
                  <a:cubicBezTo>
                    <a:pt x="1" y="387"/>
                    <a:pt x="114" y="503"/>
                    <a:pt x="252" y="503"/>
                  </a:cubicBezTo>
                  <a:cubicBezTo>
                    <a:pt x="388" y="503"/>
                    <a:pt x="501" y="387"/>
                    <a:pt x="501" y="251"/>
                  </a:cubicBezTo>
                  <a:cubicBezTo>
                    <a:pt x="501"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0" name="Google Shape;13060;p31"/>
            <p:cNvSpPr/>
            <p:nvPr/>
          </p:nvSpPr>
          <p:spPr>
            <a:xfrm>
              <a:off x="1411200" y="1748800"/>
              <a:ext cx="12425" cy="12575"/>
            </a:xfrm>
            <a:custGeom>
              <a:avLst/>
              <a:gdLst/>
              <a:ahLst/>
              <a:cxnLst/>
              <a:rect l="l" t="t" r="r" b="b"/>
              <a:pathLst>
                <a:path w="497" h="503" extrusionOk="0">
                  <a:moveTo>
                    <a:pt x="245" y="0"/>
                  </a:moveTo>
                  <a:cubicBezTo>
                    <a:pt x="109" y="0"/>
                    <a:pt x="1" y="115"/>
                    <a:pt x="1" y="251"/>
                  </a:cubicBezTo>
                  <a:cubicBezTo>
                    <a:pt x="1" y="387"/>
                    <a:pt x="109" y="503"/>
                    <a:pt x="245" y="503"/>
                  </a:cubicBezTo>
                  <a:cubicBezTo>
                    <a:pt x="388" y="503"/>
                    <a:pt x="496" y="387"/>
                    <a:pt x="496" y="251"/>
                  </a:cubicBezTo>
                  <a:cubicBezTo>
                    <a:pt x="496" y="115"/>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1" name="Google Shape;13061;p31"/>
            <p:cNvSpPr/>
            <p:nvPr/>
          </p:nvSpPr>
          <p:spPr>
            <a:xfrm>
              <a:off x="1503000" y="1748800"/>
              <a:ext cx="12525" cy="12575"/>
            </a:xfrm>
            <a:custGeom>
              <a:avLst/>
              <a:gdLst/>
              <a:ahLst/>
              <a:cxnLst/>
              <a:rect l="l" t="t" r="r" b="b"/>
              <a:pathLst>
                <a:path w="501" h="503" extrusionOk="0">
                  <a:moveTo>
                    <a:pt x="250" y="0"/>
                  </a:moveTo>
                  <a:cubicBezTo>
                    <a:pt x="114" y="0"/>
                    <a:pt x="0" y="115"/>
                    <a:pt x="0" y="251"/>
                  </a:cubicBezTo>
                  <a:cubicBezTo>
                    <a:pt x="0" y="387"/>
                    <a:pt x="114" y="503"/>
                    <a:pt x="250" y="503"/>
                  </a:cubicBezTo>
                  <a:cubicBezTo>
                    <a:pt x="387" y="503"/>
                    <a:pt x="501" y="387"/>
                    <a:pt x="501" y="251"/>
                  </a:cubicBezTo>
                  <a:cubicBezTo>
                    <a:pt x="501" y="115"/>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2" name="Google Shape;13062;p31"/>
            <p:cNvSpPr/>
            <p:nvPr/>
          </p:nvSpPr>
          <p:spPr>
            <a:xfrm>
              <a:off x="1594750" y="1748800"/>
              <a:ext cx="12575" cy="12575"/>
            </a:xfrm>
            <a:custGeom>
              <a:avLst/>
              <a:gdLst/>
              <a:ahLst/>
              <a:cxnLst/>
              <a:rect l="l" t="t" r="r" b="b"/>
              <a:pathLst>
                <a:path w="503" h="503" extrusionOk="0">
                  <a:moveTo>
                    <a:pt x="251" y="0"/>
                  </a:moveTo>
                  <a:cubicBezTo>
                    <a:pt x="115" y="0"/>
                    <a:pt x="0" y="115"/>
                    <a:pt x="0" y="251"/>
                  </a:cubicBezTo>
                  <a:cubicBezTo>
                    <a:pt x="0" y="387"/>
                    <a:pt x="115" y="503"/>
                    <a:pt x="251" y="503"/>
                  </a:cubicBezTo>
                  <a:cubicBezTo>
                    <a:pt x="394" y="503"/>
                    <a:pt x="503" y="387"/>
                    <a:pt x="503" y="251"/>
                  </a:cubicBezTo>
                  <a:cubicBezTo>
                    <a:pt x="503" y="115"/>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3" name="Google Shape;13063;p31"/>
            <p:cNvSpPr/>
            <p:nvPr/>
          </p:nvSpPr>
          <p:spPr>
            <a:xfrm>
              <a:off x="1686650" y="17488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4" name="Google Shape;13064;p31"/>
            <p:cNvSpPr/>
            <p:nvPr/>
          </p:nvSpPr>
          <p:spPr>
            <a:xfrm>
              <a:off x="1778450" y="1748800"/>
              <a:ext cx="12550" cy="12575"/>
            </a:xfrm>
            <a:custGeom>
              <a:avLst/>
              <a:gdLst/>
              <a:ahLst/>
              <a:cxnLst/>
              <a:rect l="l" t="t" r="r" b="b"/>
              <a:pathLst>
                <a:path w="502" h="503" extrusionOk="0">
                  <a:moveTo>
                    <a:pt x="252" y="0"/>
                  </a:moveTo>
                  <a:cubicBezTo>
                    <a:pt x="114" y="0"/>
                    <a:pt x="1" y="115"/>
                    <a:pt x="1" y="251"/>
                  </a:cubicBezTo>
                  <a:cubicBezTo>
                    <a:pt x="1" y="387"/>
                    <a:pt x="114" y="503"/>
                    <a:pt x="252" y="503"/>
                  </a:cubicBezTo>
                  <a:cubicBezTo>
                    <a:pt x="388" y="503"/>
                    <a:pt x="501" y="387"/>
                    <a:pt x="501" y="251"/>
                  </a:cubicBezTo>
                  <a:cubicBezTo>
                    <a:pt x="501"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5" name="Google Shape;13065;p31"/>
            <p:cNvSpPr/>
            <p:nvPr/>
          </p:nvSpPr>
          <p:spPr>
            <a:xfrm>
              <a:off x="1870375" y="1748800"/>
              <a:ext cx="12400" cy="12575"/>
            </a:xfrm>
            <a:custGeom>
              <a:avLst/>
              <a:gdLst/>
              <a:ahLst/>
              <a:cxnLst/>
              <a:rect l="l" t="t" r="r" b="b"/>
              <a:pathLst>
                <a:path w="496" h="503" extrusionOk="0">
                  <a:moveTo>
                    <a:pt x="252" y="0"/>
                  </a:moveTo>
                  <a:cubicBezTo>
                    <a:pt x="109" y="0"/>
                    <a:pt x="0" y="115"/>
                    <a:pt x="0" y="251"/>
                  </a:cubicBezTo>
                  <a:cubicBezTo>
                    <a:pt x="0" y="387"/>
                    <a:pt x="109" y="503"/>
                    <a:pt x="252" y="503"/>
                  </a:cubicBezTo>
                  <a:cubicBezTo>
                    <a:pt x="387" y="503"/>
                    <a:pt x="496" y="387"/>
                    <a:pt x="496" y="251"/>
                  </a:cubicBezTo>
                  <a:cubicBezTo>
                    <a:pt x="496" y="115"/>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6" name="Google Shape;13066;p31"/>
            <p:cNvSpPr/>
            <p:nvPr/>
          </p:nvSpPr>
          <p:spPr>
            <a:xfrm>
              <a:off x="1962150" y="1748800"/>
              <a:ext cx="12550" cy="12575"/>
            </a:xfrm>
            <a:custGeom>
              <a:avLst/>
              <a:gdLst/>
              <a:ahLst/>
              <a:cxnLst/>
              <a:rect l="l" t="t" r="r" b="b"/>
              <a:pathLst>
                <a:path w="502" h="503" extrusionOk="0">
                  <a:moveTo>
                    <a:pt x="250" y="0"/>
                  </a:moveTo>
                  <a:cubicBezTo>
                    <a:pt x="114" y="0"/>
                    <a:pt x="1" y="115"/>
                    <a:pt x="1" y="251"/>
                  </a:cubicBezTo>
                  <a:cubicBezTo>
                    <a:pt x="1" y="387"/>
                    <a:pt x="114" y="503"/>
                    <a:pt x="250" y="503"/>
                  </a:cubicBezTo>
                  <a:cubicBezTo>
                    <a:pt x="388" y="503"/>
                    <a:pt x="502" y="387"/>
                    <a:pt x="502" y="251"/>
                  </a:cubicBezTo>
                  <a:cubicBezTo>
                    <a:pt x="502" y="115"/>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7" name="Google Shape;13067;p31"/>
            <p:cNvSpPr/>
            <p:nvPr/>
          </p:nvSpPr>
          <p:spPr>
            <a:xfrm>
              <a:off x="2054075" y="1748800"/>
              <a:ext cx="12425" cy="12575"/>
            </a:xfrm>
            <a:custGeom>
              <a:avLst/>
              <a:gdLst/>
              <a:ahLst/>
              <a:cxnLst/>
              <a:rect l="l" t="t" r="r" b="b"/>
              <a:pathLst>
                <a:path w="497" h="503" extrusionOk="0">
                  <a:moveTo>
                    <a:pt x="252" y="0"/>
                  </a:moveTo>
                  <a:cubicBezTo>
                    <a:pt x="109" y="0"/>
                    <a:pt x="1" y="115"/>
                    <a:pt x="1" y="251"/>
                  </a:cubicBezTo>
                  <a:cubicBezTo>
                    <a:pt x="1" y="387"/>
                    <a:pt x="109" y="503"/>
                    <a:pt x="252" y="503"/>
                  </a:cubicBezTo>
                  <a:cubicBezTo>
                    <a:pt x="388" y="503"/>
                    <a:pt x="496" y="387"/>
                    <a:pt x="496" y="251"/>
                  </a:cubicBezTo>
                  <a:cubicBezTo>
                    <a:pt x="496"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8" name="Google Shape;13068;p31"/>
            <p:cNvSpPr/>
            <p:nvPr/>
          </p:nvSpPr>
          <p:spPr>
            <a:xfrm>
              <a:off x="2145825" y="17488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9" name="Google Shape;13069;p31"/>
            <p:cNvSpPr/>
            <p:nvPr/>
          </p:nvSpPr>
          <p:spPr>
            <a:xfrm>
              <a:off x="2237800" y="1748800"/>
              <a:ext cx="12350" cy="12575"/>
            </a:xfrm>
            <a:custGeom>
              <a:avLst/>
              <a:gdLst/>
              <a:ahLst/>
              <a:cxnLst/>
              <a:rect l="l" t="t" r="r" b="b"/>
              <a:pathLst>
                <a:path w="494" h="503" extrusionOk="0">
                  <a:moveTo>
                    <a:pt x="244" y="0"/>
                  </a:moveTo>
                  <a:cubicBezTo>
                    <a:pt x="107" y="0"/>
                    <a:pt x="0" y="115"/>
                    <a:pt x="0" y="251"/>
                  </a:cubicBezTo>
                  <a:cubicBezTo>
                    <a:pt x="0" y="387"/>
                    <a:pt x="107" y="503"/>
                    <a:pt x="244" y="503"/>
                  </a:cubicBezTo>
                  <a:cubicBezTo>
                    <a:pt x="387" y="503"/>
                    <a:pt x="494" y="387"/>
                    <a:pt x="494" y="251"/>
                  </a:cubicBezTo>
                  <a:cubicBezTo>
                    <a:pt x="494" y="115"/>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0" name="Google Shape;13070;p31"/>
            <p:cNvSpPr/>
            <p:nvPr/>
          </p:nvSpPr>
          <p:spPr>
            <a:xfrm>
              <a:off x="2329550" y="1748800"/>
              <a:ext cx="12575" cy="12575"/>
            </a:xfrm>
            <a:custGeom>
              <a:avLst/>
              <a:gdLst/>
              <a:ahLst/>
              <a:cxnLst/>
              <a:rect l="l" t="t" r="r" b="b"/>
              <a:pathLst>
                <a:path w="503" h="503" extrusionOk="0">
                  <a:moveTo>
                    <a:pt x="251" y="0"/>
                  </a:moveTo>
                  <a:cubicBezTo>
                    <a:pt x="115" y="0"/>
                    <a:pt x="0" y="115"/>
                    <a:pt x="0" y="251"/>
                  </a:cubicBezTo>
                  <a:cubicBezTo>
                    <a:pt x="0" y="387"/>
                    <a:pt x="115" y="503"/>
                    <a:pt x="251" y="503"/>
                  </a:cubicBezTo>
                  <a:cubicBezTo>
                    <a:pt x="387" y="503"/>
                    <a:pt x="502" y="387"/>
                    <a:pt x="502" y="251"/>
                  </a:cubicBezTo>
                  <a:cubicBezTo>
                    <a:pt x="502"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1" name="Google Shape;13071;p31"/>
            <p:cNvSpPr/>
            <p:nvPr/>
          </p:nvSpPr>
          <p:spPr>
            <a:xfrm>
              <a:off x="2421325" y="1748800"/>
              <a:ext cx="12550" cy="12575"/>
            </a:xfrm>
            <a:custGeom>
              <a:avLst/>
              <a:gdLst/>
              <a:ahLst/>
              <a:cxnLst/>
              <a:rect l="l" t="t" r="r" b="b"/>
              <a:pathLst>
                <a:path w="502" h="503" extrusionOk="0">
                  <a:moveTo>
                    <a:pt x="250" y="0"/>
                  </a:moveTo>
                  <a:cubicBezTo>
                    <a:pt x="114" y="0"/>
                    <a:pt x="1" y="115"/>
                    <a:pt x="1" y="251"/>
                  </a:cubicBezTo>
                  <a:cubicBezTo>
                    <a:pt x="1" y="387"/>
                    <a:pt x="114" y="503"/>
                    <a:pt x="250" y="503"/>
                  </a:cubicBezTo>
                  <a:cubicBezTo>
                    <a:pt x="395" y="503"/>
                    <a:pt x="501" y="387"/>
                    <a:pt x="501" y="251"/>
                  </a:cubicBezTo>
                  <a:cubicBezTo>
                    <a:pt x="501" y="115"/>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2" name="Google Shape;13072;p31"/>
            <p:cNvSpPr/>
            <p:nvPr/>
          </p:nvSpPr>
          <p:spPr>
            <a:xfrm>
              <a:off x="2513250" y="1748800"/>
              <a:ext cx="12575" cy="12575"/>
            </a:xfrm>
            <a:custGeom>
              <a:avLst/>
              <a:gdLst/>
              <a:ahLst/>
              <a:cxnLst/>
              <a:rect l="l" t="t" r="r" b="b"/>
              <a:pathLst>
                <a:path w="503" h="503" extrusionOk="0">
                  <a:moveTo>
                    <a:pt x="252" y="0"/>
                  </a:moveTo>
                  <a:cubicBezTo>
                    <a:pt x="109" y="0"/>
                    <a:pt x="0" y="115"/>
                    <a:pt x="0" y="251"/>
                  </a:cubicBezTo>
                  <a:cubicBezTo>
                    <a:pt x="0" y="387"/>
                    <a:pt x="109"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3" name="Google Shape;13073;p31"/>
            <p:cNvSpPr/>
            <p:nvPr/>
          </p:nvSpPr>
          <p:spPr>
            <a:xfrm>
              <a:off x="2605000" y="1748800"/>
              <a:ext cx="12575" cy="12575"/>
            </a:xfrm>
            <a:custGeom>
              <a:avLst/>
              <a:gdLst/>
              <a:ahLst/>
              <a:cxnLst/>
              <a:rect l="l" t="t" r="r" b="b"/>
              <a:pathLst>
                <a:path w="503" h="503" extrusionOk="0">
                  <a:moveTo>
                    <a:pt x="252" y="0"/>
                  </a:moveTo>
                  <a:cubicBezTo>
                    <a:pt x="116" y="0"/>
                    <a:pt x="0" y="115"/>
                    <a:pt x="0" y="251"/>
                  </a:cubicBezTo>
                  <a:cubicBezTo>
                    <a:pt x="0" y="387"/>
                    <a:pt x="116" y="503"/>
                    <a:pt x="252" y="503"/>
                  </a:cubicBezTo>
                  <a:cubicBezTo>
                    <a:pt x="387" y="503"/>
                    <a:pt x="503" y="387"/>
                    <a:pt x="503" y="251"/>
                  </a:cubicBezTo>
                  <a:cubicBezTo>
                    <a:pt x="503" y="115"/>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4" name="Google Shape;13074;p31"/>
            <p:cNvSpPr/>
            <p:nvPr/>
          </p:nvSpPr>
          <p:spPr>
            <a:xfrm>
              <a:off x="2696950" y="1748800"/>
              <a:ext cx="12375" cy="12575"/>
            </a:xfrm>
            <a:custGeom>
              <a:avLst/>
              <a:gdLst/>
              <a:ahLst/>
              <a:cxnLst/>
              <a:rect l="l" t="t" r="r" b="b"/>
              <a:pathLst>
                <a:path w="495" h="503" extrusionOk="0">
                  <a:moveTo>
                    <a:pt x="252" y="0"/>
                  </a:moveTo>
                  <a:cubicBezTo>
                    <a:pt x="108" y="0"/>
                    <a:pt x="1" y="115"/>
                    <a:pt x="1" y="251"/>
                  </a:cubicBezTo>
                  <a:cubicBezTo>
                    <a:pt x="1" y="387"/>
                    <a:pt x="108" y="503"/>
                    <a:pt x="252" y="503"/>
                  </a:cubicBezTo>
                  <a:cubicBezTo>
                    <a:pt x="388" y="503"/>
                    <a:pt x="495" y="387"/>
                    <a:pt x="495" y="251"/>
                  </a:cubicBezTo>
                  <a:cubicBezTo>
                    <a:pt x="495"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5" name="Google Shape;13075;p31"/>
            <p:cNvSpPr/>
            <p:nvPr/>
          </p:nvSpPr>
          <p:spPr>
            <a:xfrm>
              <a:off x="2788700" y="17488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6" name="Google Shape;13076;p31"/>
            <p:cNvSpPr/>
            <p:nvPr/>
          </p:nvSpPr>
          <p:spPr>
            <a:xfrm>
              <a:off x="2880675" y="1748800"/>
              <a:ext cx="12375" cy="12575"/>
            </a:xfrm>
            <a:custGeom>
              <a:avLst/>
              <a:gdLst/>
              <a:ahLst/>
              <a:cxnLst/>
              <a:rect l="l" t="t" r="r" b="b"/>
              <a:pathLst>
                <a:path w="495" h="503" extrusionOk="0">
                  <a:moveTo>
                    <a:pt x="243" y="0"/>
                  </a:moveTo>
                  <a:cubicBezTo>
                    <a:pt x="107" y="0"/>
                    <a:pt x="0" y="115"/>
                    <a:pt x="0" y="251"/>
                  </a:cubicBezTo>
                  <a:cubicBezTo>
                    <a:pt x="0" y="387"/>
                    <a:pt x="107" y="503"/>
                    <a:pt x="243" y="503"/>
                  </a:cubicBezTo>
                  <a:cubicBezTo>
                    <a:pt x="387" y="503"/>
                    <a:pt x="494" y="387"/>
                    <a:pt x="494" y="251"/>
                  </a:cubicBezTo>
                  <a:cubicBezTo>
                    <a:pt x="494" y="115"/>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7" name="Google Shape;13077;p31"/>
            <p:cNvSpPr/>
            <p:nvPr/>
          </p:nvSpPr>
          <p:spPr>
            <a:xfrm>
              <a:off x="2972425" y="1748800"/>
              <a:ext cx="12575" cy="12575"/>
            </a:xfrm>
            <a:custGeom>
              <a:avLst/>
              <a:gdLst/>
              <a:ahLst/>
              <a:cxnLst/>
              <a:rect l="l" t="t" r="r" b="b"/>
              <a:pathLst>
                <a:path w="503" h="503" extrusionOk="0">
                  <a:moveTo>
                    <a:pt x="251" y="0"/>
                  </a:moveTo>
                  <a:cubicBezTo>
                    <a:pt x="115" y="0"/>
                    <a:pt x="0" y="115"/>
                    <a:pt x="0" y="251"/>
                  </a:cubicBezTo>
                  <a:cubicBezTo>
                    <a:pt x="0" y="387"/>
                    <a:pt x="115" y="503"/>
                    <a:pt x="251" y="503"/>
                  </a:cubicBezTo>
                  <a:cubicBezTo>
                    <a:pt x="387" y="503"/>
                    <a:pt x="503" y="387"/>
                    <a:pt x="503" y="251"/>
                  </a:cubicBezTo>
                  <a:cubicBezTo>
                    <a:pt x="503"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8" name="Google Shape;13078;p31"/>
            <p:cNvSpPr/>
            <p:nvPr/>
          </p:nvSpPr>
          <p:spPr>
            <a:xfrm>
              <a:off x="3064375" y="1748800"/>
              <a:ext cx="12375" cy="12575"/>
            </a:xfrm>
            <a:custGeom>
              <a:avLst/>
              <a:gdLst/>
              <a:ahLst/>
              <a:cxnLst/>
              <a:rect l="l" t="t" r="r" b="b"/>
              <a:pathLst>
                <a:path w="495" h="503" extrusionOk="0">
                  <a:moveTo>
                    <a:pt x="243" y="0"/>
                  </a:moveTo>
                  <a:cubicBezTo>
                    <a:pt x="107" y="0"/>
                    <a:pt x="1" y="115"/>
                    <a:pt x="1" y="251"/>
                  </a:cubicBezTo>
                  <a:cubicBezTo>
                    <a:pt x="1" y="387"/>
                    <a:pt x="107" y="503"/>
                    <a:pt x="243" y="503"/>
                  </a:cubicBezTo>
                  <a:cubicBezTo>
                    <a:pt x="388" y="503"/>
                    <a:pt x="495" y="387"/>
                    <a:pt x="495" y="251"/>
                  </a:cubicBezTo>
                  <a:cubicBezTo>
                    <a:pt x="495" y="115"/>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9" name="Google Shape;13079;p31"/>
            <p:cNvSpPr/>
            <p:nvPr/>
          </p:nvSpPr>
          <p:spPr>
            <a:xfrm>
              <a:off x="3156125" y="17488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0" name="Google Shape;13080;p31"/>
            <p:cNvSpPr/>
            <p:nvPr/>
          </p:nvSpPr>
          <p:spPr>
            <a:xfrm>
              <a:off x="3247875" y="1748800"/>
              <a:ext cx="12575" cy="12575"/>
            </a:xfrm>
            <a:custGeom>
              <a:avLst/>
              <a:gdLst/>
              <a:ahLst/>
              <a:cxnLst/>
              <a:rect l="l" t="t" r="r" b="b"/>
              <a:pathLst>
                <a:path w="503"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1" name="Google Shape;13081;p31"/>
            <p:cNvSpPr/>
            <p:nvPr/>
          </p:nvSpPr>
          <p:spPr>
            <a:xfrm>
              <a:off x="3339850" y="1748800"/>
              <a:ext cx="12525" cy="12575"/>
            </a:xfrm>
            <a:custGeom>
              <a:avLst/>
              <a:gdLst/>
              <a:ahLst/>
              <a:cxnLst/>
              <a:rect l="l" t="t" r="r" b="b"/>
              <a:pathLst>
                <a:path w="501" h="503" extrusionOk="0">
                  <a:moveTo>
                    <a:pt x="251" y="0"/>
                  </a:moveTo>
                  <a:cubicBezTo>
                    <a:pt x="107" y="0"/>
                    <a:pt x="0" y="115"/>
                    <a:pt x="0" y="251"/>
                  </a:cubicBezTo>
                  <a:cubicBezTo>
                    <a:pt x="0" y="387"/>
                    <a:pt x="107" y="503"/>
                    <a:pt x="251" y="503"/>
                  </a:cubicBezTo>
                  <a:cubicBezTo>
                    <a:pt x="387" y="503"/>
                    <a:pt x="501" y="387"/>
                    <a:pt x="501" y="251"/>
                  </a:cubicBezTo>
                  <a:cubicBezTo>
                    <a:pt x="501"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2" name="Google Shape;13082;p31"/>
            <p:cNvSpPr/>
            <p:nvPr/>
          </p:nvSpPr>
          <p:spPr>
            <a:xfrm>
              <a:off x="3431575" y="17488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3" name="Google Shape;13083;p31"/>
            <p:cNvSpPr/>
            <p:nvPr/>
          </p:nvSpPr>
          <p:spPr>
            <a:xfrm>
              <a:off x="3523550" y="1748800"/>
              <a:ext cx="12375" cy="12575"/>
            </a:xfrm>
            <a:custGeom>
              <a:avLst/>
              <a:gdLst/>
              <a:ahLst/>
              <a:cxnLst/>
              <a:rect l="l" t="t" r="r" b="b"/>
              <a:pathLst>
                <a:path w="495" h="503" extrusionOk="0">
                  <a:moveTo>
                    <a:pt x="250" y="0"/>
                  </a:moveTo>
                  <a:cubicBezTo>
                    <a:pt x="107" y="0"/>
                    <a:pt x="0" y="115"/>
                    <a:pt x="0" y="251"/>
                  </a:cubicBezTo>
                  <a:cubicBezTo>
                    <a:pt x="0" y="387"/>
                    <a:pt x="107" y="503"/>
                    <a:pt x="250" y="503"/>
                  </a:cubicBezTo>
                  <a:cubicBezTo>
                    <a:pt x="388" y="503"/>
                    <a:pt x="494" y="387"/>
                    <a:pt x="494" y="251"/>
                  </a:cubicBezTo>
                  <a:cubicBezTo>
                    <a:pt x="494" y="115"/>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4" name="Google Shape;13084;p31"/>
            <p:cNvSpPr/>
            <p:nvPr/>
          </p:nvSpPr>
          <p:spPr>
            <a:xfrm>
              <a:off x="676400" y="18407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5" name="Google Shape;13085;p31"/>
            <p:cNvSpPr/>
            <p:nvPr/>
          </p:nvSpPr>
          <p:spPr>
            <a:xfrm>
              <a:off x="768325" y="1840700"/>
              <a:ext cx="12400" cy="12425"/>
            </a:xfrm>
            <a:custGeom>
              <a:avLst/>
              <a:gdLst/>
              <a:ahLst/>
              <a:cxnLst/>
              <a:rect l="l" t="t" r="r" b="b"/>
              <a:pathLst>
                <a:path w="496" h="497" extrusionOk="0">
                  <a:moveTo>
                    <a:pt x="245" y="1"/>
                  </a:moveTo>
                  <a:cubicBezTo>
                    <a:pt x="109" y="1"/>
                    <a:pt x="0" y="109"/>
                    <a:pt x="0" y="245"/>
                  </a:cubicBezTo>
                  <a:cubicBezTo>
                    <a:pt x="0" y="388"/>
                    <a:pt x="109" y="496"/>
                    <a:pt x="245" y="496"/>
                  </a:cubicBezTo>
                  <a:cubicBezTo>
                    <a:pt x="388" y="496"/>
                    <a:pt x="496" y="388"/>
                    <a:pt x="496" y="245"/>
                  </a:cubicBezTo>
                  <a:cubicBezTo>
                    <a:pt x="496" y="109"/>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6" name="Google Shape;13086;p31"/>
            <p:cNvSpPr/>
            <p:nvPr/>
          </p:nvSpPr>
          <p:spPr>
            <a:xfrm>
              <a:off x="860125" y="1840700"/>
              <a:ext cx="12525" cy="12425"/>
            </a:xfrm>
            <a:custGeom>
              <a:avLst/>
              <a:gdLst/>
              <a:ahLst/>
              <a:cxnLst/>
              <a:rect l="l" t="t" r="r" b="b"/>
              <a:pathLst>
                <a:path w="501" h="497" extrusionOk="0">
                  <a:moveTo>
                    <a:pt x="251" y="1"/>
                  </a:moveTo>
                  <a:cubicBezTo>
                    <a:pt x="114" y="1"/>
                    <a:pt x="0" y="109"/>
                    <a:pt x="0" y="245"/>
                  </a:cubicBezTo>
                  <a:cubicBezTo>
                    <a:pt x="0" y="388"/>
                    <a:pt x="114" y="496"/>
                    <a:pt x="251" y="496"/>
                  </a:cubicBezTo>
                  <a:cubicBezTo>
                    <a:pt x="387" y="496"/>
                    <a:pt x="501" y="388"/>
                    <a:pt x="501" y="245"/>
                  </a:cubicBezTo>
                  <a:cubicBezTo>
                    <a:pt x="501"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7" name="Google Shape;13087;p31"/>
            <p:cNvSpPr/>
            <p:nvPr/>
          </p:nvSpPr>
          <p:spPr>
            <a:xfrm>
              <a:off x="951850" y="18407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8" name="Google Shape;13088;p31"/>
            <p:cNvSpPr/>
            <p:nvPr/>
          </p:nvSpPr>
          <p:spPr>
            <a:xfrm>
              <a:off x="1043825" y="1840700"/>
              <a:ext cx="12375" cy="12425"/>
            </a:xfrm>
            <a:custGeom>
              <a:avLst/>
              <a:gdLst/>
              <a:ahLst/>
              <a:cxnLst/>
              <a:rect l="l" t="t" r="r" b="b"/>
              <a:pathLst>
                <a:path w="495" h="497" extrusionOk="0">
                  <a:moveTo>
                    <a:pt x="250" y="1"/>
                  </a:moveTo>
                  <a:cubicBezTo>
                    <a:pt x="107" y="1"/>
                    <a:pt x="0" y="109"/>
                    <a:pt x="0" y="245"/>
                  </a:cubicBezTo>
                  <a:cubicBezTo>
                    <a:pt x="0" y="388"/>
                    <a:pt x="107" y="496"/>
                    <a:pt x="250" y="496"/>
                  </a:cubicBezTo>
                  <a:cubicBezTo>
                    <a:pt x="388" y="496"/>
                    <a:pt x="494" y="388"/>
                    <a:pt x="494" y="245"/>
                  </a:cubicBezTo>
                  <a:cubicBezTo>
                    <a:pt x="494"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9" name="Google Shape;13089;p31"/>
            <p:cNvSpPr/>
            <p:nvPr/>
          </p:nvSpPr>
          <p:spPr>
            <a:xfrm>
              <a:off x="1135575" y="1840700"/>
              <a:ext cx="12575" cy="12425"/>
            </a:xfrm>
            <a:custGeom>
              <a:avLst/>
              <a:gdLst/>
              <a:ahLst/>
              <a:cxnLst/>
              <a:rect l="l" t="t" r="r" b="b"/>
              <a:pathLst>
                <a:path w="503" h="497" extrusionOk="0">
                  <a:moveTo>
                    <a:pt x="252" y="1"/>
                  </a:moveTo>
                  <a:cubicBezTo>
                    <a:pt x="116" y="1"/>
                    <a:pt x="0" y="109"/>
                    <a:pt x="0" y="245"/>
                  </a:cubicBezTo>
                  <a:cubicBezTo>
                    <a:pt x="0" y="388"/>
                    <a:pt x="116" y="496"/>
                    <a:pt x="252" y="496"/>
                  </a:cubicBezTo>
                  <a:cubicBezTo>
                    <a:pt x="387" y="496"/>
                    <a:pt x="503" y="388"/>
                    <a:pt x="503" y="245"/>
                  </a:cubicBezTo>
                  <a:cubicBezTo>
                    <a:pt x="503"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0" name="Google Shape;13090;p31"/>
            <p:cNvSpPr/>
            <p:nvPr/>
          </p:nvSpPr>
          <p:spPr>
            <a:xfrm>
              <a:off x="1227500" y="1840700"/>
              <a:ext cx="12400" cy="12425"/>
            </a:xfrm>
            <a:custGeom>
              <a:avLst/>
              <a:gdLst/>
              <a:ahLst/>
              <a:cxnLst/>
              <a:rect l="l" t="t" r="r" b="b"/>
              <a:pathLst>
                <a:path w="496" h="497" extrusionOk="0">
                  <a:moveTo>
                    <a:pt x="251" y="1"/>
                  </a:moveTo>
                  <a:cubicBezTo>
                    <a:pt x="109" y="1"/>
                    <a:pt x="0" y="109"/>
                    <a:pt x="0" y="245"/>
                  </a:cubicBezTo>
                  <a:cubicBezTo>
                    <a:pt x="0" y="388"/>
                    <a:pt x="109" y="496"/>
                    <a:pt x="251" y="496"/>
                  </a:cubicBezTo>
                  <a:cubicBezTo>
                    <a:pt x="387" y="496"/>
                    <a:pt x="496" y="388"/>
                    <a:pt x="496" y="245"/>
                  </a:cubicBezTo>
                  <a:cubicBezTo>
                    <a:pt x="496"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1" name="Google Shape;13091;p31"/>
            <p:cNvSpPr/>
            <p:nvPr/>
          </p:nvSpPr>
          <p:spPr>
            <a:xfrm>
              <a:off x="1319275" y="1840700"/>
              <a:ext cx="12550" cy="12425"/>
            </a:xfrm>
            <a:custGeom>
              <a:avLst/>
              <a:gdLst/>
              <a:ahLst/>
              <a:cxnLst/>
              <a:rect l="l" t="t" r="r" b="b"/>
              <a:pathLst>
                <a:path w="502" h="497" extrusionOk="0">
                  <a:moveTo>
                    <a:pt x="252" y="1"/>
                  </a:moveTo>
                  <a:cubicBezTo>
                    <a:pt x="114" y="1"/>
                    <a:pt x="1" y="109"/>
                    <a:pt x="1" y="245"/>
                  </a:cubicBezTo>
                  <a:cubicBezTo>
                    <a:pt x="1" y="388"/>
                    <a:pt x="114" y="496"/>
                    <a:pt x="252" y="496"/>
                  </a:cubicBezTo>
                  <a:cubicBezTo>
                    <a:pt x="388" y="496"/>
                    <a:pt x="501" y="388"/>
                    <a:pt x="501" y="245"/>
                  </a:cubicBezTo>
                  <a:cubicBezTo>
                    <a:pt x="501"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2" name="Google Shape;13092;p31"/>
            <p:cNvSpPr/>
            <p:nvPr/>
          </p:nvSpPr>
          <p:spPr>
            <a:xfrm>
              <a:off x="1411200" y="1840700"/>
              <a:ext cx="12425" cy="12425"/>
            </a:xfrm>
            <a:custGeom>
              <a:avLst/>
              <a:gdLst/>
              <a:ahLst/>
              <a:cxnLst/>
              <a:rect l="l" t="t" r="r" b="b"/>
              <a:pathLst>
                <a:path w="497" h="497" extrusionOk="0">
                  <a:moveTo>
                    <a:pt x="245" y="1"/>
                  </a:moveTo>
                  <a:cubicBezTo>
                    <a:pt x="109" y="1"/>
                    <a:pt x="1" y="109"/>
                    <a:pt x="1" y="245"/>
                  </a:cubicBezTo>
                  <a:cubicBezTo>
                    <a:pt x="1" y="388"/>
                    <a:pt x="109" y="496"/>
                    <a:pt x="245" y="496"/>
                  </a:cubicBezTo>
                  <a:cubicBezTo>
                    <a:pt x="388" y="496"/>
                    <a:pt x="496" y="388"/>
                    <a:pt x="496" y="245"/>
                  </a:cubicBezTo>
                  <a:cubicBezTo>
                    <a:pt x="496" y="109"/>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3" name="Google Shape;13093;p31"/>
            <p:cNvSpPr/>
            <p:nvPr/>
          </p:nvSpPr>
          <p:spPr>
            <a:xfrm>
              <a:off x="1503000" y="1840700"/>
              <a:ext cx="12525" cy="12425"/>
            </a:xfrm>
            <a:custGeom>
              <a:avLst/>
              <a:gdLst/>
              <a:ahLst/>
              <a:cxnLst/>
              <a:rect l="l" t="t" r="r" b="b"/>
              <a:pathLst>
                <a:path w="501" h="497" extrusionOk="0">
                  <a:moveTo>
                    <a:pt x="250" y="1"/>
                  </a:moveTo>
                  <a:cubicBezTo>
                    <a:pt x="114" y="1"/>
                    <a:pt x="0" y="109"/>
                    <a:pt x="0" y="245"/>
                  </a:cubicBezTo>
                  <a:cubicBezTo>
                    <a:pt x="0" y="388"/>
                    <a:pt x="114" y="496"/>
                    <a:pt x="250" y="496"/>
                  </a:cubicBezTo>
                  <a:cubicBezTo>
                    <a:pt x="387" y="496"/>
                    <a:pt x="501" y="388"/>
                    <a:pt x="501" y="245"/>
                  </a:cubicBezTo>
                  <a:cubicBezTo>
                    <a:pt x="501" y="109"/>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4" name="Google Shape;13094;p31"/>
            <p:cNvSpPr/>
            <p:nvPr/>
          </p:nvSpPr>
          <p:spPr>
            <a:xfrm>
              <a:off x="1594750" y="1840700"/>
              <a:ext cx="12575" cy="12425"/>
            </a:xfrm>
            <a:custGeom>
              <a:avLst/>
              <a:gdLst/>
              <a:ahLst/>
              <a:cxnLst/>
              <a:rect l="l" t="t" r="r" b="b"/>
              <a:pathLst>
                <a:path w="503" h="497" extrusionOk="0">
                  <a:moveTo>
                    <a:pt x="251" y="1"/>
                  </a:moveTo>
                  <a:cubicBezTo>
                    <a:pt x="115" y="1"/>
                    <a:pt x="0" y="109"/>
                    <a:pt x="0" y="245"/>
                  </a:cubicBezTo>
                  <a:cubicBezTo>
                    <a:pt x="0" y="388"/>
                    <a:pt x="115" y="496"/>
                    <a:pt x="251" y="496"/>
                  </a:cubicBezTo>
                  <a:cubicBezTo>
                    <a:pt x="394" y="496"/>
                    <a:pt x="503" y="388"/>
                    <a:pt x="503" y="245"/>
                  </a:cubicBezTo>
                  <a:cubicBezTo>
                    <a:pt x="503" y="109"/>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5" name="Google Shape;13095;p31"/>
            <p:cNvSpPr/>
            <p:nvPr/>
          </p:nvSpPr>
          <p:spPr>
            <a:xfrm>
              <a:off x="1686650" y="18407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6" name="Google Shape;13096;p31"/>
            <p:cNvSpPr/>
            <p:nvPr/>
          </p:nvSpPr>
          <p:spPr>
            <a:xfrm>
              <a:off x="1778450" y="1840700"/>
              <a:ext cx="12550" cy="12425"/>
            </a:xfrm>
            <a:custGeom>
              <a:avLst/>
              <a:gdLst/>
              <a:ahLst/>
              <a:cxnLst/>
              <a:rect l="l" t="t" r="r" b="b"/>
              <a:pathLst>
                <a:path w="502" h="497" extrusionOk="0">
                  <a:moveTo>
                    <a:pt x="252" y="1"/>
                  </a:moveTo>
                  <a:cubicBezTo>
                    <a:pt x="114" y="1"/>
                    <a:pt x="1" y="109"/>
                    <a:pt x="1" y="245"/>
                  </a:cubicBezTo>
                  <a:cubicBezTo>
                    <a:pt x="1" y="388"/>
                    <a:pt x="114" y="496"/>
                    <a:pt x="252" y="496"/>
                  </a:cubicBezTo>
                  <a:cubicBezTo>
                    <a:pt x="388" y="496"/>
                    <a:pt x="501" y="388"/>
                    <a:pt x="501" y="245"/>
                  </a:cubicBezTo>
                  <a:cubicBezTo>
                    <a:pt x="501"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7" name="Google Shape;13097;p31"/>
            <p:cNvSpPr/>
            <p:nvPr/>
          </p:nvSpPr>
          <p:spPr>
            <a:xfrm>
              <a:off x="1870375" y="1840700"/>
              <a:ext cx="12400" cy="12425"/>
            </a:xfrm>
            <a:custGeom>
              <a:avLst/>
              <a:gdLst/>
              <a:ahLst/>
              <a:cxnLst/>
              <a:rect l="l" t="t" r="r" b="b"/>
              <a:pathLst>
                <a:path w="496" h="497" extrusionOk="0">
                  <a:moveTo>
                    <a:pt x="252" y="1"/>
                  </a:moveTo>
                  <a:cubicBezTo>
                    <a:pt x="109" y="1"/>
                    <a:pt x="0" y="109"/>
                    <a:pt x="0" y="245"/>
                  </a:cubicBezTo>
                  <a:cubicBezTo>
                    <a:pt x="0" y="388"/>
                    <a:pt x="109" y="496"/>
                    <a:pt x="252" y="496"/>
                  </a:cubicBezTo>
                  <a:cubicBezTo>
                    <a:pt x="387" y="496"/>
                    <a:pt x="496" y="388"/>
                    <a:pt x="496" y="245"/>
                  </a:cubicBezTo>
                  <a:cubicBezTo>
                    <a:pt x="496"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8" name="Google Shape;13098;p31"/>
            <p:cNvSpPr/>
            <p:nvPr/>
          </p:nvSpPr>
          <p:spPr>
            <a:xfrm>
              <a:off x="1962150" y="1840700"/>
              <a:ext cx="12550" cy="12425"/>
            </a:xfrm>
            <a:custGeom>
              <a:avLst/>
              <a:gdLst/>
              <a:ahLst/>
              <a:cxnLst/>
              <a:rect l="l" t="t" r="r" b="b"/>
              <a:pathLst>
                <a:path w="502" h="497" extrusionOk="0">
                  <a:moveTo>
                    <a:pt x="250" y="1"/>
                  </a:moveTo>
                  <a:cubicBezTo>
                    <a:pt x="114" y="1"/>
                    <a:pt x="1" y="109"/>
                    <a:pt x="1" y="245"/>
                  </a:cubicBezTo>
                  <a:cubicBezTo>
                    <a:pt x="1" y="388"/>
                    <a:pt x="114" y="496"/>
                    <a:pt x="250" y="496"/>
                  </a:cubicBezTo>
                  <a:cubicBezTo>
                    <a:pt x="388" y="496"/>
                    <a:pt x="502" y="388"/>
                    <a:pt x="502" y="245"/>
                  </a:cubicBezTo>
                  <a:cubicBezTo>
                    <a:pt x="502"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9" name="Google Shape;13099;p31"/>
            <p:cNvSpPr/>
            <p:nvPr/>
          </p:nvSpPr>
          <p:spPr>
            <a:xfrm>
              <a:off x="2054075" y="1840700"/>
              <a:ext cx="12425" cy="12425"/>
            </a:xfrm>
            <a:custGeom>
              <a:avLst/>
              <a:gdLst/>
              <a:ahLst/>
              <a:cxnLst/>
              <a:rect l="l" t="t" r="r" b="b"/>
              <a:pathLst>
                <a:path w="497" h="497" extrusionOk="0">
                  <a:moveTo>
                    <a:pt x="252" y="1"/>
                  </a:moveTo>
                  <a:cubicBezTo>
                    <a:pt x="109" y="1"/>
                    <a:pt x="1" y="109"/>
                    <a:pt x="1" y="245"/>
                  </a:cubicBezTo>
                  <a:cubicBezTo>
                    <a:pt x="1" y="388"/>
                    <a:pt x="109" y="496"/>
                    <a:pt x="252" y="496"/>
                  </a:cubicBezTo>
                  <a:cubicBezTo>
                    <a:pt x="388" y="496"/>
                    <a:pt x="496" y="388"/>
                    <a:pt x="496" y="245"/>
                  </a:cubicBezTo>
                  <a:cubicBezTo>
                    <a:pt x="496"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0" name="Google Shape;13100;p31"/>
            <p:cNvSpPr/>
            <p:nvPr/>
          </p:nvSpPr>
          <p:spPr>
            <a:xfrm>
              <a:off x="2145825" y="18407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1" name="Google Shape;13101;p31"/>
            <p:cNvSpPr/>
            <p:nvPr/>
          </p:nvSpPr>
          <p:spPr>
            <a:xfrm>
              <a:off x="2237800" y="1840700"/>
              <a:ext cx="12350" cy="12425"/>
            </a:xfrm>
            <a:custGeom>
              <a:avLst/>
              <a:gdLst/>
              <a:ahLst/>
              <a:cxnLst/>
              <a:rect l="l" t="t" r="r" b="b"/>
              <a:pathLst>
                <a:path w="494" h="497" extrusionOk="0">
                  <a:moveTo>
                    <a:pt x="244" y="1"/>
                  </a:moveTo>
                  <a:cubicBezTo>
                    <a:pt x="107" y="1"/>
                    <a:pt x="0" y="109"/>
                    <a:pt x="0" y="245"/>
                  </a:cubicBezTo>
                  <a:cubicBezTo>
                    <a:pt x="0" y="388"/>
                    <a:pt x="107" y="496"/>
                    <a:pt x="244" y="496"/>
                  </a:cubicBezTo>
                  <a:cubicBezTo>
                    <a:pt x="387" y="496"/>
                    <a:pt x="494" y="388"/>
                    <a:pt x="494" y="245"/>
                  </a:cubicBezTo>
                  <a:cubicBezTo>
                    <a:pt x="494" y="109"/>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2" name="Google Shape;13102;p31"/>
            <p:cNvSpPr/>
            <p:nvPr/>
          </p:nvSpPr>
          <p:spPr>
            <a:xfrm>
              <a:off x="2329550" y="1840700"/>
              <a:ext cx="12575" cy="12425"/>
            </a:xfrm>
            <a:custGeom>
              <a:avLst/>
              <a:gdLst/>
              <a:ahLst/>
              <a:cxnLst/>
              <a:rect l="l" t="t" r="r" b="b"/>
              <a:pathLst>
                <a:path w="503" h="497" extrusionOk="0">
                  <a:moveTo>
                    <a:pt x="251" y="1"/>
                  </a:moveTo>
                  <a:cubicBezTo>
                    <a:pt x="115" y="1"/>
                    <a:pt x="0" y="109"/>
                    <a:pt x="0" y="245"/>
                  </a:cubicBezTo>
                  <a:cubicBezTo>
                    <a:pt x="0" y="388"/>
                    <a:pt x="115" y="496"/>
                    <a:pt x="251" y="496"/>
                  </a:cubicBezTo>
                  <a:cubicBezTo>
                    <a:pt x="387" y="496"/>
                    <a:pt x="502" y="388"/>
                    <a:pt x="502" y="245"/>
                  </a:cubicBezTo>
                  <a:cubicBezTo>
                    <a:pt x="502"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3" name="Google Shape;13103;p31"/>
            <p:cNvSpPr/>
            <p:nvPr/>
          </p:nvSpPr>
          <p:spPr>
            <a:xfrm>
              <a:off x="2421325" y="1840700"/>
              <a:ext cx="12550" cy="12425"/>
            </a:xfrm>
            <a:custGeom>
              <a:avLst/>
              <a:gdLst/>
              <a:ahLst/>
              <a:cxnLst/>
              <a:rect l="l" t="t" r="r" b="b"/>
              <a:pathLst>
                <a:path w="502" h="497" extrusionOk="0">
                  <a:moveTo>
                    <a:pt x="250" y="1"/>
                  </a:moveTo>
                  <a:cubicBezTo>
                    <a:pt x="114" y="1"/>
                    <a:pt x="1" y="109"/>
                    <a:pt x="1" y="245"/>
                  </a:cubicBezTo>
                  <a:cubicBezTo>
                    <a:pt x="1" y="388"/>
                    <a:pt x="114" y="496"/>
                    <a:pt x="250" y="496"/>
                  </a:cubicBezTo>
                  <a:cubicBezTo>
                    <a:pt x="395" y="496"/>
                    <a:pt x="501" y="388"/>
                    <a:pt x="501" y="245"/>
                  </a:cubicBezTo>
                  <a:cubicBezTo>
                    <a:pt x="501" y="109"/>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4" name="Google Shape;13104;p31"/>
            <p:cNvSpPr/>
            <p:nvPr/>
          </p:nvSpPr>
          <p:spPr>
            <a:xfrm>
              <a:off x="2513250" y="1840700"/>
              <a:ext cx="12575" cy="12425"/>
            </a:xfrm>
            <a:custGeom>
              <a:avLst/>
              <a:gdLst/>
              <a:ahLst/>
              <a:cxnLst/>
              <a:rect l="l" t="t" r="r" b="b"/>
              <a:pathLst>
                <a:path w="503" h="497" extrusionOk="0">
                  <a:moveTo>
                    <a:pt x="252" y="1"/>
                  </a:moveTo>
                  <a:cubicBezTo>
                    <a:pt x="109" y="1"/>
                    <a:pt x="0" y="109"/>
                    <a:pt x="0" y="245"/>
                  </a:cubicBezTo>
                  <a:cubicBezTo>
                    <a:pt x="0" y="388"/>
                    <a:pt x="109"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5" name="Google Shape;13105;p31"/>
            <p:cNvSpPr/>
            <p:nvPr/>
          </p:nvSpPr>
          <p:spPr>
            <a:xfrm>
              <a:off x="2605000" y="1840700"/>
              <a:ext cx="12575" cy="12425"/>
            </a:xfrm>
            <a:custGeom>
              <a:avLst/>
              <a:gdLst/>
              <a:ahLst/>
              <a:cxnLst/>
              <a:rect l="l" t="t" r="r" b="b"/>
              <a:pathLst>
                <a:path w="503" h="497" extrusionOk="0">
                  <a:moveTo>
                    <a:pt x="252" y="1"/>
                  </a:moveTo>
                  <a:cubicBezTo>
                    <a:pt x="116" y="1"/>
                    <a:pt x="0" y="109"/>
                    <a:pt x="0" y="245"/>
                  </a:cubicBezTo>
                  <a:cubicBezTo>
                    <a:pt x="0" y="388"/>
                    <a:pt x="116" y="496"/>
                    <a:pt x="252" y="496"/>
                  </a:cubicBezTo>
                  <a:cubicBezTo>
                    <a:pt x="387" y="496"/>
                    <a:pt x="503" y="388"/>
                    <a:pt x="503" y="245"/>
                  </a:cubicBezTo>
                  <a:cubicBezTo>
                    <a:pt x="503"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6" name="Google Shape;13106;p31"/>
            <p:cNvSpPr/>
            <p:nvPr/>
          </p:nvSpPr>
          <p:spPr>
            <a:xfrm>
              <a:off x="2696950" y="1840700"/>
              <a:ext cx="12375" cy="12425"/>
            </a:xfrm>
            <a:custGeom>
              <a:avLst/>
              <a:gdLst/>
              <a:ahLst/>
              <a:cxnLst/>
              <a:rect l="l" t="t" r="r" b="b"/>
              <a:pathLst>
                <a:path w="495" h="497" extrusionOk="0">
                  <a:moveTo>
                    <a:pt x="252" y="1"/>
                  </a:moveTo>
                  <a:cubicBezTo>
                    <a:pt x="108" y="1"/>
                    <a:pt x="1" y="109"/>
                    <a:pt x="1" y="245"/>
                  </a:cubicBezTo>
                  <a:cubicBezTo>
                    <a:pt x="1" y="388"/>
                    <a:pt x="108" y="496"/>
                    <a:pt x="252" y="496"/>
                  </a:cubicBezTo>
                  <a:cubicBezTo>
                    <a:pt x="388" y="496"/>
                    <a:pt x="495" y="388"/>
                    <a:pt x="495" y="245"/>
                  </a:cubicBezTo>
                  <a:cubicBezTo>
                    <a:pt x="495"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7" name="Google Shape;13107;p31"/>
            <p:cNvSpPr/>
            <p:nvPr/>
          </p:nvSpPr>
          <p:spPr>
            <a:xfrm>
              <a:off x="2788700" y="18407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8" name="Google Shape;13108;p31"/>
            <p:cNvSpPr/>
            <p:nvPr/>
          </p:nvSpPr>
          <p:spPr>
            <a:xfrm>
              <a:off x="2880675" y="1840700"/>
              <a:ext cx="12375" cy="12425"/>
            </a:xfrm>
            <a:custGeom>
              <a:avLst/>
              <a:gdLst/>
              <a:ahLst/>
              <a:cxnLst/>
              <a:rect l="l" t="t" r="r" b="b"/>
              <a:pathLst>
                <a:path w="495" h="497" extrusionOk="0">
                  <a:moveTo>
                    <a:pt x="243" y="1"/>
                  </a:moveTo>
                  <a:cubicBezTo>
                    <a:pt x="107" y="1"/>
                    <a:pt x="0" y="109"/>
                    <a:pt x="0" y="245"/>
                  </a:cubicBezTo>
                  <a:cubicBezTo>
                    <a:pt x="0" y="388"/>
                    <a:pt x="107" y="496"/>
                    <a:pt x="243" y="496"/>
                  </a:cubicBezTo>
                  <a:cubicBezTo>
                    <a:pt x="387" y="496"/>
                    <a:pt x="494" y="388"/>
                    <a:pt x="494" y="245"/>
                  </a:cubicBezTo>
                  <a:cubicBezTo>
                    <a:pt x="494" y="109"/>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9" name="Google Shape;13109;p31"/>
            <p:cNvSpPr/>
            <p:nvPr/>
          </p:nvSpPr>
          <p:spPr>
            <a:xfrm>
              <a:off x="2972425" y="1840700"/>
              <a:ext cx="12575" cy="12425"/>
            </a:xfrm>
            <a:custGeom>
              <a:avLst/>
              <a:gdLst/>
              <a:ahLst/>
              <a:cxnLst/>
              <a:rect l="l" t="t" r="r" b="b"/>
              <a:pathLst>
                <a:path w="503" h="497" extrusionOk="0">
                  <a:moveTo>
                    <a:pt x="251" y="1"/>
                  </a:moveTo>
                  <a:cubicBezTo>
                    <a:pt x="115" y="1"/>
                    <a:pt x="0" y="109"/>
                    <a:pt x="0" y="245"/>
                  </a:cubicBezTo>
                  <a:cubicBezTo>
                    <a:pt x="0" y="388"/>
                    <a:pt x="115" y="496"/>
                    <a:pt x="251" y="496"/>
                  </a:cubicBezTo>
                  <a:cubicBezTo>
                    <a:pt x="387" y="496"/>
                    <a:pt x="503" y="388"/>
                    <a:pt x="503" y="245"/>
                  </a:cubicBezTo>
                  <a:cubicBezTo>
                    <a:pt x="503"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0" name="Google Shape;13110;p31"/>
            <p:cNvSpPr/>
            <p:nvPr/>
          </p:nvSpPr>
          <p:spPr>
            <a:xfrm>
              <a:off x="3064375" y="1840700"/>
              <a:ext cx="12375" cy="12425"/>
            </a:xfrm>
            <a:custGeom>
              <a:avLst/>
              <a:gdLst/>
              <a:ahLst/>
              <a:cxnLst/>
              <a:rect l="l" t="t" r="r" b="b"/>
              <a:pathLst>
                <a:path w="495" h="497" extrusionOk="0">
                  <a:moveTo>
                    <a:pt x="243" y="1"/>
                  </a:moveTo>
                  <a:cubicBezTo>
                    <a:pt x="107" y="1"/>
                    <a:pt x="1" y="109"/>
                    <a:pt x="1" y="245"/>
                  </a:cubicBezTo>
                  <a:cubicBezTo>
                    <a:pt x="1" y="388"/>
                    <a:pt x="107" y="496"/>
                    <a:pt x="243" y="496"/>
                  </a:cubicBezTo>
                  <a:cubicBezTo>
                    <a:pt x="388" y="496"/>
                    <a:pt x="495" y="388"/>
                    <a:pt x="495" y="245"/>
                  </a:cubicBezTo>
                  <a:cubicBezTo>
                    <a:pt x="495" y="109"/>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1" name="Google Shape;13111;p31"/>
            <p:cNvSpPr/>
            <p:nvPr/>
          </p:nvSpPr>
          <p:spPr>
            <a:xfrm>
              <a:off x="3156125" y="18407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2" name="Google Shape;13112;p31"/>
            <p:cNvSpPr/>
            <p:nvPr/>
          </p:nvSpPr>
          <p:spPr>
            <a:xfrm>
              <a:off x="3247875" y="1840700"/>
              <a:ext cx="12575" cy="12425"/>
            </a:xfrm>
            <a:custGeom>
              <a:avLst/>
              <a:gdLst/>
              <a:ahLst/>
              <a:cxnLst/>
              <a:rect l="l" t="t" r="r" b="b"/>
              <a:pathLst>
                <a:path w="503"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3" name="Google Shape;13113;p31"/>
            <p:cNvSpPr/>
            <p:nvPr/>
          </p:nvSpPr>
          <p:spPr>
            <a:xfrm>
              <a:off x="3339850" y="1840700"/>
              <a:ext cx="12525" cy="12425"/>
            </a:xfrm>
            <a:custGeom>
              <a:avLst/>
              <a:gdLst/>
              <a:ahLst/>
              <a:cxnLst/>
              <a:rect l="l" t="t" r="r" b="b"/>
              <a:pathLst>
                <a:path w="501" h="497" extrusionOk="0">
                  <a:moveTo>
                    <a:pt x="251" y="1"/>
                  </a:moveTo>
                  <a:cubicBezTo>
                    <a:pt x="107" y="1"/>
                    <a:pt x="0" y="109"/>
                    <a:pt x="0" y="245"/>
                  </a:cubicBezTo>
                  <a:cubicBezTo>
                    <a:pt x="0" y="388"/>
                    <a:pt x="107" y="496"/>
                    <a:pt x="251" y="496"/>
                  </a:cubicBezTo>
                  <a:cubicBezTo>
                    <a:pt x="387" y="496"/>
                    <a:pt x="501" y="388"/>
                    <a:pt x="501" y="245"/>
                  </a:cubicBezTo>
                  <a:cubicBezTo>
                    <a:pt x="501"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4" name="Google Shape;13114;p31"/>
            <p:cNvSpPr/>
            <p:nvPr/>
          </p:nvSpPr>
          <p:spPr>
            <a:xfrm>
              <a:off x="3431575" y="18407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5" name="Google Shape;13115;p31"/>
            <p:cNvSpPr/>
            <p:nvPr/>
          </p:nvSpPr>
          <p:spPr>
            <a:xfrm>
              <a:off x="3523550" y="1840700"/>
              <a:ext cx="12375" cy="12425"/>
            </a:xfrm>
            <a:custGeom>
              <a:avLst/>
              <a:gdLst/>
              <a:ahLst/>
              <a:cxnLst/>
              <a:rect l="l" t="t" r="r" b="b"/>
              <a:pathLst>
                <a:path w="495" h="497" extrusionOk="0">
                  <a:moveTo>
                    <a:pt x="250" y="1"/>
                  </a:moveTo>
                  <a:cubicBezTo>
                    <a:pt x="107" y="1"/>
                    <a:pt x="0" y="109"/>
                    <a:pt x="0" y="245"/>
                  </a:cubicBezTo>
                  <a:cubicBezTo>
                    <a:pt x="0" y="388"/>
                    <a:pt x="107" y="496"/>
                    <a:pt x="250" y="496"/>
                  </a:cubicBezTo>
                  <a:cubicBezTo>
                    <a:pt x="388" y="496"/>
                    <a:pt x="494" y="388"/>
                    <a:pt x="494" y="245"/>
                  </a:cubicBezTo>
                  <a:cubicBezTo>
                    <a:pt x="494"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6" name="Google Shape;13116;p31"/>
            <p:cNvSpPr/>
            <p:nvPr/>
          </p:nvSpPr>
          <p:spPr>
            <a:xfrm>
              <a:off x="676400" y="19325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7" name="Google Shape;13117;p31"/>
            <p:cNvSpPr/>
            <p:nvPr/>
          </p:nvSpPr>
          <p:spPr>
            <a:xfrm>
              <a:off x="768325" y="1932500"/>
              <a:ext cx="12400" cy="12550"/>
            </a:xfrm>
            <a:custGeom>
              <a:avLst/>
              <a:gdLst/>
              <a:ahLst/>
              <a:cxnLst/>
              <a:rect l="l" t="t" r="r" b="b"/>
              <a:pathLst>
                <a:path w="496" h="502" extrusionOk="0">
                  <a:moveTo>
                    <a:pt x="245" y="1"/>
                  </a:moveTo>
                  <a:cubicBezTo>
                    <a:pt x="109" y="1"/>
                    <a:pt x="0" y="114"/>
                    <a:pt x="0" y="252"/>
                  </a:cubicBezTo>
                  <a:cubicBezTo>
                    <a:pt x="0" y="388"/>
                    <a:pt x="109" y="501"/>
                    <a:pt x="245" y="501"/>
                  </a:cubicBezTo>
                  <a:cubicBezTo>
                    <a:pt x="388" y="501"/>
                    <a:pt x="496" y="388"/>
                    <a:pt x="496" y="252"/>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8" name="Google Shape;13118;p31"/>
            <p:cNvSpPr/>
            <p:nvPr/>
          </p:nvSpPr>
          <p:spPr>
            <a:xfrm>
              <a:off x="860125" y="1932500"/>
              <a:ext cx="12525" cy="12550"/>
            </a:xfrm>
            <a:custGeom>
              <a:avLst/>
              <a:gdLst/>
              <a:ahLst/>
              <a:cxnLst/>
              <a:rect l="l" t="t" r="r" b="b"/>
              <a:pathLst>
                <a:path w="501" h="502" extrusionOk="0">
                  <a:moveTo>
                    <a:pt x="251" y="1"/>
                  </a:moveTo>
                  <a:cubicBezTo>
                    <a:pt x="114" y="1"/>
                    <a:pt x="0" y="114"/>
                    <a:pt x="0" y="252"/>
                  </a:cubicBezTo>
                  <a:cubicBezTo>
                    <a:pt x="0" y="388"/>
                    <a:pt x="114" y="501"/>
                    <a:pt x="251" y="501"/>
                  </a:cubicBezTo>
                  <a:cubicBezTo>
                    <a:pt x="387" y="501"/>
                    <a:pt x="501" y="388"/>
                    <a:pt x="501" y="252"/>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9" name="Google Shape;13119;p31"/>
            <p:cNvSpPr/>
            <p:nvPr/>
          </p:nvSpPr>
          <p:spPr>
            <a:xfrm>
              <a:off x="951850" y="19325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0" name="Google Shape;13120;p31"/>
            <p:cNvSpPr/>
            <p:nvPr/>
          </p:nvSpPr>
          <p:spPr>
            <a:xfrm>
              <a:off x="1043825" y="1932500"/>
              <a:ext cx="12375" cy="12550"/>
            </a:xfrm>
            <a:custGeom>
              <a:avLst/>
              <a:gdLst/>
              <a:ahLst/>
              <a:cxnLst/>
              <a:rect l="l" t="t" r="r" b="b"/>
              <a:pathLst>
                <a:path w="495" h="502" extrusionOk="0">
                  <a:moveTo>
                    <a:pt x="250" y="1"/>
                  </a:moveTo>
                  <a:cubicBezTo>
                    <a:pt x="107" y="1"/>
                    <a:pt x="0" y="114"/>
                    <a:pt x="0" y="252"/>
                  </a:cubicBezTo>
                  <a:cubicBezTo>
                    <a:pt x="0" y="388"/>
                    <a:pt x="107" y="501"/>
                    <a:pt x="250" y="501"/>
                  </a:cubicBezTo>
                  <a:cubicBezTo>
                    <a:pt x="388" y="501"/>
                    <a:pt x="494" y="388"/>
                    <a:pt x="494" y="252"/>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1" name="Google Shape;13121;p31"/>
            <p:cNvSpPr/>
            <p:nvPr/>
          </p:nvSpPr>
          <p:spPr>
            <a:xfrm>
              <a:off x="1135575" y="1932500"/>
              <a:ext cx="12575" cy="12550"/>
            </a:xfrm>
            <a:custGeom>
              <a:avLst/>
              <a:gdLst/>
              <a:ahLst/>
              <a:cxnLst/>
              <a:rect l="l" t="t" r="r" b="b"/>
              <a:pathLst>
                <a:path w="503" h="502" extrusionOk="0">
                  <a:moveTo>
                    <a:pt x="252" y="1"/>
                  </a:moveTo>
                  <a:cubicBezTo>
                    <a:pt x="116" y="1"/>
                    <a:pt x="0" y="114"/>
                    <a:pt x="0" y="252"/>
                  </a:cubicBezTo>
                  <a:cubicBezTo>
                    <a:pt x="0" y="388"/>
                    <a:pt x="116" y="501"/>
                    <a:pt x="252" y="501"/>
                  </a:cubicBezTo>
                  <a:cubicBezTo>
                    <a:pt x="387" y="501"/>
                    <a:pt x="503" y="388"/>
                    <a:pt x="503" y="252"/>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2" name="Google Shape;13122;p31"/>
            <p:cNvSpPr/>
            <p:nvPr/>
          </p:nvSpPr>
          <p:spPr>
            <a:xfrm>
              <a:off x="1227500" y="1932500"/>
              <a:ext cx="12400" cy="12550"/>
            </a:xfrm>
            <a:custGeom>
              <a:avLst/>
              <a:gdLst/>
              <a:ahLst/>
              <a:cxnLst/>
              <a:rect l="l" t="t" r="r" b="b"/>
              <a:pathLst>
                <a:path w="496" h="502" extrusionOk="0">
                  <a:moveTo>
                    <a:pt x="251" y="1"/>
                  </a:moveTo>
                  <a:cubicBezTo>
                    <a:pt x="109" y="1"/>
                    <a:pt x="0" y="114"/>
                    <a:pt x="0" y="252"/>
                  </a:cubicBezTo>
                  <a:cubicBezTo>
                    <a:pt x="0" y="388"/>
                    <a:pt x="109" y="501"/>
                    <a:pt x="251" y="501"/>
                  </a:cubicBezTo>
                  <a:cubicBezTo>
                    <a:pt x="387" y="501"/>
                    <a:pt x="496" y="388"/>
                    <a:pt x="496" y="252"/>
                  </a:cubicBezTo>
                  <a:cubicBezTo>
                    <a:pt x="496"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3" name="Google Shape;13123;p31"/>
            <p:cNvSpPr/>
            <p:nvPr/>
          </p:nvSpPr>
          <p:spPr>
            <a:xfrm>
              <a:off x="1319275" y="1932500"/>
              <a:ext cx="12550" cy="12550"/>
            </a:xfrm>
            <a:custGeom>
              <a:avLst/>
              <a:gdLst/>
              <a:ahLst/>
              <a:cxnLst/>
              <a:rect l="l" t="t" r="r" b="b"/>
              <a:pathLst>
                <a:path w="502" h="502" extrusionOk="0">
                  <a:moveTo>
                    <a:pt x="252" y="1"/>
                  </a:moveTo>
                  <a:cubicBezTo>
                    <a:pt x="114" y="1"/>
                    <a:pt x="1" y="114"/>
                    <a:pt x="1" y="252"/>
                  </a:cubicBezTo>
                  <a:cubicBezTo>
                    <a:pt x="1" y="388"/>
                    <a:pt x="114" y="501"/>
                    <a:pt x="252" y="501"/>
                  </a:cubicBezTo>
                  <a:cubicBezTo>
                    <a:pt x="388" y="501"/>
                    <a:pt x="501" y="388"/>
                    <a:pt x="501" y="252"/>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4" name="Google Shape;13124;p31"/>
            <p:cNvSpPr/>
            <p:nvPr/>
          </p:nvSpPr>
          <p:spPr>
            <a:xfrm>
              <a:off x="1411200" y="1932500"/>
              <a:ext cx="12425" cy="12550"/>
            </a:xfrm>
            <a:custGeom>
              <a:avLst/>
              <a:gdLst/>
              <a:ahLst/>
              <a:cxnLst/>
              <a:rect l="l" t="t" r="r" b="b"/>
              <a:pathLst>
                <a:path w="497" h="502" extrusionOk="0">
                  <a:moveTo>
                    <a:pt x="245" y="1"/>
                  </a:moveTo>
                  <a:cubicBezTo>
                    <a:pt x="109" y="1"/>
                    <a:pt x="1" y="114"/>
                    <a:pt x="1" y="252"/>
                  </a:cubicBezTo>
                  <a:cubicBezTo>
                    <a:pt x="1" y="388"/>
                    <a:pt x="109" y="501"/>
                    <a:pt x="245" y="501"/>
                  </a:cubicBezTo>
                  <a:cubicBezTo>
                    <a:pt x="388" y="501"/>
                    <a:pt x="496" y="388"/>
                    <a:pt x="496" y="252"/>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5" name="Google Shape;13125;p31"/>
            <p:cNvSpPr/>
            <p:nvPr/>
          </p:nvSpPr>
          <p:spPr>
            <a:xfrm>
              <a:off x="1503000" y="1932500"/>
              <a:ext cx="12525" cy="12550"/>
            </a:xfrm>
            <a:custGeom>
              <a:avLst/>
              <a:gdLst/>
              <a:ahLst/>
              <a:cxnLst/>
              <a:rect l="l" t="t" r="r" b="b"/>
              <a:pathLst>
                <a:path w="501" h="502" extrusionOk="0">
                  <a:moveTo>
                    <a:pt x="250" y="1"/>
                  </a:moveTo>
                  <a:cubicBezTo>
                    <a:pt x="114" y="1"/>
                    <a:pt x="0" y="114"/>
                    <a:pt x="0" y="252"/>
                  </a:cubicBezTo>
                  <a:cubicBezTo>
                    <a:pt x="0" y="388"/>
                    <a:pt x="114" y="501"/>
                    <a:pt x="250" y="501"/>
                  </a:cubicBezTo>
                  <a:cubicBezTo>
                    <a:pt x="387" y="501"/>
                    <a:pt x="501" y="388"/>
                    <a:pt x="501" y="252"/>
                  </a:cubicBezTo>
                  <a:cubicBezTo>
                    <a:pt x="501" y="114"/>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6" name="Google Shape;13126;p31"/>
            <p:cNvSpPr/>
            <p:nvPr/>
          </p:nvSpPr>
          <p:spPr>
            <a:xfrm>
              <a:off x="1594750" y="1932500"/>
              <a:ext cx="12575" cy="12550"/>
            </a:xfrm>
            <a:custGeom>
              <a:avLst/>
              <a:gdLst/>
              <a:ahLst/>
              <a:cxnLst/>
              <a:rect l="l" t="t" r="r" b="b"/>
              <a:pathLst>
                <a:path w="503" h="502" extrusionOk="0">
                  <a:moveTo>
                    <a:pt x="251" y="1"/>
                  </a:moveTo>
                  <a:cubicBezTo>
                    <a:pt x="115" y="1"/>
                    <a:pt x="0" y="114"/>
                    <a:pt x="0" y="252"/>
                  </a:cubicBezTo>
                  <a:cubicBezTo>
                    <a:pt x="0" y="388"/>
                    <a:pt x="115" y="501"/>
                    <a:pt x="251" y="501"/>
                  </a:cubicBezTo>
                  <a:cubicBezTo>
                    <a:pt x="394" y="501"/>
                    <a:pt x="503" y="388"/>
                    <a:pt x="503" y="252"/>
                  </a:cubicBezTo>
                  <a:cubicBezTo>
                    <a:pt x="503" y="114"/>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7" name="Google Shape;13127;p31"/>
            <p:cNvSpPr/>
            <p:nvPr/>
          </p:nvSpPr>
          <p:spPr>
            <a:xfrm>
              <a:off x="1686650" y="19325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8" name="Google Shape;13128;p31"/>
            <p:cNvSpPr/>
            <p:nvPr/>
          </p:nvSpPr>
          <p:spPr>
            <a:xfrm>
              <a:off x="1778450" y="1932500"/>
              <a:ext cx="12550" cy="12550"/>
            </a:xfrm>
            <a:custGeom>
              <a:avLst/>
              <a:gdLst/>
              <a:ahLst/>
              <a:cxnLst/>
              <a:rect l="l" t="t" r="r" b="b"/>
              <a:pathLst>
                <a:path w="502" h="502" extrusionOk="0">
                  <a:moveTo>
                    <a:pt x="252" y="1"/>
                  </a:moveTo>
                  <a:cubicBezTo>
                    <a:pt x="114" y="1"/>
                    <a:pt x="1" y="114"/>
                    <a:pt x="1" y="252"/>
                  </a:cubicBezTo>
                  <a:cubicBezTo>
                    <a:pt x="1" y="388"/>
                    <a:pt x="114" y="501"/>
                    <a:pt x="252" y="501"/>
                  </a:cubicBezTo>
                  <a:cubicBezTo>
                    <a:pt x="388" y="501"/>
                    <a:pt x="501" y="388"/>
                    <a:pt x="501" y="252"/>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9" name="Google Shape;13129;p31"/>
            <p:cNvSpPr/>
            <p:nvPr/>
          </p:nvSpPr>
          <p:spPr>
            <a:xfrm>
              <a:off x="1870375" y="1932500"/>
              <a:ext cx="12400" cy="12550"/>
            </a:xfrm>
            <a:custGeom>
              <a:avLst/>
              <a:gdLst/>
              <a:ahLst/>
              <a:cxnLst/>
              <a:rect l="l" t="t" r="r" b="b"/>
              <a:pathLst>
                <a:path w="496" h="502" extrusionOk="0">
                  <a:moveTo>
                    <a:pt x="252" y="1"/>
                  </a:moveTo>
                  <a:cubicBezTo>
                    <a:pt x="109" y="1"/>
                    <a:pt x="0" y="114"/>
                    <a:pt x="0" y="252"/>
                  </a:cubicBezTo>
                  <a:cubicBezTo>
                    <a:pt x="0" y="388"/>
                    <a:pt x="109" y="501"/>
                    <a:pt x="252" y="501"/>
                  </a:cubicBezTo>
                  <a:cubicBezTo>
                    <a:pt x="387" y="501"/>
                    <a:pt x="496" y="388"/>
                    <a:pt x="496" y="252"/>
                  </a:cubicBezTo>
                  <a:cubicBezTo>
                    <a:pt x="496"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0" name="Google Shape;13130;p31"/>
            <p:cNvSpPr/>
            <p:nvPr/>
          </p:nvSpPr>
          <p:spPr>
            <a:xfrm>
              <a:off x="1962150" y="1932500"/>
              <a:ext cx="12550" cy="12550"/>
            </a:xfrm>
            <a:custGeom>
              <a:avLst/>
              <a:gdLst/>
              <a:ahLst/>
              <a:cxnLst/>
              <a:rect l="l" t="t" r="r" b="b"/>
              <a:pathLst>
                <a:path w="502" h="502" extrusionOk="0">
                  <a:moveTo>
                    <a:pt x="250" y="1"/>
                  </a:moveTo>
                  <a:cubicBezTo>
                    <a:pt x="114" y="1"/>
                    <a:pt x="1" y="114"/>
                    <a:pt x="1" y="252"/>
                  </a:cubicBezTo>
                  <a:cubicBezTo>
                    <a:pt x="1" y="388"/>
                    <a:pt x="114" y="501"/>
                    <a:pt x="250" y="501"/>
                  </a:cubicBezTo>
                  <a:cubicBezTo>
                    <a:pt x="388" y="501"/>
                    <a:pt x="502" y="388"/>
                    <a:pt x="502" y="252"/>
                  </a:cubicBezTo>
                  <a:cubicBezTo>
                    <a:pt x="502"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1" name="Google Shape;13131;p31"/>
            <p:cNvSpPr/>
            <p:nvPr/>
          </p:nvSpPr>
          <p:spPr>
            <a:xfrm>
              <a:off x="2054075" y="1932500"/>
              <a:ext cx="12425" cy="12550"/>
            </a:xfrm>
            <a:custGeom>
              <a:avLst/>
              <a:gdLst/>
              <a:ahLst/>
              <a:cxnLst/>
              <a:rect l="l" t="t" r="r" b="b"/>
              <a:pathLst>
                <a:path w="497" h="502" extrusionOk="0">
                  <a:moveTo>
                    <a:pt x="252" y="1"/>
                  </a:moveTo>
                  <a:cubicBezTo>
                    <a:pt x="109" y="1"/>
                    <a:pt x="1" y="114"/>
                    <a:pt x="1" y="252"/>
                  </a:cubicBezTo>
                  <a:cubicBezTo>
                    <a:pt x="1" y="388"/>
                    <a:pt x="109" y="501"/>
                    <a:pt x="252" y="501"/>
                  </a:cubicBezTo>
                  <a:cubicBezTo>
                    <a:pt x="388" y="501"/>
                    <a:pt x="496" y="388"/>
                    <a:pt x="496" y="252"/>
                  </a:cubicBezTo>
                  <a:cubicBezTo>
                    <a:pt x="496"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2" name="Google Shape;13132;p31"/>
            <p:cNvSpPr/>
            <p:nvPr/>
          </p:nvSpPr>
          <p:spPr>
            <a:xfrm>
              <a:off x="2145825" y="19325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3" name="Google Shape;13133;p31"/>
            <p:cNvSpPr/>
            <p:nvPr/>
          </p:nvSpPr>
          <p:spPr>
            <a:xfrm>
              <a:off x="2237800" y="1932500"/>
              <a:ext cx="12350" cy="12550"/>
            </a:xfrm>
            <a:custGeom>
              <a:avLst/>
              <a:gdLst/>
              <a:ahLst/>
              <a:cxnLst/>
              <a:rect l="l" t="t" r="r" b="b"/>
              <a:pathLst>
                <a:path w="494" h="502" extrusionOk="0">
                  <a:moveTo>
                    <a:pt x="244" y="1"/>
                  </a:moveTo>
                  <a:cubicBezTo>
                    <a:pt x="107" y="1"/>
                    <a:pt x="0" y="114"/>
                    <a:pt x="0" y="252"/>
                  </a:cubicBezTo>
                  <a:cubicBezTo>
                    <a:pt x="0" y="388"/>
                    <a:pt x="107" y="501"/>
                    <a:pt x="244" y="501"/>
                  </a:cubicBezTo>
                  <a:cubicBezTo>
                    <a:pt x="387" y="501"/>
                    <a:pt x="494" y="388"/>
                    <a:pt x="494" y="252"/>
                  </a:cubicBezTo>
                  <a:cubicBezTo>
                    <a:pt x="494" y="114"/>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4" name="Google Shape;13134;p31"/>
            <p:cNvSpPr/>
            <p:nvPr/>
          </p:nvSpPr>
          <p:spPr>
            <a:xfrm>
              <a:off x="2329550" y="1932500"/>
              <a:ext cx="12575" cy="12550"/>
            </a:xfrm>
            <a:custGeom>
              <a:avLst/>
              <a:gdLst/>
              <a:ahLst/>
              <a:cxnLst/>
              <a:rect l="l" t="t" r="r" b="b"/>
              <a:pathLst>
                <a:path w="503" h="502" extrusionOk="0">
                  <a:moveTo>
                    <a:pt x="251" y="1"/>
                  </a:moveTo>
                  <a:cubicBezTo>
                    <a:pt x="115" y="1"/>
                    <a:pt x="0" y="114"/>
                    <a:pt x="0" y="252"/>
                  </a:cubicBezTo>
                  <a:cubicBezTo>
                    <a:pt x="0" y="388"/>
                    <a:pt x="115" y="501"/>
                    <a:pt x="251" y="501"/>
                  </a:cubicBezTo>
                  <a:cubicBezTo>
                    <a:pt x="387" y="501"/>
                    <a:pt x="502" y="388"/>
                    <a:pt x="502" y="252"/>
                  </a:cubicBezTo>
                  <a:cubicBezTo>
                    <a:pt x="502"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5" name="Google Shape;13135;p31"/>
            <p:cNvSpPr/>
            <p:nvPr/>
          </p:nvSpPr>
          <p:spPr>
            <a:xfrm>
              <a:off x="2421325" y="1932500"/>
              <a:ext cx="12550" cy="12550"/>
            </a:xfrm>
            <a:custGeom>
              <a:avLst/>
              <a:gdLst/>
              <a:ahLst/>
              <a:cxnLst/>
              <a:rect l="l" t="t" r="r" b="b"/>
              <a:pathLst>
                <a:path w="502" h="502" extrusionOk="0">
                  <a:moveTo>
                    <a:pt x="250" y="1"/>
                  </a:moveTo>
                  <a:cubicBezTo>
                    <a:pt x="114" y="1"/>
                    <a:pt x="1" y="114"/>
                    <a:pt x="1" y="252"/>
                  </a:cubicBezTo>
                  <a:cubicBezTo>
                    <a:pt x="1" y="388"/>
                    <a:pt x="114" y="501"/>
                    <a:pt x="250" y="501"/>
                  </a:cubicBezTo>
                  <a:cubicBezTo>
                    <a:pt x="395" y="501"/>
                    <a:pt x="501" y="388"/>
                    <a:pt x="501" y="252"/>
                  </a:cubicBezTo>
                  <a:cubicBezTo>
                    <a:pt x="501" y="114"/>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6" name="Google Shape;13136;p31"/>
            <p:cNvSpPr/>
            <p:nvPr/>
          </p:nvSpPr>
          <p:spPr>
            <a:xfrm>
              <a:off x="2513250" y="1932500"/>
              <a:ext cx="12575" cy="12550"/>
            </a:xfrm>
            <a:custGeom>
              <a:avLst/>
              <a:gdLst/>
              <a:ahLst/>
              <a:cxnLst/>
              <a:rect l="l" t="t" r="r" b="b"/>
              <a:pathLst>
                <a:path w="503" h="502" extrusionOk="0">
                  <a:moveTo>
                    <a:pt x="252" y="1"/>
                  </a:moveTo>
                  <a:cubicBezTo>
                    <a:pt x="109" y="1"/>
                    <a:pt x="0" y="114"/>
                    <a:pt x="0" y="252"/>
                  </a:cubicBezTo>
                  <a:cubicBezTo>
                    <a:pt x="0" y="388"/>
                    <a:pt x="109"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7" name="Google Shape;13137;p31"/>
            <p:cNvSpPr/>
            <p:nvPr/>
          </p:nvSpPr>
          <p:spPr>
            <a:xfrm>
              <a:off x="2605000" y="1932500"/>
              <a:ext cx="12575" cy="12550"/>
            </a:xfrm>
            <a:custGeom>
              <a:avLst/>
              <a:gdLst/>
              <a:ahLst/>
              <a:cxnLst/>
              <a:rect l="l" t="t" r="r" b="b"/>
              <a:pathLst>
                <a:path w="503" h="502" extrusionOk="0">
                  <a:moveTo>
                    <a:pt x="252" y="1"/>
                  </a:moveTo>
                  <a:cubicBezTo>
                    <a:pt x="116" y="1"/>
                    <a:pt x="0" y="114"/>
                    <a:pt x="0" y="252"/>
                  </a:cubicBezTo>
                  <a:cubicBezTo>
                    <a:pt x="0" y="388"/>
                    <a:pt x="116" y="501"/>
                    <a:pt x="252" y="501"/>
                  </a:cubicBezTo>
                  <a:cubicBezTo>
                    <a:pt x="387" y="501"/>
                    <a:pt x="503" y="388"/>
                    <a:pt x="503" y="252"/>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8" name="Google Shape;13138;p31"/>
            <p:cNvSpPr/>
            <p:nvPr/>
          </p:nvSpPr>
          <p:spPr>
            <a:xfrm>
              <a:off x="2696950" y="1932500"/>
              <a:ext cx="12375" cy="12550"/>
            </a:xfrm>
            <a:custGeom>
              <a:avLst/>
              <a:gdLst/>
              <a:ahLst/>
              <a:cxnLst/>
              <a:rect l="l" t="t" r="r" b="b"/>
              <a:pathLst>
                <a:path w="495" h="502" extrusionOk="0">
                  <a:moveTo>
                    <a:pt x="252" y="1"/>
                  </a:moveTo>
                  <a:cubicBezTo>
                    <a:pt x="108" y="1"/>
                    <a:pt x="1" y="114"/>
                    <a:pt x="1" y="252"/>
                  </a:cubicBezTo>
                  <a:cubicBezTo>
                    <a:pt x="1" y="388"/>
                    <a:pt x="108" y="501"/>
                    <a:pt x="252" y="501"/>
                  </a:cubicBezTo>
                  <a:cubicBezTo>
                    <a:pt x="388" y="501"/>
                    <a:pt x="495" y="388"/>
                    <a:pt x="495" y="252"/>
                  </a:cubicBezTo>
                  <a:cubicBezTo>
                    <a:pt x="495"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9" name="Google Shape;13139;p31"/>
            <p:cNvSpPr/>
            <p:nvPr/>
          </p:nvSpPr>
          <p:spPr>
            <a:xfrm>
              <a:off x="2788700" y="19325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0" name="Google Shape;13140;p31"/>
            <p:cNvSpPr/>
            <p:nvPr/>
          </p:nvSpPr>
          <p:spPr>
            <a:xfrm>
              <a:off x="2880675" y="1932500"/>
              <a:ext cx="12375" cy="12550"/>
            </a:xfrm>
            <a:custGeom>
              <a:avLst/>
              <a:gdLst/>
              <a:ahLst/>
              <a:cxnLst/>
              <a:rect l="l" t="t" r="r" b="b"/>
              <a:pathLst>
                <a:path w="495" h="502" extrusionOk="0">
                  <a:moveTo>
                    <a:pt x="243" y="1"/>
                  </a:moveTo>
                  <a:cubicBezTo>
                    <a:pt x="107" y="1"/>
                    <a:pt x="0" y="114"/>
                    <a:pt x="0" y="252"/>
                  </a:cubicBezTo>
                  <a:cubicBezTo>
                    <a:pt x="0" y="388"/>
                    <a:pt x="107" y="501"/>
                    <a:pt x="243" y="501"/>
                  </a:cubicBezTo>
                  <a:cubicBezTo>
                    <a:pt x="387" y="501"/>
                    <a:pt x="494" y="388"/>
                    <a:pt x="494" y="252"/>
                  </a:cubicBezTo>
                  <a:cubicBezTo>
                    <a:pt x="494" y="114"/>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1" name="Google Shape;13141;p31"/>
            <p:cNvSpPr/>
            <p:nvPr/>
          </p:nvSpPr>
          <p:spPr>
            <a:xfrm>
              <a:off x="2972425" y="1932500"/>
              <a:ext cx="12575" cy="12550"/>
            </a:xfrm>
            <a:custGeom>
              <a:avLst/>
              <a:gdLst/>
              <a:ahLst/>
              <a:cxnLst/>
              <a:rect l="l" t="t" r="r" b="b"/>
              <a:pathLst>
                <a:path w="503" h="502" extrusionOk="0">
                  <a:moveTo>
                    <a:pt x="251" y="1"/>
                  </a:moveTo>
                  <a:cubicBezTo>
                    <a:pt x="115" y="1"/>
                    <a:pt x="0" y="114"/>
                    <a:pt x="0" y="252"/>
                  </a:cubicBezTo>
                  <a:cubicBezTo>
                    <a:pt x="0" y="388"/>
                    <a:pt x="115" y="501"/>
                    <a:pt x="251" y="501"/>
                  </a:cubicBezTo>
                  <a:cubicBezTo>
                    <a:pt x="387" y="501"/>
                    <a:pt x="503" y="388"/>
                    <a:pt x="503" y="252"/>
                  </a:cubicBezTo>
                  <a:cubicBezTo>
                    <a:pt x="503"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2" name="Google Shape;13142;p31"/>
            <p:cNvSpPr/>
            <p:nvPr/>
          </p:nvSpPr>
          <p:spPr>
            <a:xfrm>
              <a:off x="3064375" y="1932500"/>
              <a:ext cx="12375" cy="12550"/>
            </a:xfrm>
            <a:custGeom>
              <a:avLst/>
              <a:gdLst/>
              <a:ahLst/>
              <a:cxnLst/>
              <a:rect l="l" t="t" r="r" b="b"/>
              <a:pathLst>
                <a:path w="495" h="502" extrusionOk="0">
                  <a:moveTo>
                    <a:pt x="243" y="1"/>
                  </a:moveTo>
                  <a:cubicBezTo>
                    <a:pt x="107" y="1"/>
                    <a:pt x="1" y="114"/>
                    <a:pt x="1" y="252"/>
                  </a:cubicBezTo>
                  <a:cubicBezTo>
                    <a:pt x="1" y="388"/>
                    <a:pt x="107" y="501"/>
                    <a:pt x="243" y="501"/>
                  </a:cubicBezTo>
                  <a:cubicBezTo>
                    <a:pt x="388" y="501"/>
                    <a:pt x="495" y="388"/>
                    <a:pt x="495" y="252"/>
                  </a:cubicBezTo>
                  <a:cubicBezTo>
                    <a:pt x="495" y="114"/>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3" name="Google Shape;13143;p31"/>
            <p:cNvSpPr/>
            <p:nvPr/>
          </p:nvSpPr>
          <p:spPr>
            <a:xfrm>
              <a:off x="3156125" y="19325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4" name="Google Shape;13144;p31"/>
            <p:cNvSpPr/>
            <p:nvPr/>
          </p:nvSpPr>
          <p:spPr>
            <a:xfrm>
              <a:off x="3247875" y="1932500"/>
              <a:ext cx="12575" cy="12550"/>
            </a:xfrm>
            <a:custGeom>
              <a:avLst/>
              <a:gdLst/>
              <a:ahLst/>
              <a:cxnLst/>
              <a:rect l="l" t="t" r="r" b="b"/>
              <a:pathLst>
                <a:path w="503"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5" name="Google Shape;13145;p31"/>
            <p:cNvSpPr/>
            <p:nvPr/>
          </p:nvSpPr>
          <p:spPr>
            <a:xfrm>
              <a:off x="3339850" y="1932500"/>
              <a:ext cx="12525" cy="12550"/>
            </a:xfrm>
            <a:custGeom>
              <a:avLst/>
              <a:gdLst/>
              <a:ahLst/>
              <a:cxnLst/>
              <a:rect l="l" t="t" r="r" b="b"/>
              <a:pathLst>
                <a:path w="501" h="502" extrusionOk="0">
                  <a:moveTo>
                    <a:pt x="251" y="1"/>
                  </a:moveTo>
                  <a:cubicBezTo>
                    <a:pt x="107" y="1"/>
                    <a:pt x="0" y="114"/>
                    <a:pt x="0" y="252"/>
                  </a:cubicBezTo>
                  <a:cubicBezTo>
                    <a:pt x="0" y="388"/>
                    <a:pt x="107" y="501"/>
                    <a:pt x="251" y="501"/>
                  </a:cubicBezTo>
                  <a:cubicBezTo>
                    <a:pt x="387" y="501"/>
                    <a:pt x="501" y="388"/>
                    <a:pt x="501" y="252"/>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6" name="Google Shape;13146;p31"/>
            <p:cNvSpPr/>
            <p:nvPr/>
          </p:nvSpPr>
          <p:spPr>
            <a:xfrm>
              <a:off x="3431575" y="19325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7" name="Google Shape;13147;p31"/>
            <p:cNvSpPr/>
            <p:nvPr/>
          </p:nvSpPr>
          <p:spPr>
            <a:xfrm>
              <a:off x="3523550" y="1932500"/>
              <a:ext cx="12375" cy="12550"/>
            </a:xfrm>
            <a:custGeom>
              <a:avLst/>
              <a:gdLst/>
              <a:ahLst/>
              <a:cxnLst/>
              <a:rect l="l" t="t" r="r" b="b"/>
              <a:pathLst>
                <a:path w="495" h="502" extrusionOk="0">
                  <a:moveTo>
                    <a:pt x="250" y="1"/>
                  </a:moveTo>
                  <a:cubicBezTo>
                    <a:pt x="107" y="1"/>
                    <a:pt x="0" y="114"/>
                    <a:pt x="0" y="252"/>
                  </a:cubicBezTo>
                  <a:cubicBezTo>
                    <a:pt x="0" y="388"/>
                    <a:pt x="107" y="501"/>
                    <a:pt x="250" y="501"/>
                  </a:cubicBezTo>
                  <a:cubicBezTo>
                    <a:pt x="388" y="501"/>
                    <a:pt x="494" y="388"/>
                    <a:pt x="494" y="252"/>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8" name="Google Shape;13148;p31"/>
            <p:cNvSpPr/>
            <p:nvPr/>
          </p:nvSpPr>
          <p:spPr>
            <a:xfrm>
              <a:off x="676400" y="20244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9" name="Google Shape;13149;p31"/>
            <p:cNvSpPr/>
            <p:nvPr/>
          </p:nvSpPr>
          <p:spPr>
            <a:xfrm>
              <a:off x="768325" y="2024425"/>
              <a:ext cx="12400" cy="12400"/>
            </a:xfrm>
            <a:custGeom>
              <a:avLst/>
              <a:gdLst/>
              <a:ahLst/>
              <a:cxnLst/>
              <a:rect l="l" t="t" r="r" b="b"/>
              <a:pathLst>
                <a:path w="496" h="496" extrusionOk="0">
                  <a:moveTo>
                    <a:pt x="245" y="0"/>
                  </a:moveTo>
                  <a:cubicBezTo>
                    <a:pt x="109" y="0"/>
                    <a:pt x="0" y="109"/>
                    <a:pt x="0" y="245"/>
                  </a:cubicBezTo>
                  <a:cubicBezTo>
                    <a:pt x="0" y="388"/>
                    <a:pt x="109" y="496"/>
                    <a:pt x="245" y="496"/>
                  </a:cubicBezTo>
                  <a:cubicBezTo>
                    <a:pt x="388" y="496"/>
                    <a:pt x="496" y="388"/>
                    <a:pt x="496" y="245"/>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0" name="Google Shape;13150;p31"/>
            <p:cNvSpPr/>
            <p:nvPr/>
          </p:nvSpPr>
          <p:spPr>
            <a:xfrm>
              <a:off x="860125" y="2024425"/>
              <a:ext cx="12525" cy="12400"/>
            </a:xfrm>
            <a:custGeom>
              <a:avLst/>
              <a:gdLst/>
              <a:ahLst/>
              <a:cxnLst/>
              <a:rect l="l" t="t" r="r" b="b"/>
              <a:pathLst>
                <a:path w="501" h="496" extrusionOk="0">
                  <a:moveTo>
                    <a:pt x="251" y="0"/>
                  </a:moveTo>
                  <a:cubicBezTo>
                    <a:pt x="114" y="0"/>
                    <a:pt x="0" y="109"/>
                    <a:pt x="0" y="245"/>
                  </a:cubicBezTo>
                  <a:cubicBezTo>
                    <a:pt x="0" y="388"/>
                    <a:pt x="114" y="496"/>
                    <a:pt x="251" y="496"/>
                  </a:cubicBezTo>
                  <a:cubicBezTo>
                    <a:pt x="387" y="496"/>
                    <a:pt x="501" y="388"/>
                    <a:pt x="501" y="245"/>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1" name="Google Shape;13151;p31"/>
            <p:cNvSpPr/>
            <p:nvPr/>
          </p:nvSpPr>
          <p:spPr>
            <a:xfrm>
              <a:off x="951850" y="20244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2" name="Google Shape;13152;p31"/>
            <p:cNvSpPr/>
            <p:nvPr/>
          </p:nvSpPr>
          <p:spPr>
            <a:xfrm>
              <a:off x="1043825" y="2024425"/>
              <a:ext cx="12375" cy="12400"/>
            </a:xfrm>
            <a:custGeom>
              <a:avLst/>
              <a:gdLst/>
              <a:ahLst/>
              <a:cxnLst/>
              <a:rect l="l" t="t" r="r" b="b"/>
              <a:pathLst>
                <a:path w="495" h="496" extrusionOk="0">
                  <a:moveTo>
                    <a:pt x="250" y="0"/>
                  </a:moveTo>
                  <a:cubicBezTo>
                    <a:pt x="107" y="0"/>
                    <a:pt x="0" y="109"/>
                    <a:pt x="0" y="245"/>
                  </a:cubicBezTo>
                  <a:cubicBezTo>
                    <a:pt x="0" y="388"/>
                    <a:pt x="107" y="496"/>
                    <a:pt x="250" y="496"/>
                  </a:cubicBezTo>
                  <a:cubicBezTo>
                    <a:pt x="388" y="496"/>
                    <a:pt x="494" y="388"/>
                    <a:pt x="494" y="245"/>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3" name="Google Shape;13153;p31"/>
            <p:cNvSpPr/>
            <p:nvPr/>
          </p:nvSpPr>
          <p:spPr>
            <a:xfrm>
              <a:off x="1135575" y="2024425"/>
              <a:ext cx="12575" cy="12400"/>
            </a:xfrm>
            <a:custGeom>
              <a:avLst/>
              <a:gdLst/>
              <a:ahLst/>
              <a:cxnLst/>
              <a:rect l="l" t="t" r="r" b="b"/>
              <a:pathLst>
                <a:path w="503" h="496" extrusionOk="0">
                  <a:moveTo>
                    <a:pt x="252" y="0"/>
                  </a:moveTo>
                  <a:cubicBezTo>
                    <a:pt x="116" y="0"/>
                    <a:pt x="0" y="109"/>
                    <a:pt x="0" y="245"/>
                  </a:cubicBezTo>
                  <a:cubicBezTo>
                    <a:pt x="0" y="388"/>
                    <a:pt x="116" y="496"/>
                    <a:pt x="252" y="496"/>
                  </a:cubicBezTo>
                  <a:cubicBezTo>
                    <a:pt x="387" y="496"/>
                    <a:pt x="503" y="388"/>
                    <a:pt x="503" y="245"/>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4" name="Google Shape;13154;p31"/>
            <p:cNvSpPr/>
            <p:nvPr/>
          </p:nvSpPr>
          <p:spPr>
            <a:xfrm>
              <a:off x="1227500" y="2024425"/>
              <a:ext cx="12400" cy="12400"/>
            </a:xfrm>
            <a:custGeom>
              <a:avLst/>
              <a:gdLst/>
              <a:ahLst/>
              <a:cxnLst/>
              <a:rect l="l" t="t" r="r" b="b"/>
              <a:pathLst>
                <a:path w="496" h="496" extrusionOk="0">
                  <a:moveTo>
                    <a:pt x="251" y="0"/>
                  </a:moveTo>
                  <a:cubicBezTo>
                    <a:pt x="109" y="0"/>
                    <a:pt x="0" y="109"/>
                    <a:pt x="0" y="245"/>
                  </a:cubicBezTo>
                  <a:cubicBezTo>
                    <a:pt x="0" y="388"/>
                    <a:pt x="109" y="496"/>
                    <a:pt x="251" y="496"/>
                  </a:cubicBezTo>
                  <a:cubicBezTo>
                    <a:pt x="387" y="496"/>
                    <a:pt x="496" y="388"/>
                    <a:pt x="496" y="245"/>
                  </a:cubicBezTo>
                  <a:cubicBezTo>
                    <a:pt x="496"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5" name="Google Shape;13155;p31"/>
            <p:cNvSpPr/>
            <p:nvPr/>
          </p:nvSpPr>
          <p:spPr>
            <a:xfrm>
              <a:off x="1319275" y="2024425"/>
              <a:ext cx="12550" cy="12400"/>
            </a:xfrm>
            <a:custGeom>
              <a:avLst/>
              <a:gdLst/>
              <a:ahLst/>
              <a:cxnLst/>
              <a:rect l="l" t="t" r="r" b="b"/>
              <a:pathLst>
                <a:path w="502" h="496" extrusionOk="0">
                  <a:moveTo>
                    <a:pt x="252" y="0"/>
                  </a:moveTo>
                  <a:cubicBezTo>
                    <a:pt x="114" y="0"/>
                    <a:pt x="1" y="109"/>
                    <a:pt x="1" y="245"/>
                  </a:cubicBezTo>
                  <a:cubicBezTo>
                    <a:pt x="1" y="388"/>
                    <a:pt x="114" y="496"/>
                    <a:pt x="252" y="496"/>
                  </a:cubicBezTo>
                  <a:cubicBezTo>
                    <a:pt x="388" y="496"/>
                    <a:pt x="501" y="388"/>
                    <a:pt x="501" y="245"/>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6" name="Google Shape;13156;p31"/>
            <p:cNvSpPr/>
            <p:nvPr/>
          </p:nvSpPr>
          <p:spPr>
            <a:xfrm>
              <a:off x="1411200" y="2024425"/>
              <a:ext cx="12425" cy="12400"/>
            </a:xfrm>
            <a:custGeom>
              <a:avLst/>
              <a:gdLst/>
              <a:ahLst/>
              <a:cxnLst/>
              <a:rect l="l" t="t" r="r" b="b"/>
              <a:pathLst>
                <a:path w="497" h="496" extrusionOk="0">
                  <a:moveTo>
                    <a:pt x="245" y="0"/>
                  </a:moveTo>
                  <a:cubicBezTo>
                    <a:pt x="109" y="0"/>
                    <a:pt x="1" y="109"/>
                    <a:pt x="1" y="245"/>
                  </a:cubicBezTo>
                  <a:cubicBezTo>
                    <a:pt x="1" y="388"/>
                    <a:pt x="109" y="496"/>
                    <a:pt x="245" y="496"/>
                  </a:cubicBezTo>
                  <a:cubicBezTo>
                    <a:pt x="388" y="496"/>
                    <a:pt x="496" y="388"/>
                    <a:pt x="496" y="245"/>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7" name="Google Shape;13157;p31"/>
            <p:cNvSpPr/>
            <p:nvPr/>
          </p:nvSpPr>
          <p:spPr>
            <a:xfrm>
              <a:off x="1503000" y="2024425"/>
              <a:ext cx="12525" cy="12400"/>
            </a:xfrm>
            <a:custGeom>
              <a:avLst/>
              <a:gdLst/>
              <a:ahLst/>
              <a:cxnLst/>
              <a:rect l="l" t="t" r="r" b="b"/>
              <a:pathLst>
                <a:path w="501" h="496" extrusionOk="0">
                  <a:moveTo>
                    <a:pt x="250" y="0"/>
                  </a:moveTo>
                  <a:cubicBezTo>
                    <a:pt x="114" y="0"/>
                    <a:pt x="0" y="109"/>
                    <a:pt x="0" y="245"/>
                  </a:cubicBezTo>
                  <a:cubicBezTo>
                    <a:pt x="0" y="388"/>
                    <a:pt x="114" y="496"/>
                    <a:pt x="250" y="496"/>
                  </a:cubicBezTo>
                  <a:cubicBezTo>
                    <a:pt x="387" y="496"/>
                    <a:pt x="501" y="388"/>
                    <a:pt x="501" y="245"/>
                  </a:cubicBezTo>
                  <a:cubicBezTo>
                    <a:pt x="501" y="109"/>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8" name="Google Shape;13158;p31"/>
            <p:cNvSpPr/>
            <p:nvPr/>
          </p:nvSpPr>
          <p:spPr>
            <a:xfrm>
              <a:off x="1594750" y="2024425"/>
              <a:ext cx="12575" cy="12400"/>
            </a:xfrm>
            <a:custGeom>
              <a:avLst/>
              <a:gdLst/>
              <a:ahLst/>
              <a:cxnLst/>
              <a:rect l="l" t="t" r="r" b="b"/>
              <a:pathLst>
                <a:path w="503" h="496" extrusionOk="0">
                  <a:moveTo>
                    <a:pt x="251" y="0"/>
                  </a:moveTo>
                  <a:cubicBezTo>
                    <a:pt x="115" y="0"/>
                    <a:pt x="0" y="109"/>
                    <a:pt x="0" y="245"/>
                  </a:cubicBezTo>
                  <a:cubicBezTo>
                    <a:pt x="0" y="388"/>
                    <a:pt x="115" y="496"/>
                    <a:pt x="251" y="496"/>
                  </a:cubicBezTo>
                  <a:cubicBezTo>
                    <a:pt x="394" y="496"/>
                    <a:pt x="503" y="388"/>
                    <a:pt x="503" y="245"/>
                  </a:cubicBezTo>
                  <a:cubicBezTo>
                    <a:pt x="503" y="109"/>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9" name="Google Shape;13159;p31"/>
            <p:cNvSpPr/>
            <p:nvPr/>
          </p:nvSpPr>
          <p:spPr>
            <a:xfrm>
              <a:off x="1686650" y="20244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0" name="Google Shape;13160;p31"/>
            <p:cNvSpPr/>
            <p:nvPr/>
          </p:nvSpPr>
          <p:spPr>
            <a:xfrm>
              <a:off x="1778450" y="2024425"/>
              <a:ext cx="12550" cy="12400"/>
            </a:xfrm>
            <a:custGeom>
              <a:avLst/>
              <a:gdLst/>
              <a:ahLst/>
              <a:cxnLst/>
              <a:rect l="l" t="t" r="r" b="b"/>
              <a:pathLst>
                <a:path w="502" h="496" extrusionOk="0">
                  <a:moveTo>
                    <a:pt x="252" y="0"/>
                  </a:moveTo>
                  <a:cubicBezTo>
                    <a:pt x="114" y="0"/>
                    <a:pt x="1" y="109"/>
                    <a:pt x="1" y="245"/>
                  </a:cubicBezTo>
                  <a:cubicBezTo>
                    <a:pt x="1" y="388"/>
                    <a:pt x="114" y="496"/>
                    <a:pt x="252" y="496"/>
                  </a:cubicBezTo>
                  <a:cubicBezTo>
                    <a:pt x="388" y="496"/>
                    <a:pt x="501" y="388"/>
                    <a:pt x="501" y="245"/>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1" name="Google Shape;13161;p31"/>
            <p:cNvSpPr/>
            <p:nvPr/>
          </p:nvSpPr>
          <p:spPr>
            <a:xfrm>
              <a:off x="1870375" y="2024425"/>
              <a:ext cx="12400" cy="12400"/>
            </a:xfrm>
            <a:custGeom>
              <a:avLst/>
              <a:gdLst/>
              <a:ahLst/>
              <a:cxnLst/>
              <a:rect l="l" t="t" r="r" b="b"/>
              <a:pathLst>
                <a:path w="496" h="496" extrusionOk="0">
                  <a:moveTo>
                    <a:pt x="252" y="0"/>
                  </a:moveTo>
                  <a:cubicBezTo>
                    <a:pt x="109" y="0"/>
                    <a:pt x="0" y="109"/>
                    <a:pt x="0" y="245"/>
                  </a:cubicBezTo>
                  <a:cubicBezTo>
                    <a:pt x="0" y="388"/>
                    <a:pt x="109" y="496"/>
                    <a:pt x="252" y="496"/>
                  </a:cubicBezTo>
                  <a:cubicBezTo>
                    <a:pt x="387" y="496"/>
                    <a:pt x="496" y="388"/>
                    <a:pt x="496" y="245"/>
                  </a:cubicBezTo>
                  <a:cubicBezTo>
                    <a:pt x="496"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2" name="Google Shape;13162;p31"/>
            <p:cNvSpPr/>
            <p:nvPr/>
          </p:nvSpPr>
          <p:spPr>
            <a:xfrm>
              <a:off x="1962150" y="2024425"/>
              <a:ext cx="12550" cy="12400"/>
            </a:xfrm>
            <a:custGeom>
              <a:avLst/>
              <a:gdLst/>
              <a:ahLst/>
              <a:cxnLst/>
              <a:rect l="l" t="t" r="r" b="b"/>
              <a:pathLst>
                <a:path w="502" h="496" extrusionOk="0">
                  <a:moveTo>
                    <a:pt x="250" y="0"/>
                  </a:moveTo>
                  <a:cubicBezTo>
                    <a:pt x="114" y="0"/>
                    <a:pt x="1" y="109"/>
                    <a:pt x="1" y="245"/>
                  </a:cubicBezTo>
                  <a:cubicBezTo>
                    <a:pt x="1" y="388"/>
                    <a:pt x="114" y="496"/>
                    <a:pt x="250" y="496"/>
                  </a:cubicBezTo>
                  <a:cubicBezTo>
                    <a:pt x="388" y="496"/>
                    <a:pt x="502" y="388"/>
                    <a:pt x="502" y="245"/>
                  </a:cubicBezTo>
                  <a:cubicBezTo>
                    <a:pt x="502"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3" name="Google Shape;13163;p31"/>
            <p:cNvSpPr/>
            <p:nvPr/>
          </p:nvSpPr>
          <p:spPr>
            <a:xfrm>
              <a:off x="2054075" y="2024425"/>
              <a:ext cx="12425" cy="12400"/>
            </a:xfrm>
            <a:custGeom>
              <a:avLst/>
              <a:gdLst/>
              <a:ahLst/>
              <a:cxnLst/>
              <a:rect l="l" t="t" r="r" b="b"/>
              <a:pathLst>
                <a:path w="497" h="496" extrusionOk="0">
                  <a:moveTo>
                    <a:pt x="252" y="0"/>
                  </a:moveTo>
                  <a:cubicBezTo>
                    <a:pt x="109" y="0"/>
                    <a:pt x="1" y="109"/>
                    <a:pt x="1" y="245"/>
                  </a:cubicBezTo>
                  <a:cubicBezTo>
                    <a:pt x="1" y="388"/>
                    <a:pt x="109" y="496"/>
                    <a:pt x="252" y="496"/>
                  </a:cubicBezTo>
                  <a:cubicBezTo>
                    <a:pt x="388" y="496"/>
                    <a:pt x="496" y="388"/>
                    <a:pt x="496" y="245"/>
                  </a:cubicBezTo>
                  <a:cubicBezTo>
                    <a:pt x="496"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4" name="Google Shape;13164;p31"/>
            <p:cNvSpPr/>
            <p:nvPr/>
          </p:nvSpPr>
          <p:spPr>
            <a:xfrm>
              <a:off x="2145825" y="20244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5" name="Google Shape;13165;p31"/>
            <p:cNvSpPr/>
            <p:nvPr/>
          </p:nvSpPr>
          <p:spPr>
            <a:xfrm>
              <a:off x="2237800" y="2024425"/>
              <a:ext cx="12350" cy="12400"/>
            </a:xfrm>
            <a:custGeom>
              <a:avLst/>
              <a:gdLst/>
              <a:ahLst/>
              <a:cxnLst/>
              <a:rect l="l" t="t" r="r" b="b"/>
              <a:pathLst>
                <a:path w="494" h="496" extrusionOk="0">
                  <a:moveTo>
                    <a:pt x="244" y="0"/>
                  </a:moveTo>
                  <a:cubicBezTo>
                    <a:pt x="107" y="0"/>
                    <a:pt x="0" y="109"/>
                    <a:pt x="0" y="245"/>
                  </a:cubicBezTo>
                  <a:cubicBezTo>
                    <a:pt x="0" y="388"/>
                    <a:pt x="107" y="496"/>
                    <a:pt x="244" y="496"/>
                  </a:cubicBezTo>
                  <a:cubicBezTo>
                    <a:pt x="387" y="496"/>
                    <a:pt x="494" y="388"/>
                    <a:pt x="494" y="245"/>
                  </a:cubicBezTo>
                  <a:cubicBezTo>
                    <a:pt x="494" y="109"/>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6" name="Google Shape;13166;p31"/>
            <p:cNvSpPr/>
            <p:nvPr/>
          </p:nvSpPr>
          <p:spPr>
            <a:xfrm>
              <a:off x="2329550" y="2024425"/>
              <a:ext cx="12575" cy="12400"/>
            </a:xfrm>
            <a:custGeom>
              <a:avLst/>
              <a:gdLst/>
              <a:ahLst/>
              <a:cxnLst/>
              <a:rect l="l" t="t" r="r" b="b"/>
              <a:pathLst>
                <a:path w="503" h="496" extrusionOk="0">
                  <a:moveTo>
                    <a:pt x="251" y="0"/>
                  </a:moveTo>
                  <a:cubicBezTo>
                    <a:pt x="115" y="0"/>
                    <a:pt x="0" y="109"/>
                    <a:pt x="0" y="245"/>
                  </a:cubicBezTo>
                  <a:cubicBezTo>
                    <a:pt x="0" y="388"/>
                    <a:pt x="115" y="496"/>
                    <a:pt x="251" y="496"/>
                  </a:cubicBezTo>
                  <a:cubicBezTo>
                    <a:pt x="387" y="496"/>
                    <a:pt x="502" y="388"/>
                    <a:pt x="502" y="245"/>
                  </a:cubicBezTo>
                  <a:cubicBezTo>
                    <a:pt x="502"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7" name="Google Shape;13167;p31"/>
            <p:cNvSpPr/>
            <p:nvPr/>
          </p:nvSpPr>
          <p:spPr>
            <a:xfrm>
              <a:off x="2421325" y="2024425"/>
              <a:ext cx="12550" cy="12400"/>
            </a:xfrm>
            <a:custGeom>
              <a:avLst/>
              <a:gdLst/>
              <a:ahLst/>
              <a:cxnLst/>
              <a:rect l="l" t="t" r="r" b="b"/>
              <a:pathLst>
                <a:path w="502" h="496" extrusionOk="0">
                  <a:moveTo>
                    <a:pt x="250" y="0"/>
                  </a:moveTo>
                  <a:cubicBezTo>
                    <a:pt x="114" y="0"/>
                    <a:pt x="1" y="109"/>
                    <a:pt x="1" y="245"/>
                  </a:cubicBezTo>
                  <a:cubicBezTo>
                    <a:pt x="1" y="388"/>
                    <a:pt x="114" y="496"/>
                    <a:pt x="250" y="496"/>
                  </a:cubicBezTo>
                  <a:cubicBezTo>
                    <a:pt x="395" y="496"/>
                    <a:pt x="501" y="388"/>
                    <a:pt x="501" y="245"/>
                  </a:cubicBezTo>
                  <a:cubicBezTo>
                    <a:pt x="501" y="109"/>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8" name="Google Shape;13168;p31"/>
            <p:cNvSpPr/>
            <p:nvPr/>
          </p:nvSpPr>
          <p:spPr>
            <a:xfrm>
              <a:off x="2513250" y="2024425"/>
              <a:ext cx="12575" cy="12400"/>
            </a:xfrm>
            <a:custGeom>
              <a:avLst/>
              <a:gdLst/>
              <a:ahLst/>
              <a:cxnLst/>
              <a:rect l="l" t="t" r="r" b="b"/>
              <a:pathLst>
                <a:path w="503" h="496" extrusionOk="0">
                  <a:moveTo>
                    <a:pt x="252" y="0"/>
                  </a:moveTo>
                  <a:cubicBezTo>
                    <a:pt x="109" y="0"/>
                    <a:pt x="0" y="109"/>
                    <a:pt x="0" y="245"/>
                  </a:cubicBezTo>
                  <a:cubicBezTo>
                    <a:pt x="0" y="388"/>
                    <a:pt x="109"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9" name="Google Shape;13169;p31"/>
            <p:cNvSpPr/>
            <p:nvPr/>
          </p:nvSpPr>
          <p:spPr>
            <a:xfrm>
              <a:off x="2605000" y="2024425"/>
              <a:ext cx="12575" cy="12400"/>
            </a:xfrm>
            <a:custGeom>
              <a:avLst/>
              <a:gdLst/>
              <a:ahLst/>
              <a:cxnLst/>
              <a:rect l="l" t="t" r="r" b="b"/>
              <a:pathLst>
                <a:path w="503" h="496" extrusionOk="0">
                  <a:moveTo>
                    <a:pt x="252" y="0"/>
                  </a:moveTo>
                  <a:cubicBezTo>
                    <a:pt x="116" y="0"/>
                    <a:pt x="0" y="109"/>
                    <a:pt x="0" y="245"/>
                  </a:cubicBezTo>
                  <a:cubicBezTo>
                    <a:pt x="0" y="388"/>
                    <a:pt x="116" y="496"/>
                    <a:pt x="252" y="496"/>
                  </a:cubicBezTo>
                  <a:cubicBezTo>
                    <a:pt x="387" y="496"/>
                    <a:pt x="503" y="388"/>
                    <a:pt x="503" y="245"/>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0" name="Google Shape;13170;p31"/>
            <p:cNvSpPr/>
            <p:nvPr/>
          </p:nvSpPr>
          <p:spPr>
            <a:xfrm>
              <a:off x="2696950" y="2024425"/>
              <a:ext cx="12375" cy="12400"/>
            </a:xfrm>
            <a:custGeom>
              <a:avLst/>
              <a:gdLst/>
              <a:ahLst/>
              <a:cxnLst/>
              <a:rect l="l" t="t" r="r" b="b"/>
              <a:pathLst>
                <a:path w="495" h="496" extrusionOk="0">
                  <a:moveTo>
                    <a:pt x="252" y="0"/>
                  </a:moveTo>
                  <a:cubicBezTo>
                    <a:pt x="108" y="0"/>
                    <a:pt x="1" y="109"/>
                    <a:pt x="1" y="245"/>
                  </a:cubicBezTo>
                  <a:cubicBezTo>
                    <a:pt x="1" y="388"/>
                    <a:pt x="108" y="496"/>
                    <a:pt x="252" y="496"/>
                  </a:cubicBezTo>
                  <a:cubicBezTo>
                    <a:pt x="388" y="496"/>
                    <a:pt x="495" y="388"/>
                    <a:pt x="495" y="245"/>
                  </a:cubicBezTo>
                  <a:cubicBezTo>
                    <a:pt x="495"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1" name="Google Shape;13171;p31"/>
            <p:cNvSpPr/>
            <p:nvPr/>
          </p:nvSpPr>
          <p:spPr>
            <a:xfrm>
              <a:off x="2788700" y="20244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2" name="Google Shape;13172;p31"/>
            <p:cNvSpPr/>
            <p:nvPr/>
          </p:nvSpPr>
          <p:spPr>
            <a:xfrm>
              <a:off x="2880675" y="2024425"/>
              <a:ext cx="12375" cy="12400"/>
            </a:xfrm>
            <a:custGeom>
              <a:avLst/>
              <a:gdLst/>
              <a:ahLst/>
              <a:cxnLst/>
              <a:rect l="l" t="t" r="r" b="b"/>
              <a:pathLst>
                <a:path w="495" h="496" extrusionOk="0">
                  <a:moveTo>
                    <a:pt x="243" y="0"/>
                  </a:moveTo>
                  <a:cubicBezTo>
                    <a:pt x="107" y="0"/>
                    <a:pt x="0" y="109"/>
                    <a:pt x="0" y="245"/>
                  </a:cubicBezTo>
                  <a:cubicBezTo>
                    <a:pt x="0" y="388"/>
                    <a:pt x="107" y="496"/>
                    <a:pt x="243" y="496"/>
                  </a:cubicBezTo>
                  <a:cubicBezTo>
                    <a:pt x="387" y="496"/>
                    <a:pt x="494" y="388"/>
                    <a:pt x="494" y="245"/>
                  </a:cubicBezTo>
                  <a:cubicBezTo>
                    <a:pt x="494" y="109"/>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3" name="Google Shape;13173;p31"/>
            <p:cNvSpPr/>
            <p:nvPr/>
          </p:nvSpPr>
          <p:spPr>
            <a:xfrm>
              <a:off x="2972425" y="2024425"/>
              <a:ext cx="12575" cy="12400"/>
            </a:xfrm>
            <a:custGeom>
              <a:avLst/>
              <a:gdLst/>
              <a:ahLst/>
              <a:cxnLst/>
              <a:rect l="l" t="t" r="r" b="b"/>
              <a:pathLst>
                <a:path w="503" h="496" extrusionOk="0">
                  <a:moveTo>
                    <a:pt x="251" y="0"/>
                  </a:moveTo>
                  <a:cubicBezTo>
                    <a:pt x="115" y="0"/>
                    <a:pt x="0" y="109"/>
                    <a:pt x="0" y="245"/>
                  </a:cubicBezTo>
                  <a:cubicBezTo>
                    <a:pt x="0" y="388"/>
                    <a:pt x="115" y="496"/>
                    <a:pt x="251" y="496"/>
                  </a:cubicBezTo>
                  <a:cubicBezTo>
                    <a:pt x="387" y="496"/>
                    <a:pt x="503" y="388"/>
                    <a:pt x="503" y="245"/>
                  </a:cubicBezTo>
                  <a:cubicBezTo>
                    <a:pt x="503"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4" name="Google Shape;13174;p31"/>
            <p:cNvSpPr/>
            <p:nvPr/>
          </p:nvSpPr>
          <p:spPr>
            <a:xfrm>
              <a:off x="3064375" y="2024425"/>
              <a:ext cx="12375" cy="12400"/>
            </a:xfrm>
            <a:custGeom>
              <a:avLst/>
              <a:gdLst/>
              <a:ahLst/>
              <a:cxnLst/>
              <a:rect l="l" t="t" r="r" b="b"/>
              <a:pathLst>
                <a:path w="495" h="496" extrusionOk="0">
                  <a:moveTo>
                    <a:pt x="243" y="0"/>
                  </a:moveTo>
                  <a:cubicBezTo>
                    <a:pt x="107" y="0"/>
                    <a:pt x="1" y="109"/>
                    <a:pt x="1" y="245"/>
                  </a:cubicBezTo>
                  <a:cubicBezTo>
                    <a:pt x="1" y="388"/>
                    <a:pt x="107" y="496"/>
                    <a:pt x="243" y="496"/>
                  </a:cubicBezTo>
                  <a:cubicBezTo>
                    <a:pt x="388" y="496"/>
                    <a:pt x="495" y="388"/>
                    <a:pt x="495" y="245"/>
                  </a:cubicBezTo>
                  <a:cubicBezTo>
                    <a:pt x="495" y="109"/>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5" name="Google Shape;13175;p31"/>
            <p:cNvSpPr/>
            <p:nvPr/>
          </p:nvSpPr>
          <p:spPr>
            <a:xfrm>
              <a:off x="3156125" y="20244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6" name="Google Shape;13176;p31"/>
            <p:cNvSpPr/>
            <p:nvPr/>
          </p:nvSpPr>
          <p:spPr>
            <a:xfrm>
              <a:off x="3247875" y="2024425"/>
              <a:ext cx="12575" cy="12400"/>
            </a:xfrm>
            <a:custGeom>
              <a:avLst/>
              <a:gdLst/>
              <a:ahLst/>
              <a:cxnLst/>
              <a:rect l="l" t="t" r="r" b="b"/>
              <a:pathLst>
                <a:path w="503"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7" name="Google Shape;13177;p31"/>
            <p:cNvSpPr/>
            <p:nvPr/>
          </p:nvSpPr>
          <p:spPr>
            <a:xfrm>
              <a:off x="3339850" y="2024425"/>
              <a:ext cx="12525" cy="12400"/>
            </a:xfrm>
            <a:custGeom>
              <a:avLst/>
              <a:gdLst/>
              <a:ahLst/>
              <a:cxnLst/>
              <a:rect l="l" t="t" r="r" b="b"/>
              <a:pathLst>
                <a:path w="501" h="496" extrusionOk="0">
                  <a:moveTo>
                    <a:pt x="251" y="0"/>
                  </a:moveTo>
                  <a:cubicBezTo>
                    <a:pt x="107" y="0"/>
                    <a:pt x="0" y="109"/>
                    <a:pt x="0" y="245"/>
                  </a:cubicBezTo>
                  <a:cubicBezTo>
                    <a:pt x="0" y="388"/>
                    <a:pt x="107" y="496"/>
                    <a:pt x="251" y="496"/>
                  </a:cubicBezTo>
                  <a:cubicBezTo>
                    <a:pt x="387" y="496"/>
                    <a:pt x="501" y="388"/>
                    <a:pt x="501" y="245"/>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8" name="Google Shape;13178;p31"/>
            <p:cNvSpPr/>
            <p:nvPr/>
          </p:nvSpPr>
          <p:spPr>
            <a:xfrm>
              <a:off x="3431575" y="20244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9" name="Google Shape;13179;p31"/>
            <p:cNvSpPr/>
            <p:nvPr/>
          </p:nvSpPr>
          <p:spPr>
            <a:xfrm>
              <a:off x="3523550" y="2024425"/>
              <a:ext cx="12375" cy="12400"/>
            </a:xfrm>
            <a:custGeom>
              <a:avLst/>
              <a:gdLst/>
              <a:ahLst/>
              <a:cxnLst/>
              <a:rect l="l" t="t" r="r" b="b"/>
              <a:pathLst>
                <a:path w="495" h="496" extrusionOk="0">
                  <a:moveTo>
                    <a:pt x="250" y="0"/>
                  </a:moveTo>
                  <a:cubicBezTo>
                    <a:pt x="107" y="0"/>
                    <a:pt x="0" y="109"/>
                    <a:pt x="0" y="245"/>
                  </a:cubicBezTo>
                  <a:cubicBezTo>
                    <a:pt x="0" y="388"/>
                    <a:pt x="107" y="496"/>
                    <a:pt x="250" y="496"/>
                  </a:cubicBezTo>
                  <a:cubicBezTo>
                    <a:pt x="388" y="496"/>
                    <a:pt x="494" y="388"/>
                    <a:pt x="494" y="245"/>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0" name="Google Shape;13180;p31"/>
            <p:cNvSpPr/>
            <p:nvPr/>
          </p:nvSpPr>
          <p:spPr>
            <a:xfrm>
              <a:off x="676400" y="21162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1" name="Google Shape;13181;p31"/>
            <p:cNvSpPr/>
            <p:nvPr/>
          </p:nvSpPr>
          <p:spPr>
            <a:xfrm>
              <a:off x="768325" y="2116225"/>
              <a:ext cx="12400" cy="12525"/>
            </a:xfrm>
            <a:custGeom>
              <a:avLst/>
              <a:gdLst/>
              <a:ahLst/>
              <a:cxnLst/>
              <a:rect l="l" t="t" r="r" b="b"/>
              <a:pathLst>
                <a:path w="496" h="501" extrusionOk="0">
                  <a:moveTo>
                    <a:pt x="245" y="0"/>
                  </a:moveTo>
                  <a:cubicBezTo>
                    <a:pt x="109" y="0"/>
                    <a:pt x="0" y="114"/>
                    <a:pt x="0" y="250"/>
                  </a:cubicBezTo>
                  <a:cubicBezTo>
                    <a:pt x="0" y="387"/>
                    <a:pt x="109" y="501"/>
                    <a:pt x="245" y="501"/>
                  </a:cubicBezTo>
                  <a:cubicBezTo>
                    <a:pt x="388" y="501"/>
                    <a:pt x="496" y="387"/>
                    <a:pt x="496" y="250"/>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2" name="Google Shape;13182;p31"/>
            <p:cNvSpPr/>
            <p:nvPr/>
          </p:nvSpPr>
          <p:spPr>
            <a:xfrm>
              <a:off x="860125" y="2116225"/>
              <a:ext cx="12525" cy="12525"/>
            </a:xfrm>
            <a:custGeom>
              <a:avLst/>
              <a:gdLst/>
              <a:ahLst/>
              <a:cxnLst/>
              <a:rect l="l" t="t" r="r" b="b"/>
              <a:pathLst>
                <a:path w="501" h="501" extrusionOk="0">
                  <a:moveTo>
                    <a:pt x="251" y="0"/>
                  </a:moveTo>
                  <a:cubicBezTo>
                    <a:pt x="114" y="0"/>
                    <a:pt x="0" y="114"/>
                    <a:pt x="0" y="250"/>
                  </a:cubicBezTo>
                  <a:cubicBezTo>
                    <a:pt x="0" y="387"/>
                    <a:pt x="114" y="501"/>
                    <a:pt x="251" y="501"/>
                  </a:cubicBezTo>
                  <a:cubicBezTo>
                    <a:pt x="387" y="501"/>
                    <a:pt x="501" y="387"/>
                    <a:pt x="501" y="250"/>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3" name="Google Shape;13183;p31"/>
            <p:cNvSpPr/>
            <p:nvPr/>
          </p:nvSpPr>
          <p:spPr>
            <a:xfrm>
              <a:off x="951850" y="21162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4" name="Google Shape;13184;p31"/>
            <p:cNvSpPr/>
            <p:nvPr/>
          </p:nvSpPr>
          <p:spPr>
            <a:xfrm>
              <a:off x="1043825" y="2116225"/>
              <a:ext cx="12375" cy="12525"/>
            </a:xfrm>
            <a:custGeom>
              <a:avLst/>
              <a:gdLst/>
              <a:ahLst/>
              <a:cxnLst/>
              <a:rect l="l" t="t" r="r" b="b"/>
              <a:pathLst>
                <a:path w="495" h="501" extrusionOk="0">
                  <a:moveTo>
                    <a:pt x="250" y="0"/>
                  </a:moveTo>
                  <a:cubicBezTo>
                    <a:pt x="107" y="0"/>
                    <a:pt x="0" y="114"/>
                    <a:pt x="0" y="250"/>
                  </a:cubicBezTo>
                  <a:cubicBezTo>
                    <a:pt x="0" y="387"/>
                    <a:pt x="107" y="501"/>
                    <a:pt x="250" y="501"/>
                  </a:cubicBezTo>
                  <a:cubicBezTo>
                    <a:pt x="388" y="501"/>
                    <a:pt x="494" y="387"/>
                    <a:pt x="494" y="250"/>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5" name="Google Shape;13185;p31"/>
            <p:cNvSpPr/>
            <p:nvPr/>
          </p:nvSpPr>
          <p:spPr>
            <a:xfrm>
              <a:off x="1135575" y="2116225"/>
              <a:ext cx="12575" cy="12525"/>
            </a:xfrm>
            <a:custGeom>
              <a:avLst/>
              <a:gdLst/>
              <a:ahLst/>
              <a:cxnLst/>
              <a:rect l="l" t="t" r="r" b="b"/>
              <a:pathLst>
                <a:path w="503" h="501" extrusionOk="0">
                  <a:moveTo>
                    <a:pt x="252" y="0"/>
                  </a:moveTo>
                  <a:cubicBezTo>
                    <a:pt x="116" y="0"/>
                    <a:pt x="0" y="114"/>
                    <a:pt x="0" y="250"/>
                  </a:cubicBezTo>
                  <a:cubicBezTo>
                    <a:pt x="0" y="387"/>
                    <a:pt x="116" y="501"/>
                    <a:pt x="252" y="501"/>
                  </a:cubicBezTo>
                  <a:cubicBezTo>
                    <a:pt x="387" y="501"/>
                    <a:pt x="503" y="387"/>
                    <a:pt x="503" y="250"/>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6" name="Google Shape;13186;p31"/>
            <p:cNvSpPr/>
            <p:nvPr/>
          </p:nvSpPr>
          <p:spPr>
            <a:xfrm>
              <a:off x="1227500" y="2116225"/>
              <a:ext cx="12400" cy="12525"/>
            </a:xfrm>
            <a:custGeom>
              <a:avLst/>
              <a:gdLst/>
              <a:ahLst/>
              <a:cxnLst/>
              <a:rect l="l" t="t" r="r" b="b"/>
              <a:pathLst>
                <a:path w="496" h="501" extrusionOk="0">
                  <a:moveTo>
                    <a:pt x="251" y="0"/>
                  </a:moveTo>
                  <a:cubicBezTo>
                    <a:pt x="109" y="0"/>
                    <a:pt x="0" y="114"/>
                    <a:pt x="0" y="250"/>
                  </a:cubicBezTo>
                  <a:cubicBezTo>
                    <a:pt x="0" y="387"/>
                    <a:pt x="109" y="501"/>
                    <a:pt x="251" y="501"/>
                  </a:cubicBezTo>
                  <a:cubicBezTo>
                    <a:pt x="387" y="501"/>
                    <a:pt x="496" y="387"/>
                    <a:pt x="496" y="250"/>
                  </a:cubicBezTo>
                  <a:cubicBezTo>
                    <a:pt x="496"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7" name="Google Shape;13187;p31"/>
            <p:cNvSpPr/>
            <p:nvPr/>
          </p:nvSpPr>
          <p:spPr>
            <a:xfrm>
              <a:off x="1319275" y="2116225"/>
              <a:ext cx="12550" cy="12525"/>
            </a:xfrm>
            <a:custGeom>
              <a:avLst/>
              <a:gdLst/>
              <a:ahLst/>
              <a:cxnLst/>
              <a:rect l="l" t="t" r="r" b="b"/>
              <a:pathLst>
                <a:path w="502" h="501" extrusionOk="0">
                  <a:moveTo>
                    <a:pt x="252" y="0"/>
                  </a:moveTo>
                  <a:cubicBezTo>
                    <a:pt x="114" y="0"/>
                    <a:pt x="1" y="114"/>
                    <a:pt x="1" y="250"/>
                  </a:cubicBezTo>
                  <a:cubicBezTo>
                    <a:pt x="1" y="387"/>
                    <a:pt x="114" y="501"/>
                    <a:pt x="252" y="501"/>
                  </a:cubicBezTo>
                  <a:cubicBezTo>
                    <a:pt x="388" y="501"/>
                    <a:pt x="501" y="387"/>
                    <a:pt x="501" y="250"/>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8" name="Google Shape;13188;p31"/>
            <p:cNvSpPr/>
            <p:nvPr/>
          </p:nvSpPr>
          <p:spPr>
            <a:xfrm>
              <a:off x="1411200" y="2116225"/>
              <a:ext cx="12425" cy="12525"/>
            </a:xfrm>
            <a:custGeom>
              <a:avLst/>
              <a:gdLst/>
              <a:ahLst/>
              <a:cxnLst/>
              <a:rect l="l" t="t" r="r" b="b"/>
              <a:pathLst>
                <a:path w="497" h="501" extrusionOk="0">
                  <a:moveTo>
                    <a:pt x="245" y="0"/>
                  </a:moveTo>
                  <a:cubicBezTo>
                    <a:pt x="109" y="0"/>
                    <a:pt x="1" y="114"/>
                    <a:pt x="1" y="250"/>
                  </a:cubicBezTo>
                  <a:cubicBezTo>
                    <a:pt x="1" y="387"/>
                    <a:pt x="109" y="501"/>
                    <a:pt x="245" y="501"/>
                  </a:cubicBezTo>
                  <a:cubicBezTo>
                    <a:pt x="388" y="501"/>
                    <a:pt x="496" y="387"/>
                    <a:pt x="496" y="250"/>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9" name="Google Shape;13189;p31"/>
            <p:cNvSpPr/>
            <p:nvPr/>
          </p:nvSpPr>
          <p:spPr>
            <a:xfrm>
              <a:off x="1503000" y="2116225"/>
              <a:ext cx="12525" cy="12525"/>
            </a:xfrm>
            <a:custGeom>
              <a:avLst/>
              <a:gdLst/>
              <a:ahLst/>
              <a:cxnLst/>
              <a:rect l="l" t="t" r="r" b="b"/>
              <a:pathLst>
                <a:path w="501" h="501" extrusionOk="0">
                  <a:moveTo>
                    <a:pt x="250" y="0"/>
                  </a:moveTo>
                  <a:cubicBezTo>
                    <a:pt x="114" y="0"/>
                    <a:pt x="0" y="114"/>
                    <a:pt x="0" y="250"/>
                  </a:cubicBezTo>
                  <a:cubicBezTo>
                    <a:pt x="0" y="387"/>
                    <a:pt x="114" y="501"/>
                    <a:pt x="250" y="501"/>
                  </a:cubicBezTo>
                  <a:cubicBezTo>
                    <a:pt x="387" y="501"/>
                    <a:pt x="501" y="387"/>
                    <a:pt x="501" y="250"/>
                  </a:cubicBezTo>
                  <a:cubicBezTo>
                    <a:pt x="501" y="114"/>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0" name="Google Shape;13190;p31"/>
            <p:cNvSpPr/>
            <p:nvPr/>
          </p:nvSpPr>
          <p:spPr>
            <a:xfrm>
              <a:off x="1594750" y="2116225"/>
              <a:ext cx="12575" cy="12525"/>
            </a:xfrm>
            <a:custGeom>
              <a:avLst/>
              <a:gdLst/>
              <a:ahLst/>
              <a:cxnLst/>
              <a:rect l="l" t="t" r="r" b="b"/>
              <a:pathLst>
                <a:path w="503" h="501" extrusionOk="0">
                  <a:moveTo>
                    <a:pt x="251" y="0"/>
                  </a:moveTo>
                  <a:cubicBezTo>
                    <a:pt x="115" y="0"/>
                    <a:pt x="0" y="114"/>
                    <a:pt x="0" y="250"/>
                  </a:cubicBezTo>
                  <a:cubicBezTo>
                    <a:pt x="0" y="387"/>
                    <a:pt x="115" y="501"/>
                    <a:pt x="251" y="501"/>
                  </a:cubicBezTo>
                  <a:cubicBezTo>
                    <a:pt x="394" y="501"/>
                    <a:pt x="503" y="387"/>
                    <a:pt x="503" y="250"/>
                  </a:cubicBezTo>
                  <a:cubicBezTo>
                    <a:pt x="503" y="114"/>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1" name="Google Shape;13191;p31"/>
            <p:cNvSpPr/>
            <p:nvPr/>
          </p:nvSpPr>
          <p:spPr>
            <a:xfrm>
              <a:off x="1686650" y="21162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2" name="Google Shape;13192;p31"/>
            <p:cNvSpPr/>
            <p:nvPr/>
          </p:nvSpPr>
          <p:spPr>
            <a:xfrm>
              <a:off x="1778450" y="2116225"/>
              <a:ext cx="12550" cy="12525"/>
            </a:xfrm>
            <a:custGeom>
              <a:avLst/>
              <a:gdLst/>
              <a:ahLst/>
              <a:cxnLst/>
              <a:rect l="l" t="t" r="r" b="b"/>
              <a:pathLst>
                <a:path w="502" h="501" extrusionOk="0">
                  <a:moveTo>
                    <a:pt x="252" y="0"/>
                  </a:moveTo>
                  <a:cubicBezTo>
                    <a:pt x="114" y="0"/>
                    <a:pt x="1" y="114"/>
                    <a:pt x="1" y="250"/>
                  </a:cubicBezTo>
                  <a:cubicBezTo>
                    <a:pt x="1" y="387"/>
                    <a:pt x="114" y="501"/>
                    <a:pt x="252" y="501"/>
                  </a:cubicBezTo>
                  <a:cubicBezTo>
                    <a:pt x="388" y="501"/>
                    <a:pt x="501" y="387"/>
                    <a:pt x="501" y="250"/>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3" name="Google Shape;13193;p31"/>
            <p:cNvSpPr/>
            <p:nvPr/>
          </p:nvSpPr>
          <p:spPr>
            <a:xfrm>
              <a:off x="1870375" y="2116225"/>
              <a:ext cx="12400" cy="12525"/>
            </a:xfrm>
            <a:custGeom>
              <a:avLst/>
              <a:gdLst/>
              <a:ahLst/>
              <a:cxnLst/>
              <a:rect l="l" t="t" r="r" b="b"/>
              <a:pathLst>
                <a:path w="496" h="501" extrusionOk="0">
                  <a:moveTo>
                    <a:pt x="252" y="0"/>
                  </a:moveTo>
                  <a:cubicBezTo>
                    <a:pt x="109" y="0"/>
                    <a:pt x="0" y="114"/>
                    <a:pt x="0" y="250"/>
                  </a:cubicBezTo>
                  <a:cubicBezTo>
                    <a:pt x="0" y="387"/>
                    <a:pt x="109" y="501"/>
                    <a:pt x="252" y="501"/>
                  </a:cubicBezTo>
                  <a:cubicBezTo>
                    <a:pt x="387" y="501"/>
                    <a:pt x="496" y="387"/>
                    <a:pt x="496" y="250"/>
                  </a:cubicBezTo>
                  <a:cubicBezTo>
                    <a:pt x="496"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4" name="Google Shape;13194;p31"/>
            <p:cNvSpPr/>
            <p:nvPr/>
          </p:nvSpPr>
          <p:spPr>
            <a:xfrm>
              <a:off x="1962150" y="2116225"/>
              <a:ext cx="12550" cy="12525"/>
            </a:xfrm>
            <a:custGeom>
              <a:avLst/>
              <a:gdLst/>
              <a:ahLst/>
              <a:cxnLst/>
              <a:rect l="l" t="t" r="r" b="b"/>
              <a:pathLst>
                <a:path w="502" h="501" extrusionOk="0">
                  <a:moveTo>
                    <a:pt x="250" y="0"/>
                  </a:moveTo>
                  <a:cubicBezTo>
                    <a:pt x="114" y="0"/>
                    <a:pt x="1" y="114"/>
                    <a:pt x="1" y="250"/>
                  </a:cubicBezTo>
                  <a:cubicBezTo>
                    <a:pt x="1" y="387"/>
                    <a:pt x="114" y="501"/>
                    <a:pt x="250" y="501"/>
                  </a:cubicBezTo>
                  <a:cubicBezTo>
                    <a:pt x="388" y="501"/>
                    <a:pt x="502" y="387"/>
                    <a:pt x="502" y="250"/>
                  </a:cubicBezTo>
                  <a:cubicBezTo>
                    <a:pt x="502"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5" name="Google Shape;13195;p31"/>
            <p:cNvSpPr/>
            <p:nvPr/>
          </p:nvSpPr>
          <p:spPr>
            <a:xfrm>
              <a:off x="2054075" y="2116225"/>
              <a:ext cx="12425" cy="12525"/>
            </a:xfrm>
            <a:custGeom>
              <a:avLst/>
              <a:gdLst/>
              <a:ahLst/>
              <a:cxnLst/>
              <a:rect l="l" t="t" r="r" b="b"/>
              <a:pathLst>
                <a:path w="497" h="501" extrusionOk="0">
                  <a:moveTo>
                    <a:pt x="252" y="0"/>
                  </a:moveTo>
                  <a:cubicBezTo>
                    <a:pt x="109" y="0"/>
                    <a:pt x="1" y="114"/>
                    <a:pt x="1" y="250"/>
                  </a:cubicBezTo>
                  <a:cubicBezTo>
                    <a:pt x="1" y="387"/>
                    <a:pt x="109" y="501"/>
                    <a:pt x="252" y="501"/>
                  </a:cubicBezTo>
                  <a:cubicBezTo>
                    <a:pt x="388" y="501"/>
                    <a:pt x="496" y="387"/>
                    <a:pt x="496" y="250"/>
                  </a:cubicBezTo>
                  <a:cubicBezTo>
                    <a:pt x="496"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6" name="Google Shape;13196;p31"/>
            <p:cNvSpPr/>
            <p:nvPr/>
          </p:nvSpPr>
          <p:spPr>
            <a:xfrm>
              <a:off x="2145825" y="21162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7" name="Google Shape;13197;p31"/>
            <p:cNvSpPr/>
            <p:nvPr/>
          </p:nvSpPr>
          <p:spPr>
            <a:xfrm>
              <a:off x="2237800" y="2116225"/>
              <a:ext cx="12350" cy="12525"/>
            </a:xfrm>
            <a:custGeom>
              <a:avLst/>
              <a:gdLst/>
              <a:ahLst/>
              <a:cxnLst/>
              <a:rect l="l" t="t" r="r" b="b"/>
              <a:pathLst>
                <a:path w="494" h="501" extrusionOk="0">
                  <a:moveTo>
                    <a:pt x="244" y="0"/>
                  </a:moveTo>
                  <a:cubicBezTo>
                    <a:pt x="107" y="0"/>
                    <a:pt x="0" y="114"/>
                    <a:pt x="0" y="250"/>
                  </a:cubicBezTo>
                  <a:cubicBezTo>
                    <a:pt x="0" y="387"/>
                    <a:pt x="107" y="501"/>
                    <a:pt x="244" y="501"/>
                  </a:cubicBezTo>
                  <a:cubicBezTo>
                    <a:pt x="387" y="501"/>
                    <a:pt x="494" y="387"/>
                    <a:pt x="494" y="250"/>
                  </a:cubicBezTo>
                  <a:cubicBezTo>
                    <a:pt x="494" y="114"/>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8" name="Google Shape;13198;p31"/>
            <p:cNvSpPr/>
            <p:nvPr/>
          </p:nvSpPr>
          <p:spPr>
            <a:xfrm>
              <a:off x="2329550" y="2116225"/>
              <a:ext cx="12575" cy="12525"/>
            </a:xfrm>
            <a:custGeom>
              <a:avLst/>
              <a:gdLst/>
              <a:ahLst/>
              <a:cxnLst/>
              <a:rect l="l" t="t" r="r" b="b"/>
              <a:pathLst>
                <a:path w="503" h="501" extrusionOk="0">
                  <a:moveTo>
                    <a:pt x="251" y="0"/>
                  </a:moveTo>
                  <a:cubicBezTo>
                    <a:pt x="115" y="0"/>
                    <a:pt x="0" y="114"/>
                    <a:pt x="0" y="250"/>
                  </a:cubicBezTo>
                  <a:cubicBezTo>
                    <a:pt x="0" y="387"/>
                    <a:pt x="115" y="501"/>
                    <a:pt x="251" y="501"/>
                  </a:cubicBezTo>
                  <a:cubicBezTo>
                    <a:pt x="387" y="501"/>
                    <a:pt x="502" y="387"/>
                    <a:pt x="502" y="250"/>
                  </a:cubicBezTo>
                  <a:cubicBezTo>
                    <a:pt x="502"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9" name="Google Shape;13199;p31"/>
            <p:cNvSpPr/>
            <p:nvPr/>
          </p:nvSpPr>
          <p:spPr>
            <a:xfrm>
              <a:off x="2421325" y="2116225"/>
              <a:ext cx="12550" cy="12525"/>
            </a:xfrm>
            <a:custGeom>
              <a:avLst/>
              <a:gdLst/>
              <a:ahLst/>
              <a:cxnLst/>
              <a:rect l="l" t="t" r="r" b="b"/>
              <a:pathLst>
                <a:path w="502" h="501" extrusionOk="0">
                  <a:moveTo>
                    <a:pt x="250" y="0"/>
                  </a:moveTo>
                  <a:cubicBezTo>
                    <a:pt x="114" y="0"/>
                    <a:pt x="1" y="114"/>
                    <a:pt x="1" y="250"/>
                  </a:cubicBezTo>
                  <a:cubicBezTo>
                    <a:pt x="1" y="387"/>
                    <a:pt x="114" y="501"/>
                    <a:pt x="250" y="501"/>
                  </a:cubicBezTo>
                  <a:cubicBezTo>
                    <a:pt x="395" y="501"/>
                    <a:pt x="501" y="387"/>
                    <a:pt x="501" y="250"/>
                  </a:cubicBezTo>
                  <a:cubicBezTo>
                    <a:pt x="501" y="114"/>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0" name="Google Shape;13200;p31"/>
            <p:cNvSpPr/>
            <p:nvPr/>
          </p:nvSpPr>
          <p:spPr>
            <a:xfrm>
              <a:off x="2513250" y="2116225"/>
              <a:ext cx="12575" cy="12525"/>
            </a:xfrm>
            <a:custGeom>
              <a:avLst/>
              <a:gdLst/>
              <a:ahLst/>
              <a:cxnLst/>
              <a:rect l="l" t="t" r="r" b="b"/>
              <a:pathLst>
                <a:path w="503" h="501" extrusionOk="0">
                  <a:moveTo>
                    <a:pt x="252" y="0"/>
                  </a:moveTo>
                  <a:cubicBezTo>
                    <a:pt x="109" y="0"/>
                    <a:pt x="0" y="114"/>
                    <a:pt x="0" y="250"/>
                  </a:cubicBezTo>
                  <a:cubicBezTo>
                    <a:pt x="0" y="387"/>
                    <a:pt x="109"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1" name="Google Shape;13201;p31"/>
            <p:cNvSpPr/>
            <p:nvPr/>
          </p:nvSpPr>
          <p:spPr>
            <a:xfrm>
              <a:off x="2605000" y="2116225"/>
              <a:ext cx="12575" cy="12525"/>
            </a:xfrm>
            <a:custGeom>
              <a:avLst/>
              <a:gdLst/>
              <a:ahLst/>
              <a:cxnLst/>
              <a:rect l="l" t="t" r="r" b="b"/>
              <a:pathLst>
                <a:path w="503" h="501" extrusionOk="0">
                  <a:moveTo>
                    <a:pt x="252" y="0"/>
                  </a:moveTo>
                  <a:cubicBezTo>
                    <a:pt x="116" y="0"/>
                    <a:pt x="0" y="114"/>
                    <a:pt x="0" y="250"/>
                  </a:cubicBezTo>
                  <a:cubicBezTo>
                    <a:pt x="0" y="387"/>
                    <a:pt x="116" y="501"/>
                    <a:pt x="252" y="501"/>
                  </a:cubicBezTo>
                  <a:cubicBezTo>
                    <a:pt x="387" y="501"/>
                    <a:pt x="503" y="387"/>
                    <a:pt x="503" y="250"/>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2" name="Google Shape;13202;p31"/>
            <p:cNvSpPr/>
            <p:nvPr/>
          </p:nvSpPr>
          <p:spPr>
            <a:xfrm>
              <a:off x="2696950" y="2116225"/>
              <a:ext cx="12375" cy="12525"/>
            </a:xfrm>
            <a:custGeom>
              <a:avLst/>
              <a:gdLst/>
              <a:ahLst/>
              <a:cxnLst/>
              <a:rect l="l" t="t" r="r" b="b"/>
              <a:pathLst>
                <a:path w="495" h="501" extrusionOk="0">
                  <a:moveTo>
                    <a:pt x="252" y="0"/>
                  </a:moveTo>
                  <a:cubicBezTo>
                    <a:pt x="108" y="0"/>
                    <a:pt x="1" y="114"/>
                    <a:pt x="1" y="250"/>
                  </a:cubicBezTo>
                  <a:cubicBezTo>
                    <a:pt x="1" y="387"/>
                    <a:pt x="108" y="501"/>
                    <a:pt x="252" y="501"/>
                  </a:cubicBezTo>
                  <a:cubicBezTo>
                    <a:pt x="388" y="501"/>
                    <a:pt x="495" y="387"/>
                    <a:pt x="495" y="250"/>
                  </a:cubicBezTo>
                  <a:cubicBezTo>
                    <a:pt x="495"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3" name="Google Shape;13203;p31"/>
            <p:cNvSpPr/>
            <p:nvPr/>
          </p:nvSpPr>
          <p:spPr>
            <a:xfrm>
              <a:off x="2788700" y="21162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4" name="Google Shape;13204;p31"/>
            <p:cNvSpPr/>
            <p:nvPr/>
          </p:nvSpPr>
          <p:spPr>
            <a:xfrm>
              <a:off x="2880675" y="2116225"/>
              <a:ext cx="12375" cy="12525"/>
            </a:xfrm>
            <a:custGeom>
              <a:avLst/>
              <a:gdLst/>
              <a:ahLst/>
              <a:cxnLst/>
              <a:rect l="l" t="t" r="r" b="b"/>
              <a:pathLst>
                <a:path w="495" h="501" extrusionOk="0">
                  <a:moveTo>
                    <a:pt x="243" y="0"/>
                  </a:moveTo>
                  <a:cubicBezTo>
                    <a:pt x="107" y="0"/>
                    <a:pt x="0" y="114"/>
                    <a:pt x="0" y="250"/>
                  </a:cubicBezTo>
                  <a:cubicBezTo>
                    <a:pt x="0" y="387"/>
                    <a:pt x="107" y="501"/>
                    <a:pt x="243" y="501"/>
                  </a:cubicBezTo>
                  <a:cubicBezTo>
                    <a:pt x="387" y="501"/>
                    <a:pt x="494" y="387"/>
                    <a:pt x="494" y="250"/>
                  </a:cubicBezTo>
                  <a:cubicBezTo>
                    <a:pt x="494" y="114"/>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5" name="Google Shape;13205;p31"/>
            <p:cNvSpPr/>
            <p:nvPr/>
          </p:nvSpPr>
          <p:spPr>
            <a:xfrm>
              <a:off x="2972425" y="2116225"/>
              <a:ext cx="12575" cy="12525"/>
            </a:xfrm>
            <a:custGeom>
              <a:avLst/>
              <a:gdLst/>
              <a:ahLst/>
              <a:cxnLst/>
              <a:rect l="l" t="t" r="r" b="b"/>
              <a:pathLst>
                <a:path w="503" h="501" extrusionOk="0">
                  <a:moveTo>
                    <a:pt x="251" y="0"/>
                  </a:moveTo>
                  <a:cubicBezTo>
                    <a:pt x="115" y="0"/>
                    <a:pt x="0" y="114"/>
                    <a:pt x="0" y="250"/>
                  </a:cubicBezTo>
                  <a:cubicBezTo>
                    <a:pt x="0" y="387"/>
                    <a:pt x="115" y="501"/>
                    <a:pt x="251" y="501"/>
                  </a:cubicBezTo>
                  <a:cubicBezTo>
                    <a:pt x="387" y="501"/>
                    <a:pt x="503" y="387"/>
                    <a:pt x="503" y="250"/>
                  </a:cubicBezTo>
                  <a:cubicBezTo>
                    <a:pt x="503"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6" name="Google Shape;13206;p31"/>
            <p:cNvSpPr/>
            <p:nvPr/>
          </p:nvSpPr>
          <p:spPr>
            <a:xfrm>
              <a:off x="3064375" y="2116225"/>
              <a:ext cx="12375" cy="12525"/>
            </a:xfrm>
            <a:custGeom>
              <a:avLst/>
              <a:gdLst/>
              <a:ahLst/>
              <a:cxnLst/>
              <a:rect l="l" t="t" r="r" b="b"/>
              <a:pathLst>
                <a:path w="495" h="501" extrusionOk="0">
                  <a:moveTo>
                    <a:pt x="243" y="0"/>
                  </a:moveTo>
                  <a:cubicBezTo>
                    <a:pt x="107" y="0"/>
                    <a:pt x="1" y="114"/>
                    <a:pt x="1" y="250"/>
                  </a:cubicBezTo>
                  <a:cubicBezTo>
                    <a:pt x="1" y="387"/>
                    <a:pt x="107" y="501"/>
                    <a:pt x="243" y="501"/>
                  </a:cubicBezTo>
                  <a:cubicBezTo>
                    <a:pt x="388" y="501"/>
                    <a:pt x="495" y="387"/>
                    <a:pt x="495" y="250"/>
                  </a:cubicBezTo>
                  <a:cubicBezTo>
                    <a:pt x="495" y="114"/>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7" name="Google Shape;13207;p31"/>
            <p:cNvSpPr/>
            <p:nvPr/>
          </p:nvSpPr>
          <p:spPr>
            <a:xfrm>
              <a:off x="3156125" y="21162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8" name="Google Shape;13208;p31"/>
            <p:cNvSpPr/>
            <p:nvPr/>
          </p:nvSpPr>
          <p:spPr>
            <a:xfrm>
              <a:off x="3247875" y="2116225"/>
              <a:ext cx="12575" cy="12525"/>
            </a:xfrm>
            <a:custGeom>
              <a:avLst/>
              <a:gdLst/>
              <a:ahLst/>
              <a:cxnLst/>
              <a:rect l="l" t="t" r="r" b="b"/>
              <a:pathLst>
                <a:path w="503"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9" name="Google Shape;13209;p31"/>
            <p:cNvSpPr/>
            <p:nvPr/>
          </p:nvSpPr>
          <p:spPr>
            <a:xfrm>
              <a:off x="3339850" y="2116225"/>
              <a:ext cx="12525" cy="12525"/>
            </a:xfrm>
            <a:custGeom>
              <a:avLst/>
              <a:gdLst/>
              <a:ahLst/>
              <a:cxnLst/>
              <a:rect l="l" t="t" r="r" b="b"/>
              <a:pathLst>
                <a:path w="501" h="501" extrusionOk="0">
                  <a:moveTo>
                    <a:pt x="251" y="0"/>
                  </a:moveTo>
                  <a:cubicBezTo>
                    <a:pt x="107" y="0"/>
                    <a:pt x="0" y="114"/>
                    <a:pt x="0" y="250"/>
                  </a:cubicBezTo>
                  <a:cubicBezTo>
                    <a:pt x="0" y="387"/>
                    <a:pt x="107" y="501"/>
                    <a:pt x="251" y="501"/>
                  </a:cubicBezTo>
                  <a:cubicBezTo>
                    <a:pt x="387" y="501"/>
                    <a:pt x="501" y="387"/>
                    <a:pt x="501" y="250"/>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0" name="Google Shape;13210;p31"/>
            <p:cNvSpPr/>
            <p:nvPr/>
          </p:nvSpPr>
          <p:spPr>
            <a:xfrm>
              <a:off x="3431575" y="21162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1" name="Google Shape;13211;p31"/>
            <p:cNvSpPr/>
            <p:nvPr/>
          </p:nvSpPr>
          <p:spPr>
            <a:xfrm>
              <a:off x="3523550" y="2116225"/>
              <a:ext cx="12375" cy="12525"/>
            </a:xfrm>
            <a:custGeom>
              <a:avLst/>
              <a:gdLst/>
              <a:ahLst/>
              <a:cxnLst/>
              <a:rect l="l" t="t" r="r" b="b"/>
              <a:pathLst>
                <a:path w="495" h="501" extrusionOk="0">
                  <a:moveTo>
                    <a:pt x="250" y="0"/>
                  </a:moveTo>
                  <a:cubicBezTo>
                    <a:pt x="107" y="0"/>
                    <a:pt x="0" y="114"/>
                    <a:pt x="0" y="250"/>
                  </a:cubicBezTo>
                  <a:cubicBezTo>
                    <a:pt x="0" y="387"/>
                    <a:pt x="107" y="501"/>
                    <a:pt x="250" y="501"/>
                  </a:cubicBezTo>
                  <a:cubicBezTo>
                    <a:pt x="388" y="501"/>
                    <a:pt x="494" y="387"/>
                    <a:pt x="494" y="250"/>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2" name="Google Shape;13212;p31"/>
            <p:cNvSpPr/>
            <p:nvPr/>
          </p:nvSpPr>
          <p:spPr>
            <a:xfrm>
              <a:off x="676400" y="22079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3" name="Google Shape;13213;p31"/>
            <p:cNvSpPr/>
            <p:nvPr/>
          </p:nvSpPr>
          <p:spPr>
            <a:xfrm>
              <a:off x="768325" y="2207950"/>
              <a:ext cx="12400" cy="12600"/>
            </a:xfrm>
            <a:custGeom>
              <a:avLst/>
              <a:gdLst/>
              <a:ahLst/>
              <a:cxnLst/>
              <a:rect l="l" t="t" r="r" b="b"/>
              <a:pathLst>
                <a:path w="496" h="504"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4" name="Google Shape;13214;p31"/>
            <p:cNvSpPr/>
            <p:nvPr/>
          </p:nvSpPr>
          <p:spPr>
            <a:xfrm>
              <a:off x="860125" y="2207950"/>
              <a:ext cx="12525" cy="12600"/>
            </a:xfrm>
            <a:custGeom>
              <a:avLst/>
              <a:gdLst/>
              <a:ahLst/>
              <a:cxnLst/>
              <a:rect l="l" t="t" r="r" b="b"/>
              <a:pathLst>
                <a:path w="501" h="504"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5" name="Google Shape;13215;p31"/>
            <p:cNvSpPr/>
            <p:nvPr/>
          </p:nvSpPr>
          <p:spPr>
            <a:xfrm>
              <a:off x="951850" y="22079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6" name="Google Shape;13216;p31"/>
            <p:cNvSpPr/>
            <p:nvPr/>
          </p:nvSpPr>
          <p:spPr>
            <a:xfrm>
              <a:off x="1043825" y="220795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7" name="Google Shape;13217;p31"/>
            <p:cNvSpPr/>
            <p:nvPr/>
          </p:nvSpPr>
          <p:spPr>
            <a:xfrm>
              <a:off x="1135575" y="220795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8" name="Google Shape;13218;p31"/>
            <p:cNvSpPr/>
            <p:nvPr/>
          </p:nvSpPr>
          <p:spPr>
            <a:xfrm>
              <a:off x="1227500" y="2207950"/>
              <a:ext cx="12400" cy="12600"/>
            </a:xfrm>
            <a:custGeom>
              <a:avLst/>
              <a:gdLst/>
              <a:ahLst/>
              <a:cxnLst/>
              <a:rect l="l" t="t" r="r" b="b"/>
              <a:pathLst>
                <a:path w="496" h="504"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9" name="Google Shape;13219;p31"/>
            <p:cNvSpPr/>
            <p:nvPr/>
          </p:nvSpPr>
          <p:spPr>
            <a:xfrm>
              <a:off x="1319275" y="220795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0" name="Google Shape;13220;p31"/>
            <p:cNvSpPr/>
            <p:nvPr/>
          </p:nvSpPr>
          <p:spPr>
            <a:xfrm>
              <a:off x="1411200" y="2207950"/>
              <a:ext cx="12425" cy="12600"/>
            </a:xfrm>
            <a:custGeom>
              <a:avLst/>
              <a:gdLst/>
              <a:ahLst/>
              <a:cxnLst/>
              <a:rect l="l" t="t" r="r" b="b"/>
              <a:pathLst>
                <a:path w="497" h="504"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1" name="Google Shape;13221;p31"/>
            <p:cNvSpPr/>
            <p:nvPr/>
          </p:nvSpPr>
          <p:spPr>
            <a:xfrm>
              <a:off x="1503000" y="2207950"/>
              <a:ext cx="12525" cy="12600"/>
            </a:xfrm>
            <a:custGeom>
              <a:avLst/>
              <a:gdLst/>
              <a:ahLst/>
              <a:cxnLst/>
              <a:rect l="l" t="t" r="r" b="b"/>
              <a:pathLst>
                <a:path w="501" h="504"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2" name="Google Shape;13222;p31"/>
            <p:cNvSpPr/>
            <p:nvPr/>
          </p:nvSpPr>
          <p:spPr>
            <a:xfrm>
              <a:off x="1594750" y="220795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3" name="Google Shape;13223;p31"/>
            <p:cNvSpPr/>
            <p:nvPr/>
          </p:nvSpPr>
          <p:spPr>
            <a:xfrm>
              <a:off x="1686650" y="22079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4" name="Google Shape;13224;p31"/>
            <p:cNvSpPr/>
            <p:nvPr/>
          </p:nvSpPr>
          <p:spPr>
            <a:xfrm>
              <a:off x="1778450" y="220795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5" name="Google Shape;13225;p31"/>
            <p:cNvSpPr/>
            <p:nvPr/>
          </p:nvSpPr>
          <p:spPr>
            <a:xfrm>
              <a:off x="1870375" y="2207950"/>
              <a:ext cx="12400" cy="12600"/>
            </a:xfrm>
            <a:custGeom>
              <a:avLst/>
              <a:gdLst/>
              <a:ahLst/>
              <a:cxnLst/>
              <a:rect l="l" t="t" r="r" b="b"/>
              <a:pathLst>
                <a:path w="496" h="504"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6" name="Google Shape;13226;p31"/>
            <p:cNvSpPr/>
            <p:nvPr/>
          </p:nvSpPr>
          <p:spPr>
            <a:xfrm>
              <a:off x="1962150" y="220795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7" name="Google Shape;13227;p31"/>
            <p:cNvSpPr/>
            <p:nvPr/>
          </p:nvSpPr>
          <p:spPr>
            <a:xfrm>
              <a:off x="2054075" y="2207950"/>
              <a:ext cx="12425" cy="12600"/>
            </a:xfrm>
            <a:custGeom>
              <a:avLst/>
              <a:gdLst/>
              <a:ahLst/>
              <a:cxnLst/>
              <a:rect l="l" t="t" r="r" b="b"/>
              <a:pathLst>
                <a:path w="497" h="504"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8" name="Google Shape;13228;p31"/>
            <p:cNvSpPr/>
            <p:nvPr/>
          </p:nvSpPr>
          <p:spPr>
            <a:xfrm>
              <a:off x="2145825" y="22079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9" name="Google Shape;13229;p31"/>
            <p:cNvSpPr/>
            <p:nvPr/>
          </p:nvSpPr>
          <p:spPr>
            <a:xfrm>
              <a:off x="2237800" y="2207950"/>
              <a:ext cx="12350" cy="12600"/>
            </a:xfrm>
            <a:custGeom>
              <a:avLst/>
              <a:gdLst/>
              <a:ahLst/>
              <a:cxnLst/>
              <a:rect l="l" t="t" r="r" b="b"/>
              <a:pathLst>
                <a:path w="494" h="504"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0" name="Google Shape;13230;p31"/>
            <p:cNvSpPr/>
            <p:nvPr/>
          </p:nvSpPr>
          <p:spPr>
            <a:xfrm>
              <a:off x="2329550" y="220795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1" name="Google Shape;13231;p31"/>
            <p:cNvSpPr/>
            <p:nvPr/>
          </p:nvSpPr>
          <p:spPr>
            <a:xfrm>
              <a:off x="2421325" y="220795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2" name="Google Shape;13232;p31"/>
            <p:cNvSpPr/>
            <p:nvPr/>
          </p:nvSpPr>
          <p:spPr>
            <a:xfrm>
              <a:off x="2513250" y="2207950"/>
              <a:ext cx="12575" cy="12600"/>
            </a:xfrm>
            <a:custGeom>
              <a:avLst/>
              <a:gdLst/>
              <a:ahLst/>
              <a:cxnLst/>
              <a:rect l="l" t="t" r="r" b="b"/>
              <a:pathLst>
                <a:path w="503" h="504"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3" name="Google Shape;13233;p31"/>
            <p:cNvSpPr/>
            <p:nvPr/>
          </p:nvSpPr>
          <p:spPr>
            <a:xfrm>
              <a:off x="2605000" y="220795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4" name="Google Shape;13234;p31"/>
            <p:cNvSpPr/>
            <p:nvPr/>
          </p:nvSpPr>
          <p:spPr>
            <a:xfrm>
              <a:off x="2696950" y="2207950"/>
              <a:ext cx="12375" cy="12600"/>
            </a:xfrm>
            <a:custGeom>
              <a:avLst/>
              <a:gdLst/>
              <a:ahLst/>
              <a:cxnLst/>
              <a:rect l="l" t="t" r="r" b="b"/>
              <a:pathLst>
                <a:path w="495" h="504"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5" name="Google Shape;13235;p31"/>
            <p:cNvSpPr/>
            <p:nvPr/>
          </p:nvSpPr>
          <p:spPr>
            <a:xfrm>
              <a:off x="2788700" y="22079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6" name="Google Shape;13236;p31"/>
            <p:cNvSpPr/>
            <p:nvPr/>
          </p:nvSpPr>
          <p:spPr>
            <a:xfrm>
              <a:off x="2880675" y="2207950"/>
              <a:ext cx="12375" cy="12600"/>
            </a:xfrm>
            <a:custGeom>
              <a:avLst/>
              <a:gdLst/>
              <a:ahLst/>
              <a:cxnLst/>
              <a:rect l="l" t="t" r="r" b="b"/>
              <a:pathLst>
                <a:path w="495" h="504"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7" name="Google Shape;13237;p31"/>
            <p:cNvSpPr/>
            <p:nvPr/>
          </p:nvSpPr>
          <p:spPr>
            <a:xfrm>
              <a:off x="2972425" y="220795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8" name="Google Shape;13238;p31"/>
            <p:cNvSpPr/>
            <p:nvPr/>
          </p:nvSpPr>
          <p:spPr>
            <a:xfrm>
              <a:off x="3064375" y="2207950"/>
              <a:ext cx="12375" cy="12600"/>
            </a:xfrm>
            <a:custGeom>
              <a:avLst/>
              <a:gdLst/>
              <a:ahLst/>
              <a:cxnLst/>
              <a:rect l="l" t="t" r="r" b="b"/>
              <a:pathLst>
                <a:path w="495" h="504"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9" name="Google Shape;13239;p31"/>
            <p:cNvSpPr/>
            <p:nvPr/>
          </p:nvSpPr>
          <p:spPr>
            <a:xfrm>
              <a:off x="3156125" y="22079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0" name="Google Shape;13240;p31"/>
            <p:cNvSpPr/>
            <p:nvPr/>
          </p:nvSpPr>
          <p:spPr>
            <a:xfrm>
              <a:off x="3247875" y="2207950"/>
              <a:ext cx="12575" cy="12600"/>
            </a:xfrm>
            <a:custGeom>
              <a:avLst/>
              <a:gdLst/>
              <a:ahLst/>
              <a:cxnLst/>
              <a:rect l="l" t="t" r="r" b="b"/>
              <a:pathLst>
                <a:path w="503"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1" name="Google Shape;13241;p31"/>
            <p:cNvSpPr/>
            <p:nvPr/>
          </p:nvSpPr>
          <p:spPr>
            <a:xfrm>
              <a:off x="3339850" y="2207950"/>
              <a:ext cx="12525" cy="12600"/>
            </a:xfrm>
            <a:custGeom>
              <a:avLst/>
              <a:gdLst/>
              <a:ahLst/>
              <a:cxnLst/>
              <a:rect l="l" t="t" r="r" b="b"/>
              <a:pathLst>
                <a:path w="501" h="504"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2" name="Google Shape;13242;p31"/>
            <p:cNvSpPr/>
            <p:nvPr/>
          </p:nvSpPr>
          <p:spPr>
            <a:xfrm>
              <a:off x="3431575" y="22079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3" name="Google Shape;13243;p31"/>
            <p:cNvSpPr/>
            <p:nvPr/>
          </p:nvSpPr>
          <p:spPr>
            <a:xfrm>
              <a:off x="3523550" y="220795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4" name="Google Shape;13244;p31"/>
            <p:cNvSpPr/>
            <p:nvPr/>
          </p:nvSpPr>
          <p:spPr>
            <a:xfrm>
              <a:off x="676400" y="2299875"/>
              <a:ext cx="12600" cy="12600"/>
            </a:xfrm>
            <a:custGeom>
              <a:avLst/>
              <a:gdLst/>
              <a:ahLst/>
              <a:cxnLst/>
              <a:rect l="l" t="t" r="r" b="b"/>
              <a:pathLst>
                <a:path w="504" h="504" extrusionOk="0">
                  <a:moveTo>
                    <a:pt x="252" y="1"/>
                  </a:moveTo>
                  <a:cubicBezTo>
                    <a:pt x="116" y="1"/>
                    <a:pt x="1" y="109"/>
                    <a:pt x="1" y="252"/>
                  </a:cubicBezTo>
                  <a:cubicBezTo>
                    <a:pt x="1" y="388"/>
                    <a:pt x="116" y="503"/>
                    <a:pt x="252" y="503"/>
                  </a:cubicBezTo>
                  <a:cubicBezTo>
                    <a:pt x="388" y="503"/>
                    <a:pt x="503" y="388"/>
                    <a:pt x="503" y="252"/>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5" name="Google Shape;13245;p31"/>
            <p:cNvSpPr/>
            <p:nvPr/>
          </p:nvSpPr>
          <p:spPr>
            <a:xfrm>
              <a:off x="768325" y="2299875"/>
              <a:ext cx="12400" cy="12600"/>
            </a:xfrm>
            <a:custGeom>
              <a:avLst/>
              <a:gdLst/>
              <a:ahLst/>
              <a:cxnLst/>
              <a:rect l="l" t="t" r="r" b="b"/>
              <a:pathLst>
                <a:path w="496" h="504" extrusionOk="0">
                  <a:moveTo>
                    <a:pt x="245" y="1"/>
                  </a:moveTo>
                  <a:cubicBezTo>
                    <a:pt x="109" y="1"/>
                    <a:pt x="0" y="109"/>
                    <a:pt x="0" y="252"/>
                  </a:cubicBezTo>
                  <a:cubicBezTo>
                    <a:pt x="0" y="388"/>
                    <a:pt x="109" y="503"/>
                    <a:pt x="245" y="503"/>
                  </a:cubicBezTo>
                  <a:cubicBezTo>
                    <a:pt x="388" y="503"/>
                    <a:pt x="496" y="388"/>
                    <a:pt x="496" y="252"/>
                  </a:cubicBezTo>
                  <a:cubicBezTo>
                    <a:pt x="496" y="109"/>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6" name="Google Shape;13246;p31"/>
            <p:cNvSpPr/>
            <p:nvPr/>
          </p:nvSpPr>
          <p:spPr>
            <a:xfrm>
              <a:off x="860125" y="2299875"/>
              <a:ext cx="12525" cy="12600"/>
            </a:xfrm>
            <a:custGeom>
              <a:avLst/>
              <a:gdLst/>
              <a:ahLst/>
              <a:cxnLst/>
              <a:rect l="l" t="t" r="r" b="b"/>
              <a:pathLst>
                <a:path w="501" h="504" extrusionOk="0">
                  <a:moveTo>
                    <a:pt x="251" y="1"/>
                  </a:moveTo>
                  <a:cubicBezTo>
                    <a:pt x="114" y="1"/>
                    <a:pt x="0" y="109"/>
                    <a:pt x="0" y="252"/>
                  </a:cubicBezTo>
                  <a:cubicBezTo>
                    <a:pt x="0" y="388"/>
                    <a:pt x="114" y="503"/>
                    <a:pt x="251" y="503"/>
                  </a:cubicBezTo>
                  <a:cubicBezTo>
                    <a:pt x="387" y="503"/>
                    <a:pt x="501" y="388"/>
                    <a:pt x="501" y="252"/>
                  </a:cubicBezTo>
                  <a:cubicBezTo>
                    <a:pt x="501"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7" name="Google Shape;13247;p31"/>
            <p:cNvSpPr/>
            <p:nvPr/>
          </p:nvSpPr>
          <p:spPr>
            <a:xfrm>
              <a:off x="951850" y="2299875"/>
              <a:ext cx="12600" cy="12600"/>
            </a:xfrm>
            <a:custGeom>
              <a:avLst/>
              <a:gdLst/>
              <a:ahLst/>
              <a:cxnLst/>
              <a:rect l="l" t="t" r="r" b="b"/>
              <a:pathLst>
                <a:path w="504" h="504" extrusionOk="0">
                  <a:moveTo>
                    <a:pt x="252" y="1"/>
                  </a:moveTo>
                  <a:cubicBezTo>
                    <a:pt x="116" y="1"/>
                    <a:pt x="1" y="109"/>
                    <a:pt x="1" y="252"/>
                  </a:cubicBezTo>
                  <a:cubicBezTo>
                    <a:pt x="1" y="388"/>
                    <a:pt x="116" y="503"/>
                    <a:pt x="252" y="503"/>
                  </a:cubicBezTo>
                  <a:cubicBezTo>
                    <a:pt x="388" y="503"/>
                    <a:pt x="503" y="388"/>
                    <a:pt x="503" y="252"/>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8" name="Google Shape;13248;p31"/>
            <p:cNvSpPr/>
            <p:nvPr/>
          </p:nvSpPr>
          <p:spPr>
            <a:xfrm>
              <a:off x="1043825" y="2299875"/>
              <a:ext cx="12375" cy="12600"/>
            </a:xfrm>
            <a:custGeom>
              <a:avLst/>
              <a:gdLst/>
              <a:ahLst/>
              <a:cxnLst/>
              <a:rect l="l" t="t" r="r" b="b"/>
              <a:pathLst>
                <a:path w="495" h="504" extrusionOk="0">
                  <a:moveTo>
                    <a:pt x="250" y="1"/>
                  </a:moveTo>
                  <a:cubicBezTo>
                    <a:pt x="107" y="1"/>
                    <a:pt x="0" y="109"/>
                    <a:pt x="0" y="252"/>
                  </a:cubicBezTo>
                  <a:cubicBezTo>
                    <a:pt x="0" y="388"/>
                    <a:pt x="107" y="503"/>
                    <a:pt x="250" y="503"/>
                  </a:cubicBezTo>
                  <a:cubicBezTo>
                    <a:pt x="388" y="503"/>
                    <a:pt x="494" y="388"/>
                    <a:pt x="494" y="252"/>
                  </a:cubicBezTo>
                  <a:cubicBezTo>
                    <a:pt x="494"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9" name="Google Shape;13249;p31"/>
            <p:cNvSpPr/>
            <p:nvPr/>
          </p:nvSpPr>
          <p:spPr>
            <a:xfrm>
              <a:off x="1135575" y="2299875"/>
              <a:ext cx="12575" cy="12600"/>
            </a:xfrm>
            <a:custGeom>
              <a:avLst/>
              <a:gdLst/>
              <a:ahLst/>
              <a:cxnLst/>
              <a:rect l="l" t="t" r="r" b="b"/>
              <a:pathLst>
                <a:path w="503" h="504" extrusionOk="0">
                  <a:moveTo>
                    <a:pt x="252" y="1"/>
                  </a:moveTo>
                  <a:cubicBezTo>
                    <a:pt x="116" y="1"/>
                    <a:pt x="0" y="109"/>
                    <a:pt x="0" y="252"/>
                  </a:cubicBezTo>
                  <a:cubicBezTo>
                    <a:pt x="0" y="388"/>
                    <a:pt x="116" y="503"/>
                    <a:pt x="252" y="503"/>
                  </a:cubicBezTo>
                  <a:cubicBezTo>
                    <a:pt x="387" y="503"/>
                    <a:pt x="503" y="388"/>
                    <a:pt x="503" y="252"/>
                  </a:cubicBezTo>
                  <a:cubicBezTo>
                    <a:pt x="503"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0" name="Google Shape;13250;p31"/>
            <p:cNvSpPr/>
            <p:nvPr/>
          </p:nvSpPr>
          <p:spPr>
            <a:xfrm>
              <a:off x="1227500" y="2299875"/>
              <a:ext cx="12400" cy="12600"/>
            </a:xfrm>
            <a:custGeom>
              <a:avLst/>
              <a:gdLst/>
              <a:ahLst/>
              <a:cxnLst/>
              <a:rect l="l" t="t" r="r" b="b"/>
              <a:pathLst>
                <a:path w="496" h="504" extrusionOk="0">
                  <a:moveTo>
                    <a:pt x="251" y="1"/>
                  </a:moveTo>
                  <a:cubicBezTo>
                    <a:pt x="109" y="1"/>
                    <a:pt x="0" y="109"/>
                    <a:pt x="0" y="252"/>
                  </a:cubicBezTo>
                  <a:cubicBezTo>
                    <a:pt x="0" y="388"/>
                    <a:pt x="109" y="503"/>
                    <a:pt x="251" y="503"/>
                  </a:cubicBezTo>
                  <a:cubicBezTo>
                    <a:pt x="387" y="503"/>
                    <a:pt x="496" y="388"/>
                    <a:pt x="496" y="252"/>
                  </a:cubicBezTo>
                  <a:cubicBezTo>
                    <a:pt x="496"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1" name="Google Shape;13251;p31"/>
            <p:cNvSpPr/>
            <p:nvPr/>
          </p:nvSpPr>
          <p:spPr>
            <a:xfrm>
              <a:off x="1319275" y="2299875"/>
              <a:ext cx="12550" cy="12600"/>
            </a:xfrm>
            <a:custGeom>
              <a:avLst/>
              <a:gdLst/>
              <a:ahLst/>
              <a:cxnLst/>
              <a:rect l="l" t="t" r="r" b="b"/>
              <a:pathLst>
                <a:path w="502" h="504" extrusionOk="0">
                  <a:moveTo>
                    <a:pt x="252" y="1"/>
                  </a:moveTo>
                  <a:cubicBezTo>
                    <a:pt x="114" y="1"/>
                    <a:pt x="1" y="109"/>
                    <a:pt x="1" y="252"/>
                  </a:cubicBezTo>
                  <a:cubicBezTo>
                    <a:pt x="1" y="388"/>
                    <a:pt x="114" y="503"/>
                    <a:pt x="252" y="503"/>
                  </a:cubicBezTo>
                  <a:cubicBezTo>
                    <a:pt x="388" y="503"/>
                    <a:pt x="501" y="388"/>
                    <a:pt x="501" y="252"/>
                  </a:cubicBezTo>
                  <a:cubicBezTo>
                    <a:pt x="501"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2" name="Google Shape;13252;p31"/>
            <p:cNvSpPr/>
            <p:nvPr/>
          </p:nvSpPr>
          <p:spPr>
            <a:xfrm>
              <a:off x="1411200" y="2299875"/>
              <a:ext cx="12425" cy="12600"/>
            </a:xfrm>
            <a:custGeom>
              <a:avLst/>
              <a:gdLst/>
              <a:ahLst/>
              <a:cxnLst/>
              <a:rect l="l" t="t" r="r" b="b"/>
              <a:pathLst>
                <a:path w="497" h="504" extrusionOk="0">
                  <a:moveTo>
                    <a:pt x="245" y="1"/>
                  </a:moveTo>
                  <a:cubicBezTo>
                    <a:pt x="109" y="1"/>
                    <a:pt x="1" y="109"/>
                    <a:pt x="1" y="252"/>
                  </a:cubicBezTo>
                  <a:cubicBezTo>
                    <a:pt x="1" y="388"/>
                    <a:pt x="109" y="503"/>
                    <a:pt x="245" y="503"/>
                  </a:cubicBezTo>
                  <a:cubicBezTo>
                    <a:pt x="388" y="503"/>
                    <a:pt x="496" y="388"/>
                    <a:pt x="496" y="252"/>
                  </a:cubicBezTo>
                  <a:cubicBezTo>
                    <a:pt x="496" y="109"/>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3" name="Google Shape;13253;p31"/>
            <p:cNvSpPr/>
            <p:nvPr/>
          </p:nvSpPr>
          <p:spPr>
            <a:xfrm>
              <a:off x="1503000" y="2299875"/>
              <a:ext cx="12525" cy="12600"/>
            </a:xfrm>
            <a:custGeom>
              <a:avLst/>
              <a:gdLst/>
              <a:ahLst/>
              <a:cxnLst/>
              <a:rect l="l" t="t" r="r" b="b"/>
              <a:pathLst>
                <a:path w="501" h="504" extrusionOk="0">
                  <a:moveTo>
                    <a:pt x="250" y="1"/>
                  </a:moveTo>
                  <a:cubicBezTo>
                    <a:pt x="114" y="1"/>
                    <a:pt x="0" y="109"/>
                    <a:pt x="0" y="252"/>
                  </a:cubicBezTo>
                  <a:cubicBezTo>
                    <a:pt x="0" y="388"/>
                    <a:pt x="114" y="503"/>
                    <a:pt x="250" y="503"/>
                  </a:cubicBezTo>
                  <a:cubicBezTo>
                    <a:pt x="387" y="503"/>
                    <a:pt x="501" y="388"/>
                    <a:pt x="501" y="252"/>
                  </a:cubicBezTo>
                  <a:cubicBezTo>
                    <a:pt x="501" y="109"/>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4" name="Google Shape;13254;p31"/>
            <p:cNvSpPr/>
            <p:nvPr/>
          </p:nvSpPr>
          <p:spPr>
            <a:xfrm>
              <a:off x="1594750" y="2299875"/>
              <a:ext cx="12575" cy="12600"/>
            </a:xfrm>
            <a:custGeom>
              <a:avLst/>
              <a:gdLst/>
              <a:ahLst/>
              <a:cxnLst/>
              <a:rect l="l" t="t" r="r" b="b"/>
              <a:pathLst>
                <a:path w="503" h="504" extrusionOk="0">
                  <a:moveTo>
                    <a:pt x="251" y="1"/>
                  </a:moveTo>
                  <a:cubicBezTo>
                    <a:pt x="115" y="1"/>
                    <a:pt x="0" y="109"/>
                    <a:pt x="0" y="252"/>
                  </a:cubicBezTo>
                  <a:cubicBezTo>
                    <a:pt x="0" y="388"/>
                    <a:pt x="115" y="503"/>
                    <a:pt x="251" y="503"/>
                  </a:cubicBezTo>
                  <a:cubicBezTo>
                    <a:pt x="394" y="503"/>
                    <a:pt x="503" y="388"/>
                    <a:pt x="503" y="252"/>
                  </a:cubicBezTo>
                  <a:cubicBezTo>
                    <a:pt x="503" y="109"/>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5" name="Google Shape;13255;p31"/>
            <p:cNvSpPr/>
            <p:nvPr/>
          </p:nvSpPr>
          <p:spPr>
            <a:xfrm>
              <a:off x="1686650" y="2299875"/>
              <a:ext cx="12600" cy="12600"/>
            </a:xfrm>
            <a:custGeom>
              <a:avLst/>
              <a:gdLst/>
              <a:ahLst/>
              <a:cxnLst/>
              <a:rect l="l" t="t" r="r" b="b"/>
              <a:pathLst>
                <a:path w="504" h="504" extrusionOk="0">
                  <a:moveTo>
                    <a:pt x="252" y="1"/>
                  </a:moveTo>
                  <a:cubicBezTo>
                    <a:pt x="116" y="1"/>
                    <a:pt x="1" y="109"/>
                    <a:pt x="1" y="252"/>
                  </a:cubicBezTo>
                  <a:cubicBezTo>
                    <a:pt x="1" y="388"/>
                    <a:pt x="116" y="503"/>
                    <a:pt x="252" y="503"/>
                  </a:cubicBezTo>
                  <a:cubicBezTo>
                    <a:pt x="388" y="503"/>
                    <a:pt x="503" y="388"/>
                    <a:pt x="503" y="252"/>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6" name="Google Shape;13256;p31"/>
            <p:cNvSpPr/>
            <p:nvPr/>
          </p:nvSpPr>
          <p:spPr>
            <a:xfrm>
              <a:off x="1778450" y="2299875"/>
              <a:ext cx="12550" cy="12600"/>
            </a:xfrm>
            <a:custGeom>
              <a:avLst/>
              <a:gdLst/>
              <a:ahLst/>
              <a:cxnLst/>
              <a:rect l="l" t="t" r="r" b="b"/>
              <a:pathLst>
                <a:path w="502" h="504" extrusionOk="0">
                  <a:moveTo>
                    <a:pt x="252" y="1"/>
                  </a:moveTo>
                  <a:cubicBezTo>
                    <a:pt x="114" y="1"/>
                    <a:pt x="1" y="109"/>
                    <a:pt x="1" y="252"/>
                  </a:cubicBezTo>
                  <a:cubicBezTo>
                    <a:pt x="1" y="388"/>
                    <a:pt x="114" y="503"/>
                    <a:pt x="252" y="503"/>
                  </a:cubicBezTo>
                  <a:cubicBezTo>
                    <a:pt x="388" y="503"/>
                    <a:pt x="501" y="388"/>
                    <a:pt x="501" y="252"/>
                  </a:cubicBezTo>
                  <a:cubicBezTo>
                    <a:pt x="501"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7" name="Google Shape;13257;p31"/>
            <p:cNvSpPr/>
            <p:nvPr/>
          </p:nvSpPr>
          <p:spPr>
            <a:xfrm>
              <a:off x="1870375" y="2299875"/>
              <a:ext cx="12400" cy="12600"/>
            </a:xfrm>
            <a:custGeom>
              <a:avLst/>
              <a:gdLst/>
              <a:ahLst/>
              <a:cxnLst/>
              <a:rect l="l" t="t" r="r" b="b"/>
              <a:pathLst>
                <a:path w="496" h="504" extrusionOk="0">
                  <a:moveTo>
                    <a:pt x="252" y="1"/>
                  </a:moveTo>
                  <a:cubicBezTo>
                    <a:pt x="109" y="1"/>
                    <a:pt x="0" y="109"/>
                    <a:pt x="0" y="252"/>
                  </a:cubicBezTo>
                  <a:cubicBezTo>
                    <a:pt x="0" y="388"/>
                    <a:pt x="109" y="503"/>
                    <a:pt x="252" y="503"/>
                  </a:cubicBezTo>
                  <a:cubicBezTo>
                    <a:pt x="387" y="503"/>
                    <a:pt x="496" y="388"/>
                    <a:pt x="496" y="252"/>
                  </a:cubicBezTo>
                  <a:cubicBezTo>
                    <a:pt x="496"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8" name="Google Shape;13258;p31"/>
            <p:cNvSpPr/>
            <p:nvPr/>
          </p:nvSpPr>
          <p:spPr>
            <a:xfrm>
              <a:off x="1962150" y="2299875"/>
              <a:ext cx="12550" cy="12600"/>
            </a:xfrm>
            <a:custGeom>
              <a:avLst/>
              <a:gdLst/>
              <a:ahLst/>
              <a:cxnLst/>
              <a:rect l="l" t="t" r="r" b="b"/>
              <a:pathLst>
                <a:path w="502" h="504" extrusionOk="0">
                  <a:moveTo>
                    <a:pt x="250" y="1"/>
                  </a:moveTo>
                  <a:cubicBezTo>
                    <a:pt x="114" y="1"/>
                    <a:pt x="1" y="109"/>
                    <a:pt x="1" y="252"/>
                  </a:cubicBezTo>
                  <a:cubicBezTo>
                    <a:pt x="1" y="388"/>
                    <a:pt x="114" y="503"/>
                    <a:pt x="250" y="503"/>
                  </a:cubicBezTo>
                  <a:cubicBezTo>
                    <a:pt x="388" y="503"/>
                    <a:pt x="502" y="388"/>
                    <a:pt x="502" y="252"/>
                  </a:cubicBezTo>
                  <a:cubicBezTo>
                    <a:pt x="502"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9" name="Google Shape;13259;p31"/>
            <p:cNvSpPr/>
            <p:nvPr/>
          </p:nvSpPr>
          <p:spPr>
            <a:xfrm>
              <a:off x="2054075" y="2299875"/>
              <a:ext cx="12425" cy="12600"/>
            </a:xfrm>
            <a:custGeom>
              <a:avLst/>
              <a:gdLst/>
              <a:ahLst/>
              <a:cxnLst/>
              <a:rect l="l" t="t" r="r" b="b"/>
              <a:pathLst>
                <a:path w="497" h="504" extrusionOk="0">
                  <a:moveTo>
                    <a:pt x="252" y="1"/>
                  </a:moveTo>
                  <a:cubicBezTo>
                    <a:pt x="109" y="1"/>
                    <a:pt x="1" y="109"/>
                    <a:pt x="1" y="252"/>
                  </a:cubicBezTo>
                  <a:cubicBezTo>
                    <a:pt x="1" y="388"/>
                    <a:pt x="109" y="503"/>
                    <a:pt x="252" y="503"/>
                  </a:cubicBezTo>
                  <a:cubicBezTo>
                    <a:pt x="388" y="503"/>
                    <a:pt x="496" y="388"/>
                    <a:pt x="496" y="252"/>
                  </a:cubicBezTo>
                  <a:cubicBezTo>
                    <a:pt x="496"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0" name="Google Shape;13260;p31"/>
            <p:cNvSpPr/>
            <p:nvPr/>
          </p:nvSpPr>
          <p:spPr>
            <a:xfrm>
              <a:off x="2145825" y="2299875"/>
              <a:ext cx="12600" cy="12600"/>
            </a:xfrm>
            <a:custGeom>
              <a:avLst/>
              <a:gdLst/>
              <a:ahLst/>
              <a:cxnLst/>
              <a:rect l="l" t="t" r="r" b="b"/>
              <a:pathLst>
                <a:path w="504" h="504" extrusionOk="0">
                  <a:moveTo>
                    <a:pt x="252" y="1"/>
                  </a:moveTo>
                  <a:cubicBezTo>
                    <a:pt x="116" y="1"/>
                    <a:pt x="1" y="109"/>
                    <a:pt x="1" y="252"/>
                  </a:cubicBezTo>
                  <a:cubicBezTo>
                    <a:pt x="1" y="388"/>
                    <a:pt x="116" y="503"/>
                    <a:pt x="252" y="503"/>
                  </a:cubicBezTo>
                  <a:cubicBezTo>
                    <a:pt x="388" y="503"/>
                    <a:pt x="503" y="388"/>
                    <a:pt x="503" y="252"/>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1" name="Google Shape;13261;p31"/>
            <p:cNvSpPr/>
            <p:nvPr/>
          </p:nvSpPr>
          <p:spPr>
            <a:xfrm>
              <a:off x="2237800" y="2299875"/>
              <a:ext cx="12350" cy="12600"/>
            </a:xfrm>
            <a:custGeom>
              <a:avLst/>
              <a:gdLst/>
              <a:ahLst/>
              <a:cxnLst/>
              <a:rect l="l" t="t" r="r" b="b"/>
              <a:pathLst>
                <a:path w="494" h="504" extrusionOk="0">
                  <a:moveTo>
                    <a:pt x="244" y="1"/>
                  </a:moveTo>
                  <a:cubicBezTo>
                    <a:pt x="107" y="1"/>
                    <a:pt x="0" y="109"/>
                    <a:pt x="0" y="252"/>
                  </a:cubicBezTo>
                  <a:cubicBezTo>
                    <a:pt x="0" y="388"/>
                    <a:pt x="107" y="503"/>
                    <a:pt x="244" y="503"/>
                  </a:cubicBezTo>
                  <a:cubicBezTo>
                    <a:pt x="387" y="503"/>
                    <a:pt x="494" y="388"/>
                    <a:pt x="494" y="252"/>
                  </a:cubicBezTo>
                  <a:cubicBezTo>
                    <a:pt x="494" y="109"/>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2" name="Google Shape;13262;p31"/>
            <p:cNvSpPr/>
            <p:nvPr/>
          </p:nvSpPr>
          <p:spPr>
            <a:xfrm>
              <a:off x="2329550" y="2299875"/>
              <a:ext cx="12575" cy="12600"/>
            </a:xfrm>
            <a:custGeom>
              <a:avLst/>
              <a:gdLst/>
              <a:ahLst/>
              <a:cxnLst/>
              <a:rect l="l" t="t" r="r" b="b"/>
              <a:pathLst>
                <a:path w="503" h="504" extrusionOk="0">
                  <a:moveTo>
                    <a:pt x="251" y="1"/>
                  </a:moveTo>
                  <a:cubicBezTo>
                    <a:pt x="115" y="1"/>
                    <a:pt x="0" y="109"/>
                    <a:pt x="0" y="252"/>
                  </a:cubicBezTo>
                  <a:cubicBezTo>
                    <a:pt x="0" y="388"/>
                    <a:pt x="115" y="503"/>
                    <a:pt x="251" y="503"/>
                  </a:cubicBezTo>
                  <a:cubicBezTo>
                    <a:pt x="387" y="503"/>
                    <a:pt x="502" y="388"/>
                    <a:pt x="502" y="252"/>
                  </a:cubicBezTo>
                  <a:cubicBezTo>
                    <a:pt x="502"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3" name="Google Shape;13263;p31"/>
            <p:cNvSpPr/>
            <p:nvPr/>
          </p:nvSpPr>
          <p:spPr>
            <a:xfrm>
              <a:off x="2421325" y="2299875"/>
              <a:ext cx="12550" cy="12600"/>
            </a:xfrm>
            <a:custGeom>
              <a:avLst/>
              <a:gdLst/>
              <a:ahLst/>
              <a:cxnLst/>
              <a:rect l="l" t="t" r="r" b="b"/>
              <a:pathLst>
                <a:path w="502" h="504" extrusionOk="0">
                  <a:moveTo>
                    <a:pt x="250" y="1"/>
                  </a:moveTo>
                  <a:cubicBezTo>
                    <a:pt x="114" y="1"/>
                    <a:pt x="1" y="109"/>
                    <a:pt x="1" y="252"/>
                  </a:cubicBezTo>
                  <a:cubicBezTo>
                    <a:pt x="1" y="388"/>
                    <a:pt x="114" y="503"/>
                    <a:pt x="250" y="503"/>
                  </a:cubicBezTo>
                  <a:cubicBezTo>
                    <a:pt x="395" y="503"/>
                    <a:pt x="501" y="388"/>
                    <a:pt x="501" y="252"/>
                  </a:cubicBezTo>
                  <a:cubicBezTo>
                    <a:pt x="501" y="109"/>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4" name="Google Shape;13264;p31"/>
            <p:cNvSpPr/>
            <p:nvPr/>
          </p:nvSpPr>
          <p:spPr>
            <a:xfrm>
              <a:off x="2513250" y="2299875"/>
              <a:ext cx="12575" cy="12600"/>
            </a:xfrm>
            <a:custGeom>
              <a:avLst/>
              <a:gdLst/>
              <a:ahLst/>
              <a:cxnLst/>
              <a:rect l="l" t="t" r="r" b="b"/>
              <a:pathLst>
                <a:path w="503" h="504" extrusionOk="0">
                  <a:moveTo>
                    <a:pt x="252" y="1"/>
                  </a:moveTo>
                  <a:cubicBezTo>
                    <a:pt x="109" y="1"/>
                    <a:pt x="0" y="109"/>
                    <a:pt x="0" y="252"/>
                  </a:cubicBezTo>
                  <a:cubicBezTo>
                    <a:pt x="0" y="388"/>
                    <a:pt x="109" y="503"/>
                    <a:pt x="252" y="503"/>
                  </a:cubicBezTo>
                  <a:cubicBezTo>
                    <a:pt x="388" y="503"/>
                    <a:pt x="503" y="388"/>
                    <a:pt x="503" y="252"/>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5" name="Google Shape;13265;p31"/>
            <p:cNvSpPr/>
            <p:nvPr/>
          </p:nvSpPr>
          <p:spPr>
            <a:xfrm>
              <a:off x="2605000" y="2299875"/>
              <a:ext cx="12575" cy="12600"/>
            </a:xfrm>
            <a:custGeom>
              <a:avLst/>
              <a:gdLst/>
              <a:ahLst/>
              <a:cxnLst/>
              <a:rect l="l" t="t" r="r" b="b"/>
              <a:pathLst>
                <a:path w="503" h="504" extrusionOk="0">
                  <a:moveTo>
                    <a:pt x="252" y="1"/>
                  </a:moveTo>
                  <a:cubicBezTo>
                    <a:pt x="116" y="1"/>
                    <a:pt x="0" y="109"/>
                    <a:pt x="0" y="252"/>
                  </a:cubicBezTo>
                  <a:cubicBezTo>
                    <a:pt x="0" y="388"/>
                    <a:pt x="116" y="503"/>
                    <a:pt x="252" y="503"/>
                  </a:cubicBezTo>
                  <a:cubicBezTo>
                    <a:pt x="387" y="503"/>
                    <a:pt x="503" y="388"/>
                    <a:pt x="503" y="252"/>
                  </a:cubicBezTo>
                  <a:cubicBezTo>
                    <a:pt x="503"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6" name="Google Shape;13266;p31"/>
            <p:cNvSpPr/>
            <p:nvPr/>
          </p:nvSpPr>
          <p:spPr>
            <a:xfrm>
              <a:off x="2696950" y="2299875"/>
              <a:ext cx="12375" cy="12600"/>
            </a:xfrm>
            <a:custGeom>
              <a:avLst/>
              <a:gdLst/>
              <a:ahLst/>
              <a:cxnLst/>
              <a:rect l="l" t="t" r="r" b="b"/>
              <a:pathLst>
                <a:path w="495" h="504" extrusionOk="0">
                  <a:moveTo>
                    <a:pt x="252" y="1"/>
                  </a:moveTo>
                  <a:cubicBezTo>
                    <a:pt x="108" y="1"/>
                    <a:pt x="1" y="109"/>
                    <a:pt x="1" y="252"/>
                  </a:cubicBezTo>
                  <a:cubicBezTo>
                    <a:pt x="1" y="388"/>
                    <a:pt x="108" y="503"/>
                    <a:pt x="252" y="503"/>
                  </a:cubicBezTo>
                  <a:cubicBezTo>
                    <a:pt x="388" y="503"/>
                    <a:pt x="495" y="388"/>
                    <a:pt x="495" y="252"/>
                  </a:cubicBezTo>
                  <a:cubicBezTo>
                    <a:pt x="495"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7" name="Google Shape;13267;p31"/>
            <p:cNvSpPr/>
            <p:nvPr/>
          </p:nvSpPr>
          <p:spPr>
            <a:xfrm>
              <a:off x="2788700" y="2299875"/>
              <a:ext cx="12600" cy="12600"/>
            </a:xfrm>
            <a:custGeom>
              <a:avLst/>
              <a:gdLst/>
              <a:ahLst/>
              <a:cxnLst/>
              <a:rect l="l" t="t" r="r" b="b"/>
              <a:pathLst>
                <a:path w="504" h="504" extrusionOk="0">
                  <a:moveTo>
                    <a:pt x="252" y="1"/>
                  </a:moveTo>
                  <a:cubicBezTo>
                    <a:pt x="116" y="1"/>
                    <a:pt x="1" y="109"/>
                    <a:pt x="1" y="252"/>
                  </a:cubicBezTo>
                  <a:cubicBezTo>
                    <a:pt x="1" y="388"/>
                    <a:pt x="116" y="503"/>
                    <a:pt x="252" y="503"/>
                  </a:cubicBezTo>
                  <a:cubicBezTo>
                    <a:pt x="388" y="503"/>
                    <a:pt x="503" y="388"/>
                    <a:pt x="503" y="252"/>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8" name="Google Shape;13268;p31"/>
            <p:cNvSpPr/>
            <p:nvPr/>
          </p:nvSpPr>
          <p:spPr>
            <a:xfrm>
              <a:off x="2880675" y="2299875"/>
              <a:ext cx="12375" cy="12600"/>
            </a:xfrm>
            <a:custGeom>
              <a:avLst/>
              <a:gdLst/>
              <a:ahLst/>
              <a:cxnLst/>
              <a:rect l="l" t="t" r="r" b="b"/>
              <a:pathLst>
                <a:path w="495" h="504" extrusionOk="0">
                  <a:moveTo>
                    <a:pt x="243" y="1"/>
                  </a:moveTo>
                  <a:cubicBezTo>
                    <a:pt x="107" y="1"/>
                    <a:pt x="0" y="109"/>
                    <a:pt x="0" y="252"/>
                  </a:cubicBezTo>
                  <a:cubicBezTo>
                    <a:pt x="0" y="388"/>
                    <a:pt x="107" y="503"/>
                    <a:pt x="243" y="503"/>
                  </a:cubicBezTo>
                  <a:cubicBezTo>
                    <a:pt x="387" y="503"/>
                    <a:pt x="494" y="388"/>
                    <a:pt x="494" y="252"/>
                  </a:cubicBezTo>
                  <a:cubicBezTo>
                    <a:pt x="494" y="109"/>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9" name="Google Shape;13269;p31"/>
            <p:cNvSpPr/>
            <p:nvPr/>
          </p:nvSpPr>
          <p:spPr>
            <a:xfrm>
              <a:off x="2972425" y="2299875"/>
              <a:ext cx="12575" cy="12600"/>
            </a:xfrm>
            <a:custGeom>
              <a:avLst/>
              <a:gdLst/>
              <a:ahLst/>
              <a:cxnLst/>
              <a:rect l="l" t="t" r="r" b="b"/>
              <a:pathLst>
                <a:path w="503" h="504" extrusionOk="0">
                  <a:moveTo>
                    <a:pt x="251" y="1"/>
                  </a:moveTo>
                  <a:cubicBezTo>
                    <a:pt x="115" y="1"/>
                    <a:pt x="0" y="109"/>
                    <a:pt x="0" y="252"/>
                  </a:cubicBezTo>
                  <a:cubicBezTo>
                    <a:pt x="0" y="388"/>
                    <a:pt x="115" y="503"/>
                    <a:pt x="251" y="503"/>
                  </a:cubicBezTo>
                  <a:cubicBezTo>
                    <a:pt x="387" y="503"/>
                    <a:pt x="503" y="388"/>
                    <a:pt x="503" y="252"/>
                  </a:cubicBezTo>
                  <a:cubicBezTo>
                    <a:pt x="503"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0" name="Google Shape;13270;p31"/>
            <p:cNvSpPr/>
            <p:nvPr/>
          </p:nvSpPr>
          <p:spPr>
            <a:xfrm>
              <a:off x="3064375" y="2299875"/>
              <a:ext cx="12375" cy="12600"/>
            </a:xfrm>
            <a:custGeom>
              <a:avLst/>
              <a:gdLst/>
              <a:ahLst/>
              <a:cxnLst/>
              <a:rect l="l" t="t" r="r" b="b"/>
              <a:pathLst>
                <a:path w="495" h="504" extrusionOk="0">
                  <a:moveTo>
                    <a:pt x="243" y="1"/>
                  </a:moveTo>
                  <a:cubicBezTo>
                    <a:pt x="107" y="1"/>
                    <a:pt x="1" y="109"/>
                    <a:pt x="1" y="252"/>
                  </a:cubicBezTo>
                  <a:cubicBezTo>
                    <a:pt x="1" y="388"/>
                    <a:pt x="107" y="503"/>
                    <a:pt x="243" y="503"/>
                  </a:cubicBezTo>
                  <a:cubicBezTo>
                    <a:pt x="388" y="503"/>
                    <a:pt x="495" y="388"/>
                    <a:pt x="495" y="252"/>
                  </a:cubicBezTo>
                  <a:cubicBezTo>
                    <a:pt x="495" y="109"/>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1" name="Google Shape;13271;p31"/>
            <p:cNvSpPr/>
            <p:nvPr/>
          </p:nvSpPr>
          <p:spPr>
            <a:xfrm>
              <a:off x="3156125" y="2299875"/>
              <a:ext cx="12600" cy="12600"/>
            </a:xfrm>
            <a:custGeom>
              <a:avLst/>
              <a:gdLst/>
              <a:ahLst/>
              <a:cxnLst/>
              <a:rect l="l" t="t" r="r" b="b"/>
              <a:pathLst>
                <a:path w="504" h="504" extrusionOk="0">
                  <a:moveTo>
                    <a:pt x="252" y="1"/>
                  </a:moveTo>
                  <a:cubicBezTo>
                    <a:pt x="116" y="1"/>
                    <a:pt x="1" y="109"/>
                    <a:pt x="1" y="252"/>
                  </a:cubicBezTo>
                  <a:cubicBezTo>
                    <a:pt x="1" y="388"/>
                    <a:pt x="116" y="503"/>
                    <a:pt x="252" y="503"/>
                  </a:cubicBezTo>
                  <a:cubicBezTo>
                    <a:pt x="388" y="503"/>
                    <a:pt x="503" y="388"/>
                    <a:pt x="503" y="252"/>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2" name="Google Shape;13272;p31"/>
            <p:cNvSpPr/>
            <p:nvPr/>
          </p:nvSpPr>
          <p:spPr>
            <a:xfrm>
              <a:off x="3247875" y="2299875"/>
              <a:ext cx="12575" cy="12600"/>
            </a:xfrm>
            <a:custGeom>
              <a:avLst/>
              <a:gdLst/>
              <a:ahLst/>
              <a:cxnLst/>
              <a:rect l="l" t="t" r="r" b="b"/>
              <a:pathLst>
                <a:path w="503" h="504" extrusionOk="0">
                  <a:moveTo>
                    <a:pt x="252" y="1"/>
                  </a:moveTo>
                  <a:cubicBezTo>
                    <a:pt x="116" y="1"/>
                    <a:pt x="1" y="109"/>
                    <a:pt x="1" y="252"/>
                  </a:cubicBezTo>
                  <a:cubicBezTo>
                    <a:pt x="1" y="388"/>
                    <a:pt x="116" y="503"/>
                    <a:pt x="252" y="503"/>
                  </a:cubicBezTo>
                  <a:cubicBezTo>
                    <a:pt x="388" y="503"/>
                    <a:pt x="503" y="388"/>
                    <a:pt x="503" y="252"/>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3" name="Google Shape;13273;p31"/>
            <p:cNvSpPr/>
            <p:nvPr/>
          </p:nvSpPr>
          <p:spPr>
            <a:xfrm>
              <a:off x="3339850" y="2299875"/>
              <a:ext cx="12525" cy="12600"/>
            </a:xfrm>
            <a:custGeom>
              <a:avLst/>
              <a:gdLst/>
              <a:ahLst/>
              <a:cxnLst/>
              <a:rect l="l" t="t" r="r" b="b"/>
              <a:pathLst>
                <a:path w="501" h="504" extrusionOk="0">
                  <a:moveTo>
                    <a:pt x="251" y="1"/>
                  </a:moveTo>
                  <a:cubicBezTo>
                    <a:pt x="107" y="1"/>
                    <a:pt x="0" y="109"/>
                    <a:pt x="0" y="252"/>
                  </a:cubicBezTo>
                  <a:cubicBezTo>
                    <a:pt x="0" y="388"/>
                    <a:pt x="107" y="503"/>
                    <a:pt x="251" y="503"/>
                  </a:cubicBezTo>
                  <a:cubicBezTo>
                    <a:pt x="387" y="503"/>
                    <a:pt x="501" y="388"/>
                    <a:pt x="501" y="252"/>
                  </a:cubicBezTo>
                  <a:cubicBezTo>
                    <a:pt x="501"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4" name="Google Shape;13274;p31"/>
            <p:cNvSpPr/>
            <p:nvPr/>
          </p:nvSpPr>
          <p:spPr>
            <a:xfrm>
              <a:off x="3431575" y="2299875"/>
              <a:ext cx="12600" cy="12600"/>
            </a:xfrm>
            <a:custGeom>
              <a:avLst/>
              <a:gdLst/>
              <a:ahLst/>
              <a:cxnLst/>
              <a:rect l="l" t="t" r="r" b="b"/>
              <a:pathLst>
                <a:path w="504" h="504" extrusionOk="0">
                  <a:moveTo>
                    <a:pt x="252" y="1"/>
                  </a:moveTo>
                  <a:cubicBezTo>
                    <a:pt x="116" y="1"/>
                    <a:pt x="1" y="109"/>
                    <a:pt x="1" y="252"/>
                  </a:cubicBezTo>
                  <a:cubicBezTo>
                    <a:pt x="1" y="388"/>
                    <a:pt x="116" y="503"/>
                    <a:pt x="252" y="503"/>
                  </a:cubicBezTo>
                  <a:cubicBezTo>
                    <a:pt x="388" y="503"/>
                    <a:pt x="503" y="388"/>
                    <a:pt x="503" y="252"/>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5" name="Google Shape;13275;p31"/>
            <p:cNvSpPr/>
            <p:nvPr/>
          </p:nvSpPr>
          <p:spPr>
            <a:xfrm>
              <a:off x="3523550" y="2299875"/>
              <a:ext cx="12375" cy="12600"/>
            </a:xfrm>
            <a:custGeom>
              <a:avLst/>
              <a:gdLst/>
              <a:ahLst/>
              <a:cxnLst/>
              <a:rect l="l" t="t" r="r" b="b"/>
              <a:pathLst>
                <a:path w="495" h="504" extrusionOk="0">
                  <a:moveTo>
                    <a:pt x="250" y="1"/>
                  </a:moveTo>
                  <a:cubicBezTo>
                    <a:pt x="107" y="1"/>
                    <a:pt x="0" y="109"/>
                    <a:pt x="0" y="252"/>
                  </a:cubicBezTo>
                  <a:cubicBezTo>
                    <a:pt x="0" y="388"/>
                    <a:pt x="107" y="503"/>
                    <a:pt x="250" y="503"/>
                  </a:cubicBezTo>
                  <a:cubicBezTo>
                    <a:pt x="388" y="503"/>
                    <a:pt x="494" y="388"/>
                    <a:pt x="494" y="252"/>
                  </a:cubicBezTo>
                  <a:cubicBezTo>
                    <a:pt x="494"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6" name="Google Shape;13276;p31"/>
            <p:cNvSpPr/>
            <p:nvPr/>
          </p:nvSpPr>
          <p:spPr>
            <a:xfrm>
              <a:off x="676400" y="23916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7" name="Google Shape;13277;p31"/>
            <p:cNvSpPr/>
            <p:nvPr/>
          </p:nvSpPr>
          <p:spPr>
            <a:xfrm>
              <a:off x="768325" y="2391675"/>
              <a:ext cx="12400" cy="12550"/>
            </a:xfrm>
            <a:custGeom>
              <a:avLst/>
              <a:gdLst/>
              <a:ahLst/>
              <a:cxnLst/>
              <a:rect l="l" t="t" r="r" b="b"/>
              <a:pathLst>
                <a:path w="496" h="502" extrusionOk="0">
                  <a:moveTo>
                    <a:pt x="245" y="0"/>
                  </a:moveTo>
                  <a:cubicBezTo>
                    <a:pt x="109" y="0"/>
                    <a:pt x="0" y="114"/>
                    <a:pt x="0" y="252"/>
                  </a:cubicBezTo>
                  <a:cubicBezTo>
                    <a:pt x="0" y="388"/>
                    <a:pt x="109" y="501"/>
                    <a:pt x="245" y="501"/>
                  </a:cubicBezTo>
                  <a:cubicBezTo>
                    <a:pt x="388" y="501"/>
                    <a:pt x="496" y="388"/>
                    <a:pt x="496" y="252"/>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8" name="Google Shape;13278;p31"/>
            <p:cNvSpPr/>
            <p:nvPr/>
          </p:nvSpPr>
          <p:spPr>
            <a:xfrm>
              <a:off x="860125" y="2391675"/>
              <a:ext cx="12525" cy="12550"/>
            </a:xfrm>
            <a:custGeom>
              <a:avLst/>
              <a:gdLst/>
              <a:ahLst/>
              <a:cxnLst/>
              <a:rect l="l" t="t" r="r" b="b"/>
              <a:pathLst>
                <a:path w="501" h="502" extrusionOk="0">
                  <a:moveTo>
                    <a:pt x="251" y="0"/>
                  </a:moveTo>
                  <a:cubicBezTo>
                    <a:pt x="114" y="0"/>
                    <a:pt x="0" y="114"/>
                    <a:pt x="0" y="252"/>
                  </a:cubicBezTo>
                  <a:cubicBezTo>
                    <a:pt x="0" y="388"/>
                    <a:pt x="114" y="501"/>
                    <a:pt x="251" y="501"/>
                  </a:cubicBezTo>
                  <a:cubicBezTo>
                    <a:pt x="387" y="501"/>
                    <a:pt x="501" y="388"/>
                    <a:pt x="501" y="252"/>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9" name="Google Shape;13279;p31"/>
            <p:cNvSpPr/>
            <p:nvPr/>
          </p:nvSpPr>
          <p:spPr>
            <a:xfrm>
              <a:off x="951850" y="23916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0" name="Google Shape;13280;p31"/>
            <p:cNvSpPr/>
            <p:nvPr/>
          </p:nvSpPr>
          <p:spPr>
            <a:xfrm>
              <a:off x="1043825" y="2391675"/>
              <a:ext cx="12375" cy="12550"/>
            </a:xfrm>
            <a:custGeom>
              <a:avLst/>
              <a:gdLst/>
              <a:ahLst/>
              <a:cxnLst/>
              <a:rect l="l" t="t" r="r" b="b"/>
              <a:pathLst>
                <a:path w="495" h="502" extrusionOk="0">
                  <a:moveTo>
                    <a:pt x="250" y="0"/>
                  </a:moveTo>
                  <a:cubicBezTo>
                    <a:pt x="107" y="0"/>
                    <a:pt x="0" y="114"/>
                    <a:pt x="0" y="252"/>
                  </a:cubicBezTo>
                  <a:cubicBezTo>
                    <a:pt x="0" y="388"/>
                    <a:pt x="107" y="501"/>
                    <a:pt x="250" y="501"/>
                  </a:cubicBezTo>
                  <a:cubicBezTo>
                    <a:pt x="388" y="501"/>
                    <a:pt x="494" y="388"/>
                    <a:pt x="494" y="252"/>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1" name="Google Shape;13281;p31"/>
            <p:cNvSpPr/>
            <p:nvPr/>
          </p:nvSpPr>
          <p:spPr>
            <a:xfrm>
              <a:off x="1135575" y="2391675"/>
              <a:ext cx="12575" cy="12550"/>
            </a:xfrm>
            <a:custGeom>
              <a:avLst/>
              <a:gdLst/>
              <a:ahLst/>
              <a:cxnLst/>
              <a:rect l="l" t="t" r="r" b="b"/>
              <a:pathLst>
                <a:path w="503" h="502" extrusionOk="0">
                  <a:moveTo>
                    <a:pt x="252" y="0"/>
                  </a:moveTo>
                  <a:cubicBezTo>
                    <a:pt x="116" y="0"/>
                    <a:pt x="0" y="114"/>
                    <a:pt x="0" y="252"/>
                  </a:cubicBezTo>
                  <a:cubicBezTo>
                    <a:pt x="0" y="388"/>
                    <a:pt x="116" y="501"/>
                    <a:pt x="252" y="501"/>
                  </a:cubicBezTo>
                  <a:cubicBezTo>
                    <a:pt x="387" y="501"/>
                    <a:pt x="503" y="388"/>
                    <a:pt x="503" y="252"/>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2" name="Google Shape;13282;p31"/>
            <p:cNvSpPr/>
            <p:nvPr/>
          </p:nvSpPr>
          <p:spPr>
            <a:xfrm>
              <a:off x="1227500" y="2391675"/>
              <a:ext cx="12400" cy="12550"/>
            </a:xfrm>
            <a:custGeom>
              <a:avLst/>
              <a:gdLst/>
              <a:ahLst/>
              <a:cxnLst/>
              <a:rect l="l" t="t" r="r" b="b"/>
              <a:pathLst>
                <a:path w="496" h="502" extrusionOk="0">
                  <a:moveTo>
                    <a:pt x="251" y="0"/>
                  </a:moveTo>
                  <a:cubicBezTo>
                    <a:pt x="109" y="0"/>
                    <a:pt x="0" y="114"/>
                    <a:pt x="0" y="252"/>
                  </a:cubicBezTo>
                  <a:cubicBezTo>
                    <a:pt x="0" y="388"/>
                    <a:pt x="109" y="501"/>
                    <a:pt x="251" y="501"/>
                  </a:cubicBezTo>
                  <a:cubicBezTo>
                    <a:pt x="387" y="501"/>
                    <a:pt x="496" y="388"/>
                    <a:pt x="496" y="252"/>
                  </a:cubicBezTo>
                  <a:cubicBezTo>
                    <a:pt x="496"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3" name="Google Shape;13283;p31"/>
            <p:cNvSpPr/>
            <p:nvPr/>
          </p:nvSpPr>
          <p:spPr>
            <a:xfrm>
              <a:off x="1319275" y="2391675"/>
              <a:ext cx="12550" cy="12550"/>
            </a:xfrm>
            <a:custGeom>
              <a:avLst/>
              <a:gdLst/>
              <a:ahLst/>
              <a:cxnLst/>
              <a:rect l="l" t="t" r="r" b="b"/>
              <a:pathLst>
                <a:path w="502" h="502" extrusionOk="0">
                  <a:moveTo>
                    <a:pt x="252" y="0"/>
                  </a:moveTo>
                  <a:cubicBezTo>
                    <a:pt x="114" y="0"/>
                    <a:pt x="1" y="114"/>
                    <a:pt x="1" y="252"/>
                  </a:cubicBezTo>
                  <a:cubicBezTo>
                    <a:pt x="1" y="388"/>
                    <a:pt x="114" y="501"/>
                    <a:pt x="252" y="501"/>
                  </a:cubicBezTo>
                  <a:cubicBezTo>
                    <a:pt x="388" y="501"/>
                    <a:pt x="501" y="388"/>
                    <a:pt x="501" y="252"/>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4" name="Google Shape;13284;p31"/>
            <p:cNvSpPr/>
            <p:nvPr/>
          </p:nvSpPr>
          <p:spPr>
            <a:xfrm>
              <a:off x="1411200" y="2391675"/>
              <a:ext cx="12425" cy="12550"/>
            </a:xfrm>
            <a:custGeom>
              <a:avLst/>
              <a:gdLst/>
              <a:ahLst/>
              <a:cxnLst/>
              <a:rect l="l" t="t" r="r" b="b"/>
              <a:pathLst>
                <a:path w="497" h="502" extrusionOk="0">
                  <a:moveTo>
                    <a:pt x="245" y="0"/>
                  </a:moveTo>
                  <a:cubicBezTo>
                    <a:pt x="109" y="0"/>
                    <a:pt x="1" y="114"/>
                    <a:pt x="1" y="252"/>
                  </a:cubicBezTo>
                  <a:cubicBezTo>
                    <a:pt x="1" y="388"/>
                    <a:pt x="109" y="501"/>
                    <a:pt x="245" y="501"/>
                  </a:cubicBezTo>
                  <a:cubicBezTo>
                    <a:pt x="388" y="501"/>
                    <a:pt x="496" y="388"/>
                    <a:pt x="496" y="252"/>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5" name="Google Shape;13285;p31"/>
            <p:cNvSpPr/>
            <p:nvPr/>
          </p:nvSpPr>
          <p:spPr>
            <a:xfrm>
              <a:off x="1503000" y="2391675"/>
              <a:ext cx="12525" cy="12550"/>
            </a:xfrm>
            <a:custGeom>
              <a:avLst/>
              <a:gdLst/>
              <a:ahLst/>
              <a:cxnLst/>
              <a:rect l="l" t="t" r="r" b="b"/>
              <a:pathLst>
                <a:path w="501" h="502" extrusionOk="0">
                  <a:moveTo>
                    <a:pt x="250" y="0"/>
                  </a:moveTo>
                  <a:cubicBezTo>
                    <a:pt x="114" y="0"/>
                    <a:pt x="0" y="114"/>
                    <a:pt x="0" y="252"/>
                  </a:cubicBezTo>
                  <a:cubicBezTo>
                    <a:pt x="0" y="388"/>
                    <a:pt x="114" y="501"/>
                    <a:pt x="250" y="501"/>
                  </a:cubicBezTo>
                  <a:cubicBezTo>
                    <a:pt x="387" y="501"/>
                    <a:pt x="501" y="388"/>
                    <a:pt x="501" y="252"/>
                  </a:cubicBezTo>
                  <a:cubicBezTo>
                    <a:pt x="501" y="114"/>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6" name="Google Shape;13286;p31"/>
            <p:cNvSpPr/>
            <p:nvPr/>
          </p:nvSpPr>
          <p:spPr>
            <a:xfrm>
              <a:off x="1594750" y="2391675"/>
              <a:ext cx="12575" cy="12550"/>
            </a:xfrm>
            <a:custGeom>
              <a:avLst/>
              <a:gdLst/>
              <a:ahLst/>
              <a:cxnLst/>
              <a:rect l="l" t="t" r="r" b="b"/>
              <a:pathLst>
                <a:path w="503" h="502" extrusionOk="0">
                  <a:moveTo>
                    <a:pt x="251" y="0"/>
                  </a:moveTo>
                  <a:cubicBezTo>
                    <a:pt x="115" y="0"/>
                    <a:pt x="0" y="114"/>
                    <a:pt x="0" y="252"/>
                  </a:cubicBezTo>
                  <a:cubicBezTo>
                    <a:pt x="0" y="388"/>
                    <a:pt x="115" y="501"/>
                    <a:pt x="251" y="501"/>
                  </a:cubicBezTo>
                  <a:cubicBezTo>
                    <a:pt x="394" y="501"/>
                    <a:pt x="503" y="388"/>
                    <a:pt x="503" y="252"/>
                  </a:cubicBezTo>
                  <a:cubicBezTo>
                    <a:pt x="503" y="114"/>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7" name="Google Shape;13287;p31"/>
            <p:cNvSpPr/>
            <p:nvPr/>
          </p:nvSpPr>
          <p:spPr>
            <a:xfrm>
              <a:off x="1686650" y="23916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8" name="Google Shape;13288;p31"/>
            <p:cNvSpPr/>
            <p:nvPr/>
          </p:nvSpPr>
          <p:spPr>
            <a:xfrm>
              <a:off x="1778450" y="2391675"/>
              <a:ext cx="12550" cy="12550"/>
            </a:xfrm>
            <a:custGeom>
              <a:avLst/>
              <a:gdLst/>
              <a:ahLst/>
              <a:cxnLst/>
              <a:rect l="l" t="t" r="r" b="b"/>
              <a:pathLst>
                <a:path w="502" h="502" extrusionOk="0">
                  <a:moveTo>
                    <a:pt x="252" y="0"/>
                  </a:moveTo>
                  <a:cubicBezTo>
                    <a:pt x="114" y="0"/>
                    <a:pt x="1" y="114"/>
                    <a:pt x="1" y="252"/>
                  </a:cubicBezTo>
                  <a:cubicBezTo>
                    <a:pt x="1" y="388"/>
                    <a:pt x="114" y="501"/>
                    <a:pt x="252" y="501"/>
                  </a:cubicBezTo>
                  <a:cubicBezTo>
                    <a:pt x="388" y="501"/>
                    <a:pt x="501" y="388"/>
                    <a:pt x="501" y="252"/>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9" name="Google Shape;13289;p31"/>
            <p:cNvSpPr/>
            <p:nvPr/>
          </p:nvSpPr>
          <p:spPr>
            <a:xfrm>
              <a:off x="1870375" y="2391675"/>
              <a:ext cx="12400" cy="12550"/>
            </a:xfrm>
            <a:custGeom>
              <a:avLst/>
              <a:gdLst/>
              <a:ahLst/>
              <a:cxnLst/>
              <a:rect l="l" t="t" r="r" b="b"/>
              <a:pathLst>
                <a:path w="496" h="502" extrusionOk="0">
                  <a:moveTo>
                    <a:pt x="252" y="0"/>
                  </a:moveTo>
                  <a:cubicBezTo>
                    <a:pt x="109" y="0"/>
                    <a:pt x="0" y="114"/>
                    <a:pt x="0" y="252"/>
                  </a:cubicBezTo>
                  <a:cubicBezTo>
                    <a:pt x="0" y="388"/>
                    <a:pt x="109" y="501"/>
                    <a:pt x="252" y="501"/>
                  </a:cubicBezTo>
                  <a:cubicBezTo>
                    <a:pt x="387" y="501"/>
                    <a:pt x="496" y="388"/>
                    <a:pt x="496" y="252"/>
                  </a:cubicBezTo>
                  <a:cubicBezTo>
                    <a:pt x="496"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0" name="Google Shape;13290;p31"/>
            <p:cNvSpPr/>
            <p:nvPr/>
          </p:nvSpPr>
          <p:spPr>
            <a:xfrm>
              <a:off x="1962150" y="2391675"/>
              <a:ext cx="12550" cy="12550"/>
            </a:xfrm>
            <a:custGeom>
              <a:avLst/>
              <a:gdLst/>
              <a:ahLst/>
              <a:cxnLst/>
              <a:rect l="l" t="t" r="r" b="b"/>
              <a:pathLst>
                <a:path w="502" h="502" extrusionOk="0">
                  <a:moveTo>
                    <a:pt x="250" y="0"/>
                  </a:moveTo>
                  <a:cubicBezTo>
                    <a:pt x="114" y="0"/>
                    <a:pt x="1" y="114"/>
                    <a:pt x="1" y="252"/>
                  </a:cubicBezTo>
                  <a:cubicBezTo>
                    <a:pt x="1" y="388"/>
                    <a:pt x="114" y="501"/>
                    <a:pt x="250" y="501"/>
                  </a:cubicBezTo>
                  <a:cubicBezTo>
                    <a:pt x="388" y="501"/>
                    <a:pt x="502" y="388"/>
                    <a:pt x="502" y="252"/>
                  </a:cubicBezTo>
                  <a:cubicBezTo>
                    <a:pt x="502"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1" name="Google Shape;13291;p31"/>
            <p:cNvSpPr/>
            <p:nvPr/>
          </p:nvSpPr>
          <p:spPr>
            <a:xfrm>
              <a:off x="2054075" y="2391675"/>
              <a:ext cx="12425" cy="12550"/>
            </a:xfrm>
            <a:custGeom>
              <a:avLst/>
              <a:gdLst/>
              <a:ahLst/>
              <a:cxnLst/>
              <a:rect l="l" t="t" r="r" b="b"/>
              <a:pathLst>
                <a:path w="497" h="502" extrusionOk="0">
                  <a:moveTo>
                    <a:pt x="252" y="0"/>
                  </a:moveTo>
                  <a:cubicBezTo>
                    <a:pt x="109" y="0"/>
                    <a:pt x="1" y="114"/>
                    <a:pt x="1" y="252"/>
                  </a:cubicBezTo>
                  <a:cubicBezTo>
                    <a:pt x="1" y="388"/>
                    <a:pt x="109" y="501"/>
                    <a:pt x="252" y="501"/>
                  </a:cubicBezTo>
                  <a:cubicBezTo>
                    <a:pt x="388" y="501"/>
                    <a:pt x="496" y="388"/>
                    <a:pt x="496" y="252"/>
                  </a:cubicBezTo>
                  <a:cubicBezTo>
                    <a:pt x="496"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2" name="Google Shape;13292;p31"/>
            <p:cNvSpPr/>
            <p:nvPr/>
          </p:nvSpPr>
          <p:spPr>
            <a:xfrm>
              <a:off x="2145825" y="23916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3" name="Google Shape;13293;p31"/>
            <p:cNvSpPr/>
            <p:nvPr/>
          </p:nvSpPr>
          <p:spPr>
            <a:xfrm>
              <a:off x="2237800" y="2391675"/>
              <a:ext cx="12350" cy="12550"/>
            </a:xfrm>
            <a:custGeom>
              <a:avLst/>
              <a:gdLst/>
              <a:ahLst/>
              <a:cxnLst/>
              <a:rect l="l" t="t" r="r" b="b"/>
              <a:pathLst>
                <a:path w="494" h="502" extrusionOk="0">
                  <a:moveTo>
                    <a:pt x="244" y="0"/>
                  </a:moveTo>
                  <a:cubicBezTo>
                    <a:pt x="107" y="0"/>
                    <a:pt x="0" y="114"/>
                    <a:pt x="0" y="252"/>
                  </a:cubicBezTo>
                  <a:cubicBezTo>
                    <a:pt x="0" y="388"/>
                    <a:pt x="107" y="501"/>
                    <a:pt x="244" y="501"/>
                  </a:cubicBezTo>
                  <a:cubicBezTo>
                    <a:pt x="387" y="501"/>
                    <a:pt x="494" y="388"/>
                    <a:pt x="494" y="252"/>
                  </a:cubicBezTo>
                  <a:cubicBezTo>
                    <a:pt x="494" y="114"/>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4" name="Google Shape;13294;p31"/>
            <p:cNvSpPr/>
            <p:nvPr/>
          </p:nvSpPr>
          <p:spPr>
            <a:xfrm>
              <a:off x="2329550" y="2391675"/>
              <a:ext cx="12575" cy="12550"/>
            </a:xfrm>
            <a:custGeom>
              <a:avLst/>
              <a:gdLst/>
              <a:ahLst/>
              <a:cxnLst/>
              <a:rect l="l" t="t" r="r" b="b"/>
              <a:pathLst>
                <a:path w="503" h="502" extrusionOk="0">
                  <a:moveTo>
                    <a:pt x="251" y="0"/>
                  </a:moveTo>
                  <a:cubicBezTo>
                    <a:pt x="115" y="0"/>
                    <a:pt x="0" y="114"/>
                    <a:pt x="0" y="252"/>
                  </a:cubicBezTo>
                  <a:cubicBezTo>
                    <a:pt x="0" y="388"/>
                    <a:pt x="115" y="501"/>
                    <a:pt x="251" y="501"/>
                  </a:cubicBezTo>
                  <a:cubicBezTo>
                    <a:pt x="387" y="501"/>
                    <a:pt x="502" y="388"/>
                    <a:pt x="502" y="252"/>
                  </a:cubicBezTo>
                  <a:cubicBezTo>
                    <a:pt x="502"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5" name="Google Shape;13295;p31"/>
            <p:cNvSpPr/>
            <p:nvPr/>
          </p:nvSpPr>
          <p:spPr>
            <a:xfrm>
              <a:off x="2421325" y="2391675"/>
              <a:ext cx="12550" cy="12550"/>
            </a:xfrm>
            <a:custGeom>
              <a:avLst/>
              <a:gdLst/>
              <a:ahLst/>
              <a:cxnLst/>
              <a:rect l="l" t="t" r="r" b="b"/>
              <a:pathLst>
                <a:path w="502" h="502" extrusionOk="0">
                  <a:moveTo>
                    <a:pt x="250" y="0"/>
                  </a:moveTo>
                  <a:cubicBezTo>
                    <a:pt x="114" y="0"/>
                    <a:pt x="1" y="114"/>
                    <a:pt x="1" y="252"/>
                  </a:cubicBezTo>
                  <a:cubicBezTo>
                    <a:pt x="1" y="388"/>
                    <a:pt x="114" y="501"/>
                    <a:pt x="250" y="501"/>
                  </a:cubicBezTo>
                  <a:cubicBezTo>
                    <a:pt x="395" y="501"/>
                    <a:pt x="501" y="388"/>
                    <a:pt x="501" y="252"/>
                  </a:cubicBezTo>
                  <a:cubicBezTo>
                    <a:pt x="501" y="114"/>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6" name="Google Shape;13296;p31"/>
            <p:cNvSpPr/>
            <p:nvPr/>
          </p:nvSpPr>
          <p:spPr>
            <a:xfrm>
              <a:off x="2513250" y="2391675"/>
              <a:ext cx="12575" cy="12550"/>
            </a:xfrm>
            <a:custGeom>
              <a:avLst/>
              <a:gdLst/>
              <a:ahLst/>
              <a:cxnLst/>
              <a:rect l="l" t="t" r="r" b="b"/>
              <a:pathLst>
                <a:path w="503" h="502" extrusionOk="0">
                  <a:moveTo>
                    <a:pt x="252" y="0"/>
                  </a:moveTo>
                  <a:cubicBezTo>
                    <a:pt x="109" y="0"/>
                    <a:pt x="0" y="114"/>
                    <a:pt x="0" y="252"/>
                  </a:cubicBezTo>
                  <a:cubicBezTo>
                    <a:pt x="0" y="388"/>
                    <a:pt x="109"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7" name="Google Shape;13297;p31"/>
            <p:cNvSpPr/>
            <p:nvPr/>
          </p:nvSpPr>
          <p:spPr>
            <a:xfrm>
              <a:off x="2605000" y="2391675"/>
              <a:ext cx="12575" cy="12550"/>
            </a:xfrm>
            <a:custGeom>
              <a:avLst/>
              <a:gdLst/>
              <a:ahLst/>
              <a:cxnLst/>
              <a:rect l="l" t="t" r="r" b="b"/>
              <a:pathLst>
                <a:path w="503" h="502" extrusionOk="0">
                  <a:moveTo>
                    <a:pt x="252" y="0"/>
                  </a:moveTo>
                  <a:cubicBezTo>
                    <a:pt x="116" y="0"/>
                    <a:pt x="0" y="114"/>
                    <a:pt x="0" y="252"/>
                  </a:cubicBezTo>
                  <a:cubicBezTo>
                    <a:pt x="0" y="388"/>
                    <a:pt x="116" y="501"/>
                    <a:pt x="252" y="501"/>
                  </a:cubicBezTo>
                  <a:cubicBezTo>
                    <a:pt x="387" y="501"/>
                    <a:pt x="503" y="388"/>
                    <a:pt x="503" y="252"/>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8" name="Google Shape;13298;p31"/>
            <p:cNvSpPr/>
            <p:nvPr/>
          </p:nvSpPr>
          <p:spPr>
            <a:xfrm>
              <a:off x="2696950" y="2391675"/>
              <a:ext cx="12375" cy="12550"/>
            </a:xfrm>
            <a:custGeom>
              <a:avLst/>
              <a:gdLst/>
              <a:ahLst/>
              <a:cxnLst/>
              <a:rect l="l" t="t" r="r" b="b"/>
              <a:pathLst>
                <a:path w="495" h="502" extrusionOk="0">
                  <a:moveTo>
                    <a:pt x="252" y="0"/>
                  </a:moveTo>
                  <a:cubicBezTo>
                    <a:pt x="108" y="0"/>
                    <a:pt x="1" y="114"/>
                    <a:pt x="1" y="252"/>
                  </a:cubicBezTo>
                  <a:cubicBezTo>
                    <a:pt x="1" y="388"/>
                    <a:pt x="108" y="501"/>
                    <a:pt x="252" y="501"/>
                  </a:cubicBezTo>
                  <a:cubicBezTo>
                    <a:pt x="388" y="501"/>
                    <a:pt x="495" y="388"/>
                    <a:pt x="495" y="252"/>
                  </a:cubicBezTo>
                  <a:cubicBezTo>
                    <a:pt x="495"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9" name="Google Shape;13299;p31"/>
            <p:cNvSpPr/>
            <p:nvPr/>
          </p:nvSpPr>
          <p:spPr>
            <a:xfrm>
              <a:off x="2788700" y="23916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0" name="Google Shape;13300;p31"/>
            <p:cNvSpPr/>
            <p:nvPr/>
          </p:nvSpPr>
          <p:spPr>
            <a:xfrm>
              <a:off x="2880675" y="2391675"/>
              <a:ext cx="12375" cy="12550"/>
            </a:xfrm>
            <a:custGeom>
              <a:avLst/>
              <a:gdLst/>
              <a:ahLst/>
              <a:cxnLst/>
              <a:rect l="l" t="t" r="r" b="b"/>
              <a:pathLst>
                <a:path w="495" h="502" extrusionOk="0">
                  <a:moveTo>
                    <a:pt x="243" y="0"/>
                  </a:moveTo>
                  <a:cubicBezTo>
                    <a:pt x="107" y="0"/>
                    <a:pt x="0" y="114"/>
                    <a:pt x="0" y="252"/>
                  </a:cubicBezTo>
                  <a:cubicBezTo>
                    <a:pt x="0" y="388"/>
                    <a:pt x="107" y="501"/>
                    <a:pt x="243" y="501"/>
                  </a:cubicBezTo>
                  <a:cubicBezTo>
                    <a:pt x="387" y="501"/>
                    <a:pt x="494" y="388"/>
                    <a:pt x="494" y="252"/>
                  </a:cubicBezTo>
                  <a:cubicBezTo>
                    <a:pt x="494" y="114"/>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1" name="Google Shape;13301;p31"/>
            <p:cNvSpPr/>
            <p:nvPr/>
          </p:nvSpPr>
          <p:spPr>
            <a:xfrm>
              <a:off x="2972425" y="2391675"/>
              <a:ext cx="12575" cy="12550"/>
            </a:xfrm>
            <a:custGeom>
              <a:avLst/>
              <a:gdLst/>
              <a:ahLst/>
              <a:cxnLst/>
              <a:rect l="l" t="t" r="r" b="b"/>
              <a:pathLst>
                <a:path w="503" h="502" extrusionOk="0">
                  <a:moveTo>
                    <a:pt x="251" y="0"/>
                  </a:moveTo>
                  <a:cubicBezTo>
                    <a:pt x="115" y="0"/>
                    <a:pt x="0" y="114"/>
                    <a:pt x="0" y="252"/>
                  </a:cubicBezTo>
                  <a:cubicBezTo>
                    <a:pt x="0" y="388"/>
                    <a:pt x="115" y="501"/>
                    <a:pt x="251" y="501"/>
                  </a:cubicBezTo>
                  <a:cubicBezTo>
                    <a:pt x="387" y="501"/>
                    <a:pt x="503" y="388"/>
                    <a:pt x="503" y="252"/>
                  </a:cubicBezTo>
                  <a:cubicBezTo>
                    <a:pt x="503"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2" name="Google Shape;13302;p31"/>
            <p:cNvSpPr/>
            <p:nvPr/>
          </p:nvSpPr>
          <p:spPr>
            <a:xfrm>
              <a:off x="3064375" y="2391675"/>
              <a:ext cx="12375" cy="12550"/>
            </a:xfrm>
            <a:custGeom>
              <a:avLst/>
              <a:gdLst/>
              <a:ahLst/>
              <a:cxnLst/>
              <a:rect l="l" t="t" r="r" b="b"/>
              <a:pathLst>
                <a:path w="495" h="502" extrusionOk="0">
                  <a:moveTo>
                    <a:pt x="243" y="0"/>
                  </a:moveTo>
                  <a:cubicBezTo>
                    <a:pt x="107" y="0"/>
                    <a:pt x="1" y="114"/>
                    <a:pt x="1" y="252"/>
                  </a:cubicBezTo>
                  <a:cubicBezTo>
                    <a:pt x="1" y="388"/>
                    <a:pt x="107" y="501"/>
                    <a:pt x="243" y="501"/>
                  </a:cubicBezTo>
                  <a:cubicBezTo>
                    <a:pt x="388" y="501"/>
                    <a:pt x="495" y="388"/>
                    <a:pt x="495" y="252"/>
                  </a:cubicBezTo>
                  <a:cubicBezTo>
                    <a:pt x="495" y="114"/>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3" name="Google Shape;13303;p31"/>
            <p:cNvSpPr/>
            <p:nvPr/>
          </p:nvSpPr>
          <p:spPr>
            <a:xfrm>
              <a:off x="3156125" y="23916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4" name="Google Shape;13304;p31"/>
            <p:cNvSpPr/>
            <p:nvPr/>
          </p:nvSpPr>
          <p:spPr>
            <a:xfrm>
              <a:off x="3247875" y="2391675"/>
              <a:ext cx="12575" cy="12550"/>
            </a:xfrm>
            <a:custGeom>
              <a:avLst/>
              <a:gdLst/>
              <a:ahLst/>
              <a:cxnLst/>
              <a:rect l="l" t="t" r="r" b="b"/>
              <a:pathLst>
                <a:path w="503"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5" name="Google Shape;13305;p31"/>
            <p:cNvSpPr/>
            <p:nvPr/>
          </p:nvSpPr>
          <p:spPr>
            <a:xfrm>
              <a:off x="3339850" y="2391675"/>
              <a:ext cx="12525" cy="12550"/>
            </a:xfrm>
            <a:custGeom>
              <a:avLst/>
              <a:gdLst/>
              <a:ahLst/>
              <a:cxnLst/>
              <a:rect l="l" t="t" r="r" b="b"/>
              <a:pathLst>
                <a:path w="501" h="502" extrusionOk="0">
                  <a:moveTo>
                    <a:pt x="251" y="0"/>
                  </a:moveTo>
                  <a:cubicBezTo>
                    <a:pt x="107" y="0"/>
                    <a:pt x="0" y="114"/>
                    <a:pt x="0" y="252"/>
                  </a:cubicBezTo>
                  <a:cubicBezTo>
                    <a:pt x="0" y="388"/>
                    <a:pt x="107" y="501"/>
                    <a:pt x="251" y="501"/>
                  </a:cubicBezTo>
                  <a:cubicBezTo>
                    <a:pt x="387" y="501"/>
                    <a:pt x="501" y="388"/>
                    <a:pt x="501" y="252"/>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6" name="Google Shape;13306;p31"/>
            <p:cNvSpPr/>
            <p:nvPr/>
          </p:nvSpPr>
          <p:spPr>
            <a:xfrm>
              <a:off x="3431575" y="23916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7" name="Google Shape;13307;p31"/>
            <p:cNvSpPr/>
            <p:nvPr/>
          </p:nvSpPr>
          <p:spPr>
            <a:xfrm>
              <a:off x="3523550" y="2391675"/>
              <a:ext cx="12375" cy="12550"/>
            </a:xfrm>
            <a:custGeom>
              <a:avLst/>
              <a:gdLst/>
              <a:ahLst/>
              <a:cxnLst/>
              <a:rect l="l" t="t" r="r" b="b"/>
              <a:pathLst>
                <a:path w="495" h="502" extrusionOk="0">
                  <a:moveTo>
                    <a:pt x="250" y="0"/>
                  </a:moveTo>
                  <a:cubicBezTo>
                    <a:pt x="107" y="0"/>
                    <a:pt x="0" y="114"/>
                    <a:pt x="0" y="252"/>
                  </a:cubicBezTo>
                  <a:cubicBezTo>
                    <a:pt x="0" y="388"/>
                    <a:pt x="107" y="501"/>
                    <a:pt x="250" y="501"/>
                  </a:cubicBezTo>
                  <a:cubicBezTo>
                    <a:pt x="388" y="501"/>
                    <a:pt x="494" y="388"/>
                    <a:pt x="494" y="252"/>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8" name="Google Shape;13308;p31"/>
            <p:cNvSpPr/>
            <p:nvPr/>
          </p:nvSpPr>
          <p:spPr>
            <a:xfrm>
              <a:off x="676400" y="2483600"/>
              <a:ext cx="12600" cy="12400"/>
            </a:xfrm>
            <a:custGeom>
              <a:avLst/>
              <a:gdLst/>
              <a:ahLst/>
              <a:cxnLst/>
              <a:rect l="l" t="t" r="r" b="b"/>
              <a:pathLst>
                <a:path w="504" h="496" extrusionOk="0">
                  <a:moveTo>
                    <a:pt x="252" y="0"/>
                  </a:moveTo>
                  <a:cubicBezTo>
                    <a:pt x="116" y="0"/>
                    <a:pt x="1" y="109"/>
                    <a:pt x="1" y="251"/>
                  </a:cubicBezTo>
                  <a:cubicBezTo>
                    <a:pt x="1" y="387"/>
                    <a:pt x="116" y="496"/>
                    <a:pt x="252" y="496"/>
                  </a:cubicBezTo>
                  <a:cubicBezTo>
                    <a:pt x="388" y="496"/>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9" name="Google Shape;13309;p31"/>
            <p:cNvSpPr/>
            <p:nvPr/>
          </p:nvSpPr>
          <p:spPr>
            <a:xfrm>
              <a:off x="768325" y="2483600"/>
              <a:ext cx="12400" cy="12400"/>
            </a:xfrm>
            <a:custGeom>
              <a:avLst/>
              <a:gdLst/>
              <a:ahLst/>
              <a:cxnLst/>
              <a:rect l="l" t="t" r="r" b="b"/>
              <a:pathLst>
                <a:path w="496" h="496" extrusionOk="0">
                  <a:moveTo>
                    <a:pt x="245" y="0"/>
                  </a:moveTo>
                  <a:cubicBezTo>
                    <a:pt x="109" y="0"/>
                    <a:pt x="0" y="109"/>
                    <a:pt x="0" y="251"/>
                  </a:cubicBezTo>
                  <a:cubicBezTo>
                    <a:pt x="0" y="387"/>
                    <a:pt x="109" y="496"/>
                    <a:pt x="245" y="496"/>
                  </a:cubicBezTo>
                  <a:cubicBezTo>
                    <a:pt x="388" y="496"/>
                    <a:pt x="496" y="387"/>
                    <a:pt x="496" y="251"/>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0" name="Google Shape;13310;p31"/>
            <p:cNvSpPr/>
            <p:nvPr/>
          </p:nvSpPr>
          <p:spPr>
            <a:xfrm>
              <a:off x="860125" y="2483600"/>
              <a:ext cx="12525" cy="12400"/>
            </a:xfrm>
            <a:custGeom>
              <a:avLst/>
              <a:gdLst/>
              <a:ahLst/>
              <a:cxnLst/>
              <a:rect l="l" t="t" r="r" b="b"/>
              <a:pathLst>
                <a:path w="501" h="496" extrusionOk="0">
                  <a:moveTo>
                    <a:pt x="251" y="0"/>
                  </a:moveTo>
                  <a:cubicBezTo>
                    <a:pt x="114" y="0"/>
                    <a:pt x="0" y="109"/>
                    <a:pt x="0" y="251"/>
                  </a:cubicBezTo>
                  <a:cubicBezTo>
                    <a:pt x="0" y="387"/>
                    <a:pt x="114" y="496"/>
                    <a:pt x="251" y="496"/>
                  </a:cubicBezTo>
                  <a:cubicBezTo>
                    <a:pt x="387" y="496"/>
                    <a:pt x="501" y="387"/>
                    <a:pt x="501" y="251"/>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1" name="Google Shape;13311;p31"/>
            <p:cNvSpPr/>
            <p:nvPr/>
          </p:nvSpPr>
          <p:spPr>
            <a:xfrm>
              <a:off x="951850" y="2483600"/>
              <a:ext cx="12600" cy="12400"/>
            </a:xfrm>
            <a:custGeom>
              <a:avLst/>
              <a:gdLst/>
              <a:ahLst/>
              <a:cxnLst/>
              <a:rect l="l" t="t" r="r" b="b"/>
              <a:pathLst>
                <a:path w="504" h="496" extrusionOk="0">
                  <a:moveTo>
                    <a:pt x="252" y="0"/>
                  </a:moveTo>
                  <a:cubicBezTo>
                    <a:pt x="116" y="0"/>
                    <a:pt x="1" y="109"/>
                    <a:pt x="1" y="251"/>
                  </a:cubicBezTo>
                  <a:cubicBezTo>
                    <a:pt x="1" y="387"/>
                    <a:pt x="116" y="496"/>
                    <a:pt x="252" y="496"/>
                  </a:cubicBezTo>
                  <a:cubicBezTo>
                    <a:pt x="388" y="496"/>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2" name="Google Shape;13312;p31"/>
            <p:cNvSpPr/>
            <p:nvPr/>
          </p:nvSpPr>
          <p:spPr>
            <a:xfrm>
              <a:off x="1043825" y="2483600"/>
              <a:ext cx="12375" cy="12400"/>
            </a:xfrm>
            <a:custGeom>
              <a:avLst/>
              <a:gdLst/>
              <a:ahLst/>
              <a:cxnLst/>
              <a:rect l="l" t="t" r="r" b="b"/>
              <a:pathLst>
                <a:path w="495" h="496" extrusionOk="0">
                  <a:moveTo>
                    <a:pt x="250" y="0"/>
                  </a:moveTo>
                  <a:cubicBezTo>
                    <a:pt x="107" y="0"/>
                    <a:pt x="0" y="109"/>
                    <a:pt x="0" y="251"/>
                  </a:cubicBezTo>
                  <a:cubicBezTo>
                    <a:pt x="0" y="387"/>
                    <a:pt x="107" y="496"/>
                    <a:pt x="250" y="496"/>
                  </a:cubicBezTo>
                  <a:cubicBezTo>
                    <a:pt x="388" y="496"/>
                    <a:pt x="494" y="387"/>
                    <a:pt x="494" y="251"/>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3" name="Google Shape;13313;p31"/>
            <p:cNvSpPr/>
            <p:nvPr/>
          </p:nvSpPr>
          <p:spPr>
            <a:xfrm>
              <a:off x="1135575" y="2483600"/>
              <a:ext cx="12575" cy="12400"/>
            </a:xfrm>
            <a:custGeom>
              <a:avLst/>
              <a:gdLst/>
              <a:ahLst/>
              <a:cxnLst/>
              <a:rect l="l" t="t" r="r" b="b"/>
              <a:pathLst>
                <a:path w="503" h="496" extrusionOk="0">
                  <a:moveTo>
                    <a:pt x="252" y="0"/>
                  </a:moveTo>
                  <a:cubicBezTo>
                    <a:pt x="116" y="0"/>
                    <a:pt x="0" y="109"/>
                    <a:pt x="0" y="251"/>
                  </a:cubicBezTo>
                  <a:cubicBezTo>
                    <a:pt x="0" y="387"/>
                    <a:pt x="116" y="496"/>
                    <a:pt x="252" y="496"/>
                  </a:cubicBezTo>
                  <a:cubicBezTo>
                    <a:pt x="387" y="496"/>
                    <a:pt x="503" y="387"/>
                    <a:pt x="503" y="251"/>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4" name="Google Shape;13314;p31"/>
            <p:cNvSpPr/>
            <p:nvPr/>
          </p:nvSpPr>
          <p:spPr>
            <a:xfrm>
              <a:off x="1227500" y="2483600"/>
              <a:ext cx="12400" cy="12400"/>
            </a:xfrm>
            <a:custGeom>
              <a:avLst/>
              <a:gdLst/>
              <a:ahLst/>
              <a:cxnLst/>
              <a:rect l="l" t="t" r="r" b="b"/>
              <a:pathLst>
                <a:path w="496" h="496" extrusionOk="0">
                  <a:moveTo>
                    <a:pt x="251" y="0"/>
                  </a:moveTo>
                  <a:cubicBezTo>
                    <a:pt x="109" y="0"/>
                    <a:pt x="0" y="109"/>
                    <a:pt x="0" y="251"/>
                  </a:cubicBezTo>
                  <a:cubicBezTo>
                    <a:pt x="0" y="387"/>
                    <a:pt x="109" y="496"/>
                    <a:pt x="251" y="496"/>
                  </a:cubicBezTo>
                  <a:cubicBezTo>
                    <a:pt x="387" y="496"/>
                    <a:pt x="496" y="387"/>
                    <a:pt x="496" y="251"/>
                  </a:cubicBezTo>
                  <a:cubicBezTo>
                    <a:pt x="496"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5" name="Google Shape;13315;p31"/>
            <p:cNvSpPr/>
            <p:nvPr/>
          </p:nvSpPr>
          <p:spPr>
            <a:xfrm>
              <a:off x="1319275" y="2483600"/>
              <a:ext cx="12550" cy="12400"/>
            </a:xfrm>
            <a:custGeom>
              <a:avLst/>
              <a:gdLst/>
              <a:ahLst/>
              <a:cxnLst/>
              <a:rect l="l" t="t" r="r" b="b"/>
              <a:pathLst>
                <a:path w="502" h="496" extrusionOk="0">
                  <a:moveTo>
                    <a:pt x="252" y="0"/>
                  </a:moveTo>
                  <a:cubicBezTo>
                    <a:pt x="114" y="0"/>
                    <a:pt x="1" y="109"/>
                    <a:pt x="1" y="251"/>
                  </a:cubicBezTo>
                  <a:cubicBezTo>
                    <a:pt x="1" y="387"/>
                    <a:pt x="114" y="496"/>
                    <a:pt x="252" y="496"/>
                  </a:cubicBezTo>
                  <a:cubicBezTo>
                    <a:pt x="388" y="496"/>
                    <a:pt x="501" y="387"/>
                    <a:pt x="501" y="251"/>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6" name="Google Shape;13316;p31"/>
            <p:cNvSpPr/>
            <p:nvPr/>
          </p:nvSpPr>
          <p:spPr>
            <a:xfrm>
              <a:off x="1411200" y="2483600"/>
              <a:ext cx="12425" cy="12400"/>
            </a:xfrm>
            <a:custGeom>
              <a:avLst/>
              <a:gdLst/>
              <a:ahLst/>
              <a:cxnLst/>
              <a:rect l="l" t="t" r="r" b="b"/>
              <a:pathLst>
                <a:path w="497" h="496" extrusionOk="0">
                  <a:moveTo>
                    <a:pt x="245" y="0"/>
                  </a:moveTo>
                  <a:cubicBezTo>
                    <a:pt x="109" y="0"/>
                    <a:pt x="1" y="109"/>
                    <a:pt x="1" y="251"/>
                  </a:cubicBezTo>
                  <a:cubicBezTo>
                    <a:pt x="1" y="387"/>
                    <a:pt x="109" y="496"/>
                    <a:pt x="245" y="496"/>
                  </a:cubicBezTo>
                  <a:cubicBezTo>
                    <a:pt x="388" y="496"/>
                    <a:pt x="496" y="387"/>
                    <a:pt x="496" y="251"/>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7" name="Google Shape;13317;p31"/>
            <p:cNvSpPr/>
            <p:nvPr/>
          </p:nvSpPr>
          <p:spPr>
            <a:xfrm>
              <a:off x="1503000" y="2483600"/>
              <a:ext cx="12525" cy="12400"/>
            </a:xfrm>
            <a:custGeom>
              <a:avLst/>
              <a:gdLst/>
              <a:ahLst/>
              <a:cxnLst/>
              <a:rect l="l" t="t" r="r" b="b"/>
              <a:pathLst>
                <a:path w="501" h="496" extrusionOk="0">
                  <a:moveTo>
                    <a:pt x="250" y="0"/>
                  </a:moveTo>
                  <a:cubicBezTo>
                    <a:pt x="114" y="0"/>
                    <a:pt x="0" y="109"/>
                    <a:pt x="0" y="251"/>
                  </a:cubicBezTo>
                  <a:cubicBezTo>
                    <a:pt x="0" y="387"/>
                    <a:pt x="114" y="496"/>
                    <a:pt x="250" y="496"/>
                  </a:cubicBezTo>
                  <a:cubicBezTo>
                    <a:pt x="387" y="496"/>
                    <a:pt x="501" y="387"/>
                    <a:pt x="501" y="251"/>
                  </a:cubicBezTo>
                  <a:cubicBezTo>
                    <a:pt x="501" y="109"/>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8" name="Google Shape;13318;p31"/>
            <p:cNvSpPr/>
            <p:nvPr/>
          </p:nvSpPr>
          <p:spPr>
            <a:xfrm>
              <a:off x="1594750" y="2483600"/>
              <a:ext cx="12575" cy="12400"/>
            </a:xfrm>
            <a:custGeom>
              <a:avLst/>
              <a:gdLst/>
              <a:ahLst/>
              <a:cxnLst/>
              <a:rect l="l" t="t" r="r" b="b"/>
              <a:pathLst>
                <a:path w="503" h="496" extrusionOk="0">
                  <a:moveTo>
                    <a:pt x="251" y="0"/>
                  </a:moveTo>
                  <a:cubicBezTo>
                    <a:pt x="115" y="0"/>
                    <a:pt x="0" y="109"/>
                    <a:pt x="0" y="251"/>
                  </a:cubicBezTo>
                  <a:cubicBezTo>
                    <a:pt x="0" y="387"/>
                    <a:pt x="115" y="496"/>
                    <a:pt x="251" y="496"/>
                  </a:cubicBezTo>
                  <a:cubicBezTo>
                    <a:pt x="394" y="496"/>
                    <a:pt x="503" y="387"/>
                    <a:pt x="503" y="251"/>
                  </a:cubicBezTo>
                  <a:cubicBezTo>
                    <a:pt x="503" y="109"/>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9" name="Google Shape;13319;p31"/>
            <p:cNvSpPr/>
            <p:nvPr/>
          </p:nvSpPr>
          <p:spPr>
            <a:xfrm>
              <a:off x="1686650" y="2483600"/>
              <a:ext cx="12600" cy="12400"/>
            </a:xfrm>
            <a:custGeom>
              <a:avLst/>
              <a:gdLst/>
              <a:ahLst/>
              <a:cxnLst/>
              <a:rect l="l" t="t" r="r" b="b"/>
              <a:pathLst>
                <a:path w="504" h="496" extrusionOk="0">
                  <a:moveTo>
                    <a:pt x="252" y="0"/>
                  </a:moveTo>
                  <a:cubicBezTo>
                    <a:pt x="116" y="0"/>
                    <a:pt x="1" y="109"/>
                    <a:pt x="1" y="251"/>
                  </a:cubicBezTo>
                  <a:cubicBezTo>
                    <a:pt x="1" y="387"/>
                    <a:pt x="116" y="496"/>
                    <a:pt x="252" y="496"/>
                  </a:cubicBezTo>
                  <a:cubicBezTo>
                    <a:pt x="388" y="496"/>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0" name="Google Shape;13320;p31"/>
            <p:cNvSpPr/>
            <p:nvPr/>
          </p:nvSpPr>
          <p:spPr>
            <a:xfrm>
              <a:off x="1778450" y="2483600"/>
              <a:ext cx="12550" cy="12400"/>
            </a:xfrm>
            <a:custGeom>
              <a:avLst/>
              <a:gdLst/>
              <a:ahLst/>
              <a:cxnLst/>
              <a:rect l="l" t="t" r="r" b="b"/>
              <a:pathLst>
                <a:path w="502" h="496" extrusionOk="0">
                  <a:moveTo>
                    <a:pt x="252" y="0"/>
                  </a:moveTo>
                  <a:cubicBezTo>
                    <a:pt x="114" y="0"/>
                    <a:pt x="1" y="109"/>
                    <a:pt x="1" y="251"/>
                  </a:cubicBezTo>
                  <a:cubicBezTo>
                    <a:pt x="1" y="387"/>
                    <a:pt x="114" y="496"/>
                    <a:pt x="252" y="496"/>
                  </a:cubicBezTo>
                  <a:cubicBezTo>
                    <a:pt x="388" y="496"/>
                    <a:pt x="501" y="387"/>
                    <a:pt x="501" y="251"/>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1" name="Google Shape;13321;p31"/>
            <p:cNvSpPr/>
            <p:nvPr/>
          </p:nvSpPr>
          <p:spPr>
            <a:xfrm>
              <a:off x="1870375" y="2483600"/>
              <a:ext cx="12400" cy="12400"/>
            </a:xfrm>
            <a:custGeom>
              <a:avLst/>
              <a:gdLst/>
              <a:ahLst/>
              <a:cxnLst/>
              <a:rect l="l" t="t" r="r" b="b"/>
              <a:pathLst>
                <a:path w="496" h="496" extrusionOk="0">
                  <a:moveTo>
                    <a:pt x="252" y="0"/>
                  </a:moveTo>
                  <a:cubicBezTo>
                    <a:pt x="109" y="0"/>
                    <a:pt x="0" y="109"/>
                    <a:pt x="0" y="251"/>
                  </a:cubicBezTo>
                  <a:cubicBezTo>
                    <a:pt x="0" y="387"/>
                    <a:pt x="109" y="496"/>
                    <a:pt x="252" y="496"/>
                  </a:cubicBezTo>
                  <a:cubicBezTo>
                    <a:pt x="387" y="496"/>
                    <a:pt x="496" y="387"/>
                    <a:pt x="496" y="251"/>
                  </a:cubicBezTo>
                  <a:cubicBezTo>
                    <a:pt x="496"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2" name="Google Shape;13322;p31"/>
            <p:cNvSpPr/>
            <p:nvPr/>
          </p:nvSpPr>
          <p:spPr>
            <a:xfrm>
              <a:off x="1962150" y="2483600"/>
              <a:ext cx="12550" cy="12400"/>
            </a:xfrm>
            <a:custGeom>
              <a:avLst/>
              <a:gdLst/>
              <a:ahLst/>
              <a:cxnLst/>
              <a:rect l="l" t="t" r="r" b="b"/>
              <a:pathLst>
                <a:path w="502" h="496" extrusionOk="0">
                  <a:moveTo>
                    <a:pt x="250" y="0"/>
                  </a:moveTo>
                  <a:cubicBezTo>
                    <a:pt x="114" y="0"/>
                    <a:pt x="1" y="109"/>
                    <a:pt x="1" y="251"/>
                  </a:cubicBezTo>
                  <a:cubicBezTo>
                    <a:pt x="1" y="387"/>
                    <a:pt x="114" y="496"/>
                    <a:pt x="250" y="496"/>
                  </a:cubicBezTo>
                  <a:cubicBezTo>
                    <a:pt x="388" y="496"/>
                    <a:pt x="502" y="387"/>
                    <a:pt x="502" y="251"/>
                  </a:cubicBezTo>
                  <a:cubicBezTo>
                    <a:pt x="502"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3" name="Google Shape;13323;p31"/>
            <p:cNvSpPr/>
            <p:nvPr/>
          </p:nvSpPr>
          <p:spPr>
            <a:xfrm>
              <a:off x="2054075" y="2483600"/>
              <a:ext cx="12425" cy="12400"/>
            </a:xfrm>
            <a:custGeom>
              <a:avLst/>
              <a:gdLst/>
              <a:ahLst/>
              <a:cxnLst/>
              <a:rect l="l" t="t" r="r" b="b"/>
              <a:pathLst>
                <a:path w="497" h="496" extrusionOk="0">
                  <a:moveTo>
                    <a:pt x="252" y="0"/>
                  </a:moveTo>
                  <a:cubicBezTo>
                    <a:pt x="109" y="0"/>
                    <a:pt x="1" y="109"/>
                    <a:pt x="1" y="251"/>
                  </a:cubicBezTo>
                  <a:cubicBezTo>
                    <a:pt x="1" y="387"/>
                    <a:pt x="109" y="496"/>
                    <a:pt x="252" y="496"/>
                  </a:cubicBezTo>
                  <a:cubicBezTo>
                    <a:pt x="388" y="496"/>
                    <a:pt x="496" y="387"/>
                    <a:pt x="496" y="251"/>
                  </a:cubicBezTo>
                  <a:cubicBezTo>
                    <a:pt x="496"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4" name="Google Shape;13324;p31"/>
            <p:cNvSpPr/>
            <p:nvPr/>
          </p:nvSpPr>
          <p:spPr>
            <a:xfrm>
              <a:off x="2145825" y="2483600"/>
              <a:ext cx="12600" cy="12400"/>
            </a:xfrm>
            <a:custGeom>
              <a:avLst/>
              <a:gdLst/>
              <a:ahLst/>
              <a:cxnLst/>
              <a:rect l="l" t="t" r="r" b="b"/>
              <a:pathLst>
                <a:path w="504" h="496" extrusionOk="0">
                  <a:moveTo>
                    <a:pt x="252" y="0"/>
                  </a:moveTo>
                  <a:cubicBezTo>
                    <a:pt x="116" y="0"/>
                    <a:pt x="1" y="109"/>
                    <a:pt x="1" y="251"/>
                  </a:cubicBezTo>
                  <a:cubicBezTo>
                    <a:pt x="1" y="387"/>
                    <a:pt x="116" y="496"/>
                    <a:pt x="252" y="496"/>
                  </a:cubicBezTo>
                  <a:cubicBezTo>
                    <a:pt x="388" y="496"/>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5" name="Google Shape;13325;p31"/>
            <p:cNvSpPr/>
            <p:nvPr/>
          </p:nvSpPr>
          <p:spPr>
            <a:xfrm>
              <a:off x="2237800" y="2483600"/>
              <a:ext cx="12350" cy="12400"/>
            </a:xfrm>
            <a:custGeom>
              <a:avLst/>
              <a:gdLst/>
              <a:ahLst/>
              <a:cxnLst/>
              <a:rect l="l" t="t" r="r" b="b"/>
              <a:pathLst>
                <a:path w="494" h="496" extrusionOk="0">
                  <a:moveTo>
                    <a:pt x="244" y="0"/>
                  </a:moveTo>
                  <a:cubicBezTo>
                    <a:pt x="107" y="0"/>
                    <a:pt x="0" y="109"/>
                    <a:pt x="0" y="251"/>
                  </a:cubicBezTo>
                  <a:cubicBezTo>
                    <a:pt x="0" y="387"/>
                    <a:pt x="107" y="496"/>
                    <a:pt x="244" y="496"/>
                  </a:cubicBezTo>
                  <a:cubicBezTo>
                    <a:pt x="387" y="496"/>
                    <a:pt x="494" y="387"/>
                    <a:pt x="494" y="251"/>
                  </a:cubicBezTo>
                  <a:cubicBezTo>
                    <a:pt x="494" y="109"/>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6" name="Google Shape;13326;p31"/>
            <p:cNvSpPr/>
            <p:nvPr/>
          </p:nvSpPr>
          <p:spPr>
            <a:xfrm>
              <a:off x="2329550" y="2483600"/>
              <a:ext cx="12575" cy="12400"/>
            </a:xfrm>
            <a:custGeom>
              <a:avLst/>
              <a:gdLst/>
              <a:ahLst/>
              <a:cxnLst/>
              <a:rect l="l" t="t" r="r" b="b"/>
              <a:pathLst>
                <a:path w="503" h="496" extrusionOk="0">
                  <a:moveTo>
                    <a:pt x="251" y="0"/>
                  </a:moveTo>
                  <a:cubicBezTo>
                    <a:pt x="115" y="0"/>
                    <a:pt x="0" y="109"/>
                    <a:pt x="0" y="251"/>
                  </a:cubicBezTo>
                  <a:cubicBezTo>
                    <a:pt x="0" y="387"/>
                    <a:pt x="115" y="496"/>
                    <a:pt x="251" y="496"/>
                  </a:cubicBezTo>
                  <a:cubicBezTo>
                    <a:pt x="387" y="496"/>
                    <a:pt x="502" y="387"/>
                    <a:pt x="502" y="251"/>
                  </a:cubicBezTo>
                  <a:cubicBezTo>
                    <a:pt x="502"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7" name="Google Shape;13327;p31"/>
            <p:cNvSpPr/>
            <p:nvPr/>
          </p:nvSpPr>
          <p:spPr>
            <a:xfrm>
              <a:off x="2421325" y="2483600"/>
              <a:ext cx="12550" cy="12400"/>
            </a:xfrm>
            <a:custGeom>
              <a:avLst/>
              <a:gdLst/>
              <a:ahLst/>
              <a:cxnLst/>
              <a:rect l="l" t="t" r="r" b="b"/>
              <a:pathLst>
                <a:path w="502" h="496" extrusionOk="0">
                  <a:moveTo>
                    <a:pt x="250" y="0"/>
                  </a:moveTo>
                  <a:cubicBezTo>
                    <a:pt x="114" y="0"/>
                    <a:pt x="1" y="109"/>
                    <a:pt x="1" y="251"/>
                  </a:cubicBezTo>
                  <a:cubicBezTo>
                    <a:pt x="1" y="387"/>
                    <a:pt x="114" y="496"/>
                    <a:pt x="250" y="496"/>
                  </a:cubicBezTo>
                  <a:cubicBezTo>
                    <a:pt x="395" y="496"/>
                    <a:pt x="501" y="387"/>
                    <a:pt x="501" y="251"/>
                  </a:cubicBezTo>
                  <a:cubicBezTo>
                    <a:pt x="501" y="109"/>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8" name="Google Shape;13328;p31"/>
            <p:cNvSpPr/>
            <p:nvPr/>
          </p:nvSpPr>
          <p:spPr>
            <a:xfrm>
              <a:off x="2513250" y="2483600"/>
              <a:ext cx="12575" cy="12400"/>
            </a:xfrm>
            <a:custGeom>
              <a:avLst/>
              <a:gdLst/>
              <a:ahLst/>
              <a:cxnLst/>
              <a:rect l="l" t="t" r="r" b="b"/>
              <a:pathLst>
                <a:path w="503" h="496" extrusionOk="0">
                  <a:moveTo>
                    <a:pt x="252" y="0"/>
                  </a:moveTo>
                  <a:cubicBezTo>
                    <a:pt x="109" y="0"/>
                    <a:pt x="0" y="109"/>
                    <a:pt x="0" y="251"/>
                  </a:cubicBezTo>
                  <a:cubicBezTo>
                    <a:pt x="0" y="387"/>
                    <a:pt x="109" y="496"/>
                    <a:pt x="252" y="496"/>
                  </a:cubicBezTo>
                  <a:cubicBezTo>
                    <a:pt x="388" y="496"/>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9" name="Google Shape;13329;p31"/>
            <p:cNvSpPr/>
            <p:nvPr/>
          </p:nvSpPr>
          <p:spPr>
            <a:xfrm>
              <a:off x="2605000" y="2483600"/>
              <a:ext cx="12575" cy="12400"/>
            </a:xfrm>
            <a:custGeom>
              <a:avLst/>
              <a:gdLst/>
              <a:ahLst/>
              <a:cxnLst/>
              <a:rect l="l" t="t" r="r" b="b"/>
              <a:pathLst>
                <a:path w="503" h="496" extrusionOk="0">
                  <a:moveTo>
                    <a:pt x="252" y="0"/>
                  </a:moveTo>
                  <a:cubicBezTo>
                    <a:pt x="116" y="0"/>
                    <a:pt x="0" y="109"/>
                    <a:pt x="0" y="251"/>
                  </a:cubicBezTo>
                  <a:cubicBezTo>
                    <a:pt x="0" y="387"/>
                    <a:pt x="116" y="496"/>
                    <a:pt x="252" y="496"/>
                  </a:cubicBezTo>
                  <a:cubicBezTo>
                    <a:pt x="387" y="496"/>
                    <a:pt x="503" y="387"/>
                    <a:pt x="503" y="251"/>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0" name="Google Shape;13330;p31"/>
            <p:cNvSpPr/>
            <p:nvPr/>
          </p:nvSpPr>
          <p:spPr>
            <a:xfrm>
              <a:off x="2696950" y="2483600"/>
              <a:ext cx="12375" cy="12400"/>
            </a:xfrm>
            <a:custGeom>
              <a:avLst/>
              <a:gdLst/>
              <a:ahLst/>
              <a:cxnLst/>
              <a:rect l="l" t="t" r="r" b="b"/>
              <a:pathLst>
                <a:path w="495" h="496" extrusionOk="0">
                  <a:moveTo>
                    <a:pt x="252" y="0"/>
                  </a:moveTo>
                  <a:cubicBezTo>
                    <a:pt x="108" y="0"/>
                    <a:pt x="1" y="109"/>
                    <a:pt x="1" y="251"/>
                  </a:cubicBezTo>
                  <a:cubicBezTo>
                    <a:pt x="1" y="387"/>
                    <a:pt x="108" y="496"/>
                    <a:pt x="252" y="496"/>
                  </a:cubicBezTo>
                  <a:cubicBezTo>
                    <a:pt x="388" y="496"/>
                    <a:pt x="495" y="387"/>
                    <a:pt x="495" y="251"/>
                  </a:cubicBezTo>
                  <a:cubicBezTo>
                    <a:pt x="495"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1" name="Google Shape;13331;p31"/>
            <p:cNvSpPr/>
            <p:nvPr/>
          </p:nvSpPr>
          <p:spPr>
            <a:xfrm>
              <a:off x="2788700" y="2483600"/>
              <a:ext cx="12600" cy="12400"/>
            </a:xfrm>
            <a:custGeom>
              <a:avLst/>
              <a:gdLst/>
              <a:ahLst/>
              <a:cxnLst/>
              <a:rect l="l" t="t" r="r" b="b"/>
              <a:pathLst>
                <a:path w="504" h="496" extrusionOk="0">
                  <a:moveTo>
                    <a:pt x="252" y="0"/>
                  </a:moveTo>
                  <a:cubicBezTo>
                    <a:pt x="116" y="0"/>
                    <a:pt x="1" y="109"/>
                    <a:pt x="1" y="251"/>
                  </a:cubicBezTo>
                  <a:cubicBezTo>
                    <a:pt x="1" y="387"/>
                    <a:pt x="116" y="496"/>
                    <a:pt x="252" y="496"/>
                  </a:cubicBezTo>
                  <a:cubicBezTo>
                    <a:pt x="388" y="496"/>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2" name="Google Shape;13332;p31"/>
            <p:cNvSpPr/>
            <p:nvPr/>
          </p:nvSpPr>
          <p:spPr>
            <a:xfrm>
              <a:off x="2880675" y="2483600"/>
              <a:ext cx="12375" cy="12400"/>
            </a:xfrm>
            <a:custGeom>
              <a:avLst/>
              <a:gdLst/>
              <a:ahLst/>
              <a:cxnLst/>
              <a:rect l="l" t="t" r="r" b="b"/>
              <a:pathLst>
                <a:path w="495" h="496" extrusionOk="0">
                  <a:moveTo>
                    <a:pt x="243" y="0"/>
                  </a:moveTo>
                  <a:cubicBezTo>
                    <a:pt x="107" y="0"/>
                    <a:pt x="0" y="109"/>
                    <a:pt x="0" y="251"/>
                  </a:cubicBezTo>
                  <a:cubicBezTo>
                    <a:pt x="0" y="387"/>
                    <a:pt x="107" y="496"/>
                    <a:pt x="243" y="496"/>
                  </a:cubicBezTo>
                  <a:cubicBezTo>
                    <a:pt x="387" y="496"/>
                    <a:pt x="494" y="387"/>
                    <a:pt x="494" y="251"/>
                  </a:cubicBezTo>
                  <a:cubicBezTo>
                    <a:pt x="494" y="109"/>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3" name="Google Shape;13333;p31"/>
            <p:cNvSpPr/>
            <p:nvPr/>
          </p:nvSpPr>
          <p:spPr>
            <a:xfrm>
              <a:off x="2972425" y="2483600"/>
              <a:ext cx="12575" cy="12400"/>
            </a:xfrm>
            <a:custGeom>
              <a:avLst/>
              <a:gdLst/>
              <a:ahLst/>
              <a:cxnLst/>
              <a:rect l="l" t="t" r="r" b="b"/>
              <a:pathLst>
                <a:path w="503" h="496" extrusionOk="0">
                  <a:moveTo>
                    <a:pt x="251" y="0"/>
                  </a:moveTo>
                  <a:cubicBezTo>
                    <a:pt x="115" y="0"/>
                    <a:pt x="0" y="109"/>
                    <a:pt x="0" y="251"/>
                  </a:cubicBezTo>
                  <a:cubicBezTo>
                    <a:pt x="0" y="387"/>
                    <a:pt x="115" y="496"/>
                    <a:pt x="251" y="496"/>
                  </a:cubicBezTo>
                  <a:cubicBezTo>
                    <a:pt x="387" y="496"/>
                    <a:pt x="503" y="387"/>
                    <a:pt x="503" y="251"/>
                  </a:cubicBezTo>
                  <a:cubicBezTo>
                    <a:pt x="503"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4" name="Google Shape;13334;p31"/>
            <p:cNvSpPr/>
            <p:nvPr/>
          </p:nvSpPr>
          <p:spPr>
            <a:xfrm>
              <a:off x="3064375" y="2483600"/>
              <a:ext cx="12375" cy="12400"/>
            </a:xfrm>
            <a:custGeom>
              <a:avLst/>
              <a:gdLst/>
              <a:ahLst/>
              <a:cxnLst/>
              <a:rect l="l" t="t" r="r" b="b"/>
              <a:pathLst>
                <a:path w="495" h="496" extrusionOk="0">
                  <a:moveTo>
                    <a:pt x="243" y="0"/>
                  </a:moveTo>
                  <a:cubicBezTo>
                    <a:pt x="107" y="0"/>
                    <a:pt x="1" y="109"/>
                    <a:pt x="1" y="251"/>
                  </a:cubicBezTo>
                  <a:cubicBezTo>
                    <a:pt x="1" y="387"/>
                    <a:pt x="107" y="496"/>
                    <a:pt x="243" y="496"/>
                  </a:cubicBezTo>
                  <a:cubicBezTo>
                    <a:pt x="388" y="496"/>
                    <a:pt x="495" y="387"/>
                    <a:pt x="495" y="251"/>
                  </a:cubicBezTo>
                  <a:cubicBezTo>
                    <a:pt x="495" y="109"/>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5" name="Google Shape;13335;p31"/>
            <p:cNvSpPr/>
            <p:nvPr/>
          </p:nvSpPr>
          <p:spPr>
            <a:xfrm>
              <a:off x="3156125" y="2483600"/>
              <a:ext cx="12600" cy="12400"/>
            </a:xfrm>
            <a:custGeom>
              <a:avLst/>
              <a:gdLst/>
              <a:ahLst/>
              <a:cxnLst/>
              <a:rect l="l" t="t" r="r" b="b"/>
              <a:pathLst>
                <a:path w="504" h="496" extrusionOk="0">
                  <a:moveTo>
                    <a:pt x="252" y="0"/>
                  </a:moveTo>
                  <a:cubicBezTo>
                    <a:pt x="116" y="0"/>
                    <a:pt x="1" y="109"/>
                    <a:pt x="1" y="251"/>
                  </a:cubicBezTo>
                  <a:cubicBezTo>
                    <a:pt x="1" y="387"/>
                    <a:pt x="116" y="496"/>
                    <a:pt x="252" y="496"/>
                  </a:cubicBezTo>
                  <a:cubicBezTo>
                    <a:pt x="388" y="496"/>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6" name="Google Shape;13336;p31"/>
            <p:cNvSpPr/>
            <p:nvPr/>
          </p:nvSpPr>
          <p:spPr>
            <a:xfrm>
              <a:off x="3247875" y="2483600"/>
              <a:ext cx="12575" cy="12400"/>
            </a:xfrm>
            <a:custGeom>
              <a:avLst/>
              <a:gdLst/>
              <a:ahLst/>
              <a:cxnLst/>
              <a:rect l="l" t="t" r="r" b="b"/>
              <a:pathLst>
                <a:path w="503" h="496" extrusionOk="0">
                  <a:moveTo>
                    <a:pt x="252" y="0"/>
                  </a:moveTo>
                  <a:cubicBezTo>
                    <a:pt x="116" y="0"/>
                    <a:pt x="1" y="109"/>
                    <a:pt x="1" y="251"/>
                  </a:cubicBezTo>
                  <a:cubicBezTo>
                    <a:pt x="1" y="387"/>
                    <a:pt x="116" y="496"/>
                    <a:pt x="252" y="496"/>
                  </a:cubicBezTo>
                  <a:cubicBezTo>
                    <a:pt x="388" y="496"/>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7" name="Google Shape;13337;p31"/>
            <p:cNvSpPr/>
            <p:nvPr/>
          </p:nvSpPr>
          <p:spPr>
            <a:xfrm>
              <a:off x="3339850" y="2483600"/>
              <a:ext cx="12525" cy="12400"/>
            </a:xfrm>
            <a:custGeom>
              <a:avLst/>
              <a:gdLst/>
              <a:ahLst/>
              <a:cxnLst/>
              <a:rect l="l" t="t" r="r" b="b"/>
              <a:pathLst>
                <a:path w="501" h="496" extrusionOk="0">
                  <a:moveTo>
                    <a:pt x="251" y="0"/>
                  </a:moveTo>
                  <a:cubicBezTo>
                    <a:pt x="107" y="0"/>
                    <a:pt x="0" y="109"/>
                    <a:pt x="0" y="251"/>
                  </a:cubicBezTo>
                  <a:cubicBezTo>
                    <a:pt x="0" y="387"/>
                    <a:pt x="107" y="496"/>
                    <a:pt x="251" y="496"/>
                  </a:cubicBezTo>
                  <a:cubicBezTo>
                    <a:pt x="387" y="496"/>
                    <a:pt x="501" y="387"/>
                    <a:pt x="501" y="251"/>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8" name="Google Shape;13338;p31"/>
            <p:cNvSpPr/>
            <p:nvPr/>
          </p:nvSpPr>
          <p:spPr>
            <a:xfrm>
              <a:off x="3431575" y="2483600"/>
              <a:ext cx="12600" cy="12400"/>
            </a:xfrm>
            <a:custGeom>
              <a:avLst/>
              <a:gdLst/>
              <a:ahLst/>
              <a:cxnLst/>
              <a:rect l="l" t="t" r="r" b="b"/>
              <a:pathLst>
                <a:path w="504" h="496" extrusionOk="0">
                  <a:moveTo>
                    <a:pt x="252" y="0"/>
                  </a:moveTo>
                  <a:cubicBezTo>
                    <a:pt x="116" y="0"/>
                    <a:pt x="1" y="109"/>
                    <a:pt x="1" y="251"/>
                  </a:cubicBezTo>
                  <a:cubicBezTo>
                    <a:pt x="1" y="387"/>
                    <a:pt x="116" y="496"/>
                    <a:pt x="252" y="496"/>
                  </a:cubicBezTo>
                  <a:cubicBezTo>
                    <a:pt x="388" y="496"/>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9" name="Google Shape;13339;p31"/>
            <p:cNvSpPr/>
            <p:nvPr/>
          </p:nvSpPr>
          <p:spPr>
            <a:xfrm>
              <a:off x="3523550" y="2483600"/>
              <a:ext cx="12375" cy="12400"/>
            </a:xfrm>
            <a:custGeom>
              <a:avLst/>
              <a:gdLst/>
              <a:ahLst/>
              <a:cxnLst/>
              <a:rect l="l" t="t" r="r" b="b"/>
              <a:pathLst>
                <a:path w="495" h="496" extrusionOk="0">
                  <a:moveTo>
                    <a:pt x="250" y="0"/>
                  </a:moveTo>
                  <a:cubicBezTo>
                    <a:pt x="107" y="0"/>
                    <a:pt x="0" y="109"/>
                    <a:pt x="0" y="251"/>
                  </a:cubicBezTo>
                  <a:cubicBezTo>
                    <a:pt x="0" y="387"/>
                    <a:pt x="107" y="496"/>
                    <a:pt x="250" y="496"/>
                  </a:cubicBezTo>
                  <a:cubicBezTo>
                    <a:pt x="388" y="496"/>
                    <a:pt x="494" y="387"/>
                    <a:pt x="494" y="251"/>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0" name="Google Shape;13340;p31"/>
            <p:cNvSpPr/>
            <p:nvPr/>
          </p:nvSpPr>
          <p:spPr>
            <a:xfrm>
              <a:off x="676400" y="2575375"/>
              <a:ext cx="12600" cy="12550"/>
            </a:xfrm>
            <a:custGeom>
              <a:avLst/>
              <a:gdLst/>
              <a:ahLst/>
              <a:cxnLst/>
              <a:rect l="l" t="t" r="r" b="b"/>
              <a:pathLst>
                <a:path w="504" h="502" extrusionOk="0">
                  <a:moveTo>
                    <a:pt x="252" y="1"/>
                  </a:moveTo>
                  <a:cubicBezTo>
                    <a:pt x="116" y="1"/>
                    <a:pt x="1" y="114"/>
                    <a:pt x="1" y="250"/>
                  </a:cubicBezTo>
                  <a:cubicBezTo>
                    <a:pt x="1" y="388"/>
                    <a:pt x="116" y="502"/>
                    <a:pt x="252" y="502"/>
                  </a:cubicBezTo>
                  <a:cubicBezTo>
                    <a:pt x="388" y="502"/>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1" name="Google Shape;13341;p31"/>
            <p:cNvSpPr/>
            <p:nvPr/>
          </p:nvSpPr>
          <p:spPr>
            <a:xfrm>
              <a:off x="768325" y="2575375"/>
              <a:ext cx="12400" cy="12550"/>
            </a:xfrm>
            <a:custGeom>
              <a:avLst/>
              <a:gdLst/>
              <a:ahLst/>
              <a:cxnLst/>
              <a:rect l="l" t="t" r="r" b="b"/>
              <a:pathLst>
                <a:path w="496" h="502" extrusionOk="0">
                  <a:moveTo>
                    <a:pt x="245" y="1"/>
                  </a:moveTo>
                  <a:cubicBezTo>
                    <a:pt x="109" y="1"/>
                    <a:pt x="0" y="114"/>
                    <a:pt x="0" y="250"/>
                  </a:cubicBezTo>
                  <a:cubicBezTo>
                    <a:pt x="0" y="388"/>
                    <a:pt x="109" y="502"/>
                    <a:pt x="245" y="502"/>
                  </a:cubicBezTo>
                  <a:cubicBezTo>
                    <a:pt x="388" y="502"/>
                    <a:pt x="496" y="388"/>
                    <a:pt x="496" y="250"/>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2" name="Google Shape;13342;p31"/>
            <p:cNvSpPr/>
            <p:nvPr/>
          </p:nvSpPr>
          <p:spPr>
            <a:xfrm>
              <a:off x="860125" y="2575375"/>
              <a:ext cx="12525" cy="12550"/>
            </a:xfrm>
            <a:custGeom>
              <a:avLst/>
              <a:gdLst/>
              <a:ahLst/>
              <a:cxnLst/>
              <a:rect l="l" t="t" r="r" b="b"/>
              <a:pathLst>
                <a:path w="501" h="502" extrusionOk="0">
                  <a:moveTo>
                    <a:pt x="251" y="1"/>
                  </a:moveTo>
                  <a:cubicBezTo>
                    <a:pt x="114" y="1"/>
                    <a:pt x="0" y="114"/>
                    <a:pt x="0" y="250"/>
                  </a:cubicBezTo>
                  <a:cubicBezTo>
                    <a:pt x="0" y="388"/>
                    <a:pt x="114" y="502"/>
                    <a:pt x="251" y="502"/>
                  </a:cubicBezTo>
                  <a:cubicBezTo>
                    <a:pt x="387" y="502"/>
                    <a:pt x="501" y="388"/>
                    <a:pt x="501" y="250"/>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3" name="Google Shape;13343;p31"/>
            <p:cNvSpPr/>
            <p:nvPr/>
          </p:nvSpPr>
          <p:spPr>
            <a:xfrm>
              <a:off x="951850" y="2575375"/>
              <a:ext cx="12600" cy="12550"/>
            </a:xfrm>
            <a:custGeom>
              <a:avLst/>
              <a:gdLst/>
              <a:ahLst/>
              <a:cxnLst/>
              <a:rect l="l" t="t" r="r" b="b"/>
              <a:pathLst>
                <a:path w="504" h="502" extrusionOk="0">
                  <a:moveTo>
                    <a:pt x="252" y="1"/>
                  </a:moveTo>
                  <a:cubicBezTo>
                    <a:pt x="116" y="1"/>
                    <a:pt x="1" y="114"/>
                    <a:pt x="1" y="250"/>
                  </a:cubicBezTo>
                  <a:cubicBezTo>
                    <a:pt x="1" y="388"/>
                    <a:pt x="116" y="502"/>
                    <a:pt x="252" y="502"/>
                  </a:cubicBezTo>
                  <a:cubicBezTo>
                    <a:pt x="388" y="502"/>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4" name="Google Shape;13344;p31"/>
            <p:cNvSpPr/>
            <p:nvPr/>
          </p:nvSpPr>
          <p:spPr>
            <a:xfrm>
              <a:off x="1043825" y="2575375"/>
              <a:ext cx="12375" cy="12550"/>
            </a:xfrm>
            <a:custGeom>
              <a:avLst/>
              <a:gdLst/>
              <a:ahLst/>
              <a:cxnLst/>
              <a:rect l="l" t="t" r="r" b="b"/>
              <a:pathLst>
                <a:path w="495" h="502" extrusionOk="0">
                  <a:moveTo>
                    <a:pt x="250" y="1"/>
                  </a:moveTo>
                  <a:cubicBezTo>
                    <a:pt x="107" y="1"/>
                    <a:pt x="0" y="114"/>
                    <a:pt x="0" y="250"/>
                  </a:cubicBezTo>
                  <a:cubicBezTo>
                    <a:pt x="0" y="388"/>
                    <a:pt x="107" y="502"/>
                    <a:pt x="250" y="502"/>
                  </a:cubicBezTo>
                  <a:cubicBezTo>
                    <a:pt x="388" y="502"/>
                    <a:pt x="494" y="388"/>
                    <a:pt x="494" y="250"/>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5" name="Google Shape;13345;p31"/>
            <p:cNvSpPr/>
            <p:nvPr/>
          </p:nvSpPr>
          <p:spPr>
            <a:xfrm>
              <a:off x="1135575" y="2575375"/>
              <a:ext cx="12575" cy="12550"/>
            </a:xfrm>
            <a:custGeom>
              <a:avLst/>
              <a:gdLst/>
              <a:ahLst/>
              <a:cxnLst/>
              <a:rect l="l" t="t" r="r" b="b"/>
              <a:pathLst>
                <a:path w="503" h="502" extrusionOk="0">
                  <a:moveTo>
                    <a:pt x="252" y="1"/>
                  </a:moveTo>
                  <a:cubicBezTo>
                    <a:pt x="116" y="1"/>
                    <a:pt x="0" y="114"/>
                    <a:pt x="0" y="250"/>
                  </a:cubicBezTo>
                  <a:cubicBezTo>
                    <a:pt x="0" y="388"/>
                    <a:pt x="116" y="502"/>
                    <a:pt x="252" y="502"/>
                  </a:cubicBezTo>
                  <a:cubicBezTo>
                    <a:pt x="387" y="502"/>
                    <a:pt x="503" y="388"/>
                    <a:pt x="503" y="250"/>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6" name="Google Shape;13346;p31"/>
            <p:cNvSpPr/>
            <p:nvPr/>
          </p:nvSpPr>
          <p:spPr>
            <a:xfrm>
              <a:off x="1227500" y="2575375"/>
              <a:ext cx="12400" cy="12550"/>
            </a:xfrm>
            <a:custGeom>
              <a:avLst/>
              <a:gdLst/>
              <a:ahLst/>
              <a:cxnLst/>
              <a:rect l="l" t="t" r="r" b="b"/>
              <a:pathLst>
                <a:path w="496" h="502" extrusionOk="0">
                  <a:moveTo>
                    <a:pt x="251" y="1"/>
                  </a:moveTo>
                  <a:cubicBezTo>
                    <a:pt x="109" y="1"/>
                    <a:pt x="0" y="114"/>
                    <a:pt x="0" y="250"/>
                  </a:cubicBezTo>
                  <a:cubicBezTo>
                    <a:pt x="0" y="388"/>
                    <a:pt x="109" y="502"/>
                    <a:pt x="251" y="502"/>
                  </a:cubicBezTo>
                  <a:cubicBezTo>
                    <a:pt x="387" y="502"/>
                    <a:pt x="496" y="388"/>
                    <a:pt x="496" y="250"/>
                  </a:cubicBezTo>
                  <a:cubicBezTo>
                    <a:pt x="496"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7" name="Google Shape;13347;p31"/>
            <p:cNvSpPr/>
            <p:nvPr/>
          </p:nvSpPr>
          <p:spPr>
            <a:xfrm>
              <a:off x="1319275" y="2575375"/>
              <a:ext cx="12550" cy="12550"/>
            </a:xfrm>
            <a:custGeom>
              <a:avLst/>
              <a:gdLst/>
              <a:ahLst/>
              <a:cxnLst/>
              <a:rect l="l" t="t" r="r" b="b"/>
              <a:pathLst>
                <a:path w="502" h="502" extrusionOk="0">
                  <a:moveTo>
                    <a:pt x="252" y="1"/>
                  </a:moveTo>
                  <a:cubicBezTo>
                    <a:pt x="114" y="1"/>
                    <a:pt x="1" y="114"/>
                    <a:pt x="1" y="250"/>
                  </a:cubicBezTo>
                  <a:cubicBezTo>
                    <a:pt x="1" y="388"/>
                    <a:pt x="114" y="502"/>
                    <a:pt x="252" y="502"/>
                  </a:cubicBezTo>
                  <a:cubicBezTo>
                    <a:pt x="388" y="502"/>
                    <a:pt x="501" y="388"/>
                    <a:pt x="501" y="250"/>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8" name="Google Shape;13348;p31"/>
            <p:cNvSpPr/>
            <p:nvPr/>
          </p:nvSpPr>
          <p:spPr>
            <a:xfrm>
              <a:off x="1411200" y="2575375"/>
              <a:ext cx="12425" cy="12550"/>
            </a:xfrm>
            <a:custGeom>
              <a:avLst/>
              <a:gdLst/>
              <a:ahLst/>
              <a:cxnLst/>
              <a:rect l="l" t="t" r="r" b="b"/>
              <a:pathLst>
                <a:path w="497" h="502" extrusionOk="0">
                  <a:moveTo>
                    <a:pt x="245" y="1"/>
                  </a:moveTo>
                  <a:cubicBezTo>
                    <a:pt x="109" y="1"/>
                    <a:pt x="1" y="114"/>
                    <a:pt x="1" y="250"/>
                  </a:cubicBezTo>
                  <a:cubicBezTo>
                    <a:pt x="1" y="388"/>
                    <a:pt x="109" y="502"/>
                    <a:pt x="245" y="502"/>
                  </a:cubicBezTo>
                  <a:cubicBezTo>
                    <a:pt x="388" y="502"/>
                    <a:pt x="496" y="388"/>
                    <a:pt x="496" y="250"/>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9" name="Google Shape;13349;p31"/>
            <p:cNvSpPr/>
            <p:nvPr/>
          </p:nvSpPr>
          <p:spPr>
            <a:xfrm>
              <a:off x="1503000" y="2575375"/>
              <a:ext cx="12525" cy="12550"/>
            </a:xfrm>
            <a:custGeom>
              <a:avLst/>
              <a:gdLst/>
              <a:ahLst/>
              <a:cxnLst/>
              <a:rect l="l" t="t" r="r" b="b"/>
              <a:pathLst>
                <a:path w="501" h="502" extrusionOk="0">
                  <a:moveTo>
                    <a:pt x="250" y="1"/>
                  </a:moveTo>
                  <a:cubicBezTo>
                    <a:pt x="114" y="1"/>
                    <a:pt x="0" y="114"/>
                    <a:pt x="0" y="250"/>
                  </a:cubicBezTo>
                  <a:cubicBezTo>
                    <a:pt x="0" y="388"/>
                    <a:pt x="114" y="502"/>
                    <a:pt x="250" y="502"/>
                  </a:cubicBezTo>
                  <a:cubicBezTo>
                    <a:pt x="387" y="502"/>
                    <a:pt x="501" y="388"/>
                    <a:pt x="501" y="250"/>
                  </a:cubicBezTo>
                  <a:cubicBezTo>
                    <a:pt x="501" y="114"/>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0" name="Google Shape;13350;p31"/>
            <p:cNvSpPr/>
            <p:nvPr/>
          </p:nvSpPr>
          <p:spPr>
            <a:xfrm>
              <a:off x="1594750" y="2575375"/>
              <a:ext cx="12575" cy="12550"/>
            </a:xfrm>
            <a:custGeom>
              <a:avLst/>
              <a:gdLst/>
              <a:ahLst/>
              <a:cxnLst/>
              <a:rect l="l" t="t" r="r" b="b"/>
              <a:pathLst>
                <a:path w="503" h="502" extrusionOk="0">
                  <a:moveTo>
                    <a:pt x="251" y="1"/>
                  </a:moveTo>
                  <a:cubicBezTo>
                    <a:pt x="115" y="1"/>
                    <a:pt x="0" y="114"/>
                    <a:pt x="0" y="250"/>
                  </a:cubicBezTo>
                  <a:cubicBezTo>
                    <a:pt x="0" y="388"/>
                    <a:pt x="115" y="502"/>
                    <a:pt x="251" y="502"/>
                  </a:cubicBezTo>
                  <a:cubicBezTo>
                    <a:pt x="394" y="502"/>
                    <a:pt x="503" y="388"/>
                    <a:pt x="503" y="250"/>
                  </a:cubicBezTo>
                  <a:cubicBezTo>
                    <a:pt x="503" y="114"/>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1" name="Google Shape;13351;p31"/>
            <p:cNvSpPr/>
            <p:nvPr/>
          </p:nvSpPr>
          <p:spPr>
            <a:xfrm>
              <a:off x="1686650" y="2575375"/>
              <a:ext cx="12600" cy="12550"/>
            </a:xfrm>
            <a:custGeom>
              <a:avLst/>
              <a:gdLst/>
              <a:ahLst/>
              <a:cxnLst/>
              <a:rect l="l" t="t" r="r" b="b"/>
              <a:pathLst>
                <a:path w="504" h="502" extrusionOk="0">
                  <a:moveTo>
                    <a:pt x="252" y="1"/>
                  </a:moveTo>
                  <a:cubicBezTo>
                    <a:pt x="116" y="1"/>
                    <a:pt x="1" y="114"/>
                    <a:pt x="1" y="250"/>
                  </a:cubicBezTo>
                  <a:cubicBezTo>
                    <a:pt x="1" y="388"/>
                    <a:pt x="116" y="502"/>
                    <a:pt x="252" y="502"/>
                  </a:cubicBezTo>
                  <a:cubicBezTo>
                    <a:pt x="388" y="502"/>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2" name="Google Shape;13352;p31"/>
            <p:cNvSpPr/>
            <p:nvPr/>
          </p:nvSpPr>
          <p:spPr>
            <a:xfrm>
              <a:off x="1778450" y="2575375"/>
              <a:ext cx="12550" cy="12550"/>
            </a:xfrm>
            <a:custGeom>
              <a:avLst/>
              <a:gdLst/>
              <a:ahLst/>
              <a:cxnLst/>
              <a:rect l="l" t="t" r="r" b="b"/>
              <a:pathLst>
                <a:path w="502" h="502" extrusionOk="0">
                  <a:moveTo>
                    <a:pt x="252" y="1"/>
                  </a:moveTo>
                  <a:cubicBezTo>
                    <a:pt x="114" y="1"/>
                    <a:pt x="1" y="114"/>
                    <a:pt x="1" y="250"/>
                  </a:cubicBezTo>
                  <a:cubicBezTo>
                    <a:pt x="1" y="388"/>
                    <a:pt x="114" y="502"/>
                    <a:pt x="252" y="502"/>
                  </a:cubicBezTo>
                  <a:cubicBezTo>
                    <a:pt x="388" y="502"/>
                    <a:pt x="501" y="388"/>
                    <a:pt x="501" y="250"/>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3" name="Google Shape;13353;p31"/>
            <p:cNvSpPr/>
            <p:nvPr/>
          </p:nvSpPr>
          <p:spPr>
            <a:xfrm>
              <a:off x="1870375" y="2575375"/>
              <a:ext cx="12400" cy="12550"/>
            </a:xfrm>
            <a:custGeom>
              <a:avLst/>
              <a:gdLst/>
              <a:ahLst/>
              <a:cxnLst/>
              <a:rect l="l" t="t" r="r" b="b"/>
              <a:pathLst>
                <a:path w="496" h="502" extrusionOk="0">
                  <a:moveTo>
                    <a:pt x="252" y="1"/>
                  </a:moveTo>
                  <a:cubicBezTo>
                    <a:pt x="109" y="1"/>
                    <a:pt x="0" y="114"/>
                    <a:pt x="0" y="250"/>
                  </a:cubicBezTo>
                  <a:cubicBezTo>
                    <a:pt x="0" y="388"/>
                    <a:pt x="109" y="502"/>
                    <a:pt x="252" y="502"/>
                  </a:cubicBezTo>
                  <a:cubicBezTo>
                    <a:pt x="387" y="502"/>
                    <a:pt x="496" y="388"/>
                    <a:pt x="496" y="250"/>
                  </a:cubicBezTo>
                  <a:cubicBezTo>
                    <a:pt x="496"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4" name="Google Shape;13354;p31"/>
            <p:cNvSpPr/>
            <p:nvPr/>
          </p:nvSpPr>
          <p:spPr>
            <a:xfrm>
              <a:off x="1962150" y="2575375"/>
              <a:ext cx="12550" cy="12550"/>
            </a:xfrm>
            <a:custGeom>
              <a:avLst/>
              <a:gdLst/>
              <a:ahLst/>
              <a:cxnLst/>
              <a:rect l="l" t="t" r="r" b="b"/>
              <a:pathLst>
                <a:path w="502" h="502" extrusionOk="0">
                  <a:moveTo>
                    <a:pt x="250" y="1"/>
                  </a:moveTo>
                  <a:cubicBezTo>
                    <a:pt x="114" y="1"/>
                    <a:pt x="1" y="114"/>
                    <a:pt x="1" y="250"/>
                  </a:cubicBezTo>
                  <a:cubicBezTo>
                    <a:pt x="1" y="388"/>
                    <a:pt x="114" y="502"/>
                    <a:pt x="250" y="502"/>
                  </a:cubicBezTo>
                  <a:cubicBezTo>
                    <a:pt x="388" y="502"/>
                    <a:pt x="502" y="388"/>
                    <a:pt x="502" y="250"/>
                  </a:cubicBezTo>
                  <a:cubicBezTo>
                    <a:pt x="502"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5" name="Google Shape;13355;p31"/>
            <p:cNvSpPr/>
            <p:nvPr/>
          </p:nvSpPr>
          <p:spPr>
            <a:xfrm>
              <a:off x="2054075" y="2575375"/>
              <a:ext cx="12425" cy="12550"/>
            </a:xfrm>
            <a:custGeom>
              <a:avLst/>
              <a:gdLst/>
              <a:ahLst/>
              <a:cxnLst/>
              <a:rect l="l" t="t" r="r" b="b"/>
              <a:pathLst>
                <a:path w="497" h="502" extrusionOk="0">
                  <a:moveTo>
                    <a:pt x="252" y="1"/>
                  </a:moveTo>
                  <a:cubicBezTo>
                    <a:pt x="109" y="1"/>
                    <a:pt x="1" y="114"/>
                    <a:pt x="1" y="250"/>
                  </a:cubicBezTo>
                  <a:cubicBezTo>
                    <a:pt x="1" y="388"/>
                    <a:pt x="109" y="502"/>
                    <a:pt x="252" y="502"/>
                  </a:cubicBezTo>
                  <a:cubicBezTo>
                    <a:pt x="388" y="502"/>
                    <a:pt x="496" y="388"/>
                    <a:pt x="496" y="250"/>
                  </a:cubicBezTo>
                  <a:cubicBezTo>
                    <a:pt x="496"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6" name="Google Shape;13356;p31"/>
            <p:cNvSpPr/>
            <p:nvPr/>
          </p:nvSpPr>
          <p:spPr>
            <a:xfrm>
              <a:off x="2145825" y="2575375"/>
              <a:ext cx="12600" cy="12550"/>
            </a:xfrm>
            <a:custGeom>
              <a:avLst/>
              <a:gdLst/>
              <a:ahLst/>
              <a:cxnLst/>
              <a:rect l="l" t="t" r="r" b="b"/>
              <a:pathLst>
                <a:path w="504" h="502" extrusionOk="0">
                  <a:moveTo>
                    <a:pt x="252" y="1"/>
                  </a:moveTo>
                  <a:cubicBezTo>
                    <a:pt x="116" y="1"/>
                    <a:pt x="1" y="114"/>
                    <a:pt x="1" y="250"/>
                  </a:cubicBezTo>
                  <a:cubicBezTo>
                    <a:pt x="1" y="388"/>
                    <a:pt x="116" y="502"/>
                    <a:pt x="252" y="502"/>
                  </a:cubicBezTo>
                  <a:cubicBezTo>
                    <a:pt x="388" y="502"/>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7" name="Google Shape;13357;p31"/>
            <p:cNvSpPr/>
            <p:nvPr/>
          </p:nvSpPr>
          <p:spPr>
            <a:xfrm>
              <a:off x="2237800" y="2575375"/>
              <a:ext cx="12350" cy="12550"/>
            </a:xfrm>
            <a:custGeom>
              <a:avLst/>
              <a:gdLst/>
              <a:ahLst/>
              <a:cxnLst/>
              <a:rect l="l" t="t" r="r" b="b"/>
              <a:pathLst>
                <a:path w="494" h="502" extrusionOk="0">
                  <a:moveTo>
                    <a:pt x="244" y="1"/>
                  </a:moveTo>
                  <a:cubicBezTo>
                    <a:pt x="107" y="1"/>
                    <a:pt x="0" y="114"/>
                    <a:pt x="0" y="250"/>
                  </a:cubicBezTo>
                  <a:cubicBezTo>
                    <a:pt x="0" y="388"/>
                    <a:pt x="107" y="502"/>
                    <a:pt x="244" y="502"/>
                  </a:cubicBezTo>
                  <a:cubicBezTo>
                    <a:pt x="387" y="502"/>
                    <a:pt x="494" y="388"/>
                    <a:pt x="494" y="250"/>
                  </a:cubicBezTo>
                  <a:cubicBezTo>
                    <a:pt x="494" y="114"/>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8" name="Google Shape;13358;p31"/>
            <p:cNvSpPr/>
            <p:nvPr/>
          </p:nvSpPr>
          <p:spPr>
            <a:xfrm>
              <a:off x="2329550" y="2575375"/>
              <a:ext cx="12575" cy="12550"/>
            </a:xfrm>
            <a:custGeom>
              <a:avLst/>
              <a:gdLst/>
              <a:ahLst/>
              <a:cxnLst/>
              <a:rect l="l" t="t" r="r" b="b"/>
              <a:pathLst>
                <a:path w="503" h="502" extrusionOk="0">
                  <a:moveTo>
                    <a:pt x="251" y="1"/>
                  </a:moveTo>
                  <a:cubicBezTo>
                    <a:pt x="115" y="1"/>
                    <a:pt x="0" y="114"/>
                    <a:pt x="0" y="250"/>
                  </a:cubicBezTo>
                  <a:cubicBezTo>
                    <a:pt x="0" y="388"/>
                    <a:pt x="115" y="502"/>
                    <a:pt x="251" y="502"/>
                  </a:cubicBezTo>
                  <a:cubicBezTo>
                    <a:pt x="387" y="502"/>
                    <a:pt x="502" y="388"/>
                    <a:pt x="502" y="250"/>
                  </a:cubicBezTo>
                  <a:cubicBezTo>
                    <a:pt x="502"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9" name="Google Shape;13359;p31"/>
            <p:cNvSpPr/>
            <p:nvPr/>
          </p:nvSpPr>
          <p:spPr>
            <a:xfrm>
              <a:off x="2421325" y="2575375"/>
              <a:ext cx="12550" cy="12550"/>
            </a:xfrm>
            <a:custGeom>
              <a:avLst/>
              <a:gdLst/>
              <a:ahLst/>
              <a:cxnLst/>
              <a:rect l="l" t="t" r="r" b="b"/>
              <a:pathLst>
                <a:path w="502" h="502" extrusionOk="0">
                  <a:moveTo>
                    <a:pt x="250" y="1"/>
                  </a:moveTo>
                  <a:cubicBezTo>
                    <a:pt x="114" y="1"/>
                    <a:pt x="1" y="114"/>
                    <a:pt x="1" y="250"/>
                  </a:cubicBezTo>
                  <a:cubicBezTo>
                    <a:pt x="1" y="388"/>
                    <a:pt x="114" y="502"/>
                    <a:pt x="250" y="502"/>
                  </a:cubicBezTo>
                  <a:cubicBezTo>
                    <a:pt x="395" y="502"/>
                    <a:pt x="501" y="388"/>
                    <a:pt x="501" y="250"/>
                  </a:cubicBezTo>
                  <a:cubicBezTo>
                    <a:pt x="501" y="114"/>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0" name="Google Shape;13360;p31"/>
            <p:cNvSpPr/>
            <p:nvPr/>
          </p:nvSpPr>
          <p:spPr>
            <a:xfrm>
              <a:off x="2513250" y="2575375"/>
              <a:ext cx="12575" cy="12550"/>
            </a:xfrm>
            <a:custGeom>
              <a:avLst/>
              <a:gdLst/>
              <a:ahLst/>
              <a:cxnLst/>
              <a:rect l="l" t="t" r="r" b="b"/>
              <a:pathLst>
                <a:path w="503" h="502" extrusionOk="0">
                  <a:moveTo>
                    <a:pt x="252" y="1"/>
                  </a:moveTo>
                  <a:cubicBezTo>
                    <a:pt x="109" y="1"/>
                    <a:pt x="0" y="114"/>
                    <a:pt x="0" y="250"/>
                  </a:cubicBezTo>
                  <a:cubicBezTo>
                    <a:pt x="0" y="388"/>
                    <a:pt x="109" y="502"/>
                    <a:pt x="252" y="502"/>
                  </a:cubicBezTo>
                  <a:cubicBezTo>
                    <a:pt x="388" y="502"/>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1" name="Google Shape;13361;p31"/>
            <p:cNvSpPr/>
            <p:nvPr/>
          </p:nvSpPr>
          <p:spPr>
            <a:xfrm>
              <a:off x="2605000" y="2575375"/>
              <a:ext cx="12575" cy="12550"/>
            </a:xfrm>
            <a:custGeom>
              <a:avLst/>
              <a:gdLst/>
              <a:ahLst/>
              <a:cxnLst/>
              <a:rect l="l" t="t" r="r" b="b"/>
              <a:pathLst>
                <a:path w="503" h="502" extrusionOk="0">
                  <a:moveTo>
                    <a:pt x="252" y="1"/>
                  </a:moveTo>
                  <a:cubicBezTo>
                    <a:pt x="116" y="1"/>
                    <a:pt x="0" y="114"/>
                    <a:pt x="0" y="250"/>
                  </a:cubicBezTo>
                  <a:cubicBezTo>
                    <a:pt x="0" y="388"/>
                    <a:pt x="116" y="502"/>
                    <a:pt x="252" y="502"/>
                  </a:cubicBezTo>
                  <a:cubicBezTo>
                    <a:pt x="387" y="502"/>
                    <a:pt x="503" y="388"/>
                    <a:pt x="503" y="250"/>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2" name="Google Shape;13362;p31"/>
            <p:cNvSpPr/>
            <p:nvPr/>
          </p:nvSpPr>
          <p:spPr>
            <a:xfrm>
              <a:off x="2696950" y="2575375"/>
              <a:ext cx="12375" cy="12550"/>
            </a:xfrm>
            <a:custGeom>
              <a:avLst/>
              <a:gdLst/>
              <a:ahLst/>
              <a:cxnLst/>
              <a:rect l="l" t="t" r="r" b="b"/>
              <a:pathLst>
                <a:path w="495" h="502" extrusionOk="0">
                  <a:moveTo>
                    <a:pt x="252" y="1"/>
                  </a:moveTo>
                  <a:cubicBezTo>
                    <a:pt x="108" y="1"/>
                    <a:pt x="1" y="114"/>
                    <a:pt x="1" y="250"/>
                  </a:cubicBezTo>
                  <a:cubicBezTo>
                    <a:pt x="1" y="388"/>
                    <a:pt x="108" y="502"/>
                    <a:pt x="252" y="502"/>
                  </a:cubicBezTo>
                  <a:cubicBezTo>
                    <a:pt x="388" y="502"/>
                    <a:pt x="495" y="388"/>
                    <a:pt x="495" y="250"/>
                  </a:cubicBezTo>
                  <a:cubicBezTo>
                    <a:pt x="495"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3" name="Google Shape;13363;p31"/>
            <p:cNvSpPr/>
            <p:nvPr/>
          </p:nvSpPr>
          <p:spPr>
            <a:xfrm>
              <a:off x="2788700" y="2575375"/>
              <a:ext cx="12600" cy="12550"/>
            </a:xfrm>
            <a:custGeom>
              <a:avLst/>
              <a:gdLst/>
              <a:ahLst/>
              <a:cxnLst/>
              <a:rect l="l" t="t" r="r" b="b"/>
              <a:pathLst>
                <a:path w="504" h="502" extrusionOk="0">
                  <a:moveTo>
                    <a:pt x="252" y="1"/>
                  </a:moveTo>
                  <a:cubicBezTo>
                    <a:pt x="116" y="1"/>
                    <a:pt x="1" y="114"/>
                    <a:pt x="1" y="250"/>
                  </a:cubicBezTo>
                  <a:cubicBezTo>
                    <a:pt x="1" y="388"/>
                    <a:pt x="116" y="502"/>
                    <a:pt x="252" y="502"/>
                  </a:cubicBezTo>
                  <a:cubicBezTo>
                    <a:pt x="388" y="502"/>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4" name="Google Shape;13364;p31"/>
            <p:cNvSpPr/>
            <p:nvPr/>
          </p:nvSpPr>
          <p:spPr>
            <a:xfrm>
              <a:off x="2880675" y="2575375"/>
              <a:ext cx="12375" cy="12550"/>
            </a:xfrm>
            <a:custGeom>
              <a:avLst/>
              <a:gdLst/>
              <a:ahLst/>
              <a:cxnLst/>
              <a:rect l="l" t="t" r="r" b="b"/>
              <a:pathLst>
                <a:path w="495" h="502" extrusionOk="0">
                  <a:moveTo>
                    <a:pt x="243" y="1"/>
                  </a:moveTo>
                  <a:cubicBezTo>
                    <a:pt x="107" y="1"/>
                    <a:pt x="0" y="114"/>
                    <a:pt x="0" y="250"/>
                  </a:cubicBezTo>
                  <a:cubicBezTo>
                    <a:pt x="0" y="388"/>
                    <a:pt x="107" y="502"/>
                    <a:pt x="243" y="502"/>
                  </a:cubicBezTo>
                  <a:cubicBezTo>
                    <a:pt x="387" y="502"/>
                    <a:pt x="494" y="388"/>
                    <a:pt x="494" y="250"/>
                  </a:cubicBezTo>
                  <a:cubicBezTo>
                    <a:pt x="494" y="114"/>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5" name="Google Shape;13365;p31"/>
            <p:cNvSpPr/>
            <p:nvPr/>
          </p:nvSpPr>
          <p:spPr>
            <a:xfrm>
              <a:off x="2972425" y="2575375"/>
              <a:ext cx="12575" cy="12550"/>
            </a:xfrm>
            <a:custGeom>
              <a:avLst/>
              <a:gdLst/>
              <a:ahLst/>
              <a:cxnLst/>
              <a:rect l="l" t="t" r="r" b="b"/>
              <a:pathLst>
                <a:path w="503" h="502" extrusionOk="0">
                  <a:moveTo>
                    <a:pt x="251" y="1"/>
                  </a:moveTo>
                  <a:cubicBezTo>
                    <a:pt x="115" y="1"/>
                    <a:pt x="0" y="114"/>
                    <a:pt x="0" y="250"/>
                  </a:cubicBezTo>
                  <a:cubicBezTo>
                    <a:pt x="0" y="388"/>
                    <a:pt x="115" y="502"/>
                    <a:pt x="251" y="502"/>
                  </a:cubicBezTo>
                  <a:cubicBezTo>
                    <a:pt x="387" y="502"/>
                    <a:pt x="503" y="388"/>
                    <a:pt x="503" y="250"/>
                  </a:cubicBezTo>
                  <a:cubicBezTo>
                    <a:pt x="503"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6" name="Google Shape;13366;p31"/>
            <p:cNvSpPr/>
            <p:nvPr/>
          </p:nvSpPr>
          <p:spPr>
            <a:xfrm>
              <a:off x="3064375" y="2575375"/>
              <a:ext cx="12375" cy="12550"/>
            </a:xfrm>
            <a:custGeom>
              <a:avLst/>
              <a:gdLst/>
              <a:ahLst/>
              <a:cxnLst/>
              <a:rect l="l" t="t" r="r" b="b"/>
              <a:pathLst>
                <a:path w="495" h="502" extrusionOk="0">
                  <a:moveTo>
                    <a:pt x="243" y="1"/>
                  </a:moveTo>
                  <a:cubicBezTo>
                    <a:pt x="107" y="1"/>
                    <a:pt x="1" y="114"/>
                    <a:pt x="1" y="250"/>
                  </a:cubicBezTo>
                  <a:cubicBezTo>
                    <a:pt x="1" y="388"/>
                    <a:pt x="107" y="502"/>
                    <a:pt x="243" y="502"/>
                  </a:cubicBezTo>
                  <a:cubicBezTo>
                    <a:pt x="388" y="502"/>
                    <a:pt x="495" y="388"/>
                    <a:pt x="495" y="250"/>
                  </a:cubicBezTo>
                  <a:cubicBezTo>
                    <a:pt x="495" y="114"/>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7" name="Google Shape;13367;p31"/>
            <p:cNvSpPr/>
            <p:nvPr/>
          </p:nvSpPr>
          <p:spPr>
            <a:xfrm>
              <a:off x="3156125" y="2575375"/>
              <a:ext cx="12600" cy="12550"/>
            </a:xfrm>
            <a:custGeom>
              <a:avLst/>
              <a:gdLst/>
              <a:ahLst/>
              <a:cxnLst/>
              <a:rect l="l" t="t" r="r" b="b"/>
              <a:pathLst>
                <a:path w="504" h="502" extrusionOk="0">
                  <a:moveTo>
                    <a:pt x="252" y="1"/>
                  </a:moveTo>
                  <a:cubicBezTo>
                    <a:pt x="116" y="1"/>
                    <a:pt x="1" y="114"/>
                    <a:pt x="1" y="250"/>
                  </a:cubicBezTo>
                  <a:cubicBezTo>
                    <a:pt x="1" y="388"/>
                    <a:pt x="116" y="502"/>
                    <a:pt x="252" y="502"/>
                  </a:cubicBezTo>
                  <a:cubicBezTo>
                    <a:pt x="388" y="502"/>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8" name="Google Shape;13368;p31"/>
            <p:cNvSpPr/>
            <p:nvPr/>
          </p:nvSpPr>
          <p:spPr>
            <a:xfrm>
              <a:off x="3247875" y="2575375"/>
              <a:ext cx="12575" cy="12550"/>
            </a:xfrm>
            <a:custGeom>
              <a:avLst/>
              <a:gdLst/>
              <a:ahLst/>
              <a:cxnLst/>
              <a:rect l="l" t="t" r="r" b="b"/>
              <a:pathLst>
                <a:path w="503" h="502" extrusionOk="0">
                  <a:moveTo>
                    <a:pt x="252" y="1"/>
                  </a:moveTo>
                  <a:cubicBezTo>
                    <a:pt x="116" y="1"/>
                    <a:pt x="1" y="114"/>
                    <a:pt x="1" y="250"/>
                  </a:cubicBezTo>
                  <a:cubicBezTo>
                    <a:pt x="1" y="388"/>
                    <a:pt x="116" y="502"/>
                    <a:pt x="252" y="502"/>
                  </a:cubicBezTo>
                  <a:cubicBezTo>
                    <a:pt x="388" y="502"/>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9" name="Google Shape;13369;p31"/>
            <p:cNvSpPr/>
            <p:nvPr/>
          </p:nvSpPr>
          <p:spPr>
            <a:xfrm>
              <a:off x="3339850" y="2575375"/>
              <a:ext cx="12525" cy="12550"/>
            </a:xfrm>
            <a:custGeom>
              <a:avLst/>
              <a:gdLst/>
              <a:ahLst/>
              <a:cxnLst/>
              <a:rect l="l" t="t" r="r" b="b"/>
              <a:pathLst>
                <a:path w="501" h="502" extrusionOk="0">
                  <a:moveTo>
                    <a:pt x="251" y="1"/>
                  </a:moveTo>
                  <a:cubicBezTo>
                    <a:pt x="107" y="1"/>
                    <a:pt x="0" y="114"/>
                    <a:pt x="0" y="250"/>
                  </a:cubicBezTo>
                  <a:cubicBezTo>
                    <a:pt x="0" y="388"/>
                    <a:pt x="107" y="502"/>
                    <a:pt x="251" y="502"/>
                  </a:cubicBezTo>
                  <a:cubicBezTo>
                    <a:pt x="387" y="502"/>
                    <a:pt x="501" y="388"/>
                    <a:pt x="501" y="250"/>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0" name="Google Shape;13370;p31"/>
            <p:cNvSpPr/>
            <p:nvPr/>
          </p:nvSpPr>
          <p:spPr>
            <a:xfrm>
              <a:off x="3431575" y="2575375"/>
              <a:ext cx="12600" cy="12550"/>
            </a:xfrm>
            <a:custGeom>
              <a:avLst/>
              <a:gdLst/>
              <a:ahLst/>
              <a:cxnLst/>
              <a:rect l="l" t="t" r="r" b="b"/>
              <a:pathLst>
                <a:path w="504" h="502" extrusionOk="0">
                  <a:moveTo>
                    <a:pt x="252" y="1"/>
                  </a:moveTo>
                  <a:cubicBezTo>
                    <a:pt x="116" y="1"/>
                    <a:pt x="1" y="114"/>
                    <a:pt x="1" y="250"/>
                  </a:cubicBezTo>
                  <a:cubicBezTo>
                    <a:pt x="1" y="388"/>
                    <a:pt x="116" y="502"/>
                    <a:pt x="252" y="502"/>
                  </a:cubicBezTo>
                  <a:cubicBezTo>
                    <a:pt x="388" y="502"/>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1" name="Google Shape;13371;p31"/>
            <p:cNvSpPr/>
            <p:nvPr/>
          </p:nvSpPr>
          <p:spPr>
            <a:xfrm>
              <a:off x="3523550" y="2575375"/>
              <a:ext cx="12375" cy="12550"/>
            </a:xfrm>
            <a:custGeom>
              <a:avLst/>
              <a:gdLst/>
              <a:ahLst/>
              <a:cxnLst/>
              <a:rect l="l" t="t" r="r" b="b"/>
              <a:pathLst>
                <a:path w="495" h="502" extrusionOk="0">
                  <a:moveTo>
                    <a:pt x="250" y="1"/>
                  </a:moveTo>
                  <a:cubicBezTo>
                    <a:pt x="107" y="1"/>
                    <a:pt x="0" y="114"/>
                    <a:pt x="0" y="250"/>
                  </a:cubicBezTo>
                  <a:cubicBezTo>
                    <a:pt x="0" y="388"/>
                    <a:pt x="107" y="502"/>
                    <a:pt x="250" y="502"/>
                  </a:cubicBezTo>
                  <a:cubicBezTo>
                    <a:pt x="388" y="502"/>
                    <a:pt x="494" y="388"/>
                    <a:pt x="494" y="250"/>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2" name="Google Shape;13372;p31"/>
            <p:cNvSpPr/>
            <p:nvPr/>
          </p:nvSpPr>
          <p:spPr>
            <a:xfrm>
              <a:off x="676400" y="26673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3" name="Google Shape;13373;p31"/>
            <p:cNvSpPr/>
            <p:nvPr/>
          </p:nvSpPr>
          <p:spPr>
            <a:xfrm>
              <a:off x="768325" y="2667300"/>
              <a:ext cx="12400" cy="12425"/>
            </a:xfrm>
            <a:custGeom>
              <a:avLst/>
              <a:gdLst/>
              <a:ahLst/>
              <a:cxnLst/>
              <a:rect l="l" t="t" r="r" b="b"/>
              <a:pathLst>
                <a:path w="496" h="497" extrusionOk="0">
                  <a:moveTo>
                    <a:pt x="245" y="1"/>
                  </a:moveTo>
                  <a:cubicBezTo>
                    <a:pt x="109" y="1"/>
                    <a:pt x="0" y="109"/>
                    <a:pt x="0" y="245"/>
                  </a:cubicBezTo>
                  <a:cubicBezTo>
                    <a:pt x="0" y="388"/>
                    <a:pt x="109" y="496"/>
                    <a:pt x="245" y="496"/>
                  </a:cubicBezTo>
                  <a:cubicBezTo>
                    <a:pt x="388" y="496"/>
                    <a:pt x="496" y="388"/>
                    <a:pt x="496" y="245"/>
                  </a:cubicBezTo>
                  <a:cubicBezTo>
                    <a:pt x="496" y="109"/>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4" name="Google Shape;13374;p31"/>
            <p:cNvSpPr/>
            <p:nvPr/>
          </p:nvSpPr>
          <p:spPr>
            <a:xfrm>
              <a:off x="860125" y="2667300"/>
              <a:ext cx="12525" cy="12425"/>
            </a:xfrm>
            <a:custGeom>
              <a:avLst/>
              <a:gdLst/>
              <a:ahLst/>
              <a:cxnLst/>
              <a:rect l="l" t="t" r="r" b="b"/>
              <a:pathLst>
                <a:path w="501" h="497" extrusionOk="0">
                  <a:moveTo>
                    <a:pt x="251" y="1"/>
                  </a:moveTo>
                  <a:cubicBezTo>
                    <a:pt x="114" y="1"/>
                    <a:pt x="0" y="109"/>
                    <a:pt x="0" y="245"/>
                  </a:cubicBezTo>
                  <a:cubicBezTo>
                    <a:pt x="0" y="388"/>
                    <a:pt x="114" y="496"/>
                    <a:pt x="251" y="496"/>
                  </a:cubicBezTo>
                  <a:cubicBezTo>
                    <a:pt x="387" y="496"/>
                    <a:pt x="501" y="388"/>
                    <a:pt x="501" y="245"/>
                  </a:cubicBezTo>
                  <a:cubicBezTo>
                    <a:pt x="501"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5" name="Google Shape;13375;p31"/>
            <p:cNvSpPr/>
            <p:nvPr/>
          </p:nvSpPr>
          <p:spPr>
            <a:xfrm>
              <a:off x="951850" y="26673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6" name="Google Shape;13376;p31"/>
            <p:cNvSpPr/>
            <p:nvPr/>
          </p:nvSpPr>
          <p:spPr>
            <a:xfrm>
              <a:off x="1043825" y="2667300"/>
              <a:ext cx="12375" cy="12425"/>
            </a:xfrm>
            <a:custGeom>
              <a:avLst/>
              <a:gdLst/>
              <a:ahLst/>
              <a:cxnLst/>
              <a:rect l="l" t="t" r="r" b="b"/>
              <a:pathLst>
                <a:path w="495" h="497" extrusionOk="0">
                  <a:moveTo>
                    <a:pt x="250" y="1"/>
                  </a:moveTo>
                  <a:cubicBezTo>
                    <a:pt x="107" y="1"/>
                    <a:pt x="0" y="109"/>
                    <a:pt x="0" y="245"/>
                  </a:cubicBezTo>
                  <a:cubicBezTo>
                    <a:pt x="0" y="388"/>
                    <a:pt x="107" y="496"/>
                    <a:pt x="250" y="496"/>
                  </a:cubicBezTo>
                  <a:cubicBezTo>
                    <a:pt x="388" y="496"/>
                    <a:pt x="494" y="388"/>
                    <a:pt x="494" y="245"/>
                  </a:cubicBezTo>
                  <a:cubicBezTo>
                    <a:pt x="494"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7" name="Google Shape;13377;p31"/>
            <p:cNvSpPr/>
            <p:nvPr/>
          </p:nvSpPr>
          <p:spPr>
            <a:xfrm>
              <a:off x="1135575" y="2667300"/>
              <a:ext cx="12575" cy="12425"/>
            </a:xfrm>
            <a:custGeom>
              <a:avLst/>
              <a:gdLst/>
              <a:ahLst/>
              <a:cxnLst/>
              <a:rect l="l" t="t" r="r" b="b"/>
              <a:pathLst>
                <a:path w="503" h="497" extrusionOk="0">
                  <a:moveTo>
                    <a:pt x="252" y="1"/>
                  </a:moveTo>
                  <a:cubicBezTo>
                    <a:pt x="116" y="1"/>
                    <a:pt x="0" y="109"/>
                    <a:pt x="0" y="245"/>
                  </a:cubicBezTo>
                  <a:cubicBezTo>
                    <a:pt x="0" y="388"/>
                    <a:pt x="116" y="496"/>
                    <a:pt x="252" y="496"/>
                  </a:cubicBezTo>
                  <a:cubicBezTo>
                    <a:pt x="387" y="496"/>
                    <a:pt x="503" y="388"/>
                    <a:pt x="503" y="245"/>
                  </a:cubicBezTo>
                  <a:cubicBezTo>
                    <a:pt x="503"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8" name="Google Shape;13378;p31"/>
            <p:cNvSpPr/>
            <p:nvPr/>
          </p:nvSpPr>
          <p:spPr>
            <a:xfrm>
              <a:off x="1227500" y="2667300"/>
              <a:ext cx="12400" cy="12425"/>
            </a:xfrm>
            <a:custGeom>
              <a:avLst/>
              <a:gdLst/>
              <a:ahLst/>
              <a:cxnLst/>
              <a:rect l="l" t="t" r="r" b="b"/>
              <a:pathLst>
                <a:path w="496" h="497" extrusionOk="0">
                  <a:moveTo>
                    <a:pt x="251" y="1"/>
                  </a:moveTo>
                  <a:cubicBezTo>
                    <a:pt x="109" y="1"/>
                    <a:pt x="0" y="109"/>
                    <a:pt x="0" y="245"/>
                  </a:cubicBezTo>
                  <a:cubicBezTo>
                    <a:pt x="0" y="388"/>
                    <a:pt x="109" y="496"/>
                    <a:pt x="251" y="496"/>
                  </a:cubicBezTo>
                  <a:cubicBezTo>
                    <a:pt x="387" y="496"/>
                    <a:pt x="496" y="388"/>
                    <a:pt x="496" y="245"/>
                  </a:cubicBezTo>
                  <a:cubicBezTo>
                    <a:pt x="496"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9" name="Google Shape;13379;p31"/>
            <p:cNvSpPr/>
            <p:nvPr/>
          </p:nvSpPr>
          <p:spPr>
            <a:xfrm>
              <a:off x="1319275" y="2667300"/>
              <a:ext cx="12550" cy="12425"/>
            </a:xfrm>
            <a:custGeom>
              <a:avLst/>
              <a:gdLst/>
              <a:ahLst/>
              <a:cxnLst/>
              <a:rect l="l" t="t" r="r" b="b"/>
              <a:pathLst>
                <a:path w="502" h="497" extrusionOk="0">
                  <a:moveTo>
                    <a:pt x="252" y="1"/>
                  </a:moveTo>
                  <a:cubicBezTo>
                    <a:pt x="114" y="1"/>
                    <a:pt x="1" y="109"/>
                    <a:pt x="1" y="245"/>
                  </a:cubicBezTo>
                  <a:cubicBezTo>
                    <a:pt x="1" y="388"/>
                    <a:pt x="114" y="496"/>
                    <a:pt x="252" y="496"/>
                  </a:cubicBezTo>
                  <a:cubicBezTo>
                    <a:pt x="388" y="496"/>
                    <a:pt x="501" y="388"/>
                    <a:pt x="501" y="245"/>
                  </a:cubicBezTo>
                  <a:cubicBezTo>
                    <a:pt x="501"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0" name="Google Shape;13380;p31"/>
            <p:cNvSpPr/>
            <p:nvPr/>
          </p:nvSpPr>
          <p:spPr>
            <a:xfrm>
              <a:off x="1411200" y="2667300"/>
              <a:ext cx="12425" cy="12425"/>
            </a:xfrm>
            <a:custGeom>
              <a:avLst/>
              <a:gdLst/>
              <a:ahLst/>
              <a:cxnLst/>
              <a:rect l="l" t="t" r="r" b="b"/>
              <a:pathLst>
                <a:path w="497" h="497" extrusionOk="0">
                  <a:moveTo>
                    <a:pt x="245" y="1"/>
                  </a:moveTo>
                  <a:cubicBezTo>
                    <a:pt x="109" y="1"/>
                    <a:pt x="1" y="109"/>
                    <a:pt x="1" y="245"/>
                  </a:cubicBezTo>
                  <a:cubicBezTo>
                    <a:pt x="1" y="388"/>
                    <a:pt x="109" y="496"/>
                    <a:pt x="245" y="496"/>
                  </a:cubicBezTo>
                  <a:cubicBezTo>
                    <a:pt x="388" y="496"/>
                    <a:pt x="496" y="388"/>
                    <a:pt x="496" y="245"/>
                  </a:cubicBezTo>
                  <a:cubicBezTo>
                    <a:pt x="496" y="109"/>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1" name="Google Shape;13381;p31"/>
            <p:cNvSpPr/>
            <p:nvPr/>
          </p:nvSpPr>
          <p:spPr>
            <a:xfrm>
              <a:off x="1503000" y="2667300"/>
              <a:ext cx="12525" cy="12425"/>
            </a:xfrm>
            <a:custGeom>
              <a:avLst/>
              <a:gdLst/>
              <a:ahLst/>
              <a:cxnLst/>
              <a:rect l="l" t="t" r="r" b="b"/>
              <a:pathLst>
                <a:path w="501" h="497" extrusionOk="0">
                  <a:moveTo>
                    <a:pt x="250" y="1"/>
                  </a:moveTo>
                  <a:cubicBezTo>
                    <a:pt x="114" y="1"/>
                    <a:pt x="0" y="109"/>
                    <a:pt x="0" y="245"/>
                  </a:cubicBezTo>
                  <a:cubicBezTo>
                    <a:pt x="0" y="388"/>
                    <a:pt x="114" y="496"/>
                    <a:pt x="250" y="496"/>
                  </a:cubicBezTo>
                  <a:cubicBezTo>
                    <a:pt x="387" y="496"/>
                    <a:pt x="501" y="388"/>
                    <a:pt x="501" y="245"/>
                  </a:cubicBezTo>
                  <a:cubicBezTo>
                    <a:pt x="501" y="109"/>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2" name="Google Shape;13382;p31"/>
            <p:cNvSpPr/>
            <p:nvPr/>
          </p:nvSpPr>
          <p:spPr>
            <a:xfrm>
              <a:off x="1594750" y="2667300"/>
              <a:ext cx="12575" cy="12425"/>
            </a:xfrm>
            <a:custGeom>
              <a:avLst/>
              <a:gdLst/>
              <a:ahLst/>
              <a:cxnLst/>
              <a:rect l="l" t="t" r="r" b="b"/>
              <a:pathLst>
                <a:path w="503" h="497" extrusionOk="0">
                  <a:moveTo>
                    <a:pt x="251" y="1"/>
                  </a:moveTo>
                  <a:cubicBezTo>
                    <a:pt x="115" y="1"/>
                    <a:pt x="0" y="109"/>
                    <a:pt x="0" y="245"/>
                  </a:cubicBezTo>
                  <a:cubicBezTo>
                    <a:pt x="0" y="388"/>
                    <a:pt x="115" y="496"/>
                    <a:pt x="251" y="496"/>
                  </a:cubicBezTo>
                  <a:cubicBezTo>
                    <a:pt x="394" y="496"/>
                    <a:pt x="503" y="388"/>
                    <a:pt x="503" y="245"/>
                  </a:cubicBezTo>
                  <a:cubicBezTo>
                    <a:pt x="503" y="109"/>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3" name="Google Shape;13383;p31"/>
            <p:cNvSpPr/>
            <p:nvPr/>
          </p:nvSpPr>
          <p:spPr>
            <a:xfrm>
              <a:off x="1686650" y="26673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4" name="Google Shape;13384;p31"/>
            <p:cNvSpPr/>
            <p:nvPr/>
          </p:nvSpPr>
          <p:spPr>
            <a:xfrm>
              <a:off x="1778450" y="2667300"/>
              <a:ext cx="12550" cy="12425"/>
            </a:xfrm>
            <a:custGeom>
              <a:avLst/>
              <a:gdLst/>
              <a:ahLst/>
              <a:cxnLst/>
              <a:rect l="l" t="t" r="r" b="b"/>
              <a:pathLst>
                <a:path w="502" h="497" extrusionOk="0">
                  <a:moveTo>
                    <a:pt x="252" y="1"/>
                  </a:moveTo>
                  <a:cubicBezTo>
                    <a:pt x="114" y="1"/>
                    <a:pt x="1" y="109"/>
                    <a:pt x="1" y="245"/>
                  </a:cubicBezTo>
                  <a:cubicBezTo>
                    <a:pt x="1" y="388"/>
                    <a:pt x="114" y="496"/>
                    <a:pt x="252" y="496"/>
                  </a:cubicBezTo>
                  <a:cubicBezTo>
                    <a:pt x="388" y="496"/>
                    <a:pt x="501" y="388"/>
                    <a:pt x="501" y="245"/>
                  </a:cubicBezTo>
                  <a:cubicBezTo>
                    <a:pt x="501"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5" name="Google Shape;13385;p31"/>
            <p:cNvSpPr/>
            <p:nvPr/>
          </p:nvSpPr>
          <p:spPr>
            <a:xfrm>
              <a:off x="1870375" y="2667300"/>
              <a:ext cx="12400" cy="12425"/>
            </a:xfrm>
            <a:custGeom>
              <a:avLst/>
              <a:gdLst/>
              <a:ahLst/>
              <a:cxnLst/>
              <a:rect l="l" t="t" r="r" b="b"/>
              <a:pathLst>
                <a:path w="496" h="497" extrusionOk="0">
                  <a:moveTo>
                    <a:pt x="252" y="1"/>
                  </a:moveTo>
                  <a:cubicBezTo>
                    <a:pt x="109" y="1"/>
                    <a:pt x="0" y="109"/>
                    <a:pt x="0" y="245"/>
                  </a:cubicBezTo>
                  <a:cubicBezTo>
                    <a:pt x="0" y="388"/>
                    <a:pt x="109" y="496"/>
                    <a:pt x="252" y="496"/>
                  </a:cubicBezTo>
                  <a:cubicBezTo>
                    <a:pt x="387" y="496"/>
                    <a:pt x="496" y="388"/>
                    <a:pt x="496" y="245"/>
                  </a:cubicBezTo>
                  <a:cubicBezTo>
                    <a:pt x="496"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6" name="Google Shape;13386;p31"/>
            <p:cNvSpPr/>
            <p:nvPr/>
          </p:nvSpPr>
          <p:spPr>
            <a:xfrm>
              <a:off x="1962150" y="2667300"/>
              <a:ext cx="12550" cy="12425"/>
            </a:xfrm>
            <a:custGeom>
              <a:avLst/>
              <a:gdLst/>
              <a:ahLst/>
              <a:cxnLst/>
              <a:rect l="l" t="t" r="r" b="b"/>
              <a:pathLst>
                <a:path w="502" h="497" extrusionOk="0">
                  <a:moveTo>
                    <a:pt x="250" y="1"/>
                  </a:moveTo>
                  <a:cubicBezTo>
                    <a:pt x="114" y="1"/>
                    <a:pt x="1" y="109"/>
                    <a:pt x="1" y="245"/>
                  </a:cubicBezTo>
                  <a:cubicBezTo>
                    <a:pt x="1" y="388"/>
                    <a:pt x="114" y="496"/>
                    <a:pt x="250" y="496"/>
                  </a:cubicBezTo>
                  <a:cubicBezTo>
                    <a:pt x="388" y="496"/>
                    <a:pt x="502" y="388"/>
                    <a:pt x="502" y="245"/>
                  </a:cubicBezTo>
                  <a:cubicBezTo>
                    <a:pt x="502"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7" name="Google Shape;13387;p31"/>
            <p:cNvSpPr/>
            <p:nvPr/>
          </p:nvSpPr>
          <p:spPr>
            <a:xfrm>
              <a:off x="2054075" y="2667300"/>
              <a:ext cx="12425" cy="12425"/>
            </a:xfrm>
            <a:custGeom>
              <a:avLst/>
              <a:gdLst/>
              <a:ahLst/>
              <a:cxnLst/>
              <a:rect l="l" t="t" r="r" b="b"/>
              <a:pathLst>
                <a:path w="497" h="497" extrusionOk="0">
                  <a:moveTo>
                    <a:pt x="252" y="1"/>
                  </a:moveTo>
                  <a:cubicBezTo>
                    <a:pt x="109" y="1"/>
                    <a:pt x="1" y="109"/>
                    <a:pt x="1" y="245"/>
                  </a:cubicBezTo>
                  <a:cubicBezTo>
                    <a:pt x="1" y="388"/>
                    <a:pt x="109" y="496"/>
                    <a:pt x="252" y="496"/>
                  </a:cubicBezTo>
                  <a:cubicBezTo>
                    <a:pt x="388" y="496"/>
                    <a:pt x="496" y="388"/>
                    <a:pt x="496" y="245"/>
                  </a:cubicBezTo>
                  <a:cubicBezTo>
                    <a:pt x="496"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8" name="Google Shape;13388;p31"/>
            <p:cNvSpPr/>
            <p:nvPr/>
          </p:nvSpPr>
          <p:spPr>
            <a:xfrm>
              <a:off x="2145825" y="26673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9" name="Google Shape;13389;p31"/>
            <p:cNvSpPr/>
            <p:nvPr/>
          </p:nvSpPr>
          <p:spPr>
            <a:xfrm>
              <a:off x="2237800" y="2667300"/>
              <a:ext cx="12350" cy="12425"/>
            </a:xfrm>
            <a:custGeom>
              <a:avLst/>
              <a:gdLst/>
              <a:ahLst/>
              <a:cxnLst/>
              <a:rect l="l" t="t" r="r" b="b"/>
              <a:pathLst>
                <a:path w="494" h="497" extrusionOk="0">
                  <a:moveTo>
                    <a:pt x="244" y="1"/>
                  </a:moveTo>
                  <a:cubicBezTo>
                    <a:pt x="107" y="1"/>
                    <a:pt x="0" y="109"/>
                    <a:pt x="0" y="245"/>
                  </a:cubicBezTo>
                  <a:cubicBezTo>
                    <a:pt x="0" y="388"/>
                    <a:pt x="107" y="496"/>
                    <a:pt x="244" y="496"/>
                  </a:cubicBezTo>
                  <a:cubicBezTo>
                    <a:pt x="387" y="496"/>
                    <a:pt x="494" y="388"/>
                    <a:pt x="494" y="245"/>
                  </a:cubicBezTo>
                  <a:cubicBezTo>
                    <a:pt x="494" y="109"/>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0" name="Google Shape;13390;p31"/>
            <p:cNvSpPr/>
            <p:nvPr/>
          </p:nvSpPr>
          <p:spPr>
            <a:xfrm>
              <a:off x="2329550" y="2667300"/>
              <a:ext cx="12575" cy="12425"/>
            </a:xfrm>
            <a:custGeom>
              <a:avLst/>
              <a:gdLst/>
              <a:ahLst/>
              <a:cxnLst/>
              <a:rect l="l" t="t" r="r" b="b"/>
              <a:pathLst>
                <a:path w="503" h="497" extrusionOk="0">
                  <a:moveTo>
                    <a:pt x="251" y="1"/>
                  </a:moveTo>
                  <a:cubicBezTo>
                    <a:pt x="115" y="1"/>
                    <a:pt x="0" y="109"/>
                    <a:pt x="0" y="245"/>
                  </a:cubicBezTo>
                  <a:cubicBezTo>
                    <a:pt x="0" y="388"/>
                    <a:pt x="115" y="496"/>
                    <a:pt x="251" y="496"/>
                  </a:cubicBezTo>
                  <a:cubicBezTo>
                    <a:pt x="387" y="496"/>
                    <a:pt x="502" y="388"/>
                    <a:pt x="502" y="245"/>
                  </a:cubicBezTo>
                  <a:cubicBezTo>
                    <a:pt x="502"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1" name="Google Shape;13391;p31"/>
            <p:cNvSpPr/>
            <p:nvPr/>
          </p:nvSpPr>
          <p:spPr>
            <a:xfrm>
              <a:off x="2421325" y="2667300"/>
              <a:ext cx="12550" cy="12425"/>
            </a:xfrm>
            <a:custGeom>
              <a:avLst/>
              <a:gdLst/>
              <a:ahLst/>
              <a:cxnLst/>
              <a:rect l="l" t="t" r="r" b="b"/>
              <a:pathLst>
                <a:path w="502" h="497" extrusionOk="0">
                  <a:moveTo>
                    <a:pt x="250" y="1"/>
                  </a:moveTo>
                  <a:cubicBezTo>
                    <a:pt x="114" y="1"/>
                    <a:pt x="1" y="109"/>
                    <a:pt x="1" y="245"/>
                  </a:cubicBezTo>
                  <a:cubicBezTo>
                    <a:pt x="1" y="388"/>
                    <a:pt x="114" y="496"/>
                    <a:pt x="250" y="496"/>
                  </a:cubicBezTo>
                  <a:cubicBezTo>
                    <a:pt x="395" y="496"/>
                    <a:pt x="501" y="388"/>
                    <a:pt x="501" y="245"/>
                  </a:cubicBezTo>
                  <a:cubicBezTo>
                    <a:pt x="501" y="109"/>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2" name="Google Shape;13392;p31"/>
            <p:cNvSpPr/>
            <p:nvPr/>
          </p:nvSpPr>
          <p:spPr>
            <a:xfrm>
              <a:off x="2513250" y="2667300"/>
              <a:ext cx="12575" cy="12425"/>
            </a:xfrm>
            <a:custGeom>
              <a:avLst/>
              <a:gdLst/>
              <a:ahLst/>
              <a:cxnLst/>
              <a:rect l="l" t="t" r="r" b="b"/>
              <a:pathLst>
                <a:path w="503" h="497" extrusionOk="0">
                  <a:moveTo>
                    <a:pt x="252" y="1"/>
                  </a:moveTo>
                  <a:cubicBezTo>
                    <a:pt x="109" y="1"/>
                    <a:pt x="0" y="109"/>
                    <a:pt x="0" y="245"/>
                  </a:cubicBezTo>
                  <a:cubicBezTo>
                    <a:pt x="0" y="388"/>
                    <a:pt x="109"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3" name="Google Shape;13393;p31"/>
            <p:cNvSpPr/>
            <p:nvPr/>
          </p:nvSpPr>
          <p:spPr>
            <a:xfrm>
              <a:off x="2605000" y="2667300"/>
              <a:ext cx="12575" cy="12425"/>
            </a:xfrm>
            <a:custGeom>
              <a:avLst/>
              <a:gdLst/>
              <a:ahLst/>
              <a:cxnLst/>
              <a:rect l="l" t="t" r="r" b="b"/>
              <a:pathLst>
                <a:path w="503" h="497" extrusionOk="0">
                  <a:moveTo>
                    <a:pt x="252" y="1"/>
                  </a:moveTo>
                  <a:cubicBezTo>
                    <a:pt x="116" y="1"/>
                    <a:pt x="0" y="109"/>
                    <a:pt x="0" y="245"/>
                  </a:cubicBezTo>
                  <a:cubicBezTo>
                    <a:pt x="0" y="388"/>
                    <a:pt x="116" y="496"/>
                    <a:pt x="252" y="496"/>
                  </a:cubicBezTo>
                  <a:cubicBezTo>
                    <a:pt x="387" y="496"/>
                    <a:pt x="503" y="388"/>
                    <a:pt x="503" y="245"/>
                  </a:cubicBezTo>
                  <a:cubicBezTo>
                    <a:pt x="503"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4" name="Google Shape;13394;p31"/>
            <p:cNvSpPr/>
            <p:nvPr/>
          </p:nvSpPr>
          <p:spPr>
            <a:xfrm>
              <a:off x="2696950" y="2667300"/>
              <a:ext cx="12375" cy="12425"/>
            </a:xfrm>
            <a:custGeom>
              <a:avLst/>
              <a:gdLst/>
              <a:ahLst/>
              <a:cxnLst/>
              <a:rect l="l" t="t" r="r" b="b"/>
              <a:pathLst>
                <a:path w="495" h="497" extrusionOk="0">
                  <a:moveTo>
                    <a:pt x="252" y="1"/>
                  </a:moveTo>
                  <a:cubicBezTo>
                    <a:pt x="108" y="1"/>
                    <a:pt x="1" y="109"/>
                    <a:pt x="1" y="245"/>
                  </a:cubicBezTo>
                  <a:cubicBezTo>
                    <a:pt x="1" y="388"/>
                    <a:pt x="108" y="496"/>
                    <a:pt x="252" y="496"/>
                  </a:cubicBezTo>
                  <a:cubicBezTo>
                    <a:pt x="388" y="496"/>
                    <a:pt x="495" y="388"/>
                    <a:pt x="495" y="245"/>
                  </a:cubicBezTo>
                  <a:cubicBezTo>
                    <a:pt x="495"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5" name="Google Shape;13395;p31"/>
            <p:cNvSpPr/>
            <p:nvPr/>
          </p:nvSpPr>
          <p:spPr>
            <a:xfrm>
              <a:off x="2788700" y="26673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6" name="Google Shape;13396;p31"/>
            <p:cNvSpPr/>
            <p:nvPr/>
          </p:nvSpPr>
          <p:spPr>
            <a:xfrm>
              <a:off x="2880675" y="2667300"/>
              <a:ext cx="12375" cy="12425"/>
            </a:xfrm>
            <a:custGeom>
              <a:avLst/>
              <a:gdLst/>
              <a:ahLst/>
              <a:cxnLst/>
              <a:rect l="l" t="t" r="r" b="b"/>
              <a:pathLst>
                <a:path w="495" h="497" extrusionOk="0">
                  <a:moveTo>
                    <a:pt x="243" y="1"/>
                  </a:moveTo>
                  <a:cubicBezTo>
                    <a:pt x="107" y="1"/>
                    <a:pt x="0" y="109"/>
                    <a:pt x="0" y="245"/>
                  </a:cubicBezTo>
                  <a:cubicBezTo>
                    <a:pt x="0" y="388"/>
                    <a:pt x="107" y="496"/>
                    <a:pt x="243" y="496"/>
                  </a:cubicBezTo>
                  <a:cubicBezTo>
                    <a:pt x="387" y="496"/>
                    <a:pt x="494" y="388"/>
                    <a:pt x="494" y="245"/>
                  </a:cubicBezTo>
                  <a:cubicBezTo>
                    <a:pt x="494" y="109"/>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7" name="Google Shape;13397;p31"/>
            <p:cNvSpPr/>
            <p:nvPr/>
          </p:nvSpPr>
          <p:spPr>
            <a:xfrm>
              <a:off x="2972425" y="2667300"/>
              <a:ext cx="12575" cy="12425"/>
            </a:xfrm>
            <a:custGeom>
              <a:avLst/>
              <a:gdLst/>
              <a:ahLst/>
              <a:cxnLst/>
              <a:rect l="l" t="t" r="r" b="b"/>
              <a:pathLst>
                <a:path w="503" h="497" extrusionOk="0">
                  <a:moveTo>
                    <a:pt x="251" y="1"/>
                  </a:moveTo>
                  <a:cubicBezTo>
                    <a:pt x="115" y="1"/>
                    <a:pt x="0" y="109"/>
                    <a:pt x="0" y="245"/>
                  </a:cubicBezTo>
                  <a:cubicBezTo>
                    <a:pt x="0" y="388"/>
                    <a:pt x="115" y="496"/>
                    <a:pt x="251" y="496"/>
                  </a:cubicBezTo>
                  <a:cubicBezTo>
                    <a:pt x="387" y="496"/>
                    <a:pt x="503" y="388"/>
                    <a:pt x="503" y="245"/>
                  </a:cubicBezTo>
                  <a:cubicBezTo>
                    <a:pt x="503"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8" name="Google Shape;13398;p31"/>
            <p:cNvSpPr/>
            <p:nvPr/>
          </p:nvSpPr>
          <p:spPr>
            <a:xfrm>
              <a:off x="3064375" y="2667300"/>
              <a:ext cx="12375" cy="12425"/>
            </a:xfrm>
            <a:custGeom>
              <a:avLst/>
              <a:gdLst/>
              <a:ahLst/>
              <a:cxnLst/>
              <a:rect l="l" t="t" r="r" b="b"/>
              <a:pathLst>
                <a:path w="495" h="497" extrusionOk="0">
                  <a:moveTo>
                    <a:pt x="243" y="1"/>
                  </a:moveTo>
                  <a:cubicBezTo>
                    <a:pt x="107" y="1"/>
                    <a:pt x="1" y="109"/>
                    <a:pt x="1" y="245"/>
                  </a:cubicBezTo>
                  <a:cubicBezTo>
                    <a:pt x="1" y="388"/>
                    <a:pt x="107" y="496"/>
                    <a:pt x="243" y="496"/>
                  </a:cubicBezTo>
                  <a:cubicBezTo>
                    <a:pt x="388" y="496"/>
                    <a:pt x="495" y="388"/>
                    <a:pt x="495" y="245"/>
                  </a:cubicBezTo>
                  <a:cubicBezTo>
                    <a:pt x="495" y="109"/>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9" name="Google Shape;13399;p31"/>
            <p:cNvSpPr/>
            <p:nvPr/>
          </p:nvSpPr>
          <p:spPr>
            <a:xfrm>
              <a:off x="3156125" y="26673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0" name="Google Shape;13400;p31"/>
            <p:cNvSpPr/>
            <p:nvPr/>
          </p:nvSpPr>
          <p:spPr>
            <a:xfrm>
              <a:off x="3247875" y="2667300"/>
              <a:ext cx="12575" cy="12425"/>
            </a:xfrm>
            <a:custGeom>
              <a:avLst/>
              <a:gdLst/>
              <a:ahLst/>
              <a:cxnLst/>
              <a:rect l="l" t="t" r="r" b="b"/>
              <a:pathLst>
                <a:path w="503"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1" name="Google Shape;13401;p31"/>
            <p:cNvSpPr/>
            <p:nvPr/>
          </p:nvSpPr>
          <p:spPr>
            <a:xfrm>
              <a:off x="3339850" y="2667300"/>
              <a:ext cx="12525" cy="12425"/>
            </a:xfrm>
            <a:custGeom>
              <a:avLst/>
              <a:gdLst/>
              <a:ahLst/>
              <a:cxnLst/>
              <a:rect l="l" t="t" r="r" b="b"/>
              <a:pathLst>
                <a:path w="501" h="497" extrusionOk="0">
                  <a:moveTo>
                    <a:pt x="251" y="1"/>
                  </a:moveTo>
                  <a:cubicBezTo>
                    <a:pt x="107" y="1"/>
                    <a:pt x="0" y="109"/>
                    <a:pt x="0" y="245"/>
                  </a:cubicBezTo>
                  <a:cubicBezTo>
                    <a:pt x="0" y="388"/>
                    <a:pt x="107" y="496"/>
                    <a:pt x="251" y="496"/>
                  </a:cubicBezTo>
                  <a:cubicBezTo>
                    <a:pt x="387" y="496"/>
                    <a:pt x="501" y="388"/>
                    <a:pt x="501" y="245"/>
                  </a:cubicBezTo>
                  <a:cubicBezTo>
                    <a:pt x="501"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2" name="Google Shape;13402;p31"/>
            <p:cNvSpPr/>
            <p:nvPr/>
          </p:nvSpPr>
          <p:spPr>
            <a:xfrm>
              <a:off x="3431575" y="26673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3" name="Google Shape;13403;p31"/>
            <p:cNvSpPr/>
            <p:nvPr/>
          </p:nvSpPr>
          <p:spPr>
            <a:xfrm>
              <a:off x="3523550" y="2667300"/>
              <a:ext cx="12375" cy="12425"/>
            </a:xfrm>
            <a:custGeom>
              <a:avLst/>
              <a:gdLst/>
              <a:ahLst/>
              <a:cxnLst/>
              <a:rect l="l" t="t" r="r" b="b"/>
              <a:pathLst>
                <a:path w="495" h="497" extrusionOk="0">
                  <a:moveTo>
                    <a:pt x="250" y="1"/>
                  </a:moveTo>
                  <a:cubicBezTo>
                    <a:pt x="107" y="1"/>
                    <a:pt x="0" y="109"/>
                    <a:pt x="0" y="245"/>
                  </a:cubicBezTo>
                  <a:cubicBezTo>
                    <a:pt x="0" y="388"/>
                    <a:pt x="107" y="496"/>
                    <a:pt x="250" y="496"/>
                  </a:cubicBezTo>
                  <a:cubicBezTo>
                    <a:pt x="388" y="496"/>
                    <a:pt x="494" y="388"/>
                    <a:pt x="494" y="245"/>
                  </a:cubicBezTo>
                  <a:cubicBezTo>
                    <a:pt x="494"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4" name="Google Shape;13404;p31"/>
            <p:cNvSpPr/>
            <p:nvPr/>
          </p:nvSpPr>
          <p:spPr>
            <a:xfrm>
              <a:off x="676400" y="275905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5" name="Google Shape;13405;p31"/>
            <p:cNvSpPr/>
            <p:nvPr/>
          </p:nvSpPr>
          <p:spPr>
            <a:xfrm>
              <a:off x="768325" y="2759050"/>
              <a:ext cx="12400" cy="12575"/>
            </a:xfrm>
            <a:custGeom>
              <a:avLst/>
              <a:gdLst/>
              <a:ahLst/>
              <a:cxnLst/>
              <a:rect l="l" t="t" r="r" b="b"/>
              <a:pathLst>
                <a:path w="496" h="503"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6" name="Google Shape;13406;p31"/>
            <p:cNvSpPr/>
            <p:nvPr/>
          </p:nvSpPr>
          <p:spPr>
            <a:xfrm>
              <a:off x="860125" y="2759050"/>
              <a:ext cx="12525" cy="12575"/>
            </a:xfrm>
            <a:custGeom>
              <a:avLst/>
              <a:gdLst/>
              <a:ahLst/>
              <a:cxnLst/>
              <a:rect l="l" t="t" r="r" b="b"/>
              <a:pathLst>
                <a:path w="501" h="503"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7" name="Google Shape;13407;p31"/>
            <p:cNvSpPr/>
            <p:nvPr/>
          </p:nvSpPr>
          <p:spPr>
            <a:xfrm>
              <a:off x="951850" y="275905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8" name="Google Shape;13408;p31"/>
            <p:cNvSpPr/>
            <p:nvPr/>
          </p:nvSpPr>
          <p:spPr>
            <a:xfrm>
              <a:off x="1043825" y="2759050"/>
              <a:ext cx="12375" cy="12575"/>
            </a:xfrm>
            <a:custGeom>
              <a:avLst/>
              <a:gdLst/>
              <a:ahLst/>
              <a:cxnLst/>
              <a:rect l="l" t="t" r="r" b="b"/>
              <a:pathLst>
                <a:path w="495" h="503"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9" name="Google Shape;13409;p31"/>
            <p:cNvSpPr/>
            <p:nvPr/>
          </p:nvSpPr>
          <p:spPr>
            <a:xfrm>
              <a:off x="1135575" y="2759050"/>
              <a:ext cx="12575" cy="12575"/>
            </a:xfrm>
            <a:custGeom>
              <a:avLst/>
              <a:gdLst/>
              <a:ahLst/>
              <a:cxnLst/>
              <a:rect l="l" t="t" r="r" b="b"/>
              <a:pathLst>
                <a:path w="503" h="503"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0" name="Google Shape;13410;p31"/>
            <p:cNvSpPr/>
            <p:nvPr/>
          </p:nvSpPr>
          <p:spPr>
            <a:xfrm>
              <a:off x="1227500" y="2759050"/>
              <a:ext cx="12400" cy="12575"/>
            </a:xfrm>
            <a:custGeom>
              <a:avLst/>
              <a:gdLst/>
              <a:ahLst/>
              <a:cxnLst/>
              <a:rect l="l" t="t" r="r" b="b"/>
              <a:pathLst>
                <a:path w="496" h="503"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1" name="Google Shape;13411;p31"/>
            <p:cNvSpPr/>
            <p:nvPr/>
          </p:nvSpPr>
          <p:spPr>
            <a:xfrm>
              <a:off x="1319275" y="2759050"/>
              <a:ext cx="12550" cy="12575"/>
            </a:xfrm>
            <a:custGeom>
              <a:avLst/>
              <a:gdLst/>
              <a:ahLst/>
              <a:cxnLst/>
              <a:rect l="l" t="t" r="r" b="b"/>
              <a:pathLst>
                <a:path w="502" h="503"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2" name="Google Shape;13412;p31"/>
            <p:cNvSpPr/>
            <p:nvPr/>
          </p:nvSpPr>
          <p:spPr>
            <a:xfrm>
              <a:off x="1411200" y="2759050"/>
              <a:ext cx="12425" cy="12575"/>
            </a:xfrm>
            <a:custGeom>
              <a:avLst/>
              <a:gdLst/>
              <a:ahLst/>
              <a:cxnLst/>
              <a:rect l="l" t="t" r="r" b="b"/>
              <a:pathLst>
                <a:path w="497" h="503"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3" name="Google Shape;13413;p31"/>
            <p:cNvSpPr/>
            <p:nvPr/>
          </p:nvSpPr>
          <p:spPr>
            <a:xfrm>
              <a:off x="1503000" y="2759050"/>
              <a:ext cx="12525" cy="12575"/>
            </a:xfrm>
            <a:custGeom>
              <a:avLst/>
              <a:gdLst/>
              <a:ahLst/>
              <a:cxnLst/>
              <a:rect l="l" t="t" r="r" b="b"/>
              <a:pathLst>
                <a:path w="501" h="503"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4" name="Google Shape;13414;p31"/>
            <p:cNvSpPr/>
            <p:nvPr/>
          </p:nvSpPr>
          <p:spPr>
            <a:xfrm>
              <a:off x="1594750" y="2759050"/>
              <a:ext cx="12575" cy="12575"/>
            </a:xfrm>
            <a:custGeom>
              <a:avLst/>
              <a:gdLst/>
              <a:ahLst/>
              <a:cxnLst/>
              <a:rect l="l" t="t" r="r" b="b"/>
              <a:pathLst>
                <a:path w="503" h="503"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5" name="Google Shape;13415;p31"/>
            <p:cNvSpPr/>
            <p:nvPr/>
          </p:nvSpPr>
          <p:spPr>
            <a:xfrm>
              <a:off x="1686650" y="275905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6" name="Google Shape;13416;p31"/>
            <p:cNvSpPr/>
            <p:nvPr/>
          </p:nvSpPr>
          <p:spPr>
            <a:xfrm>
              <a:off x="1778450" y="2759050"/>
              <a:ext cx="12550" cy="12575"/>
            </a:xfrm>
            <a:custGeom>
              <a:avLst/>
              <a:gdLst/>
              <a:ahLst/>
              <a:cxnLst/>
              <a:rect l="l" t="t" r="r" b="b"/>
              <a:pathLst>
                <a:path w="502" h="503"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7" name="Google Shape;13417;p31"/>
            <p:cNvSpPr/>
            <p:nvPr/>
          </p:nvSpPr>
          <p:spPr>
            <a:xfrm>
              <a:off x="1870375" y="2759050"/>
              <a:ext cx="12400" cy="12575"/>
            </a:xfrm>
            <a:custGeom>
              <a:avLst/>
              <a:gdLst/>
              <a:ahLst/>
              <a:cxnLst/>
              <a:rect l="l" t="t" r="r" b="b"/>
              <a:pathLst>
                <a:path w="496" h="503"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8" name="Google Shape;13418;p31"/>
            <p:cNvSpPr/>
            <p:nvPr/>
          </p:nvSpPr>
          <p:spPr>
            <a:xfrm>
              <a:off x="1962150" y="2759050"/>
              <a:ext cx="12550" cy="12575"/>
            </a:xfrm>
            <a:custGeom>
              <a:avLst/>
              <a:gdLst/>
              <a:ahLst/>
              <a:cxnLst/>
              <a:rect l="l" t="t" r="r" b="b"/>
              <a:pathLst>
                <a:path w="502" h="503"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9" name="Google Shape;13419;p31"/>
            <p:cNvSpPr/>
            <p:nvPr/>
          </p:nvSpPr>
          <p:spPr>
            <a:xfrm>
              <a:off x="2054075" y="2759050"/>
              <a:ext cx="12425" cy="12575"/>
            </a:xfrm>
            <a:custGeom>
              <a:avLst/>
              <a:gdLst/>
              <a:ahLst/>
              <a:cxnLst/>
              <a:rect l="l" t="t" r="r" b="b"/>
              <a:pathLst>
                <a:path w="497" h="503"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0" name="Google Shape;13420;p31"/>
            <p:cNvSpPr/>
            <p:nvPr/>
          </p:nvSpPr>
          <p:spPr>
            <a:xfrm>
              <a:off x="2145825" y="275905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1" name="Google Shape;13421;p31"/>
            <p:cNvSpPr/>
            <p:nvPr/>
          </p:nvSpPr>
          <p:spPr>
            <a:xfrm>
              <a:off x="2237800" y="2759050"/>
              <a:ext cx="12350" cy="12575"/>
            </a:xfrm>
            <a:custGeom>
              <a:avLst/>
              <a:gdLst/>
              <a:ahLst/>
              <a:cxnLst/>
              <a:rect l="l" t="t" r="r" b="b"/>
              <a:pathLst>
                <a:path w="494" h="503"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2" name="Google Shape;13422;p31"/>
            <p:cNvSpPr/>
            <p:nvPr/>
          </p:nvSpPr>
          <p:spPr>
            <a:xfrm>
              <a:off x="2329550" y="2759050"/>
              <a:ext cx="12575" cy="12575"/>
            </a:xfrm>
            <a:custGeom>
              <a:avLst/>
              <a:gdLst/>
              <a:ahLst/>
              <a:cxnLst/>
              <a:rect l="l" t="t" r="r" b="b"/>
              <a:pathLst>
                <a:path w="503" h="503"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3" name="Google Shape;13423;p31"/>
            <p:cNvSpPr/>
            <p:nvPr/>
          </p:nvSpPr>
          <p:spPr>
            <a:xfrm>
              <a:off x="2421325" y="2759050"/>
              <a:ext cx="12550" cy="12575"/>
            </a:xfrm>
            <a:custGeom>
              <a:avLst/>
              <a:gdLst/>
              <a:ahLst/>
              <a:cxnLst/>
              <a:rect l="l" t="t" r="r" b="b"/>
              <a:pathLst>
                <a:path w="502" h="503"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4" name="Google Shape;13424;p31"/>
            <p:cNvSpPr/>
            <p:nvPr/>
          </p:nvSpPr>
          <p:spPr>
            <a:xfrm>
              <a:off x="2513250" y="2759050"/>
              <a:ext cx="12575" cy="12575"/>
            </a:xfrm>
            <a:custGeom>
              <a:avLst/>
              <a:gdLst/>
              <a:ahLst/>
              <a:cxnLst/>
              <a:rect l="l" t="t" r="r" b="b"/>
              <a:pathLst>
                <a:path w="503" h="503"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5" name="Google Shape;13425;p31"/>
            <p:cNvSpPr/>
            <p:nvPr/>
          </p:nvSpPr>
          <p:spPr>
            <a:xfrm>
              <a:off x="2605000" y="2759050"/>
              <a:ext cx="12575" cy="12575"/>
            </a:xfrm>
            <a:custGeom>
              <a:avLst/>
              <a:gdLst/>
              <a:ahLst/>
              <a:cxnLst/>
              <a:rect l="l" t="t" r="r" b="b"/>
              <a:pathLst>
                <a:path w="503" h="503"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6" name="Google Shape;13426;p31"/>
            <p:cNvSpPr/>
            <p:nvPr/>
          </p:nvSpPr>
          <p:spPr>
            <a:xfrm>
              <a:off x="2696950" y="2759050"/>
              <a:ext cx="12375" cy="12575"/>
            </a:xfrm>
            <a:custGeom>
              <a:avLst/>
              <a:gdLst/>
              <a:ahLst/>
              <a:cxnLst/>
              <a:rect l="l" t="t" r="r" b="b"/>
              <a:pathLst>
                <a:path w="495" h="503"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7" name="Google Shape;13427;p31"/>
            <p:cNvSpPr/>
            <p:nvPr/>
          </p:nvSpPr>
          <p:spPr>
            <a:xfrm>
              <a:off x="2788700" y="275905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8" name="Google Shape;13428;p31"/>
            <p:cNvSpPr/>
            <p:nvPr/>
          </p:nvSpPr>
          <p:spPr>
            <a:xfrm>
              <a:off x="2880675" y="2759050"/>
              <a:ext cx="12375" cy="12575"/>
            </a:xfrm>
            <a:custGeom>
              <a:avLst/>
              <a:gdLst/>
              <a:ahLst/>
              <a:cxnLst/>
              <a:rect l="l" t="t" r="r" b="b"/>
              <a:pathLst>
                <a:path w="495" h="503"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9" name="Google Shape;13429;p31"/>
            <p:cNvSpPr/>
            <p:nvPr/>
          </p:nvSpPr>
          <p:spPr>
            <a:xfrm>
              <a:off x="2972425" y="2759050"/>
              <a:ext cx="12575" cy="12575"/>
            </a:xfrm>
            <a:custGeom>
              <a:avLst/>
              <a:gdLst/>
              <a:ahLst/>
              <a:cxnLst/>
              <a:rect l="l" t="t" r="r" b="b"/>
              <a:pathLst>
                <a:path w="503" h="503"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0" name="Google Shape;13430;p31"/>
            <p:cNvSpPr/>
            <p:nvPr/>
          </p:nvSpPr>
          <p:spPr>
            <a:xfrm>
              <a:off x="3064375" y="2759050"/>
              <a:ext cx="12375" cy="12575"/>
            </a:xfrm>
            <a:custGeom>
              <a:avLst/>
              <a:gdLst/>
              <a:ahLst/>
              <a:cxnLst/>
              <a:rect l="l" t="t" r="r" b="b"/>
              <a:pathLst>
                <a:path w="495" h="503"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1" name="Google Shape;13431;p31"/>
            <p:cNvSpPr/>
            <p:nvPr/>
          </p:nvSpPr>
          <p:spPr>
            <a:xfrm>
              <a:off x="3156125" y="275905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2" name="Google Shape;13432;p31"/>
            <p:cNvSpPr/>
            <p:nvPr/>
          </p:nvSpPr>
          <p:spPr>
            <a:xfrm>
              <a:off x="3247875" y="2759050"/>
              <a:ext cx="12575" cy="12575"/>
            </a:xfrm>
            <a:custGeom>
              <a:avLst/>
              <a:gdLst/>
              <a:ahLst/>
              <a:cxnLst/>
              <a:rect l="l" t="t" r="r" b="b"/>
              <a:pathLst>
                <a:path w="503"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3" name="Google Shape;13433;p31"/>
            <p:cNvSpPr/>
            <p:nvPr/>
          </p:nvSpPr>
          <p:spPr>
            <a:xfrm>
              <a:off x="3339850" y="2759050"/>
              <a:ext cx="12525" cy="12575"/>
            </a:xfrm>
            <a:custGeom>
              <a:avLst/>
              <a:gdLst/>
              <a:ahLst/>
              <a:cxnLst/>
              <a:rect l="l" t="t" r="r" b="b"/>
              <a:pathLst>
                <a:path w="501" h="503"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4" name="Google Shape;13434;p31"/>
            <p:cNvSpPr/>
            <p:nvPr/>
          </p:nvSpPr>
          <p:spPr>
            <a:xfrm>
              <a:off x="3431575" y="275905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5" name="Google Shape;13435;p31"/>
            <p:cNvSpPr/>
            <p:nvPr/>
          </p:nvSpPr>
          <p:spPr>
            <a:xfrm>
              <a:off x="3523550" y="2759050"/>
              <a:ext cx="12375" cy="12575"/>
            </a:xfrm>
            <a:custGeom>
              <a:avLst/>
              <a:gdLst/>
              <a:ahLst/>
              <a:cxnLst/>
              <a:rect l="l" t="t" r="r" b="b"/>
              <a:pathLst>
                <a:path w="495" h="503"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6" name="Google Shape;13436;p31"/>
            <p:cNvSpPr/>
            <p:nvPr/>
          </p:nvSpPr>
          <p:spPr>
            <a:xfrm>
              <a:off x="676400" y="2851025"/>
              <a:ext cx="12600" cy="12350"/>
            </a:xfrm>
            <a:custGeom>
              <a:avLst/>
              <a:gdLst/>
              <a:ahLst/>
              <a:cxnLst/>
              <a:rect l="l" t="t" r="r" b="b"/>
              <a:pathLst>
                <a:path w="504" h="494" extrusionOk="0">
                  <a:moveTo>
                    <a:pt x="252" y="0"/>
                  </a:moveTo>
                  <a:cubicBezTo>
                    <a:pt x="116" y="0"/>
                    <a:pt x="1" y="107"/>
                    <a:pt x="1" y="244"/>
                  </a:cubicBezTo>
                  <a:cubicBezTo>
                    <a:pt x="1" y="387"/>
                    <a:pt x="116" y="494"/>
                    <a:pt x="252" y="494"/>
                  </a:cubicBezTo>
                  <a:cubicBezTo>
                    <a:pt x="388" y="494"/>
                    <a:pt x="503" y="387"/>
                    <a:pt x="503" y="244"/>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7" name="Google Shape;13437;p31"/>
            <p:cNvSpPr/>
            <p:nvPr/>
          </p:nvSpPr>
          <p:spPr>
            <a:xfrm>
              <a:off x="768325" y="2851025"/>
              <a:ext cx="12400" cy="12350"/>
            </a:xfrm>
            <a:custGeom>
              <a:avLst/>
              <a:gdLst/>
              <a:ahLst/>
              <a:cxnLst/>
              <a:rect l="l" t="t" r="r" b="b"/>
              <a:pathLst>
                <a:path w="496" h="494" extrusionOk="0">
                  <a:moveTo>
                    <a:pt x="245" y="0"/>
                  </a:moveTo>
                  <a:cubicBezTo>
                    <a:pt x="109" y="0"/>
                    <a:pt x="0" y="107"/>
                    <a:pt x="0" y="244"/>
                  </a:cubicBezTo>
                  <a:cubicBezTo>
                    <a:pt x="0" y="387"/>
                    <a:pt x="109" y="494"/>
                    <a:pt x="245" y="494"/>
                  </a:cubicBezTo>
                  <a:cubicBezTo>
                    <a:pt x="388" y="494"/>
                    <a:pt x="496" y="387"/>
                    <a:pt x="496" y="244"/>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8" name="Google Shape;13438;p31"/>
            <p:cNvSpPr/>
            <p:nvPr/>
          </p:nvSpPr>
          <p:spPr>
            <a:xfrm>
              <a:off x="860125" y="2851025"/>
              <a:ext cx="12525" cy="12350"/>
            </a:xfrm>
            <a:custGeom>
              <a:avLst/>
              <a:gdLst/>
              <a:ahLst/>
              <a:cxnLst/>
              <a:rect l="l" t="t" r="r" b="b"/>
              <a:pathLst>
                <a:path w="501" h="494" extrusionOk="0">
                  <a:moveTo>
                    <a:pt x="251" y="0"/>
                  </a:moveTo>
                  <a:cubicBezTo>
                    <a:pt x="114" y="0"/>
                    <a:pt x="0" y="107"/>
                    <a:pt x="0" y="244"/>
                  </a:cubicBezTo>
                  <a:cubicBezTo>
                    <a:pt x="0" y="387"/>
                    <a:pt x="114" y="494"/>
                    <a:pt x="251" y="494"/>
                  </a:cubicBezTo>
                  <a:cubicBezTo>
                    <a:pt x="387" y="494"/>
                    <a:pt x="501" y="387"/>
                    <a:pt x="501" y="244"/>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9" name="Google Shape;13439;p31"/>
            <p:cNvSpPr/>
            <p:nvPr/>
          </p:nvSpPr>
          <p:spPr>
            <a:xfrm>
              <a:off x="951850" y="2851025"/>
              <a:ext cx="12600" cy="12350"/>
            </a:xfrm>
            <a:custGeom>
              <a:avLst/>
              <a:gdLst/>
              <a:ahLst/>
              <a:cxnLst/>
              <a:rect l="l" t="t" r="r" b="b"/>
              <a:pathLst>
                <a:path w="504" h="494" extrusionOk="0">
                  <a:moveTo>
                    <a:pt x="252" y="0"/>
                  </a:moveTo>
                  <a:cubicBezTo>
                    <a:pt x="116" y="0"/>
                    <a:pt x="1" y="107"/>
                    <a:pt x="1" y="244"/>
                  </a:cubicBezTo>
                  <a:cubicBezTo>
                    <a:pt x="1" y="387"/>
                    <a:pt x="116" y="494"/>
                    <a:pt x="252" y="494"/>
                  </a:cubicBezTo>
                  <a:cubicBezTo>
                    <a:pt x="388" y="494"/>
                    <a:pt x="503" y="387"/>
                    <a:pt x="503" y="244"/>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0" name="Google Shape;13440;p31"/>
            <p:cNvSpPr/>
            <p:nvPr/>
          </p:nvSpPr>
          <p:spPr>
            <a:xfrm>
              <a:off x="1043825" y="2851025"/>
              <a:ext cx="12375" cy="12350"/>
            </a:xfrm>
            <a:custGeom>
              <a:avLst/>
              <a:gdLst/>
              <a:ahLst/>
              <a:cxnLst/>
              <a:rect l="l" t="t" r="r" b="b"/>
              <a:pathLst>
                <a:path w="495" h="494" extrusionOk="0">
                  <a:moveTo>
                    <a:pt x="250" y="0"/>
                  </a:moveTo>
                  <a:cubicBezTo>
                    <a:pt x="107" y="0"/>
                    <a:pt x="0" y="107"/>
                    <a:pt x="0" y="244"/>
                  </a:cubicBezTo>
                  <a:cubicBezTo>
                    <a:pt x="0" y="387"/>
                    <a:pt x="107" y="494"/>
                    <a:pt x="250" y="494"/>
                  </a:cubicBezTo>
                  <a:cubicBezTo>
                    <a:pt x="388" y="494"/>
                    <a:pt x="494" y="387"/>
                    <a:pt x="494" y="244"/>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1" name="Google Shape;13441;p31"/>
            <p:cNvSpPr/>
            <p:nvPr/>
          </p:nvSpPr>
          <p:spPr>
            <a:xfrm>
              <a:off x="1135575" y="2851025"/>
              <a:ext cx="12575" cy="12350"/>
            </a:xfrm>
            <a:custGeom>
              <a:avLst/>
              <a:gdLst/>
              <a:ahLst/>
              <a:cxnLst/>
              <a:rect l="l" t="t" r="r" b="b"/>
              <a:pathLst>
                <a:path w="503" h="494" extrusionOk="0">
                  <a:moveTo>
                    <a:pt x="252" y="0"/>
                  </a:moveTo>
                  <a:cubicBezTo>
                    <a:pt x="116" y="0"/>
                    <a:pt x="0" y="107"/>
                    <a:pt x="0" y="244"/>
                  </a:cubicBezTo>
                  <a:cubicBezTo>
                    <a:pt x="0" y="387"/>
                    <a:pt x="116" y="494"/>
                    <a:pt x="252" y="494"/>
                  </a:cubicBezTo>
                  <a:cubicBezTo>
                    <a:pt x="387" y="494"/>
                    <a:pt x="503" y="387"/>
                    <a:pt x="503" y="244"/>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2" name="Google Shape;13442;p31"/>
            <p:cNvSpPr/>
            <p:nvPr/>
          </p:nvSpPr>
          <p:spPr>
            <a:xfrm>
              <a:off x="1227500" y="2851025"/>
              <a:ext cx="12400" cy="12350"/>
            </a:xfrm>
            <a:custGeom>
              <a:avLst/>
              <a:gdLst/>
              <a:ahLst/>
              <a:cxnLst/>
              <a:rect l="l" t="t" r="r" b="b"/>
              <a:pathLst>
                <a:path w="496" h="494" extrusionOk="0">
                  <a:moveTo>
                    <a:pt x="251" y="0"/>
                  </a:moveTo>
                  <a:cubicBezTo>
                    <a:pt x="109" y="0"/>
                    <a:pt x="0" y="107"/>
                    <a:pt x="0" y="244"/>
                  </a:cubicBezTo>
                  <a:cubicBezTo>
                    <a:pt x="0" y="387"/>
                    <a:pt x="109" y="494"/>
                    <a:pt x="251" y="494"/>
                  </a:cubicBezTo>
                  <a:cubicBezTo>
                    <a:pt x="387" y="494"/>
                    <a:pt x="496" y="387"/>
                    <a:pt x="496" y="244"/>
                  </a:cubicBezTo>
                  <a:cubicBezTo>
                    <a:pt x="496"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3" name="Google Shape;13443;p31"/>
            <p:cNvSpPr/>
            <p:nvPr/>
          </p:nvSpPr>
          <p:spPr>
            <a:xfrm>
              <a:off x="1319275" y="2851025"/>
              <a:ext cx="12550" cy="12350"/>
            </a:xfrm>
            <a:custGeom>
              <a:avLst/>
              <a:gdLst/>
              <a:ahLst/>
              <a:cxnLst/>
              <a:rect l="l" t="t" r="r" b="b"/>
              <a:pathLst>
                <a:path w="502" h="494" extrusionOk="0">
                  <a:moveTo>
                    <a:pt x="252" y="0"/>
                  </a:moveTo>
                  <a:cubicBezTo>
                    <a:pt x="114" y="0"/>
                    <a:pt x="1" y="107"/>
                    <a:pt x="1" y="244"/>
                  </a:cubicBezTo>
                  <a:cubicBezTo>
                    <a:pt x="1" y="387"/>
                    <a:pt x="114" y="494"/>
                    <a:pt x="252" y="494"/>
                  </a:cubicBezTo>
                  <a:cubicBezTo>
                    <a:pt x="388" y="494"/>
                    <a:pt x="501" y="387"/>
                    <a:pt x="501" y="244"/>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4" name="Google Shape;13444;p31"/>
            <p:cNvSpPr/>
            <p:nvPr/>
          </p:nvSpPr>
          <p:spPr>
            <a:xfrm>
              <a:off x="1411200" y="2851025"/>
              <a:ext cx="12425" cy="12350"/>
            </a:xfrm>
            <a:custGeom>
              <a:avLst/>
              <a:gdLst/>
              <a:ahLst/>
              <a:cxnLst/>
              <a:rect l="l" t="t" r="r" b="b"/>
              <a:pathLst>
                <a:path w="497" h="494" extrusionOk="0">
                  <a:moveTo>
                    <a:pt x="245" y="0"/>
                  </a:moveTo>
                  <a:cubicBezTo>
                    <a:pt x="109" y="0"/>
                    <a:pt x="1" y="107"/>
                    <a:pt x="1" y="244"/>
                  </a:cubicBezTo>
                  <a:cubicBezTo>
                    <a:pt x="1" y="387"/>
                    <a:pt x="109" y="494"/>
                    <a:pt x="245" y="494"/>
                  </a:cubicBezTo>
                  <a:cubicBezTo>
                    <a:pt x="388" y="494"/>
                    <a:pt x="496" y="387"/>
                    <a:pt x="496" y="244"/>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5" name="Google Shape;13445;p31"/>
            <p:cNvSpPr/>
            <p:nvPr/>
          </p:nvSpPr>
          <p:spPr>
            <a:xfrm>
              <a:off x="1503000" y="2851025"/>
              <a:ext cx="12525" cy="12350"/>
            </a:xfrm>
            <a:custGeom>
              <a:avLst/>
              <a:gdLst/>
              <a:ahLst/>
              <a:cxnLst/>
              <a:rect l="l" t="t" r="r" b="b"/>
              <a:pathLst>
                <a:path w="501" h="494" extrusionOk="0">
                  <a:moveTo>
                    <a:pt x="250" y="0"/>
                  </a:moveTo>
                  <a:cubicBezTo>
                    <a:pt x="114" y="0"/>
                    <a:pt x="0" y="107"/>
                    <a:pt x="0" y="244"/>
                  </a:cubicBezTo>
                  <a:cubicBezTo>
                    <a:pt x="0" y="387"/>
                    <a:pt x="114" y="494"/>
                    <a:pt x="250" y="494"/>
                  </a:cubicBezTo>
                  <a:cubicBezTo>
                    <a:pt x="387" y="494"/>
                    <a:pt x="501" y="387"/>
                    <a:pt x="501" y="244"/>
                  </a:cubicBezTo>
                  <a:cubicBezTo>
                    <a:pt x="501" y="107"/>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6" name="Google Shape;13446;p31"/>
            <p:cNvSpPr/>
            <p:nvPr/>
          </p:nvSpPr>
          <p:spPr>
            <a:xfrm>
              <a:off x="1594750" y="2851025"/>
              <a:ext cx="12575" cy="12350"/>
            </a:xfrm>
            <a:custGeom>
              <a:avLst/>
              <a:gdLst/>
              <a:ahLst/>
              <a:cxnLst/>
              <a:rect l="l" t="t" r="r" b="b"/>
              <a:pathLst>
                <a:path w="503" h="494" extrusionOk="0">
                  <a:moveTo>
                    <a:pt x="251" y="0"/>
                  </a:moveTo>
                  <a:cubicBezTo>
                    <a:pt x="115" y="0"/>
                    <a:pt x="0" y="107"/>
                    <a:pt x="0" y="244"/>
                  </a:cubicBezTo>
                  <a:cubicBezTo>
                    <a:pt x="0" y="387"/>
                    <a:pt x="115" y="494"/>
                    <a:pt x="251" y="494"/>
                  </a:cubicBezTo>
                  <a:cubicBezTo>
                    <a:pt x="394" y="494"/>
                    <a:pt x="503" y="387"/>
                    <a:pt x="503" y="244"/>
                  </a:cubicBezTo>
                  <a:cubicBezTo>
                    <a:pt x="503" y="107"/>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7" name="Google Shape;13447;p31"/>
            <p:cNvSpPr/>
            <p:nvPr/>
          </p:nvSpPr>
          <p:spPr>
            <a:xfrm>
              <a:off x="1686650" y="2851025"/>
              <a:ext cx="12600" cy="12350"/>
            </a:xfrm>
            <a:custGeom>
              <a:avLst/>
              <a:gdLst/>
              <a:ahLst/>
              <a:cxnLst/>
              <a:rect l="l" t="t" r="r" b="b"/>
              <a:pathLst>
                <a:path w="504" h="494" extrusionOk="0">
                  <a:moveTo>
                    <a:pt x="252" y="0"/>
                  </a:moveTo>
                  <a:cubicBezTo>
                    <a:pt x="116" y="0"/>
                    <a:pt x="1" y="107"/>
                    <a:pt x="1" y="244"/>
                  </a:cubicBezTo>
                  <a:cubicBezTo>
                    <a:pt x="1" y="387"/>
                    <a:pt x="116" y="494"/>
                    <a:pt x="252" y="494"/>
                  </a:cubicBezTo>
                  <a:cubicBezTo>
                    <a:pt x="388" y="494"/>
                    <a:pt x="503" y="387"/>
                    <a:pt x="503" y="244"/>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8" name="Google Shape;13448;p31"/>
            <p:cNvSpPr/>
            <p:nvPr/>
          </p:nvSpPr>
          <p:spPr>
            <a:xfrm>
              <a:off x="1778450" y="2851025"/>
              <a:ext cx="12550" cy="12350"/>
            </a:xfrm>
            <a:custGeom>
              <a:avLst/>
              <a:gdLst/>
              <a:ahLst/>
              <a:cxnLst/>
              <a:rect l="l" t="t" r="r" b="b"/>
              <a:pathLst>
                <a:path w="502" h="494" extrusionOk="0">
                  <a:moveTo>
                    <a:pt x="252" y="0"/>
                  </a:moveTo>
                  <a:cubicBezTo>
                    <a:pt x="114" y="0"/>
                    <a:pt x="1" y="107"/>
                    <a:pt x="1" y="244"/>
                  </a:cubicBezTo>
                  <a:cubicBezTo>
                    <a:pt x="1" y="387"/>
                    <a:pt x="114" y="494"/>
                    <a:pt x="252" y="494"/>
                  </a:cubicBezTo>
                  <a:cubicBezTo>
                    <a:pt x="388" y="494"/>
                    <a:pt x="501" y="387"/>
                    <a:pt x="501" y="244"/>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9" name="Google Shape;13449;p31"/>
            <p:cNvSpPr/>
            <p:nvPr/>
          </p:nvSpPr>
          <p:spPr>
            <a:xfrm>
              <a:off x="1870375" y="2851025"/>
              <a:ext cx="12400" cy="12350"/>
            </a:xfrm>
            <a:custGeom>
              <a:avLst/>
              <a:gdLst/>
              <a:ahLst/>
              <a:cxnLst/>
              <a:rect l="l" t="t" r="r" b="b"/>
              <a:pathLst>
                <a:path w="496" h="494" extrusionOk="0">
                  <a:moveTo>
                    <a:pt x="252" y="0"/>
                  </a:moveTo>
                  <a:cubicBezTo>
                    <a:pt x="109" y="0"/>
                    <a:pt x="0" y="107"/>
                    <a:pt x="0" y="244"/>
                  </a:cubicBezTo>
                  <a:cubicBezTo>
                    <a:pt x="0" y="387"/>
                    <a:pt x="109" y="494"/>
                    <a:pt x="252" y="494"/>
                  </a:cubicBezTo>
                  <a:cubicBezTo>
                    <a:pt x="387" y="494"/>
                    <a:pt x="496" y="387"/>
                    <a:pt x="496" y="244"/>
                  </a:cubicBezTo>
                  <a:cubicBezTo>
                    <a:pt x="496"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0" name="Google Shape;13450;p31"/>
            <p:cNvSpPr/>
            <p:nvPr/>
          </p:nvSpPr>
          <p:spPr>
            <a:xfrm>
              <a:off x="1962150" y="2851025"/>
              <a:ext cx="12550" cy="12350"/>
            </a:xfrm>
            <a:custGeom>
              <a:avLst/>
              <a:gdLst/>
              <a:ahLst/>
              <a:cxnLst/>
              <a:rect l="l" t="t" r="r" b="b"/>
              <a:pathLst>
                <a:path w="502" h="494" extrusionOk="0">
                  <a:moveTo>
                    <a:pt x="250" y="0"/>
                  </a:moveTo>
                  <a:cubicBezTo>
                    <a:pt x="114" y="0"/>
                    <a:pt x="1" y="107"/>
                    <a:pt x="1" y="244"/>
                  </a:cubicBezTo>
                  <a:cubicBezTo>
                    <a:pt x="1" y="387"/>
                    <a:pt x="114" y="494"/>
                    <a:pt x="250" y="494"/>
                  </a:cubicBezTo>
                  <a:cubicBezTo>
                    <a:pt x="388" y="494"/>
                    <a:pt x="502" y="387"/>
                    <a:pt x="502" y="244"/>
                  </a:cubicBezTo>
                  <a:cubicBezTo>
                    <a:pt x="502"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1" name="Google Shape;13451;p31"/>
            <p:cNvSpPr/>
            <p:nvPr/>
          </p:nvSpPr>
          <p:spPr>
            <a:xfrm>
              <a:off x="2054075" y="2851025"/>
              <a:ext cx="12425" cy="12350"/>
            </a:xfrm>
            <a:custGeom>
              <a:avLst/>
              <a:gdLst/>
              <a:ahLst/>
              <a:cxnLst/>
              <a:rect l="l" t="t" r="r" b="b"/>
              <a:pathLst>
                <a:path w="497" h="494" extrusionOk="0">
                  <a:moveTo>
                    <a:pt x="252" y="0"/>
                  </a:moveTo>
                  <a:cubicBezTo>
                    <a:pt x="109" y="0"/>
                    <a:pt x="1" y="107"/>
                    <a:pt x="1" y="244"/>
                  </a:cubicBezTo>
                  <a:cubicBezTo>
                    <a:pt x="1" y="387"/>
                    <a:pt x="109" y="494"/>
                    <a:pt x="252" y="494"/>
                  </a:cubicBezTo>
                  <a:cubicBezTo>
                    <a:pt x="388" y="494"/>
                    <a:pt x="496" y="387"/>
                    <a:pt x="496" y="244"/>
                  </a:cubicBezTo>
                  <a:cubicBezTo>
                    <a:pt x="496"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2" name="Google Shape;13452;p31"/>
            <p:cNvSpPr/>
            <p:nvPr/>
          </p:nvSpPr>
          <p:spPr>
            <a:xfrm>
              <a:off x="2145825" y="2851025"/>
              <a:ext cx="12600" cy="12350"/>
            </a:xfrm>
            <a:custGeom>
              <a:avLst/>
              <a:gdLst/>
              <a:ahLst/>
              <a:cxnLst/>
              <a:rect l="l" t="t" r="r" b="b"/>
              <a:pathLst>
                <a:path w="504" h="494" extrusionOk="0">
                  <a:moveTo>
                    <a:pt x="252" y="0"/>
                  </a:moveTo>
                  <a:cubicBezTo>
                    <a:pt x="116" y="0"/>
                    <a:pt x="1" y="107"/>
                    <a:pt x="1" y="244"/>
                  </a:cubicBezTo>
                  <a:cubicBezTo>
                    <a:pt x="1" y="387"/>
                    <a:pt x="116" y="494"/>
                    <a:pt x="252" y="494"/>
                  </a:cubicBezTo>
                  <a:cubicBezTo>
                    <a:pt x="388" y="494"/>
                    <a:pt x="503" y="387"/>
                    <a:pt x="503" y="244"/>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3" name="Google Shape;13453;p31"/>
            <p:cNvSpPr/>
            <p:nvPr/>
          </p:nvSpPr>
          <p:spPr>
            <a:xfrm>
              <a:off x="2237800" y="2851025"/>
              <a:ext cx="12350" cy="12350"/>
            </a:xfrm>
            <a:custGeom>
              <a:avLst/>
              <a:gdLst/>
              <a:ahLst/>
              <a:cxnLst/>
              <a:rect l="l" t="t" r="r" b="b"/>
              <a:pathLst>
                <a:path w="494" h="494" extrusionOk="0">
                  <a:moveTo>
                    <a:pt x="244" y="0"/>
                  </a:moveTo>
                  <a:cubicBezTo>
                    <a:pt x="107" y="0"/>
                    <a:pt x="0" y="107"/>
                    <a:pt x="0" y="244"/>
                  </a:cubicBezTo>
                  <a:cubicBezTo>
                    <a:pt x="0" y="387"/>
                    <a:pt x="107" y="494"/>
                    <a:pt x="244" y="494"/>
                  </a:cubicBezTo>
                  <a:cubicBezTo>
                    <a:pt x="387" y="494"/>
                    <a:pt x="494" y="387"/>
                    <a:pt x="494" y="244"/>
                  </a:cubicBezTo>
                  <a:cubicBezTo>
                    <a:pt x="494" y="107"/>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4" name="Google Shape;13454;p31"/>
            <p:cNvSpPr/>
            <p:nvPr/>
          </p:nvSpPr>
          <p:spPr>
            <a:xfrm>
              <a:off x="2329550" y="2851025"/>
              <a:ext cx="12575" cy="12350"/>
            </a:xfrm>
            <a:custGeom>
              <a:avLst/>
              <a:gdLst/>
              <a:ahLst/>
              <a:cxnLst/>
              <a:rect l="l" t="t" r="r" b="b"/>
              <a:pathLst>
                <a:path w="503" h="494" extrusionOk="0">
                  <a:moveTo>
                    <a:pt x="251" y="0"/>
                  </a:moveTo>
                  <a:cubicBezTo>
                    <a:pt x="115" y="0"/>
                    <a:pt x="0" y="107"/>
                    <a:pt x="0" y="244"/>
                  </a:cubicBezTo>
                  <a:cubicBezTo>
                    <a:pt x="0" y="387"/>
                    <a:pt x="115" y="494"/>
                    <a:pt x="251" y="494"/>
                  </a:cubicBezTo>
                  <a:cubicBezTo>
                    <a:pt x="387" y="494"/>
                    <a:pt x="502" y="387"/>
                    <a:pt x="502" y="244"/>
                  </a:cubicBezTo>
                  <a:cubicBezTo>
                    <a:pt x="502"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5" name="Google Shape;13455;p31"/>
            <p:cNvSpPr/>
            <p:nvPr/>
          </p:nvSpPr>
          <p:spPr>
            <a:xfrm>
              <a:off x="2421325" y="2851025"/>
              <a:ext cx="12550" cy="12350"/>
            </a:xfrm>
            <a:custGeom>
              <a:avLst/>
              <a:gdLst/>
              <a:ahLst/>
              <a:cxnLst/>
              <a:rect l="l" t="t" r="r" b="b"/>
              <a:pathLst>
                <a:path w="502" h="494" extrusionOk="0">
                  <a:moveTo>
                    <a:pt x="250" y="0"/>
                  </a:moveTo>
                  <a:cubicBezTo>
                    <a:pt x="114" y="0"/>
                    <a:pt x="1" y="107"/>
                    <a:pt x="1" y="244"/>
                  </a:cubicBezTo>
                  <a:cubicBezTo>
                    <a:pt x="1" y="387"/>
                    <a:pt x="114" y="494"/>
                    <a:pt x="250" y="494"/>
                  </a:cubicBezTo>
                  <a:cubicBezTo>
                    <a:pt x="395" y="494"/>
                    <a:pt x="501" y="387"/>
                    <a:pt x="501" y="244"/>
                  </a:cubicBezTo>
                  <a:cubicBezTo>
                    <a:pt x="501" y="107"/>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6" name="Google Shape;13456;p31"/>
            <p:cNvSpPr/>
            <p:nvPr/>
          </p:nvSpPr>
          <p:spPr>
            <a:xfrm>
              <a:off x="2513250" y="2851025"/>
              <a:ext cx="12575" cy="12350"/>
            </a:xfrm>
            <a:custGeom>
              <a:avLst/>
              <a:gdLst/>
              <a:ahLst/>
              <a:cxnLst/>
              <a:rect l="l" t="t" r="r" b="b"/>
              <a:pathLst>
                <a:path w="503" h="494" extrusionOk="0">
                  <a:moveTo>
                    <a:pt x="252" y="0"/>
                  </a:moveTo>
                  <a:cubicBezTo>
                    <a:pt x="109" y="0"/>
                    <a:pt x="0" y="107"/>
                    <a:pt x="0" y="244"/>
                  </a:cubicBezTo>
                  <a:cubicBezTo>
                    <a:pt x="0" y="387"/>
                    <a:pt x="109" y="494"/>
                    <a:pt x="252" y="494"/>
                  </a:cubicBezTo>
                  <a:cubicBezTo>
                    <a:pt x="388" y="494"/>
                    <a:pt x="503" y="387"/>
                    <a:pt x="503" y="244"/>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7" name="Google Shape;13457;p31"/>
            <p:cNvSpPr/>
            <p:nvPr/>
          </p:nvSpPr>
          <p:spPr>
            <a:xfrm>
              <a:off x="2605000" y="2851025"/>
              <a:ext cx="12575" cy="12350"/>
            </a:xfrm>
            <a:custGeom>
              <a:avLst/>
              <a:gdLst/>
              <a:ahLst/>
              <a:cxnLst/>
              <a:rect l="l" t="t" r="r" b="b"/>
              <a:pathLst>
                <a:path w="503" h="494" extrusionOk="0">
                  <a:moveTo>
                    <a:pt x="252" y="0"/>
                  </a:moveTo>
                  <a:cubicBezTo>
                    <a:pt x="116" y="0"/>
                    <a:pt x="0" y="107"/>
                    <a:pt x="0" y="244"/>
                  </a:cubicBezTo>
                  <a:cubicBezTo>
                    <a:pt x="0" y="387"/>
                    <a:pt x="116" y="494"/>
                    <a:pt x="252" y="494"/>
                  </a:cubicBezTo>
                  <a:cubicBezTo>
                    <a:pt x="387" y="494"/>
                    <a:pt x="503" y="387"/>
                    <a:pt x="503" y="244"/>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8" name="Google Shape;13458;p31"/>
            <p:cNvSpPr/>
            <p:nvPr/>
          </p:nvSpPr>
          <p:spPr>
            <a:xfrm>
              <a:off x="2696950" y="2851025"/>
              <a:ext cx="12375" cy="12350"/>
            </a:xfrm>
            <a:custGeom>
              <a:avLst/>
              <a:gdLst/>
              <a:ahLst/>
              <a:cxnLst/>
              <a:rect l="l" t="t" r="r" b="b"/>
              <a:pathLst>
                <a:path w="495" h="494" extrusionOk="0">
                  <a:moveTo>
                    <a:pt x="252" y="0"/>
                  </a:moveTo>
                  <a:cubicBezTo>
                    <a:pt x="108" y="0"/>
                    <a:pt x="1" y="107"/>
                    <a:pt x="1" y="244"/>
                  </a:cubicBezTo>
                  <a:cubicBezTo>
                    <a:pt x="1" y="387"/>
                    <a:pt x="108" y="494"/>
                    <a:pt x="252" y="494"/>
                  </a:cubicBezTo>
                  <a:cubicBezTo>
                    <a:pt x="388" y="494"/>
                    <a:pt x="495" y="387"/>
                    <a:pt x="495" y="244"/>
                  </a:cubicBezTo>
                  <a:cubicBezTo>
                    <a:pt x="495"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9" name="Google Shape;13459;p31"/>
            <p:cNvSpPr/>
            <p:nvPr/>
          </p:nvSpPr>
          <p:spPr>
            <a:xfrm>
              <a:off x="2788700" y="2851025"/>
              <a:ext cx="12600" cy="12350"/>
            </a:xfrm>
            <a:custGeom>
              <a:avLst/>
              <a:gdLst/>
              <a:ahLst/>
              <a:cxnLst/>
              <a:rect l="l" t="t" r="r" b="b"/>
              <a:pathLst>
                <a:path w="504" h="494" extrusionOk="0">
                  <a:moveTo>
                    <a:pt x="252" y="0"/>
                  </a:moveTo>
                  <a:cubicBezTo>
                    <a:pt x="116" y="0"/>
                    <a:pt x="1" y="107"/>
                    <a:pt x="1" y="244"/>
                  </a:cubicBezTo>
                  <a:cubicBezTo>
                    <a:pt x="1" y="387"/>
                    <a:pt x="116" y="494"/>
                    <a:pt x="252" y="494"/>
                  </a:cubicBezTo>
                  <a:cubicBezTo>
                    <a:pt x="388" y="494"/>
                    <a:pt x="503" y="387"/>
                    <a:pt x="503" y="244"/>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0" name="Google Shape;13460;p31"/>
            <p:cNvSpPr/>
            <p:nvPr/>
          </p:nvSpPr>
          <p:spPr>
            <a:xfrm>
              <a:off x="2880675" y="2851025"/>
              <a:ext cx="12375" cy="12350"/>
            </a:xfrm>
            <a:custGeom>
              <a:avLst/>
              <a:gdLst/>
              <a:ahLst/>
              <a:cxnLst/>
              <a:rect l="l" t="t" r="r" b="b"/>
              <a:pathLst>
                <a:path w="495" h="494" extrusionOk="0">
                  <a:moveTo>
                    <a:pt x="243" y="0"/>
                  </a:moveTo>
                  <a:cubicBezTo>
                    <a:pt x="107" y="0"/>
                    <a:pt x="0" y="107"/>
                    <a:pt x="0" y="244"/>
                  </a:cubicBezTo>
                  <a:cubicBezTo>
                    <a:pt x="0" y="387"/>
                    <a:pt x="107" y="494"/>
                    <a:pt x="243" y="494"/>
                  </a:cubicBezTo>
                  <a:cubicBezTo>
                    <a:pt x="387" y="494"/>
                    <a:pt x="494" y="387"/>
                    <a:pt x="494" y="244"/>
                  </a:cubicBezTo>
                  <a:cubicBezTo>
                    <a:pt x="494" y="107"/>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1" name="Google Shape;13461;p31"/>
            <p:cNvSpPr/>
            <p:nvPr/>
          </p:nvSpPr>
          <p:spPr>
            <a:xfrm>
              <a:off x="2972425" y="2851025"/>
              <a:ext cx="12575" cy="12350"/>
            </a:xfrm>
            <a:custGeom>
              <a:avLst/>
              <a:gdLst/>
              <a:ahLst/>
              <a:cxnLst/>
              <a:rect l="l" t="t" r="r" b="b"/>
              <a:pathLst>
                <a:path w="503" h="494" extrusionOk="0">
                  <a:moveTo>
                    <a:pt x="251" y="0"/>
                  </a:moveTo>
                  <a:cubicBezTo>
                    <a:pt x="115" y="0"/>
                    <a:pt x="0" y="107"/>
                    <a:pt x="0" y="244"/>
                  </a:cubicBezTo>
                  <a:cubicBezTo>
                    <a:pt x="0" y="387"/>
                    <a:pt x="115" y="494"/>
                    <a:pt x="251" y="494"/>
                  </a:cubicBezTo>
                  <a:cubicBezTo>
                    <a:pt x="387" y="494"/>
                    <a:pt x="503" y="387"/>
                    <a:pt x="503" y="244"/>
                  </a:cubicBezTo>
                  <a:cubicBezTo>
                    <a:pt x="503"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2" name="Google Shape;13462;p31"/>
            <p:cNvSpPr/>
            <p:nvPr/>
          </p:nvSpPr>
          <p:spPr>
            <a:xfrm>
              <a:off x="3064375" y="2851025"/>
              <a:ext cx="12375" cy="12350"/>
            </a:xfrm>
            <a:custGeom>
              <a:avLst/>
              <a:gdLst/>
              <a:ahLst/>
              <a:cxnLst/>
              <a:rect l="l" t="t" r="r" b="b"/>
              <a:pathLst>
                <a:path w="495" h="494" extrusionOk="0">
                  <a:moveTo>
                    <a:pt x="243" y="0"/>
                  </a:moveTo>
                  <a:cubicBezTo>
                    <a:pt x="107" y="0"/>
                    <a:pt x="1" y="107"/>
                    <a:pt x="1" y="244"/>
                  </a:cubicBezTo>
                  <a:cubicBezTo>
                    <a:pt x="1" y="387"/>
                    <a:pt x="107" y="494"/>
                    <a:pt x="243" y="494"/>
                  </a:cubicBezTo>
                  <a:cubicBezTo>
                    <a:pt x="388" y="494"/>
                    <a:pt x="495" y="387"/>
                    <a:pt x="495" y="244"/>
                  </a:cubicBezTo>
                  <a:cubicBezTo>
                    <a:pt x="495" y="107"/>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3" name="Google Shape;13463;p31"/>
            <p:cNvSpPr/>
            <p:nvPr/>
          </p:nvSpPr>
          <p:spPr>
            <a:xfrm>
              <a:off x="3156125" y="2851025"/>
              <a:ext cx="12600" cy="12350"/>
            </a:xfrm>
            <a:custGeom>
              <a:avLst/>
              <a:gdLst/>
              <a:ahLst/>
              <a:cxnLst/>
              <a:rect l="l" t="t" r="r" b="b"/>
              <a:pathLst>
                <a:path w="504" h="494" extrusionOk="0">
                  <a:moveTo>
                    <a:pt x="252" y="0"/>
                  </a:moveTo>
                  <a:cubicBezTo>
                    <a:pt x="116" y="0"/>
                    <a:pt x="1" y="107"/>
                    <a:pt x="1" y="244"/>
                  </a:cubicBezTo>
                  <a:cubicBezTo>
                    <a:pt x="1" y="387"/>
                    <a:pt x="116" y="494"/>
                    <a:pt x="252" y="494"/>
                  </a:cubicBezTo>
                  <a:cubicBezTo>
                    <a:pt x="388" y="494"/>
                    <a:pt x="503" y="387"/>
                    <a:pt x="503" y="244"/>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4" name="Google Shape;13464;p31"/>
            <p:cNvSpPr/>
            <p:nvPr/>
          </p:nvSpPr>
          <p:spPr>
            <a:xfrm>
              <a:off x="3247875" y="2851025"/>
              <a:ext cx="12575" cy="12350"/>
            </a:xfrm>
            <a:custGeom>
              <a:avLst/>
              <a:gdLst/>
              <a:ahLst/>
              <a:cxnLst/>
              <a:rect l="l" t="t" r="r" b="b"/>
              <a:pathLst>
                <a:path w="503" h="494" extrusionOk="0">
                  <a:moveTo>
                    <a:pt x="252" y="0"/>
                  </a:moveTo>
                  <a:cubicBezTo>
                    <a:pt x="116" y="0"/>
                    <a:pt x="1" y="107"/>
                    <a:pt x="1" y="244"/>
                  </a:cubicBezTo>
                  <a:cubicBezTo>
                    <a:pt x="1" y="387"/>
                    <a:pt x="116" y="494"/>
                    <a:pt x="252" y="494"/>
                  </a:cubicBezTo>
                  <a:cubicBezTo>
                    <a:pt x="388" y="494"/>
                    <a:pt x="503" y="387"/>
                    <a:pt x="503" y="244"/>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5" name="Google Shape;13465;p31"/>
            <p:cNvSpPr/>
            <p:nvPr/>
          </p:nvSpPr>
          <p:spPr>
            <a:xfrm>
              <a:off x="3339850" y="2851025"/>
              <a:ext cx="12525" cy="12350"/>
            </a:xfrm>
            <a:custGeom>
              <a:avLst/>
              <a:gdLst/>
              <a:ahLst/>
              <a:cxnLst/>
              <a:rect l="l" t="t" r="r" b="b"/>
              <a:pathLst>
                <a:path w="501" h="494" extrusionOk="0">
                  <a:moveTo>
                    <a:pt x="251" y="0"/>
                  </a:moveTo>
                  <a:cubicBezTo>
                    <a:pt x="107" y="0"/>
                    <a:pt x="0" y="107"/>
                    <a:pt x="0" y="244"/>
                  </a:cubicBezTo>
                  <a:cubicBezTo>
                    <a:pt x="0" y="387"/>
                    <a:pt x="107" y="494"/>
                    <a:pt x="251" y="494"/>
                  </a:cubicBezTo>
                  <a:cubicBezTo>
                    <a:pt x="387" y="494"/>
                    <a:pt x="501" y="387"/>
                    <a:pt x="501" y="244"/>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6" name="Google Shape;13466;p31"/>
            <p:cNvSpPr/>
            <p:nvPr/>
          </p:nvSpPr>
          <p:spPr>
            <a:xfrm>
              <a:off x="3431575" y="2851025"/>
              <a:ext cx="12600" cy="12350"/>
            </a:xfrm>
            <a:custGeom>
              <a:avLst/>
              <a:gdLst/>
              <a:ahLst/>
              <a:cxnLst/>
              <a:rect l="l" t="t" r="r" b="b"/>
              <a:pathLst>
                <a:path w="504" h="494" extrusionOk="0">
                  <a:moveTo>
                    <a:pt x="252" y="0"/>
                  </a:moveTo>
                  <a:cubicBezTo>
                    <a:pt x="116" y="0"/>
                    <a:pt x="1" y="107"/>
                    <a:pt x="1" y="244"/>
                  </a:cubicBezTo>
                  <a:cubicBezTo>
                    <a:pt x="1" y="387"/>
                    <a:pt x="116" y="494"/>
                    <a:pt x="252" y="494"/>
                  </a:cubicBezTo>
                  <a:cubicBezTo>
                    <a:pt x="388" y="494"/>
                    <a:pt x="503" y="387"/>
                    <a:pt x="503" y="244"/>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7" name="Google Shape;13467;p31"/>
            <p:cNvSpPr/>
            <p:nvPr/>
          </p:nvSpPr>
          <p:spPr>
            <a:xfrm>
              <a:off x="3523550" y="2851025"/>
              <a:ext cx="12375" cy="12350"/>
            </a:xfrm>
            <a:custGeom>
              <a:avLst/>
              <a:gdLst/>
              <a:ahLst/>
              <a:cxnLst/>
              <a:rect l="l" t="t" r="r" b="b"/>
              <a:pathLst>
                <a:path w="495" h="494" extrusionOk="0">
                  <a:moveTo>
                    <a:pt x="250" y="0"/>
                  </a:moveTo>
                  <a:cubicBezTo>
                    <a:pt x="107" y="0"/>
                    <a:pt x="0" y="107"/>
                    <a:pt x="0" y="244"/>
                  </a:cubicBezTo>
                  <a:cubicBezTo>
                    <a:pt x="0" y="387"/>
                    <a:pt x="107" y="494"/>
                    <a:pt x="250" y="494"/>
                  </a:cubicBezTo>
                  <a:cubicBezTo>
                    <a:pt x="388" y="494"/>
                    <a:pt x="494" y="387"/>
                    <a:pt x="494" y="244"/>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8" name="Google Shape;13468;p31"/>
            <p:cNvSpPr/>
            <p:nvPr/>
          </p:nvSpPr>
          <p:spPr>
            <a:xfrm>
              <a:off x="676400" y="29427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9" name="Google Shape;13469;p31"/>
            <p:cNvSpPr/>
            <p:nvPr/>
          </p:nvSpPr>
          <p:spPr>
            <a:xfrm>
              <a:off x="768325" y="2942750"/>
              <a:ext cx="12400" cy="12600"/>
            </a:xfrm>
            <a:custGeom>
              <a:avLst/>
              <a:gdLst/>
              <a:ahLst/>
              <a:cxnLst/>
              <a:rect l="l" t="t" r="r" b="b"/>
              <a:pathLst>
                <a:path w="496" h="504"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0" name="Google Shape;13470;p31"/>
            <p:cNvSpPr/>
            <p:nvPr/>
          </p:nvSpPr>
          <p:spPr>
            <a:xfrm>
              <a:off x="860125" y="2942750"/>
              <a:ext cx="12525" cy="12600"/>
            </a:xfrm>
            <a:custGeom>
              <a:avLst/>
              <a:gdLst/>
              <a:ahLst/>
              <a:cxnLst/>
              <a:rect l="l" t="t" r="r" b="b"/>
              <a:pathLst>
                <a:path w="501" h="504"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1" name="Google Shape;13471;p31"/>
            <p:cNvSpPr/>
            <p:nvPr/>
          </p:nvSpPr>
          <p:spPr>
            <a:xfrm>
              <a:off x="951850" y="29427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2" name="Google Shape;13472;p31"/>
            <p:cNvSpPr/>
            <p:nvPr/>
          </p:nvSpPr>
          <p:spPr>
            <a:xfrm>
              <a:off x="1043825" y="294275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3" name="Google Shape;13473;p31"/>
            <p:cNvSpPr/>
            <p:nvPr/>
          </p:nvSpPr>
          <p:spPr>
            <a:xfrm>
              <a:off x="1135575" y="294275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4" name="Google Shape;13474;p31"/>
            <p:cNvSpPr/>
            <p:nvPr/>
          </p:nvSpPr>
          <p:spPr>
            <a:xfrm>
              <a:off x="1227500" y="2942750"/>
              <a:ext cx="12400" cy="12600"/>
            </a:xfrm>
            <a:custGeom>
              <a:avLst/>
              <a:gdLst/>
              <a:ahLst/>
              <a:cxnLst/>
              <a:rect l="l" t="t" r="r" b="b"/>
              <a:pathLst>
                <a:path w="496" h="504"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5" name="Google Shape;13475;p31"/>
            <p:cNvSpPr/>
            <p:nvPr/>
          </p:nvSpPr>
          <p:spPr>
            <a:xfrm>
              <a:off x="1319275" y="294275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6" name="Google Shape;13476;p31"/>
            <p:cNvSpPr/>
            <p:nvPr/>
          </p:nvSpPr>
          <p:spPr>
            <a:xfrm>
              <a:off x="1411200" y="2942750"/>
              <a:ext cx="12425" cy="12600"/>
            </a:xfrm>
            <a:custGeom>
              <a:avLst/>
              <a:gdLst/>
              <a:ahLst/>
              <a:cxnLst/>
              <a:rect l="l" t="t" r="r" b="b"/>
              <a:pathLst>
                <a:path w="497" h="504"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7" name="Google Shape;13477;p31"/>
            <p:cNvSpPr/>
            <p:nvPr/>
          </p:nvSpPr>
          <p:spPr>
            <a:xfrm>
              <a:off x="1503000" y="2942750"/>
              <a:ext cx="12525" cy="12600"/>
            </a:xfrm>
            <a:custGeom>
              <a:avLst/>
              <a:gdLst/>
              <a:ahLst/>
              <a:cxnLst/>
              <a:rect l="l" t="t" r="r" b="b"/>
              <a:pathLst>
                <a:path w="501" h="504"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8" name="Google Shape;13478;p31"/>
            <p:cNvSpPr/>
            <p:nvPr/>
          </p:nvSpPr>
          <p:spPr>
            <a:xfrm>
              <a:off x="1594750" y="294275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9" name="Google Shape;13479;p31"/>
            <p:cNvSpPr/>
            <p:nvPr/>
          </p:nvSpPr>
          <p:spPr>
            <a:xfrm>
              <a:off x="1686650" y="29427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0" name="Google Shape;13480;p31"/>
            <p:cNvSpPr/>
            <p:nvPr/>
          </p:nvSpPr>
          <p:spPr>
            <a:xfrm>
              <a:off x="1778450" y="294275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1" name="Google Shape;13481;p31"/>
            <p:cNvSpPr/>
            <p:nvPr/>
          </p:nvSpPr>
          <p:spPr>
            <a:xfrm>
              <a:off x="1870375" y="2942750"/>
              <a:ext cx="12400" cy="12600"/>
            </a:xfrm>
            <a:custGeom>
              <a:avLst/>
              <a:gdLst/>
              <a:ahLst/>
              <a:cxnLst/>
              <a:rect l="l" t="t" r="r" b="b"/>
              <a:pathLst>
                <a:path w="496" h="504"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2" name="Google Shape;13482;p31"/>
            <p:cNvSpPr/>
            <p:nvPr/>
          </p:nvSpPr>
          <p:spPr>
            <a:xfrm>
              <a:off x="1962150" y="294275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3" name="Google Shape;13483;p31"/>
            <p:cNvSpPr/>
            <p:nvPr/>
          </p:nvSpPr>
          <p:spPr>
            <a:xfrm>
              <a:off x="2054075" y="2942750"/>
              <a:ext cx="12425" cy="12600"/>
            </a:xfrm>
            <a:custGeom>
              <a:avLst/>
              <a:gdLst/>
              <a:ahLst/>
              <a:cxnLst/>
              <a:rect l="l" t="t" r="r" b="b"/>
              <a:pathLst>
                <a:path w="497" h="504"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4" name="Google Shape;13484;p31"/>
            <p:cNvSpPr/>
            <p:nvPr/>
          </p:nvSpPr>
          <p:spPr>
            <a:xfrm>
              <a:off x="2145825" y="29427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5" name="Google Shape;13485;p31"/>
            <p:cNvSpPr/>
            <p:nvPr/>
          </p:nvSpPr>
          <p:spPr>
            <a:xfrm>
              <a:off x="2237800" y="2942750"/>
              <a:ext cx="12350" cy="12600"/>
            </a:xfrm>
            <a:custGeom>
              <a:avLst/>
              <a:gdLst/>
              <a:ahLst/>
              <a:cxnLst/>
              <a:rect l="l" t="t" r="r" b="b"/>
              <a:pathLst>
                <a:path w="494" h="504"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6" name="Google Shape;13486;p31"/>
            <p:cNvSpPr/>
            <p:nvPr/>
          </p:nvSpPr>
          <p:spPr>
            <a:xfrm>
              <a:off x="2329550" y="294275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7" name="Google Shape;13487;p31"/>
            <p:cNvSpPr/>
            <p:nvPr/>
          </p:nvSpPr>
          <p:spPr>
            <a:xfrm>
              <a:off x="2421325" y="294275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8" name="Google Shape;13488;p31"/>
            <p:cNvSpPr/>
            <p:nvPr/>
          </p:nvSpPr>
          <p:spPr>
            <a:xfrm>
              <a:off x="2513250" y="2942750"/>
              <a:ext cx="12575" cy="12600"/>
            </a:xfrm>
            <a:custGeom>
              <a:avLst/>
              <a:gdLst/>
              <a:ahLst/>
              <a:cxnLst/>
              <a:rect l="l" t="t" r="r" b="b"/>
              <a:pathLst>
                <a:path w="503" h="504"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9" name="Google Shape;13489;p31"/>
            <p:cNvSpPr/>
            <p:nvPr/>
          </p:nvSpPr>
          <p:spPr>
            <a:xfrm>
              <a:off x="2605000" y="294275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0" name="Google Shape;13490;p31"/>
            <p:cNvSpPr/>
            <p:nvPr/>
          </p:nvSpPr>
          <p:spPr>
            <a:xfrm>
              <a:off x="2696950" y="2942750"/>
              <a:ext cx="12375" cy="12600"/>
            </a:xfrm>
            <a:custGeom>
              <a:avLst/>
              <a:gdLst/>
              <a:ahLst/>
              <a:cxnLst/>
              <a:rect l="l" t="t" r="r" b="b"/>
              <a:pathLst>
                <a:path w="495" h="504"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1" name="Google Shape;13491;p31"/>
            <p:cNvSpPr/>
            <p:nvPr/>
          </p:nvSpPr>
          <p:spPr>
            <a:xfrm>
              <a:off x="2788700" y="29427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2" name="Google Shape;13492;p31"/>
            <p:cNvSpPr/>
            <p:nvPr/>
          </p:nvSpPr>
          <p:spPr>
            <a:xfrm>
              <a:off x="2880675" y="2942750"/>
              <a:ext cx="12375" cy="12600"/>
            </a:xfrm>
            <a:custGeom>
              <a:avLst/>
              <a:gdLst/>
              <a:ahLst/>
              <a:cxnLst/>
              <a:rect l="l" t="t" r="r" b="b"/>
              <a:pathLst>
                <a:path w="495" h="504"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3" name="Google Shape;13493;p31"/>
            <p:cNvSpPr/>
            <p:nvPr/>
          </p:nvSpPr>
          <p:spPr>
            <a:xfrm>
              <a:off x="2972425" y="294275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4" name="Google Shape;13494;p31"/>
            <p:cNvSpPr/>
            <p:nvPr/>
          </p:nvSpPr>
          <p:spPr>
            <a:xfrm>
              <a:off x="3064375" y="2942750"/>
              <a:ext cx="12375" cy="12600"/>
            </a:xfrm>
            <a:custGeom>
              <a:avLst/>
              <a:gdLst/>
              <a:ahLst/>
              <a:cxnLst/>
              <a:rect l="l" t="t" r="r" b="b"/>
              <a:pathLst>
                <a:path w="495" h="504"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5" name="Google Shape;13495;p31"/>
            <p:cNvSpPr/>
            <p:nvPr/>
          </p:nvSpPr>
          <p:spPr>
            <a:xfrm>
              <a:off x="3156125" y="29427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6" name="Google Shape;13496;p31"/>
            <p:cNvSpPr/>
            <p:nvPr/>
          </p:nvSpPr>
          <p:spPr>
            <a:xfrm>
              <a:off x="3247875" y="2942750"/>
              <a:ext cx="12575" cy="12600"/>
            </a:xfrm>
            <a:custGeom>
              <a:avLst/>
              <a:gdLst/>
              <a:ahLst/>
              <a:cxnLst/>
              <a:rect l="l" t="t" r="r" b="b"/>
              <a:pathLst>
                <a:path w="503"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7" name="Google Shape;13497;p31"/>
            <p:cNvSpPr/>
            <p:nvPr/>
          </p:nvSpPr>
          <p:spPr>
            <a:xfrm>
              <a:off x="3339850" y="2942750"/>
              <a:ext cx="12525" cy="12600"/>
            </a:xfrm>
            <a:custGeom>
              <a:avLst/>
              <a:gdLst/>
              <a:ahLst/>
              <a:cxnLst/>
              <a:rect l="l" t="t" r="r" b="b"/>
              <a:pathLst>
                <a:path w="501" h="504"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8" name="Google Shape;13498;p31"/>
            <p:cNvSpPr/>
            <p:nvPr/>
          </p:nvSpPr>
          <p:spPr>
            <a:xfrm>
              <a:off x="3431575" y="29427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9" name="Google Shape;13499;p31"/>
            <p:cNvSpPr/>
            <p:nvPr/>
          </p:nvSpPr>
          <p:spPr>
            <a:xfrm>
              <a:off x="3523550" y="294275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0" name="Google Shape;13500;p31"/>
            <p:cNvSpPr/>
            <p:nvPr/>
          </p:nvSpPr>
          <p:spPr>
            <a:xfrm>
              <a:off x="676400" y="3034550"/>
              <a:ext cx="12600" cy="12550"/>
            </a:xfrm>
            <a:custGeom>
              <a:avLst/>
              <a:gdLst/>
              <a:ahLst/>
              <a:cxnLst/>
              <a:rect l="l" t="t" r="r" b="b"/>
              <a:pathLst>
                <a:path w="504" h="502" extrusionOk="0">
                  <a:moveTo>
                    <a:pt x="252" y="1"/>
                  </a:moveTo>
                  <a:cubicBezTo>
                    <a:pt x="116" y="1"/>
                    <a:pt x="1" y="114"/>
                    <a:pt x="1" y="250"/>
                  </a:cubicBezTo>
                  <a:cubicBezTo>
                    <a:pt x="1" y="388"/>
                    <a:pt x="116" y="501"/>
                    <a:pt x="252" y="501"/>
                  </a:cubicBezTo>
                  <a:cubicBezTo>
                    <a:pt x="388" y="501"/>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1" name="Google Shape;13501;p31"/>
            <p:cNvSpPr/>
            <p:nvPr/>
          </p:nvSpPr>
          <p:spPr>
            <a:xfrm>
              <a:off x="768325" y="3034550"/>
              <a:ext cx="12400" cy="12550"/>
            </a:xfrm>
            <a:custGeom>
              <a:avLst/>
              <a:gdLst/>
              <a:ahLst/>
              <a:cxnLst/>
              <a:rect l="l" t="t" r="r" b="b"/>
              <a:pathLst>
                <a:path w="496" h="502" extrusionOk="0">
                  <a:moveTo>
                    <a:pt x="245" y="1"/>
                  </a:moveTo>
                  <a:cubicBezTo>
                    <a:pt x="109" y="1"/>
                    <a:pt x="0" y="114"/>
                    <a:pt x="0" y="250"/>
                  </a:cubicBezTo>
                  <a:cubicBezTo>
                    <a:pt x="0" y="388"/>
                    <a:pt x="109" y="501"/>
                    <a:pt x="245" y="501"/>
                  </a:cubicBezTo>
                  <a:cubicBezTo>
                    <a:pt x="388" y="501"/>
                    <a:pt x="496" y="388"/>
                    <a:pt x="496" y="250"/>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2" name="Google Shape;13502;p31"/>
            <p:cNvSpPr/>
            <p:nvPr/>
          </p:nvSpPr>
          <p:spPr>
            <a:xfrm>
              <a:off x="860125" y="3034550"/>
              <a:ext cx="12525" cy="12550"/>
            </a:xfrm>
            <a:custGeom>
              <a:avLst/>
              <a:gdLst/>
              <a:ahLst/>
              <a:cxnLst/>
              <a:rect l="l" t="t" r="r" b="b"/>
              <a:pathLst>
                <a:path w="501" h="502" extrusionOk="0">
                  <a:moveTo>
                    <a:pt x="251" y="1"/>
                  </a:moveTo>
                  <a:cubicBezTo>
                    <a:pt x="114" y="1"/>
                    <a:pt x="0" y="114"/>
                    <a:pt x="0" y="250"/>
                  </a:cubicBezTo>
                  <a:cubicBezTo>
                    <a:pt x="0" y="388"/>
                    <a:pt x="114" y="501"/>
                    <a:pt x="251" y="501"/>
                  </a:cubicBezTo>
                  <a:cubicBezTo>
                    <a:pt x="387" y="501"/>
                    <a:pt x="501" y="388"/>
                    <a:pt x="501" y="250"/>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3" name="Google Shape;13503;p31"/>
            <p:cNvSpPr/>
            <p:nvPr/>
          </p:nvSpPr>
          <p:spPr>
            <a:xfrm>
              <a:off x="951850" y="3034550"/>
              <a:ext cx="12600" cy="12550"/>
            </a:xfrm>
            <a:custGeom>
              <a:avLst/>
              <a:gdLst/>
              <a:ahLst/>
              <a:cxnLst/>
              <a:rect l="l" t="t" r="r" b="b"/>
              <a:pathLst>
                <a:path w="504" h="502" extrusionOk="0">
                  <a:moveTo>
                    <a:pt x="252" y="1"/>
                  </a:moveTo>
                  <a:cubicBezTo>
                    <a:pt x="116" y="1"/>
                    <a:pt x="1" y="114"/>
                    <a:pt x="1" y="250"/>
                  </a:cubicBezTo>
                  <a:cubicBezTo>
                    <a:pt x="1" y="388"/>
                    <a:pt x="116" y="501"/>
                    <a:pt x="252" y="501"/>
                  </a:cubicBezTo>
                  <a:cubicBezTo>
                    <a:pt x="388" y="501"/>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4" name="Google Shape;13504;p31"/>
            <p:cNvSpPr/>
            <p:nvPr/>
          </p:nvSpPr>
          <p:spPr>
            <a:xfrm>
              <a:off x="1043825" y="3034550"/>
              <a:ext cx="12375" cy="12550"/>
            </a:xfrm>
            <a:custGeom>
              <a:avLst/>
              <a:gdLst/>
              <a:ahLst/>
              <a:cxnLst/>
              <a:rect l="l" t="t" r="r" b="b"/>
              <a:pathLst>
                <a:path w="495" h="502" extrusionOk="0">
                  <a:moveTo>
                    <a:pt x="250" y="1"/>
                  </a:moveTo>
                  <a:cubicBezTo>
                    <a:pt x="107" y="1"/>
                    <a:pt x="0" y="114"/>
                    <a:pt x="0" y="250"/>
                  </a:cubicBezTo>
                  <a:cubicBezTo>
                    <a:pt x="0" y="388"/>
                    <a:pt x="107" y="501"/>
                    <a:pt x="250" y="501"/>
                  </a:cubicBezTo>
                  <a:cubicBezTo>
                    <a:pt x="388" y="501"/>
                    <a:pt x="494" y="388"/>
                    <a:pt x="494" y="250"/>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5" name="Google Shape;13505;p31"/>
            <p:cNvSpPr/>
            <p:nvPr/>
          </p:nvSpPr>
          <p:spPr>
            <a:xfrm>
              <a:off x="1135575" y="3034550"/>
              <a:ext cx="12575" cy="12550"/>
            </a:xfrm>
            <a:custGeom>
              <a:avLst/>
              <a:gdLst/>
              <a:ahLst/>
              <a:cxnLst/>
              <a:rect l="l" t="t" r="r" b="b"/>
              <a:pathLst>
                <a:path w="503" h="502" extrusionOk="0">
                  <a:moveTo>
                    <a:pt x="252" y="1"/>
                  </a:moveTo>
                  <a:cubicBezTo>
                    <a:pt x="116" y="1"/>
                    <a:pt x="0" y="114"/>
                    <a:pt x="0" y="250"/>
                  </a:cubicBezTo>
                  <a:cubicBezTo>
                    <a:pt x="0" y="388"/>
                    <a:pt x="116" y="501"/>
                    <a:pt x="252" y="501"/>
                  </a:cubicBezTo>
                  <a:cubicBezTo>
                    <a:pt x="387" y="501"/>
                    <a:pt x="503" y="388"/>
                    <a:pt x="503" y="250"/>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6" name="Google Shape;13506;p31"/>
            <p:cNvSpPr/>
            <p:nvPr/>
          </p:nvSpPr>
          <p:spPr>
            <a:xfrm>
              <a:off x="1227500" y="3034550"/>
              <a:ext cx="12400" cy="12550"/>
            </a:xfrm>
            <a:custGeom>
              <a:avLst/>
              <a:gdLst/>
              <a:ahLst/>
              <a:cxnLst/>
              <a:rect l="l" t="t" r="r" b="b"/>
              <a:pathLst>
                <a:path w="496" h="502" extrusionOk="0">
                  <a:moveTo>
                    <a:pt x="251" y="1"/>
                  </a:moveTo>
                  <a:cubicBezTo>
                    <a:pt x="109" y="1"/>
                    <a:pt x="0" y="114"/>
                    <a:pt x="0" y="250"/>
                  </a:cubicBezTo>
                  <a:cubicBezTo>
                    <a:pt x="0" y="388"/>
                    <a:pt x="109" y="501"/>
                    <a:pt x="251" y="501"/>
                  </a:cubicBezTo>
                  <a:cubicBezTo>
                    <a:pt x="387" y="501"/>
                    <a:pt x="496" y="388"/>
                    <a:pt x="496" y="250"/>
                  </a:cubicBezTo>
                  <a:cubicBezTo>
                    <a:pt x="496"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7" name="Google Shape;13507;p31"/>
            <p:cNvSpPr/>
            <p:nvPr/>
          </p:nvSpPr>
          <p:spPr>
            <a:xfrm>
              <a:off x="1319275" y="3034550"/>
              <a:ext cx="12550" cy="12550"/>
            </a:xfrm>
            <a:custGeom>
              <a:avLst/>
              <a:gdLst/>
              <a:ahLst/>
              <a:cxnLst/>
              <a:rect l="l" t="t" r="r" b="b"/>
              <a:pathLst>
                <a:path w="502" h="502" extrusionOk="0">
                  <a:moveTo>
                    <a:pt x="252" y="1"/>
                  </a:moveTo>
                  <a:cubicBezTo>
                    <a:pt x="114" y="1"/>
                    <a:pt x="1" y="114"/>
                    <a:pt x="1" y="250"/>
                  </a:cubicBezTo>
                  <a:cubicBezTo>
                    <a:pt x="1" y="388"/>
                    <a:pt x="114" y="501"/>
                    <a:pt x="252" y="501"/>
                  </a:cubicBezTo>
                  <a:cubicBezTo>
                    <a:pt x="388" y="501"/>
                    <a:pt x="501" y="388"/>
                    <a:pt x="501" y="250"/>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8" name="Google Shape;13508;p31"/>
            <p:cNvSpPr/>
            <p:nvPr/>
          </p:nvSpPr>
          <p:spPr>
            <a:xfrm>
              <a:off x="1411200" y="3034550"/>
              <a:ext cx="12425" cy="12550"/>
            </a:xfrm>
            <a:custGeom>
              <a:avLst/>
              <a:gdLst/>
              <a:ahLst/>
              <a:cxnLst/>
              <a:rect l="l" t="t" r="r" b="b"/>
              <a:pathLst>
                <a:path w="497" h="502" extrusionOk="0">
                  <a:moveTo>
                    <a:pt x="245" y="1"/>
                  </a:moveTo>
                  <a:cubicBezTo>
                    <a:pt x="109" y="1"/>
                    <a:pt x="1" y="114"/>
                    <a:pt x="1" y="250"/>
                  </a:cubicBezTo>
                  <a:cubicBezTo>
                    <a:pt x="1" y="388"/>
                    <a:pt x="109" y="501"/>
                    <a:pt x="245" y="501"/>
                  </a:cubicBezTo>
                  <a:cubicBezTo>
                    <a:pt x="388" y="501"/>
                    <a:pt x="496" y="388"/>
                    <a:pt x="496" y="250"/>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9" name="Google Shape;13509;p31"/>
            <p:cNvSpPr/>
            <p:nvPr/>
          </p:nvSpPr>
          <p:spPr>
            <a:xfrm>
              <a:off x="1503000" y="3034550"/>
              <a:ext cx="12525" cy="12550"/>
            </a:xfrm>
            <a:custGeom>
              <a:avLst/>
              <a:gdLst/>
              <a:ahLst/>
              <a:cxnLst/>
              <a:rect l="l" t="t" r="r" b="b"/>
              <a:pathLst>
                <a:path w="501" h="502" extrusionOk="0">
                  <a:moveTo>
                    <a:pt x="250" y="1"/>
                  </a:moveTo>
                  <a:cubicBezTo>
                    <a:pt x="114" y="1"/>
                    <a:pt x="0" y="114"/>
                    <a:pt x="0" y="250"/>
                  </a:cubicBezTo>
                  <a:cubicBezTo>
                    <a:pt x="0" y="388"/>
                    <a:pt x="114" y="501"/>
                    <a:pt x="250" y="501"/>
                  </a:cubicBezTo>
                  <a:cubicBezTo>
                    <a:pt x="387" y="501"/>
                    <a:pt x="501" y="388"/>
                    <a:pt x="501" y="250"/>
                  </a:cubicBezTo>
                  <a:cubicBezTo>
                    <a:pt x="501" y="114"/>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0" name="Google Shape;13510;p31"/>
            <p:cNvSpPr/>
            <p:nvPr/>
          </p:nvSpPr>
          <p:spPr>
            <a:xfrm>
              <a:off x="1594750" y="3034550"/>
              <a:ext cx="12575" cy="12550"/>
            </a:xfrm>
            <a:custGeom>
              <a:avLst/>
              <a:gdLst/>
              <a:ahLst/>
              <a:cxnLst/>
              <a:rect l="l" t="t" r="r" b="b"/>
              <a:pathLst>
                <a:path w="503" h="502" extrusionOk="0">
                  <a:moveTo>
                    <a:pt x="251" y="1"/>
                  </a:moveTo>
                  <a:cubicBezTo>
                    <a:pt x="115" y="1"/>
                    <a:pt x="0" y="114"/>
                    <a:pt x="0" y="250"/>
                  </a:cubicBezTo>
                  <a:cubicBezTo>
                    <a:pt x="0" y="388"/>
                    <a:pt x="115" y="501"/>
                    <a:pt x="251" y="501"/>
                  </a:cubicBezTo>
                  <a:cubicBezTo>
                    <a:pt x="394" y="501"/>
                    <a:pt x="503" y="388"/>
                    <a:pt x="503" y="250"/>
                  </a:cubicBezTo>
                  <a:cubicBezTo>
                    <a:pt x="503" y="114"/>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1" name="Google Shape;13511;p31"/>
            <p:cNvSpPr/>
            <p:nvPr/>
          </p:nvSpPr>
          <p:spPr>
            <a:xfrm>
              <a:off x="1686650" y="3034550"/>
              <a:ext cx="12600" cy="12550"/>
            </a:xfrm>
            <a:custGeom>
              <a:avLst/>
              <a:gdLst/>
              <a:ahLst/>
              <a:cxnLst/>
              <a:rect l="l" t="t" r="r" b="b"/>
              <a:pathLst>
                <a:path w="504" h="502" extrusionOk="0">
                  <a:moveTo>
                    <a:pt x="252" y="1"/>
                  </a:moveTo>
                  <a:cubicBezTo>
                    <a:pt x="116" y="1"/>
                    <a:pt x="1" y="114"/>
                    <a:pt x="1" y="250"/>
                  </a:cubicBezTo>
                  <a:cubicBezTo>
                    <a:pt x="1" y="388"/>
                    <a:pt x="116" y="501"/>
                    <a:pt x="252" y="501"/>
                  </a:cubicBezTo>
                  <a:cubicBezTo>
                    <a:pt x="388" y="501"/>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2" name="Google Shape;13512;p31"/>
            <p:cNvSpPr/>
            <p:nvPr/>
          </p:nvSpPr>
          <p:spPr>
            <a:xfrm>
              <a:off x="1778450" y="3034550"/>
              <a:ext cx="12550" cy="12550"/>
            </a:xfrm>
            <a:custGeom>
              <a:avLst/>
              <a:gdLst/>
              <a:ahLst/>
              <a:cxnLst/>
              <a:rect l="l" t="t" r="r" b="b"/>
              <a:pathLst>
                <a:path w="502" h="502" extrusionOk="0">
                  <a:moveTo>
                    <a:pt x="252" y="1"/>
                  </a:moveTo>
                  <a:cubicBezTo>
                    <a:pt x="114" y="1"/>
                    <a:pt x="1" y="114"/>
                    <a:pt x="1" y="250"/>
                  </a:cubicBezTo>
                  <a:cubicBezTo>
                    <a:pt x="1" y="388"/>
                    <a:pt x="114" y="501"/>
                    <a:pt x="252" y="501"/>
                  </a:cubicBezTo>
                  <a:cubicBezTo>
                    <a:pt x="388" y="501"/>
                    <a:pt x="501" y="388"/>
                    <a:pt x="501" y="250"/>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3" name="Google Shape;13513;p31"/>
            <p:cNvSpPr/>
            <p:nvPr/>
          </p:nvSpPr>
          <p:spPr>
            <a:xfrm>
              <a:off x="1870375" y="3034550"/>
              <a:ext cx="12400" cy="12550"/>
            </a:xfrm>
            <a:custGeom>
              <a:avLst/>
              <a:gdLst/>
              <a:ahLst/>
              <a:cxnLst/>
              <a:rect l="l" t="t" r="r" b="b"/>
              <a:pathLst>
                <a:path w="496" h="502" extrusionOk="0">
                  <a:moveTo>
                    <a:pt x="252" y="1"/>
                  </a:moveTo>
                  <a:cubicBezTo>
                    <a:pt x="109" y="1"/>
                    <a:pt x="0" y="114"/>
                    <a:pt x="0" y="250"/>
                  </a:cubicBezTo>
                  <a:cubicBezTo>
                    <a:pt x="0" y="388"/>
                    <a:pt x="109" y="501"/>
                    <a:pt x="252" y="501"/>
                  </a:cubicBezTo>
                  <a:cubicBezTo>
                    <a:pt x="387" y="501"/>
                    <a:pt x="496" y="388"/>
                    <a:pt x="496" y="250"/>
                  </a:cubicBezTo>
                  <a:cubicBezTo>
                    <a:pt x="496"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4" name="Google Shape;13514;p31"/>
            <p:cNvSpPr/>
            <p:nvPr/>
          </p:nvSpPr>
          <p:spPr>
            <a:xfrm>
              <a:off x="1962150" y="3034550"/>
              <a:ext cx="12550" cy="12550"/>
            </a:xfrm>
            <a:custGeom>
              <a:avLst/>
              <a:gdLst/>
              <a:ahLst/>
              <a:cxnLst/>
              <a:rect l="l" t="t" r="r" b="b"/>
              <a:pathLst>
                <a:path w="502" h="502" extrusionOk="0">
                  <a:moveTo>
                    <a:pt x="250" y="1"/>
                  </a:moveTo>
                  <a:cubicBezTo>
                    <a:pt x="114" y="1"/>
                    <a:pt x="1" y="114"/>
                    <a:pt x="1" y="250"/>
                  </a:cubicBezTo>
                  <a:cubicBezTo>
                    <a:pt x="1" y="388"/>
                    <a:pt x="114" y="501"/>
                    <a:pt x="250" y="501"/>
                  </a:cubicBezTo>
                  <a:cubicBezTo>
                    <a:pt x="388" y="501"/>
                    <a:pt x="502" y="388"/>
                    <a:pt x="502" y="250"/>
                  </a:cubicBezTo>
                  <a:cubicBezTo>
                    <a:pt x="502"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5" name="Google Shape;13515;p31"/>
            <p:cNvSpPr/>
            <p:nvPr/>
          </p:nvSpPr>
          <p:spPr>
            <a:xfrm>
              <a:off x="2054075" y="3034550"/>
              <a:ext cx="12425" cy="12550"/>
            </a:xfrm>
            <a:custGeom>
              <a:avLst/>
              <a:gdLst/>
              <a:ahLst/>
              <a:cxnLst/>
              <a:rect l="l" t="t" r="r" b="b"/>
              <a:pathLst>
                <a:path w="497" h="502" extrusionOk="0">
                  <a:moveTo>
                    <a:pt x="252" y="1"/>
                  </a:moveTo>
                  <a:cubicBezTo>
                    <a:pt x="109" y="1"/>
                    <a:pt x="1" y="114"/>
                    <a:pt x="1" y="250"/>
                  </a:cubicBezTo>
                  <a:cubicBezTo>
                    <a:pt x="1" y="388"/>
                    <a:pt x="109" y="501"/>
                    <a:pt x="252" y="501"/>
                  </a:cubicBezTo>
                  <a:cubicBezTo>
                    <a:pt x="388" y="501"/>
                    <a:pt x="496" y="388"/>
                    <a:pt x="496" y="250"/>
                  </a:cubicBezTo>
                  <a:cubicBezTo>
                    <a:pt x="496"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6" name="Google Shape;13516;p31"/>
            <p:cNvSpPr/>
            <p:nvPr/>
          </p:nvSpPr>
          <p:spPr>
            <a:xfrm>
              <a:off x="2145825" y="3034550"/>
              <a:ext cx="12600" cy="12550"/>
            </a:xfrm>
            <a:custGeom>
              <a:avLst/>
              <a:gdLst/>
              <a:ahLst/>
              <a:cxnLst/>
              <a:rect l="l" t="t" r="r" b="b"/>
              <a:pathLst>
                <a:path w="504" h="502" extrusionOk="0">
                  <a:moveTo>
                    <a:pt x="252" y="1"/>
                  </a:moveTo>
                  <a:cubicBezTo>
                    <a:pt x="116" y="1"/>
                    <a:pt x="1" y="114"/>
                    <a:pt x="1" y="250"/>
                  </a:cubicBezTo>
                  <a:cubicBezTo>
                    <a:pt x="1" y="388"/>
                    <a:pt x="116" y="501"/>
                    <a:pt x="252" y="501"/>
                  </a:cubicBezTo>
                  <a:cubicBezTo>
                    <a:pt x="388" y="501"/>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7" name="Google Shape;13517;p31"/>
            <p:cNvSpPr/>
            <p:nvPr/>
          </p:nvSpPr>
          <p:spPr>
            <a:xfrm>
              <a:off x="2237800" y="3034550"/>
              <a:ext cx="12350" cy="12550"/>
            </a:xfrm>
            <a:custGeom>
              <a:avLst/>
              <a:gdLst/>
              <a:ahLst/>
              <a:cxnLst/>
              <a:rect l="l" t="t" r="r" b="b"/>
              <a:pathLst>
                <a:path w="494" h="502" extrusionOk="0">
                  <a:moveTo>
                    <a:pt x="244" y="1"/>
                  </a:moveTo>
                  <a:cubicBezTo>
                    <a:pt x="107" y="1"/>
                    <a:pt x="0" y="114"/>
                    <a:pt x="0" y="250"/>
                  </a:cubicBezTo>
                  <a:cubicBezTo>
                    <a:pt x="0" y="388"/>
                    <a:pt x="107" y="501"/>
                    <a:pt x="244" y="501"/>
                  </a:cubicBezTo>
                  <a:cubicBezTo>
                    <a:pt x="387" y="501"/>
                    <a:pt x="494" y="388"/>
                    <a:pt x="494" y="250"/>
                  </a:cubicBezTo>
                  <a:cubicBezTo>
                    <a:pt x="494" y="114"/>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8" name="Google Shape;13518;p31"/>
            <p:cNvSpPr/>
            <p:nvPr/>
          </p:nvSpPr>
          <p:spPr>
            <a:xfrm>
              <a:off x="2329550" y="3034550"/>
              <a:ext cx="12575" cy="12550"/>
            </a:xfrm>
            <a:custGeom>
              <a:avLst/>
              <a:gdLst/>
              <a:ahLst/>
              <a:cxnLst/>
              <a:rect l="l" t="t" r="r" b="b"/>
              <a:pathLst>
                <a:path w="503" h="502" extrusionOk="0">
                  <a:moveTo>
                    <a:pt x="251" y="1"/>
                  </a:moveTo>
                  <a:cubicBezTo>
                    <a:pt x="115" y="1"/>
                    <a:pt x="0" y="114"/>
                    <a:pt x="0" y="250"/>
                  </a:cubicBezTo>
                  <a:cubicBezTo>
                    <a:pt x="0" y="388"/>
                    <a:pt x="115" y="501"/>
                    <a:pt x="251" y="501"/>
                  </a:cubicBezTo>
                  <a:cubicBezTo>
                    <a:pt x="387" y="501"/>
                    <a:pt x="502" y="388"/>
                    <a:pt x="502" y="250"/>
                  </a:cubicBezTo>
                  <a:cubicBezTo>
                    <a:pt x="502"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9" name="Google Shape;13519;p31"/>
            <p:cNvSpPr/>
            <p:nvPr/>
          </p:nvSpPr>
          <p:spPr>
            <a:xfrm>
              <a:off x="2421325" y="3034550"/>
              <a:ext cx="12550" cy="12550"/>
            </a:xfrm>
            <a:custGeom>
              <a:avLst/>
              <a:gdLst/>
              <a:ahLst/>
              <a:cxnLst/>
              <a:rect l="l" t="t" r="r" b="b"/>
              <a:pathLst>
                <a:path w="502" h="502" extrusionOk="0">
                  <a:moveTo>
                    <a:pt x="250" y="1"/>
                  </a:moveTo>
                  <a:cubicBezTo>
                    <a:pt x="114" y="1"/>
                    <a:pt x="1" y="114"/>
                    <a:pt x="1" y="250"/>
                  </a:cubicBezTo>
                  <a:cubicBezTo>
                    <a:pt x="1" y="388"/>
                    <a:pt x="114" y="501"/>
                    <a:pt x="250" y="501"/>
                  </a:cubicBezTo>
                  <a:cubicBezTo>
                    <a:pt x="395" y="501"/>
                    <a:pt x="501" y="388"/>
                    <a:pt x="501" y="250"/>
                  </a:cubicBezTo>
                  <a:cubicBezTo>
                    <a:pt x="501" y="114"/>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0" name="Google Shape;13520;p31"/>
            <p:cNvSpPr/>
            <p:nvPr/>
          </p:nvSpPr>
          <p:spPr>
            <a:xfrm>
              <a:off x="2513250" y="3034550"/>
              <a:ext cx="12575" cy="12550"/>
            </a:xfrm>
            <a:custGeom>
              <a:avLst/>
              <a:gdLst/>
              <a:ahLst/>
              <a:cxnLst/>
              <a:rect l="l" t="t" r="r" b="b"/>
              <a:pathLst>
                <a:path w="503" h="502" extrusionOk="0">
                  <a:moveTo>
                    <a:pt x="252" y="1"/>
                  </a:moveTo>
                  <a:cubicBezTo>
                    <a:pt x="109" y="1"/>
                    <a:pt x="0" y="114"/>
                    <a:pt x="0" y="250"/>
                  </a:cubicBezTo>
                  <a:cubicBezTo>
                    <a:pt x="0" y="388"/>
                    <a:pt x="109" y="501"/>
                    <a:pt x="252" y="501"/>
                  </a:cubicBezTo>
                  <a:cubicBezTo>
                    <a:pt x="388" y="501"/>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1" name="Google Shape;13521;p31"/>
            <p:cNvSpPr/>
            <p:nvPr/>
          </p:nvSpPr>
          <p:spPr>
            <a:xfrm>
              <a:off x="2605000" y="3034550"/>
              <a:ext cx="12575" cy="12550"/>
            </a:xfrm>
            <a:custGeom>
              <a:avLst/>
              <a:gdLst/>
              <a:ahLst/>
              <a:cxnLst/>
              <a:rect l="l" t="t" r="r" b="b"/>
              <a:pathLst>
                <a:path w="503" h="502" extrusionOk="0">
                  <a:moveTo>
                    <a:pt x="252" y="1"/>
                  </a:moveTo>
                  <a:cubicBezTo>
                    <a:pt x="116" y="1"/>
                    <a:pt x="0" y="114"/>
                    <a:pt x="0" y="250"/>
                  </a:cubicBezTo>
                  <a:cubicBezTo>
                    <a:pt x="0" y="388"/>
                    <a:pt x="116" y="501"/>
                    <a:pt x="252" y="501"/>
                  </a:cubicBezTo>
                  <a:cubicBezTo>
                    <a:pt x="387" y="501"/>
                    <a:pt x="503" y="388"/>
                    <a:pt x="503" y="250"/>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2" name="Google Shape;13522;p31"/>
            <p:cNvSpPr/>
            <p:nvPr/>
          </p:nvSpPr>
          <p:spPr>
            <a:xfrm>
              <a:off x="2696950" y="3034550"/>
              <a:ext cx="12375" cy="12550"/>
            </a:xfrm>
            <a:custGeom>
              <a:avLst/>
              <a:gdLst/>
              <a:ahLst/>
              <a:cxnLst/>
              <a:rect l="l" t="t" r="r" b="b"/>
              <a:pathLst>
                <a:path w="495" h="502" extrusionOk="0">
                  <a:moveTo>
                    <a:pt x="252" y="1"/>
                  </a:moveTo>
                  <a:cubicBezTo>
                    <a:pt x="108" y="1"/>
                    <a:pt x="1" y="114"/>
                    <a:pt x="1" y="250"/>
                  </a:cubicBezTo>
                  <a:cubicBezTo>
                    <a:pt x="1" y="388"/>
                    <a:pt x="108" y="501"/>
                    <a:pt x="252" y="501"/>
                  </a:cubicBezTo>
                  <a:cubicBezTo>
                    <a:pt x="388" y="501"/>
                    <a:pt x="495" y="388"/>
                    <a:pt x="495" y="250"/>
                  </a:cubicBezTo>
                  <a:cubicBezTo>
                    <a:pt x="495"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3" name="Google Shape;13523;p31"/>
            <p:cNvSpPr/>
            <p:nvPr/>
          </p:nvSpPr>
          <p:spPr>
            <a:xfrm>
              <a:off x="2788700" y="3034550"/>
              <a:ext cx="12600" cy="12550"/>
            </a:xfrm>
            <a:custGeom>
              <a:avLst/>
              <a:gdLst/>
              <a:ahLst/>
              <a:cxnLst/>
              <a:rect l="l" t="t" r="r" b="b"/>
              <a:pathLst>
                <a:path w="504" h="502" extrusionOk="0">
                  <a:moveTo>
                    <a:pt x="252" y="1"/>
                  </a:moveTo>
                  <a:cubicBezTo>
                    <a:pt x="116" y="1"/>
                    <a:pt x="1" y="114"/>
                    <a:pt x="1" y="250"/>
                  </a:cubicBezTo>
                  <a:cubicBezTo>
                    <a:pt x="1" y="388"/>
                    <a:pt x="116" y="501"/>
                    <a:pt x="252" y="501"/>
                  </a:cubicBezTo>
                  <a:cubicBezTo>
                    <a:pt x="388" y="501"/>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4" name="Google Shape;13524;p31"/>
            <p:cNvSpPr/>
            <p:nvPr/>
          </p:nvSpPr>
          <p:spPr>
            <a:xfrm>
              <a:off x="2880675" y="3034550"/>
              <a:ext cx="12375" cy="12550"/>
            </a:xfrm>
            <a:custGeom>
              <a:avLst/>
              <a:gdLst/>
              <a:ahLst/>
              <a:cxnLst/>
              <a:rect l="l" t="t" r="r" b="b"/>
              <a:pathLst>
                <a:path w="495" h="502" extrusionOk="0">
                  <a:moveTo>
                    <a:pt x="243" y="1"/>
                  </a:moveTo>
                  <a:cubicBezTo>
                    <a:pt x="107" y="1"/>
                    <a:pt x="0" y="114"/>
                    <a:pt x="0" y="250"/>
                  </a:cubicBezTo>
                  <a:cubicBezTo>
                    <a:pt x="0" y="388"/>
                    <a:pt x="107" y="501"/>
                    <a:pt x="243" y="501"/>
                  </a:cubicBezTo>
                  <a:cubicBezTo>
                    <a:pt x="387" y="501"/>
                    <a:pt x="494" y="388"/>
                    <a:pt x="494" y="250"/>
                  </a:cubicBezTo>
                  <a:cubicBezTo>
                    <a:pt x="494" y="114"/>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5" name="Google Shape;13525;p31"/>
            <p:cNvSpPr/>
            <p:nvPr/>
          </p:nvSpPr>
          <p:spPr>
            <a:xfrm>
              <a:off x="2972425" y="3034550"/>
              <a:ext cx="12575" cy="12550"/>
            </a:xfrm>
            <a:custGeom>
              <a:avLst/>
              <a:gdLst/>
              <a:ahLst/>
              <a:cxnLst/>
              <a:rect l="l" t="t" r="r" b="b"/>
              <a:pathLst>
                <a:path w="503" h="502" extrusionOk="0">
                  <a:moveTo>
                    <a:pt x="251" y="1"/>
                  </a:moveTo>
                  <a:cubicBezTo>
                    <a:pt x="115" y="1"/>
                    <a:pt x="0" y="114"/>
                    <a:pt x="0" y="250"/>
                  </a:cubicBezTo>
                  <a:cubicBezTo>
                    <a:pt x="0" y="388"/>
                    <a:pt x="115" y="501"/>
                    <a:pt x="251" y="501"/>
                  </a:cubicBezTo>
                  <a:cubicBezTo>
                    <a:pt x="387" y="501"/>
                    <a:pt x="503" y="388"/>
                    <a:pt x="503" y="250"/>
                  </a:cubicBezTo>
                  <a:cubicBezTo>
                    <a:pt x="503"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6" name="Google Shape;13526;p31"/>
            <p:cNvSpPr/>
            <p:nvPr/>
          </p:nvSpPr>
          <p:spPr>
            <a:xfrm>
              <a:off x="3064375" y="3034550"/>
              <a:ext cx="12375" cy="12550"/>
            </a:xfrm>
            <a:custGeom>
              <a:avLst/>
              <a:gdLst/>
              <a:ahLst/>
              <a:cxnLst/>
              <a:rect l="l" t="t" r="r" b="b"/>
              <a:pathLst>
                <a:path w="495" h="502" extrusionOk="0">
                  <a:moveTo>
                    <a:pt x="243" y="1"/>
                  </a:moveTo>
                  <a:cubicBezTo>
                    <a:pt x="107" y="1"/>
                    <a:pt x="1" y="114"/>
                    <a:pt x="1" y="250"/>
                  </a:cubicBezTo>
                  <a:cubicBezTo>
                    <a:pt x="1" y="388"/>
                    <a:pt x="107" y="501"/>
                    <a:pt x="243" y="501"/>
                  </a:cubicBezTo>
                  <a:cubicBezTo>
                    <a:pt x="388" y="501"/>
                    <a:pt x="495" y="388"/>
                    <a:pt x="495" y="250"/>
                  </a:cubicBezTo>
                  <a:cubicBezTo>
                    <a:pt x="495" y="114"/>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7" name="Google Shape;13527;p31"/>
            <p:cNvSpPr/>
            <p:nvPr/>
          </p:nvSpPr>
          <p:spPr>
            <a:xfrm>
              <a:off x="3156125" y="3034550"/>
              <a:ext cx="12600" cy="12550"/>
            </a:xfrm>
            <a:custGeom>
              <a:avLst/>
              <a:gdLst/>
              <a:ahLst/>
              <a:cxnLst/>
              <a:rect l="l" t="t" r="r" b="b"/>
              <a:pathLst>
                <a:path w="504" h="502" extrusionOk="0">
                  <a:moveTo>
                    <a:pt x="252" y="1"/>
                  </a:moveTo>
                  <a:cubicBezTo>
                    <a:pt x="116" y="1"/>
                    <a:pt x="1" y="114"/>
                    <a:pt x="1" y="250"/>
                  </a:cubicBezTo>
                  <a:cubicBezTo>
                    <a:pt x="1" y="388"/>
                    <a:pt x="116" y="501"/>
                    <a:pt x="252" y="501"/>
                  </a:cubicBezTo>
                  <a:cubicBezTo>
                    <a:pt x="388" y="501"/>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8" name="Google Shape;13528;p31"/>
            <p:cNvSpPr/>
            <p:nvPr/>
          </p:nvSpPr>
          <p:spPr>
            <a:xfrm>
              <a:off x="3247875" y="3034550"/>
              <a:ext cx="12575" cy="12550"/>
            </a:xfrm>
            <a:custGeom>
              <a:avLst/>
              <a:gdLst/>
              <a:ahLst/>
              <a:cxnLst/>
              <a:rect l="l" t="t" r="r" b="b"/>
              <a:pathLst>
                <a:path w="503" h="502" extrusionOk="0">
                  <a:moveTo>
                    <a:pt x="252" y="1"/>
                  </a:moveTo>
                  <a:cubicBezTo>
                    <a:pt x="116" y="1"/>
                    <a:pt x="1" y="114"/>
                    <a:pt x="1" y="250"/>
                  </a:cubicBezTo>
                  <a:cubicBezTo>
                    <a:pt x="1" y="388"/>
                    <a:pt x="116" y="501"/>
                    <a:pt x="252" y="501"/>
                  </a:cubicBezTo>
                  <a:cubicBezTo>
                    <a:pt x="388" y="501"/>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9" name="Google Shape;13529;p31"/>
            <p:cNvSpPr/>
            <p:nvPr/>
          </p:nvSpPr>
          <p:spPr>
            <a:xfrm>
              <a:off x="3339850" y="3034550"/>
              <a:ext cx="12525" cy="12550"/>
            </a:xfrm>
            <a:custGeom>
              <a:avLst/>
              <a:gdLst/>
              <a:ahLst/>
              <a:cxnLst/>
              <a:rect l="l" t="t" r="r" b="b"/>
              <a:pathLst>
                <a:path w="501" h="502" extrusionOk="0">
                  <a:moveTo>
                    <a:pt x="251" y="1"/>
                  </a:moveTo>
                  <a:cubicBezTo>
                    <a:pt x="107" y="1"/>
                    <a:pt x="0" y="114"/>
                    <a:pt x="0" y="250"/>
                  </a:cubicBezTo>
                  <a:cubicBezTo>
                    <a:pt x="0" y="388"/>
                    <a:pt x="107" y="501"/>
                    <a:pt x="251" y="501"/>
                  </a:cubicBezTo>
                  <a:cubicBezTo>
                    <a:pt x="387" y="501"/>
                    <a:pt x="501" y="388"/>
                    <a:pt x="501" y="250"/>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0" name="Google Shape;13530;p31"/>
            <p:cNvSpPr/>
            <p:nvPr/>
          </p:nvSpPr>
          <p:spPr>
            <a:xfrm>
              <a:off x="3431575" y="3034550"/>
              <a:ext cx="12600" cy="12550"/>
            </a:xfrm>
            <a:custGeom>
              <a:avLst/>
              <a:gdLst/>
              <a:ahLst/>
              <a:cxnLst/>
              <a:rect l="l" t="t" r="r" b="b"/>
              <a:pathLst>
                <a:path w="504" h="502" extrusionOk="0">
                  <a:moveTo>
                    <a:pt x="252" y="1"/>
                  </a:moveTo>
                  <a:cubicBezTo>
                    <a:pt x="116" y="1"/>
                    <a:pt x="1" y="114"/>
                    <a:pt x="1" y="250"/>
                  </a:cubicBezTo>
                  <a:cubicBezTo>
                    <a:pt x="1" y="388"/>
                    <a:pt x="116" y="501"/>
                    <a:pt x="252" y="501"/>
                  </a:cubicBezTo>
                  <a:cubicBezTo>
                    <a:pt x="388" y="501"/>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1" name="Google Shape;13531;p31"/>
            <p:cNvSpPr/>
            <p:nvPr/>
          </p:nvSpPr>
          <p:spPr>
            <a:xfrm>
              <a:off x="3523550" y="3034550"/>
              <a:ext cx="12375" cy="12550"/>
            </a:xfrm>
            <a:custGeom>
              <a:avLst/>
              <a:gdLst/>
              <a:ahLst/>
              <a:cxnLst/>
              <a:rect l="l" t="t" r="r" b="b"/>
              <a:pathLst>
                <a:path w="495" h="502" extrusionOk="0">
                  <a:moveTo>
                    <a:pt x="250" y="1"/>
                  </a:moveTo>
                  <a:cubicBezTo>
                    <a:pt x="107" y="1"/>
                    <a:pt x="0" y="114"/>
                    <a:pt x="0" y="250"/>
                  </a:cubicBezTo>
                  <a:cubicBezTo>
                    <a:pt x="0" y="388"/>
                    <a:pt x="107" y="501"/>
                    <a:pt x="250" y="501"/>
                  </a:cubicBezTo>
                  <a:cubicBezTo>
                    <a:pt x="388" y="501"/>
                    <a:pt x="494" y="388"/>
                    <a:pt x="494" y="250"/>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2" name="Google Shape;13532;p31"/>
            <p:cNvSpPr/>
            <p:nvPr/>
          </p:nvSpPr>
          <p:spPr>
            <a:xfrm>
              <a:off x="676400" y="3126475"/>
              <a:ext cx="12600" cy="12400"/>
            </a:xfrm>
            <a:custGeom>
              <a:avLst/>
              <a:gdLst/>
              <a:ahLst/>
              <a:cxnLst/>
              <a:rect l="l" t="t" r="r" b="b"/>
              <a:pathLst>
                <a:path w="504" h="496" extrusionOk="0">
                  <a:moveTo>
                    <a:pt x="252" y="0"/>
                  </a:moveTo>
                  <a:cubicBezTo>
                    <a:pt x="116" y="0"/>
                    <a:pt x="1" y="109"/>
                    <a:pt x="1" y="252"/>
                  </a:cubicBezTo>
                  <a:cubicBezTo>
                    <a:pt x="1" y="388"/>
                    <a:pt x="116" y="496"/>
                    <a:pt x="252" y="496"/>
                  </a:cubicBezTo>
                  <a:cubicBezTo>
                    <a:pt x="388" y="496"/>
                    <a:pt x="503" y="388"/>
                    <a:pt x="503" y="252"/>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3" name="Google Shape;13533;p31"/>
            <p:cNvSpPr/>
            <p:nvPr/>
          </p:nvSpPr>
          <p:spPr>
            <a:xfrm>
              <a:off x="768325" y="3126475"/>
              <a:ext cx="12400" cy="12400"/>
            </a:xfrm>
            <a:custGeom>
              <a:avLst/>
              <a:gdLst/>
              <a:ahLst/>
              <a:cxnLst/>
              <a:rect l="l" t="t" r="r" b="b"/>
              <a:pathLst>
                <a:path w="496" h="496" extrusionOk="0">
                  <a:moveTo>
                    <a:pt x="245" y="0"/>
                  </a:moveTo>
                  <a:cubicBezTo>
                    <a:pt x="109" y="0"/>
                    <a:pt x="0" y="109"/>
                    <a:pt x="0" y="252"/>
                  </a:cubicBezTo>
                  <a:cubicBezTo>
                    <a:pt x="0" y="388"/>
                    <a:pt x="109" y="496"/>
                    <a:pt x="245" y="496"/>
                  </a:cubicBezTo>
                  <a:cubicBezTo>
                    <a:pt x="388" y="496"/>
                    <a:pt x="496" y="388"/>
                    <a:pt x="496" y="252"/>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4" name="Google Shape;13534;p31"/>
            <p:cNvSpPr/>
            <p:nvPr/>
          </p:nvSpPr>
          <p:spPr>
            <a:xfrm>
              <a:off x="860125" y="3126475"/>
              <a:ext cx="12525" cy="12400"/>
            </a:xfrm>
            <a:custGeom>
              <a:avLst/>
              <a:gdLst/>
              <a:ahLst/>
              <a:cxnLst/>
              <a:rect l="l" t="t" r="r" b="b"/>
              <a:pathLst>
                <a:path w="501" h="496" extrusionOk="0">
                  <a:moveTo>
                    <a:pt x="251" y="0"/>
                  </a:moveTo>
                  <a:cubicBezTo>
                    <a:pt x="114" y="0"/>
                    <a:pt x="0" y="109"/>
                    <a:pt x="0" y="252"/>
                  </a:cubicBezTo>
                  <a:cubicBezTo>
                    <a:pt x="0" y="388"/>
                    <a:pt x="114" y="496"/>
                    <a:pt x="251" y="496"/>
                  </a:cubicBezTo>
                  <a:cubicBezTo>
                    <a:pt x="387" y="496"/>
                    <a:pt x="501" y="388"/>
                    <a:pt x="501" y="252"/>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5" name="Google Shape;13535;p31"/>
            <p:cNvSpPr/>
            <p:nvPr/>
          </p:nvSpPr>
          <p:spPr>
            <a:xfrm>
              <a:off x="951850" y="3126475"/>
              <a:ext cx="12600" cy="12400"/>
            </a:xfrm>
            <a:custGeom>
              <a:avLst/>
              <a:gdLst/>
              <a:ahLst/>
              <a:cxnLst/>
              <a:rect l="l" t="t" r="r" b="b"/>
              <a:pathLst>
                <a:path w="504" h="496" extrusionOk="0">
                  <a:moveTo>
                    <a:pt x="252" y="0"/>
                  </a:moveTo>
                  <a:cubicBezTo>
                    <a:pt x="116" y="0"/>
                    <a:pt x="1" y="109"/>
                    <a:pt x="1" y="252"/>
                  </a:cubicBezTo>
                  <a:cubicBezTo>
                    <a:pt x="1" y="388"/>
                    <a:pt x="116" y="496"/>
                    <a:pt x="252" y="496"/>
                  </a:cubicBezTo>
                  <a:cubicBezTo>
                    <a:pt x="388" y="496"/>
                    <a:pt x="503" y="388"/>
                    <a:pt x="503" y="252"/>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6" name="Google Shape;13536;p31"/>
            <p:cNvSpPr/>
            <p:nvPr/>
          </p:nvSpPr>
          <p:spPr>
            <a:xfrm>
              <a:off x="1043825" y="3126475"/>
              <a:ext cx="12375" cy="12400"/>
            </a:xfrm>
            <a:custGeom>
              <a:avLst/>
              <a:gdLst/>
              <a:ahLst/>
              <a:cxnLst/>
              <a:rect l="l" t="t" r="r" b="b"/>
              <a:pathLst>
                <a:path w="495" h="496" extrusionOk="0">
                  <a:moveTo>
                    <a:pt x="250" y="0"/>
                  </a:moveTo>
                  <a:cubicBezTo>
                    <a:pt x="107" y="0"/>
                    <a:pt x="0" y="109"/>
                    <a:pt x="0" y="252"/>
                  </a:cubicBezTo>
                  <a:cubicBezTo>
                    <a:pt x="0" y="388"/>
                    <a:pt x="107" y="496"/>
                    <a:pt x="250" y="496"/>
                  </a:cubicBezTo>
                  <a:cubicBezTo>
                    <a:pt x="388" y="496"/>
                    <a:pt x="494" y="388"/>
                    <a:pt x="494" y="252"/>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7" name="Google Shape;13537;p31"/>
            <p:cNvSpPr/>
            <p:nvPr/>
          </p:nvSpPr>
          <p:spPr>
            <a:xfrm>
              <a:off x="1135575" y="3126475"/>
              <a:ext cx="12575" cy="12400"/>
            </a:xfrm>
            <a:custGeom>
              <a:avLst/>
              <a:gdLst/>
              <a:ahLst/>
              <a:cxnLst/>
              <a:rect l="l" t="t" r="r" b="b"/>
              <a:pathLst>
                <a:path w="503" h="496" extrusionOk="0">
                  <a:moveTo>
                    <a:pt x="252" y="0"/>
                  </a:moveTo>
                  <a:cubicBezTo>
                    <a:pt x="116" y="0"/>
                    <a:pt x="0" y="109"/>
                    <a:pt x="0" y="252"/>
                  </a:cubicBezTo>
                  <a:cubicBezTo>
                    <a:pt x="0" y="388"/>
                    <a:pt x="116" y="496"/>
                    <a:pt x="252" y="496"/>
                  </a:cubicBezTo>
                  <a:cubicBezTo>
                    <a:pt x="387" y="496"/>
                    <a:pt x="503" y="388"/>
                    <a:pt x="503" y="252"/>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8" name="Google Shape;13538;p31"/>
            <p:cNvSpPr/>
            <p:nvPr/>
          </p:nvSpPr>
          <p:spPr>
            <a:xfrm>
              <a:off x="1227500" y="3126475"/>
              <a:ext cx="12400" cy="12400"/>
            </a:xfrm>
            <a:custGeom>
              <a:avLst/>
              <a:gdLst/>
              <a:ahLst/>
              <a:cxnLst/>
              <a:rect l="l" t="t" r="r" b="b"/>
              <a:pathLst>
                <a:path w="496" h="496" extrusionOk="0">
                  <a:moveTo>
                    <a:pt x="251" y="0"/>
                  </a:moveTo>
                  <a:cubicBezTo>
                    <a:pt x="109" y="0"/>
                    <a:pt x="0" y="109"/>
                    <a:pt x="0" y="252"/>
                  </a:cubicBezTo>
                  <a:cubicBezTo>
                    <a:pt x="0" y="388"/>
                    <a:pt x="109" y="496"/>
                    <a:pt x="251" y="496"/>
                  </a:cubicBezTo>
                  <a:cubicBezTo>
                    <a:pt x="387" y="496"/>
                    <a:pt x="496" y="388"/>
                    <a:pt x="496" y="252"/>
                  </a:cubicBezTo>
                  <a:cubicBezTo>
                    <a:pt x="496"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9" name="Google Shape;13539;p31"/>
            <p:cNvSpPr/>
            <p:nvPr/>
          </p:nvSpPr>
          <p:spPr>
            <a:xfrm>
              <a:off x="1319275" y="3126475"/>
              <a:ext cx="12550" cy="12400"/>
            </a:xfrm>
            <a:custGeom>
              <a:avLst/>
              <a:gdLst/>
              <a:ahLst/>
              <a:cxnLst/>
              <a:rect l="l" t="t" r="r" b="b"/>
              <a:pathLst>
                <a:path w="502" h="496" extrusionOk="0">
                  <a:moveTo>
                    <a:pt x="252" y="0"/>
                  </a:moveTo>
                  <a:cubicBezTo>
                    <a:pt x="114" y="0"/>
                    <a:pt x="1" y="109"/>
                    <a:pt x="1" y="252"/>
                  </a:cubicBezTo>
                  <a:cubicBezTo>
                    <a:pt x="1" y="388"/>
                    <a:pt x="114" y="496"/>
                    <a:pt x="252" y="496"/>
                  </a:cubicBezTo>
                  <a:cubicBezTo>
                    <a:pt x="388" y="496"/>
                    <a:pt x="501" y="388"/>
                    <a:pt x="501" y="252"/>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0" name="Google Shape;13540;p31"/>
            <p:cNvSpPr/>
            <p:nvPr/>
          </p:nvSpPr>
          <p:spPr>
            <a:xfrm>
              <a:off x="1411200" y="3126475"/>
              <a:ext cx="12425" cy="12400"/>
            </a:xfrm>
            <a:custGeom>
              <a:avLst/>
              <a:gdLst/>
              <a:ahLst/>
              <a:cxnLst/>
              <a:rect l="l" t="t" r="r" b="b"/>
              <a:pathLst>
                <a:path w="497" h="496" extrusionOk="0">
                  <a:moveTo>
                    <a:pt x="245" y="0"/>
                  </a:moveTo>
                  <a:cubicBezTo>
                    <a:pt x="109" y="0"/>
                    <a:pt x="1" y="109"/>
                    <a:pt x="1" y="252"/>
                  </a:cubicBezTo>
                  <a:cubicBezTo>
                    <a:pt x="1" y="388"/>
                    <a:pt x="109" y="496"/>
                    <a:pt x="245" y="496"/>
                  </a:cubicBezTo>
                  <a:cubicBezTo>
                    <a:pt x="388" y="496"/>
                    <a:pt x="496" y="388"/>
                    <a:pt x="496" y="252"/>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1" name="Google Shape;13541;p31"/>
            <p:cNvSpPr/>
            <p:nvPr/>
          </p:nvSpPr>
          <p:spPr>
            <a:xfrm>
              <a:off x="1503000" y="3126475"/>
              <a:ext cx="12525" cy="12400"/>
            </a:xfrm>
            <a:custGeom>
              <a:avLst/>
              <a:gdLst/>
              <a:ahLst/>
              <a:cxnLst/>
              <a:rect l="l" t="t" r="r" b="b"/>
              <a:pathLst>
                <a:path w="501" h="496" extrusionOk="0">
                  <a:moveTo>
                    <a:pt x="250" y="0"/>
                  </a:moveTo>
                  <a:cubicBezTo>
                    <a:pt x="114" y="0"/>
                    <a:pt x="0" y="109"/>
                    <a:pt x="0" y="252"/>
                  </a:cubicBezTo>
                  <a:cubicBezTo>
                    <a:pt x="0" y="388"/>
                    <a:pt x="114" y="496"/>
                    <a:pt x="250" y="496"/>
                  </a:cubicBezTo>
                  <a:cubicBezTo>
                    <a:pt x="387" y="496"/>
                    <a:pt x="501" y="388"/>
                    <a:pt x="501" y="252"/>
                  </a:cubicBezTo>
                  <a:cubicBezTo>
                    <a:pt x="501" y="109"/>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2" name="Google Shape;13542;p31"/>
            <p:cNvSpPr/>
            <p:nvPr/>
          </p:nvSpPr>
          <p:spPr>
            <a:xfrm>
              <a:off x="1594750" y="3126475"/>
              <a:ext cx="12575" cy="12400"/>
            </a:xfrm>
            <a:custGeom>
              <a:avLst/>
              <a:gdLst/>
              <a:ahLst/>
              <a:cxnLst/>
              <a:rect l="l" t="t" r="r" b="b"/>
              <a:pathLst>
                <a:path w="503" h="496" extrusionOk="0">
                  <a:moveTo>
                    <a:pt x="251" y="0"/>
                  </a:moveTo>
                  <a:cubicBezTo>
                    <a:pt x="115" y="0"/>
                    <a:pt x="0" y="109"/>
                    <a:pt x="0" y="252"/>
                  </a:cubicBezTo>
                  <a:cubicBezTo>
                    <a:pt x="0" y="388"/>
                    <a:pt x="115" y="496"/>
                    <a:pt x="251" y="496"/>
                  </a:cubicBezTo>
                  <a:cubicBezTo>
                    <a:pt x="394" y="496"/>
                    <a:pt x="503" y="388"/>
                    <a:pt x="503" y="252"/>
                  </a:cubicBezTo>
                  <a:cubicBezTo>
                    <a:pt x="503" y="109"/>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3" name="Google Shape;13543;p31"/>
            <p:cNvSpPr/>
            <p:nvPr/>
          </p:nvSpPr>
          <p:spPr>
            <a:xfrm>
              <a:off x="1686650" y="3126475"/>
              <a:ext cx="12600" cy="12400"/>
            </a:xfrm>
            <a:custGeom>
              <a:avLst/>
              <a:gdLst/>
              <a:ahLst/>
              <a:cxnLst/>
              <a:rect l="l" t="t" r="r" b="b"/>
              <a:pathLst>
                <a:path w="504" h="496" extrusionOk="0">
                  <a:moveTo>
                    <a:pt x="252" y="0"/>
                  </a:moveTo>
                  <a:cubicBezTo>
                    <a:pt x="116" y="0"/>
                    <a:pt x="1" y="109"/>
                    <a:pt x="1" y="252"/>
                  </a:cubicBezTo>
                  <a:cubicBezTo>
                    <a:pt x="1" y="388"/>
                    <a:pt x="116" y="496"/>
                    <a:pt x="252" y="496"/>
                  </a:cubicBezTo>
                  <a:cubicBezTo>
                    <a:pt x="388" y="496"/>
                    <a:pt x="503" y="388"/>
                    <a:pt x="503" y="252"/>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4" name="Google Shape;13544;p31"/>
            <p:cNvSpPr/>
            <p:nvPr/>
          </p:nvSpPr>
          <p:spPr>
            <a:xfrm>
              <a:off x="1778450" y="3126475"/>
              <a:ext cx="12550" cy="12400"/>
            </a:xfrm>
            <a:custGeom>
              <a:avLst/>
              <a:gdLst/>
              <a:ahLst/>
              <a:cxnLst/>
              <a:rect l="l" t="t" r="r" b="b"/>
              <a:pathLst>
                <a:path w="502" h="496" extrusionOk="0">
                  <a:moveTo>
                    <a:pt x="252" y="0"/>
                  </a:moveTo>
                  <a:cubicBezTo>
                    <a:pt x="114" y="0"/>
                    <a:pt x="1" y="109"/>
                    <a:pt x="1" y="252"/>
                  </a:cubicBezTo>
                  <a:cubicBezTo>
                    <a:pt x="1" y="388"/>
                    <a:pt x="114" y="496"/>
                    <a:pt x="252" y="496"/>
                  </a:cubicBezTo>
                  <a:cubicBezTo>
                    <a:pt x="388" y="496"/>
                    <a:pt x="501" y="388"/>
                    <a:pt x="501" y="252"/>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5" name="Google Shape;13545;p31"/>
            <p:cNvSpPr/>
            <p:nvPr/>
          </p:nvSpPr>
          <p:spPr>
            <a:xfrm>
              <a:off x="1870375" y="3126475"/>
              <a:ext cx="12400" cy="12400"/>
            </a:xfrm>
            <a:custGeom>
              <a:avLst/>
              <a:gdLst/>
              <a:ahLst/>
              <a:cxnLst/>
              <a:rect l="l" t="t" r="r" b="b"/>
              <a:pathLst>
                <a:path w="496" h="496" extrusionOk="0">
                  <a:moveTo>
                    <a:pt x="252" y="0"/>
                  </a:moveTo>
                  <a:cubicBezTo>
                    <a:pt x="109" y="0"/>
                    <a:pt x="0" y="109"/>
                    <a:pt x="0" y="252"/>
                  </a:cubicBezTo>
                  <a:cubicBezTo>
                    <a:pt x="0" y="388"/>
                    <a:pt x="109" y="496"/>
                    <a:pt x="252" y="496"/>
                  </a:cubicBezTo>
                  <a:cubicBezTo>
                    <a:pt x="387" y="496"/>
                    <a:pt x="496" y="388"/>
                    <a:pt x="496" y="252"/>
                  </a:cubicBezTo>
                  <a:cubicBezTo>
                    <a:pt x="496"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6" name="Google Shape;13546;p31"/>
            <p:cNvSpPr/>
            <p:nvPr/>
          </p:nvSpPr>
          <p:spPr>
            <a:xfrm>
              <a:off x="1962150" y="3126475"/>
              <a:ext cx="12550" cy="12400"/>
            </a:xfrm>
            <a:custGeom>
              <a:avLst/>
              <a:gdLst/>
              <a:ahLst/>
              <a:cxnLst/>
              <a:rect l="l" t="t" r="r" b="b"/>
              <a:pathLst>
                <a:path w="502" h="496" extrusionOk="0">
                  <a:moveTo>
                    <a:pt x="250" y="0"/>
                  </a:moveTo>
                  <a:cubicBezTo>
                    <a:pt x="114" y="0"/>
                    <a:pt x="1" y="109"/>
                    <a:pt x="1" y="252"/>
                  </a:cubicBezTo>
                  <a:cubicBezTo>
                    <a:pt x="1" y="388"/>
                    <a:pt x="114" y="496"/>
                    <a:pt x="250" y="496"/>
                  </a:cubicBezTo>
                  <a:cubicBezTo>
                    <a:pt x="388" y="496"/>
                    <a:pt x="502" y="388"/>
                    <a:pt x="502" y="252"/>
                  </a:cubicBezTo>
                  <a:cubicBezTo>
                    <a:pt x="502"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7" name="Google Shape;13547;p31"/>
            <p:cNvSpPr/>
            <p:nvPr/>
          </p:nvSpPr>
          <p:spPr>
            <a:xfrm>
              <a:off x="2054075" y="3126475"/>
              <a:ext cx="12425" cy="12400"/>
            </a:xfrm>
            <a:custGeom>
              <a:avLst/>
              <a:gdLst/>
              <a:ahLst/>
              <a:cxnLst/>
              <a:rect l="l" t="t" r="r" b="b"/>
              <a:pathLst>
                <a:path w="497" h="496" extrusionOk="0">
                  <a:moveTo>
                    <a:pt x="252" y="0"/>
                  </a:moveTo>
                  <a:cubicBezTo>
                    <a:pt x="109" y="0"/>
                    <a:pt x="1" y="109"/>
                    <a:pt x="1" y="252"/>
                  </a:cubicBezTo>
                  <a:cubicBezTo>
                    <a:pt x="1" y="388"/>
                    <a:pt x="109" y="496"/>
                    <a:pt x="252" y="496"/>
                  </a:cubicBezTo>
                  <a:cubicBezTo>
                    <a:pt x="388" y="496"/>
                    <a:pt x="496" y="388"/>
                    <a:pt x="496" y="252"/>
                  </a:cubicBezTo>
                  <a:cubicBezTo>
                    <a:pt x="496"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8" name="Google Shape;13548;p31"/>
            <p:cNvSpPr/>
            <p:nvPr/>
          </p:nvSpPr>
          <p:spPr>
            <a:xfrm>
              <a:off x="2145825" y="3126475"/>
              <a:ext cx="12600" cy="12400"/>
            </a:xfrm>
            <a:custGeom>
              <a:avLst/>
              <a:gdLst/>
              <a:ahLst/>
              <a:cxnLst/>
              <a:rect l="l" t="t" r="r" b="b"/>
              <a:pathLst>
                <a:path w="504" h="496" extrusionOk="0">
                  <a:moveTo>
                    <a:pt x="252" y="0"/>
                  </a:moveTo>
                  <a:cubicBezTo>
                    <a:pt x="116" y="0"/>
                    <a:pt x="1" y="109"/>
                    <a:pt x="1" y="252"/>
                  </a:cubicBezTo>
                  <a:cubicBezTo>
                    <a:pt x="1" y="388"/>
                    <a:pt x="116" y="496"/>
                    <a:pt x="252" y="496"/>
                  </a:cubicBezTo>
                  <a:cubicBezTo>
                    <a:pt x="388" y="496"/>
                    <a:pt x="503" y="388"/>
                    <a:pt x="503" y="252"/>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9" name="Google Shape;13549;p31"/>
            <p:cNvSpPr/>
            <p:nvPr/>
          </p:nvSpPr>
          <p:spPr>
            <a:xfrm>
              <a:off x="2237800" y="3126475"/>
              <a:ext cx="12350" cy="12400"/>
            </a:xfrm>
            <a:custGeom>
              <a:avLst/>
              <a:gdLst/>
              <a:ahLst/>
              <a:cxnLst/>
              <a:rect l="l" t="t" r="r" b="b"/>
              <a:pathLst>
                <a:path w="494" h="496" extrusionOk="0">
                  <a:moveTo>
                    <a:pt x="244" y="0"/>
                  </a:moveTo>
                  <a:cubicBezTo>
                    <a:pt x="107" y="0"/>
                    <a:pt x="0" y="109"/>
                    <a:pt x="0" y="252"/>
                  </a:cubicBezTo>
                  <a:cubicBezTo>
                    <a:pt x="0" y="388"/>
                    <a:pt x="107" y="496"/>
                    <a:pt x="244" y="496"/>
                  </a:cubicBezTo>
                  <a:cubicBezTo>
                    <a:pt x="387" y="496"/>
                    <a:pt x="494" y="388"/>
                    <a:pt x="494" y="252"/>
                  </a:cubicBezTo>
                  <a:cubicBezTo>
                    <a:pt x="494" y="109"/>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0" name="Google Shape;13550;p31"/>
            <p:cNvSpPr/>
            <p:nvPr/>
          </p:nvSpPr>
          <p:spPr>
            <a:xfrm>
              <a:off x="2329550" y="3126475"/>
              <a:ext cx="12575" cy="12400"/>
            </a:xfrm>
            <a:custGeom>
              <a:avLst/>
              <a:gdLst/>
              <a:ahLst/>
              <a:cxnLst/>
              <a:rect l="l" t="t" r="r" b="b"/>
              <a:pathLst>
                <a:path w="503" h="496" extrusionOk="0">
                  <a:moveTo>
                    <a:pt x="251" y="0"/>
                  </a:moveTo>
                  <a:cubicBezTo>
                    <a:pt x="115" y="0"/>
                    <a:pt x="0" y="109"/>
                    <a:pt x="0" y="252"/>
                  </a:cubicBezTo>
                  <a:cubicBezTo>
                    <a:pt x="0" y="388"/>
                    <a:pt x="115" y="496"/>
                    <a:pt x="251" y="496"/>
                  </a:cubicBezTo>
                  <a:cubicBezTo>
                    <a:pt x="387" y="496"/>
                    <a:pt x="502" y="388"/>
                    <a:pt x="502" y="252"/>
                  </a:cubicBezTo>
                  <a:cubicBezTo>
                    <a:pt x="502"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1" name="Google Shape;13551;p31"/>
            <p:cNvSpPr/>
            <p:nvPr/>
          </p:nvSpPr>
          <p:spPr>
            <a:xfrm>
              <a:off x="2421325" y="3126475"/>
              <a:ext cx="12550" cy="12400"/>
            </a:xfrm>
            <a:custGeom>
              <a:avLst/>
              <a:gdLst/>
              <a:ahLst/>
              <a:cxnLst/>
              <a:rect l="l" t="t" r="r" b="b"/>
              <a:pathLst>
                <a:path w="502" h="496" extrusionOk="0">
                  <a:moveTo>
                    <a:pt x="250" y="0"/>
                  </a:moveTo>
                  <a:cubicBezTo>
                    <a:pt x="114" y="0"/>
                    <a:pt x="1" y="109"/>
                    <a:pt x="1" y="252"/>
                  </a:cubicBezTo>
                  <a:cubicBezTo>
                    <a:pt x="1" y="388"/>
                    <a:pt x="114" y="496"/>
                    <a:pt x="250" y="496"/>
                  </a:cubicBezTo>
                  <a:cubicBezTo>
                    <a:pt x="395" y="496"/>
                    <a:pt x="501" y="388"/>
                    <a:pt x="501" y="252"/>
                  </a:cubicBezTo>
                  <a:cubicBezTo>
                    <a:pt x="501" y="109"/>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2" name="Google Shape;13552;p31"/>
            <p:cNvSpPr/>
            <p:nvPr/>
          </p:nvSpPr>
          <p:spPr>
            <a:xfrm>
              <a:off x="2513250" y="3126475"/>
              <a:ext cx="12575" cy="12400"/>
            </a:xfrm>
            <a:custGeom>
              <a:avLst/>
              <a:gdLst/>
              <a:ahLst/>
              <a:cxnLst/>
              <a:rect l="l" t="t" r="r" b="b"/>
              <a:pathLst>
                <a:path w="503" h="496" extrusionOk="0">
                  <a:moveTo>
                    <a:pt x="252" y="0"/>
                  </a:moveTo>
                  <a:cubicBezTo>
                    <a:pt x="109" y="0"/>
                    <a:pt x="0" y="109"/>
                    <a:pt x="0" y="252"/>
                  </a:cubicBezTo>
                  <a:cubicBezTo>
                    <a:pt x="0" y="388"/>
                    <a:pt x="109" y="496"/>
                    <a:pt x="252" y="496"/>
                  </a:cubicBezTo>
                  <a:cubicBezTo>
                    <a:pt x="388" y="496"/>
                    <a:pt x="503" y="388"/>
                    <a:pt x="503" y="252"/>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3" name="Google Shape;13553;p31"/>
            <p:cNvSpPr/>
            <p:nvPr/>
          </p:nvSpPr>
          <p:spPr>
            <a:xfrm>
              <a:off x="2605000" y="3126475"/>
              <a:ext cx="12575" cy="12400"/>
            </a:xfrm>
            <a:custGeom>
              <a:avLst/>
              <a:gdLst/>
              <a:ahLst/>
              <a:cxnLst/>
              <a:rect l="l" t="t" r="r" b="b"/>
              <a:pathLst>
                <a:path w="503" h="496" extrusionOk="0">
                  <a:moveTo>
                    <a:pt x="252" y="0"/>
                  </a:moveTo>
                  <a:cubicBezTo>
                    <a:pt x="116" y="0"/>
                    <a:pt x="0" y="109"/>
                    <a:pt x="0" y="252"/>
                  </a:cubicBezTo>
                  <a:cubicBezTo>
                    <a:pt x="0" y="388"/>
                    <a:pt x="116" y="496"/>
                    <a:pt x="252" y="496"/>
                  </a:cubicBezTo>
                  <a:cubicBezTo>
                    <a:pt x="387" y="496"/>
                    <a:pt x="503" y="388"/>
                    <a:pt x="503" y="252"/>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4" name="Google Shape;13554;p31"/>
            <p:cNvSpPr/>
            <p:nvPr/>
          </p:nvSpPr>
          <p:spPr>
            <a:xfrm>
              <a:off x="2696950" y="3126475"/>
              <a:ext cx="12375" cy="12400"/>
            </a:xfrm>
            <a:custGeom>
              <a:avLst/>
              <a:gdLst/>
              <a:ahLst/>
              <a:cxnLst/>
              <a:rect l="l" t="t" r="r" b="b"/>
              <a:pathLst>
                <a:path w="495" h="496" extrusionOk="0">
                  <a:moveTo>
                    <a:pt x="252" y="0"/>
                  </a:moveTo>
                  <a:cubicBezTo>
                    <a:pt x="108" y="0"/>
                    <a:pt x="1" y="109"/>
                    <a:pt x="1" y="252"/>
                  </a:cubicBezTo>
                  <a:cubicBezTo>
                    <a:pt x="1" y="388"/>
                    <a:pt x="108" y="496"/>
                    <a:pt x="252" y="496"/>
                  </a:cubicBezTo>
                  <a:cubicBezTo>
                    <a:pt x="388" y="496"/>
                    <a:pt x="495" y="388"/>
                    <a:pt x="495" y="252"/>
                  </a:cubicBezTo>
                  <a:cubicBezTo>
                    <a:pt x="495"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5" name="Google Shape;13555;p31"/>
            <p:cNvSpPr/>
            <p:nvPr/>
          </p:nvSpPr>
          <p:spPr>
            <a:xfrm>
              <a:off x="2788700" y="3126475"/>
              <a:ext cx="12600" cy="12400"/>
            </a:xfrm>
            <a:custGeom>
              <a:avLst/>
              <a:gdLst/>
              <a:ahLst/>
              <a:cxnLst/>
              <a:rect l="l" t="t" r="r" b="b"/>
              <a:pathLst>
                <a:path w="504" h="496" extrusionOk="0">
                  <a:moveTo>
                    <a:pt x="252" y="0"/>
                  </a:moveTo>
                  <a:cubicBezTo>
                    <a:pt x="116" y="0"/>
                    <a:pt x="1" y="109"/>
                    <a:pt x="1" y="252"/>
                  </a:cubicBezTo>
                  <a:cubicBezTo>
                    <a:pt x="1" y="388"/>
                    <a:pt x="116" y="496"/>
                    <a:pt x="252" y="496"/>
                  </a:cubicBezTo>
                  <a:cubicBezTo>
                    <a:pt x="388" y="496"/>
                    <a:pt x="503" y="388"/>
                    <a:pt x="503" y="252"/>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6" name="Google Shape;13556;p31"/>
            <p:cNvSpPr/>
            <p:nvPr/>
          </p:nvSpPr>
          <p:spPr>
            <a:xfrm>
              <a:off x="2880675" y="3126475"/>
              <a:ext cx="12375" cy="12400"/>
            </a:xfrm>
            <a:custGeom>
              <a:avLst/>
              <a:gdLst/>
              <a:ahLst/>
              <a:cxnLst/>
              <a:rect l="l" t="t" r="r" b="b"/>
              <a:pathLst>
                <a:path w="495" h="496" extrusionOk="0">
                  <a:moveTo>
                    <a:pt x="243" y="0"/>
                  </a:moveTo>
                  <a:cubicBezTo>
                    <a:pt x="107" y="0"/>
                    <a:pt x="0" y="109"/>
                    <a:pt x="0" y="252"/>
                  </a:cubicBezTo>
                  <a:cubicBezTo>
                    <a:pt x="0" y="388"/>
                    <a:pt x="107" y="496"/>
                    <a:pt x="243" y="496"/>
                  </a:cubicBezTo>
                  <a:cubicBezTo>
                    <a:pt x="387" y="496"/>
                    <a:pt x="494" y="388"/>
                    <a:pt x="494" y="252"/>
                  </a:cubicBezTo>
                  <a:cubicBezTo>
                    <a:pt x="494" y="109"/>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7" name="Google Shape;13557;p31"/>
            <p:cNvSpPr/>
            <p:nvPr/>
          </p:nvSpPr>
          <p:spPr>
            <a:xfrm>
              <a:off x="2972425" y="3126475"/>
              <a:ext cx="12575" cy="12400"/>
            </a:xfrm>
            <a:custGeom>
              <a:avLst/>
              <a:gdLst/>
              <a:ahLst/>
              <a:cxnLst/>
              <a:rect l="l" t="t" r="r" b="b"/>
              <a:pathLst>
                <a:path w="503" h="496" extrusionOk="0">
                  <a:moveTo>
                    <a:pt x="251" y="0"/>
                  </a:moveTo>
                  <a:cubicBezTo>
                    <a:pt x="115" y="0"/>
                    <a:pt x="0" y="109"/>
                    <a:pt x="0" y="252"/>
                  </a:cubicBezTo>
                  <a:cubicBezTo>
                    <a:pt x="0" y="388"/>
                    <a:pt x="115" y="496"/>
                    <a:pt x="251" y="496"/>
                  </a:cubicBezTo>
                  <a:cubicBezTo>
                    <a:pt x="387" y="496"/>
                    <a:pt x="503" y="388"/>
                    <a:pt x="503" y="252"/>
                  </a:cubicBezTo>
                  <a:cubicBezTo>
                    <a:pt x="503"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8" name="Google Shape;13558;p31"/>
            <p:cNvSpPr/>
            <p:nvPr/>
          </p:nvSpPr>
          <p:spPr>
            <a:xfrm>
              <a:off x="3064375" y="3126475"/>
              <a:ext cx="12375" cy="12400"/>
            </a:xfrm>
            <a:custGeom>
              <a:avLst/>
              <a:gdLst/>
              <a:ahLst/>
              <a:cxnLst/>
              <a:rect l="l" t="t" r="r" b="b"/>
              <a:pathLst>
                <a:path w="495" h="496" extrusionOk="0">
                  <a:moveTo>
                    <a:pt x="243" y="0"/>
                  </a:moveTo>
                  <a:cubicBezTo>
                    <a:pt x="107" y="0"/>
                    <a:pt x="1" y="109"/>
                    <a:pt x="1" y="252"/>
                  </a:cubicBezTo>
                  <a:cubicBezTo>
                    <a:pt x="1" y="388"/>
                    <a:pt x="107" y="496"/>
                    <a:pt x="243" y="496"/>
                  </a:cubicBezTo>
                  <a:cubicBezTo>
                    <a:pt x="388" y="496"/>
                    <a:pt x="495" y="388"/>
                    <a:pt x="495" y="252"/>
                  </a:cubicBezTo>
                  <a:cubicBezTo>
                    <a:pt x="495" y="109"/>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9" name="Google Shape;13559;p31"/>
            <p:cNvSpPr/>
            <p:nvPr/>
          </p:nvSpPr>
          <p:spPr>
            <a:xfrm>
              <a:off x="3156125" y="3126475"/>
              <a:ext cx="12600" cy="12400"/>
            </a:xfrm>
            <a:custGeom>
              <a:avLst/>
              <a:gdLst/>
              <a:ahLst/>
              <a:cxnLst/>
              <a:rect l="l" t="t" r="r" b="b"/>
              <a:pathLst>
                <a:path w="504" h="496" extrusionOk="0">
                  <a:moveTo>
                    <a:pt x="252" y="0"/>
                  </a:moveTo>
                  <a:cubicBezTo>
                    <a:pt x="116" y="0"/>
                    <a:pt x="1" y="109"/>
                    <a:pt x="1" y="252"/>
                  </a:cubicBezTo>
                  <a:cubicBezTo>
                    <a:pt x="1" y="388"/>
                    <a:pt x="116" y="496"/>
                    <a:pt x="252" y="496"/>
                  </a:cubicBezTo>
                  <a:cubicBezTo>
                    <a:pt x="388" y="496"/>
                    <a:pt x="503" y="388"/>
                    <a:pt x="503" y="252"/>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0" name="Google Shape;13560;p31"/>
            <p:cNvSpPr/>
            <p:nvPr/>
          </p:nvSpPr>
          <p:spPr>
            <a:xfrm>
              <a:off x="3247875" y="3126475"/>
              <a:ext cx="12575" cy="12400"/>
            </a:xfrm>
            <a:custGeom>
              <a:avLst/>
              <a:gdLst/>
              <a:ahLst/>
              <a:cxnLst/>
              <a:rect l="l" t="t" r="r" b="b"/>
              <a:pathLst>
                <a:path w="503" h="496" extrusionOk="0">
                  <a:moveTo>
                    <a:pt x="252" y="0"/>
                  </a:moveTo>
                  <a:cubicBezTo>
                    <a:pt x="116" y="0"/>
                    <a:pt x="1" y="109"/>
                    <a:pt x="1" y="252"/>
                  </a:cubicBezTo>
                  <a:cubicBezTo>
                    <a:pt x="1" y="388"/>
                    <a:pt x="116" y="496"/>
                    <a:pt x="252" y="496"/>
                  </a:cubicBezTo>
                  <a:cubicBezTo>
                    <a:pt x="388" y="496"/>
                    <a:pt x="503" y="388"/>
                    <a:pt x="503" y="252"/>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1" name="Google Shape;13561;p31"/>
            <p:cNvSpPr/>
            <p:nvPr/>
          </p:nvSpPr>
          <p:spPr>
            <a:xfrm>
              <a:off x="3339850" y="3126475"/>
              <a:ext cx="12525" cy="12400"/>
            </a:xfrm>
            <a:custGeom>
              <a:avLst/>
              <a:gdLst/>
              <a:ahLst/>
              <a:cxnLst/>
              <a:rect l="l" t="t" r="r" b="b"/>
              <a:pathLst>
                <a:path w="501" h="496" extrusionOk="0">
                  <a:moveTo>
                    <a:pt x="251" y="0"/>
                  </a:moveTo>
                  <a:cubicBezTo>
                    <a:pt x="107" y="0"/>
                    <a:pt x="0" y="109"/>
                    <a:pt x="0" y="252"/>
                  </a:cubicBezTo>
                  <a:cubicBezTo>
                    <a:pt x="0" y="388"/>
                    <a:pt x="107" y="496"/>
                    <a:pt x="251" y="496"/>
                  </a:cubicBezTo>
                  <a:cubicBezTo>
                    <a:pt x="387" y="496"/>
                    <a:pt x="501" y="388"/>
                    <a:pt x="501" y="252"/>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2" name="Google Shape;13562;p31"/>
            <p:cNvSpPr/>
            <p:nvPr/>
          </p:nvSpPr>
          <p:spPr>
            <a:xfrm>
              <a:off x="3431575" y="3126475"/>
              <a:ext cx="12600" cy="12400"/>
            </a:xfrm>
            <a:custGeom>
              <a:avLst/>
              <a:gdLst/>
              <a:ahLst/>
              <a:cxnLst/>
              <a:rect l="l" t="t" r="r" b="b"/>
              <a:pathLst>
                <a:path w="504" h="496" extrusionOk="0">
                  <a:moveTo>
                    <a:pt x="252" y="0"/>
                  </a:moveTo>
                  <a:cubicBezTo>
                    <a:pt x="116" y="0"/>
                    <a:pt x="1" y="109"/>
                    <a:pt x="1" y="252"/>
                  </a:cubicBezTo>
                  <a:cubicBezTo>
                    <a:pt x="1" y="388"/>
                    <a:pt x="116" y="496"/>
                    <a:pt x="252" y="496"/>
                  </a:cubicBezTo>
                  <a:cubicBezTo>
                    <a:pt x="388" y="496"/>
                    <a:pt x="503" y="388"/>
                    <a:pt x="503" y="252"/>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3" name="Google Shape;13563;p31"/>
            <p:cNvSpPr/>
            <p:nvPr/>
          </p:nvSpPr>
          <p:spPr>
            <a:xfrm>
              <a:off x="3523550" y="3126475"/>
              <a:ext cx="12375" cy="12400"/>
            </a:xfrm>
            <a:custGeom>
              <a:avLst/>
              <a:gdLst/>
              <a:ahLst/>
              <a:cxnLst/>
              <a:rect l="l" t="t" r="r" b="b"/>
              <a:pathLst>
                <a:path w="495" h="496" extrusionOk="0">
                  <a:moveTo>
                    <a:pt x="250" y="0"/>
                  </a:moveTo>
                  <a:cubicBezTo>
                    <a:pt x="107" y="0"/>
                    <a:pt x="0" y="109"/>
                    <a:pt x="0" y="252"/>
                  </a:cubicBezTo>
                  <a:cubicBezTo>
                    <a:pt x="0" y="388"/>
                    <a:pt x="107" y="496"/>
                    <a:pt x="250" y="496"/>
                  </a:cubicBezTo>
                  <a:cubicBezTo>
                    <a:pt x="388" y="496"/>
                    <a:pt x="494" y="388"/>
                    <a:pt x="494" y="252"/>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4" name="Google Shape;13564;p31"/>
            <p:cNvSpPr/>
            <p:nvPr/>
          </p:nvSpPr>
          <p:spPr>
            <a:xfrm>
              <a:off x="676400" y="32182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5" name="Google Shape;13565;p31"/>
            <p:cNvSpPr/>
            <p:nvPr/>
          </p:nvSpPr>
          <p:spPr>
            <a:xfrm>
              <a:off x="768325" y="3218225"/>
              <a:ext cx="12400" cy="12575"/>
            </a:xfrm>
            <a:custGeom>
              <a:avLst/>
              <a:gdLst/>
              <a:ahLst/>
              <a:cxnLst/>
              <a:rect l="l" t="t" r="r" b="b"/>
              <a:pathLst>
                <a:path w="496" h="503" extrusionOk="0">
                  <a:moveTo>
                    <a:pt x="245" y="0"/>
                  </a:moveTo>
                  <a:cubicBezTo>
                    <a:pt x="109" y="0"/>
                    <a:pt x="0" y="116"/>
                    <a:pt x="0" y="252"/>
                  </a:cubicBezTo>
                  <a:cubicBezTo>
                    <a:pt x="0" y="387"/>
                    <a:pt x="109" y="503"/>
                    <a:pt x="245" y="503"/>
                  </a:cubicBezTo>
                  <a:cubicBezTo>
                    <a:pt x="388" y="503"/>
                    <a:pt x="496" y="387"/>
                    <a:pt x="496" y="252"/>
                  </a:cubicBezTo>
                  <a:cubicBezTo>
                    <a:pt x="496" y="116"/>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6" name="Google Shape;13566;p31"/>
            <p:cNvSpPr/>
            <p:nvPr/>
          </p:nvSpPr>
          <p:spPr>
            <a:xfrm>
              <a:off x="860125" y="3218225"/>
              <a:ext cx="12525" cy="12575"/>
            </a:xfrm>
            <a:custGeom>
              <a:avLst/>
              <a:gdLst/>
              <a:ahLst/>
              <a:cxnLst/>
              <a:rect l="l" t="t" r="r" b="b"/>
              <a:pathLst>
                <a:path w="501" h="503" extrusionOk="0">
                  <a:moveTo>
                    <a:pt x="251" y="0"/>
                  </a:moveTo>
                  <a:cubicBezTo>
                    <a:pt x="114" y="0"/>
                    <a:pt x="0" y="116"/>
                    <a:pt x="0" y="252"/>
                  </a:cubicBezTo>
                  <a:cubicBezTo>
                    <a:pt x="0" y="387"/>
                    <a:pt x="114" y="503"/>
                    <a:pt x="251" y="503"/>
                  </a:cubicBezTo>
                  <a:cubicBezTo>
                    <a:pt x="387" y="503"/>
                    <a:pt x="501" y="387"/>
                    <a:pt x="501" y="252"/>
                  </a:cubicBezTo>
                  <a:cubicBezTo>
                    <a:pt x="501"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7" name="Google Shape;13567;p31"/>
            <p:cNvSpPr/>
            <p:nvPr/>
          </p:nvSpPr>
          <p:spPr>
            <a:xfrm>
              <a:off x="951850" y="32182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8" name="Google Shape;13568;p31"/>
            <p:cNvSpPr/>
            <p:nvPr/>
          </p:nvSpPr>
          <p:spPr>
            <a:xfrm>
              <a:off x="1043825" y="3218225"/>
              <a:ext cx="12375" cy="12575"/>
            </a:xfrm>
            <a:custGeom>
              <a:avLst/>
              <a:gdLst/>
              <a:ahLst/>
              <a:cxnLst/>
              <a:rect l="l" t="t" r="r" b="b"/>
              <a:pathLst>
                <a:path w="495" h="503" extrusionOk="0">
                  <a:moveTo>
                    <a:pt x="250" y="0"/>
                  </a:moveTo>
                  <a:cubicBezTo>
                    <a:pt x="107" y="0"/>
                    <a:pt x="0" y="116"/>
                    <a:pt x="0" y="252"/>
                  </a:cubicBezTo>
                  <a:cubicBezTo>
                    <a:pt x="0" y="387"/>
                    <a:pt x="107" y="503"/>
                    <a:pt x="250" y="503"/>
                  </a:cubicBezTo>
                  <a:cubicBezTo>
                    <a:pt x="388" y="503"/>
                    <a:pt x="494" y="387"/>
                    <a:pt x="494" y="252"/>
                  </a:cubicBezTo>
                  <a:cubicBezTo>
                    <a:pt x="494"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9" name="Google Shape;13569;p31"/>
            <p:cNvSpPr/>
            <p:nvPr/>
          </p:nvSpPr>
          <p:spPr>
            <a:xfrm>
              <a:off x="1135575" y="3218225"/>
              <a:ext cx="12575" cy="12575"/>
            </a:xfrm>
            <a:custGeom>
              <a:avLst/>
              <a:gdLst/>
              <a:ahLst/>
              <a:cxnLst/>
              <a:rect l="l" t="t" r="r" b="b"/>
              <a:pathLst>
                <a:path w="503" h="503" extrusionOk="0">
                  <a:moveTo>
                    <a:pt x="252" y="0"/>
                  </a:moveTo>
                  <a:cubicBezTo>
                    <a:pt x="116" y="0"/>
                    <a:pt x="0" y="116"/>
                    <a:pt x="0" y="252"/>
                  </a:cubicBezTo>
                  <a:cubicBezTo>
                    <a:pt x="0" y="387"/>
                    <a:pt x="116" y="503"/>
                    <a:pt x="252" y="503"/>
                  </a:cubicBezTo>
                  <a:cubicBezTo>
                    <a:pt x="387" y="503"/>
                    <a:pt x="503" y="387"/>
                    <a:pt x="503" y="252"/>
                  </a:cubicBezTo>
                  <a:cubicBezTo>
                    <a:pt x="503"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0" name="Google Shape;13570;p31"/>
            <p:cNvSpPr/>
            <p:nvPr/>
          </p:nvSpPr>
          <p:spPr>
            <a:xfrm>
              <a:off x="1227500" y="3218225"/>
              <a:ext cx="12400" cy="12575"/>
            </a:xfrm>
            <a:custGeom>
              <a:avLst/>
              <a:gdLst/>
              <a:ahLst/>
              <a:cxnLst/>
              <a:rect l="l" t="t" r="r" b="b"/>
              <a:pathLst>
                <a:path w="496" h="503" extrusionOk="0">
                  <a:moveTo>
                    <a:pt x="251" y="0"/>
                  </a:moveTo>
                  <a:cubicBezTo>
                    <a:pt x="109" y="0"/>
                    <a:pt x="0" y="116"/>
                    <a:pt x="0" y="252"/>
                  </a:cubicBezTo>
                  <a:cubicBezTo>
                    <a:pt x="0" y="387"/>
                    <a:pt x="109" y="503"/>
                    <a:pt x="251" y="503"/>
                  </a:cubicBezTo>
                  <a:cubicBezTo>
                    <a:pt x="387" y="503"/>
                    <a:pt x="496" y="387"/>
                    <a:pt x="496" y="252"/>
                  </a:cubicBezTo>
                  <a:cubicBezTo>
                    <a:pt x="496"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1" name="Google Shape;13571;p31"/>
            <p:cNvSpPr/>
            <p:nvPr/>
          </p:nvSpPr>
          <p:spPr>
            <a:xfrm>
              <a:off x="1319275" y="3218225"/>
              <a:ext cx="12550" cy="12575"/>
            </a:xfrm>
            <a:custGeom>
              <a:avLst/>
              <a:gdLst/>
              <a:ahLst/>
              <a:cxnLst/>
              <a:rect l="l" t="t" r="r" b="b"/>
              <a:pathLst>
                <a:path w="502" h="503" extrusionOk="0">
                  <a:moveTo>
                    <a:pt x="252" y="0"/>
                  </a:moveTo>
                  <a:cubicBezTo>
                    <a:pt x="114" y="0"/>
                    <a:pt x="1" y="116"/>
                    <a:pt x="1" y="252"/>
                  </a:cubicBezTo>
                  <a:cubicBezTo>
                    <a:pt x="1" y="387"/>
                    <a:pt x="114" y="503"/>
                    <a:pt x="252" y="503"/>
                  </a:cubicBezTo>
                  <a:cubicBezTo>
                    <a:pt x="388" y="503"/>
                    <a:pt x="501" y="387"/>
                    <a:pt x="501" y="252"/>
                  </a:cubicBezTo>
                  <a:cubicBezTo>
                    <a:pt x="501"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2" name="Google Shape;13572;p31"/>
            <p:cNvSpPr/>
            <p:nvPr/>
          </p:nvSpPr>
          <p:spPr>
            <a:xfrm>
              <a:off x="1411200" y="3218225"/>
              <a:ext cx="12425" cy="12575"/>
            </a:xfrm>
            <a:custGeom>
              <a:avLst/>
              <a:gdLst/>
              <a:ahLst/>
              <a:cxnLst/>
              <a:rect l="l" t="t" r="r" b="b"/>
              <a:pathLst>
                <a:path w="497" h="503" extrusionOk="0">
                  <a:moveTo>
                    <a:pt x="245" y="0"/>
                  </a:moveTo>
                  <a:cubicBezTo>
                    <a:pt x="109" y="0"/>
                    <a:pt x="1" y="116"/>
                    <a:pt x="1" y="252"/>
                  </a:cubicBezTo>
                  <a:cubicBezTo>
                    <a:pt x="1" y="387"/>
                    <a:pt x="109" y="503"/>
                    <a:pt x="245" y="503"/>
                  </a:cubicBezTo>
                  <a:cubicBezTo>
                    <a:pt x="388" y="503"/>
                    <a:pt x="496" y="387"/>
                    <a:pt x="496" y="252"/>
                  </a:cubicBezTo>
                  <a:cubicBezTo>
                    <a:pt x="496" y="116"/>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3" name="Google Shape;13573;p31"/>
            <p:cNvSpPr/>
            <p:nvPr/>
          </p:nvSpPr>
          <p:spPr>
            <a:xfrm>
              <a:off x="1503000" y="3218225"/>
              <a:ext cx="12525" cy="12575"/>
            </a:xfrm>
            <a:custGeom>
              <a:avLst/>
              <a:gdLst/>
              <a:ahLst/>
              <a:cxnLst/>
              <a:rect l="l" t="t" r="r" b="b"/>
              <a:pathLst>
                <a:path w="501" h="503" extrusionOk="0">
                  <a:moveTo>
                    <a:pt x="250" y="0"/>
                  </a:moveTo>
                  <a:cubicBezTo>
                    <a:pt x="114" y="0"/>
                    <a:pt x="0" y="116"/>
                    <a:pt x="0" y="252"/>
                  </a:cubicBezTo>
                  <a:cubicBezTo>
                    <a:pt x="0" y="387"/>
                    <a:pt x="114" y="503"/>
                    <a:pt x="250" y="503"/>
                  </a:cubicBezTo>
                  <a:cubicBezTo>
                    <a:pt x="387" y="503"/>
                    <a:pt x="501" y="387"/>
                    <a:pt x="501" y="252"/>
                  </a:cubicBezTo>
                  <a:cubicBezTo>
                    <a:pt x="501" y="116"/>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4" name="Google Shape;13574;p31"/>
            <p:cNvSpPr/>
            <p:nvPr/>
          </p:nvSpPr>
          <p:spPr>
            <a:xfrm>
              <a:off x="1594750" y="3218225"/>
              <a:ext cx="12575" cy="12575"/>
            </a:xfrm>
            <a:custGeom>
              <a:avLst/>
              <a:gdLst/>
              <a:ahLst/>
              <a:cxnLst/>
              <a:rect l="l" t="t" r="r" b="b"/>
              <a:pathLst>
                <a:path w="503" h="503" extrusionOk="0">
                  <a:moveTo>
                    <a:pt x="251" y="0"/>
                  </a:moveTo>
                  <a:cubicBezTo>
                    <a:pt x="115" y="0"/>
                    <a:pt x="0" y="116"/>
                    <a:pt x="0" y="252"/>
                  </a:cubicBezTo>
                  <a:cubicBezTo>
                    <a:pt x="0" y="387"/>
                    <a:pt x="115" y="503"/>
                    <a:pt x="251" y="503"/>
                  </a:cubicBezTo>
                  <a:cubicBezTo>
                    <a:pt x="394" y="503"/>
                    <a:pt x="503" y="387"/>
                    <a:pt x="503" y="252"/>
                  </a:cubicBezTo>
                  <a:cubicBezTo>
                    <a:pt x="503" y="116"/>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5" name="Google Shape;13575;p31"/>
            <p:cNvSpPr/>
            <p:nvPr/>
          </p:nvSpPr>
          <p:spPr>
            <a:xfrm>
              <a:off x="1686650" y="32182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6" name="Google Shape;13576;p31"/>
            <p:cNvSpPr/>
            <p:nvPr/>
          </p:nvSpPr>
          <p:spPr>
            <a:xfrm>
              <a:off x="1778450" y="3218225"/>
              <a:ext cx="12550" cy="12575"/>
            </a:xfrm>
            <a:custGeom>
              <a:avLst/>
              <a:gdLst/>
              <a:ahLst/>
              <a:cxnLst/>
              <a:rect l="l" t="t" r="r" b="b"/>
              <a:pathLst>
                <a:path w="502" h="503" extrusionOk="0">
                  <a:moveTo>
                    <a:pt x="252" y="0"/>
                  </a:moveTo>
                  <a:cubicBezTo>
                    <a:pt x="114" y="0"/>
                    <a:pt x="1" y="116"/>
                    <a:pt x="1" y="252"/>
                  </a:cubicBezTo>
                  <a:cubicBezTo>
                    <a:pt x="1" y="387"/>
                    <a:pt x="114" y="503"/>
                    <a:pt x="252" y="503"/>
                  </a:cubicBezTo>
                  <a:cubicBezTo>
                    <a:pt x="388" y="503"/>
                    <a:pt x="501" y="387"/>
                    <a:pt x="501" y="252"/>
                  </a:cubicBezTo>
                  <a:cubicBezTo>
                    <a:pt x="501"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7" name="Google Shape;13577;p31"/>
            <p:cNvSpPr/>
            <p:nvPr/>
          </p:nvSpPr>
          <p:spPr>
            <a:xfrm>
              <a:off x="1870375" y="3218225"/>
              <a:ext cx="12400" cy="12575"/>
            </a:xfrm>
            <a:custGeom>
              <a:avLst/>
              <a:gdLst/>
              <a:ahLst/>
              <a:cxnLst/>
              <a:rect l="l" t="t" r="r" b="b"/>
              <a:pathLst>
                <a:path w="496" h="503" extrusionOk="0">
                  <a:moveTo>
                    <a:pt x="252" y="0"/>
                  </a:moveTo>
                  <a:cubicBezTo>
                    <a:pt x="109" y="0"/>
                    <a:pt x="0" y="116"/>
                    <a:pt x="0" y="252"/>
                  </a:cubicBezTo>
                  <a:cubicBezTo>
                    <a:pt x="0" y="387"/>
                    <a:pt x="109" y="503"/>
                    <a:pt x="252" y="503"/>
                  </a:cubicBezTo>
                  <a:cubicBezTo>
                    <a:pt x="387" y="503"/>
                    <a:pt x="496" y="387"/>
                    <a:pt x="496" y="252"/>
                  </a:cubicBezTo>
                  <a:cubicBezTo>
                    <a:pt x="496"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8" name="Google Shape;13578;p31"/>
            <p:cNvSpPr/>
            <p:nvPr/>
          </p:nvSpPr>
          <p:spPr>
            <a:xfrm>
              <a:off x="1962150" y="3218225"/>
              <a:ext cx="12550" cy="12575"/>
            </a:xfrm>
            <a:custGeom>
              <a:avLst/>
              <a:gdLst/>
              <a:ahLst/>
              <a:cxnLst/>
              <a:rect l="l" t="t" r="r" b="b"/>
              <a:pathLst>
                <a:path w="502" h="503" extrusionOk="0">
                  <a:moveTo>
                    <a:pt x="250" y="0"/>
                  </a:moveTo>
                  <a:cubicBezTo>
                    <a:pt x="114" y="0"/>
                    <a:pt x="1" y="116"/>
                    <a:pt x="1" y="252"/>
                  </a:cubicBezTo>
                  <a:cubicBezTo>
                    <a:pt x="1" y="387"/>
                    <a:pt x="114" y="503"/>
                    <a:pt x="250" y="503"/>
                  </a:cubicBezTo>
                  <a:cubicBezTo>
                    <a:pt x="388" y="503"/>
                    <a:pt x="502" y="387"/>
                    <a:pt x="502" y="252"/>
                  </a:cubicBezTo>
                  <a:cubicBezTo>
                    <a:pt x="502"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9" name="Google Shape;13579;p31"/>
            <p:cNvSpPr/>
            <p:nvPr/>
          </p:nvSpPr>
          <p:spPr>
            <a:xfrm>
              <a:off x="2054075" y="3218225"/>
              <a:ext cx="12425" cy="12575"/>
            </a:xfrm>
            <a:custGeom>
              <a:avLst/>
              <a:gdLst/>
              <a:ahLst/>
              <a:cxnLst/>
              <a:rect l="l" t="t" r="r" b="b"/>
              <a:pathLst>
                <a:path w="497" h="503" extrusionOk="0">
                  <a:moveTo>
                    <a:pt x="252" y="0"/>
                  </a:moveTo>
                  <a:cubicBezTo>
                    <a:pt x="109" y="0"/>
                    <a:pt x="1" y="116"/>
                    <a:pt x="1" y="252"/>
                  </a:cubicBezTo>
                  <a:cubicBezTo>
                    <a:pt x="1" y="387"/>
                    <a:pt x="109" y="503"/>
                    <a:pt x="252" y="503"/>
                  </a:cubicBezTo>
                  <a:cubicBezTo>
                    <a:pt x="388" y="503"/>
                    <a:pt x="496" y="387"/>
                    <a:pt x="496" y="252"/>
                  </a:cubicBezTo>
                  <a:cubicBezTo>
                    <a:pt x="496"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0" name="Google Shape;13580;p31"/>
            <p:cNvSpPr/>
            <p:nvPr/>
          </p:nvSpPr>
          <p:spPr>
            <a:xfrm>
              <a:off x="2145825" y="32182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1" name="Google Shape;13581;p31"/>
            <p:cNvSpPr/>
            <p:nvPr/>
          </p:nvSpPr>
          <p:spPr>
            <a:xfrm>
              <a:off x="2237800" y="3218225"/>
              <a:ext cx="12350" cy="12575"/>
            </a:xfrm>
            <a:custGeom>
              <a:avLst/>
              <a:gdLst/>
              <a:ahLst/>
              <a:cxnLst/>
              <a:rect l="l" t="t" r="r" b="b"/>
              <a:pathLst>
                <a:path w="494" h="503" extrusionOk="0">
                  <a:moveTo>
                    <a:pt x="244" y="0"/>
                  </a:moveTo>
                  <a:cubicBezTo>
                    <a:pt x="107" y="0"/>
                    <a:pt x="0" y="116"/>
                    <a:pt x="0" y="252"/>
                  </a:cubicBezTo>
                  <a:cubicBezTo>
                    <a:pt x="0" y="387"/>
                    <a:pt x="107" y="503"/>
                    <a:pt x="244" y="503"/>
                  </a:cubicBezTo>
                  <a:cubicBezTo>
                    <a:pt x="387" y="503"/>
                    <a:pt x="494" y="387"/>
                    <a:pt x="494" y="252"/>
                  </a:cubicBezTo>
                  <a:cubicBezTo>
                    <a:pt x="494" y="116"/>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2" name="Google Shape;13582;p31"/>
            <p:cNvSpPr/>
            <p:nvPr/>
          </p:nvSpPr>
          <p:spPr>
            <a:xfrm>
              <a:off x="2329550" y="3218225"/>
              <a:ext cx="12575" cy="12575"/>
            </a:xfrm>
            <a:custGeom>
              <a:avLst/>
              <a:gdLst/>
              <a:ahLst/>
              <a:cxnLst/>
              <a:rect l="l" t="t" r="r" b="b"/>
              <a:pathLst>
                <a:path w="503" h="503" extrusionOk="0">
                  <a:moveTo>
                    <a:pt x="251" y="0"/>
                  </a:moveTo>
                  <a:cubicBezTo>
                    <a:pt x="115" y="0"/>
                    <a:pt x="0" y="116"/>
                    <a:pt x="0" y="252"/>
                  </a:cubicBezTo>
                  <a:cubicBezTo>
                    <a:pt x="0" y="387"/>
                    <a:pt x="115" y="503"/>
                    <a:pt x="251" y="503"/>
                  </a:cubicBezTo>
                  <a:cubicBezTo>
                    <a:pt x="387" y="503"/>
                    <a:pt x="502" y="387"/>
                    <a:pt x="502" y="252"/>
                  </a:cubicBezTo>
                  <a:cubicBezTo>
                    <a:pt x="502"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3" name="Google Shape;13583;p31"/>
            <p:cNvSpPr/>
            <p:nvPr/>
          </p:nvSpPr>
          <p:spPr>
            <a:xfrm>
              <a:off x="2421325" y="3218225"/>
              <a:ext cx="12550" cy="12575"/>
            </a:xfrm>
            <a:custGeom>
              <a:avLst/>
              <a:gdLst/>
              <a:ahLst/>
              <a:cxnLst/>
              <a:rect l="l" t="t" r="r" b="b"/>
              <a:pathLst>
                <a:path w="502" h="503" extrusionOk="0">
                  <a:moveTo>
                    <a:pt x="250" y="0"/>
                  </a:moveTo>
                  <a:cubicBezTo>
                    <a:pt x="114" y="0"/>
                    <a:pt x="1" y="116"/>
                    <a:pt x="1" y="252"/>
                  </a:cubicBezTo>
                  <a:cubicBezTo>
                    <a:pt x="1" y="387"/>
                    <a:pt x="114" y="503"/>
                    <a:pt x="250" y="503"/>
                  </a:cubicBezTo>
                  <a:cubicBezTo>
                    <a:pt x="395" y="503"/>
                    <a:pt x="501" y="387"/>
                    <a:pt x="501" y="252"/>
                  </a:cubicBezTo>
                  <a:cubicBezTo>
                    <a:pt x="501" y="116"/>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4" name="Google Shape;13584;p31"/>
            <p:cNvSpPr/>
            <p:nvPr/>
          </p:nvSpPr>
          <p:spPr>
            <a:xfrm>
              <a:off x="2513250" y="3218225"/>
              <a:ext cx="12575" cy="12575"/>
            </a:xfrm>
            <a:custGeom>
              <a:avLst/>
              <a:gdLst/>
              <a:ahLst/>
              <a:cxnLst/>
              <a:rect l="l" t="t" r="r" b="b"/>
              <a:pathLst>
                <a:path w="503" h="503" extrusionOk="0">
                  <a:moveTo>
                    <a:pt x="252" y="0"/>
                  </a:moveTo>
                  <a:cubicBezTo>
                    <a:pt x="109" y="0"/>
                    <a:pt x="0" y="116"/>
                    <a:pt x="0" y="252"/>
                  </a:cubicBezTo>
                  <a:cubicBezTo>
                    <a:pt x="0" y="387"/>
                    <a:pt x="109"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5" name="Google Shape;13585;p31"/>
            <p:cNvSpPr/>
            <p:nvPr/>
          </p:nvSpPr>
          <p:spPr>
            <a:xfrm>
              <a:off x="2605000" y="3218225"/>
              <a:ext cx="12575" cy="12575"/>
            </a:xfrm>
            <a:custGeom>
              <a:avLst/>
              <a:gdLst/>
              <a:ahLst/>
              <a:cxnLst/>
              <a:rect l="l" t="t" r="r" b="b"/>
              <a:pathLst>
                <a:path w="503" h="503" extrusionOk="0">
                  <a:moveTo>
                    <a:pt x="252" y="0"/>
                  </a:moveTo>
                  <a:cubicBezTo>
                    <a:pt x="116" y="0"/>
                    <a:pt x="0" y="116"/>
                    <a:pt x="0" y="252"/>
                  </a:cubicBezTo>
                  <a:cubicBezTo>
                    <a:pt x="0" y="387"/>
                    <a:pt x="116" y="503"/>
                    <a:pt x="252" y="503"/>
                  </a:cubicBezTo>
                  <a:cubicBezTo>
                    <a:pt x="387" y="503"/>
                    <a:pt x="503" y="387"/>
                    <a:pt x="503" y="252"/>
                  </a:cubicBezTo>
                  <a:cubicBezTo>
                    <a:pt x="503"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6" name="Google Shape;13586;p31"/>
            <p:cNvSpPr/>
            <p:nvPr/>
          </p:nvSpPr>
          <p:spPr>
            <a:xfrm>
              <a:off x="2696950" y="3218225"/>
              <a:ext cx="12375" cy="12575"/>
            </a:xfrm>
            <a:custGeom>
              <a:avLst/>
              <a:gdLst/>
              <a:ahLst/>
              <a:cxnLst/>
              <a:rect l="l" t="t" r="r" b="b"/>
              <a:pathLst>
                <a:path w="495" h="503" extrusionOk="0">
                  <a:moveTo>
                    <a:pt x="252" y="0"/>
                  </a:moveTo>
                  <a:cubicBezTo>
                    <a:pt x="108" y="0"/>
                    <a:pt x="1" y="116"/>
                    <a:pt x="1" y="252"/>
                  </a:cubicBezTo>
                  <a:cubicBezTo>
                    <a:pt x="1" y="387"/>
                    <a:pt x="108" y="503"/>
                    <a:pt x="252" y="503"/>
                  </a:cubicBezTo>
                  <a:cubicBezTo>
                    <a:pt x="388" y="503"/>
                    <a:pt x="495" y="387"/>
                    <a:pt x="495" y="252"/>
                  </a:cubicBezTo>
                  <a:cubicBezTo>
                    <a:pt x="495"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7" name="Google Shape;13587;p31"/>
            <p:cNvSpPr/>
            <p:nvPr/>
          </p:nvSpPr>
          <p:spPr>
            <a:xfrm>
              <a:off x="2788700" y="32182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8" name="Google Shape;13588;p31"/>
            <p:cNvSpPr/>
            <p:nvPr/>
          </p:nvSpPr>
          <p:spPr>
            <a:xfrm>
              <a:off x="2880675" y="3218225"/>
              <a:ext cx="12375" cy="12575"/>
            </a:xfrm>
            <a:custGeom>
              <a:avLst/>
              <a:gdLst/>
              <a:ahLst/>
              <a:cxnLst/>
              <a:rect l="l" t="t" r="r" b="b"/>
              <a:pathLst>
                <a:path w="495" h="503" extrusionOk="0">
                  <a:moveTo>
                    <a:pt x="243" y="0"/>
                  </a:moveTo>
                  <a:cubicBezTo>
                    <a:pt x="107" y="0"/>
                    <a:pt x="0" y="116"/>
                    <a:pt x="0" y="252"/>
                  </a:cubicBezTo>
                  <a:cubicBezTo>
                    <a:pt x="0" y="387"/>
                    <a:pt x="107" y="503"/>
                    <a:pt x="243" y="503"/>
                  </a:cubicBezTo>
                  <a:cubicBezTo>
                    <a:pt x="387" y="503"/>
                    <a:pt x="494" y="387"/>
                    <a:pt x="494" y="252"/>
                  </a:cubicBezTo>
                  <a:cubicBezTo>
                    <a:pt x="494" y="116"/>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9" name="Google Shape;13589;p31"/>
            <p:cNvSpPr/>
            <p:nvPr/>
          </p:nvSpPr>
          <p:spPr>
            <a:xfrm>
              <a:off x="2972425" y="3218225"/>
              <a:ext cx="12575" cy="12575"/>
            </a:xfrm>
            <a:custGeom>
              <a:avLst/>
              <a:gdLst/>
              <a:ahLst/>
              <a:cxnLst/>
              <a:rect l="l" t="t" r="r" b="b"/>
              <a:pathLst>
                <a:path w="503" h="503" extrusionOk="0">
                  <a:moveTo>
                    <a:pt x="251" y="0"/>
                  </a:moveTo>
                  <a:cubicBezTo>
                    <a:pt x="115" y="0"/>
                    <a:pt x="0" y="116"/>
                    <a:pt x="0" y="252"/>
                  </a:cubicBezTo>
                  <a:cubicBezTo>
                    <a:pt x="0" y="387"/>
                    <a:pt x="115" y="503"/>
                    <a:pt x="251" y="503"/>
                  </a:cubicBezTo>
                  <a:cubicBezTo>
                    <a:pt x="387" y="503"/>
                    <a:pt x="503" y="387"/>
                    <a:pt x="503" y="252"/>
                  </a:cubicBezTo>
                  <a:cubicBezTo>
                    <a:pt x="503"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0" name="Google Shape;13590;p31"/>
            <p:cNvSpPr/>
            <p:nvPr/>
          </p:nvSpPr>
          <p:spPr>
            <a:xfrm>
              <a:off x="3064375" y="3218225"/>
              <a:ext cx="12375" cy="12575"/>
            </a:xfrm>
            <a:custGeom>
              <a:avLst/>
              <a:gdLst/>
              <a:ahLst/>
              <a:cxnLst/>
              <a:rect l="l" t="t" r="r" b="b"/>
              <a:pathLst>
                <a:path w="495" h="503" extrusionOk="0">
                  <a:moveTo>
                    <a:pt x="243" y="0"/>
                  </a:moveTo>
                  <a:cubicBezTo>
                    <a:pt x="107" y="0"/>
                    <a:pt x="1" y="116"/>
                    <a:pt x="1" y="252"/>
                  </a:cubicBezTo>
                  <a:cubicBezTo>
                    <a:pt x="1" y="387"/>
                    <a:pt x="107" y="503"/>
                    <a:pt x="243" y="503"/>
                  </a:cubicBezTo>
                  <a:cubicBezTo>
                    <a:pt x="388" y="503"/>
                    <a:pt x="495" y="387"/>
                    <a:pt x="495" y="252"/>
                  </a:cubicBezTo>
                  <a:cubicBezTo>
                    <a:pt x="495" y="116"/>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1" name="Google Shape;13591;p31"/>
            <p:cNvSpPr/>
            <p:nvPr/>
          </p:nvSpPr>
          <p:spPr>
            <a:xfrm>
              <a:off x="3156125" y="32182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2" name="Google Shape;13592;p31"/>
            <p:cNvSpPr/>
            <p:nvPr/>
          </p:nvSpPr>
          <p:spPr>
            <a:xfrm>
              <a:off x="3247875" y="3218225"/>
              <a:ext cx="12575" cy="12575"/>
            </a:xfrm>
            <a:custGeom>
              <a:avLst/>
              <a:gdLst/>
              <a:ahLst/>
              <a:cxnLst/>
              <a:rect l="l" t="t" r="r" b="b"/>
              <a:pathLst>
                <a:path w="503"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3" name="Google Shape;13593;p31"/>
            <p:cNvSpPr/>
            <p:nvPr/>
          </p:nvSpPr>
          <p:spPr>
            <a:xfrm>
              <a:off x="3339850" y="3218225"/>
              <a:ext cx="12525" cy="12575"/>
            </a:xfrm>
            <a:custGeom>
              <a:avLst/>
              <a:gdLst/>
              <a:ahLst/>
              <a:cxnLst/>
              <a:rect l="l" t="t" r="r" b="b"/>
              <a:pathLst>
                <a:path w="501" h="503" extrusionOk="0">
                  <a:moveTo>
                    <a:pt x="251" y="0"/>
                  </a:moveTo>
                  <a:cubicBezTo>
                    <a:pt x="107" y="0"/>
                    <a:pt x="0" y="116"/>
                    <a:pt x="0" y="252"/>
                  </a:cubicBezTo>
                  <a:cubicBezTo>
                    <a:pt x="0" y="387"/>
                    <a:pt x="107" y="503"/>
                    <a:pt x="251" y="503"/>
                  </a:cubicBezTo>
                  <a:cubicBezTo>
                    <a:pt x="387" y="503"/>
                    <a:pt x="501" y="387"/>
                    <a:pt x="501" y="252"/>
                  </a:cubicBezTo>
                  <a:cubicBezTo>
                    <a:pt x="501"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4" name="Google Shape;13594;p31"/>
            <p:cNvSpPr/>
            <p:nvPr/>
          </p:nvSpPr>
          <p:spPr>
            <a:xfrm>
              <a:off x="3431575" y="32182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5" name="Google Shape;13595;p31"/>
            <p:cNvSpPr/>
            <p:nvPr/>
          </p:nvSpPr>
          <p:spPr>
            <a:xfrm>
              <a:off x="3523550" y="3218225"/>
              <a:ext cx="12375" cy="12575"/>
            </a:xfrm>
            <a:custGeom>
              <a:avLst/>
              <a:gdLst/>
              <a:ahLst/>
              <a:cxnLst/>
              <a:rect l="l" t="t" r="r" b="b"/>
              <a:pathLst>
                <a:path w="495" h="503" extrusionOk="0">
                  <a:moveTo>
                    <a:pt x="250" y="0"/>
                  </a:moveTo>
                  <a:cubicBezTo>
                    <a:pt x="107" y="0"/>
                    <a:pt x="0" y="116"/>
                    <a:pt x="0" y="252"/>
                  </a:cubicBezTo>
                  <a:cubicBezTo>
                    <a:pt x="0" y="387"/>
                    <a:pt x="107" y="503"/>
                    <a:pt x="250" y="503"/>
                  </a:cubicBezTo>
                  <a:cubicBezTo>
                    <a:pt x="388" y="503"/>
                    <a:pt x="494" y="387"/>
                    <a:pt x="494" y="252"/>
                  </a:cubicBezTo>
                  <a:cubicBezTo>
                    <a:pt x="494"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6" name="Google Shape;13596;p31"/>
            <p:cNvSpPr/>
            <p:nvPr/>
          </p:nvSpPr>
          <p:spPr>
            <a:xfrm>
              <a:off x="676400" y="3310175"/>
              <a:ext cx="12600" cy="12375"/>
            </a:xfrm>
            <a:custGeom>
              <a:avLst/>
              <a:gdLst/>
              <a:ahLst/>
              <a:cxnLst/>
              <a:rect l="l" t="t" r="r" b="b"/>
              <a:pathLst>
                <a:path w="504" h="495" extrusionOk="0">
                  <a:moveTo>
                    <a:pt x="252" y="1"/>
                  </a:moveTo>
                  <a:cubicBezTo>
                    <a:pt x="116" y="1"/>
                    <a:pt x="1" y="108"/>
                    <a:pt x="1" y="252"/>
                  </a:cubicBezTo>
                  <a:cubicBezTo>
                    <a:pt x="1" y="388"/>
                    <a:pt x="116" y="495"/>
                    <a:pt x="252" y="495"/>
                  </a:cubicBezTo>
                  <a:cubicBezTo>
                    <a:pt x="388" y="495"/>
                    <a:pt x="503" y="388"/>
                    <a:pt x="503" y="252"/>
                  </a:cubicBezTo>
                  <a:cubicBezTo>
                    <a:pt x="503"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7" name="Google Shape;13597;p31"/>
            <p:cNvSpPr/>
            <p:nvPr/>
          </p:nvSpPr>
          <p:spPr>
            <a:xfrm>
              <a:off x="768325" y="3310175"/>
              <a:ext cx="12400" cy="12375"/>
            </a:xfrm>
            <a:custGeom>
              <a:avLst/>
              <a:gdLst/>
              <a:ahLst/>
              <a:cxnLst/>
              <a:rect l="l" t="t" r="r" b="b"/>
              <a:pathLst>
                <a:path w="496" h="495" extrusionOk="0">
                  <a:moveTo>
                    <a:pt x="245" y="1"/>
                  </a:moveTo>
                  <a:cubicBezTo>
                    <a:pt x="109" y="1"/>
                    <a:pt x="0" y="108"/>
                    <a:pt x="0" y="252"/>
                  </a:cubicBezTo>
                  <a:cubicBezTo>
                    <a:pt x="0" y="388"/>
                    <a:pt x="109" y="495"/>
                    <a:pt x="245" y="495"/>
                  </a:cubicBezTo>
                  <a:cubicBezTo>
                    <a:pt x="388" y="495"/>
                    <a:pt x="496" y="388"/>
                    <a:pt x="496" y="252"/>
                  </a:cubicBezTo>
                  <a:cubicBezTo>
                    <a:pt x="496" y="108"/>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8" name="Google Shape;13598;p31"/>
            <p:cNvSpPr/>
            <p:nvPr/>
          </p:nvSpPr>
          <p:spPr>
            <a:xfrm>
              <a:off x="860125" y="3310175"/>
              <a:ext cx="12525" cy="12375"/>
            </a:xfrm>
            <a:custGeom>
              <a:avLst/>
              <a:gdLst/>
              <a:ahLst/>
              <a:cxnLst/>
              <a:rect l="l" t="t" r="r" b="b"/>
              <a:pathLst>
                <a:path w="501" h="495" extrusionOk="0">
                  <a:moveTo>
                    <a:pt x="251" y="1"/>
                  </a:moveTo>
                  <a:cubicBezTo>
                    <a:pt x="114" y="1"/>
                    <a:pt x="0" y="108"/>
                    <a:pt x="0" y="252"/>
                  </a:cubicBezTo>
                  <a:cubicBezTo>
                    <a:pt x="0" y="388"/>
                    <a:pt x="114" y="495"/>
                    <a:pt x="251" y="495"/>
                  </a:cubicBezTo>
                  <a:cubicBezTo>
                    <a:pt x="387" y="495"/>
                    <a:pt x="501" y="388"/>
                    <a:pt x="501" y="252"/>
                  </a:cubicBezTo>
                  <a:cubicBezTo>
                    <a:pt x="501" y="108"/>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9" name="Google Shape;13599;p31"/>
            <p:cNvSpPr/>
            <p:nvPr/>
          </p:nvSpPr>
          <p:spPr>
            <a:xfrm>
              <a:off x="951850" y="3310175"/>
              <a:ext cx="12600" cy="12375"/>
            </a:xfrm>
            <a:custGeom>
              <a:avLst/>
              <a:gdLst/>
              <a:ahLst/>
              <a:cxnLst/>
              <a:rect l="l" t="t" r="r" b="b"/>
              <a:pathLst>
                <a:path w="504" h="495" extrusionOk="0">
                  <a:moveTo>
                    <a:pt x="252" y="1"/>
                  </a:moveTo>
                  <a:cubicBezTo>
                    <a:pt x="116" y="1"/>
                    <a:pt x="1" y="108"/>
                    <a:pt x="1" y="252"/>
                  </a:cubicBezTo>
                  <a:cubicBezTo>
                    <a:pt x="1" y="388"/>
                    <a:pt x="116" y="495"/>
                    <a:pt x="252" y="495"/>
                  </a:cubicBezTo>
                  <a:cubicBezTo>
                    <a:pt x="388" y="495"/>
                    <a:pt x="503" y="388"/>
                    <a:pt x="503" y="252"/>
                  </a:cubicBezTo>
                  <a:cubicBezTo>
                    <a:pt x="503"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0" name="Google Shape;13600;p31"/>
            <p:cNvSpPr/>
            <p:nvPr/>
          </p:nvSpPr>
          <p:spPr>
            <a:xfrm>
              <a:off x="1043825" y="3310175"/>
              <a:ext cx="12375" cy="12375"/>
            </a:xfrm>
            <a:custGeom>
              <a:avLst/>
              <a:gdLst/>
              <a:ahLst/>
              <a:cxnLst/>
              <a:rect l="l" t="t" r="r" b="b"/>
              <a:pathLst>
                <a:path w="495" h="495" extrusionOk="0">
                  <a:moveTo>
                    <a:pt x="250" y="1"/>
                  </a:moveTo>
                  <a:cubicBezTo>
                    <a:pt x="107" y="1"/>
                    <a:pt x="0" y="108"/>
                    <a:pt x="0" y="252"/>
                  </a:cubicBezTo>
                  <a:cubicBezTo>
                    <a:pt x="0" y="388"/>
                    <a:pt x="107" y="495"/>
                    <a:pt x="250" y="495"/>
                  </a:cubicBezTo>
                  <a:cubicBezTo>
                    <a:pt x="388" y="495"/>
                    <a:pt x="494" y="388"/>
                    <a:pt x="494" y="252"/>
                  </a:cubicBezTo>
                  <a:cubicBezTo>
                    <a:pt x="494" y="108"/>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1" name="Google Shape;13601;p31"/>
            <p:cNvSpPr/>
            <p:nvPr/>
          </p:nvSpPr>
          <p:spPr>
            <a:xfrm>
              <a:off x="1135575" y="3310175"/>
              <a:ext cx="12575" cy="12375"/>
            </a:xfrm>
            <a:custGeom>
              <a:avLst/>
              <a:gdLst/>
              <a:ahLst/>
              <a:cxnLst/>
              <a:rect l="l" t="t" r="r" b="b"/>
              <a:pathLst>
                <a:path w="503" h="495" extrusionOk="0">
                  <a:moveTo>
                    <a:pt x="252" y="1"/>
                  </a:moveTo>
                  <a:cubicBezTo>
                    <a:pt x="116" y="1"/>
                    <a:pt x="0" y="108"/>
                    <a:pt x="0" y="252"/>
                  </a:cubicBezTo>
                  <a:cubicBezTo>
                    <a:pt x="0" y="388"/>
                    <a:pt x="116" y="495"/>
                    <a:pt x="252" y="495"/>
                  </a:cubicBezTo>
                  <a:cubicBezTo>
                    <a:pt x="387" y="495"/>
                    <a:pt x="503" y="388"/>
                    <a:pt x="503" y="252"/>
                  </a:cubicBezTo>
                  <a:cubicBezTo>
                    <a:pt x="503" y="108"/>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2" name="Google Shape;13602;p31"/>
            <p:cNvSpPr/>
            <p:nvPr/>
          </p:nvSpPr>
          <p:spPr>
            <a:xfrm>
              <a:off x="1227500" y="3310175"/>
              <a:ext cx="12400" cy="12375"/>
            </a:xfrm>
            <a:custGeom>
              <a:avLst/>
              <a:gdLst/>
              <a:ahLst/>
              <a:cxnLst/>
              <a:rect l="l" t="t" r="r" b="b"/>
              <a:pathLst>
                <a:path w="496" h="495" extrusionOk="0">
                  <a:moveTo>
                    <a:pt x="251" y="1"/>
                  </a:moveTo>
                  <a:cubicBezTo>
                    <a:pt x="109" y="1"/>
                    <a:pt x="0" y="108"/>
                    <a:pt x="0" y="252"/>
                  </a:cubicBezTo>
                  <a:cubicBezTo>
                    <a:pt x="0" y="388"/>
                    <a:pt x="109" y="495"/>
                    <a:pt x="251" y="495"/>
                  </a:cubicBezTo>
                  <a:cubicBezTo>
                    <a:pt x="387" y="495"/>
                    <a:pt x="496" y="388"/>
                    <a:pt x="496" y="252"/>
                  </a:cubicBezTo>
                  <a:cubicBezTo>
                    <a:pt x="496" y="108"/>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3" name="Google Shape;13603;p31"/>
            <p:cNvSpPr/>
            <p:nvPr/>
          </p:nvSpPr>
          <p:spPr>
            <a:xfrm>
              <a:off x="1319275" y="3310175"/>
              <a:ext cx="12550" cy="12375"/>
            </a:xfrm>
            <a:custGeom>
              <a:avLst/>
              <a:gdLst/>
              <a:ahLst/>
              <a:cxnLst/>
              <a:rect l="l" t="t" r="r" b="b"/>
              <a:pathLst>
                <a:path w="502" h="495" extrusionOk="0">
                  <a:moveTo>
                    <a:pt x="252" y="1"/>
                  </a:moveTo>
                  <a:cubicBezTo>
                    <a:pt x="114" y="1"/>
                    <a:pt x="1" y="108"/>
                    <a:pt x="1" y="252"/>
                  </a:cubicBezTo>
                  <a:cubicBezTo>
                    <a:pt x="1" y="388"/>
                    <a:pt x="114" y="495"/>
                    <a:pt x="252" y="495"/>
                  </a:cubicBezTo>
                  <a:cubicBezTo>
                    <a:pt x="388" y="495"/>
                    <a:pt x="501" y="388"/>
                    <a:pt x="501" y="252"/>
                  </a:cubicBezTo>
                  <a:cubicBezTo>
                    <a:pt x="501"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4" name="Google Shape;13604;p31"/>
            <p:cNvSpPr/>
            <p:nvPr/>
          </p:nvSpPr>
          <p:spPr>
            <a:xfrm>
              <a:off x="1411200" y="3310175"/>
              <a:ext cx="12425" cy="12375"/>
            </a:xfrm>
            <a:custGeom>
              <a:avLst/>
              <a:gdLst/>
              <a:ahLst/>
              <a:cxnLst/>
              <a:rect l="l" t="t" r="r" b="b"/>
              <a:pathLst>
                <a:path w="497" h="495" extrusionOk="0">
                  <a:moveTo>
                    <a:pt x="245" y="1"/>
                  </a:moveTo>
                  <a:cubicBezTo>
                    <a:pt x="109" y="1"/>
                    <a:pt x="1" y="108"/>
                    <a:pt x="1" y="252"/>
                  </a:cubicBezTo>
                  <a:cubicBezTo>
                    <a:pt x="1" y="388"/>
                    <a:pt x="109" y="495"/>
                    <a:pt x="245" y="495"/>
                  </a:cubicBezTo>
                  <a:cubicBezTo>
                    <a:pt x="388" y="495"/>
                    <a:pt x="496" y="388"/>
                    <a:pt x="496" y="252"/>
                  </a:cubicBezTo>
                  <a:cubicBezTo>
                    <a:pt x="496" y="108"/>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5" name="Google Shape;13605;p31"/>
            <p:cNvSpPr/>
            <p:nvPr/>
          </p:nvSpPr>
          <p:spPr>
            <a:xfrm>
              <a:off x="1503000" y="3310175"/>
              <a:ext cx="12525" cy="12375"/>
            </a:xfrm>
            <a:custGeom>
              <a:avLst/>
              <a:gdLst/>
              <a:ahLst/>
              <a:cxnLst/>
              <a:rect l="l" t="t" r="r" b="b"/>
              <a:pathLst>
                <a:path w="501" h="495" extrusionOk="0">
                  <a:moveTo>
                    <a:pt x="250" y="1"/>
                  </a:moveTo>
                  <a:cubicBezTo>
                    <a:pt x="114" y="1"/>
                    <a:pt x="0" y="108"/>
                    <a:pt x="0" y="252"/>
                  </a:cubicBezTo>
                  <a:cubicBezTo>
                    <a:pt x="0" y="388"/>
                    <a:pt x="114" y="495"/>
                    <a:pt x="250" y="495"/>
                  </a:cubicBezTo>
                  <a:cubicBezTo>
                    <a:pt x="387" y="495"/>
                    <a:pt x="501" y="388"/>
                    <a:pt x="501" y="252"/>
                  </a:cubicBezTo>
                  <a:cubicBezTo>
                    <a:pt x="501" y="108"/>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6" name="Google Shape;13606;p31"/>
            <p:cNvSpPr/>
            <p:nvPr/>
          </p:nvSpPr>
          <p:spPr>
            <a:xfrm>
              <a:off x="1594750" y="3310175"/>
              <a:ext cx="12575" cy="12375"/>
            </a:xfrm>
            <a:custGeom>
              <a:avLst/>
              <a:gdLst/>
              <a:ahLst/>
              <a:cxnLst/>
              <a:rect l="l" t="t" r="r" b="b"/>
              <a:pathLst>
                <a:path w="503" h="495" extrusionOk="0">
                  <a:moveTo>
                    <a:pt x="251" y="1"/>
                  </a:moveTo>
                  <a:cubicBezTo>
                    <a:pt x="115" y="1"/>
                    <a:pt x="0" y="108"/>
                    <a:pt x="0" y="252"/>
                  </a:cubicBezTo>
                  <a:cubicBezTo>
                    <a:pt x="0" y="388"/>
                    <a:pt x="115" y="495"/>
                    <a:pt x="251" y="495"/>
                  </a:cubicBezTo>
                  <a:cubicBezTo>
                    <a:pt x="394" y="495"/>
                    <a:pt x="503" y="388"/>
                    <a:pt x="503" y="252"/>
                  </a:cubicBezTo>
                  <a:cubicBezTo>
                    <a:pt x="503" y="108"/>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7" name="Google Shape;13607;p31"/>
            <p:cNvSpPr/>
            <p:nvPr/>
          </p:nvSpPr>
          <p:spPr>
            <a:xfrm>
              <a:off x="1686650" y="3310175"/>
              <a:ext cx="12600" cy="12375"/>
            </a:xfrm>
            <a:custGeom>
              <a:avLst/>
              <a:gdLst/>
              <a:ahLst/>
              <a:cxnLst/>
              <a:rect l="l" t="t" r="r" b="b"/>
              <a:pathLst>
                <a:path w="504" h="495" extrusionOk="0">
                  <a:moveTo>
                    <a:pt x="252" y="1"/>
                  </a:moveTo>
                  <a:cubicBezTo>
                    <a:pt x="116" y="1"/>
                    <a:pt x="1" y="108"/>
                    <a:pt x="1" y="252"/>
                  </a:cubicBezTo>
                  <a:cubicBezTo>
                    <a:pt x="1" y="388"/>
                    <a:pt x="116" y="495"/>
                    <a:pt x="252" y="495"/>
                  </a:cubicBezTo>
                  <a:cubicBezTo>
                    <a:pt x="388" y="495"/>
                    <a:pt x="503" y="388"/>
                    <a:pt x="503" y="252"/>
                  </a:cubicBezTo>
                  <a:cubicBezTo>
                    <a:pt x="503"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8" name="Google Shape;13608;p31"/>
            <p:cNvSpPr/>
            <p:nvPr/>
          </p:nvSpPr>
          <p:spPr>
            <a:xfrm>
              <a:off x="1778450" y="3310175"/>
              <a:ext cx="12550" cy="12375"/>
            </a:xfrm>
            <a:custGeom>
              <a:avLst/>
              <a:gdLst/>
              <a:ahLst/>
              <a:cxnLst/>
              <a:rect l="l" t="t" r="r" b="b"/>
              <a:pathLst>
                <a:path w="502" h="495" extrusionOk="0">
                  <a:moveTo>
                    <a:pt x="252" y="1"/>
                  </a:moveTo>
                  <a:cubicBezTo>
                    <a:pt x="114" y="1"/>
                    <a:pt x="1" y="108"/>
                    <a:pt x="1" y="252"/>
                  </a:cubicBezTo>
                  <a:cubicBezTo>
                    <a:pt x="1" y="388"/>
                    <a:pt x="114" y="495"/>
                    <a:pt x="252" y="495"/>
                  </a:cubicBezTo>
                  <a:cubicBezTo>
                    <a:pt x="388" y="495"/>
                    <a:pt x="501" y="388"/>
                    <a:pt x="501" y="252"/>
                  </a:cubicBezTo>
                  <a:cubicBezTo>
                    <a:pt x="501"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9" name="Google Shape;13609;p31"/>
            <p:cNvSpPr/>
            <p:nvPr/>
          </p:nvSpPr>
          <p:spPr>
            <a:xfrm>
              <a:off x="1870375" y="3310175"/>
              <a:ext cx="12400" cy="12375"/>
            </a:xfrm>
            <a:custGeom>
              <a:avLst/>
              <a:gdLst/>
              <a:ahLst/>
              <a:cxnLst/>
              <a:rect l="l" t="t" r="r" b="b"/>
              <a:pathLst>
                <a:path w="496" h="495" extrusionOk="0">
                  <a:moveTo>
                    <a:pt x="252" y="1"/>
                  </a:moveTo>
                  <a:cubicBezTo>
                    <a:pt x="109" y="1"/>
                    <a:pt x="0" y="108"/>
                    <a:pt x="0" y="252"/>
                  </a:cubicBezTo>
                  <a:cubicBezTo>
                    <a:pt x="0" y="388"/>
                    <a:pt x="109" y="495"/>
                    <a:pt x="252" y="495"/>
                  </a:cubicBezTo>
                  <a:cubicBezTo>
                    <a:pt x="387" y="495"/>
                    <a:pt x="496" y="388"/>
                    <a:pt x="496" y="252"/>
                  </a:cubicBezTo>
                  <a:cubicBezTo>
                    <a:pt x="496" y="108"/>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0" name="Google Shape;13610;p31"/>
            <p:cNvSpPr/>
            <p:nvPr/>
          </p:nvSpPr>
          <p:spPr>
            <a:xfrm>
              <a:off x="1962150" y="3310175"/>
              <a:ext cx="12550" cy="12375"/>
            </a:xfrm>
            <a:custGeom>
              <a:avLst/>
              <a:gdLst/>
              <a:ahLst/>
              <a:cxnLst/>
              <a:rect l="l" t="t" r="r" b="b"/>
              <a:pathLst>
                <a:path w="502" h="495" extrusionOk="0">
                  <a:moveTo>
                    <a:pt x="250" y="1"/>
                  </a:moveTo>
                  <a:cubicBezTo>
                    <a:pt x="114" y="1"/>
                    <a:pt x="1" y="108"/>
                    <a:pt x="1" y="252"/>
                  </a:cubicBezTo>
                  <a:cubicBezTo>
                    <a:pt x="1" y="388"/>
                    <a:pt x="114" y="495"/>
                    <a:pt x="250" y="495"/>
                  </a:cubicBezTo>
                  <a:cubicBezTo>
                    <a:pt x="388" y="495"/>
                    <a:pt x="502" y="388"/>
                    <a:pt x="502" y="252"/>
                  </a:cubicBezTo>
                  <a:cubicBezTo>
                    <a:pt x="502" y="108"/>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1" name="Google Shape;13611;p31"/>
            <p:cNvSpPr/>
            <p:nvPr/>
          </p:nvSpPr>
          <p:spPr>
            <a:xfrm>
              <a:off x="2054075" y="3310175"/>
              <a:ext cx="12425" cy="12375"/>
            </a:xfrm>
            <a:custGeom>
              <a:avLst/>
              <a:gdLst/>
              <a:ahLst/>
              <a:cxnLst/>
              <a:rect l="l" t="t" r="r" b="b"/>
              <a:pathLst>
                <a:path w="497" h="495" extrusionOk="0">
                  <a:moveTo>
                    <a:pt x="252" y="1"/>
                  </a:moveTo>
                  <a:cubicBezTo>
                    <a:pt x="109" y="1"/>
                    <a:pt x="1" y="108"/>
                    <a:pt x="1" y="252"/>
                  </a:cubicBezTo>
                  <a:cubicBezTo>
                    <a:pt x="1" y="388"/>
                    <a:pt x="109" y="495"/>
                    <a:pt x="252" y="495"/>
                  </a:cubicBezTo>
                  <a:cubicBezTo>
                    <a:pt x="388" y="495"/>
                    <a:pt x="496" y="388"/>
                    <a:pt x="496" y="252"/>
                  </a:cubicBezTo>
                  <a:cubicBezTo>
                    <a:pt x="496"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2" name="Google Shape;13612;p31"/>
            <p:cNvSpPr/>
            <p:nvPr/>
          </p:nvSpPr>
          <p:spPr>
            <a:xfrm>
              <a:off x="2145825" y="3310175"/>
              <a:ext cx="12600" cy="12375"/>
            </a:xfrm>
            <a:custGeom>
              <a:avLst/>
              <a:gdLst/>
              <a:ahLst/>
              <a:cxnLst/>
              <a:rect l="l" t="t" r="r" b="b"/>
              <a:pathLst>
                <a:path w="504" h="495" extrusionOk="0">
                  <a:moveTo>
                    <a:pt x="252" y="1"/>
                  </a:moveTo>
                  <a:cubicBezTo>
                    <a:pt x="116" y="1"/>
                    <a:pt x="1" y="108"/>
                    <a:pt x="1" y="252"/>
                  </a:cubicBezTo>
                  <a:cubicBezTo>
                    <a:pt x="1" y="388"/>
                    <a:pt x="116" y="495"/>
                    <a:pt x="252" y="495"/>
                  </a:cubicBezTo>
                  <a:cubicBezTo>
                    <a:pt x="388" y="495"/>
                    <a:pt x="503" y="388"/>
                    <a:pt x="503" y="252"/>
                  </a:cubicBezTo>
                  <a:cubicBezTo>
                    <a:pt x="503"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3" name="Google Shape;13613;p31"/>
            <p:cNvSpPr/>
            <p:nvPr/>
          </p:nvSpPr>
          <p:spPr>
            <a:xfrm>
              <a:off x="2237800" y="3310175"/>
              <a:ext cx="12350" cy="12375"/>
            </a:xfrm>
            <a:custGeom>
              <a:avLst/>
              <a:gdLst/>
              <a:ahLst/>
              <a:cxnLst/>
              <a:rect l="l" t="t" r="r" b="b"/>
              <a:pathLst>
                <a:path w="494" h="495" extrusionOk="0">
                  <a:moveTo>
                    <a:pt x="244" y="1"/>
                  </a:moveTo>
                  <a:cubicBezTo>
                    <a:pt x="107" y="1"/>
                    <a:pt x="0" y="108"/>
                    <a:pt x="0" y="252"/>
                  </a:cubicBezTo>
                  <a:cubicBezTo>
                    <a:pt x="0" y="388"/>
                    <a:pt x="107" y="495"/>
                    <a:pt x="244" y="495"/>
                  </a:cubicBezTo>
                  <a:cubicBezTo>
                    <a:pt x="387" y="495"/>
                    <a:pt x="494" y="388"/>
                    <a:pt x="494" y="252"/>
                  </a:cubicBezTo>
                  <a:cubicBezTo>
                    <a:pt x="494" y="108"/>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4" name="Google Shape;13614;p31"/>
            <p:cNvSpPr/>
            <p:nvPr/>
          </p:nvSpPr>
          <p:spPr>
            <a:xfrm>
              <a:off x="2329550" y="3310175"/>
              <a:ext cx="12575" cy="12375"/>
            </a:xfrm>
            <a:custGeom>
              <a:avLst/>
              <a:gdLst/>
              <a:ahLst/>
              <a:cxnLst/>
              <a:rect l="l" t="t" r="r" b="b"/>
              <a:pathLst>
                <a:path w="503" h="495" extrusionOk="0">
                  <a:moveTo>
                    <a:pt x="251" y="1"/>
                  </a:moveTo>
                  <a:cubicBezTo>
                    <a:pt x="115" y="1"/>
                    <a:pt x="0" y="108"/>
                    <a:pt x="0" y="252"/>
                  </a:cubicBezTo>
                  <a:cubicBezTo>
                    <a:pt x="0" y="388"/>
                    <a:pt x="115" y="495"/>
                    <a:pt x="251" y="495"/>
                  </a:cubicBezTo>
                  <a:cubicBezTo>
                    <a:pt x="387" y="495"/>
                    <a:pt x="502" y="388"/>
                    <a:pt x="502" y="252"/>
                  </a:cubicBezTo>
                  <a:cubicBezTo>
                    <a:pt x="502" y="108"/>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5" name="Google Shape;13615;p31"/>
            <p:cNvSpPr/>
            <p:nvPr/>
          </p:nvSpPr>
          <p:spPr>
            <a:xfrm>
              <a:off x="2421325" y="3310175"/>
              <a:ext cx="12550" cy="12375"/>
            </a:xfrm>
            <a:custGeom>
              <a:avLst/>
              <a:gdLst/>
              <a:ahLst/>
              <a:cxnLst/>
              <a:rect l="l" t="t" r="r" b="b"/>
              <a:pathLst>
                <a:path w="502" h="495" extrusionOk="0">
                  <a:moveTo>
                    <a:pt x="250" y="1"/>
                  </a:moveTo>
                  <a:cubicBezTo>
                    <a:pt x="114" y="1"/>
                    <a:pt x="1" y="108"/>
                    <a:pt x="1" y="252"/>
                  </a:cubicBezTo>
                  <a:cubicBezTo>
                    <a:pt x="1" y="388"/>
                    <a:pt x="114" y="495"/>
                    <a:pt x="250" y="495"/>
                  </a:cubicBezTo>
                  <a:cubicBezTo>
                    <a:pt x="395" y="495"/>
                    <a:pt x="501" y="388"/>
                    <a:pt x="501" y="252"/>
                  </a:cubicBezTo>
                  <a:cubicBezTo>
                    <a:pt x="501" y="108"/>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6" name="Google Shape;13616;p31"/>
            <p:cNvSpPr/>
            <p:nvPr/>
          </p:nvSpPr>
          <p:spPr>
            <a:xfrm>
              <a:off x="2513250" y="3310175"/>
              <a:ext cx="12575" cy="12375"/>
            </a:xfrm>
            <a:custGeom>
              <a:avLst/>
              <a:gdLst/>
              <a:ahLst/>
              <a:cxnLst/>
              <a:rect l="l" t="t" r="r" b="b"/>
              <a:pathLst>
                <a:path w="503" h="495" extrusionOk="0">
                  <a:moveTo>
                    <a:pt x="252" y="1"/>
                  </a:moveTo>
                  <a:cubicBezTo>
                    <a:pt x="109" y="1"/>
                    <a:pt x="0" y="108"/>
                    <a:pt x="0" y="252"/>
                  </a:cubicBezTo>
                  <a:cubicBezTo>
                    <a:pt x="0" y="388"/>
                    <a:pt x="109" y="495"/>
                    <a:pt x="252" y="495"/>
                  </a:cubicBezTo>
                  <a:cubicBezTo>
                    <a:pt x="388" y="495"/>
                    <a:pt x="503" y="388"/>
                    <a:pt x="503" y="252"/>
                  </a:cubicBezTo>
                  <a:cubicBezTo>
                    <a:pt x="503"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7" name="Google Shape;13617;p31"/>
            <p:cNvSpPr/>
            <p:nvPr/>
          </p:nvSpPr>
          <p:spPr>
            <a:xfrm>
              <a:off x="2605000" y="3310175"/>
              <a:ext cx="12575" cy="12375"/>
            </a:xfrm>
            <a:custGeom>
              <a:avLst/>
              <a:gdLst/>
              <a:ahLst/>
              <a:cxnLst/>
              <a:rect l="l" t="t" r="r" b="b"/>
              <a:pathLst>
                <a:path w="503" h="495" extrusionOk="0">
                  <a:moveTo>
                    <a:pt x="252" y="1"/>
                  </a:moveTo>
                  <a:cubicBezTo>
                    <a:pt x="116" y="1"/>
                    <a:pt x="0" y="108"/>
                    <a:pt x="0" y="252"/>
                  </a:cubicBezTo>
                  <a:cubicBezTo>
                    <a:pt x="0" y="388"/>
                    <a:pt x="116" y="495"/>
                    <a:pt x="252" y="495"/>
                  </a:cubicBezTo>
                  <a:cubicBezTo>
                    <a:pt x="387" y="495"/>
                    <a:pt x="503" y="388"/>
                    <a:pt x="503" y="252"/>
                  </a:cubicBezTo>
                  <a:cubicBezTo>
                    <a:pt x="503" y="108"/>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8" name="Google Shape;13618;p31"/>
            <p:cNvSpPr/>
            <p:nvPr/>
          </p:nvSpPr>
          <p:spPr>
            <a:xfrm>
              <a:off x="2696950" y="3310175"/>
              <a:ext cx="12375" cy="12375"/>
            </a:xfrm>
            <a:custGeom>
              <a:avLst/>
              <a:gdLst/>
              <a:ahLst/>
              <a:cxnLst/>
              <a:rect l="l" t="t" r="r" b="b"/>
              <a:pathLst>
                <a:path w="495" h="495" extrusionOk="0">
                  <a:moveTo>
                    <a:pt x="252" y="1"/>
                  </a:moveTo>
                  <a:cubicBezTo>
                    <a:pt x="108" y="1"/>
                    <a:pt x="1" y="108"/>
                    <a:pt x="1" y="252"/>
                  </a:cubicBezTo>
                  <a:cubicBezTo>
                    <a:pt x="1" y="388"/>
                    <a:pt x="108" y="495"/>
                    <a:pt x="252" y="495"/>
                  </a:cubicBezTo>
                  <a:cubicBezTo>
                    <a:pt x="388" y="495"/>
                    <a:pt x="495" y="388"/>
                    <a:pt x="495" y="252"/>
                  </a:cubicBezTo>
                  <a:cubicBezTo>
                    <a:pt x="495"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9" name="Google Shape;13619;p31"/>
            <p:cNvSpPr/>
            <p:nvPr/>
          </p:nvSpPr>
          <p:spPr>
            <a:xfrm>
              <a:off x="2788700" y="3310175"/>
              <a:ext cx="12600" cy="12375"/>
            </a:xfrm>
            <a:custGeom>
              <a:avLst/>
              <a:gdLst/>
              <a:ahLst/>
              <a:cxnLst/>
              <a:rect l="l" t="t" r="r" b="b"/>
              <a:pathLst>
                <a:path w="504" h="495" extrusionOk="0">
                  <a:moveTo>
                    <a:pt x="252" y="1"/>
                  </a:moveTo>
                  <a:cubicBezTo>
                    <a:pt x="116" y="1"/>
                    <a:pt x="1" y="108"/>
                    <a:pt x="1" y="252"/>
                  </a:cubicBezTo>
                  <a:cubicBezTo>
                    <a:pt x="1" y="388"/>
                    <a:pt x="116" y="495"/>
                    <a:pt x="252" y="495"/>
                  </a:cubicBezTo>
                  <a:cubicBezTo>
                    <a:pt x="388" y="495"/>
                    <a:pt x="503" y="388"/>
                    <a:pt x="503" y="252"/>
                  </a:cubicBezTo>
                  <a:cubicBezTo>
                    <a:pt x="503"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0" name="Google Shape;13620;p31"/>
            <p:cNvSpPr/>
            <p:nvPr/>
          </p:nvSpPr>
          <p:spPr>
            <a:xfrm>
              <a:off x="2880675" y="3310175"/>
              <a:ext cx="12375" cy="12375"/>
            </a:xfrm>
            <a:custGeom>
              <a:avLst/>
              <a:gdLst/>
              <a:ahLst/>
              <a:cxnLst/>
              <a:rect l="l" t="t" r="r" b="b"/>
              <a:pathLst>
                <a:path w="495" h="495" extrusionOk="0">
                  <a:moveTo>
                    <a:pt x="243" y="1"/>
                  </a:moveTo>
                  <a:cubicBezTo>
                    <a:pt x="107" y="1"/>
                    <a:pt x="0" y="108"/>
                    <a:pt x="0" y="252"/>
                  </a:cubicBezTo>
                  <a:cubicBezTo>
                    <a:pt x="0" y="388"/>
                    <a:pt x="107" y="495"/>
                    <a:pt x="243" y="495"/>
                  </a:cubicBezTo>
                  <a:cubicBezTo>
                    <a:pt x="387" y="495"/>
                    <a:pt x="494" y="388"/>
                    <a:pt x="494" y="252"/>
                  </a:cubicBezTo>
                  <a:cubicBezTo>
                    <a:pt x="494" y="108"/>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1" name="Google Shape;13621;p31"/>
            <p:cNvSpPr/>
            <p:nvPr/>
          </p:nvSpPr>
          <p:spPr>
            <a:xfrm>
              <a:off x="2972425" y="3310175"/>
              <a:ext cx="12575" cy="12375"/>
            </a:xfrm>
            <a:custGeom>
              <a:avLst/>
              <a:gdLst/>
              <a:ahLst/>
              <a:cxnLst/>
              <a:rect l="l" t="t" r="r" b="b"/>
              <a:pathLst>
                <a:path w="503" h="495" extrusionOk="0">
                  <a:moveTo>
                    <a:pt x="251" y="1"/>
                  </a:moveTo>
                  <a:cubicBezTo>
                    <a:pt x="115" y="1"/>
                    <a:pt x="0" y="108"/>
                    <a:pt x="0" y="252"/>
                  </a:cubicBezTo>
                  <a:cubicBezTo>
                    <a:pt x="0" y="388"/>
                    <a:pt x="115" y="495"/>
                    <a:pt x="251" y="495"/>
                  </a:cubicBezTo>
                  <a:cubicBezTo>
                    <a:pt x="387" y="495"/>
                    <a:pt x="503" y="388"/>
                    <a:pt x="503" y="252"/>
                  </a:cubicBezTo>
                  <a:cubicBezTo>
                    <a:pt x="503" y="108"/>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2" name="Google Shape;13622;p31"/>
            <p:cNvSpPr/>
            <p:nvPr/>
          </p:nvSpPr>
          <p:spPr>
            <a:xfrm>
              <a:off x="3064375" y="3310175"/>
              <a:ext cx="12375" cy="12375"/>
            </a:xfrm>
            <a:custGeom>
              <a:avLst/>
              <a:gdLst/>
              <a:ahLst/>
              <a:cxnLst/>
              <a:rect l="l" t="t" r="r" b="b"/>
              <a:pathLst>
                <a:path w="495" h="495" extrusionOk="0">
                  <a:moveTo>
                    <a:pt x="243" y="1"/>
                  </a:moveTo>
                  <a:cubicBezTo>
                    <a:pt x="107" y="1"/>
                    <a:pt x="1" y="108"/>
                    <a:pt x="1" y="252"/>
                  </a:cubicBezTo>
                  <a:cubicBezTo>
                    <a:pt x="1" y="388"/>
                    <a:pt x="107" y="495"/>
                    <a:pt x="243" y="495"/>
                  </a:cubicBezTo>
                  <a:cubicBezTo>
                    <a:pt x="388" y="495"/>
                    <a:pt x="495" y="388"/>
                    <a:pt x="495" y="252"/>
                  </a:cubicBezTo>
                  <a:cubicBezTo>
                    <a:pt x="495" y="108"/>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3" name="Google Shape;13623;p31"/>
            <p:cNvSpPr/>
            <p:nvPr/>
          </p:nvSpPr>
          <p:spPr>
            <a:xfrm>
              <a:off x="3156125" y="3310175"/>
              <a:ext cx="12600" cy="12375"/>
            </a:xfrm>
            <a:custGeom>
              <a:avLst/>
              <a:gdLst/>
              <a:ahLst/>
              <a:cxnLst/>
              <a:rect l="l" t="t" r="r" b="b"/>
              <a:pathLst>
                <a:path w="504" h="495" extrusionOk="0">
                  <a:moveTo>
                    <a:pt x="252" y="1"/>
                  </a:moveTo>
                  <a:cubicBezTo>
                    <a:pt x="116" y="1"/>
                    <a:pt x="1" y="108"/>
                    <a:pt x="1" y="252"/>
                  </a:cubicBezTo>
                  <a:cubicBezTo>
                    <a:pt x="1" y="388"/>
                    <a:pt x="116" y="495"/>
                    <a:pt x="252" y="495"/>
                  </a:cubicBezTo>
                  <a:cubicBezTo>
                    <a:pt x="388" y="495"/>
                    <a:pt x="503" y="388"/>
                    <a:pt x="503" y="252"/>
                  </a:cubicBezTo>
                  <a:cubicBezTo>
                    <a:pt x="503"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4" name="Google Shape;13624;p31"/>
            <p:cNvSpPr/>
            <p:nvPr/>
          </p:nvSpPr>
          <p:spPr>
            <a:xfrm>
              <a:off x="3247875" y="3310175"/>
              <a:ext cx="12575" cy="12375"/>
            </a:xfrm>
            <a:custGeom>
              <a:avLst/>
              <a:gdLst/>
              <a:ahLst/>
              <a:cxnLst/>
              <a:rect l="l" t="t" r="r" b="b"/>
              <a:pathLst>
                <a:path w="503" h="495" extrusionOk="0">
                  <a:moveTo>
                    <a:pt x="252" y="1"/>
                  </a:moveTo>
                  <a:cubicBezTo>
                    <a:pt x="116" y="1"/>
                    <a:pt x="1" y="108"/>
                    <a:pt x="1" y="252"/>
                  </a:cubicBezTo>
                  <a:cubicBezTo>
                    <a:pt x="1" y="388"/>
                    <a:pt x="116" y="495"/>
                    <a:pt x="252" y="495"/>
                  </a:cubicBezTo>
                  <a:cubicBezTo>
                    <a:pt x="388" y="495"/>
                    <a:pt x="503" y="388"/>
                    <a:pt x="503" y="252"/>
                  </a:cubicBezTo>
                  <a:cubicBezTo>
                    <a:pt x="503"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5" name="Google Shape;13625;p31"/>
            <p:cNvSpPr/>
            <p:nvPr/>
          </p:nvSpPr>
          <p:spPr>
            <a:xfrm>
              <a:off x="3339850" y="3310175"/>
              <a:ext cx="12525" cy="12375"/>
            </a:xfrm>
            <a:custGeom>
              <a:avLst/>
              <a:gdLst/>
              <a:ahLst/>
              <a:cxnLst/>
              <a:rect l="l" t="t" r="r" b="b"/>
              <a:pathLst>
                <a:path w="501" h="495" extrusionOk="0">
                  <a:moveTo>
                    <a:pt x="251" y="1"/>
                  </a:moveTo>
                  <a:cubicBezTo>
                    <a:pt x="107" y="1"/>
                    <a:pt x="0" y="108"/>
                    <a:pt x="0" y="252"/>
                  </a:cubicBezTo>
                  <a:cubicBezTo>
                    <a:pt x="0" y="388"/>
                    <a:pt x="107" y="495"/>
                    <a:pt x="251" y="495"/>
                  </a:cubicBezTo>
                  <a:cubicBezTo>
                    <a:pt x="387" y="495"/>
                    <a:pt x="501" y="388"/>
                    <a:pt x="501" y="252"/>
                  </a:cubicBezTo>
                  <a:cubicBezTo>
                    <a:pt x="501" y="108"/>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6" name="Google Shape;13626;p31"/>
            <p:cNvSpPr/>
            <p:nvPr/>
          </p:nvSpPr>
          <p:spPr>
            <a:xfrm>
              <a:off x="3431575" y="3310175"/>
              <a:ext cx="12600" cy="12375"/>
            </a:xfrm>
            <a:custGeom>
              <a:avLst/>
              <a:gdLst/>
              <a:ahLst/>
              <a:cxnLst/>
              <a:rect l="l" t="t" r="r" b="b"/>
              <a:pathLst>
                <a:path w="504" h="495" extrusionOk="0">
                  <a:moveTo>
                    <a:pt x="252" y="1"/>
                  </a:moveTo>
                  <a:cubicBezTo>
                    <a:pt x="116" y="1"/>
                    <a:pt x="1" y="108"/>
                    <a:pt x="1" y="252"/>
                  </a:cubicBezTo>
                  <a:cubicBezTo>
                    <a:pt x="1" y="388"/>
                    <a:pt x="116" y="495"/>
                    <a:pt x="252" y="495"/>
                  </a:cubicBezTo>
                  <a:cubicBezTo>
                    <a:pt x="388" y="495"/>
                    <a:pt x="503" y="388"/>
                    <a:pt x="503" y="252"/>
                  </a:cubicBezTo>
                  <a:cubicBezTo>
                    <a:pt x="503"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7" name="Google Shape;13627;p31"/>
            <p:cNvSpPr/>
            <p:nvPr/>
          </p:nvSpPr>
          <p:spPr>
            <a:xfrm>
              <a:off x="3523550" y="3310175"/>
              <a:ext cx="12375" cy="12375"/>
            </a:xfrm>
            <a:custGeom>
              <a:avLst/>
              <a:gdLst/>
              <a:ahLst/>
              <a:cxnLst/>
              <a:rect l="l" t="t" r="r" b="b"/>
              <a:pathLst>
                <a:path w="495" h="495" extrusionOk="0">
                  <a:moveTo>
                    <a:pt x="250" y="1"/>
                  </a:moveTo>
                  <a:cubicBezTo>
                    <a:pt x="107" y="1"/>
                    <a:pt x="0" y="108"/>
                    <a:pt x="0" y="252"/>
                  </a:cubicBezTo>
                  <a:cubicBezTo>
                    <a:pt x="0" y="388"/>
                    <a:pt x="107" y="495"/>
                    <a:pt x="250" y="495"/>
                  </a:cubicBezTo>
                  <a:cubicBezTo>
                    <a:pt x="388" y="495"/>
                    <a:pt x="494" y="388"/>
                    <a:pt x="494" y="252"/>
                  </a:cubicBezTo>
                  <a:cubicBezTo>
                    <a:pt x="494" y="108"/>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8" name="Google Shape;13628;p31"/>
            <p:cNvSpPr/>
            <p:nvPr/>
          </p:nvSpPr>
          <p:spPr>
            <a:xfrm>
              <a:off x="676400" y="340192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9" name="Google Shape;13629;p31"/>
            <p:cNvSpPr/>
            <p:nvPr/>
          </p:nvSpPr>
          <p:spPr>
            <a:xfrm>
              <a:off x="768325" y="3401925"/>
              <a:ext cx="12400" cy="12600"/>
            </a:xfrm>
            <a:custGeom>
              <a:avLst/>
              <a:gdLst/>
              <a:ahLst/>
              <a:cxnLst/>
              <a:rect l="l" t="t" r="r" b="b"/>
              <a:pathLst>
                <a:path w="496" h="504"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0" name="Google Shape;13630;p31"/>
            <p:cNvSpPr/>
            <p:nvPr/>
          </p:nvSpPr>
          <p:spPr>
            <a:xfrm>
              <a:off x="860125" y="3401925"/>
              <a:ext cx="12525" cy="12600"/>
            </a:xfrm>
            <a:custGeom>
              <a:avLst/>
              <a:gdLst/>
              <a:ahLst/>
              <a:cxnLst/>
              <a:rect l="l" t="t" r="r" b="b"/>
              <a:pathLst>
                <a:path w="501" h="504"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1" name="Google Shape;13631;p31"/>
            <p:cNvSpPr/>
            <p:nvPr/>
          </p:nvSpPr>
          <p:spPr>
            <a:xfrm>
              <a:off x="951850" y="340192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2" name="Google Shape;13632;p31"/>
            <p:cNvSpPr/>
            <p:nvPr/>
          </p:nvSpPr>
          <p:spPr>
            <a:xfrm>
              <a:off x="1043825" y="3401925"/>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3" name="Google Shape;13633;p31"/>
            <p:cNvSpPr/>
            <p:nvPr/>
          </p:nvSpPr>
          <p:spPr>
            <a:xfrm>
              <a:off x="1135575" y="3401925"/>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4" name="Google Shape;13634;p31"/>
            <p:cNvSpPr/>
            <p:nvPr/>
          </p:nvSpPr>
          <p:spPr>
            <a:xfrm>
              <a:off x="1227500" y="3401925"/>
              <a:ext cx="12400" cy="12600"/>
            </a:xfrm>
            <a:custGeom>
              <a:avLst/>
              <a:gdLst/>
              <a:ahLst/>
              <a:cxnLst/>
              <a:rect l="l" t="t" r="r" b="b"/>
              <a:pathLst>
                <a:path w="496" h="504"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5" name="Google Shape;13635;p31"/>
            <p:cNvSpPr/>
            <p:nvPr/>
          </p:nvSpPr>
          <p:spPr>
            <a:xfrm>
              <a:off x="1319275" y="3401925"/>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6" name="Google Shape;13636;p31"/>
            <p:cNvSpPr/>
            <p:nvPr/>
          </p:nvSpPr>
          <p:spPr>
            <a:xfrm>
              <a:off x="1411200" y="3401925"/>
              <a:ext cx="12425" cy="12600"/>
            </a:xfrm>
            <a:custGeom>
              <a:avLst/>
              <a:gdLst/>
              <a:ahLst/>
              <a:cxnLst/>
              <a:rect l="l" t="t" r="r" b="b"/>
              <a:pathLst>
                <a:path w="497" h="504"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7" name="Google Shape;13637;p31"/>
            <p:cNvSpPr/>
            <p:nvPr/>
          </p:nvSpPr>
          <p:spPr>
            <a:xfrm>
              <a:off x="1503000" y="3401925"/>
              <a:ext cx="12525" cy="12600"/>
            </a:xfrm>
            <a:custGeom>
              <a:avLst/>
              <a:gdLst/>
              <a:ahLst/>
              <a:cxnLst/>
              <a:rect l="l" t="t" r="r" b="b"/>
              <a:pathLst>
                <a:path w="501" h="504"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8" name="Google Shape;13638;p31"/>
            <p:cNvSpPr/>
            <p:nvPr/>
          </p:nvSpPr>
          <p:spPr>
            <a:xfrm>
              <a:off x="1594750" y="3401925"/>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9" name="Google Shape;13639;p31"/>
            <p:cNvSpPr/>
            <p:nvPr/>
          </p:nvSpPr>
          <p:spPr>
            <a:xfrm>
              <a:off x="1686650" y="340192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0" name="Google Shape;13640;p31"/>
            <p:cNvSpPr/>
            <p:nvPr/>
          </p:nvSpPr>
          <p:spPr>
            <a:xfrm>
              <a:off x="1778450" y="3401925"/>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1" name="Google Shape;13641;p31"/>
            <p:cNvSpPr/>
            <p:nvPr/>
          </p:nvSpPr>
          <p:spPr>
            <a:xfrm>
              <a:off x="1870375" y="3401925"/>
              <a:ext cx="12400" cy="12600"/>
            </a:xfrm>
            <a:custGeom>
              <a:avLst/>
              <a:gdLst/>
              <a:ahLst/>
              <a:cxnLst/>
              <a:rect l="l" t="t" r="r" b="b"/>
              <a:pathLst>
                <a:path w="496" h="504"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2" name="Google Shape;13642;p31"/>
            <p:cNvSpPr/>
            <p:nvPr/>
          </p:nvSpPr>
          <p:spPr>
            <a:xfrm>
              <a:off x="1962150" y="3401925"/>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3" name="Google Shape;13643;p31"/>
            <p:cNvSpPr/>
            <p:nvPr/>
          </p:nvSpPr>
          <p:spPr>
            <a:xfrm>
              <a:off x="2054075" y="3401925"/>
              <a:ext cx="12425" cy="12600"/>
            </a:xfrm>
            <a:custGeom>
              <a:avLst/>
              <a:gdLst/>
              <a:ahLst/>
              <a:cxnLst/>
              <a:rect l="l" t="t" r="r" b="b"/>
              <a:pathLst>
                <a:path w="497" h="504"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4" name="Google Shape;13644;p31"/>
            <p:cNvSpPr/>
            <p:nvPr/>
          </p:nvSpPr>
          <p:spPr>
            <a:xfrm>
              <a:off x="2145825" y="340192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5" name="Google Shape;13645;p31"/>
            <p:cNvSpPr/>
            <p:nvPr/>
          </p:nvSpPr>
          <p:spPr>
            <a:xfrm>
              <a:off x="2237800" y="3401925"/>
              <a:ext cx="12350" cy="12600"/>
            </a:xfrm>
            <a:custGeom>
              <a:avLst/>
              <a:gdLst/>
              <a:ahLst/>
              <a:cxnLst/>
              <a:rect l="l" t="t" r="r" b="b"/>
              <a:pathLst>
                <a:path w="494" h="504"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6" name="Google Shape;13646;p31"/>
            <p:cNvSpPr/>
            <p:nvPr/>
          </p:nvSpPr>
          <p:spPr>
            <a:xfrm>
              <a:off x="2329550" y="3401925"/>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7" name="Google Shape;13647;p31"/>
            <p:cNvSpPr/>
            <p:nvPr/>
          </p:nvSpPr>
          <p:spPr>
            <a:xfrm>
              <a:off x="2421325" y="3401925"/>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8" name="Google Shape;13648;p31"/>
            <p:cNvSpPr/>
            <p:nvPr/>
          </p:nvSpPr>
          <p:spPr>
            <a:xfrm>
              <a:off x="2513250" y="3401925"/>
              <a:ext cx="12575" cy="12600"/>
            </a:xfrm>
            <a:custGeom>
              <a:avLst/>
              <a:gdLst/>
              <a:ahLst/>
              <a:cxnLst/>
              <a:rect l="l" t="t" r="r" b="b"/>
              <a:pathLst>
                <a:path w="503" h="504"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9" name="Google Shape;13649;p31"/>
            <p:cNvSpPr/>
            <p:nvPr/>
          </p:nvSpPr>
          <p:spPr>
            <a:xfrm>
              <a:off x="2605000" y="3401925"/>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0" name="Google Shape;13650;p31"/>
            <p:cNvSpPr/>
            <p:nvPr/>
          </p:nvSpPr>
          <p:spPr>
            <a:xfrm>
              <a:off x="2696950" y="3401925"/>
              <a:ext cx="12375" cy="12600"/>
            </a:xfrm>
            <a:custGeom>
              <a:avLst/>
              <a:gdLst/>
              <a:ahLst/>
              <a:cxnLst/>
              <a:rect l="l" t="t" r="r" b="b"/>
              <a:pathLst>
                <a:path w="495" h="504"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1" name="Google Shape;13651;p31"/>
            <p:cNvSpPr/>
            <p:nvPr/>
          </p:nvSpPr>
          <p:spPr>
            <a:xfrm>
              <a:off x="2788700" y="340192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2" name="Google Shape;13652;p31"/>
            <p:cNvSpPr/>
            <p:nvPr/>
          </p:nvSpPr>
          <p:spPr>
            <a:xfrm>
              <a:off x="2880675" y="3401925"/>
              <a:ext cx="12375" cy="12600"/>
            </a:xfrm>
            <a:custGeom>
              <a:avLst/>
              <a:gdLst/>
              <a:ahLst/>
              <a:cxnLst/>
              <a:rect l="l" t="t" r="r" b="b"/>
              <a:pathLst>
                <a:path w="495" h="504"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3" name="Google Shape;13653;p31"/>
            <p:cNvSpPr/>
            <p:nvPr/>
          </p:nvSpPr>
          <p:spPr>
            <a:xfrm>
              <a:off x="2972425" y="3401925"/>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4" name="Google Shape;13654;p31"/>
            <p:cNvSpPr/>
            <p:nvPr/>
          </p:nvSpPr>
          <p:spPr>
            <a:xfrm>
              <a:off x="3064375" y="3401925"/>
              <a:ext cx="12375" cy="12600"/>
            </a:xfrm>
            <a:custGeom>
              <a:avLst/>
              <a:gdLst/>
              <a:ahLst/>
              <a:cxnLst/>
              <a:rect l="l" t="t" r="r" b="b"/>
              <a:pathLst>
                <a:path w="495" h="504"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5" name="Google Shape;13655;p31"/>
            <p:cNvSpPr/>
            <p:nvPr/>
          </p:nvSpPr>
          <p:spPr>
            <a:xfrm>
              <a:off x="3156125" y="340192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6" name="Google Shape;13656;p31"/>
            <p:cNvSpPr/>
            <p:nvPr/>
          </p:nvSpPr>
          <p:spPr>
            <a:xfrm>
              <a:off x="3247875" y="3401925"/>
              <a:ext cx="12575" cy="12600"/>
            </a:xfrm>
            <a:custGeom>
              <a:avLst/>
              <a:gdLst/>
              <a:ahLst/>
              <a:cxnLst/>
              <a:rect l="l" t="t" r="r" b="b"/>
              <a:pathLst>
                <a:path w="503"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7" name="Google Shape;13657;p31"/>
            <p:cNvSpPr/>
            <p:nvPr/>
          </p:nvSpPr>
          <p:spPr>
            <a:xfrm>
              <a:off x="3339850" y="3401925"/>
              <a:ext cx="12525" cy="12600"/>
            </a:xfrm>
            <a:custGeom>
              <a:avLst/>
              <a:gdLst/>
              <a:ahLst/>
              <a:cxnLst/>
              <a:rect l="l" t="t" r="r" b="b"/>
              <a:pathLst>
                <a:path w="501" h="504"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8" name="Google Shape;13658;p31"/>
            <p:cNvSpPr/>
            <p:nvPr/>
          </p:nvSpPr>
          <p:spPr>
            <a:xfrm>
              <a:off x="3431575" y="340192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9" name="Google Shape;13659;p31"/>
            <p:cNvSpPr/>
            <p:nvPr/>
          </p:nvSpPr>
          <p:spPr>
            <a:xfrm>
              <a:off x="3523550" y="3401925"/>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0" name="Google Shape;13660;p31"/>
            <p:cNvSpPr/>
            <p:nvPr/>
          </p:nvSpPr>
          <p:spPr>
            <a:xfrm>
              <a:off x="676400" y="3493900"/>
              <a:ext cx="12600" cy="12375"/>
            </a:xfrm>
            <a:custGeom>
              <a:avLst/>
              <a:gdLst/>
              <a:ahLst/>
              <a:cxnLst/>
              <a:rect l="l" t="t" r="r" b="b"/>
              <a:pathLst>
                <a:path w="504" h="495" extrusionOk="0">
                  <a:moveTo>
                    <a:pt x="252" y="0"/>
                  </a:moveTo>
                  <a:cubicBezTo>
                    <a:pt x="116" y="0"/>
                    <a:pt x="1" y="107"/>
                    <a:pt x="1" y="243"/>
                  </a:cubicBezTo>
                  <a:cubicBezTo>
                    <a:pt x="1" y="387"/>
                    <a:pt x="116" y="494"/>
                    <a:pt x="252" y="494"/>
                  </a:cubicBezTo>
                  <a:cubicBezTo>
                    <a:pt x="388" y="494"/>
                    <a:pt x="503" y="387"/>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1" name="Google Shape;13661;p31"/>
            <p:cNvSpPr/>
            <p:nvPr/>
          </p:nvSpPr>
          <p:spPr>
            <a:xfrm>
              <a:off x="768325" y="3493900"/>
              <a:ext cx="12400" cy="12375"/>
            </a:xfrm>
            <a:custGeom>
              <a:avLst/>
              <a:gdLst/>
              <a:ahLst/>
              <a:cxnLst/>
              <a:rect l="l" t="t" r="r" b="b"/>
              <a:pathLst>
                <a:path w="496" h="495" extrusionOk="0">
                  <a:moveTo>
                    <a:pt x="245" y="0"/>
                  </a:moveTo>
                  <a:cubicBezTo>
                    <a:pt x="109" y="0"/>
                    <a:pt x="0" y="107"/>
                    <a:pt x="0" y="243"/>
                  </a:cubicBezTo>
                  <a:cubicBezTo>
                    <a:pt x="0" y="387"/>
                    <a:pt x="109" y="494"/>
                    <a:pt x="245" y="494"/>
                  </a:cubicBezTo>
                  <a:cubicBezTo>
                    <a:pt x="388" y="494"/>
                    <a:pt x="496" y="387"/>
                    <a:pt x="496" y="243"/>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2" name="Google Shape;13662;p31"/>
            <p:cNvSpPr/>
            <p:nvPr/>
          </p:nvSpPr>
          <p:spPr>
            <a:xfrm>
              <a:off x="860125" y="3493900"/>
              <a:ext cx="12525" cy="12375"/>
            </a:xfrm>
            <a:custGeom>
              <a:avLst/>
              <a:gdLst/>
              <a:ahLst/>
              <a:cxnLst/>
              <a:rect l="l" t="t" r="r" b="b"/>
              <a:pathLst>
                <a:path w="501" h="495" extrusionOk="0">
                  <a:moveTo>
                    <a:pt x="251" y="0"/>
                  </a:moveTo>
                  <a:cubicBezTo>
                    <a:pt x="114" y="0"/>
                    <a:pt x="0" y="107"/>
                    <a:pt x="0" y="243"/>
                  </a:cubicBezTo>
                  <a:cubicBezTo>
                    <a:pt x="0" y="387"/>
                    <a:pt x="114" y="494"/>
                    <a:pt x="251" y="494"/>
                  </a:cubicBezTo>
                  <a:cubicBezTo>
                    <a:pt x="387" y="494"/>
                    <a:pt x="501" y="387"/>
                    <a:pt x="501" y="243"/>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3" name="Google Shape;13663;p31"/>
            <p:cNvSpPr/>
            <p:nvPr/>
          </p:nvSpPr>
          <p:spPr>
            <a:xfrm>
              <a:off x="951850" y="3493900"/>
              <a:ext cx="12600" cy="12375"/>
            </a:xfrm>
            <a:custGeom>
              <a:avLst/>
              <a:gdLst/>
              <a:ahLst/>
              <a:cxnLst/>
              <a:rect l="l" t="t" r="r" b="b"/>
              <a:pathLst>
                <a:path w="504" h="495" extrusionOk="0">
                  <a:moveTo>
                    <a:pt x="252" y="0"/>
                  </a:moveTo>
                  <a:cubicBezTo>
                    <a:pt x="116" y="0"/>
                    <a:pt x="1" y="107"/>
                    <a:pt x="1" y="243"/>
                  </a:cubicBezTo>
                  <a:cubicBezTo>
                    <a:pt x="1" y="387"/>
                    <a:pt x="116" y="494"/>
                    <a:pt x="252" y="494"/>
                  </a:cubicBezTo>
                  <a:cubicBezTo>
                    <a:pt x="388" y="494"/>
                    <a:pt x="503" y="387"/>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4" name="Google Shape;13664;p31"/>
            <p:cNvSpPr/>
            <p:nvPr/>
          </p:nvSpPr>
          <p:spPr>
            <a:xfrm>
              <a:off x="1043825" y="3493900"/>
              <a:ext cx="12375" cy="12375"/>
            </a:xfrm>
            <a:custGeom>
              <a:avLst/>
              <a:gdLst/>
              <a:ahLst/>
              <a:cxnLst/>
              <a:rect l="l" t="t" r="r" b="b"/>
              <a:pathLst>
                <a:path w="495" h="495" extrusionOk="0">
                  <a:moveTo>
                    <a:pt x="250" y="0"/>
                  </a:moveTo>
                  <a:cubicBezTo>
                    <a:pt x="107" y="0"/>
                    <a:pt x="0" y="107"/>
                    <a:pt x="0" y="243"/>
                  </a:cubicBezTo>
                  <a:cubicBezTo>
                    <a:pt x="0" y="387"/>
                    <a:pt x="107" y="494"/>
                    <a:pt x="250" y="494"/>
                  </a:cubicBezTo>
                  <a:cubicBezTo>
                    <a:pt x="388" y="494"/>
                    <a:pt x="494" y="387"/>
                    <a:pt x="494" y="243"/>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5" name="Google Shape;13665;p31"/>
            <p:cNvSpPr/>
            <p:nvPr/>
          </p:nvSpPr>
          <p:spPr>
            <a:xfrm>
              <a:off x="1135575" y="3493900"/>
              <a:ext cx="12575" cy="12375"/>
            </a:xfrm>
            <a:custGeom>
              <a:avLst/>
              <a:gdLst/>
              <a:ahLst/>
              <a:cxnLst/>
              <a:rect l="l" t="t" r="r" b="b"/>
              <a:pathLst>
                <a:path w="503" h="495" extrusionOk="0">
                  <a:moveTo>
                    <a:pt x="252" y="0"/>
                  </a:moveTo>
                  <a:cubicBezTo>
                    <a:pt x="116" y="0"/>
                    <a:pt x="0" y="107"/>
                    <a:pt x="0" y="243"/>
                  </a:cubicBezTo>
                  <a:cubicBezTo>
                    <a:pt x="0" y="387"/>
                    <a:pt x="116" y="494"/>
                    <a:pt x="252" y="494"/>
                  </a:cubicBezTo>
                  <a:cubicBezTo>
                    <a:pt x="387" y="494"/>
                    <a:pt x="503" y="387"/>
                    <a:pt x="503" y="243"/>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6" name="Google Shape;13666;p31"/>
            <p:cNvSpPr/>
            <p:nvPr/>
          </p:nvSpPr>
          <p:spPr>
            <a:xfrm>
              <a:off x="1227500" y="3493900"/>
              <a:ext cx="12400" cy="12375"/>
            </a:xfrm>
            <a:custGeom>
              <a:avLst/>
              <a:gdLst/>
              <a:ahLst/>
              <a:cxnLst/>
              <a:rect l="l" t="t" r="r" b="b"/>
              <a:pathLst>
                <a:path w="496" h="495" extrusionOk="0">
                  <a:moveTo>
                    <a:pt x="251" y="0"/>
                  </a:moveTo>
                  <a:cubicBezTo>
                    <a:pt x="109" y="0"/>
                    <a:pt x="0" y="107"/>
                    <a:pt x="0" y="243"/>
                  </a:cubicBezTo>
                  <a:cubicBezTo>
                    <a:pt x="0" y="387"/>
                    <a:pt x="109" y="494"/>
                    <a:pt x="251" y="494"/>
                  </a:cubicBezTo>
                  <a:cubicBezTo>
                    <a:pt x="387" y="494"/>
                    <a:pt x="496" y="387"/>
                    <a:pt x="496" y="243"/>
                  </a:cubicBezTo>
                  <a:cubicBezTo>
                    <a:pt x="496"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7" name="Google Shape;13667;p31"/>
            <p:cNvSpPr/>
            <p:nvPr/>
          </p:nvSpPr>
          <p:spPr>
            <a:xfrm>
              <a:off x="1319275" y="3493900"/>
              <a:ext cx="12550" cy="12375"/>
            </a:xfrm>
            <a:custGeom>
              <a:avLst/>
              <a:gdLst/>
              <a:ahLst/>
              <a:cxnLst/>
              <a:rect l="l" t="t" r="r" b="b"/>
              <a:pathLst>
                <a:path w="502" h="495" extrusionOk="0">
                  <a:moveTo>
                    <a:pt x="252" y="0"/>
                  </a:moveTo>
                  <a:cubicBezTo>
                    <a:pt x="114" y="0"/>
                    <a:pt x="1" y="107"/>
                    <a:pt x="1" y="243"/>
                  </a:cubicBezTo>
                  <a:cubicBezTo>
                    <a:pt x="1" y="387"/>
                    <a:pt x="114" y="494"/>
                    <a:pt x="252" y="494"/>
                  </a:cubicBezTo>
                  <a:cubicBezTo>
                    <a:pt x="388" y="494"/>
                    <a:pt x="501" y="387"/>
                    <a:pt x="501" y="243"/>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8" name="Google Shape;13668;p31"/>
            <p:cNvSpPr/>
            <p:nvPr/>
          </p:nvSpPr>
          <p:spPr>
            <a:xfrm>
              <a:off x="1411200" y="3493900"/>
              <a:ext cx="12425" cy="12375"/>
            </a:xfrm>
            <a:custGeom>
              <a:avLst/>
              <a:gdLst/>
              <a:ahLst/>
              <a:cxnLst/>
              <a:rect l="l" t="t" r="r" b="b"/>
              <a:pathLst>
                <a:path w="497" h="495" extrusionOk="0">
                  <a:moveTo>
                    <a:pt x="245" y="0"/>
                  </a:moveTo>
                  <a:cubicBezTo>
                    <a:pt x="109" y="0"/>
                    <a:pt x="1" y="107"/>
                    <a:pt x="1" y="243"/>
                  </a:cubicBezTo>
                  <a:cubicBezTo>
                    <a:pt x="1" y="387"/>
                    <a:pt x="109" y="494"/>
                    <a:pt x="245" y="494"/>
                  </a:cubicBezTo>
                  <a:cubicBezTo>
                    <a:pt x="388" y="494"/>
                    <a:pt x="496" y="387"/>
                    <a:pt x="496" y="243"/>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9" name="Google Shape;13669;p31"/>
            <p:cNvSpPr/>
            <p:nvPr/>
          </p:nvSpPr>
          <p:spPr>
            <a:xfrm>
              <a:off x="1503000" y="3493900"/>
              <a:ext cx="12525" cy="12375"/>
            </a:xfrm>
            <a:custGeom>
              <a:avLst/>
              <a:gdLst/>
              <a:ahLst/>
              <a:cxnLst/>
              <a:rect l="l" t="t" r="r" b="b"/>
              <a:pathLst>
                <a:path w="501" h="495" extrusionOk="0">
                  <a:moveTo>
                    <a:pt x="250" y="0"/>
                  </a:moveTo>
                  <a:cubicBezTo>
                    <a:pt x="114" y="0"/>
                    <a:pt x="0" y="107"/>
                    <a:pt x="0" y="243"/>
                  </a:cubicBezTo>
                  <a:cubicBezTo>
                    <a:pt x="0" y="387"/>
                    <a:pt x="114" y="494"/>
                    <a:pt x="250" y="494"/>
                  </a:cubicBezTo>
                  <a:cubicBezTo>
                    <a:pt x="387" y="494"/>
                    <a:pt x="501" y="387"/>
                    <a:pt x="501" y="243"/>
                  </a:cubicBezTo>
                  <a:cubicBezTo>
                    <a:pt x="501" y="107"/>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0" name="Google Shape;13670;p31"/>
            <p:cNvSpPr/>
            <p:nvPr/>
          </p:nvSpPr>
          <p:spPr>
            <a:xfrm>
              <a:off x="1594750" y="3493900"/>
              <a:ext cx="12575" cy="12375"/>
            </a:xfrm>
            <a:custGeom>
              <a:avLst/>
              <a:gdLst/>
              <a:ahLst/>
              <a:cxnLst/>
              <a:rect l="l" t="t" r="r" b="b"/>
              <a:pathLst>
                <a:path w="503" h="495" extrusionOk="0">
                  <a:moveTo>
                    <a:pt x="251" y="0"/>
                  </a:moveTo>
                  <a:cubicBezTo>
                    <a:pt x="115" y="0"/>
                    <a:pt x="0" y="107"/>
                    <a:pt x="0" y="243"/>
                  </a:cubicBezTo>
                  <a:cubicBezTo>
                    <a:pt x="0" y="387"/>
                    <a:pt x="115" y="494"/>
                    <a:pt x="251" y="494"/>
                  </a:cubicBezTo>
                  <a:cubicBezTo>
                    <a:pt x="394" y="494"/>
                    <a:pt x="503" y="387"/>
                    <a:pt x="503" y="243"/>
                  </a:cubicBezTo>
                  <a:cubicBezTo>
                    <a:pt x="503" y="107"/>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1" name="Google Shape;13671;p31"/>
            <p:cNvSpPr/>
            <p:nvPr/>
          </p:nvSpPr>
          <p:spPr>
            <a:xfrm>
              <a:off x="1686650" y="3493900"/>
              <a:ext cx="12600" cy="12375"/>
            </a:xfrm>
            <a:custGeom>
              <a:avLst/>
              <a:gdLst/>
              <a:ahLst/>
              <a:cxnLst/>
              <a:rect l="l" t="t" r="r" b="b"/>
              <a:pathLst>
                <a:path w="504" h="495" extrusionOk="0">
                  <a:moveTo>
                    <a:pt x="252" y="0"/>
                  </a:moveTo>
                  <a:cubicBezTo>
                    <a:pt x="116" y="0"/>
                    <a:pt x="1" y="107"/>
                    <a:pt x="1" y="243"/>
                  </a:cubicBezTo>
                  <a:cubicBezTo>
                    <a:pt x="1" y="387"/>
                    <a:pt x="116" y="494"/>
                    <a:pt x="252" y="494"/>
                  </a:cubicBezTo>
                  <a:cubicBezTo>
                    <a:pt x="388" y="494"/>
                    <a:pt x="503" y="387"/>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2" name="Google Shape;13672;p31"/>
            <p:cNvSpPr/>
            <p:nvPr/>
          </p:nvSpPr>
          <p:spPr>
            <a:xfrm>
              <a:off x="1778450" y="3493900"/>
              <a:ext cx="12550" cy="12375"/>
            </a:xfrm>
            <a:custGeom>
              <a:avLst/>
              <a:gdLst/>
              <a:ahLst/>
              <a:cxnLst/>
              <a:rect l="l" t="t" r="r" b="b"/>
              <a:pathLst>
                <a:path w="502" h="495" extrusionOk="0">
                  <a:moveTo>
                    <a:pt x="252" y="0"/>
                  </a:moveTo>
                  <a:cubicBezTo>
                    <a:pt x="114" y="0"/>
                    <a:pt x="1" y="107"/>
                    <a:pt x="1" y="243"/>
                  </a:cubicBezTo>
                  <a:cubicBezTo>
                    <a:pt x="1" y="387"/>
                    <a:pt x="114" y="494"/>
                    <a:pt x="252" y="494"/>
                  </a:cubicBezTo>
                  <a:cubicBezTo>
                    <a:pt x="388" y="494"/>
                    <a:pt x="501" y="387"/>
                    <a:pt x="501" y="243"/>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3" name="Google Shape;13673;p31"/>
            <p:cNvSpPr/>
            <p:nvPr/>
          </p:nvSpPr>
          <p:spPr>
            <a:xfrm>
              <a:off x="1870375" y="3493900"/>
              <a:ext cx="12400" cy="12375"/>
            </a:xfrm>
            <a:custGeom>
              <a:avLst/>
              <a:gdLst/>
              <a:ahLst/>
              <a:cxnLst/>
              <a:rect l="l" t="t" r="r" b="b"/>
              <a:pathLst>
                <a:path w="496" h="495" extrusionOk="0">
                  <a:moveTo>
                    <a:pt x="252" y="0"/>
                  </a:moveTo>
                  <a:cubicBezTo>
                    <a:pt x="109" y="0"/>
                    <a:pt x="0" y="107"/>
                    <a:pt x="0" y="243"/>
                  </a:cubicBezTo>
                  <a:cubicBezTo>
                    <a:pt x="0" y="387"/>
                    <a:pt x="109" y="494"/>
                    <a:pt x="252" y="494"/>
                  </a:cubicBezTo>
                  <a:cubicBezTo>
                    <a:pt x="387" y="494"/>
                    <a:pt x="496" y="387"/>
                    <a:pt x="496" y="243"/>
                  </a:cubicBezTo>
                  <a:cubicBezTo>
                    <a:pt x="496"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4" name="Google Shape;13674;p31"/>
            <p:cNvSpPr/>
            <p:nvPr/>
          </p:nvSpPr>
          <p:spPr>
            <a:xfrm>
              <a:off x="1962150" y="3493900"/>
              <a:ext cx="12550" cy="12375"/>
            </a:xfrm>
            <a:custGeom>
              <a:avLst/>
              <a:gdLst/>
              <a:ahLst/>
              <a:cxnLst/>
              <a:rect l="l" t="t" r="r" b="b"/>
              <a:pathLst>
                <a:path w="502" h="495" extrusionOk="0">
                  <a:moveTo>
                    <a:pt x="250" y="0"/>
                  </a:moveTo>
                  <a:cubicBezTo>
                    <a:pt x="114" y="0"/>
                    <a:pt x="1" y="107"/>
                    <a:pt x="1" y="243"/>
                  </a:cubicBezTo>
                  <a:cubicBezTo>
                    <a:pt x="1" y="387"/>
                    <a:pt x="114" y="494"/>
                    <a:pt x="250" y="494"/>
                  </a:cubicBezTo>
                  <a:cubicBezTo>
                    <a:pt x="388" y="494"/>
                    <a:pt x="502" y="387"/>
                    <a:pt x="502" y="243"/>
                  </a:cubicBezTo>
                  <a:cubicBezTo>
                    <a:pt x="502"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5" name="Google Shape;13675;p31"/>
            <p:cNvSpPr/>
            <p:nvPr/>
          </p:nvSpPr>
          <p:spPr>
            <a:xfrm>
              <a:off x="2054075" y="3493900"/>
              <a:ext cx="12425" cy="12375"/>
            </a:xfrm>
            <a:custGeom>
              <a:avLst/>
              <a:gdLst/>
              <a:ahLst/>
              <a:cxnLst/>
              <a:rect l="l" t="t" r="r" b="b"/>
              <a:pathLst>
                <a:path w="497" h="495" extrusionOk="0">
                  <a:moveTo>
                    <a:pt x="252" y="0"/>
                  </a:moveTo>
                  <a:cubicBezTo>
                    <a:pt x="109" y="0"/>
                    <a:pt x="1" y="107"/>
                    <a:pt x="1" y="243"/>
                  </a:cubicBezTo>
                  <a:cubicBezTo>
                    <a:pt x="1" y="387"/>
                    <a:pt x="109" y="494"/>
                    <a:pt x="252" y="494"/>
                  </a:cubicBezTo>
                  <a:cubicBezTo>
                    <a:pt x="388" y="494"/>
                    <a:pt x="496" y="387"/>
                    <a:pt x="496" y="243"/>
                  </a:cubicBezTo>
                  <a:cubicBezTo>
                    <a:pt x="496"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6" name="Google Shape;13676;p31"/>
            <p:cNvSpPr/>
            <p:nvPr/>
          </p:nvSpPr>
          <p:spPr>
            <a:xfrm>
              <a:off x="2145825" y="3493900"/>
              <a:ext cx="12600" cy="12375"/>
            </a:xfrm>
            <a:custGeom>
              <a:avLst/>
              <a:gdLst/>
              <a:ahLst/>
              <a:cxnLst/>
              <a:rect l="l" t="t" r="r" b="b"/>
              <a:pathLst>
                <a:path w="504" h="495" extrusionOk="0">
                  <a:moveTo>
                    <a:pt x="252" y="0"/>
                  </a:moveTo>
                  <a:cubicBezTo>
                    <a:pt x="116" y="0"/>
                    <a:pt x="1" y="107"/>
                    <a:pt x="1" y="243"/>
                  </a:cubicBezTo>
                  <a:cubicBezTo>
                    <a:pt x="1" y="387"/>
                    <a:pt x="116" y="494"/>
                    <a:pt x="252" y="494"/>
                  </a:cubicBezTo>
                  <a:cubicBezTo>
                    <a:pt x="388" y="494"/>
                    <a:pt x="503" y="387"/>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7" name="Google Shape;13677;p31"/>
            <p:cNvSpPr/>
            <p:nvPr/>
          </p:nvSpPr>
          <p:spPr>
            <a:xfrm>
              <a:off x="2237800" y="3493900"/>
              <a:ext cx="12350" cy="12375"/>
            </a:xfrm>
            <a:custGeom>
              <a:avLst/>
              <a:gdLst/>
              <a:ahLst/>
              <a:cxnLst/>
              <a:rect l="l" t="t" r="r" b="b"/>
              <a:pathLst>
                <a:path w="494" h="495" extrusionOk="0">
                  <a:moveTo>
                    <a:pt x="244" y="0"/>
                  </a:moveTo>
                  <a:cubicBezTo>
                    <a:pt x="107" y="0"/>
                    <a:pt x="0" y="107"/>
                    <a:pt x="0" y="243"/>
                  </a:cubicBezTo>
                  <a:cubicBezTo>
                    <a:pt x="0" y="387"/>
                    <a:pt x="107" y="494"/>
                    <a:pt x="244" y="494"/>
                  </a:cubicBezTo>
                  <a:cubicBezTo>
                    <a:pt x="387" y="494"/>
                    <a:pt x="494" y="387"/>
                    <a:pt x="494" y="243"/>
                  </a:cubicBezTo>
                  <a:cubicBezTo>
                    <a:pt x="494" y="107"/>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8" name="Google Shape;13678;p31"/>
            <p:cNvSpPr/>
            <p:nvPr/>
          </p:nvSpPr>
          <p:spPr>
            <a:xfrm>
              <a:off x="2329550" y="3493900"/>
              <a:ext cx="12575" cy="12375"/>
            </a:xfrm>
            <a:custGeom>
              <a:avLst/>
              <a:gdLst/>
              <a:ahLst/>
              <a:cxnLst/>
              <a:rect l="l" t="t" r="r" b="b"/>
              <a:pathLst>
                <a:path w="503" h="495" extrusionOk="0">
                  <a:moveTo>
                    <a:pt x="251" y="0"/>
                  </a:moveTo>
                  <a:cubicBezTo>
                    <a:pt x="115" y="0"/>
                    <a:pt x="0" y="107"/>
                    <a:pt x="0" y="243"/>
                  </a:cubicBezTo>
                  <a:cubicBezTo>
                    <a:pt x="0" y="387"/>
                    <a:pt x="115" y="494"/>
                    <a:pt x="251" y="494"/>
                  </a:cubicBezTo>
                  <a:cubicBezTo>
                    <a:pt x="387" y="494"/>
                    <a:pt x="502" y="387"/>
                    <a:pt x="502" y="243"/>
                  </a:cubicBezTo>
                  <a:cubicBezTo>
                    <a:pt x="502"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9" name="Google Shape;13679;p31"/>
            <p:cNvSpPr/>
            <p:nvPr/>
          </p:nvSpPr>
          <p:spPr>
            <a:xfrm>
              <a:off x="2421325" y="3493900"/>
              <a:ext cx="12550" cy="12375"/>
            </a:xfrm>
            <a:custGeom>
              <a:avLst/>
              <a:gdLst/>
              <a:ahLst/>
              <a:cxnLst/>
              <a:rect l="l" t="t" r="r" b="b"/>
              <a:pathLst>
                <a:path w="502" h="495" extrusionOk="0">
                  <a:moveTo>
                    <a:pt x="250" y="0"/>
                  </a:moveTo>
                  <a:cubicBezTo>
                    <a:pt x="114" y="0"/>
                    <a:pt x="1" y="107"/>
                    <a:pt x="1" y="243"/>
                  </a:cubicBezTo>
                  <a:cubicBezTo>
                    <a:pt x="1" y="387"/>
                    <a:pt x="114" y="494"/>
                    <a:pt x="250" y="494"/>
                  </a:cubicBezTo>
                  <a:cubicBezTo>
                    <a:pt x="395" y="494"/>
                    <a:pt x="501" y="387"/>
                    <a:pt x="501" y="243"/>
                  </a:cubicBezTo>
                  <a:cubicBezTo>
                    <a:pt x="501" y="107"/>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0" name="Google Shape;13680;p31"/>
            <p:cNvSpPr/>
            <p:nvPr/>
          </p:nvSpPr>
          <p:spPr>
            <a:xfrm>
              <a:off x="2513250" y="3493900"/>
              <a:ext cx="12575" cy="12375"/>
            </a:xfrm>
            <a:custGeom>
              <a:avLst/>
              <a:gdLst/>
              <a:ahLst/>
              <a:cxnLst/>
              <a:rect l="l" t="t" r="r" b="b"/>
              <a:pathLst>
                <a:path w="503" h="495" extrusionOk="0">
                  <a:moveTo>
                    <a:pt x="252" y="0"/>
                  </a:moveTo>
                  <a:cubicBezTo>
                    <a:pt x="109" y="0"/>
                    <a:pt x="0" y="107"/>
                    <a:pt x="0" y="243"/>
                  </a:cubicBezTo>
                  <a:cubicBezTo>
                    <a:pt x="0" y="387"/>
                    <a:pt x="109" y="494"/>
                    <a:pt x="252" y="494"/>
                  </a:cubicBezTo>
                  <a:cubicBezTo>
                    <a:pt x="388" y="494"/>
                    <a:pt x="503" y="387"/>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1" name="Google Shape;13681;p31"/>
            <p:cNvSpPr/>
            <p:nvPr/>
          </p:nvSpPr>
          <p:spPr>
            <a:xfrm>
              <a:off x="2605000" y="3493900"/>
              <a:ext cx="12575" cy="12375"/>
            </a:xfrm>
            <a:custGeom>
              <a:avLst/>
              <a:gdLst/>
              <a:ahLst/>
              <a:cxnLst/>
              <a:rect l="l" t="t" r="r" b="b"/>
              <a:pathLst>
                <a:path w="503" h="495" extrusionOk="0">
                  <a:moveTo>
                    <a:pt x="252" y="0"/>
                  </a:moveTo>
                  <a:cubicBezTo>
                    <a:pt x="116" y="0"/>
                    <a:pt x="0" y="107"/>
                    <a:pt x="0" y="243"/>
                  </a:cubicBezTo>
                  <a:cubicBezTo>
                    <a:pt x="0" y="387"/>
                    <a:pt x="116" y="494"/>
                    <a:pt x="252" y="494"/>
                  </a:cubicBezTo>
                  <a:cubicBezTo>
                    <a:pt x="387" y="494"/>
                    <a:pt x="503" y="387"/>
                    <a:pt x="503" y="243"/>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2" name="Google Shape;13682;p31"/>
            <p:cNvSpPr/>
            <p:nvPr/>
          </p:nvSpPr>
          <p:spPr>
            <a:xfrm>
              <a:off x="2696950" y="3493900"/>
              <a:ext cx="12375" cy="12375"/>
            </a:xfrm>
            <a:custGeom>
              <a:avLst/>
              <a:gdLst/>
              <a:ahLst/>
              <a:cxnLst/>
              <a:rect l="l" t="t" r="r" b="b"/>
              <a:pathLst>
                <a:path w="495" h="495" extrusionOk="0">
                  <a:moveTo>
                    <a:pt x="252" y="0"/>
                  </a:moveTo>
                  <a:cubicBezTo>
                    <a:pt x="108" y="0"/>
                    <a:pt x="1" y="107"/>
                    <a:pt x="1" y="243"/>
                  </a:cubicBezTo>
                  <a:cubicBezTo>
                    <a:pt x="1" y="387"/>
                    <a:pt x="108" y="494"/>
                    <a:pt x="252" y="494"/>
                  </a:cubicBezTo>
                  <a:cubicBezTo>
                    <a:pt x="388" y="494"/>
                    <a:pt x="495" y="387"/>
                    <a:pt x="495" y="243"/>
                  </a:cubicBezTo>
                  <a:cubicBezTo>
                    <a:pt x="495"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3" name="Google Shape;13683;p31"/>
            <p:cNvSpPr/>
            <p:nvPr/>
          </p:nvSpPr>
          <p:spPr>
            <a:xfrm>
              <a:off x="2788700" y="3493900"/>
              <a:ext cx="12600" cy="12375"/>
            </a:xfrm>
            <a:custGeom>
              <a:avLst/>
              <a:gdLst/>
              <a:ahLst/>
              <a:cxnLst/>
              <a:rect l="l" t="t" r="r" b="b"/>
              <a:pathLst>
                <a:path w="504" h="495" extrusionOk="0">
                  <a:moveTo>
                    <a:pt x="252" y="0"/>
                  </a:moveTo>
                  <a:cubicBezTo>
                    <a:pt x="116" y="0"/>
                    <a:pt x="1" y="107"/>
                    <a:pt x="1" y="243"/>
                  </a:cubicBezTo>
                  <a:cubicBezTo>
                    <a:pt x="1" y="387"/>
                    <a:pt x="116" y="494"/>
                    <a:pt x="252" y="494"/>
                  </a:cubicBezTo>
                  <a:cubicBezTo>
                    <a:pt x="388" y="494"/>
                    <a:pt x="503" y="387"/>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4" name="Google Shape;13684;p31"/>
            <p:cNvSpPr/>
            <p:nvPr/>
          </p:nvSpPr>
          <p:spPr>
            <a:xfrm>
              <a:off x="2880675" y="3493900"/>
              <a:ext cx="12375" cy="12375"/>
            </a:xfrm>
            <a:custGeom>
              <a:avLst/>
              <a:gdLst/>
              <a:ahLst/>
              <a:cxnLst/>
              <a:rect l="l" t="t" r="r" b="b"/>
              <a:pathLst>
                <a:path w="495" h="495" extrusionOk="0">
                  <a:moveTo>
                    <a:pt x="243" y="0"/>
                  </a:moveTo>
                  <a:cubicBezTo>
                    <a:pt x="107" y="0"/>
                    <a:pt x="0" y="107"/>
                    <a:pt x="0" y="243"/>
                  </a:cubicBezTo>
                  <a:cubicBezTo>
                    <a:pt x="0" y="387"/>
                    <a:pt x="107" y="494"/>
                    <a:pt x="243" y="494"/>
                  </a:cubicBezTo>
                  <a:cubicBezTo>
                    <a:pt x="387" y="494"/>
                    <a:pt x="494" y="387"/>
                    <a:pt x="494" y="243"/>
                  </a:cubicBezTo>
                  <a:cubicBezTo>
                    <a:pt x="494" y="107"/>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5" name="Google Shape;13685;p31"/>
            <p:cNvSpPr/>
            <p:nvPr/>
          </p:nvSpPr>
          <p:spPr>
            <a:xfrm>
              <a:off x="2972425" y="3493900"/>
              <a:ext cx="12575" cy="12375"/>
            </a:xfrm>
            <a:custGeom>
              <a:avLst/>
              <a:gdLst/>
              <a:ahLst/>
              <a:cxnLst/>
              <a:rect l="l" t="t" r="r" b="b"/>
              <a:pathLst>
                <a:path w="503" h="495" extrusionOk="0">
                  <a:moveTo>
                    <a:pt x="251" y="0"/>
                  </a:moveTo>
                  <a:cubicBezTo>
                    <a:pt x="115" y="0"/>
                    <a:pt x="0" y="107"/>
                    <a:pt x="0" y="243"/>
                  </a:cubicBezTo>
                  <a:cubicBezTo>
                    <a:pt x="0" y="387"/>
                    <a:pt x="115" y="494"/>
                    <a:pt x="251" y="494"/>
                  </a:cubicBezTo>
                  <a:cubicBezTo>
                    <a:pt x="387" y="494"/>
                    <a:pt x="503" y="387"/>
                    <a:pt x="503" y="243"/>
                  </a:cubicBezTo>
                  <a:cubicBezTo>
                    <a:pt x="503"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6" name="Google Shape;13686;p31"/>
            <p:cNvSpPr/>
            <p:nvPr/>
          </p:nvSpPr>
          <p:spPr>
            <a:xfrm>
              <a:off x="3064375" y="3493900"/>
              <a:ext cx="12375" cy="12375"/>
            </a:xfrm>
            <a:custGeom>
              <a:avLst/>
              <a:gdLst/>
              <a:ahLst/>
              <a:cxnLst/>
              <a:rect l="l" t="t" r="r" b="b"/>
              <a:pathLst>
                <a:path w="495" h="495" extrusionOk="0">
                  <a:moveTo>
                    <a:pt x="243" y="0"/>
                  </a:moveTo>
                  <a:cubicBezTo>
                    <a:pt x="107" y="0"/>
                    <a:pt x="1" y="107"/>
                    <a:pt x="1" y="243"/>
                  </a:cubicBezTo>
                  <a:cubicBezTo>
                    <a:pt x="1" y="387"/>
                    <a:pt x="107" y="494"/>
                    <a:pt x="243" y="494"/>
                  </a:cubicBezTo>
                  <a:cubicBezTo>
                    <a:pt x="388" y="494"/>
                    <a:pt x="495" y="387"/>
                    <a:pt x="495" y="243"/>
                  </a:cubicBezTo>
                  <a:cubicBezTo>
                    <a:pt x="495" y="107"/>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7" name="Google Shape;13687;p31"/>
            <p:cNvSpPr/>
            <p:nvPr/>
          </p:nvSpPr>
          <p:spPr>
            <a:xfrm>
              <a:off x="3156125" y="3493900"/>
              <a:ext cx="12600" cy="12375"/>
            </a:xfrm>
            <a:custGeom>
              <a:avLst/>
              <a:gdLst/>
              <a:ahLst/>
              <a:cxnLst/>
              <a:rect l="l" t="t" r="r" b="b"/>
              <a:pathLst>
                <a:path w="504" h="495" extrusionOk="0">
                  <a:moveTo>
                    <a:pt x="252" y="0"/>
                  </a:moveTo>
                  <a:cubicBezTo>
                    <a:pt x="116" y="0"/>
                    <a:pt x="1" y="107"/>
                    <a:pt x="1" y="243"/>
                  </a:cubicBezTo>
                  <a:cubicBezTo>
                    <a:pt x="1" y="387"/>
                    <a:pt x="116" y="494"/>
                    <a:pt x="252" y="494"/>
                  </a:cubicBezTo>
                  <a:cubicBezTo>
                    <a:pt x="388" y="494"/>
                    <a:pt x="503" y="387"/>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8" name="Google Shape;13688;p31"/>
            <p:cNvSpPr/>
            <p:nvPr/>
          </p:nvSpPr>
          <p:spPr>
            <a:xfrm>
              <a:off x="3247875" y="3493900"/>
              <a:ext cx="12575" cy="12375"/>
            </a:xfrm>
            <a:custGeom>
              <a:avLst/>
              <a:gdLst/>
              <a:ahLst/>
              <a:cxnLst/>
              <a:rect l="l" t="t" r="r" b="b"/>
              <a:pathLst>
                <a:path w="503" h="495" extrusionOk="0">
                  <a:moveTo>
                    <a:pt x="252" y="0"/>
                  </a:moveTo>
                  <a:cubicBezTo>
                    <a:pt x="116" y="0"/>
                    <a:pt x="1" y="107"/>
                    <a:pt x="1" y="243"/>
                  </a:cubicBezTo>
                  <a:cubicBezTo>
                    <a:pt x="1" y="387"/>
                    <a:pt x="116" y="494"/>
                    <a:pt x="252" y="494"/>
                  </a:cubicBezTo>
                  <a:cubicBezTo>
                    <a:pt x="388" y="494"/>
                    <a:pt x="503" y="387"/>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9" name="Google Shape;13689;p31"/>
            <p:cNvSpPr/>
            <p:nvPr/>
          </p:nvSpPr>
          <p:spPr>
            <a:xfrm>
              <a:off x="3339850" y="3493900"/>
              <a:ext cx="12525" cy="12375"/>
            </a:xfrm>
            <a:custGeom>
              <a:avLst/>
              <a:gdLst/>
              <a:ahLst/>
              <a:cxnLst/>
              <a:rect l="l" t="t" r="r" b="b"/>
              <a:pathLst>
                <a:path w="501" h="495" extrusionOk="0">
                  <a:moveTo>
                    <a:pt x="251" y="0"/>
                  </a:moveTo>
                  <a:cubicBezTo>
                    <a:pt x="107" y="0"/>
                    <a:pt x="0" y="107"/>
                    <a:pt x="0" y="243"/>
                  </a:cubicBezTo>
                  <a:cubicBezTo>
                    <a:pt x="0" y="387"/>
                    <a:pt x="107" y="494"/>
                    <a:pt x="251" y="494"/>
                  </a:cubicBezTo>
                  <a:cubicBezTo>
                    <a:pt x="387" y="494"/>
                    <a:pt x="501" y="387"/>
                    <a:pt x="501" y="243"/>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0" name="Google Shape;13690;p31"/>
            <p:cNvSpPr/>
            <p:nvPr/>
          </p:nvSpPr>
          <p:spPr>
            <a:xfrm>
              <a:off x="3431575" y="3493900"/>
              <a:ext cx="12600" cy="12375"/>
            </a:xfrm>
            <a:custGeom>
              <a:avLst/>
              <a:gdLst/>
              <a:ahLst/>
              <a:cxnLst/>
              <a:rect l="l" t="t" r="r" b="b"/>
              <a:pathLst>
                <a:path w="504" h="495" extrusionOk="0">
                  <a:moveTo>
                    <a:pt x="252" y="0"/>
                  </a:moveTo>
                  <a:cubicBezTo>
                    <a:pt x="116" y="0"/>
                    <a:pt x="1" y="107"/>
                    <a:pt x="1" y="243"/>
                  </a:cubicBezTo>
                  <a:cubicBezTo>
                    <a:pt x="1" y="387"/>
                    <a:pt x="116" y="494"/>
                    <a:pt x="252" y="494"/>
                  </a:cubicBezTo>
                  <a:cubicBezTo>
                    <a:pt x="388" y="494"/>
                    <a:pt x="503" y="387"/>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1" name="Google Shape;13691;p31"/>
            <p:cNvSpPr/>
            <p:nvPr/>
          </p:nvSpPr>
          <p:spPr>
            <a:xfrm>
              <a:off x="3523550" y="3493900"/>
              <a:ext cx="12375" cy="12375"/>
            </a:xfrm>
            <a:custGeom>
              <a:avLst/>
              <a:gdLst/>
              <a:ahLst/>
              <a:cxnLst/>
              <a:rect l="l" t="t" r="r" b="b"/>
              <a:pathLst>
                <a:path w="495" h="495" extrusionOk="0">
                  <a:moveTo>
                    <a:pt x="250" y="0"/>
                  </a:moveTo>
                  <a:cubicBezTo>
                    <a:pt x="107" y="0"/>
                    <a:pt x="0" y="107"/>
                    <a:pt x="0" y="243"/>
                  </a:cubicBezTo>
                  <a:cubicBezTo>
                    <a:pt x="0" y="387"/>
                    <a:pt x="107" y="494"/>
                    <a:pt x="250" y="494"/>
                  </a:cubicBezTo>
                  <a:cubicBezTo>
                    <a:pt x="388" y="494"/>
                    <a:pt x="494" y="387"/>
                    <a:pt x="494" y="243"/>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2" name="Google Shape;13692;p31"/>
            <p:cNvSpPr/>
            <p:nvPr/>
          </p:nvSpPr>
          <p:spPr>
            <a:xfrm>
              <a:off x="676400" y="358565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3" name="Google Shape;13693;p31"/>
            <p:cNvSpPr/>
            <p:nvPr/>
          </p:nvSpPr>
          <p:spPr>
            <a:xfrm>
              <a:off x="768325" y="3585650"/>
              <a:ext cx="12400" cy="12575"/>
            </a:xfrm>
            <a:custGeom>
              <a:avLst/>
              <a:gdLst/>
              <a:ahLst/>
              <a:cxnLst/>
              <a:rect l="l" t="t" r="r" b="b"/>
              <a:pathLst>
                <a:path w="496" h="503" extrusionOk="0">
                  <a:moveTo>
                    <a:pt x="245" y="0"/>
                  </a:moveTo>
                  <a:cubicBezTo>
                    <a:pt x="109" y="0"/>
                    <a:pt x="0" y="115"/>
                    <a:pt x="0" y="251"/>
                  </a:cubicBezTo>
                  <a:cubicBezTo>
                    <a:pt x="0" y="387"/>
                    <a:pt x="109" y="503"/>
                    <a:pt x="245" y="503"/>
                  </a:cubicBezTo>
                  <a:cubicBezTo>
                    <a:pt x="388" y="503"/>
                    <a:pt x="496" y="387"/>
                    <a:pt x="496" y="251"/>
                  </a:cubicBezTo>
                  <a:cubicBezTo>
                    <a:pt x="496" y="115"/>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4" name="Google Shape;13694;p31"/>
            <p:cNvSpPr/>
            <p:nvPr/>
          </p:nvSpPr>
          <p:spPr>
            <a:xfrm>
              <a:off x="860125" y="3585650"/>
              <a:ext cx="12525" cy="12575"/>
            </a:xfrm>
            <a:custGeom>
              <a:avLst/>
              <a:gdLst/>
              <a:ahLst/>
              <a:cxnLst/>
              <a:rect l="l" t="t" r="r" b="b"/>
              <a:pathLst>
                <a:path w="501" h="503" extrusionOk="0">
                  <a:moveTo>
                    <a:pt x="251" y="0"/>
                  </a:moveTo>
                  <a:cubicBezTo>
                    <a:pt x="114" y="0"/>
                    <a:pt x="0" y="115"/>
                    <a:pt x="0" y="251"/>
                  </a:cubicBezTo>
                  <a:cubicBezTo>
                    <a:pt x="0" y="387"/>
                    <a:pt x="114" y="503"/>
                    <a:pt x="251" y="503"/>
                  </a:cubicBezTo>
                  <a:cubicBezTo>
                    <a:pt x="387" y="503"/>
                    <a:pt x="501" y="387"/>
                    <a:pt x="501" y="251"/>
                  </a:cubicBezTo>
                  <a:cubicBezTo>
                    <a:pt x="501"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5" name="Google Shape;13695;p31"/>
            <p:cNvSpPr/>
            <p:nvPr/>
          </p:nvSpPr>
          <p:spPr>
            <a:xfrm>
              <a:off x="951850" y="358565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6" name="Google Shape;13696;p31"/>
            <p:cNvSpPr/>
            <p:nvPr/>
          </p:nvSpPr>
          <p:spPr>
            <a:xfrm>
              <a:off x="1043825" y="3585650"/>
              <a:ext cx="12375" cy="12575"/>
            </a:xfrm>
            <a:custGeom>
              <a:avLst/>
              <a:gdLst/>
              <a:ahLst/>
              <a:cxnLst/>
              <a:rect l="l" t="t" r="r" b="b"/>
              <a:pathLst>
                <a:path w="495" h="503" extrusionOk="0">
                  <a:moveTo>
                    <a:pt x="250" y="0"/>
                  </a:moveTo>
                  <a:cubicBezTo>
                    <a:pt x="107" y="0"/>
                    <a:pt x="0" y="115"/>
                    <a:pt x="0" y="251"/>
                  </a:cubicBezTo>
                  <a:cubicBezTo>
                    <a:pt x="0" y="387"/>
                    <a:pt x="107" y="503"/>
                    <a:pt x="250" y="503"/>
                  </a:cubicBezTo>
                  <a:cubicBezTo>
                    <a:pt x="388" y="503"/>
                    <a:pt x="494" y="387"/>
                    <a:pt x="494" y="251"/>
                  </a:cubicBezTo>
                  <a:cubicBezTo>
                    <a:pt x="494" y="115"/>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7" name="Google Shape;13697;p31"/>
            <p:cNvSpPr/>
            <p:nvPr/>
          </p:nvSpPr>
          <p:spPr>
            <a:xfrm>
              <a:off x="1135575" y="3585650"/>
              <a:ext cx="12575" cy="12575"/>
            </a:xfrm>
            <a:custGeom>
              <a:avLst/>
              <a:gdLst/>
              <a:ahLst/>
              <a:cxnLst/>
              <a:rect l="l" t="t" r="r" b="b"/>
              <a:pathLst>
                <a:path w="503" h="503" extrusionOk="0">
                  <a:moveTo>
                    <a:pt x="252" y="0"/>
                  </a:moveTo>
                  <a:cubicBezTo>
                    <a:pt x="116" y="0"/>
                    <a:pt x="0" y="115"/>
                    <a:pt x="0" y="251"/>
                  </a:cubicBezTo>
                  <a:cubicBezTo>
                    <a:pt x="0" y="387"/>
                    <a:pt x="116" y="503"/>
                    <a:pt x="252" y="503"/>
                  </a:cubicBezTo>
                  <a:cubicBezTo>
                    <a:pt x="387" y="503"/>
                    <a:pt x="503" y="387"/>
                    <a:pt x="503" y="251"/>
                  </a:cubicBezTo>
                  <a:cubicBezTo>
                    <a:pt x="503" y="115"/>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8" name="Google Shape;13698;p31"/>
            <p:cNvSpPr/>
            <p:nvPr/>
          </p:nvSpPr>
          <p:spPr>
            <a:xfrm>
              <a:off x="1227500" y="3585650"/>
              <a:ext cx="12400" cy="12575"/>
            </a:xfrm>
            <a:custGeom>
              <a:avLst/>
              <a:gdLst/>
              <a:ahLst/>
              <a:cxnLst/>
              <a:rect l="l" t="t" r="r" b="b"/>
              <a:pathLst>
                <a:path w="496" h="503" extrusionOk="0">
                  <a:moveTo>
                    <a:pt x="251" y="0"/>
                  </a:moveTo>
                  <a:cubicBezTo>
                    <a:pt x="109" y="0"/>
                    <a:pt x="0" y="115"/>
                    <a:pt x="0" y="251"/>
                  </a:cubicBezTo>
                  <a:cubicBezTo>
                    <a:pt x="0" y="387"/>
                    <a:pt x="109" y="503"/>
                    <a:pt x="251" y="503"/>
                  </a:cubicBezTo>
                  <a:cubicBezTo>
                    <a:pt x="387" y="503"/>
                    <a:pt x="496" y="387"/>
                    <a:pt x="496" y="251"/>
                  </a:cubicBezTo>
                  <a:cubicBezTo>
                    <a:pt x="496"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9" name="Google Shape;13699;p31"/>
            <p:cNvSpPr/>
            <p:nvPr/>
          </p:nvSpPr>
          <p:spPr>
            <a:xfrm>
              <a:off x="1319275" y="3585650"/>
              <a:ext cx="12550" cy="12575"/>
            </a:xfrm>
            <a:custGeom>
              <a:avLst/>
              <a:gdLst/>
              <a:ahLst/>
              <a:cxnLst/>
              <a:rect l="l" t="t" r="r" b="b"/>
              <a:pathLst>
                <a:path w="502" h="503" extrusionOk="0">
                  <a:moveTo>
                    <a:pt x="252" y="0"/>
                  </a:moveTo>
                  <a:cubicBezTo>
                    <a:pt x="114" y="0"/>
                    <a:pt x="1" y="115"/>
                    <a:pt x="1" y="251"/>
                  </a:cubicBezTo>
                  <a:cubicBezTo>
                    <a:pt x="1" y="387"/>
                    <a:pt x="114" y="503"/>
                    <a:pt x="252" y="503"/>
                  </a:cubicBezTo>
                  <a:cubicBezTo>
                    <a:pt x="388" y="503"/>
                    <a:pt x="501" y="387"/>
                    <a:pt x="501" y="251"/>
                  </a:cubicBezTo>
                  <a:cubicBezTo>
                    <a:pt x="501"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0" name="Google Shape;13700;p31"/>
            <p:cNvSpPr/>
            <p:nvPr/>
          </p:nvSpPr>
          <p:spPr>
            <a:xfrm>
              <a:off x="1411200" y="3585650"/>
              <a:ext cx="12425" cy="12575"/>
            </a:xfrm>
            <a:custGeom>
              <a:avLst/>
              <a:gdLst/>
              <a:ahLst/>
              <a:cxnLst/>
              <a:rect l="l" t="t" r="r" b="b"/>
              <a:pathLst>
                <a:path w="497" h="503" extrusionOk="0">
                  <a:moveTo>
                    <a:pt x="245" y="0"/>
                  </a:moveTo>
                  <a:cubicBezTo>
                    <a:pt x="109" y="0"/>
                    <a:pt x="1" y="115"/>
                    <a:pt x="1" y="251"/>
                  </a:cubicBezTo>
                  <a:cubicBezTo>
                    <a:pt x="1" y="387"/>
                    <a:pt x="109" y="503"/>
                    <a:pt x="245" y="503"/>
                  </a:cubicBezTo>
                  <a:cubicBezTo>
                    <a:pt x="388" y="503"/>
                    <a:pt x="496" y="387"/>
                    <a:pt x="496" y="251"/>
                  </a:cubicBezTo>
                  <a:cubicBezTo>
                    <a:pt x="496" y="115"/>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1" name="Google Shape;13701;p31"/>
            <p:cNvSpPr/>
            <p:nvPr/>
          </p:nvSpPr>
          <p:spPr>
            <a:xfrm>
              <a:off x="1503000" y="3585650"/>
              <a:ext cx="12525" cy="12575"/>
            </a:xfrm>
            <a:custGeom>
              <a:avLst/>
              <a:gdLst/>
              <a:ahLst/>
              <a:cxnLst/>
              <a:rect l="l" t="t" r="r" b="b"/>
              <a:pathLst>
                <a:path w="501" h="503" extrusionOk="0">
                  <a:moveTo>
                    <a:pt x="250" y="0"/>
                  </a:moveTo>
                  <a:cubicBezTo>
                    <a:pt x="114" y="0"/>
                    <a:pt x="0" y="115"/>
                    <a:pt x="0" y="251"/>
                  </a:cubicBezTo>
                  <a:cubicBezTo>
                    <a:pt x="0" y="387"/>
                    <a:pt x="114" y="503"/>
                    <a:pt x="250" y="503"/>
                  </a:cubicBezTo>
                  <a:cubicBezTo>
                    <a:pt x="387" y="503"/>
                    <a:pt x="501" y="387"/>
                    <a:pt x="501" y="251"/>
                  </a:cubicBezTo>
                  <a:cubicBezTo>
                    <a:pt x="501" y="115"/>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2" name="Google Shape;13702;p31"/>
            <p:cNvSpPr/>
            <p:nvPr/>
          </p:nvSpPr>
          <p:spPr>
            <a:xfrm>
              <a:off x="1594750" y="3585650"/>
              <a:ext cx="12575" cy="12575"/>
            </a:xfrm>
            <a:custGeom>
              <a:avLst/>
              <a:gdLst/>
              <a:ahLst/>
              <a:cxnLst/>
              <a:rect l="l" t="t" r="r" b="b"/>
              <a:pathLst>
                <a:path w="503" h="503" extrusionOk="0">
                  <a:moveTo>
                    <a:pt x="251" y="0"/>
                  </a:moveTo>
                  <a:cubicBezTo>
                    <a:pt x="115" y="0"/>
                    <a:pt x="0" y="115"/>
                    <a:pt x="0" y="251"/>
                  </a:cubicBezTo>
                  <a:cubicBezTo>
                    <a:pt x="0" y="387"/>
                    <a:pt x="115" y="503"/>
                    <a:pt x="251" y="503"/>
                  </a:cubicBezTo>
                  <a:cubicBezTo>
                    <a:pt x="394" y="503"/>
                    <a:pt x="503" y="387"/>
                    <a:pt x="503" y="251"/>
                  </a:cubicBezTo>
                  <a:cubicBezTo>
                    <a:pt x="503" y="115"/>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3" name="Google Shape;13703;p31"/>
            <p:cNvSpPr/>
            <p:nvPr/>
          </p:nvSpPr>
          <p:spPr>
            <a:xfrm>
              <a:off x="1686650" y="358565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4" name="Google Shape;13704;p31"/>
            <p:cNvSpPr/>
            <p:nvPr/>
          </p:nvSpPr>
          <p:spPr>
            <a:xfrm>
              <a:off x="1778450" y="3585650"/>
              <a:ext cx="12550" cy="12575"/>
            </a:xfrm>
            <a:custGeom>
              <a:avLst/>
              <a:gdLst/>
              <a:ahLst/>
              <a:cxnLst/>
              <a:rect l="l" t="t" r="r" b="b"/>
              <a:pathLst>
                <a:path w="502" h="503" extrusionOk="0">
                  <a:moveTo>
                    <a:pt x="252" y="0"/>
                  </a:moveTo>
                  <a:cubicBezTo>
                    <a:pt x="114" y="0"/>
                    <a:pt x="1" y="115"/>
                    <a:pt x="1" y="251"/>
                  </a:cubicBezTo>
                  <a:cubicBezTo>
                    <a:pt x="1" y="387"/>
                    <a:pt x="114" y="503"/>
                    <a:pt x="252" y="503"/>
                  </a:cubicBezTo>
                  <a:cubicBezTo>
                    <a:pt x="388" y="503"/>
                    <a:pt x="501" y="387"/>
                    <a:pt x="501" y="251"/>
                  </a:cubicBezTo>
                  <a:cubicBezTo>
                    <a:pt x="501"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5" name="Google Shape;13705;p31"/>
            <p:cNvSpPr/>
            <p:nvPr/>
          </p:nvSpPr>
          <p:spPr>
            <a:xfrm>
              <a:off x="1870375" y="3585650"/>
              <a:ext cx="12400" cy="12575"/>
            </a:xfrm>
            <a:custGeom>
              <a:avLst/>
              <a:gdLst/>
              <a:ahLst/>
              <a:cxnLst/>
              <a:rect l="l" t="t" r="r" b="b"/>
              <a:pathLst>
                <a:path w="496" h="503" extrusionOk="0">
                  <a:moveTo>
                    <a:pt x="252" y="0"/>
                  </a:moveTo>
                  <a:cubicBezTo>
                    <a:pt x="109" y="0"/>
                    <a:pt x="0" y="115"/>
                    <a:pt x="0" y="251"/>
                  </a:cubicBezTo>
                  <a:cubicBezTo>
                    <a:pt x="0" y="387"/>
                    <a:pt x="109" y="503"/>
                    <a:pt x="252" y="503"/>
                  </a:cubicBezTo>
                  <a:cubicBezTo>
                    <a:pt x="387" y="503"/>
                    <a:pt x="496" y="387"/>
                    <a:pt x="496" y="251"/>
                  </a:cubicBezTo>
                  <a:cubicBezTo>
                    <a:pt x="496" y="115"/>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6" name="Google Shape;13706;p31"/>
            <p:cNvSpPr/>
            <p:nvPr/>
          </p:nvSpPr>
          <p:spPr>
            <a:xfrm>
              <a:off x="1962150" y="3585650"/>
              <a:ext cx="12550" cy="12575"/>
            </a:xfrm>
            <a:custGeom>
              <a:avLst/>
              <a:gdLst/>
              <a:ahLst/>
              <a:cxnLst/>
              <a:rect l="l" t="t" r="r" b="b"/>
              <a:pathLst>
                <a:path w="502" h="503" extrusionOk="0">
                  <a:moveTo>
                    <a:pt x="250" y="0"/>
                  </a:moveTo>
                  <a:cubicBezTo>
                    <a:pt x="114" y="0"/>
                    <a:pt x="1" y="115"/>
                    <a:pt x="1" y="251"/>
                  </a:cubicBezTo>
                  <a:cubicBezTo>
                    <a:pt x="1" y="387"/>
                    <a:pt x="114" y="503"/>
                    <a:pt x="250" y="503"/>
                  </a:cubicBezTo>
                  <a:cubicBezTo>
                    <a:pt x="388" y="503"/>
                    <a:pt x="502" y="387"/>
                    <a:pt x="502" y="251"/>
                  </a:cubicBezTo>
                  <a:cubicBezTo>
                    <a:pt x="502" y="115"/>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7" name="Google Shape;13707;p31"/>
            <p:cNvSpPr/>
            <p:nvPr/>
          </p:nvSpPr>
          <p:spPr>
            <a:xfrm>
              <a:off x="2054075" y="3585650"/>
              <a:ext cx="12425" cy="12575"/>
            </a:xfrm>
            <a:custGeom>
              <a:avLst/>
              <a:gdLst/>
              <a:ahLst/>
              <a:cxnLst/>
              <a:rect l="l" t="t" r="r" b="b"/>
              <a:pathLst>
                <a:path w="497" h="503" extrusionOk="0">
                  <a:moveTo>
                    <a:pt x="252" y="0"/>
                  </a:moveTo>
                  <a:cubicBezTo>
                    <a:pt x="109" y="0"/>
                    <a:pt x="1" y="115"/>
                    <a:pt x="1" y="251"/>
                  </a:cubicBezTo>
                  <a:cubicBezTo>
                    <a:pt x="1" y="387"/>
                    <a:pt x="109" y="503"/>
                    <a:pt x="252" y="503"/>
                  </a:cubicBezTo>
                  <a:cubicBezTo>
                    <a:pt x="388" y="503"/>
                    <a:pt x="496" y="387"/>
                    <a:pt x="496" y="251"/>
                  </a:cubicBezTo>
                  <a:cubicBezTo>
                    <a:pt x="496"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8" name="Google Shape;13708;p31"/>
            <p:cNvSpPr/>
            <p:nvPr/>
          </p:nvSpPr>
          <p:spPr>
            <a:xfrm>
              <a:off x="2145825" y="358565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9" name="Google Shape;13709;p31"/>
            <p:cNvSpPr/>
            <p:nvPr/>
          </p:nvSpPr>
          <p:spPr>
            <a:xfrm>
              <a:off x="2237800" y="3585650"/>
              <a:ext cx="12350" cy="12575"/>
            </a:xfrm>
            <a:custGeom>
              <a:avLst/>
              <a:gdLst/>
              <a:ahLst/>
              <a:cxnLst/>
              <a:rect l="l" t="t" r="r" b="b"/>
              <a:pathLst>
                <a:path w="494" h="503" extrusionOk="0">
                  <a:moveTo>
                    <a:pt x="244" y="0"/>
                  </a:moveTo>
                  <a:cubicBezTo>
                    <a:pt x="107" y="0"/>
                    <a:pt x="0" y="115"/>
                    <a:pt x="0" y="251"/>
                  </a:cubicBezTo>
                  <a:cubicBezTo>
                    <a:pt x="0" y="387"/>
                    <a:pt x="107" y="503"/>
                    <a:pt x="244" y="503"/>
                  </a:cubicBezTo>
                  <a:cubicBezTo>
                    <a:pt x="387" y="503"/>
                    <a:pt x="494" y="387"/>
                    <a:pt x="494" y="251"/>
                  </a:cubicBezTo>
                  <a:cubicBezTo>
                    <a:pt x="494" y="115"/>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0" name="Google Shape;13710;p31"/>
            <p:cNvSpPr/>
            <p:nvPr/>
          </p:nvSpPr>
          <p:spPr>
            <a:xfrm>
              <a:off x="2329550" y="3585650"/>
              <a:ext cx="12575" cy="12575"/>
            </a:xfrm>
            <a:custGeom>
              <a:avLst/>
              <a:gdLst/>
              <a:ahLst/>
              <a:cxnLst/>
              <a:rect l="l" t="t" r="r" b="b"/>
              <a:pathLst>
                <a:path w="503" h="503" extrusionOk="0">
                  <a:moveTo>
                    <a:pt x="251" y="0"/>
                  </a:moveTo>
                  <a:cubicBezTo>
                    <a:pt x="115" y="0"/>
                    <a:pt x="0" y="115"/>
                    <a:pt x="0" y="251"/>
                  </a:cubicBezTo>
                  <a:cubicBezTo>
                    <a:pt x="0" y="387"/>
                    <a:pt x="115" y="503"/>
                    <a:pt x="251" y="503"/>
                  </a:cubicBezTo>
                  <a:cubicBezTo>
                    <a:pt x="387" y="503"/>
                    <a:pt x="502" y="387"/>
                    <a:pt x="502" y="251"/>
                  </a:cubicBezTo>
                  <a:cubicBezTo>
                    <a:pt x="502"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1" name="Google Shape;13711;p31"/>
            <p:cNvSpPr/>
            <p:nvPr/>
          </p:nvSpPr>
          <p:spPr>
            <a:xfrm>
              <a:off x="2421325" y="3585650"/>
              <a:ext cx="12550" cy="12575"/>
            </a:xfrm>
            <a:custGeom>
              <a:avLst/>
              <a:gdLst/>
              <a:ahLst/>
              <a:cxnLst/>
              <a:rect l="l" t="t" r="r" b="b"/>
              <a:pathLst>
                <a:path w="502" h="503" extrusionOk="0">
                  <a:moveTo>
                    <a:pt x="250" y="0"/>
                  </a:moveTo>
                  <a:cubicBezTo>
                    <a:pt x="114" y="0"/>
                    <a:pt x="1" y="115"/>
                    <a:pt x="1" y="251"/>
                  </a:cubicBezTo>
                  <a:cubicBezTo>
                    <a:pt x="1" y="387"/>
                    <a:pt x="114" y="503"/>
                    <a:pt x="250" y="503"/>
                  </a:cubicBezTo>
                  <a:cubicBezTo>
                    <a:pt x="395" y="503"/>
                    <a:pt x="501" y="387"/>
                    <a:pt x="501" y="251"/>
                  </a:cubicBezTo>
                  <a:cubicBezTo>
                    <a:pt x="501" y="115"/>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2" name="Google Shape;13712;p31"/>
            <p:cNvSpPr/>
            <p:nvPr/>
          </p:nvSpPr>
          <p:spPr>
            <a:xfrm>
              <a:off x="2513250" y="3585650"/>
              <a:ext cx="12575" cy="12575"/>
            </a:xfrm>
            <a:custGeom>
              <a:avLst/>
              <a:gdLst/>
              <a:ahLst/>
              <a:cxnLst/>
              <a:rect l="l" t="t" r="r" b="b"/>
              <a:pathLst>
                <a:path w="503" h="503" extrusionOk="0">
                  <a:moveTo>
                    <a:pt x="252" y="0"/>
                  </a:moveTo>
                  <a:cubicBezTo>
                    <a:pt x="109" y="0"/>
                    <a:pt x="0" y="115"/>
                    <a:pt x="0" y="251"/>
                  </a:cubicBezTo>
                  <a:cubicBezTo>
                    <a:pt x="0" y="387"/>
                    <a:pt x="109"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3" name="Google Shape;13713;p31"/>
            <p:cNvSpPr/>
            <p:nvPr/>
          </p:nvSpPr>
          <p:spPr>
            <a:xfrm>
              <a:off x="2605000" y="3585650"/>
              <a:ext cx="12575" cy="12575"/>
            </a:xfrm>
            <a:custGeom>
              <a:avLst/>
              <a:gdLst/>
              <a:ahLst/>
              <a:cxnLst/>
              <a:rect l="l" t="t" r="r" b="b"/>
              <a:pathLst>
                <a:path w="503" h="503" extrusionOk="0">
                  <a:moveTo>
                    <a:pt x="252" y="0"/>
                  </a:moveTo>
                  <a:cubicBezTo>
                    <a:pt x="116" y="0"/>
                    <a:pt x="0" y="115"/>
                    <a:pt x="0" y="251"/>
                  </a:cubicBezTo>
                  <a:cubicBezTo>
                    <a:pt x="0" y="387"/>
                    <a:pt x="116" y="503"/>
                    <a:pt x="252" y="503"/>
                  </a:cubicBezTo>
                  <a:cubicBezTo>
                    <a:pt x="387" y="503"/>
                    <a:pt x="503" y="387"/>
                    <a:pt x="503" y="251"/>
                  </a:cubicBezTo>
                  <a:cubicBezTo>
                    <a:pt x="503" y="115"/>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4" name="Google Shape;13714;p31"/>
            <p:cNvSpPr/>
            <p:nvPr/>
          </p:nvSpPr>
          <p:spPr>
            <a:xfrm>
              <a:off x="2696950" y="3585650"/>
              <a:ext cx="12375" cy="12575"/>
            </a:xfrm>
            <a:custGeom>
              <a:avLst/>
              <a:gdLst/>
              <a:ahLst/>
              <a:cxnLst/>
              <a:rect l="l" t="t" r="r" b="b"/>
              <a:pathLst>
                <a:path w="495" h="503" extrusionOk="0">
                  <a:moveTo>
                    <a:pt x="252" y="0"/>
                  </a:moveTo>
                  <a:cubicBezTo>
                    <a:pt x="108" y="0"/>
                    <a:pt x="1" y="115"/>
                    <a:pt x="1" y="251"/>
                  </a:cubicBezTo>
                  <a:cubicBezTo>
                    <a:pt x="1" y="387"/>
                    <a:pt x="108" y="503"/>
                    <a:pt x="252" y="503"/>
                  </a:cubicBezTo>
                  <a:cubicBezTo>
                    <a:pt x="388" y="503"/>
                    <a:pt x="495" y="387"/>
                    <a:pt x="495" y="251"/>
                  </a:cubicBezTo>
                  <a:cubicBezTo>
                    <a:pt x="495"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5" name="Google Shape;13715;p31"/>
            <p:cNvSpPr/>
            <p:nvPr/>
          </p:nvSpPr>
          <p:spPr>
            <a:xfrm>
              <a:off x="2788700" y="358565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6" name="Google Shape;13716;p31"/>
            <p:cNvSpPr/>
            <p:nvPr/>
          </p:nvSpPr>
          <p:spPr>
            <a:xfrm>
              <a:off x="2880675" y="3585650"/>
              <a:ext cx="12375" cy="12575"/>
            </a:xfrm>
            <a:custGeom>
              <a:avLst/>
              <a:gdLst/>
              <a:ahLst/>
              <a:cxnLst/>
              <a:rect l="l" t="t" r="r" b="b"/>
              <a:pathLst>
                <a:path w="495" h="503" extrusionOk="0">
                  <a:moveTo>
                    <a:pt x="243" y="0"/>
                  </a:moveTo>
                  <a:cubicBezTo>
                    <a:pt x="107" y="0"/>
                    <a:pt x="0" y="115"/>
                    <a:pt x="0" y="251"/>
                  </a:cubicBezTo>
                  <a:cubicBezTo>
                    <a:pt x="0" y="387"/>
                    <a:pt x="107" y="503"/>
                    <a:pt x="243" y="503"/>
                  </a:cubicBezTo>
                  <a:cubicBezTo>
                    <a:pt x="387" y="503"/>
                    <a:pt x="494" y="387"/>
                    <a:pt x="494" y="251"/>
                  </a:cubicBezTo>
                  <a:cubicBezTo>
                    <a:pt x="494" y="115"/>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7" name="Google Shape;13717;p31"/>
            <p:cNvSpPr/>
            <p:nvPr/>
          </p:nvSpPr>
          <p:spPr>
            <a:xfrm>
              <a:off x="2972425" y="3585650"/>
              <a:ext cx="12575" cy="12575"/>
            </a:xfrm>
            <a:custGeom>
              <a:avLst/>
              <a:gdLst/>
              <a:ahLst/>
              <a:cxnLst/>
              <a:rect l="l" t="t" r="r" b="b"/>
              <a:pathLst>
                <a:path w="503" h="503" extrusionOk="0">
                  <a:moveTo>
                    <a:pt x="251" y="0"/>
                  </a:moveTo>
                  <a:cubicBezTo>
                    <a:pt x="115" y="0"/>
                    <a:pt x="0" y="115"/>
                    <a:pt x="0" y="251"/>
                  </a:cubicBezTo>
                  <a:cubicBezTo>
                    <a:pt x="0" y="387"/>
                    <a:pt x="115" y="503"/>
                    <a:pt x="251" y="503"/>
                  </a:cubicBezTo>
                  <a:cubicBezTo>
                    <a:pt x="387" y="503"/>
                    <a:pt x="503" y="387"/>
                    <a:pt x="503" y="251"/>
                  </a:cubicBezTo>
                  <a:cubicBezTo>
                    <a:pt x="503"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8" name="Google Shape;13718;p31"/>
            <p:cNvSpPr/>
            <p:nvPr/>
          </p:nvSpPr>
          <p:spPr>
            <a:xfrm>
              <a:off x="3064375" y="3585650"/>
              <a:ext cx="12375" cy="12575"/>
            </a:xfrm>
            <a:custGeom>
              <a:avLst/>
              <a:gdLst/>
              <a:ahLst/>
              <a:cxnLst/>
              <a:rect l="l" t="t" r="r" b="b"/>
              <a:pathLst>
                <a:path w="495" h="503" extrusionOk="0">
                  <a:moveTo>
                    <a:pt x="243" y="0"/>
                  </a:moveTo>
                  <a:cubicBezTo>
                    <a:pt x="107" y="0"/>
                    <a:pt x="1" y="115"/>
                    <a:pt x="1" y="251"/>
                  </a:cubicBezTo>
                  <a:cubicBezTo>
                    <a:pt x="1" y="387"/>
                    <a:pt x="107" y="503"/>
                    <a:pt x="243" y="503"/>
                  </a:cubicBezTo>
                  <a:cubicBezTo>
                    <a:pt x="388" y="503"/>
                    <a:pt x="495" y="387"/>
                    <a:pt x="495" y="251"/>
                  </a:cubicBezTo>
                  <a:cubicBezTo>
                    <a:pt x="495" y="115"/>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9" name="Google Shape;13719;p31"/>
            <p:cNvSpPr/>
            <p:nvPr/>
          </p:nvSpPr>
          <p:spPr>
            <a:xfrm>
              <a:off x="3156125" y="358565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0" name="Google Shape;13720;p31"/>
            <p:cNvSpPr/>
            <p:nvPr/>
          </p:nvSpPr>
          <p:spPr>
            <a:xfrm>
              <a:off x="3247875" y="3585650"/>
              <a:ext cx="12575" cy="12575"/>
            </a:xfrm>
            <a:custGeom>
              <a:avLst/>
              <a:gdLst/>
              <a:ahLst/>
              <a:cxnLst/>
              <a:rect l="l" t="t" r="r" b="b"/>
              <a:pathLst>
                <a:path w="503"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1" name="Google Shape;13721;p31"/>
            <p:cNvSpPr/>
            <p:nvPr/>
          </p:nvSpPr>
          <p:spPr>
            <a:xfrm>
              <a:off x="3339850" y="3585650"/>
              <a:ext cx="12525" cy="12575"/>
            </a:xfrm>
            <a:custGeom>
              <a:avLst/>
              <a:gdLst/>
              <a:ahLst/>
              <a:cxnLst/>
              <a:rect l="l" t="t" r="r" b="b"/>
              <a:pathLst>
                <a:path w="501" h="503" extrusionOk="0">
                  <a:moveTo>
                    <a:pt x="251" y="0"/>
                  </a:moveTo>
                  <a:cubicBezTo>
                    <a:pt x="107" y="0"/>
                    <a:pt x="0" y="115"/>
                    <a:pt x="0" y="251"/>
                  </a:cubicBezTo>
                  <a:cubicBezTo>
                    <a:pt x="0" y="387"/>
                    <a:pt x="107" y="503"/>
                    <a:pt x="251" y="503"/>
                  </a:cubicBezTo>
                  <a:cubicBezTo>
                    <a:pt x="387" y="503"/>
                    <a:pt x="501" y="387"/>
                    <a:pt x="501" y="251"/>
                  </a:cubicBezTo>
                  <a:cubicBezTo>
                    <a:pt x="501"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2" name="Google Shape;13722;p31"/>
            <p:cNvSpPr/>
            <p:nvPr/>
          </p:nvSpPr>
          <p:spPr>
            <a:xfrm>
              <a:off x="3431575" y="358565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3" name="Google Shape;13723;p31"/>
            <p:cNvSpPr/>
            <p:nvPr/>
          </p:nvSpPr>
          <p:spPr>
            <a:xfrm>
              <a:off x="3523550" y="3585650"/>
              <a:ext cx="12375" cy="12575"/>
            </a:xfrm>
            <a:custGeom>
              <a:avLst/>
              <a:gdLst/>
              <a:ahLst/>
              <a:cxnLst/>
              <a:rect l="l" t="t" r="r" b="b"/>
              <a:pathLst>
                <a:path w="495" h="503" extrusionOk="0">
                  <a:moveTo>
                    <a:pt x="250" y="0"/>
                  </a:moveTo>
                  <a:cubicBezTo>
                    <a:pt x="107" y="0"/>
                    <a:pt x="0" y="115"/>
                    <a:pt x="0" y="251"/>
                  </a:cubicBezTo>
                  <a:cubicBezTo>
                    <a:pt x="0" y="387"/>
                    <a:pt x="107" y="503"/>
                    <a:pt x="250" y="503"/>
                  </a:cubicBezTo>
                  <a:cubicBezTo>
                    <a:pt x="388" y="503"/>
                    <a:pt x="494" y="387"/>
                    <a:pt x="494" y="251"/>
                  </a:cubicBezTo>
                  <a:cubicBezTo>
                    <a:pt x="494" y="115"/>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4" name="Google Shape;13724;p31"/>
            <p:cNvSpPr/>
            <p:nvPr/>
          </p:nvSpPr>
          <p:spPr>
            <a:xfrm>
              <a:off x="676400" y="3677600"/>
              <a:ext cx="12600" cy="12375"/>
            </a:xfrm>
            <a:custGeom>
              <a:avLst/>
              <a:gdLst/>
              <a:ahLst/>
              <a:cxnLst/>
              <a:rect l="l" t="t" r="r" b="b"/>
              <a:pathLst>
                <a:path w="504" h="495" extrusionOk="0">
                  <a:moveTo>
                    <a:pt x="252" y="1"/>
                  </a:moveTo>
                  <a:cubicBezTo>
                    <a:pt x="116" y="1"/>
                    <a:pt x="1" y="107"/>
                    <a:pt x="1" y="243"/>
                  </a:cubicBezTo>
                  <a:cubicBezTo>
                    <a:pt x="1" y="388"/>
                    <a:pt x="116" y="495"/>
                    <a:pt x="252" y="495"/>
                  </a:cubicBezTo>
                  <a:cubicBezTo>
                    <a:pt x="388" y="495"/>
                    <a:pt x="503" y="388"/>
                    <a:pt x="503" y="243"/>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5" name="Google Shape;13725;p31"/>
            <p:cNvSpPr/>
            <p:nvPr/>
          </p:nvSpPr>
          <p:spPr>
            <a:xfrm>
              <a:off x="768325" y="3677600"/>
              <a:ext cx="12400" cy="12375"/>
            </a:xfrm>
            <a:custGeom>
              <a:avLst/>
              <a:gdLst/>
              <a:ahLst/>
              <a:cxnLst/>
              <a:rect l="l" t="t" r="r" b="b"/>
              <a:pathLst>
                <a:path w="496" h="495" extrusionOk="0">
                  <a:moveTo>
                    <a:pt x="245" y="1"/>
                  </a:moveTo>
                  <a:cubicBezTo>
                    <a:pt x="109" y="1"/>
                    <a:pt x="0" y="107"/>
                    <a:pt x="0" y="243"/>
                  </a:cubicBezTo>
                  <a:cubicBezTo>
                    <a:pt x="0" y="388"/>
                    <a:pt x="109" y="495"/>
                    <a:pt x="245" y="495"/>
                  </a:cubicBezTo>
                  <a:cubicBezTo>
                    <a:pt x="388" y="495"/>
                    <a:pt x="496" y="388"/>
                    <a:pt x="496" y="243"/>
                  </a:cubicBezTo>
                  <a:cubicBezTo>
                    <a:pt x="496" y="107"/>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6" name="Google Shape;13726;p31"/>
            <p:cNvSpPr/>
            <p:nvPr/>
          </p:nvSpPr>
          <p:spPr>
            <a:xfrm>
              <a:off x="860125" y="3677600"/>
              <a:ext cx="12525" cy="12375"/>
            </a:xfrm>
            <a:custGeom>
              <a:avLst/>
              <a:gdLst/>
              <a:ahLst/>
              <a:cxnLst/>
              <a:rect l="l" t="t" r="r" b="b"/>
              <a:pathLst>
                <a:path w="501" h="495" extrusionOk="0">
                  <a:moveTo>
                    <a:pt x="251" y="1"/>
                  </a:moveTo>
                  <a:cubicBezTo>
                    <a:pt x="114" y="1"/>
                    <a:pt x="0" y="107"/>
                    <a:pt x="0" y="243"/>
                  </a:cubicBezTo>
                  <a:cubicBezTo>
                    <a:pt x="0" y="388"/>
                    <a:pt x="114" y="495"/>
                    <a:pt x="251" y="495"/>
                  </a:cubicBezTo>
                  <a:cubicBezTo>
                    <a:pt x="387" y="495"/>
                    <a:pt x="501" y="388"/>
                    <a:pt x="501" y="243"/>
                  </a:cubicBezTo>
                  <a:cubicBezTo>
                    <a:pt x="501"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7" name="Google Shape;13727;p31"/>
            <p:cNvSpPr/>
            <p:nvPr/>
          </p:nvSpPr>
          <p:spPr>
            <a:xfrm>
              <a:off x="951850" y="3677600"/>
              <a:ext cx="12600" cy="12375"/>
            </a:xfrm>
            <a:custGeom>
              <a:avLst/>
              <a:gdLst/>
              <a:ahLst/>
              <a:cxnLst/>
              <a:rect l="l" t="t" r="r" b="b"/>
              <a:pathLst>
                <a:path w="504" h="495" extrusionOk="0">
                  <a:moveTo>
                    <a:pt x="252" y="1"/>
                  </a:moveTo>
                  <a:cubicBezTo>
                    <a:pt x="116" y="1"/>
                    <a:pt x="1" y="107"/>
                    <a:pt x="1" y="243"/>
                  </a:cubicBezTo>
                  <a:cubicBezTo>
                    <a:pt x="1" y="388"/>
                    <a:pt x="116" y="495"/>
                    <a:pt x="252" y="495"/>
                  </a:cubicBezTo>
                  <a:cubicBezTo>
                    <a:pt x="388" y="495"/>
                    <a:pt x="503" y="388"/>
                    <a:pt x="503" y="243"/>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8" name="Google Shape;13728;p31"/>
            <p:cNvSpPr/>
            <p:nvPr/>
          </p:nvSpPr>
          <p:spPr>
            <a:xfrm>
              <a:off x="1043825" y="3677600"/>
              <a:ext cx="12375" cy="12375"/>
            </a:xfrm>
            <a:custGeom>
              <a:avLst/>
              <a:gdLst/>
              <a:ahLst/>
              <a:cxnLst/>
              <a:rect l="l" t="t" r="r" b="b"/>
              <a:pathLst>
                <a:path w="495" h="495" extrusionOk="0">
                  <a:moveTo>
                    <a:pt x="250" y="1"/>
                  </a:moveTo>
                  <a:cubicBezTo>
                    <a:pt x="107" y="1"/>
                    <a:pt x="0" y="107"/>
                    <a:pt x="0" y="243"/>
                  </a:cubicBezTo>
                  <a:cubicBezTo>
                    <a:pt x="0" y="388"/>
                    <a:pt x="107" y="495"/>
                    <a:pt x="250" y="495"/>
                  </a:cubicBezTo>
                  <a:cubicBezTo>
                    <a:pt x="388" y="495"/>
                    <a:pt x="494" y="388"/>
                    <a:pt x="494" y="243"/>
                  </a:cubicBezTo>
                  <a:cubicBezTo>
                    <a:pt x="494" y="107"/>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9" name="Google Shape;13729;p31"/>
            <p:cNvSpPr/>
            <p:nvPr/>
          </p:nvSpPr>
          <p:spPr>
            <a:xfrm>
              <a:off x="1135575" y="3677600"/>
              <a:ext cx="12575" cy="12375"/>
            </a:xfrm>
            <a:custGeom>
              <a:avLst/>
              <a:gdLst/>
              <a:ahLst/>
              <a:cxnLst/>
              <a:rect l="l" t="t" r="r" b="b"/>
              <a:pathLst>
                <a:path w="503" h="495" extrusionOk="0">
                  <a:moveTo>
                    <a:pt x="252" y="1"/>
                  </a:moveTo>
                  <a:cubicBezTo>
                    <a:pt x="116" y="1"/>
                    <a:pt x="0" y="107"/>
                    <a:pt x="0" y="243"/>
                  </a:cubicBezTo>
                  <a:cubicBezTo>
                    <a:pt x="0" y="388"/>
                    <a:pt x="116" y="495"/>
                    <a:pt x="252" y="495"/>
                  </a:cubicBezTo>
                  <a:cubicBezTo>
                    <a:pt x="387" y="495"/>
                    <a:pt x="503" y="388"/>
                    <a:pt x="503" y="243"/>
                  </a:cubicBezTo>
                  <a:cubicBezTo>
                    <a:pt x="503" y="107"/>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0" name="Google Shape;13730;p31"/>
            <p:cNvSpPr/>
            <p:nvPr/>
          </p:nvSpPr>
          <p:spPr>
            <a:xfrm>
              <a:off x="1227500" y="3677600"/>
              <a:ext cx="12400" cy="12375"/>
            </a:xfrm>
            <a:custGeom>
              <a:avLst/>
              <a:gdLst/>
              <a:ahLst/>
              <a:cxnLst/>
              <a:rect l="l" t="t" r="r" b="b"/>
              <a:pathLst>
                <a:path w="496" h="495" extrusionOk="0">
                  <a:moveTo>
                    <a:pt x="251" y="1"/>
                  </a:moveTo>
                  <a:cubicBezTo>
                    <a:pt x="109" y="1"/>
                    <a:pt x="0" y="107"/>
                    <a:pt x="0" y="243"/>
                  </a:cubicBezTo>
                  <a:cubicBezTo>
                    <a:pt x="0" y="388"/>
                    <a:pt x="109" y="495"/>
                    <a:pt x="251" y="495"/>
                  </a:cubicBezTo>
                  <a:cubicBezTo>
                    <a:pt x="387" y="495"/>
                    <a:pt x="496" y="388"/>
                    <a:pt x="496" y="243"/>
                  </a:cubicBezTo>
                  <a:cubicBezTo>
                    <a:pt x="496"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1" name="Google Shape;13731;p31"/>
            <p:cNvSpPr/>
            <p:nvPr/>
          </p:nvSpPr>
          <p:spPr>
            <a:xfrm>
              <a:off x="1319275" y="3677600"/>
              <a:ext cx="12550" cy="12375"/>
            </a:xfrm>
            <a:custGeom>
              <a:avLst/>
              <a:gdLst/>
              <a:ahLst/>
              <a:cxnLst/>
              <a:rect l="l" t="t" r="r" b="b"/>
              <a:pathLst>
                <a:path w="502" h="495" extrusionOk="0">
                  <a:moveTo>
                    <a:pt x="252" y="1"/>
                  </a:moveTo>
                  <a:cubicBezTo>
                    <a:pt x="114" y="1"/>
                    <a:pt x="1" y="107"/>
                    <a:pt x="1" y="243"/>
                  </a:cubicBezTo>
                  <a:cubicBezTo>
                    <a:pt x="1" y="388"/>
                    <a:pt x="114" y="495"/>
                    <a:pt x="252" y="495"/>
                  </a:cubicBezTo>
                  <a:cubicBezTo>
                    <a:pt x="388" y="495"/>
                    <a:pt x="501" y="388"/>
                    <a:pt x="501" y="243"/>
                  </a:cubicBezTo>
                  <a:cubicBezTo>
                    <a:pt x="501"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2" name="Google Shape;13732;p31"/>
            <p:cNvSpPr/>
            <p:nvPr/>
          </p:nvSpPr>
          <p:spPr>
            <a:xfrm>
              <a:off x="1411200" y="3677600"/>
              <a:ext cx="12425" cy="12375"/>
            </a:xfrm>
            <a:custGeom>
              <a:avLst/>
              <a:gdLst/>
              <a:ahLst/>
              <a:cxnLst/>
              <a:rect l="l" t="t" r="r" b="b"/>
              <a:pathLst>
                <a:path w="497" h="495" extrusionOk="0">
                  <a:moveTo>
                    <a:pt x="245" y="1"/>
                  </a:moveTo>
                  <a:cubicBezTo>
                    <a:pt x="109" y="1"/>
                    <a:pt x="1" y="107"/>
                    <a:pt x="1" y="243"/>
                  </a:cubicBezTo>
                  <a:cubicBezTo>
                    <a:pt x="1" y="388"/>
                    <a:pt x="109" y="495"/>
                    <a:pt x="245" y="495"/>
                  </a:cubicBezTo>
                  <a:cubicBezTo>
                    <a:pt x="388" y="495"/>
                    <a:pt x="496" y="388"/>
                    <a:pt x="496" y="243"/>
                  </a:cubicBezTo>
                  <a:cubicBezTo>
                    <a:pt x="496" y="107"/>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3" name="Google Shape;13733;p31"/>
            <p:cNvSpPr/>
            <p:nvPr/>
          </p:nvSpPr>
          <p:spPr>
            <a:xfrm>
              <a:off x="1503000" y="3677600"/>
              <a:ext cx="12525" cy="12375"/>
            </a:xfrm>
            <a:custGeom>
              <a:avLst/>
              <a:gdLst/>
              <a:ahLst/>
              <a:cxnLst/>
              <a:rect l="l" t="t" r="r" b="b"/>
              <a:pathLst>
                <a:path w="501" h="495" extrusionOk="0">
                  <a:moveTo>
                    <a:pt x="250" y="1"/>
                  </a:moveTo>
                  <a:cubicBezTo>
                    <a:pt x="114" y="1"/>
                    <a:pt x="0" y="107"/>
                    <a:pt x="0" y="243"/>
                  </a:cubicBezTo>
                  <a:cubicBezTo>
                    <a:pt x="0" y="388"/>
                    <a:pt x="114" y="495"/>
                    <a:pt x="250" y="495"/>
                  </a:cubicBezTo>
                  <a:cubicBezTo>
                    <a:pt x="387" y="495"/>
                    <a:pt x="501" y="388"/>
                    <a:pt x="501" y="243"/>
                  </a:cubicBezTo>
                  <a:cubicBezTo>
                    <a:pt x="501" y="107"/>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4" name="Google Shape;13734;p31"/>
            <p:cNvSpPr/>
            <p:nvPr/>
          </p:nvSpPr>
          <p:spPr>
            <a:xfrm>
              <a:off x="1594750" y="3677600"/>
              <a:ext cx="12575" cy="12375"/>
            </a:xfrm>
            <a:custGeom>
              <a:avLst/>
              <a:gdLst/>
              <a:ahLst/>
              <a:cxnLst/>
              <a:rect l="l" t="t" r="r" b="b"/>
              <a:pathLst>
                <a:path w="503" h="495" extrusionOk="0">
                  <a:moveTo>
                    <a:pt x="251" y="1"/>
                  </a:moveTo>
                  <a:cubicBezTo>
                    <a:pt x="115" y="1"/>
                    <a:pt x="0" y="107"/>
                    <a:pt x="0" y="243"/>
                  </a:cubicBezTo>
                  <a:cubicBezTo>
                    <a:pt x="0" y="388"/>
                    <a:pt x="115" y="495"/>
                    <a:pt x="251" y="495"/>
                  </a:cubicBezTo>
                  <a:cubicBezTo>
                    <a:pt x="394" y="495"/>
                    <a:pt x="503" y="388"/>
                    <a:pt x="503" y="243"/>
                  </a:cubicBezTo>
                  <a:cubicBezTo>
                    <a:pt x="503" y="107"/>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5" name="Google Shape;13735;p31"/>
            <p:cNvSpPr/>
            <p:nvPr/>
          </p:nvSpPr>
          <p:spPr>
            <a:xfrm>
              <a:off x="1686650" y="3677600"/>
              <a:ext cx="12600" cy="12375"/>
            </a:xfrm>
            <a:custGeom>
              <a:avLst/>
              <a:gdLst/>
              <a:ahLst/>
              <a:cxnLst/>
              <a:rect l="l" t="t" r="r" b="b"/>
              <a:pathLst>
                <a:path w="504" h="495" extrusionOk="0">
                  <a:moveTo>
                    <a:pt x="252" y="1"/>
                  </a:moveTo>
                  <a:cubicBezTo>
                    <a:pt x="116" y="1"/>
                    <a:pt x="1" y="107"/>
                    <a:pt x="1" y="243"/>
                  </a:cubicBezTo>
                  <a:cubicBezTo>
                    <a:pt x="1" y="388"/>
                    <a:pt x="116" y="495"/>
                    <a:pt x="252" y="495"/>
                  </a:cubicBezTo>
                  <a:cubicBezTo>
                    <a:pt x="388" y="495"/>
                    <a:pt x="503" y="388"/>
                    <a:pt x="503" y="243"/>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6" name="Google Shape;13736;p31"/>
            <p:cNvSpPr/>
            <p:nvPr/>
          </p:nvSpPr>
          <p:spPr>
            <a:xfrm>
              <a:off x="1778450" y="3677600"/>
              <a:ext cx="12550" cy="12375"/>
            </a:xfrm>
            <a:custGeom>
              <a:avLst/>
              <a:gdLst/>
              <a:ahLst/>
              <a:cxnLst/>
              <a:rect l="l" t="t" r="r" b="b"/>
              <a:pathLst>
                <a:path w="502" h="495" extrusionOk="0">
                  <a:moveTo>
                    <a:pt x="252" y="1"/>
                  </a:moveTo>
                  <a:cubicBezTo>
                    <a:pt x="114" y="1"/>
                    <a:pt x="1" y="107"/>
                    <a:pt x="1" y="243"/>
                  </a:cubicBezTo>
                  <a:cubicBezTo>
                    <a:pt x="1" y="388"/>
                    <a:pt x="114" y="495"/>
                    <a:pt x="252" y="495"/>
                  </a:cubicBezTo>
                  <a:cubicBezTo>
                    <a:pt x="388" y="495"/>
                    <a:pt x="501" y="388"/>
                    <a:pt x="501" y="243"/>
                  </a:cubicBezTo>
                  <a:cubicBezTo>
                    <a:pt x="501"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7" name="Google Shape;13737;p31"/>
            <p:cNvSpPr/>
            <p:nvPr/>
          </p:nvSpPr>
          <p:spPr>
            <a:xfrm>
              <a:off x="1870375" y="3677600"/>
              <a:ext cx="12400" cy="12375"/>
            </a:xfrm>
            <a:custGeom>
              <a:avLst/>
              <a:gdLst/>
              <a:ahLst/>
              <a:cxnLst/>
              <a:rect l="l" t="t" r="r" b="b"/>
              <a:pathLst>
                <a:path w="496" h="495" extrusionOk="0">
                  <a:moveTo>
                    <a:pt x="252" y="1"/>
                  </a:moveTo>
                  <a:cubicBezTo>
                    <a:pt x="109" y="1"/>
                    <a:pt x="0" y="107"/>
                    <a:pt x="0" y="243"/>
                  </a:cubicBezTo>
                  <a:cubicBezTo>
                    <a:pt x="0" y="388"/>
                    <a:pt x="109" y="495"/>
                    <a:pt x="252" y="495"/>
                  </a:cubicBezTo>
                  <a:cubicBezTo>
                    <a:pt x="387" y="495"/>
                    <a:pt x="496" y="388"/>
                    <a:pt x="496" y="243"/>
                  </a:cubicBezTo>
                  <a:cubicBezTo>
                    <a:pt x="496" y="107"/>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8" name="Google Shape;13738;p31"/>
            <p:cNvSpPr/>
            <p:nvPr/>
          </p:nvSpPr>
          <p:spPr>
            <a:xfrm>
              <a:off x="1962150" y="3677600"/>
              <a:ext cx="12550" cy="12375"/>
            </a:xfrm>
            <a:custGeom>
              <a:avLst/>
              <a:gdLst/>
              <a:ahLst/>
              <a:cxnLst/>
              <a:rect l="l" t="t" r="r" b="b"/>
              <a:pathLst>
                <a:path w="502" h="495" extrusionOk="0">
                  <a:moveTo>
                    <a:pt x="250" y="1"/>
                  </a:moveTo>
                  <a:cubicBezTo>
                    <a:pt x="114" y="1"/>
                    <a:pt x="1" y="107"/>
                    <a:pt x="1" y="243"/>
                  </a:cubicBezTo>
                  <a:cubicBezTo>
                    <a:pt x="1" y="388"/>
                    <a:pt x="114" y="495"/>
                    <a:pt x="250" y="495"/>
                  </a:cubicBezTo>
                  <a:cubicBezTo>
                    <a:pt x="388" y="495"/>
                    <a:pt x="502" y="388"/>
                    <a:pt x="502" y="243"/>
                  </a:cubicBezTo>
                  <a:cubicBezTo>
                    <a:pt x="502" y="107"/>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9" name="Google Shape;13739;p31"/>
            <p:cNvSpPr/>
            <p:nvPr/>
          </p:nvSpPr>
          <p:spPr>
            <a:xfrm>
              <a:off x="2054075" y="3677600"/>
              <a:ext cx="12425" cy="12375"/>
            </a:xfrm>
            <a:custGeom>
              <a:avLst/>
              <a:gdLst/>
              <a:ahLst/>
              <a:cxnLst/>
              <a:rect l="l" t="t" r="r" b="b"/>
              <a:pathLst>
                <a:path w="497" h="495" extrusionOk="0">
                  <a:moveTo>
                    <a:pt x="252" y="1"/>
                  </a:moveTo>
                  <a:cubicBezTo>
                    <a:pt x="109" y="1"/>
                    <a:pt x="1" y="107"/>
                    <a:pt x="1" y="243"/>
                  </a:cubicBezTo>
                  <a:cubicBezTo>
                    <a:pt x="1" y="388"/>
                    <a:pt x="109" y="495"/>
                    <a:pt x="252" y="495"/>
                  </a:cubicBezTo>
                  <a:cubicBezTo>
                    <a:pt x="388" y="495"/>
                    <a:pt x="496" y="388"/>
                    <a:pt x="496" y="243"/>
                  </a:cubicBezTo>
                  <a:cubicBezTo>
                    <a:pt x="496"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0" name="Google Shape;13740;p31"/>
            <p:cNvSpPr/>
            <p:nvPr/>
          </p:nvSpPr>
          <p:spPr>
            <a:xfrm>
              <a:off x="2145825" y="3677600"/>
              <a:ext cx="12600" cy="12375"/>
            </a:xfrm>
            <a:custGeom>
              <a:avLst/>
              <a:gdLst/>
              <a:ahLst/>
              <a:cxnLst/>
              <a:rect l="l" t="t" r="r" b="b"/>
              <a:pathLst>
                <a:path w="504" h="495" extrusionOk="0">
                  <a:moveTo>
                    <a:pt x="252" y="1"/>
                  </a:moveTo>
                  <a:cubicBezTo>
                    <a:pt x="116" y="1"/>
                    <a:pt x="1" y="107"/>
                    <a:pt x="1" y="243"/>
                  </a:cubicBezTo>
                  <a:cubicBezTo>
                    <a:pt x="1" y="388"/>
                    <a:pt x="116" y="495"/>
                    <a:pt x="252" y="495"/>
                  </a:cubicBezTo>
                  <a:cubicBezTo>
                    <a:pt x="388" y="495"/>
                    <a:pt x="503" y="388"/>
                    <a:pt x="503" y="243"/>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1" name="Google Shape;13741;p31"/>
            <p:cNvSpPr/>
            <p:nvPr/>
          </p:nvSpPr>
          <p:spPr>
            <a:xfrm>
              <a:off x="2237800" y="3677600"/>
              <a:ext cx="12350" cy="12375"/>
            </a:xfrm>
            <a:custGeom>
              <a:avLst/>
              <a:gdLst/>
              <a:ahLst/>
              <a:cxnLst/>
              <a:rect l="l" t="t" r="r" b="b"/>
              <a:pathLst>
                <a:path w="494" h="495" extrusionOk="0">
                  <a:moveTo>
                    <a:pt x="244" y="1"/>
                  </a:moveTo>
                  <a:cubicBezTo>
                    <a:pt x="107" y="1"/>
                    <a:pt x="0" y="107"/>
                    <a:pt x="0" y="243"/>
                  </a:cubicBezTo>
                  <a:cubicBezTo>
                    <a:pt x="0" y="388"/>
                    <a:pt x="107" y="495"/>
                    <a:pt x="244" y="495"/>
                  </a:cubicBezTo>
                  <a:cubicBezTo>
                    <a:pt x="387" y="495"/>
                    <a:pt x="494" y="388"/>
                    <a:pt x="494" y="243"/>
                  </a:cubicBezTo>
                  <a:cubicBezTo>
                    <a:pt x="494" y="107"/>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2" name="Google Shape;13742;p31"/>
            <p:cNvSpPr/>
            <p:nvPr/>
          </p:nvSpPr>
          <p:spPr>
            <a:xfrm>
              <a:off x="2329550" y="3677600"/>
              <a:ext cx="12575" cy="12375"/>
            </a:xfrm>
            <a:custGeom>
              <a:avLst/>
              <a:gdLst/>
              <a:ahLst/>
              <a:cxnLst/>
              <a:rect l="l" t="t" r="r" b="b"/>
              <a:pathLst>
                <a:path w="503" h="495" extrusionOk="0">
                  <a:moveTo>
                    <a:pt x="251" y="1"/>
                  </a:moveTo>
                  <a:cubicBezTo>
                    <a:pt x="115" y="1"/>
                    <a:pt x="0" y="107"/>
                    <a:pt x="0" y="243"/>
                  </a:cubicBezTo>
                  <a:cubicBezTo>
                    <a:pt x="0" y="388"/>
                    <a:pt x="115" y="495"/>
                    <a:pt x="251" y="495"/>
                  </a:cubicBezTo>
                  <a:cubicBezTo>
                    <a:pt x="387" y="495"/>
                    <a:pt x="502" y="388"/>
                    <a:pt x="502" y="243"/>
                  </a:cubicBezTo>
                  <a:cubicBezTo>
                    <a:pt x="502"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3" name="Google Shape;13743;p31"/>
            <p:cNvSpPr/>
            <p:nvPr/>
          </p:nvSpPr>
          <p:spPr>
            <a:xfrm>
              <a:off x="2421325" y="3677600"/>
              <a:ext cx="12550" cy="12375"/>
            </a:xfrm>
            <a:custGeom>
              <a:avLst/>
              <a:gdLst/>
              <a:ahLst/>
              <a:cxnLst/>
              <a:rect l="l" t="t" r="r" b="b"/>
              <a:pathLst>
                <a:path w="502" h="495" extrusionOk="0">
                  <a:moveTo>
                    <a:pt x="250" y="1"/>
                  </a:moveTo>
                  <a:cubicBezTo>
                    <a:pt x="114" y="1"/>
                    <a:pt x="1" y="107"/>
                    <a:pt x="1" y="243"/>
                  </a:cubicBezTo>
                  <a:cubicBezTo>
                    <a:pt x="1" y="388"/>
                    <a:pt x="114" y="495"/>
                    <a:pt x="250" y="495"/>
                  </a:cubicBezTo>
                  <a:cubicBezTo>
                    <a:pt x="395" y="495"/>
                    <a:pt x="501" y="388"/>
                    <a:pt x="501" y="243"/>
                  </a:cubicBezTo>
                  <a:cubicBezTo>
                    <a:pt x="501" y="107"/>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4" name="Google Shape;13744;p31"/>
            <p:cNvSpPr/>
            <p:nvPr/>
          </p:nvSpPr>
          <p:spPr>
            <a:xfrm>
              <a:off x="2513250" y="3677600"/>
              <a:ext cx="12575" cy="12375"/>
            </a:xfrm>
            <a:custGeom>
              <a:avLst/>
              <a:gdLst/>
              <a:ahLst/>
              <a:cxnLst/>
              <a:rect l="l" t="t" r="r" b="b"/>
              <a:pathLst>
                <a:path w="503" h="495" extrusionOk="0">
                  <a:moveTo>
                    <a:pt x="252" y="1"/>
                  </a:moveTo>
                  <a:cubicBezTo>
                    <a:pt x="109" y="1"/>
                    <a:pt x="0" y="107"/>
                    <a:pt x="0" y="243"/>
                  </a:cubicBezTo>
                  <a:cubicBezTo>
                    <a:pt x="0" y="388"/>
                    <a:pt x="109" y="495"/>
                    <a:pt x="252" y="495"/>
                  </a:cubicBezTo>
                  <a:cubicBezTo>
                    <a:pt x="388" y="495"/>
                    <a:pt x="503" y="388"/>
                    <a:pt x="503" y="243"/>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5" name="Google Shape;13745;p31"/>
            <p:cNvSpPr/>
            <p:nvPr/>
          </p:nvSpPr>
          <p:spPr>
            <a:xfrm>
              <a:off x="2605000" y="3677600"/>
              <a:ext cx="12575" cy="12375"/>
            </a:xfrm>
            <a:custGeom>
              <a:avLst/>
              <a:gdLst/>
              <a:ahLst/>
              <a:cxnLst/>
              <a:rect l="l" t="t" r="r" b="b"/>
              <a:pathLst>
                <a:path w="503" h="495" extrusionOk="0">
                  <a:moveTo>
                    <a:pt x="252" y="1"/>
                  </a:moveTo>
                  <a:cubicBezTo>
                    <a:pt x="116" y="1"/>
                    <a:pt x="0" y="107"/>
                    <a:pt x="0" y="243"/>
                  </a:cubicBezTo>
                  <a:cubicBezTo>
                    <a:pt x="0" y="388"/>
                    <a:pt x="116" y="495"/>
                    <a:pt x="252" y="495"/>
                  </a:cubicBezTo>
                  <a:cubicBezTo>
                    <a:pt x="387" y="495"/>
                    <a:pt x="503" y="388"/>
                    <a:pt x="503" y="243"/>
                  </a:cubicBezTo>
                  <a:cubicBezTo>
                    <a:pt x="503" y="107"/>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6" name="Google Shape;13746;p31"/>
            <p:cNvSpPr/>
            <p:nvPr/>
          </p:nvSpPr>
          <p:spPr>
            <a:xfrm>
              <a:off x="2696950" y="3677600"/>
              <a:ext cx="12375" cy="12375"/>
            </a:xfrm>
            <a:custGeom>
              <a:avLst/>
              <a:gdLst/>
              <a:ahLst/>
              <a:cxnLst/>
              <a:rect l="l" t="t" r="r" b="b"/>
              <a:pathLst>
                <a:path w="495" h="495" extrusionOk="0">
                  <a:moveTo>
                    <a:pt x="252" y="1"/>
                  </a:moveTo>
                  <a:cubicBezTo>
                    <a:pt x="108" y="1"/>
                    <a:pt x="1" y="107"/>
                    <a:pt x="1" y="243"/>
                  </a:cubicBezTo>
                  <a:cubicBezTo>
                    <a:pt x="1" y="388"/>
                    <a:pt x="108" y="495"/>
                    <a:pt x="252" y="495"/>
                  </a:cubicBezTo>
                  <a:cubicBezTo>
                    <a:pt x="388" y="495"/>
                    <a:pt x="495" y="388"/>
                    <a:pt x="495" y="243"/>
                  </a:cubicBezTo>
                  <a:cubicBezTo>
                    <a:pt x="495"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7" name="Google Shape;13747;p31"/>
            <p:cNvSpPr/>
            <p:nvPr/>
          </p:nvSpPr>
          <p:spPr>
            <a:xfrm>
              <a:off x="2788700" y="3677600"/>
              <a:ext cx="12600" cy="12375"/>
            </a:xfrm>
            <a:custGeom>
              <a:avLst/>
              <a:gdLst/>
              <a:ahLst/>
              <a:cxnLst/>
              <a:rect l="l" t="t" r="r" b="b"/>
              <a:pathLst>
                <a:path w="504" h="495" extrusionOk="0">
                  <a:moveTo>
                    <a:pt x="252" y="1"/>
                  </a:moveTo>
                  <a:cubicBezTo>
                    <a:pt x="116" y="1"/>
                    <a:pt x="1" y="107"/>
                    <a:pt x="1" y="243"/>
                  </a:cubicBezTo>
                  <a:cubicBezTo>
                    <a:pt x="1" y="388"/>
                    <a:pt x="116" y="495"/>
                    <a:pt x="252" y="495"/>
                  </a:cubicBezTo>
                  <a:cubicBezTo>
                    <a:pt x="388" y="495"/>
                    <a:pt x="503" y="388"/>
                    <a:pt x="503" y="243"/>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8" name="Google Shape;13748;p31"/>
            <p:cNvSpPr/>
            <p:nvPr/>
          </p:nvSpPr>
          <p:spPr>
            <a:xfrm>
              <a:off x="2880675" y="3677600"/>
              <a:ext cx="12375" cy="12375"/>
            </a:xfrm>
            <a:custGeom>
              <a:avLst/>
              <a:gdLst/>
              <a:ahLst/>
              <a:cxnLst/>
              <a:rect l="l" t="t" r="r" b="b"/>
              <a:pathLst>
                <a:path w="495" h="495" extrusionOk="0">
                  <a:moveTo>
                    <a:pt x="243" y="1"/>
                  </a:moveTo>
                  <a:cubicBezTo>
                    <a:pt x="107" y="1"/>
                    <a:pt x="0" y="107"/>
                    <a:pt x="0" y="243"/>
                  </a:cubicBezTo>
                  <a:cubicBezTo>
                    <a:pt x="0" y="388"/>
                    <a:pt x="107" y="495"/>
                    <a:pt x="243" y="495"/>
                  </a:cubicBezTo>
                  <a:cubicBezTo>
                    <a:pt x="387" y="495"/>
                    <a:pt x="494" y="388"/>
                    <a:pt x="494" y="243"/>
                  </a:cubicBezTo>
                  <a:cubicBezTo>
                    <a:pt x="494" y="107"/>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9" name="Google Shape;13749;p31"/>
            <p:cNvSpPr/>
            <p:nvPr/>
          </p:nvSpPr>
          <p:spPr>
            <a:xfrm>
              <a:off x="2972425" y="3677600"/>
              <a:ext cx="12575" cy="12375"/>
            </a:xfrm>
            <a:custGeom>
              <a:avLst/>
              <a:gdLst/>
              <a:ahLst/>
              <a:cxnLst/>
              <a:rect l="l" t="t" r="r" b="b"/>
              <a:pathLst>
                <a:path w="503" h="495" extrusionOk="0">
                  <a:moveTo>
                    <a:pt x="251" y="1"/>
                  </a:moveTo>
                  <a:cubicBezTo>
                    <a:pt x="115" y="1"/>
                    <a:pt x="0" y="107"/>
                    <a:pt x="0" y="243"/>
                  </a:cubicBezTo>
                  <a:cubicBezTo>
                    <a:pt x="0" y="388"/>
                    <a:pt x="115" y="495"/>
                    <a:pt x="251" y="495"/>
                  </a:cubicBezTo>
                  <a:cubicBezTo>
                    <a:pt x="387" y="495"/>
                    <a:pt x="503" y="388"/>
                    <a:pt x="503" y="243"/>
                  </a:cubicBezTo>
                  <a:cubicBezTo>
                    <a:pt x="503"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0" name="Google Shape;13750;p31"/>
            <p:cNvSpPr/>
            <p:nvPr/>
          </p:nvSpPr>
          <p:spPr>
            <a:xfrm>
              <a:off x="3064375" y="3677600"/>
              <a:ext cx="12375" cy="12375"/>
            </a:xfrm>
            <a:custGeom>
              <a:avLst/>
              <a:gdLst/>
              <a:ahLst/>
              <a:cxnLst/>
              <a:rect l="l" t="t" r="r" b="b"/>
              <a:pathLst>
                <a:path w="495" h="495" extrusionOk="0">
                  <a:moveTo>
                    <a:pt x="243" y="1"/>
                  </a:moveTo>
                  <a:cubicBezTo>
                    <a:pt x="107" y="1"/>
                    <a:pt x="1" y="107"/>
                    <a:pt x="1" y="243"/>
                  </a:cubicBezTo>
                  <a:cubicBezTo>
                    <a:pt x="1" y="388"/>
                    <a:pt x="107" y="495"/>
                    <a:pt x="243" y="495"/>
                  </a:cubicBezTo>
                  <a:cubicBezTo>
                    <a:pt x="388" y="495"/>
                    <a:pt x="495" y="388"/>
                    <a:pt x="495" y="243"/>
                  </a:cubicBezTo>
                  <a:cubicBezTo>
                    <a:pt x="495" y="107"/>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1" name="Google Shape;13751;p31"/>
            <p:cNvSpPr/>
            <p:nvPr/>
          </p:nvSpPr>
          <p:spPr>
            <a:xfrm>
              <a:off x="3156125" y="3677600"/>
              <a:ext cx="12600" cy="12375"/>
            </a:xfrm>
            <a:custGeom>
              <a:avLst/>
              <a:gdLst/>
              <a:ahLst/>
              <a:cxnLst/>
              <a:rect l="l" t="t" r="r" b="b"/>
              <a:pathLst>
                <a:path w="504" h="495" extrusionOk="0">
                  <a:moveTo>
                    <a:pt x="252" y="1"/>
                  </a:moveTo>
                  <a:cubicBezTo>
                    <a:pt x="116" y="1"/>
                    <a:pt x="1" y="107"/>
                    <a:pt x="1" y="243"/>
                  </a:cubicBezTo>
                  <a:cubicBezTo>
                    <a:pt x="1" y="388"/>
                    <a:pt x="116" y="495"/>
                    <a:pt x="252" y="495"/>
                  </a:cubicBezTo>
                  <a:cubicBezTo>
                    <a:pt x="388" y="495"/>
                    <a:pt x="503" y="388"/>
                    <a:pt x="503" y="243"/>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2" name="Google Shape;13752;p31"/>
            <p:cNvSpPr/>
            <p:nvPr/>
          </p:nvSpPr>
          <p:spPr>
            <a:xfrm>
              <a:off x="3247875" y="3677600"/>
              <a:ext cx="12575" cy="12375"/>
            </a:xfrm>
            <a:custGeom>
              <a:avLst/>
              <a:gdLst/>
              <a:ahLst/>
              <a:cxnLst/>
              <a:rect l="l" t="t" r="r" b="b"/>
              <a:pathLst>
                <a:path w="503" h="495" extrusionOk="0">
                  <a:moveTo>
                    <a:pt x="252" y="1"/>
                  </a:moveTo>
                  <a:cubicBezTo>
                    <a:pt x="116" y="1"/>
                    <a:pt x="1" y="107"/>
                    <a:pt x="1" y="243"/>
                  </a:cubicBezTo>
                  <a:cubicBezTo>
                    <a:pt x="1" y="388"/>
                    <a:pt x="116" y="495"/>
                    <a:pt x="252" y="495"/>
                  </a:cubicBezTo>
                  <a:cubicBezTo>
                    <a:pt x="388" y="495"/>
                    <a:pt x="503" y="388"/>
                    <a:pt x="503" y="243"/>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3" name="Google Shape;13753;p31"/>
            <p:cNvSpPr/>
            <p:nvPr/>
          </p:nvSpPr>
          <p:spPr>
            <a:xfrm>
              <a:off x="3339850" y="3677600"/>
              <a:ext cx="12525" cy="12375"/>
            </a:xfrm>
            <a:custGeom>
              <a:avLst/>
              <a:gdLst/>
              <a:ahLst/>
              <a:cxnLst/>
              <a:rect l="l" t="t" r="r" b="b"/>
              <a:pathLst>
                <a:path w="501" h="495" extrusionOk="0">
                  <a:moveTo>
                    <a:pt x="251" y="1"/>
                  </a:moveTo>
                  <a:cubicBezTo>
                    <a:pt x="107" y="1"/>
                    <a:pt x="0" y="107"/>
                    <a:pt x="0" y="243"/>
                  </a:cubicBezTo>
                  <a:cubicBezTo>
                    <a:pt x="0" y="388"/>
                    <a:pt x="107" y="495"/>
                    <a:pt x="251" y="495"/>
                  </a:cubicBezTo>
                  <a:cubicBezTo>
                    <a:pt x="387" y="495"/>
                    <a:pt x="501" y="388"/>
                    <a:pt x="501" y="243"/>
                  </a:cubicBezTo>
                  <a:cubicBezTo>
                    <a:pt x="501"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4" name="Google Shape;13754;p31"/>
            <p:cNvSpPr/>
            <p:nvPr/>
          </p:nvSpPr>
          <p:spPr>
            <a:xfrm>
              <a:off x="3431575" y="3677600"/>
              <a:ext cx="12600" cy="12375"/>
            </a:xfrm>
            <a:custGeom>
              <a:avLst/>
              <a:gdLst/>
              <a:ahLst/>
              <a:cxnLst/>
              <a:rect l="l" t="t" r="r" b="b"/>
              <a:pathLst>
                <a:path w="504" h="495" extrusionOk="0">
                  <a:moveTo>
                    <a:pt x="252" y="1"/>
                  </a:moveTo>
                  <a:cubicBezTo>
                    <a:pt x="116" y="1"/>
                    <a:pt x="1" y="107"/>
                    <a:pt x="1" y="243"/>
                  </a:cubicBezTo>
                  <a:cubicBezTo>
                    <a:pt x="1" y="388"/>
                    <a:pt x="116" y="495"/>
                    <a:pt x="252" y="495"/>
                  </a:cubicBezTo>
                  <a:cubicBezTo>
                    <a:pt x="388" y="495"/>
                    <a:pt x="503" y="388"/>
                    <a:pt x="503" y="243"/>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5" name="Google Shape;13755;p31"/>
            <p:cNvSpPr/>
            <p:nvPr/>
          </p:nvSpPr>
          <p:spPr>
            <a:xfrm>
              <a:off x="3523550" y="3677600"/>
              <a:ext cx="12375" cy="12375"/>
            </a:xfrm>
            <a:custGeom>
              <a:avLst/>
              <a:gdLst/>
              <a:ahLst/>
              <a:cxnLst/>
              <a:rect l="l" t="t" r="r" b="b"/>
              <a:pathLst>
                <a:path w="495" h="495" extrusionOk="0">
                  <a:moveTo>
                    <a:pt x="250" y="1"/>
                  </a:moveTo>
                  <a:cubicBezTo>
                    <a:pt x="107" y="1"/>
                    <a:pt x="0" y="107"/>
                    <a:pt x="0" y="243"/>
                  </a:cubicBezTo>
                  <a:cubicBezTo>
                    <a:pt x="0" y="388"/>
                    <a:pt x="107" y="495"/>
                    <a:pt x="250" y="495"/>
                  </a:cubicBezTo>
                  <a:cubicBezTo>
                    <a:pt x="388" y="495"/>
                    <a:pt x="494" y="388"/>
                    <a:pt x="494" y="243"/>
                  </a:cubicBezTo>
                  <a:cubicBezTo>
                    <a:pt x="494" y="107"/>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6" name="Google Shape;13756;p31"/>
            <p:cNvSpPr/>
            <p:nvPr/>
          </p:nvSpPr>
          <p:spPr>
            <a:xfrm>
              <a:off x="676400" y="37693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7" name="Google Shape;13757;p31"/>
            <p:cNvSpPr/>
            <p:nvPr/>
          </p:nvSpPr>
          <p:spPr>
            <a:xfrm>
              <a:off x="768325" y="3769350"/>
              <a:ext cx="12400" cy="12600"/>
            </a:xfrm>
            <a:custGeom>
              <a:avLst/>
              <a:gdLst/>
              <a:ahLst/>
              <a:cxnLst/>
              <a:rect l="l" t="t" r="r" b="b"/>
              <a:pathLst>
                <a:path w="496" h="504"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8" name="Google Shape;13758;p31"/>
            <p:cNvSpPr/>
            <p:nvPr/>
          </p:nvSpPr>
          <p:spPr>
            <a:xfrm>
              <a:off x="860125" y="3769350"/>
              <a:ext cx="12525" cy="12600"/>
            </a:xfrm>
            <a:custGeom>
              <a:avLst/>
              <a:gdLst/>
              <a:ahLst/>
              <a:cxnLst/>
              <a:rect l="l" t="t" r="r" b="b"/>
              <a:pathLst>
                <a:path w="501" h="504"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9" name="Google Shape;13759;p31"/>
            <p:cNvSpPr/>
            <p:nvPr/>
          </p:nvSpPr>
          <p:spPr>
            <a:xfrm>
              <a:off x="951850" y="37693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0" name="Google Shape;13760;p31"/>
            <p:cNvSpPr/>
            <p:nvPr/>
          </p:nvSpPr>
          <p:spPr>
            <a:xfrm>
              <a:off x="1043825" y="376935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1" name="Google Shape;13761;p31"/>
            <p:cNvSpPr/>
            <p:nvPr/>
          </p:nvSpPr>
          <p:spPr>
            <a:xfrm>
              <a:off x="1135575" y="376935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2" name="Google Shape;13762;p31"/>
            <p:cNvSpPr/>
            <p:nvPr/>
          </p:nvSpPr>
          <p:spPr>
            <a:xfrm>
              <a:off x="1227500" y="3769350"/>
              <a:ext cx="12400" cy="12600"/>
            </a:xfrm>
            <a:custGeom>
              <a:avLst/>
              <a:gdLst/>
              <a:ahLst/>
              <a:cxnLst/>
              <a:rect l="l" t="t" r="r" b="b"/>
              <a:pathLst>
                <a:path w="496" h="504"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3" name="Google Shape;13763;p31"/>
            <p:cNvSpPr/>
            <p:nvPr/>
          </p:nvSpPr>
          <p:spPr>
            <a:xfrm>
              <a:off x="1319275" y="376935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4" name="Google Shape;13764;p31"/>
            <p:cNvSpPr/>
            <p:nvPr/>
          </p:nvSpPr>
          <p:spPr>
            <a:xfrm>
              <a:off x="1411200" y="3769350"/>
              <a:ext cx="12425" cy="12600"/>
            </a:xfrm>
            <a:custGeom>
              <a:avLst/>
              <a:gdLst/>
              <a:ahLst/>
              <a:cxnLst/>
              <a:rect l="l" t="t" r="r" b="b"/>
              <a:pathLst>
                <a:path w="497" h="504"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5" name="Google Shape;13765;p31"/>
            <p:cNvSpPr/>
            <p:nvPr/>
          </p:nvSpPr>
          <p:spPr>
            <a:xfrm>
              <a:off x="1503000" y="3769350"/>
              <a:ext cx="12525" cy="12600"/>
            </a:xfrm>
            <a:custGeom>
              <a:avLst/>
              <a:gdLst/>
              <a:ahLst/>
              <a:cxnLst/>
              <a:rect l="l" t="t" r="r" b="b"/>
              <a:pathLst>
                <a:path w="501" h="504"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6" name="Google Shape;13766;p31"/>
            <p:cNvSpPr/>
            <p:nvPr/>
          </p:nvSpPr>
          <p:spPr>
            <a:xfrm>
              <a:off x="1594750" y="376935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7" name="Google Shape;13767;p31"/>
            <p:cNvSpPr/>
            <p:nvPr/>
          </p:nvSpPr>
          <p:spPr>
            <a:xfrm>
              <a:off x="1686650" y="37693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8" name="Google Shape;13768;p31"/>
            <p:cNvSpPr/>
            <p:nvPr/>
          </p:nvSpPr>
          <p:spPr>
            <a:xfrm>
              <a:off x="1778450" y="376935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9" name="Google Shape;13769;p31"/>
            <p:cNvSpPr/>
            <p:nvPr/>
          </p:nvSpPr>
          <p:spPr>
            <a:xfrm>
              <a:off x="1870375" y="3769350"/>
              <a:ext cx="12400" cy="12600"/>
            </a:xfrm>
            <a:custGeom>
              <a:avLst/>
              <a:gdLst/>
              <a:ahLst/>
              <a:cxnLst/>
              <a:rect l="l" t="t" r="r" b="b"/>
              <a:pathLst>
                <a:path w="496" h="504"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0" name="Google Shape;13770;p31"/>
            <p:cNvSpPr/>
            <p:nvPr/>
          </p:nvSpPr>
          <p:spPr>
            <a:xfrm>
              <a:off x="1962150" y="376935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1" name="Google Shape;13771;p31"/>
            <p:cNvSpPr/>
            <p:nvPr/>
          </p:nvSpPr>
          <p:spPr>
            <a:xfrm>
              <a:off x="2054075" y="3769350"/>
              <a:ext cx="12425" cy="12600"/>
            </a:xfrm>
            <a:custGeom>
              <a:avLst/>
              <a:gdLst/>
              <a:ahLst/>
              <a:cxnLst/>
              <a:rect l="l" t="t" r="r" b="b"/>
              <a:pathLst>
                <a:path w="497" h="504"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2" name="Google Shape;13772;p31"/>
            <p:cNvSpPr/>
            <p:nvPr/>
          </p:nvSpPr>
          <p:spPr>
            <a:xfrm>
              <a:off x="2145825" y="37693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3" name="Google Shape;13773;p31"/>
            <p:cNvSpPr/>
            <p:nvPr/>
          </p:nvSpPr>
          <p:spPr>
            <a:xfrm>
              <a:off x="2237800" y="3769350"/>
              <a:ext cx="12350" cy="12600"/>
            </a:xfrm>
            <a:custGeom>
              <a:avLst/>
              <a:gdLst/>
              <a:ahLst/>
              <a:cxnLst/>
              <a:rect l="l" t="t" r="r" b="b"/>
              <a:pathLst>
                <a:path w="494" h="504"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4" name="Google Shape;13774;p31"/>
            <p:cNvSpPr/>
            <p:nvPr/>
          </p:nvSpPr>
          <p:spPr>
            <a:xfrm>
              <a:off x="2329550" y="376935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5" name="Google Shape;13775;p31"/>
            <p:cNvSpPr/>
            <p:nvPr/>
          </p:nvSpPr>
          <p:spPr>
            <a:xfrm>
              <a:off x="2421325" y="376935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6" name="Google Shape;13776;p31"/>
            <p:cNvSpPr/>
            <p:nvPr/>
          </p:nvSpPr>
          <p:spPr>
            <a:xfrm>
              <a:off x="2513250" y="3769350"/>
              <a:ext cx="12575" cy="12600"/>
            </a:xfrm>
            <a:custGeom>
              <a:avLst/>
              <a:gdLst/>
              <a:ahLst/>
              <a:cxnLst/>
              <a:rect l="l" t="t" r="r" b="b"/>
              <a:pathLst>
                <a:path w="503" h="504"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7" name="Google Shape;13777;p31"/>
            <p:cNvSpPr/>
            <p:nvPr/>
          </p:nvSpPr>
          <p:spPr>
            <a:xfrm>
              <a:off x="2605000" y="376935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8" name="Google Shape;13778;p31"/>
            <p:cNvSpPr/>
            <p:nvPr/>
          </p:nvSpPr>
          <p:spPr>
            <a:xfrm>
              <a:off x="2696950" y="3769350"/>
              <a:ext cx="12375" cy="12600"/>
            </a:xfrm>
            <a:custGeom>
              <a:avLst/>
              <a:gdLst/>
              <a:ahLst/>
              <a:cxnLst/>
              <a:rect l="l" t="t" r="r" b="b"/>
              <a:pathLst>
                <a:path w="495" h="504"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9" name="Google Shape;13779;p31"/>
            <p:cNvSpPr/>
            <p:nvPr/>
          </p:nvSpPr>
          <p:spPr>
            <a:xfrm>
              <a:off x="2788700" y="37693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0" name="Google Shape;13780;p31"/>
            <p:cNvSpPr/>
            <p:nvPr/>
          </p:nvSpPr>
          <p:spPr>
            <a:xfrm>
              <a:off x="2880675" y="3769350"/>
              <a:ext cx="12375" cy="12600"/>
            </a:xfrm>
            <a:custGeom>
              <a:avLst/>
              <a:gdLst/>
              <a:ahLst/>
              <a:cxnLst/>
              <a:rect l="l" t="t" r="r" b="b"/>
              <a:pathLst>
                <a:path w="495" h="504"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1" name="Google Shape;13781;p31"/>
            <p:cNvSpPr/>
            <p:nvPr/>
          </p:nvSpPr>
          <p:spPr>
            <a:xfrm>
              <a:off x="2972425" y="376935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2" name="Google Shape;13782;p31"/>
            <p:cNvSpPr/>
            <p:nvPr/>
          </p:nvSpPr>
          <p:spPr>
            <a:xfrm>
              <a:off x="3064375" y="3769350"/>
              <a:ext cx="12375" cy="12600"/>
            </a:xfrm>
            <a:custGeom>
              <a:avLst/>
              <a:gdLst/>
              <a:ahLst/>
              <a:cxnLst/>
              <a:rect l="l" t="t" r="r" b="b"/>
              <a:pathLst>
                <a:path w="495" h="504"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3" name="Google Shape;13783;p31"/>
            <p:cNvSpPr/>
            <p:nvPr/>
          </p:nvSpPr>
          <p:spPr>
            <a:xfrm>
              <a:off x="3156125" y="37693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4" name="Google Shape;13784;p31"/>
            <p:cNvSpPr/>
            <p:nvPr/>
          </p:nvSpPr>
          <p:spPr>
            <a:xfrm>
              <a:off x="3247875" y="3769350"/>
              <a:ext cx="12575" cy="12600"/>
            </a:xfrm>
            <a:custGeom>
              <a:avLst/>
              <a:gdLst/>
              <a:ahLst/>
              <a:cxnLst/>
              <a:rect l="l" t="t" r="r" b="b"/>
              <a:pathLst>
                <a:path w="503"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5" name="Google Shape;13785;p31"/>
            <p:cNvSpPr/>
            <p:nvPr/>
          </p:nvSpPr>
          <p:spPr>
            <a:xfrm>
              <a:off x="3339850" y="3769350"/>
              <a:ext cx="12525" cy="12600"/>
            </a:xfrm>
            <a:custGeom>
              <a:avLst/>
              <a:gdLst/>
              <a:ahLst/>
              <a:cxnLst/>
              <a:rect l="l" t="t" r="r" b="b"/>
              <a:pathLst>
                <a:path w="501" h="504"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6" name="Google Shape;13786;p31"/>
            <p:cNvSpPr/>
            <p:nvPr/>
          </p:nvSpPr>
          <p:spPr>
            <a:xfrm>
              <a:off x="3431575" y="37693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7" name="Google Shape;13787;p31"/>
            <p:cNvSpPr/>
            <p:nvPr/>
          </p:nvSpPr>
          <p:spPr>
            <a:xfrm>
              <a:off x="3523550" y="376935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8" name="Google Shape;13788;p31"/>
            <p:cNvSpPr/>
            <p:nvPr/>
          </p:nvSpPr>
          <p:spPr>
            <a:xfrm>
              <a:off x="676400" y="386110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9" name="Google Shape;13789;p31"/>
            <p:cNvSpPr/>
            <p:nvPr/>
          </p:nvSpPr>
          <p:spPr>
            <a:xfrm>
              <a:off x="768325" y="3861100"/>
              <a:ext cx="12400" cy="12575"/>
            </a:xfrm>
            <a:custGeom>
              <a:avLst/>
              <a:gdLst/>
              <a:ahLst/>
              <a:cxnLst/>
              <a:rect l="l" t="t" r="r" b="b"/>
              <a:pathLst>
                <a:path w="496" h="503"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0" name="Google Shape;13790;p31"/>
            <p:cNvSpPr/>
            <p:nvPr/>
          </p:nvSpPr>
          <p:spPr>
            <a:xfrm>
              <a:off x="860125" y="3861100"/>
              <a:ext cx="12525" cy="12575"/>
            </a:xfrm>
            <a:custGeom>
              <a:avLst/>
              <a:gdLst/>
              <a:ahLst/>
              <a:cxnLst/>
              <a:rect l="l" t="t" r="r" b="b"/>
              <a:pathLst>
                <a:path w="501" h="503"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1" name="Google Shape;13791;p31"/>
            <p:cNvSpPr/>
            <p:nvPr/>
          </p:nvSpPr>
          <p:spPr>
            <a:xfrm>
              <a:off x="951850" y="386110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2" name="Google Shape;13792;p31"/>
            <p:cNvSpPr/>
            <p:nvPr/>
          </p:nvSpPr>
          <p:spPr>
            <a:xfrm>
              <a:off x="1043825" y="3861100"/>
              <a:ext cx="12375" cy="12575"/>
            </a:xfrm>
            <a:custGeom>
              <a:avLst/>
              <a:gdLst/>
              <a:ahLst/>
              <a:cxnLst/>
              <a:rect l="l" t="t" r="r" b="b"/>
              <a:pathLst>
                <a:path w="495" h="503"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3" name="Google Shape;13793;p31"/>
            <p:cNvSpPr/>
            <p:nvPr/>
          </p:nvSpPr>
          <p:spPr>
            <a:xfrm>
              <a:off x="1135575" y="3861100"/>
              <a:ext cx="12575" cy="12575"/>
            </a:xfrm>
            <a:custGeom>
              <a:avLst/>
              <a:gdLst/>
              <a:ahLst/>
              <a:cxnLst/>
              <a:rect l="l" t="t" r="r" b="b"/>
              <a:pathLst>
                <a:path w="503" h="503"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4" name="Google Shape;13794;p31"/>
            <p:cNvSpPr/>
            <p:nvPr/>
          </p:nvSpPr>
          <p:spPr>
            <a:xfrm>
              <a:off x="1227500" y="3861100"/>
              <a:ext cx="12400" cy="12575"/>
            </a:xfrm>
            <a:custGeom>
              <a:avLst/>
              <a:gdLst/>
              <a:ahLst/>
              <a:cxnLst/>
              <a:rect l="l" t="t" r="r" b="b"/>
              <a:pathLst>
                <a:path w="496" h="503"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5" name="Google Shape;13795;p31"/>
            <p:cNvSpPr/>
            <p:nvPr/>
          </p:nvSpPr>
          <p:spPr>
            <a:xfrm>
              <a:off x="1319275" y="3861100"/>
              <a:ext cx="12550" cy="12575"/>
            </a:xfrm>
            <a:custGeom>
              <a:avLst/>
              <a:gdLst/>
              <a:ahLst/>
              <a:cxnLst/>
              <a:rect l="l" t="t" r="r" b="b"/>
              <a:pathLst>
                <a:path w="502" h="503"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6" name="Google Shape;13796;p31"/>
            <p:cNvSpPr/>
            <p:nvPr/>
          </p:nvSpPr>
          <p:spPr>
            <a:xfrm>
              <a:off x="1411200" y="3861100"/>
              <a:ext cx="12425" cy="12575"/>
            </a:xfrm>
            <a:custGeom>
              <a:avLst/>
              <a:gdLst/>
              <a:ahLst/>
              <a:cxnLst/>
              <a:rect l="l" t="t" r="r" b="b"/>
              <a:pathLst>
                <a:path w="497" h="503"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7" name="Google Shape;13797;p31"/>
            <p:cNvSpPr/>
            <p:nvPr/>
          </p:nvSpPr>
          <p:spPr>
            <a:xfrm>
              <a:off x="1503000" y="3861100"/>
              <a:ext cx="12525" cy="12575"/>
            </a:xfrm>
            <a:custGeom>
              <a:avLst/>
              <a:gdLst/>
              <a:ahLst/>
              <a:cxnLst/>
              <a:rect l="l" t="t" r="r" b="b"/>
              <a:pathLst>
                <a:path w="501" h="503"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8" name="Google Shape;13798;p31"/>
            <p:cNvSpPr/>
            <p:nvPr/>
          </p:nvSpPr>
          <p:spPr>
            <a:xfrm>
              <a:off x="1594750" y="3861100"/>
              <a:ext cx="12575" cy="12575"/>
            </a:xfrm>
            <a:custGeom>
              <a:avLst/>
              <a:gdLst/>
              <a:ahLst/>
              <a:cxnLst/>
              <a:rect l="l" t="t" r="r" b="b"/>
              <a:pathLst>
                <a:path w="503" h="503"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9" name="Google Shape;13799;p31"/>
            <p:cNvSpPr/>
            <p:nvPr/>
          </p:nvSpPr>
          <p:spPr>
            <a:xfrm>
              <a:off x="1686650" y="386110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0" name="Google Shape;13800;p31"/>
            <p:cNvSpPr/>
            <p:nvPr/>
          </p:nvSpPr>
          <p:spPr>
            <a:xfrm>
              <a:off x="1778450" y="3861100"/>
              <a:ext cx="12550" cy="12575"/>
            </a:xfrm>
            <a:custGeom>
              <a:avLst/>
              <a:gdLst/>
              <a:ahLst/>
              <a:cxnLst/>
              <a:rect l="l" t="t" r="r" b="b"/>
              <a:pathLst>
                <a:path w="502" h="503"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1" name="Google Shape;13801;p31"/>
            <p:cNvSpPr/>
            <p:nvPr/>
          </p:nvSpPr>
          <p:spPr>
            <a:xfrm>
              <a:off x="1870375" y="3861100"/>
              <a:ext cx="12400" cy="12575"/>
            </a:xfrm>
            <a:custGeom>
              <a:avLst/>
              <a:gdLst/>
              <a:ahLst/>
              <a:cxnLst/>
              <a:rect l="l" t="t" r="r" b="b"/>
              <a:pathLst>
                <a:path w="496" h="503"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2" name="Google Shape;13802;p31"/>
            <p:cNvSpPr/>
            <p:nvPr/>
          </p:nvSpPr>
          <p:spPr>
            <a:xfrm>
              <a:off x="1962150" y="3861100"/>
              <a:ext cx="12550" cy="12575"/>
            </a:xfrm>
            <a:custGeom>
              <a:avLst/>
              <a:gdLst/>
              <a:ahLst/>
              <a:cxnLst/>
              <a:rect l="l" t="t" r="r" b="b"/>
              <a:pathLst>
                <a:path w="502" h="503"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3" name="Google Shape;13803;p31"/>
            <p:cNvSpPr/>
            <p:nvPr/>
          </p:nvSpPr>
          <p:spPr>
            <a:xfrm>
              <a:off x="2054075" y="3861100"/>
              <a:ext cx="12425" cy="12575"/>
            </a:xfrm>
            <a:custGeom>
              <a:avLst/>
              <a:gdLst/>
              <a:ahLst/>
              <a:cxnLst/>
              <a:rect l="l" t="t" r="r" b="b"/>
              <a:pathLst>
                <a:path w="497" h="503"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4" name="Google Shape;13804;p31"/>
            <p:cNvSpPr/>
            <p:nvPr/>
          </p:nvSpPr>
          <p:spPr>
            <a:xfrm>
              <a:off x="2145825" y="386110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5" name="Google Shape;13805;p31"/>
            <p:cNvSpPr/>
            <p:nvPr/>
          </p:nvSpPr>
          <p:spPr>
            <a:xfrm>
              <a:off x="2237800" y="3861100"/>
              <a:ext cx="12350" cy="12575"/>
            </a:xfrm>
            <a:custGeom>
              <a:avLst/>
              <a:gdLst/>
              <a:ahLst/>
              <a:cxnLst/>
              <a:rect l="l" t="t" r="r" b="b"/>
              <a:pathLst>
                <a:path w="494" h="503"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6" name="Google Shape;13806;p31"/>
            <p:cNvSpPr/>
            <p:nvPr/>
          </p:nvSpPr>
          <p:spPr>
            <a:xfrm>
              <a:off x="2329550" y="3861100"/>
              <a:ext cx="12575" cy="12575"/>
            </a:xfrm>
            <a:custGeom>
              <a:avLst/>
              <a:gdLst/>
              <a:ahLst/>
              <a:cxnLst/>
              <a:rect l="l" t="t" r="r" b="b"/>
              <a:pathLst>
                <a:path w="503" h="503"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7" name="Google Shape;13807;p31"/>
            <p:cNvSpPr/>
            <p:nvPr/>
          </p:nvSpPr>
          <p:spPr>
            <a:xfrm>
              <a:off x="2421325" y="3861100"/>
              <a:ext cx="12550" cy="12575"/>
            </a:xfrm>
            <a:custGeom>
              <a:avLst/>
              <a:gdLst/>
              <a:ahLst/>
              <a:cxnLst/>
              <a:rect l="l" t="t" r="r" b="b"/>
              <a:pathLst>
                <a:path w="502" h="503"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8" name="Google Shape;13808;p31"/>
            <p:cNvSpPr/>
            <p:nvPr/>
          </p:nvSpPr>
          <p:spPr>
            <a:xfrm>
              <a:off x="2513250" y="3861100"/>
              <a:ext cx="12575" cy="12575"/>
            </a:xfrm>
            <a:custGeom>
              <a:avLst/>
              <a:gdLst/>
              <a:ahLst/>
              <a:cxnLst/>
              <a:rect l="l" t="t" r="r" b="b"/>
              <a:pathLst>
                <a:path w="503" h="503"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9" name="Google Shape;13809;p31"/>
            <p:cNvSpPr/>
            <p:nvPr/>
          </p:nvSpPr>
          <p:spPr>
            <a:xfrm>
              <a:off x="2605000" y="3861100"/>
              <a:ext cx="12575" cy="12575"/>
            </a:xfrm>
            <a:custGeom>
              <a:avLst/>
              <a:gdLst/>
              <a:ahLst/>
              <a:cxnLst/>
              <a:rect l="l" t="t" r="r" b="b"/>
              <a:pathLst>
                <a:path w="503" h="503"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0" name="Google Shape;13810;p31"/>
            <p:cNvSpPr/>
            <p:nvPr/>
          </p:nvSpPr>
          <p:spPr>
            <a:xfrm>
              <a:off x="2696950" y="3861100"/>
              <a:ext cx="12375" cy="12575"/>
            </a:xfrm>
            <a:custGeom>
              <a:avLst/>
              <a:gdLst/>
              <a:ahLst/>
              <a:cxnLst/>
              <a:rect l="l" t="t" r="r" b="b"/>
              <a:pathLst>
                <a:path w="495" h="503"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1" name="Google Shape;13811;p31"/>
            <p:cNvSpPr/>
            <p:nvPr/>
          </p:nvSpPr>
          <p:spPr>
            <a:xfrm>
              <a:off x="2788700" y="386110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2" name="Google Shape;13812;p31"/>
            <p:cNvSpPr/>
            <p:nvPr/>
          </p:nvSpPr>
          <p:spPr>
            <a:xfrm>
              <a:off x="2880675" y="3861100"/>
              <a:ext cx="12375" cy="12575"/>
            </a:xfrm>
            <a:custGeom>
              <a:avLst/>
              <a:gdLst/>
              <a:ahLst/>
              <a:cxnLst/>
              <a:rect l="l" t="t" r="r" b="b"/>
              <a:pathLst>
                <a:path w="495" h="503"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3" name="Google Shape;13813;p31"/>
            <p:cNvSpPr/>
            <p:nvPr/>
          </p:nvSpPr>
          <p:spPr>
            <a:xfrm>
              <a:off x="2972425" y="3861100"/>
              <a:ext cx="12575" cy="12575"/>
            </a:xfrm>
            <a:custGeom>
              <a:avLst/>
              <a:gdLst/>
              <a:ahLst/>
              <a:cxnLst/>
              <a:rect l="l" t="t" r="r" b="b"/>
              <a:pathLst>
                <a:path w="503" h="503"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4" name="Google Shape;13814;p31"/>
            <p:cNvSpPr/>
            <p:nvPr/>
          </p:nvSpPr>
          <p:spPr>
            <a:xfrm>
              <a:off x="3064375" y="3861100"/>
              <a:ext cx="12375" cy="12575"/>
            </a:xfrm>
            <a:custGeom>
              <a:avLst/>
              <a:gdLst/>
              <a:ahLst/>
              <a:cxnLst/>
              <a:rect l="l" t="t" r="r" b="b"/>
              <a:pathLst>
                <a:path w="495" h="503"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5" name="Google Shape;13815;p31"/>
            <p:cNvSpPr/>
            <p:nvPr/>
          </p:nvSpPr>
          <p:spPr>
            <a:xfrm>
              <a:off x="3156125" y="386110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6" name="Google Shape;13816;p31"/>
            <p:cNvSpPr/>
            <p:nvPr/>
          </p:nvSpPr>
          <p:spPr>
            <a:xfrm>
              <a:off x="3247875" y="3861100"/>
              <a:ext cx="12575" cy="12575"/>
            </a:xfrm>
            <a:custGeom>
              <a:avLst/>
              <a:gdLst/>
              <a:ahLst/>
              <a:cxnLst/>
              <a:rect l="l" t="t" r="r" b="b"/>
              <a:pathLst>
                <a:path w="503"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7" name="Google Shape;13817;p31"/>
            <p:cNvSpPr/>
            <p:nvPr/>
          </p:nvSpPr>
          <p:spPr>
            <a:xfrm>
              <a:off x="3339850" y="3861100"/>
              <a:ext cx="12525" cy="12575"/>
            </a:xfrm>
            <a:custGeom>
              <a:avLst/>
              <a:gdLst/>
              <a:ahLst/>
              <a:cxnLst/>
              <a:rect l="l" t="t" r="r" b="b"/>
              <a:pathLst>
                <a:path w="501" h="503"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8" name="Google Shape;13818;p31"/>
            <p:cNvSpPr/>
            <p:nvPr/>
          </p:nvSpPr>
          <p:spPr>
            <a:xfrm>
              <a:off x="3431575" y="386110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9" name="Google Shape;13819;p31"/>
            <p:cNvSpPr/>
            <p:nvPr/>
          </p:nvSpPr>
          <p:spPr>
            <a:xfrm>
              <a:off x="3523550" y="3861100"/>
              <a:ext cx="12375" cy="12575"/>
            </a:xfrm>
            <a:custGeom>
              <a:avLst/>
              <a:gdLst/>
              <a:ahLst/>
              <a:cxnLst/>
              <a:rect l="l" t="t" r="r" b="b"/>
              <a:pathLst>
                <a:path w="495" h="503"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0" name="Google Shape;13820;p31"/>
            <p:cNvSpPr/>
            <p:nvPr/>
          </p:nvSpPr>
          <p:spPr>
            <a:xfrm>
              <a:off x="676400" y="3953075"/>
              <a:ext cx="12600" cy="12350"/>
            </a:xfrm>
            <a:custGeom>
              <a:avLst/>
              <a:gdLst/>
              <a:ahLst/>
              <a:cxnLst/>
              <a:rect l="l" t="t" r="r" b="b"/>
              <a:pathLst>
                <a:path w="504" h="494" extrusionOk="0">
                  <a:moveTo>
                    <a:pt x="252" y="0"/>
                  </a:moveTo>
                  <a:cubicBezTo>
                    <a:pt x="116" y="0"/>
                    <a:pt x="1" y="107"/>
                    <a:pt x="1" y="251"/>
                  </a:cubicBezTo>
                  <a:cubicBezTo>
                    <a:pt x="1" y="387"/>
                    <a:pt x="116" y="494"/>
                    <a:pt x="252" y="494"/>
                  </a:cubicBezTo>
                  <a:cubicBezTo>
                    <a:pt x="388" y="494"/>
                    <a:pt x="503" y="387"/>
                    <a:pt x="503" y="251"/>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1" name="Google Shape;13821;p31"/>
            <p:cNvSpPr/>
            <p:nvPr/>
          </p:nvSpPr>
          <p:spPr>
            <a:xfrm>
              <a:off x="768325" y="3953075"/>
              <a:ext cx="12400" cy="12350"/>
            </a:xfrm>
            <a:custGeom>
              <a:avLst/>
              <a:gdLst/>
              <a:ahLst/>
              <a:cxnLst/>
              <a:rect l="l" t="t" r="r" b="b"/>
              <a:pathLst>
                <a:path w="496" h="494" extrusionOk="0">
                  <a:moveTo>
                    <a:pt x="245" y="0"/>
                  </a:moveTo>
                  <a:cubicBezTo>
                    <a:pt x="109" y="0"/>
                    <a:pt x="0" y="107"/>
                    <a:pt x="0" y="251"/>
                  </a:cubicBezTo>
                  <a:cubicBezTo>
                    <a:pt x="0" y="387"/>
                    <a:pt x="109" y="494"/>
                    <a:pt x="245" y="494"/>
                  </a:cubicBezTo>
                  <a:cubicBezTo>
                    <a:pt x="388" y="494"/>
                    <a:pt x="496" y="387"/>
                    <a:pt x="496" y="251"/>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2" name="Google Shape;13822;p31"/>
            <p:cNvSpPr/>
            <p:nvPr/>
          </p:nvSpPr>
          <p:spPr>
            <a:xfrm>
              <a:off x="860125" y="3953075"/>
              <a:ext cx="12525" cy="12350"/>
            </a:xfrm>
            <a:custGeom>
              <a:avLst/>
              <a:gdLst/>
              <a:ahLst/>
              <a:cxnLst/>
              <a:rect l="l" t="t" r="r" b="b"/>
              <a:pathLst>
                <a:path w="501" h="494" extrusionOk="0">
                  <a:moveTo>
                    <a:pt x="251" y="0"/>
                  </a:moveTo>
                  <a:cubicBezTo>
                    <a:pt x="114" y="0"/>
                    <a:pt x="0" y="107"/>
                    <a:pt x="0" y="251"/>
                  </a:cubicBezTo>
                  <a:cubicBezTo>
                    <a:pt x="0" y="387"/>
                    <a:pt x="114" y="494"/>
                    <a:pt x="251" y="494"/>
                  </a:cubicBezTo>
                  <a:cubicBezTo>
                    <a:pt x="387" y="494"/>
                    <a:pt x="501" y="387"/>
                    <a:pt x="501" y="251"/>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3" name="Google Shape;13823;p31"/>
            <p:cNvSpPr/>
            <p:nvPr/>
          </p:nvSpPr>
          <p:spPr>
            <a:xfrm>
              <a:off x="951850" y="3953075"/>
              <a:ext cx="12600" cy="12350"/>
            </a:xfrm>
            <a:custGeom>
              <a:avLst/>
              <a:gdLst/>
              <a:ahLst/>
              <a:cxnLst/>
              <a:rect l="l" t="t" r="r" b="b"/>
              <a:pathLst>
                <a:path w="504" h="494" extrusionOk="0">
                  <a:moveTo>
                    <a:pt x="252" y="0"/>
                  </a:moveTo>
                  <a:cubicBezTo>
                    <a:pt x="116" y="0"/>
                    <a:pt x="1" y="107"/>
                    <a:pt x="1" y="251"/>
                  </a:cubicBezTo>
                  <a:cubicBezTo>
                    <a:pt x="1" y="387"/>
                    <a:pt x="116" y="494"/>
                    <a:pt x="252" y="494"/>
                  </a:cubicBezTo>
                  <a:cubicBezTo>
                    <a:pt x="388" y="494"/>
                    <a:pt x="503" y="387"/>
                    <a:pt x="503" y="251"/>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4" name="Google Shape;13824;p31"/>
            <p:cNvSpPr/>
            <p:nvPr/>
          </p:nvSpPr>
          <p:spPr>
            <a:xfrm>
              <a:off x="1043825" y="3953075"/>
              <a:ext cx="12375" cy="12350"/>
            </a:xfrm>
            <a:custGeom>
              <a:avLst/>
              <a:gdLst/>
              <a:ahLst/>
              <a:cxnLst/>
              <a:rect l="l" t="t" r="r" b="b"/>
              <a:pathLst>
                <a:path w="495" h="494" extrusionOk="0">
                  <a:moveTo>
                    <a:pt x="250" y="0"/>
                  </a:moveTo>
                  <a:cubicBezTo>
                    <a:pt x="107" y="0"/>
                    <a:pt x="0" y="107"/>
                    <a:pt x="0" y="251"/>
                  </a:cubicBezTo>
                  <a:cubicBezTo>
                    <a:pt x="0" y="387"/>
                    <a:pt x="107" y="494"/>
                    <a:pt x="250" y="494"/>
                  </a:cubicBezTo>
                  <a:cubicBezTo>
                    <a:pt x="388" y="494"/>
                    <a:pt x="494" y="387"/>
                    <a:pt x="494" y="251"/>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5" name="Google Shape;13825;p31"/>
            <p:cNvSpPr/>
            <p:nvPr/>
          </p:nvSpPr>
          <p:spPr>
            <a:xfrm>
              <a:off x="1135575" y="3953075"/>
              <a:ext cx="12575" cy="12350"/>
            </a:xfrm>
            <a:custGeom>
              <a:avLst/>
              <a:gdLst/>
              <a:ahLst/>
              <a:cxnLst/>
              <a:rect l="l" t="t" r="r" b="b"/>
              <a:pathLst>
                <a:path w="503" h="494" extrusionOk="0">
                  <a:moveTo>
                    <a:pt x="252" y="0"/>
                  </a:moveTo>
                  <a:cubicBezTo>
                    <a:pt x="116" y="0"/>
                    <a:pt x="0" y="107"/>
                    <a:pt x="0" y="251"/>
                  </a:cubicBezTo>
                  <a:cubicBezTo>
                    <a:pt x="0" y="387"/>
                    <a:pt x="116" y="494"/>
                    <a:pt x="252" y="494"/>
                  </a:cubicBezTo>
                  <a:cubicBezTo>
                    <a:pt x="387" y="494"/>
                    <a:pt x="503" y="387"/>
                    <a:pt x="503" y="251"/>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6" name="Google Shape;13826;p31"/>
            <p:cNvSpPr/>
            <p:nvPr/>
          </p:nvSpPr>
          <p:spPr>
            <a:xfrm>
              <a:off x="1227500" y="3953075"/>
              <a:ext cx="12400" cy="12350"/>
            </a:xfrm>
            <a:custGeom>
              <a:avLst/>
              <a:gdLst/>
              <a:ahLst/>
              <a:cxnLst/>
              <a:rect l="l" t="t" r="r" b="b"/>
              <a:pathLst>
                <a:path w="496" h="494" extrusionOk="0">
                  <a:moveTo>
                    <a:pt x="251" y="0"/>
                  </a:moveTo>
                  <a:cubicBezTo>
                    <a:pt x="109" y="0"/>
                    <a:pt x="0" y="107"/>
                    <a:pt x="0" y="251"/>
                  </a:cubicBezTo>
                  <a:cubicBezTo>
                    <a:pt x="0" y="387"/>
                    <a:pt x="109" y="494"/>
                    <a:pt x="251" y="494"/>
                  </a:cubicBezTo>
                  <a:cubicBezTo>
                    <a:pt x="387" y="494"/>
                    <a:pt x="496" y="387"/>
                    <a:pt x="496" y="251"/>
                  </a:cubicBezTo>
                  <a:cubicBezTo>
                    <a:pt x="496"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7" name="Google Shape;13827;p31"/>
            <p:cNvSpPr/>
            <p:nvPr/>
          </p:nvSpPr>
          <p:spPr>
            <a:xfrm>
              <a:off x="1319275" y="3953075"/>
              <a:ext cx="12550" cy="12350"/>
            </a:xfrm>
            <a:custGeom>
              <a:avLst/>
              <a:gdLst/>
              <a:ahLst/>
              <a:cxnLst/>
              <a:rect l="l" t="t" r="r" b="b"/>
              <a:pathLst>
                <a:path w="502" h="494" extrusionOk="0">
                  <a:moveTo>
                    <a:pt x="252" y="0"/>
                  </a:moveTo>
                  <a:cubicBezTo>
                    <a:pt x="114" y="0"/>
                    <a:pt x="1" y="107"/>
                    <a:pt x="1" y="251"/>
                  </a:cubicBezTo>
                  <a:cubicBezTo>
                    <a:pt x="1" y="387"/>
                    <a:pt x="114" y="494"/>
                    <a:pt x="252" y="494"/>
                  </a:cubicBezTo>
                  <a:cubicBezTo>
                    <a:pt x="388" y="494"/>
                    <a:pt x="501" y="387"/>
                    <a:pt x="501" y="251"/>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8" name="Google Shape;13828;p31"/>
            <p:cNvSpPr/>
            <p:nvPr/>
          </p:nvSpPr>
          <p:spPr>
            <a:xfrm>
              <a:off x="1411200" y="3953075"/>
              <a:ext cx="12425" cy="12350"/>
            </a:xfrm>
            <a:custGeom>
              <a:avLst/>
              <a:gdLst/>
              <a:ahLst/>
              <a:cxnLst/>
              <a:rect l="l" t="t" r="r" b="b"/>
              <a:pathLst>
                <a:path w="497" h="494" extrusionOk="0">
                  <a:moveTo>
                    <a:pt x="245" y="0"/>
                  </a:moveTo>
                  <a:cubicBezTo>
                    <a:pt x="109" y="0"/>
                    <a:pt x="1" y="107"/>
                    <a:pt x="1" y="251"/>
                  </a:cubicBezTo>
                  <a:cubicBezTo>
                    <a:pt x="1" y="387"/>
                    <a:pt x="109" y="494"/>
                    <a:pt x="245" y="494"/>
                  </a:cubicBezTo>
                  <a:cubicBezTo>
                    <a:pt x="388" y="494"/>
                    <a:pt x="496" y="387"/>
                    <a:pt x="496" y="251"/>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9" name="Google Shape;13829;p31"/>
            <p:cNvSpPr/>
            <p:nvPr/>
          </p:nvSpPr>
          <p:spPr>
            <a:xfrm>
              <a:off x="1503000" y="3953075"/>
              <a:ext cx="12525" cy="12350"/>
            </a:xfrm>
            <a:custGeom>
              <a:avLst/>
              <a:gdLst/>
              <a:ahLst/>
              <a:cxnLst/>
              <a:rect l="l" t="t" r="r" b="b"/>
              <a:pathLst>
                <a:path w="501" h="494" extrusionOk="0">
                  <a:moveTo>
                    <a:pt x="250" y="0"/>
                  </a:moveTo>
                  <a:cubicBezTo>
                    <a:pt x="114" y="0"/>
                    <a:pt x="0" y="107"/>
                    <a:pt x="0" y="251"/>
                  </a:cubicBezTo>
                  <a:cubicBezTo>
                    <a:pt x="0" y="387"/>
                    <a:pt x="114" y="494"/>
                    <a:pt x="250" y="494"/>
                  </a:cubicBezTo>
                  <a:cubicBezTo>
                    <a:pt x="387" y="494"/>
                    <a:pt x="501" y="387"/>
                    <a:pt x="501" y="251"/>
                  </a:cubicBezTo>
                  <a:cubicBezTo>
                    <a:pt x="501" y="107"/>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0" name="Google Shape;13830;p31"/>
            <p:cNvSpPr/>
            <p:nvPr/>
          </p:nvSpPr>
          <p:spPr>
            <a:xfrm>
              <a:off x="1594750" y="3953075"/>
              <a:ext cx="12575" cy="12350"/>
            </a:xfrm>
            <a:custGeom>
              <a:avLst/>
              <a:gdLst/>
              <a:ahLst/>
              <a:cxnLst/>
              <a:rect l="l" t="t" r="r" b="b"/>
              <a:pathLst>
                <a:path w="503" h="494" extrusionOk="0">
                  <a:moveTo>
                    <a:pt x="251" y="0"/>
                  </a:moveTo>
                  <a:cubicBezTo>
                    <a:pt x="115" y="0"/>
                    <a:pt x="0" y="107"/>
                    <a:pt x="0" y="251"/>
                  </a:cubicBezTo>
                  <a:cubicBezTo>
                    <a:pt x="0" y="387"/>
                    <a:pt x="115" y="494"/>
                    <a:pt x="251" y="494"/>
                  </a:cubicBezTo>
                  <a:cubicBezTo>
                    <a:pt x="394" y="494"/>
                    <a:pt x="503" y="387"/>
                    <a:pt x="503" y="251"/>
                  </a:cubicBezTo>
                  <a:cubicBezTo>
                    <a:pt x="503" y="107"/>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1" name="Google Shape;13831;p31"/>
            <p:cNvSpPr/>
            <p:nvPr/>
          </p:nvSpPr>
          <p:spPr>
            <a:xfrm>
              <a:off x="1686650" y="3953075"/>
              <a:ext cx="12600" cy="12350"/>
            </a:xfrm>
            <a:custGeom>
              <a:avLst/>
              <a:gdLst/>
              <a:ahLst/>
              <a:cxnLst/>
              <a:rect l="l" t="t" r="r" b="b"/>
              <a:pathLst>
                <a:path w="504" h="494" extrusionOk="0">
                  <a:moveTo>
                    <a:pt x="252" y="0"/>
                  </a:moveTo>
                  <a:cubicBezTo>
                    <a:pt x="116" y="0"/>
                    <a:pt x="1" y="107"/>
                    <a:pt x="1" y="251"/>
                  </a:cubicBezTo>
                  <a:cubicBezTo>
                    <a:pt x="1" y="387"/>
                    <a:pt x="116" y="494"/>
                    <a:pt x="252" y="494"/>
                  </a:cubicBezTo>
                  <a:cubicBezTo>
                    <a:pt x="388" y="494"/>
                    <a:pt x="503" y="387"/>
                    <a:pt x="503" y="251"/>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2" name="Google Shape;13832;p31"/>
            <p:cNvSpPr/>
            <p:nvPr/>
          </p:nvSpPr>
          <p:spPr>
            <a:xfrm>
              <a:off x="1778450" y="3953075"/>
              <a:ext cx="12550" cy="12350"/>
            </a:xfrm>
            <a:custGeom>
              <a:avLst/>
              <a:gdLst/>
              <a:ahLst/>
              <a:cxnLst/>
              <a:rect l="l" t="t" r="r" b="b"/>
              <a:pathLst>
                <a:path w="502" h="494" extrusionOk="0">
                  <a:moveTo>
                    <a:pt x="252" y="0"/>
                  </a:moveTo>
                  <a:cubicBezTo>
                    <a:pt x="114" y="0"/>
                    <a:pt x="1" y="107"/>
                    <a:pt x="1" y="251"/>
                  </a:cubicBezTo>
                  <a:cubicBezTo>
                    <a:pt x="1" y="387"/>
                    <a:pt x="114" y="494"/>
                    <a:pt x="252" y="494"/>
                  </a:cubicBezTo>
                  <a:cubicBezTo>
                    <a:pt x="388" y="494"/>
                    <a:pt x="501" y="387"/>
                    <a:pt x="501" y="251"/>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3" name="Google Shape;13833;p31"/>
            <p:cNvSpPr/>
            <p:nvPr/>
          </p:nvSpPr>
          <p:spPr>
            <a:xfrm>
              <a:off x="1870375" y="3953075"/>
              <a:ext cx="12400" cy="12350"/>
            </a:xfrm>
            <a:custGeom>
              <a:avLst/>
              <a:gdLst/>
              <a:ahLst/>
              <a:cxnLst/>
              <a:rect l="l" t="t" r="r" b="b"/>
              <a:pathLst>
                <a:path w="496" h="494" extrusionOk="0">
                  <a:moveTo>
                    <a:pt x="252" y="0"/>
                  </a:moveTo>
                  <a:cubicBezTo>
                    <a:pt x="109" y="0"/>
                    <a:pt x="0" y="107"/>
                    <a:pt x="0" y="251"/>
                  </a:cubicBezTo>
                  <a:cubicBezTo>
                    <a:pt x="0" y="387"/>
                    <a:pt x="109" y="494"/>
                    <a:pt x="252" y="494"/>
                  </a:cubicBezTo>
                  <a:cubicBezTo>
                    <a:pt x="387" y="494"/>
                    <a:pt x="496" y="387"/>
                    <a:pt x="496" y="251"/>
                  </a:cubicBezTo>
                  <a:cubicBezTo>
                    <a:pt x="496"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4" name="Google Shape;13834;p31"/>
            <p:cNvSpPr/>
            <p:nvPr/>
          </p:nvSpPr>
          <p:spPr>
            <a:xfrm>
              <a:off x="1962150" y="3953075"/>
              <a:ext cx="12550" cy="12350"/>
            </a:xfrm>
            <a:custGeom>
              <a:avLst/>
              <a:gdLst/>
              <a:ahLst/>
              <a:cxnLst/>
              <a:rect l="l" t="t" r="r" b="b"/>
              <a:pathLst>
                <a:path w="502" h="494" extrusionOk="0">
                  <a:moveTo>
                    <a:pt x="250" y="0"/>
                  </a:moveTo>
                  <a:cubicBezTo>
                    <a:pt x="114" y="0"/>
                    <a:pt x="1" y="107"/>
                    <a:pt x="1" y="251"/>
                  </a:cubicBezTo>
                  <a:cubicBezTo>
                    <a:pt x="1" y="387"/>
                    <a:pt x="114" y="494"/>
                    <a:pt x="250" y="494"/>
                  </a:cubicBezTo>
                  <a:cubicBezTo>
                    <a:pt x="388" y="494"/>
                    <a:pt x="502" y="387"/>
                    <a:pt x="502" y="251"/>
                  </a:cubicBezTo>
                  <a:cubicBezTo>
                    <a:pt x="502"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5" name="Google Shape;13835;p31"/>
            <p:cNvSpPr/>
            <p:nvPr/>
          </p:nvSpPr>
          <p:spPr>
            <a:xfrm>
              <a:off x="2054075" y="3953075"/>
              <a:ext cx="12425" cy="12350"/>
            </a:xfrm>
            <a:custGeom>
              <a:avLst/>
              <a:gdLst/>
              <a:ahLst/>
              <a:cxnLst/>
              <a:rect l="l" t="t" r="r" b="b"/>
              <a:pathLst>
                <a:path w="497" h="494" extrusionOk="0">
                  <a:moveTo>
                    <a:pt x="252" y="0"/>
                  </a:moveTo>
                  <a:cubicBezTo>
                    <a:pt x="109" y="0"/>
                    <a:pt x="1" y="107"/>
                    <a:pt x="1" y="251"/>
                  </a:cubicBezTo>
                  <a:cubicBezTo>
                    <a:pt x="1" y="387"/>
                    <a:pt x="109" y="494"/>
                    <a:pt x="252" y="494"/>
                  </a:cubicBezTo>
                  <a:cubicBezTo>
                    <a:pt x="388" y="494"/>
                    <a:pt x="496" y="387"/>
                    <a:pt x="496" y="251"/>
                  </a:cubicBezTo>
                  <a:cubicBezTo>
                    <a:pt x="496"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6" name="Google Shape;13836;p31"/>
            <p:cNvSpPr/>
            <p:nvPr/>
          </p:nvSpPr>
          <p:spPr>
            <a:xfrm>
              <a:off x="2145825" y="3953075"/>
              <a:ext cx="12600" cy="12350"/>
            </a:xfrm>
            <a:custGeom>
              <a:avLst/>
              <a:gdLst/>
              <a:ahLst/>
              <a:cxnLst/>
              <a:rect l="l" t="t" r="r" b="b"/>
              <a:pathLst>
                <a:path w="504" h="494" extrusionOk="0">
                  <a:moveTo>
                    <a:pt x="252" y="0"/>
                  </a:moveTo>
                  <a:cubicBezTo>
                    <a:pt x="116" y="0"/>
                    <a:pt x="1" y="107"/>
                    <a:pt x="1" y="251"/>
                  </a:cubicBezTo>
                  <a:cubicBezTo>
                    <a:pt x="1" y="387"/>
                    <a:pt x="116" y="494"/>
                    <a:pt x="252" y="494"/>
                  </a:cubicBezTo>
                  <a:cubicBezTo>
                    <a:pt x="388" y="494"/>
                    <a:pt x="503" y="387"/>
                    <a:pt x="503" y="251"/>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7" name="Google Shape;13837;p31"/>
            <p:cNvSpPr/>
            <p:nvPr/>
          </p:nvSpPr>
          <p:spPr>
            <a:xfrm>
              <a:off x="2237800" y="3953075"/>
              <a:ext cx="12350" cy="12350"/>
            </a:xfrm>
            <a:custGeom>
              <a:avLst/>
              <a:gdLst/>
              <a:ahLst/>
              <a:cxnLst/>
              <a:rect l="l" t="t" r="r" b="b"/>
              <a:pathLst>
                <a:path w="494" h="494" extrusionOk="0">
                  <a:moveTo>
                    <a:pt x="244" y="0"/>
                  </a:moveTo>
                  <a:cubicBezTo>
                    <a:pt x="107" y="0"/>
                    <a:pt x="0" y="107"/>
                    <a:pt x="0" y="251"/>
                  </a:cubicBezTo>
                  <a:cubicBezTo>
                    <a:pt x="0" y="387"/>
                    <a:pt x="107" y="494"/>
                    <a:pt x="244" y="494"/>
                  </a:cubicBezTo>
                  <a:cubicBezTo>
                    <a:pt x="387" y="494"/>
                    <a:pt x="494" y="387"/>
                    <a:pt x="494" y="251"/>
                  </a:cubicBezTo>
                  <a:cubicBezTo>
                    <a:pt x="494" y="107"/>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8" name="Google Shape;13838;p31"/>
            <p:cNvSpPr/>
            <p:nvPr/>
          </p:nvSpPr>
          <p:spPr>
            <a:xfrm>
              <a:off x="2329550" y="3953075"/>
              <a:ext cx="12575" cy="12350"/>
            </a:xfrm>
            <a:custGeom>
              <a:avLst/>
              <a:gdLst/>
              <a:ahLst/>
              <a:cxnLst/>
              <a:rect l="l" t="t" r="r" b="b"/>
              <a:pathLst>
                <a:path w="503" h="494" extrusionOk="0">
                  <a:moveTo>
                    <a:pt x="251" y="0"/>
                  </a:moveTo>
                  <a:cubicBezTo>
                    <a:pt x="115" y="0"/>
                    <a:pt x="0" y="107"/>
                    <a:pt x="0" y="251"/>
                  </a:cubicBezTo>
                  <a:cubicBezTo>
                    <a:pt x="0" y="387"/>
                    <a:pt x="115" y="494"/>
                    <a:pt x="251" y="494"/>
                  </a:cubicBezTo>
                  <a:cubicBezTo>
                    <a:pt x="387" y="494"/>
                    <a:pt x="502" y="387"/>
                    <a:pt x="502" y="251"/>
                  </a:cubicBezTo>
                  <a:cubicBezTo>
                    <a:pt x="502"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9" name="Google Shape;13839;p31"/>
            <p:cNvSpPr/>
            <p:nvPr/>
          </p:nvSpPr>
          <p:spPr>
            <a:xfrm>
              <a:off x="2421325" y="3953075"/>
              <a:ext cx="12550" cy="12350"/>
            </a:xfrm>
            <a:custGeom>
              <a:avLst/>
              <a:gdLst/>
              <a:ahLst/>
              <a:cxnLst/>
              <a:rect l="l" t="t" r="r" b="b"/>
              <a:pathLst>
                <a:path w="502" h="494" extrusionOk="0">
                  <a:moveTo>
                    <a:pt x="250" y="0"/>
                  </a:moveTo>
                  <a:cubicBezTo>
                    <a:pt x="114" y="0"/>
                    <a:pt x="1" y="107"/>
                    <a:pt x="1" y="251"/>
                  </a:cubicBezTo>
                  <a:cubicBezTo>
                    <a:pt x="1" y="387"/>
                    <a:pt x="114" y="494"/>
                    <a:pt x="250" y="494"/>
                  </a:cubicBezTo>
                  <a:cubicBezTo>
                    <a:pt x="395" y="494"/>
                    <a:pt x="501" y="387"/>
                    <a:pt x="501" y="251"/>
                  </a:cubicBezTo>
                  <a:cubicBezTo>
                    <a:pt x="501" y="107"/>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0" name="Google Shape;13840;p31"/>
            <p:cNvSpPr/>
            <p:nvPr/>
          </p:nvSpPr>
          <p:spPr>
            <a:xfrm>
              <a:off x="2513250" y="3953075"/>
              <a:ext cx="12575" cy="12350"/>
            </a:xfrm>
            <a:custGeom>
              <a:avLst/>
              <a:gdLst/>
              <a:ahLst/>
              <a:cxnLst/>
              <a:rect l="l" t="t" r="r" b="b"/>
              <a:pathLst>
                <a:path w="503" h="494" extrusionOk="0">
                  <a:moveTo>
                    <a:pt x="252" y="0"/>
                  </a:moveTo>
                  <a:cubicBezTo>
                    <a:pt x="109" y="0"/>
                    <a:pt x="0" y="107"/>
                    <a:pt x="0" y="251"/>
                  </a:cubicBezTo>
                  <a:cubicBezTo>
                    <a:pt x="0" y="387"/>
                    <a:pt x="109" y="494"/>
                    <a:pt x="252" y="494"/>
                  </a:cubicBezTo>
                  <a:cubicBezTo>
                    <a:pt x="388" y="494"/>
                    <a:pt x="503" y="387"/>
                    <a:pt x="503" y="251"/>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1" name="Google Shape;13841;p31"/>
            <p:cNvSpPr/>
            <p:nvPr/>
          </p:nvSpPr>
          <p:spPr>
            <a:xfrm>
              <a:off x="2605000" y="3953075"/>
              <a:ext cx="12575" cy="12350"/>
            </a:xfrm>
            <a:custGeom>
              <a:avLst/>
              <a:gdLst/>
              <a:ahLst/>
              <a:cxnLst/>
              <a:rect l="l" t="t" r="r" b="b"/>
              <a:pathLst>
                <a:path w="503" h="494" extrusionOk="0">
                  <a:moveTo>
                    <a:pt x="252" y="0"/>
                  </a:moveTo>
                  <a:cubicBezTo>
                    <a:pt x="116" y="0"/>
                    <a:pt x="0" y="107"/>
                    <a:pt x="0" y="251"/>
                  </a:cubicBezTo>
                  <a:cubicBezTo>
                    <a:pt x="0" y="387"/>
                    <a:pt x="116" y="494"/>
                    <a:pt x="252" y="494"/>
                  </a:cubicBezTo>
                  <a:cubicBezTo>
                    <a:pt x="387" y="494"/>
                    <a:pt x="503" y="387"/>
                    <a:pt x="503" y="251"/>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2" name="Google Shape;13842;p31"/>
            <p:cNvSpPr/>
            <p:nvPr/>
          </p:nvSpPr>
          <p:spPr>
            <a:xfrm>
              <a:off x="2696950" y="3953075"/>
              <a:ext cx="12375" cy="12350"/>
            </a:xfrm>
            <a:custGeom>
              <a:avLst/>
              <a:gdLst/>
              <a:ahLst/>
              <a:cxnLst/>
              <a:rect l="l" t="t" r="r" b="b"/>
              <a:pathLst>
                <a:path w="495" h="494" extrusionOk="0">
                  <a:moveTo>
                    <a:pt x="252" y="0"/>
                  </a:moveTo>
                  <a:cubicBezTo>
                    <a:pt x="108" y="0"/>
                    <a:pt x="1" y="107"/>
                    <a:pt x="1" y="251"/>
                  </a:cubicBezTo>
                  <a:cubicBezTo>
                    <a:pt x="1" y="387"/>
                    <a:pt x="108" y="494"/>
                    <a:pt x="252" y="494"/>
                  </a:cubicBezTo>
                  <a:cubicBezTo>
                    <a:pt x="388" y="494"/>
                    <a:pt x="495" y="387"/>
                    <a:pt x="495" y="251"/>
                  </a:cubicBezTo>
                  <a:cubicBezTo>
                    <a:pt x="495"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3" name="Google Shape;13843;p31"/>
            <p:cNvSpPr/>
            <p:nvPr/>
          </p:nvSpPr>
          <p:spPr>
            <a:xfrm>
              <a:off x="2788700" y="3953075"/>
              <a:ext cx="12600" cy="12350"/>
            </a:xfrm>
            <a:custGeom>
              <a:avLst/>
              <a:gdLst/>
              <a:ahLst/>
              <a:cxnLst/>
              <a:rect l="l" t="t" r="r" b="b"/>
              <a:pathLst>
                <a:path w="504" h="494" extrusionOk="0">
                  <a:moveTo>
                    <a:pt x="252" y="0"/>
                  </a:moveTo>
                  <a:cubicBezTo>
                    <a:pt x="116" y="0"/>
                    <a:pt x="1" y="107"/>
                    <a:pt x="1" y="251"/>
                  </a:cubicBezTo>
                  <a:cubicBezTo>
                    <a:pt x="1" y="387"/>
                    <a:pt x="116" y="494"/>
                    <a:pt x="252" y="494"/>
                  </a:cubicBezTo>
                  <a:cubicBezTo>
                    <a:pt x="388" y="494"/>
                    <a:pt x="503" y="387"/>
                    <a:pt x="503" y="251"/>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4" name="Google Shape;13844;p31"/>
            <p:cNvSpPr/>
            <p:nvPr/>
          </p:nvSpPr>
          <p:spPr>
            <a:xfrm>
              <a:off x="2880675" y="3953075"/>
              <a:ext cx="12375" cy="12350"/>
            </a:xfrm>
            <a:custGeom>
              <a:avLst/>
              <a:gdLst/>
              <a:ahLst/>
              <a:cxnLst/>
              <a:rect l="l" t="t" r="r" b="b"/>
              <a:pathLst>
                <a:path w="495" h="494" extrusionOk="0">
                  <a:moveTo>
                    <a:pt x="243" y="0"/>
                  </a:moveTo>
                  <a:cubicBezTo>
                    <a:pt x="107" y="0"/>
                    <a:pt x="0" y="107"/>
                    <a:pt x="0" y="251"/>
                  </a:cubicBezTo>
                  <a:cubicBezTo>
                    <a:pt x="0" y="387"/>
                    <a:pt x="107" y="494"/>
                    <a:pt x="243" y="494"/>
                  </a:cubicBezTo>
                  <a:cubicBezTo>
                    <a:pt x="387" y="494"/>
                    <a:pt x="494" y="387"/>
                    <a:pt x="494" y="251"/>
                  </a:cubicBezTo>
                  <a:cubicBezTo>
                    <a:pt x="494" y="107"/>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5" name="Google Shape;13845;p31"/>
            <p:cNvSpPr/>
            <p:nvPr/>
          </p:nvSpPr>
          <p:spPr>
            <a:xfrm>
              <a:off x="2972425" y="3953075"/>
              <a:ext cx="12575" cy="12350"/>
            </a:xfrm>
            <a:custGeom>
              <a:avLst/>
              <a:gdLst/>
              <a:ahLst/>
              <a:cxnLst/>
              <a:rect l="l" t="t" r="r" b="b"/>
              <a:pathLst>
                <a:path w="503" h="494" extrusionOk="0">
                  <a:moveTo>
                    <a:pt x="251" y="0"/>
                  </a:moveTo>
                  <a:cubicBezTo>
                    <a:pt x="115" y="0"/>
                    <a:pt x="0" y="107"/>
                    <a:pt x="0" y="251"/>
                  </a:cubicBezTo>
                  <a:cubicBezTo>
                    <a:pt x="0" y="387"/>
                    <a:pt x="115" y="494"/>
                    <a:pt x="251" y="494"/>
                  </a:cubicBezTo>
                  <a:cubicBezTo>
                    <a:pt x="387" y="494"/>
                    <a:pt x="503" y="387"/>
                    <a:pt x="503" y="251"/>
                  </a:cubicBezTo>
                  <a:cubicBezTo>
                    <a:pt x="503"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6" name="Google Shape;13846;p31"/>
            <p:cNvSpPr/>
            <p:nvPr/>
          </p:nvSpPr>
          <p:spPr>
            <a:xfrm>
              <a:off x="3064375" y="3953075"/>
              <a:ext cx="12375" cy="12350"/>
            </a:xfrm>
            <a:custGeom>
              <a:avLst/>
              <a:gdLst/>
              <a:ahLst/>
              <a:cxnLst/>
              <a:rect l="l" t="t" r="r" b="b"/>
              <a:pathLst>
                <a:path w="495" h="494" extrusionOk="0">
                  <a:moveTo>
                    <a:pt x="243" y="0"/>
                  </a:moveTo>
                  <a:cubicBezTo>
                    <a:pt x="107" y="0"/>
                    <a:pt x="1" y="107"/>
                    <a:pt x="1" y="251"/>
                  </a:cubicBezTo>
                  <a:cubicBezTo>
                    <a:pt x="1" y="387"/>
                    <a:pt x="107" y="494"/>
                    <a:pt x="243" y="494"/>
                  </a:cubicBezTo>
                  <a:cubicBezTo>
                    <a:pt x="388" y="494"/>
                    <a:pt x="495" y="387"/>
                    <a:pt x="495" y="251"/>
                  </a:cubicBezTo>
                  <a:cubicBezTo>
                    <a:pt x="495" y="107"/>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7" name="Google Shape;13847;p31"/>
            <p:cNvSpPr/>
            <p:nvPr/>
          </p:nvSpPr>
          <p:spPr>
            <a:xfrm>
              <a:off x="3156125" y="3953075"/>
              <a:ext cx="12600" cy="12350"/>
            </a:xfrm>
            <a:custGeom>
              <a:avLst/>
              <a:gdLst/>
              <a:ahLst/>
              <a:cxnLst/>
              <a:rect l="l" t="t" r="r" b="b"/>
              <a:pathLst>
                <a:path w="504" h="494" extrusionOk="0">
                  <a:moveTo>
                    <a:pt x="252" y="0"/>
                  </a:moveTo>
                  <a:cubicBezTo>
                    <a:pt x="116" y="0"/>
                    <a:pt x="1" y="107"/>
                    <a:pt x="1" y="251"/>
                  </a:cubicBezTo>
                  <a:cubicBezTo>
                    <a:pt x="1" y="387"/>
                    <a:pt x="116" y="494"/>
                    <a:pt x="252" y="494"/>
                  </a:cubicBezTo>
                  <a:cubicBezTo>
                    <a:pt x="388" y="494"/>
                    <a:pt x="503" y="387"/>
                    <a:pt x="503" y="251"/>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8" name="Google Shape;13848;p31"/>
            <p:cNvSpPr/>
            <p:nvPr/>
          </p:nvSpPr>
          <p:spPr>
            <a:xfrm>
              <a:off x="3247875" y="3953075"/>
              <a:ext cx="12575" cy="12350"/>
            </a:xfrm>
            <a:custGeom>
              <a:avLst/>
              <a:gdLst/>
              <a:ahLst/>
              <a:cxnLst/>
              <a:rect l="l" t="t" r="r" b="b"/>
              <a:pathLst>
                <a:path w="503" h="494" extrusionOk="0">
                  <a:moveTo>
                    <a:pt x="252" y="0"/>
                  </a:moveTo>
                  <a:cubicBezTo>
                    <a:pt x="116" y="0"/>
                    <a:pt x="1" y="107"/>
                    <a:pt x="1" y="251"/>
                  </a:cubicBezTo>
                  <a:cubicBezTo>
                    <a:pt x="1" y="387"/>
                    <a:pt x="116" y="494"/>
                    <a:pt x="252" y="494"/>
                  </a:cubicBezTo>
                  <a:cubicBezTo>
                    <a:pt x="388" y="494"/>
                    <a:pt x="503" y="387"/>
                    <a:pt x="503" y="251"/>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9" name="Google Shape;13849;p31"/>
            <p:cNvSpPr/>
            <p:nvPr/>
          </p:nvSpPr>
          <p:spPr>
            <a:xfrm>
              <a:off x="3339850" y="3953075"/>
              <a:ext cx="12525" cy="12350"/>
            </a:xfrm>
            <a:custGeom>
              <a:avLst/>
              <a:gdLst/>
              <a:ahLst/>
              <a:cxnLst/>
              <a:rect l="l" t="t" r="r" b="b"/>
              <a:pathLst>
                <a:path w="501" h="494" extrusionOk="0">
                  <a:moveTo>
                    <a:pt x="251" y="0"/>
                  </a:moveTo>
                  <a:cubicBezTo>
                    <a:pt x="107" y="0"/>
                    <a:pt x="0" y="107"/>
                    <a:pt x="0" y="251"/>
                  </a:cubicBezTo>
                  <a:cubicBezTo>
                    <a:pt x="0" y="387"/>
                    <a:pt x="107" y="494"/>
                    <a:pt x="251" y="494"/>
                  </a:cubicBezTo>
                  <a:cubicBezTo>
                    <a:pt x="387" y="494"/>
                    <a:pt x="501" y="387"/>
                    <a:pt x="501" y="251"/>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0" name="Google Shape;13850;p31"/>
            <p:cNvSpPr/>
            <p:nvPr/>
          </p:nvSpPr>
          <p:spPr>
            <a:xfrm>
              <a:off x="3431575" y="3953075"/>
              <a:ext cx="12600" cy="12350"/>
            </a:xfrm>
            <a:custGeom>
              <a:avLst/>
              <a:gdLst/>
              <a:ahLst/>
              <a:cxnLst/>
              <a:rect l="l" t="t" r="r" b="b"/>
              <a:pathLst>
                <a:path w="504" h="494" extrusionOk="0">
                  <a:moveTo>
                    <a:pt x="252" y="0"/>
                  </a:moveTo>
                  <a:cubicBezTo>
                    <a:pt x="116" y="0"/>
                    <a:pt x="1" y="107"/>
                    <a:pt x="1" y="251"/>
                  </a:cubicBezTo>
                  <a:cubicBezTo>
                    <a:pt x="1" y="387"/>
                    <a:pt x="116" y="494"/>
                    <a:pt x="252" y="494"/>
                  </a:cubicBezTo>
                  <a:cubicBezTo>
                    <a:pt x="388" y="494"/>
                    <a:pt x="503" y="387"/>
                    <a:pt x="503" y="251"/>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1" name="Google Shape;13851;p31"/>
            <p:cNvSpPr/>
            <p:nvPr/>
          </p:nvSpPr>
          <p:spPr>
            <a:xfrm>
              <a:off x="3523550" y="3953075"/>
              <a:ext cx="12375" cy="12350"/>
            </a:xfrm>
            <a:custGeom>
              <a:avLst/>
              <a:gdLst/>
              <a:ahLst/>
              <a:cxnLst/>
              <a:rect l="l" t="t" r="r" b="b"/>
              <a:pathLst>
                <a:path w="495" h="494" extrusionOk="0">
                  <a:moveTo>
                    <a:pt x="250" y="0"/>
                  </a:moveTo>
                  <a:cubicBezTo>
                    <a:pt x="107" y="0"/>
                    <a:pt x="0" y="107"/>
                    <a:pt x="0" y="251"/>
                  </a:cubicBezTo>
                  <a:cubicBezTo>
                    <a:pt x="0" y="387"/>
                    <a:pt x="107" y="494"/>
                    <a:pt x="250" y="494"/>
                  </a:cubicBezTo>
                  <a:cubicBezTo>
                    <a:pt x="388" y="494"/>
                    <a:pt x="494" y="387"/>
                    <a:pt x="494" y="251"/>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2" name="Google Shape;13852;p31"/>
            <p:cNvSpPr/>
            <p:nvPr/>
          </p:nvSpPr>
          <p:spPr>
            <a:xfrm>
              <a:off x="676400" y="40448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3" name="Google Shape;13853;p31"/>
            <p:cNvSpPr/>
            <p:nvPr/>
          </p:nvSpPr>
          <p:spPr>
            <a:xfrm>
              <a:off x="768325" y="4044800"/>
              <a:ext cx="12400" cy="12600"/>
            </a:xfrm>
            <a:custGeom>
              <a:avLst/>
              <a:gdLst/>
              <a:ahLst/>
              <a:cxnLst/>
              <a:rect l="l" t="t" r="r" b="b"/>
              <a:pathLst>
                <a:path w="496" h="504"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4" name="Google Shape;13854;p31"/>
            <p:cNvSpPr/>
            <p:nvPr/>
          </p:nvSpPr>
          <p:spPr>
            <a:xfrm>
              <a:off x="860125" y="4044800"/>
              <a:ext cx="12525" cy="12600"/>
            </a:xfrm>
            <a:custGeom>
              <a:avLst/>
              <a:gdLst/>
              <a:ahLst/>
              <a:cxnLst/>
              <a:rect l="l" t="t" r="r" b="b"/>
              <a:pathLst>
                <a:path w="501" h="504"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5" name="Google Shape;13855;p31"/>
            <p:cNvSpPr/>
            <p:nvPr/>
          </p:nvSpPr>
          <p:spPr>
            <a:xfrm>
              <a:off x="951850" y="40448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6" name="Google Shape;13856;p31"/>
            <p:cNvSpPr/>
            <p:nvPr/>
          </p:nvSpPr>
          <p:spPr>
            <a:xfrm>
              <a:off x="1043825" y="404480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7" name="Google Shape;13857;p31"/>
            <p:cNvSpPr/>
            <p:nvPr/>
          </p:nvSpPr>
          <p:spPr>
            <a:xfrm>
              <a:off x="1135575" y="404480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8" name="Google Shape;13858;p31"/>
            <p:cNvSpPr/>
            <p:nvPr/>
          </p:nvSpPr>
          <p:spPr>
            <a:xfrm>
              <a:off x="1227500" y="4044800"/>
              <a:ext cx="12400" cy="12600"/>
            </a:xfrm>
            <a:custGeom>
              <a:avLst/>
              <a:gdLst/>
              <a:ahLst/>
              <a:cxnLst/>
              <a:rect l="l" t="t" r="r" b="b"/>
              <a:pathLst>
                <a:path w="496" h="504"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9" name="Google Shape;13859;p31"/>
            <p:cNvSpPr/>
            <p:nvPr/>
          </p:nvSpPr>
          <p:spPr>
            <a:xfrm>
              <a:off x="1319275" y="404480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0" name="Google Shape;13860;p31"/>
            <p:cNvSpPr/>
            <p:nvPr/>
          </p:nvSpPr>
          <p:spPr>
            <a:xfrm>
              <a:off x="1411200" y="4044800"/>
              <a:ext cx="12425" cy="12600"/>
            </a:xfrm>
            <a:custGeom>
              <a:avLst/>
              <a:gdLst/>
              <a:ahLst/>
              <a:cxnLst/>
              <a:rect l="l" t="t" r="r" b="b"/>
              <a:pathLst>
                <a:path w="497" h="504"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1" name="Google Shape;13861;p31"/>
            <p:cNvSpPr/>
            <p:nvPr/>
          </p:nvSpPr>
          <p:spPr>
            <a:xfrm>
              <a:off x="1503000" y="4044800"/>
              <a:ext cx="12525" cy="12600"/>
            </a:xfrm>
            <a:custGeom>
              <a:avLst/>
              <a:gdLst/>
              <a:ahLst/>
              <a:cxnLst/>
              <a:rect l="l" t="t" r="r" b="b"/>
              <a:pathLst>
                <a:path w="501" h="504"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2" name="Google Shape;13862;p31"/>
            <p:cNvSpPr/>
            <p:nvPr/>
          </p:nvSpPr>
          <p:spPr>
            <a:xfrm>
              <a:off x="1594750" y="404480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3" name="Google Shape;13863;p31"/>
            <p:cNvSpPr/>
            <p:nvPr/>
          </p:nvSpPr>
          <p:spPr>
            <a:xfrm>
              <a:off x="1686650" y="40448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4" name="Google Shape;13864;p31"/>
            <p:cNvSpPr/>
            <p:nvPr/>
          </p:nvSpPr>
          <p:spPr>
            <a:xfrm>
              <a:off x="1778450" y="404480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5" name="Google Shape;13865;p31"/>
            <p:cNvSpPr/>
            <p:nvPr/>
          </p:nvSpPr>
          <p:spPr>
            <a:xfrm>
              <a:off x="1870375" y="4044800"/>
              <a:ext cx="12400" cy="12600"/>
            </a:xfrm>
            <a:custGeom>
              <a:avLst/>
              <a:gdLst/>
              <a:ahLst/>
              <a:cxnLst/>
              <a:rect l="l" t="t" r="r" b="b"/>
              <a:pathLst>
                <a:path w="496" h="504"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6" name="Google Shape;13866;p31"/>
            <p:cNvSpPr/>
            <p:nvPr/>
          </p:nvSpPr>
          <p:spPr>
            <a:xfrm>
              <a:off x="1962150" y="404480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7" name="Google Shape;13867;p31"/>
            <p:cNvSpPr/>
            <p:nvPr/>
          </p:nvSpPr>
          <p:spPr>
            <a:xfrm>
              <a:off x="2054075" y="4044800"/>
              <a:ext cx="12425" cy="12600"/>
            </a:xfrm>
            <a:custGeom>
              <a:avLst/>
              <a:gdLst/>
              <a:ahLst/>
              <a:cxnLst/>
              <a:rect l="l" t="t" r="r" b="b"/>
              <a:pathLst>
                <a:path w="497" h="504"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8" name="Google Shape;13868;p31"/>
            <p:cNvSpPr/>
            <p:nvPr/>
          </p:nvSpPr>
          <p:spPr>
            <a:xfrm>
              <a:off x="2145825" y="40448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9" name="Google Shape;13869;p31"/>
            <p:cNvSpPr/>
            <p:nvPr/>
          </p:nvSpPr>
          <p:spPr>
            <a:xfrm>
              <a:off x="2237800" y="4044800"/>
              <a:ext cx="12350" cy="12600"/>
            </a:xfrm>
            <a:custGeom>
              <a:avLst/>
              <a:gdLst/>
              <a:ahLst/>
              <a:cxnLst/>
              <a:rect l="l" t="t" r="r" b="b"/>
              <a:pathLst>
                <a:path w="494" h="504"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0" name="Google Shape;13870;p31"/>
            <p:cNvSpPr/>
            <p:nvPr/>
          </p:nvSpPr>
          <p:spPr>
            <a:xfrm>
              <a:off x="2329550" y="404480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1" name="Google Shape;13871;p31"/>
            <p:cNvSpPr/>
            <p:nvPr/>
          </p:nvSpPr>
          <p:spPr>
            <a:xfrm>
              <a:off x="2421325" y="404480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2" name="Google Shape;13872;p31"/>
            <p:cNvSpPr/>
            <p:nvPr/>
          </p:nvSpPr>
          <p:spPr>
            <a:xfrm>
              <a:off x="2513250" y="4044800"/>
              <a:ext cx="12575" cy="12600"/>
            </a:xfrm>
            <a:custGeom>
              <a:avLst/>
              <a:gdLst/>
              <a:ahLst/>
              <a:cxnLst/>
              <a:rect l="l" t="t" r="r" b="b"/>
              <a:pathLst>
                <a:path w="503" h="504"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3" name="Google Shape;13873;p31"/>
            <p:cNvSpPr/>
            <p:nvPr/>
          </p:nvSpPr>
          <p:spPr>
            <a:xfrm>
              <a:off x="2605000" y="404480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4" name="Google Shape;13874;p31"/>
            <p:cNvSpPr/>
            <p:nvPr/>
          </p:nvSpPr>
          <p:spPr>
            <a:xfrm>
              <a:off x="2696950" y="4044800"/>
              <a:ext cx="12375" cy="12600"/>
            </a:xfrm>
            <a:custGeom>
              <a:avLst/>
              <a:gdLst/>
              <a:ahLst/>
              <a:cxnLst/>
              <a:rect l="l" t="t" r="r" b="b"/>
              <a:pathLst>
                <a:path w="495" h="504"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5" name="Google Shape;13875;p31"/>
            <p:cNvSpPr/>
            <p:nvPr/>
          </p:nvSpPr>
          <p:spPr>
            <a:xfrm>
              <a:off x="2788700" y="40448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6" name="Google Shape;13876;p31"/>
            <p:cNvSpPr/>
            <p:nvPr/>
          </p:nvSpPr>
          <p:spPr>
            <a:xfrm>
              <a:off x="2880675" y="4044800"/>
              <a:ext cx="12375" cy="12600"/>
            </a:xfrm>
            <a:custGeom>
              <a:avLst/>
              <a:gdLst/>
              <a:ahLst/>
              <a:cxnLst/>
              <a:rect l="l" t="t" r="r" b="b"/>
              <a:pathLst>
                <a:path w="495" h="504"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7" name="Google Shape;13877;p31"/>
            <p:cNvSpPr/>
            <p:nvPr/>
          </p:nvSpPr>
          <p:spPr>
            <a:xfrm>
              <a:off x="2972425" y="404480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8" name="Google Shape;13878;p31"/>
            <p:cNvSpPr/>
            <p:nvPr/>
          </p:nvSpPr>
          <p:spPr>
            <a:xfrm>
              <a:off x="3064375" y="4044800"/>
              <a:ext cx="12375" cy="12600"/>
            </a:xfrm>
            <a:custGeom>
              <a:avLst/>
              <a:gdLst/>
              <a:ahLst/>
              <a:cxnLst/>
              <a:rect l="l" t="t" r="r" b="b"/>
              <a:pathLst>
                <a:path w="495" h="504"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9" name="Google Shape;13879;p31"/>
            <p:cNvSpPr/>
            <p:nvPr/>
          </p:nvSpPr>
          <p:spPr>
            <a:xfrm>
              <a:off x="3156125" y="40448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0" name="Google Shape;13880;p31"/>
            <p:cNvSpPr/>
            <p:nvPr/>
          </p:nvSpPr>
          <p:spPr>
            <a:xfrm>
              <a:off x="3247875" y="4044800"/>
              <a:ext cx="12575" cy="12600"/>
            </a:xfrm>
            <a:custGeom>
              <a:avLst/>
              <a:gdLst/>
              <a:ahLst/>
              <a:cxnLst/>
              <a:rect l="l" t="t" r="r" b="b"/>
              <a:pathLst>
                <a:path w="503"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1" name="Google Shape;13881;p31"/>
            <p:cNvSpPr/>
            <p:nvPr/>
          </p:nvSpPr>
          <p:spPr>
            <a:xfrm>
              <a:off x="3339850" y="4044800"/>
              <a:ext cx="12525" cy="12600"/>
            </a:xfrm>
            <a:custGeom>
              <a:avLst/>
              <a:gdLst/>
              <a:ahLst/>
              <a:cxnLst/>
              <a:rect l="l" t="t" r="r" b="b"/>
              <a:pathLst>
                <a:path w="501" h="504"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2" name="Google Shape;13882;p31"/>
            <p:cNvSpPr/>
            <p:nvPr/>
          </p:nvSpPr>
          <p:spPr>
            <a:xfrm>
              <a:off x="3431575" y="40448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3" name="Google Shape;13883;p31"/>
            <p:cNvSpPr/>
            <p:nvPr/>
          </p:nvSpPr>
          <p:spPr>
            <a:xfrm>
              <a:off x="3523550" y="404480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4" name="Google Shape;13884;p31"/>
            <p:cNvSpPr/>
            <p:nvPr/>
          </p:nvSpPr>
          <p:spPr>
            <a:xfrm>
              <a:off x="676400" y="4136775"/>
              <a:ext cx="12600" cy="12375"/>
            </a:xfrm>
            <a:custGeom>
              <a:avLst/>
              <a:gdLst/>
              <a:ahLst/>
              <a:cxnLst/>
              <a:rect l="l" t="t" r="r" b="b"/>
              <a:pathLst>
                <a:path w="504" h="495" extrusionOk="0">
                  <a:moveTo>
                    <a:pt x="252" y="1"/>
                  </a:moveTo>
                  <a:cubicBezTo>
                    <a:pt x="116" y="1"/>
                    <a:pt x="1" y="107"/>
                    <a:pt x="1" y="250"/>
                  </a:cubicBezTo>
                  <a:cubicBezTo>
                    <a:pt x="1" y="388"/>
                    <a:pt x="116" y="494"/>
                    <a:pt x="252" y="494"/>
                  </a:cubicBezTo>
                  <a:cubicBezTo>
                    <a:pt x="388" y="494"/>
                    <a:pt x="503" y="388"/>
                    <a:pt x="503" y="250"/>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5" name="Google Shape;13885;p31"/>
            <p:cNvSpPr/>
            <p:nvPr/>
          </p:nvSpPr>
          <p:spPr>
            <a:xfrm>
              <a:off x="768325" y="4136775"/>
              <a:ext cx="12400" cy="12375"/>
            </a:xfrm>
            <a:custGeom>
              <a:avLst/>
              <a:gdLst/>
              <a:ahLst/>
              <a:cxnLst/>
              <a:rect l="l" t="t" r="r" b="b"/>
              <a:pathLst>
                <a:path w="496" h="495" extrusionOk="0">
                  <a:moveTo>
                    <a:pt x="245" y="1"/>
                  </a:moveTo>
                  <a:cubicBezTo>
                    <a:pt x="109" y="1"/>
                    <a:pt x="0" y="107"/>
                    <a:pt x="0" y="250"/>
                  </a:cubicBezTo>
                  <a:cubicBezTo>
                    <a:pt x="0" y="388"/>
                    <a:pt x="109" y="494"/>
                    <a:pt x="245" y="494"/>
                  </a:cubicBezTo>
                  <a:cubicBezTo>
                    <a:pt x="388" y="494"/>
                    <a:pt x="496" y="388"/>
                    <a:pt x="496" y="250"/>
                  </a:cubicBezTo>
                  <a:cubicBezTo>
                    <a:pt x="496" y="107"/>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6" name="Google Shape;13886;p31"/>
            <p:cNvSpPr/>
            <p:nvPr/>
          </p:nvSpPr>
          <p:spPr>
            <a:xfrm>
              <a:off x="860125" y="4136775"/>
              <a:ext cx="12525" cy="12375"/>
            </a:xfrm>
            <a:custGeom>
              <a:avLst/>
              <a:gdLst/>
              <a:ahLst/>
              <a:cxnLst/>
              <a:rect l="l" t="t" r="r" b="b"/>
              <a:pathLst>
                <a:path w="501" h="495" extrusionOk="0">
                  <a:moveTo>
                    <a:pt x="251" y="1"/>
                  </a:moveTo>
                  <a:cubicBezTo>
                    <a:pt x="114" y="1"/>
                    <a:pt x="0" y="107"/>
                    <a:pt x="0" y="250"/>
                  </a:cubicBezTo>
                  <a:cubicBezTo>
                    <a:pt x="0" y="388"/>
                    <a:pt x="114" y="494"/>
                    <a:pt x="251" y="494"/>
                  </a:cubicBezTo>
                  <a:cubicBezTo>
                    <a:pt x="387" y="494"/>
                    <a:pt x="501" y="388"/>
                    <a:pt x="501" y="250"/>
                  </a:cubicBezTo>
                  <a:cubicBezTo>
                    <a:pt x="501"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7" name="Google Shape;13887;p31"/>
            <p:cNvSpPr/>
            <p:nvPr/>
          </p:nvSpPr>
          <p:spPr>
            <a:xfrm>
              <a:off x="951850" y="4136775"/>
              <a:ext cx="12600" cy="12375"/>
            </a:xfrm>
            <a:custGeom>
              <a:avLst/>
              <a:gdLst/>
              <a:ahLst/>
              <a:cxnLst/>
              <a:rect l="l" t="t" r="r" b="b"/>
              <a:pathLst>
                <a:path w="504" h="495" extrusionOk="0">
                  <a:moveTo>
                    <a:pt x="252" y="1"/>
                  </a:moveTo>
                  <a:cubicBezTo>
                    <a:pt x="116" y="1"/>
                    <a:pt x="1" y="107"/>
                    <a:pt x="1" y="250"/>
                  </a:cubicBezTo>
                  <a:cubicBezTo>
                    <a:pt x="1" y="388"/>
                    <a:pt x="116" y="494"/>
                    <a:pt x="252" y="494"/>
                  </a:cubicBezTo>
                  <a:cubicBezTo>
                    <a:pt x="388" y="494"/>
                    <a:pt x="503" y="388"/>
                    <a:pt x="503" y="250"/>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8" name="Google Shape;13888;p31"/>
            <p:cNvSpPr/>
            <p:nvPr/>
          </p:nvSpPr>
          <p:spPr>
            <a:xfrm>
              <a:off x="1043825" y="4136775"/>
              <a:ext cx="12375" cy="12375"/>
            </a:xfrm>
            <a:custGeom>
              <a:avLst/>
              <a:gdLst/>
              <a:ahLst/>
              <a:cxnLst/>
              <a:rect l="l" t="t" r="r" b="b"/>
              <a:pathLst>
                <a:path w="495" h="495" extrusionOk="0">
                  <a:moveTo>
                    <a:pt x="250" y="1"/>
                  </a:moveTo>
                  <a:cubicBezTo>
                    <a:pt x="107" y="1"/>
                    <a:pt x="0" y="107"/>
                    <a:pt x="0" y="250"/>
                  </a:cubicBezTo>
                  <a:cubicBezTo>
                    <a:pt x="0" y="388"/>
                    <a:pt x="107" y="494"/>
                    <a:pt x="250" y="494"/>
                  </a:cubicBezTo>
                  <a:cubicBezTo>
                    <a:pt x="388" y="494"/>
                    <a:pt x="494" y="388"/>
                    <a:pt x="494" y="250"/>
                  </a:cubicBezTo>
                  <a:cubicBezTo>
                    <a:pt x="494" y="107"/>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9" name="Google Shape;13889;p31"/>
            <p:cNvSpPr/>
            <p:nvPr/>
          </p:nvSpPr>
          <p:spPr>
            <a:xfrm>
              <a:off x="1135575" y="4136775"/>
              <a:ext cx="12575" cy="12375"/>
            </a:xfrm>
            <a:custGeom>
              <a:avLst/>
              <a:gdLst/>
              <a:ahLst/>
              <a:cxnLst/>
              <a:rect l="l" t="t" r="r" b="b"/>
              <a:pathLst>
                <a:path w="503" h="495" extrusionOk="0">
                  <a:moveTo>
                    <a:pt x="252" y="1"/>
                  </a:moveTo>
                  <a:cubicBezTo>
                    <a:pt x="116" y="1"/>
                    <a:pt x="0" y="107"/>
                    <a:pt x="0" y="250"/>
                  </a:cubicBezTo>
                  <a:cubicBezTo>
                    <a:pt x="0" y="388"/>
                    <a:pt x="116" y="494"/>
                    <a:pt x="252" y="494"/>
                  </a:cubicBezTo>
                  <a:cubicBezTo>
                    <a:pt x="387" y="494"/>
                    <a:pt x="503" y="388"/>
                    <a:pt x="503" y="250"/>
                  </a:cubicBezTo>
                  <a:cubicBezTo>
                    <a:pt x="503" y="107"/>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0" name="Google Shape;13890;p31"/>
            <p:cNvSpPr/>
            <p:nvPr/>
          </p:nvSpPr>
          <p:spPr>
            <a:xfrm>
              <a:off x="1227500" y="4136775"/>
              <a:ext cx="12400" cy="12375"/>
            </a:xfrm>
            <a:custGeom>
              <a:avLst/>
              <a:gdLst/>
              <a:ahLst/>
              <a:cxnLst/>
              <a:rect l="l" t="t" r="r" b="b"/>
              <a:pathLst>
                <a:path w="496" h="495" extrusionOk="0">
                  <a:moveTo>
                    <a:pt x="251" y="1"/>
                  </a:moveTo>
                  <a:cubicBezTo>
                    <a:pt x="109" y="1"/>
                    <a:pt x="0" y="107"/>
                    <a:pt x="0" y="250"/>
                  </a:cubicBezTo>
                  <a:cubicBezTo>
                    <a:pt x="0" y="388"/>
                    <a:pt x="109" y="494"/>
                    <a:pt x="251" y="494"/>
                  </a:cubicBezTo>
                  <a:cubicBezTo>
                    <a:pt x="387" y="494"/>
                    <a:pt x="496" y="388"/>
                    <a:pt x="496" y="250"/>
                  </a:cubicBezTo>
                  <a:cubicBezTo>
                    <a:pt x="496"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1" name="Google Shape;13891;p31"/>
            <p:cNvSpPr/>
            <p:nvPr/>
          </p:nvSpPr>
          <p:spPr>
            <a:xfrm>
              <a:off x="1319275" y="4136775"/>
              <a:ext cx="12550" cy="12375"/>
            </a:xfrm>
            <a:custGeom>
              <a:avLst/>
              <a:gdLst/>
              <a:ahLst/>
              <a:cxnLst/>
              <a:rect l="l" t="t" r="r" b="b"/>
              <a:pathLst>
                <a:path w="502" h="495" extrusionOk="0">
                  <a:moveTo>
                    <a:pt x="252" y="1"/>
                  </a:moveTo>
                  <a:cubicBezTo>
                    <a:pt x="114" y="1"/>
                    <a:pt x="1" y="107"/>
                    <a:pt x="1" y="250"/>
                  </a:cubicBezTo>
                  <a:cubicBezTo>
                    <a:pt x="1" y="388"/>
                    <a:pt x="114" y="494"/>
                    <a:pt x="252" y="494"/>
                  </a:cubicBezTo>
                  <a:cubicBezTo>
                    <a:pt x="388" y="494"/>
                    <a:pt x="501" y="388"/>
                    <a:pt x="501" y="250"/>
                  </a:cubicBezTo>
                  <a:cubicBezTo>
                    <a:pt x="501"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2" name="Google Shape;13892;p31"/>
            <p:cNvSpPr/>
            <p:nvPr/>
          </p:nvSpPr>
          <p:spPr>
            <a:xfrm>
              <a:off x="1411200" y="4136775"/>
              <a:ext cx="12425" cy="12375"/>
            </a:xfrm>
            <a:custGeom>
              <a:avLst/>
              <a:gdLst/>
              <a:ahLst/>
              <a:cxnLst/>
              <a:rect l="l" t="t" r="r" b="b"/>
              <a:pathLst>
                <a:path w="497" h="495" extrusionOk="0">
                  <a:moveTo>
                    <a:pt x="245" y="1"/>
                  </a:moveTo>
                  <a:cubicBezTo>
                    <a:pt x="109" y="1"/>
                    <a:pt x="1" y="107"/>
                    <a:pt x="1" y="250"/>
                  </a:cubicBezTo>
                  <a:cubicBezTo>
                    <a:pt x="1" y="388"/>
                    <a:pt x="109" y="494"/>
                    <a:pt x="245" y="494"/>
                  </a:cubicBezTo>
                  <a:cubicBezTo>
                    <a:pt x="388" y="494"/>
                    <a:pt x="496" y="388"/>
                    <a:pt x="496" y="250"/>
                  </a:cubicBezTo>
                  <a:cubicBezTo>
                    <a:pt x="496" y="107"/>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3" name="Google Shape;13893;p31"/>
            <p:cNvSpPr/>
            <p:nvPr/>
          </p:nvSpPr>
          <p:spPr>
            <a:xfrm>
              <a:off x="1503000" y="4136775"/>
              <a:ext cx="12525" cy="12375"/>
            </a:xfrm>
            <a:custGeom>
              <a:avLst/>
              <a:gdLst/>
              <a:ahLst/>
              <a:cxnLst/>
              <a:rect l="l" t="t" r="r" b="b"/>
              <a:pathLst>
                <a:path w="501" h="495" extrusionOk="0">
                  <a:moveTo>
                    <a:pt x="250" y="1"/>
                  </a:moveTo>
                  <a:cubicBezTo>
                    <a:pt x="114" y="1"/>
                    <a:pt x="0" y="107"/>
                    <a:pt x="0" y="250"/>
                  </a:cubicBezTo>
                  <a:cubicBezTo>
                    <a:pt x="0" y="388"/>
                    <a:pt x="114" y="494"/>
                    <a:pt x="250" y="494"/>
                  </a:cubicBezTo>
                  <a:cubicBezTo>
                    <a:pt x="387" y="494"/>
                    <a:pt x="501" y="388"/>
                    <a:pt x="501" y="250"/>
                  </a:cubicBezTo>
                  <a:cubicBezTo>
                    <a:pt x="501" y="107"/>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4" name="Google Shape;13894;p31"/>
            <p:cNvSpPr/>
            <p:nvPr/>
          </p:nvSpPr>
          <p:spPr>
            <a:xfrm>
              <a:off x="1594750" y="4136775"/>
              <a:ext cx="12575" cy="12375"/>
            </a:xfrm>
            <a:custGeom>
              <a:avLst/>
              <a:gdLst/>
              <a:ahLst/>
              <a:cxnLst/>
              <a:rect l="l" t="t" r="r" b="b"/>
              <a:pathLst>
                <a:path w="503" h="495" extrusionOk="0">
                  <a:moveTo>
                    <a:pt x="251" y="1"/>
                  </a:moveTo>
                  <a:cubicBezTo>
                    <a:pt x="115" y="1"/>
                    <a:pt x="0" y="107"/>
                    <a:pt x="0" y="250"/>
                  </a:cubicBezTo>
                  <a:cubicBezTo>
                    <a:pt x="0" y="388"/>
                    <a:pt x="115" y="494"/>
                    <a:pt x="251" y="494"/>
                  </a:cubicBezTo>
                  <a:cubicBezTo>
                    <a:pt x="394" y="494"/>
                    <a:pt x="503" y="388"/>
                    <a:pt x="503" y="250"/>
                  </a:cubicBezTo>
                  <a:cubicBezTo>
                    <a:pt x="503" y="107"/>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5" name="Google Shape;13895;p31"/>
            <p:cNvSpPr/>
            <p:nvPr/>
          </p:nvSpPr>
          <p:spPr>
            <a:xfrm>
              <a:off x="1686650" y="4136775"/>
              <a:ext cx="12600" cy="12375"/>
            </a:xfrm>
            <a:custGeom>
              <a:avLst/>
              <a:gdLst/>
              <a:ahLst/>
              <a:cxnLst/>
              <a:rect l="l" t="t" r="r" b="b"/>
              <a:pathLst>
                <a:path w="504" h="495" extrusionOk="0">
                  <a:moveTo>
                    <a:pt x="252" y="1"/>
                  </a:moveTo>
                  <a:cubicBezTo>
                    <a:pt x="116" y="1"/>
                    <a:pt x="1" y="107"/>
                    <a:pt x="1" y="250"/>
                  </a:cubicBezTo>
                  <a:cubicBezTo>
                    <a:pt x="1" y="388"/>
                    <a:pt x="116" y="494"/>
                    <a:pt x="252" y="494"/>
                  </a:cubicBezTo>
                  <a:cubicBezTo>
                    <a:pt x="388" y="494"/>
                    <a:pt x="503" y="388"/>
                    <a:pt x="503" y="250"/>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6" name="Google Shape;13896;p31"/>
            <p:cNvSpPr/>
            <p:nvPr/>
          </p:nvSpPr>
          <p:spPr>
            <a:xfrm>
              <a:off x="1778450" y="4136775"/>
              <a:ext cx="12550" cy="12375"/>
            </a:xfrm>
            <a:custGeom>
              <a:avLst/>
              <a:gdLst/>
              <a:ahLst/>
              <a:cxnLst/>
              <a:rect l="l" t="t" r="r" b="b"/>
              <a:pathLst>
                <a:path w="502" h="495" extrusionOk="0">
                  <a:moveTo>
                    <a:pt x="252" y="1"/>
                  </a:moveTo>
                  <a:cubicBezTo>
                    <a:pt x="114" y="1"/>
                    <a:pt x="1" y="107"/>
                    <a:pt x="1" y="250"/>
                  </a:cubicBezTo>
                  <a:cubicBezTo>
                    <a:pt x="1" y="388"/>
                    <a:pt x="114" y="494"/>
                    <a:pt x="252" y="494"/>
                  </a:cubicBezTo>
                  <a:cubicBezTo>
                    <a:pt x="388" y="494"/>
                    <a:pt x="501" y="388"/>
                    <a:pt x="501" y="250"/>
                  </a:cubicBezTo>
                  <a:cubicBezTo>
                    <a:pt x="501"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7" name="Google Shape;13897;p31"/>
            <p:cNvSpPr/>
            <p:nvPr/>
          </p:nvSpPr>
          <p:spPr>
            <a:xfrm>
              <a:off x="1870375" y="4136775"/>
              <a:ext cx="12400" cy="12375"/>
            </a:xfrm>
            <a:custGeom>
              <a:avLst/>
              <a:gdLst/>
              <a:ahLst/>
              <a:cxnLst/>
              <a:rect l="l" t="t" r="r" b="b"/>
              <a:pathLst>
                <a:path w="496" h="495" extrusionOk="0">
                  <a:moveTo>
                    <a:pt x="252" y="1"/>
                  </a:moveTo>
                  <a:cubicBezTo>
                    <a:pt x="109" y="1"/>
                    <a:pt x="0" y="107"/>
                    <a:pt x="0" y="250"/>
                  </a:cubicBezTo>
                  <a:cubicBezTo>
                    <a:pt x="0" y="388"/>
                    <a:pt x="109" y="494"/>
                    <a:pt x="252" y="494"/>
                  </a:cubicBezTo>
                  <a:cubicBezTo>
                    <a:pt x="387" y="494"/>
                    <a:pt x="496" y="388"/>
                    <a:pt x="496" y="250"/>
                  </a:cubicBezTo>
                  <a:cubicBezTo>
                    <a:pt x="496" y="107"/>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8" name="Google Shape;13898;p31"/>
            <p:cNvSpPr/>
            <p:nvPr/>
          </p:nvSpPr>
          <p:spPr>
            <a:xfrm>
              <a:off x="1962150" y="4136775"/>
              <a:ext cx="12550" cy="12375"/>
            </a:xfrm>
            <a:custGeom>
              <a:avLst/>
              <a:gdLst/>
              <a:ahLst/>
              <a:cxnLst/>
              <a:rect l="l" t="t" r="r" b="b"/>
              <a:pathLst>
                <a:path w="502" h="495" extrusionOk="0">
                  <a:moveTo>
                    <a:pt x="250" y="1"/>
                  </a:moveTo>
                  <a:cubicBezTo>
                    <a:pt x="114" y="1"/>
                    <a:pt x="1" y="107"/>
                    <a:pt x="1" y="250"/>
                  </a:cubicBezTo>
                  <a:cubicBezTo>
                    <a:pt x="1" y="388"/>
                    <a:pt x="114" y="494"/>
                    <a:pt x="250" y="494"/>
                  </a:cubicBezTo>
                  <a:cubicBezTo>
                    <a:pt x="388" y="494"/>
                    <a:pt x="502" y="388"/>
                    <a:pt x="502" y="250"/>
                  </a:cubicBezTo>
                  <a:cubicBezTo>
                    <a:pt x="502" y="107"/>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9" name="Google Shape;13899;p31"/>
            <p:cNvSpPr/>
            <p:nvPr/>
          </p:nvSpPr>
          <p:spPr>
            <a:xfrm>
              <a:off x="2054075" y="4136775"/>
              <a:ext cx="12425" cy="12375"/>
            </a:xfrm>
            <a:custGeom>
              <a:avLst/>
              <a:gdLst/>
              <a:ahLst/>
              <a:cxnLst/>
              <a:rect l="l" t="t" r="r" b="b"/>
              <a:pathLst>
                <a:path w="497" h="495" extrusionOk="0">
                  <a:moveTo>
                    <a:pt x="252" y="1"/>
                  </a:moveTo>
                  <a:cubicBezTo>
                    <a:pt x="109" y="1"/>
                    <a:pt x="1" y="107"/>
                    <a:pt x="1" y="250"/>
                  </a:cubicBezTo>
                  <a:cubicBezTo>
                    <a:pt x="1" y="388"/>
                    <a:pt x="109" y="494"/>
                    <a:pt x="252" y="494"/>
                  </a:cubicBezTo>
                  <a:cubicBezTo>
                    <a:pt x="388" y="494"/>
                    <a:pt x="496" y="388"/>
                    <a:pt x="496" y="250"/>
                  </a:cubicBezTo>
                  <a:cubicBezTo>
                    <a:pt x="496"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0" name="Google Shape;13900;p31"/>
            <p:cNvSpPr/>
            <p:nvPr/>
          </p:nvSpPr>
          <p:spPr>
            <a:xfrm>
              <a:off x="2145825" y="4136775"/>
              <a:ext cx="12600" cy="12375"/>
            </a:xfrm>
            <a:custGeom>
              <a:avLst/>
              <a:gdLst/>
              <a:ahLst/>
              <a:cxnLst/>
              <a:rect l="l" t="t" r="r" b="b"/>
              <a:pathLst>
                <a:path w="504" h="495" extrusionOk="0">
                  <a:moveTo>
                    <a:pt x="252" y="1"/>
                  </a:moveTo>
                  <a:cubicBezTo>
                    <a:pt x="116" y="1"/>
                    <a:pt x="1" y="107"/>
                    <a:pt x="1" y="250"/>
                  </a:cubicBezTo>
                  <a:cubicBezTo>
                    <a:pt x="1" y="388"/>
                    <a:pt x="116" y="494"/>
                    <a:pt x="252" y="494"/>
                  </a:cubicBezTo>
                  <a:cubicBezTo>
                    <a:pt x="388" y="494"/>
                    <a:pt x="503" y="388"/>
                    <a:pt x="503" y="250"/>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1" name="Google Shape;13901;p31"/>
            <p:cNvSpPr/>
            <p:nvPr/>
          </p:nvSpPr>
          <p:spPr>
            <a:xfrm>
              <a:off x="2237800" y="4136775"/>
              <a:ext cx="12350" cy="12375"/>
            </a:xfrm>
            <a:custGeom>
              <a:avLst/>
              <a:gdLst/>
              <a:ahLst/>
              <a:cxnLst/>
              <a:rect l="l" t="t" r="r" b="b"/>
              <a:pathLst>
                <a:path w="494" h="495" extrusionOk="0">
                  <a:moveTo>
                    <a:pt x="244" y="1"/>
                  </a:moveTo>
                  <a:cubicBezTo>
                    <a:pt x="107" y="1"/>
                    <a:pt x="0" y="107"/>
                    <a:pt x="0" y="250"/>
                  </a:cubicBezTo>
                  <a:cubicBezTo>
                    <a:pt x="0" y="388"/>
                    <a:pt x="107" y="494"/>
                    <a:pt x="244" y="494"/>
                  </a:cubicBezTo>
                  <a:cubicBezTo>
                    <a:pt x="387" y="494"/>
                    <a:pt x="494" y="388"/>
                    <a:pt x="494" y="250"/>
                  </a:cubicBezTo>
                  <a:cubicBezTo>
                    <a:pt x="494" y="107"/>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2" name="Google Shape;13902;p31"/>
            <p:cNvSpPr/>
            <p:nvPr/>
          </p:nvSpPr>
          <p:spPr>
            <a:xfrm>
              <a:off x="2329550" y="4136775"/>
              <a:ext cx="12575" cy="12375"/>
            </a:xfrm>
            <a:custGeom>
              <a:avLst/>
              <a:gdLst/>
              <a:ahLst/>
              <a:cxnLst/>
              <a:rect l="l" t="t" r="r" b="b"/>
              <a:pathLst>
                <a:path w="503" h="495" extrusionOk="0">
                  <a:moveTo>
                    <a:pt x="251" y="1"/>
                  </a:moveTo>
                  <a:cubicBezTo>
                    <a:pt x="115" y="1"/>
                    <a:pt x="0" y="107"/>
                    <a:pt x="0" y="250"/>
                  </a:cubicBezTo>
                  <a:cubicBezTo>
                    <a:pt x="0" y="388"/>
                    <a:pt x="115" y="494"/>
                    <a:pt x="251" y="494"/>
                  </a:cubicBezTo>
                  <a:cubicBezTo>
                    <a:pt x="387" y="494"/>
                    <a:pt x="502" y="388"/>
                    <a:pt x="502" y="250"/>
                  </a:cubicBezTo>
                  <a:cubicBezTo>
                    <a:pt x="502"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3" name="Google Shape;13903;p31"/>
            <p:cNvSpPr/>
            <p:nvPr/>
          </p:nvSpPr>
          <p:spPr>
            <a:xfrm>
              <a:off x="2421325" y="4136775"/>
              <a:ext cx="12550" cy="12375"/>
            </a:xfrm>
            <a:custGeom>
              <a:avLst/>
              <a:gdLst/>
              <a:ahLst/>
              <a:cxnLst/>
              <a:rect l="l" t="t" r="r" b="b"/>
              <a:pathLst>
                <a:path w="502" h="495" extrusionOk="0">
                  <a:moveTo>
                    <a:pt x="250" y="1"/>
                  </a:moveTo>
                  <a:cubicBezTo>
                    <a:pt x="114" y="1"/>
                    <a:pt x="1" y="107"/>
                    <a:pt x="1" y="250"/>
                  </a:cubicBezTo>
                  <a:cubicBezTo>
                    <a:pt x="1" y="388"/>
                    <a:pt x="114" y="494"/>
                    <a:pt x="250" y="494"/>
                  </a:cubicBezTo>
                  <a:cubicBezTo>
                    <a:pt x="395" y="494"/>
                    <a:pt x="501" y="388"/>
                    <a:pt x="501" y="250"/>
                  </a:cubicBezTo>
                  <a:cubicBezTo>
                    <a:pt x="501" y="107"/>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4" name="Google Shape;13904;p31"/>
            <p:cNvSpPr/>
            <p:nvPr/>
          </p:nvSpPr>
          <p:spPr>
            <a:xfrm>
              <a:off x="2513250" y="4136775"/>
              <a:ext cx="12575" cy="12375"/>
            </a:xfrm>
            <a:custGeom>
              <a:avLst/>
              <a:gdLst/>
              <a:ahLst/>
              <a:cxnLst/>
              <a:rect l="l" t="t" r="r" b="b"/>
              <a:pathLst>
                <a:path w="503" h="495" extrusionOk="0">
                  <a:moveTo>
                    <a:pt x="252" y="1"/>
                  </a:moveTo>
                  <a:cubicBezTo>
                    <a:pt x="109" y="1"/>
                    <a:pt x="0" y="107"/>
                    <a:pt x="0" y="250"/>
                  </a:cubicBezTo>
                  <a:cubicBezTo>
                    <a:pt x="0" y="388"/>
                    <a:pt x="109" y="494"/>
                    <a:pt x="252" y="494"/>
                  </a:cubicBezTo>
                  <a:cubicBezTo>
                    <a:pt x="388" y="494"/>
                    <a:pt x="503" y="388"/>
                    <a:pt x="503" y="250"/>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5" name="Google Shape;13905;p31"/>
            <p:cNvSpPr/>
            <p:nvPr/>
          </p:nvSpPr>
          <p:spPr>
            <a:xfrm>
              <a:off x="2605000" y="4136775"/>
              <a:ext cx="12575" cy="12375"/>
            </a:xfrm>
            <a:custGeom>
              <a:avLst/>
              <a:gdLst/>
              <a:ahLst/>
              <a:cxnLst/>
              <a:rect l="l" t="t" r="r" b="b"/>
              <a:pathLst>
                <a:path w="503" h="495" extrusionOk="0">
                  <a:moveTo>
                    <a:pt x="252" y="1"/>
                  </a:moveTo>
                  <a:cubicBezTo>
                    <a:pt x="116" y="1"/>
                    <a:pt x="0" y="107"/>
                    <a:pt x="0" y="250"/>
                  </a:cubicBezTo>
                  <a:cubicBezTo>
                    <a:pt x="0" y="388"/>
                    <a:pt x="116" y="494"/>
                    <a:pt x="252" y="494"/>
                  </a:cubicBezTo>
                  <a:cubicBezTo>
                    <a:pt x="387" y="494"/>
                    <a:pt x="503" y="388"/>
                    <a:pt x="503" y="250"/>
                  </a:cubicBezTo>
                  <a:cubicBezTo>
                    <a:pt x="503" y="107"/>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6" name="Google Shape;13906;p31"/>
            <p:cNvSpPr/>
            <p:nvPr/>
          </p:nvSpPr>
          <p:spPr>
            <a:xfrm>
              <a:off x="2696950" y="4136775"/>
              <a:ext cx="12375" cy="12375"/>
            </a:xfrm>
            <a:custGeom>
              <a:avLst/>
              <a:gdLst/>
              <a:ahLst/>
              <a:cxnLst/>
              <a:rect l="l" t="t" r="r" b="b"/>
              <a:pathLst>
                <a:path w="495" h="495" extrusionOk="0">
                  <a:moveTo>
                    <a:pt x="252" y="1"/>
                  </a:moveTo>
                  <a:cubicBezTo>
                    <a:pt x="108" y="1"/>
                    <a:pt x="1" y="107"/>
                    <a:pt x="1" y="250"/>
                  </a:cubicBezTo>
                  <a:cubicBezTo>
                    <a:pt x="1" y="388"/>
                    <a:pt x="108" y="494"/>
                    <a:pt x="252" y="494"/>
                  </a:cubicBezTo>
                  <a:cubicBezTo>
                    <a:pt x="388" y="494"/>
                    <a:pt x="495" y="388"/>
                    <a:pt x="495" y="250"/>
                  </a:cubicBezTo>
                  <a:cubicBezTo>
                    <a:pt x="495"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7" name="Google Shape;13907;p31"/>
            <p:cNvSpPr/>
            <p:nvPr/>
          </p:nvSpPr>
          <p:spPr>
            <a:xfrm>
              <a:off x="2788700" y="4136775"/>
              <a:ext cx="12600" cy="12375"/>
            </a:xfrm>
            <a:custGeom>
              <a:avLst/>
              <a:gdLst/>
              <a:ahLst/>
              <a:cxnLst/>
              <a:rect l="l" t="t" r="r" b="b"/>
              <a:pathLst>
                <a:path w="504" h="495" extrusionOk="0">
                  <a:moveTo>
                    <a:pt x="252" y="1"/>
                  </a:moveTo>
                  <a:cubicBezTo>
                    <a:pt x="116" y="1"/>
                    <a:pt x="1" y="107"/>
                    <a:pt x="1" y="250"/>
                  </a:cubicBezTo>
                  <a:cubicBezTo>
                    <a:pt x="1" y="388"/>
                    <a:pt x="116" y="494"/>
                    <a:pt x="252" y="494"/>
                  </a:cubicBezTo>
                  <a:cubicBezTo>
                    <a:pt x="388" y="494"/>
                    <a:pt x="503" y="388"/>
                    <a:pt x="503" y="250"/>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8" name="Google Shape;13908;p31"/>
            <p:cNvSpPr/>
            <p:nvPr/>
          </p:nvSpPr>
          <p:spPr>
            <a:xfrm>
              <a:off x="2880675" y="4136775"/>
              <a:ext cx="12375" cy="12375"/>
            </a:xfrm>
            <a:custGeom>
              <a:avLst/>
              <a:gdLst/>
              <a:ahLst/>
              <a:cxnLst/>
              <a:rect l="l" t="t" r="r" b="b"/>
              <a:pathLst>
                <a:path w="495" h="495" extrusionOk="0">
                  <a:moveTo>
                    <a:pt x="243" y="1"/>
                  </a:moveTo>
                  <a:cubicBezTo>
                    <a:pt x="107" y="1"/>
                    <a:pt x="0" y="107"/>
                    <a:pt x="0" y="250"/>
                  </a:cubicBezTo>
                  <a:cubicBezTo>
                    <a:pt x="0" y="388"/>
                    <a:pt x="107" y="494"/>
                    <a:pt x="243" y="494"/>
                  </a:cubicBezTo>
                  <a:cubicBezTo>
                    <a:pt x="387" y="494"/>
                    <a:pt x="494" y="388"/>
                    <a:pt x="494" y="250"/>
                  </a:cubicBezTo>
                  <a:cubicBezTo>
                    <a:pt x="494" y="107"/>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9" name="Google Shape;13909;p31"/>
            <p:cNvSpPr/>
            <p:nvPr/>
          </p:nvSpPr>
          <p:spPr>
            <a:xfrm>
              <a:off x="2972425" y="4136775"/>
              <a:ext cx="12575" cy="12375"/>
            </a:xfrm>
            <a:custGeom>
              <a:avLst/>
              <a:gdLst/>
              <a:ahLst/>
              <a:cxnLst/>
              <a:rect l="l" t="t" r="r" b="b"/>
              <a:pathLst>
                <a:path w="503" h="495" extrusionOk="0">
                  <a:moveTo>
                    <a:pt x="251" y="1"/>
                  </a:moveTo>
                  <a:cubicBezTo>
                    <a:pt x="115" y="1"/>
                    <a:pt x="0" y="107"/>
                    <a:pt x="0" y="250"/>
                  </a:cubicBezTo>
                  <a:cubicBezTo>
                    <a:pt x="0" y="388"/>
                    <a:pt x="115" y="494"/>
                    <a:pt x="251" y="494"/>
                  </a:cubicBezTo>
                  <a:cubicBezTo>
                    <a:pt x="387" y="494"/>
                    <a:pt x="503" y="388"/>
                    <a:pt x="503" y="250"/>
                  </a:cubicBezTo>
                  <a:cubicBezTo>
                    <a:pt x="503"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0" name="Google Shape;13910;p31"/>
            <p:cNvSpPr/>
            <p:nvPr/>
          </p:nvSpPr>
          <p:spPr>
            <a:xfrm>
              <a:off x="3064375" y="4136775"/>
              <a:ext cx="12375" cy="12375"/>
            </a:xfrm>
            <a:custGeom>
              <a:avLst/>
              <a:gdLst/>
              <a:ahLst/>
              <a:cxnLst/>
              <a:rect l="l" t="t" r="r" b="b"/>
              <a:pathLst>
                <a:path w="495" h="495" extrusionOk="0">
                  <a:moveTo>
                    <a:pt x="243" y="1"/>
                  </a:moveTo>
                  <a:cubicBezTo>
                    <a:pt x="107" y="1"/>
                    <a:pt x="1" y="107"/>
                    <a:pt x="1" y="250"/>
                  </a:cubicBezTo>
                  <a:cubicBezTo>
                    <a:pt x="1" y="388"/>
                    <a:pt x="107" y="494"/>
                    <a:pt x="243" y="494"/>
                  </a:cubicBezTo>
                  <a:cubicBezTo>
                    <a:pt x="388" y="494"/>
                    <a:pt x="495" y="388"/>
                    <a:pt x="495" y="250"/>
                  </a:cubicBezTo>
                  <a:cubicBezTo>
                    <a:pt x="495" y="107"/>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1" name="Google Shape;13911;p31"/>
            <p:cNvSpPr/>
            <p:nvPr/>
          </p:nvSpPr>
          <p:spPr>
            <a:xfrm>
              <a:off x="3156125" y="4136775"/>
              <a:ext cx="12600" cy="12375"/>
            </a:xfrm>
            <a:custGeom>
              <a:avLst/>
              <a:gdLst/>
              <a:ahLst/>
              <a:cxnLst/>
              <a:rect l="l" t="t" r="r" b="b"/>
              <a:pathLst>
                <a:path w="504" h="495" extrusionOk="0">
                  <a:moveTo>
                    <a:pt x="252" y="1"/>
                  </a:moveTo>
                  <a:cubicBezTo>
                    <a:pt x="116" y="1"/>
                    <a:pt x="1" y="107"/>
                    <a:pt x="1" y="250"/>
                  </a:cubicBezTo>
                  <a:cubicBezTo>
                    <a:pt x="1" y="388"/>
                    <a:pt x="116" y="494"/>
                    <a:pt x="252" y="494"/>
                  </a:cubicBezTo>
                  <a:cubicBezTo>
                    <a:pt x="388" y="494"/>
                    <a:pt x="503" y="388"/>
                    <a:pt x="503" y="250"/>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2" name="Google Shape;13912;p31"/>
            <p:cNvSpPr/>
            <p:nvPr/>
          </p:nvSpPr>
          <p:spPr>
            <a:xfrm>
              <a:off x="3247875" y="4136775"/>
              <a:ext cx="12575" cy="12375"/>
            </a:xfrm>
            <a:custGeom>
              <a:avLst/>
              <a:gdLst/>
              <a:ahLst/>
              <a:cxnLst/>
              <a:rect l="l" t="t" r="r" b="b"/>
              <a:pathLst>
                <a:path w="503" h="495" extrusionOk="0">
                  <a:moveTo>
                    <a:pt x="252" y="1"/>
                  </a:moveTo>
                  <a:cubicBezTo>
                    <a:pt x="116" y="1"/>
                    <a:pt x="1" y="107"/>
                    <a:pt x="1" y="250"/>
                  </a:cubicBezTo>
                  <a:cubicBezTo>
                    <a:pt x="1" y="388"/>
                    <a:pt x="116" y="494"/>
                    <a:pt x="252" y="494"/>
                  </a:cubicBezTo>
                  <a:cubicBezTo>
                    <a:pt x="388" y="494"/>
                    <a:pt x="503" y="388"/>
                    <a:pt x="503" y="250"/>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3" name="Google Shape;13913;p31"/>
            <p:cNvSpPr/>
            <p:nvPr/>
          </p:nvSpPr>
          <p:spPr>
            <a:xfrm>
              <a:off x="3339850" y="4136775"/>
              <a:ext cx="12525" cy="12375"/>
            </a:xfrm>
            <a:custGeom>
              <a:avLst/>
              <a:gdLst/>
              <a:ahLst/>
              <a:cxnLst/>
              <a:rect l="l" t="t" r="r" b="b"/>
              <a:pathLst>
                <a:path w="501" h="495" extrusionOk="0">
                  <a:moveTo>
                    <a:pt x="251" y="1"/>
                  </a:moveTo>
                  <a:cubicBezTo>
                    <a:pt x="107" y="1"/>
                    <a:pt x="0" y="107"/>
                    <a:pt x="0" y="250"/>
                  </a:cubicBezTo>
                  <a:cubicBezTo>
                    <a:pt x="0" y="388"/>
                    <a:pt x="107" y="494"/>
                    <a:pt x="251" y="494"/>
                  </a:cubicBezTo>
                  <a:cubicBezTo>
                    <a:pt x="387" y="494"/>
                    <a:pt x="501" y="388"/>
                    <a:pt x="501" y="250"/>
                  </a:cubicBezTo>
                  <a:cubicBezTo>
                    <a:pt x="501"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4" name="Google Shape;13914;p31"/>
            <p:cNvSpPr/>
            <p:nvPr/>
          </p:nvSpPr>
          <p:spPr>
            <a:xfrm>
              <a:off x="3431575" y="4136775"/>
              <a:ext cx="12600" cy="12375"/>
            </a:xfrm>
            <a:custGeom>
              <a:avLst/>
              <a:gdLst/>
              <a:ahLst/>
              <a:cxnLst/>
              <a:rect l="l" t="t" r="r" b="b"/>
              <a:pathLst>
                <a:path w="504" h="495" extrusionOk="0">
                  <a:moveTo>
                    <a:pt x="252" y="1"/>
                  </a:moveTo>
                  <a:cubicBezTo>
                    <a:pt x="116" y="1"/>
                    <a:pt x="1" y="107"/>
                    <a:pt x="1" y="250"/>
                  </a:cubicBezTo>
                  <a:cubicBezTo>
                    <a:pt x="1" y="388"/>
                    <a:pt x="116" y="494"/>
                    <a:pt x="252" y="494"/>
                  </a:cubicBezTo>
                  <a:cubicBezTo>
                    <a:pt x="388" y="494"/>
                    <a:pt x="503" y="388"/>
                    <a:pt x="503" y="250"/>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5" name="Google Shape;13915;p31"/>
            <p:cNvSpPr/>
            <p:nvPr/>
          </p:nvSpPr>
          <p:spPr>
            <a:xfrm>
              <a:off x="3523550" y="4136775"/>
              <a:ext cx="12375" cy="12375"/>
            </a:xfrm>
            <a:custGeom>
              <a:avLst/>
              <a:gdLst/>
              <a:ahLst/>
              <a:cxnLst/>
              <a:rect l="l" t="t" r="r" b="b"/>
              <a:pathLst>
                <a:path w="495" h="495" extrusionOk="0">
                  <a:moveTo>
                    <a:pt x="250" y="1"/>
                  </a:moveTo>
                  <a:cubicBezTo>
                    <a:pt x="107" y="1"/>
                    <a:pt x="0" y="107"/>
                    <a:pt x="0" y="250"/>
                  </a:cubicBezTo>
                  <a:cubicBezTo>
                    <a:pt x="0" y="388"/>
                    <a:pt x="107" y="494"/>
                    <a:pt x="250" y="494"/>
                  </a:cubicBezTo>
                  <a:cubicBezTo>
                    <a:pt x="388" y="494"/>
                    <a:pt x="494" y="388"/>
                    <a:pt x="494" y="250"/>
                  </a:cubicBezTo>
                  <a:cubicBezTo>
                    <a:pt x="494" y="107"/>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6" name="Google Shape;13916;p31"/>
            <p:cNvSpPr/>
            <p:nvPr/>
          </p:nvSpPr>
          <p:spPr>
            <a:xfrm>
              <a:off x="676400" y="4228525"/>
              <a:ext cx="12600" cy="12575"/>
            </a:xfrm>
            <a:custGeom>
              <a:avLst/>
              <a:gdLst/>
              <a:ahLst/>
              <a:cxnLst/>
              <a:rect l="l" t="t" r="r" b="b"/>
              <a:pathLst>
                <a:path w="504" h="503" extrusionOk="0">
                  <a:moveTo>
                    <a:pt x="252" y="0"/>
                  </a:moveTo>
                  <a:cubicBezTo>
                    <a:pt x="116" y="0"/>
                    <a:pt x="1" y="116"/>
                    <a:pt x="1" y="252"/>
                  </a:cubicBezTo>
                  <a:cubicBezTo>
                    <a:pt x="1" y="388"/>
                    <a:pt x="116" y="503"/>
                    <a:pt x="252" y="503"/>
                  </a:cubicBezTo>
                  <a:cubicBezTo>
                    <a:pt x="388" y="503"/>
                    <a:pt x="503" y="388"/>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7" name="Google Shape;13917;p31"/>
            <p:cNvSpPr/>
            <p:nvPr/>
          </p:nvSpPr>
          <p:spPr>
            <a:xfrm>
              <a:off x="768325" y="4228525"/>
              <a:ext cx="12400" cy="12575"/>
            </a:xfrm>
            <a:custGeom>
              <a:avLst/>
              <a:gdLst/>
              <a:ahLst/>
              <a:cxnLst/>
              <a:rect l="l" t="t" r="r" b="b"/>
              <a:pathLst>
                <a:path w="496" h="503" extrusionOk="0">
                  <a:moveTo>
                    <a:pt x="245" y="0"/>
                  </a:moveTo>
                  <a:cubicBezTo>
                    <a:pt x="109" y="0"/>
                    <a:pt x="0" y="116"/>
                    <a:pt x="0" y="252"/>
                  </a:cubicBezTo>
                  <a:cubicBezTo>
                    <a:pt x="0" y="388"/>
                    <a:pt x="109" y="503"/>
                    <a:pt x="245" y="503"/>
                  </a:cubicBezTo>
                  <a:cubicBezTo>
                    <a:pt x="388" y="503"/>
                    <a:pt x="496" y="388"/>
                    <a:pt x="496" y="252"/>
                  </a:cubicBezTo>
                  <a:cubicBezTo>
                    <a:pt x="496" y="116"/>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8" name="Google Shape;13918;p31"/>
            <p:cNvSpPr/>
            <p:nvPr/>
          </p:nvSpPr>
          <p:spPr>
            <a:xfrm>
              <a:off x="860125" y="4228525"/>
              <a:ext cx="12525" cy="12575"/>
            </a:xfrm>
            <a:custGeom>
              <a:avLst/>
              <a:gdLst/>
              <a:ahLst/>
              <a:cxnLst/>
              <a:rect l="l" t="t" r="r" b="b"/>
              <a:pathLst>
                <a:path w="501" h="503" extrusionOk="0">
                  <a:moveTo>
                    <a:pt x="251" y="0"/>
                  </a:moveTo>
                  <a:cubicBezTo>
                    <a:pt x="114" y="0"/>
                    <a:pt x="0" y="116"/>
                    <a:pt x="0" y="252"/>
                  </a:cubicBezTo>
                  <a:cubicBezTo>
                    <a:pt x="0" y="388"/>
                    <a:pt x="114" y="503"/>
                    <a:pt x="251" y="503"/>
                  </a:cubicBezTo>
                  <a:cubicBezTo>
                    <a:pt x="387" y="503"/>
                    <a:pt x="501" y="388"/>
                    <a:pt x="501" y="252"/>
                  </a:cubicBezTo>
                  <a:cubicBezTo>
                    <a:pt x="501"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9" name="Google Shape;13919;p31"/>
            <p:cNvSpPr/>
            <p:nvPr/>
          </p:nvSpPr>
          <p:spPr>
            <a:xfrm>
              <a:off x="951850" y="4228525"/>
              <a:ext cx="12600" cy="12575"/>
            </a:xfrm>
            <a:custGeom>
              <a:avLst/>
              <a:gdLst/>
              <a:ahLst/>
              <a:cxnLst/>
              <a:rect l="l" t="t" r="r" b="b"/>
              <a:pathLst>
                <a:path w="504" h="503" extrusionOk="0">
                  <a:moveTo>
                    <a:pt x="252" y="0"/>
                  </a:moveTo>
                  <a:cubicBezTo>
                    <a:pt x="116" y="0"/>
                    <a:pt x="1" y="116"/>
                    <a:pt x="1" y="252"/>
                  </a:cubicBezTo>
                  <a:cubicBezTo>
                    <a:pt x="1" y="388"/>
                    <a:pt x="116" y="503"/>
                    <a:pt x="252" y="503"/>
                  </a:cubicBezTo>
                  <a:cubicBezTo>
                    <a:pt x="388" y="503"/>
                    <a:pt x="503" y="388"/>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0" name="Google Shape;13920;p31"/>
            <p:cNvSpPr/>
            <p:nvPr/>
          </p:nvSpPr>
          <p:spPr>
            <a:xfrm>
              <a:off x="1043825" y="4228525"/>
              <a:ext cx="12375" cy="12575"/>
            </a:xfrm>
            <a:custGeom>
              <a:avLst/>
              <a:gdLst/>
              <a:ahLst/>
              <a:cxnLst/>
              <a:rect l="l" t="t" r="r" b="b"/>
              <a:pathLst>
                <a:path w="495" h="503" extrusionOk="0">
                  <a:moveTo>
                    <a:pt x="250" y="0"/>
                  </a:moveTo>
                  <a:cubicBezTo>
                    <a:pt x="107" y="0"/>
                    <a:pt x="0" y="116"/>
                    <a:pt x="0" y="252"/>
                  </a:cubicBezTo>
                  <a:cubicBezTo>
                    <a:pt x="0" y="388"/>
                    <a:pt x="107" y="503"/>
                    <a:pt x="250" y="503"/>
                  </a:cubicBezTo>
                  <a:cubicBezTo>
                    <a:pt x="388" y="503"/>
                    <a:pt x="494" y="388"/>
                    <a:pt x="494" y="252"/>
                  </a:cubicBezTo>
                  <a:cubicBezTo>
                    <a:pt x="494"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1" name="Google Shape;13921;p31"/>
            <p:cNvSpPr/>
            <p:nvPr/>
          </p:nvSpPr>
          <p:spPr>
            <a:xfrm>
              <a:off x="1135575" y="4228525"/>
              <a:ext cx="12575" cy="12575"/>
            </a:xfrm>
            <a:custGeom>
              <a:avLst/>
              <a:gdLst/>
              <a:ahLst/>
              <a:cxnLst/>
              <a:rect l="l" t="t" r="r" b="b"/>
              <a:pathLst>
                <a:path w="503" h="503" extrusionOk="0">
                  <a:moveTo>
                    <a:pt x="252" y="0"/>
                  </a:moveTo>
                  <a:cubicBezTo>
                    <a:pt x="116" y="0"/>
                    <a:pt x="0" y="116"/>
                    <a:pt x="0" y="252"/>
                  </a:cubicBezTo>
                  <a:cubicBezTo>
                    <a:pt x="0" y="388"/>
                    <a:pt x="116" y="503"/>
                    <a:pt x="252" y="503"/>
                  </a:cubicBezTo>
                  <a:cubicBezTo>
                    <a:pt x="387" y="503"/>
                    <a:pt x="503" y="388"/>
                    <a:pt x="503" y="252"/>
                  </a:cubicBezTo>
                  <a:cubicBezTo>
                    <a:pt x="503"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2" name="Google Shape;13922;p31"/>
            <p:cNvSpPr/>
            <p:nvPr/>
          </p:nvSpPr>
          <p:spPr>
            <a:xfrm>
              <a:off x="1227500" y="4228525"/>
              <a:ext cx="12400" cy="12575"/>
            </a:xfrm>
            <a:custGeom>
              <a:avLst/>
              <a:gdLst/>
              <a:ahLst/>
              <a:cxnLst/>
              <a:rect l="l" t="t" r="r" b="b"/>
              <a:pathLst>
                <a:path w="496" h="503" extrusionOk="0">
                  <a:moveTo>
                    <a:pt x="251" y="0"/>
                  </a:moveTo>
                  <a:cubicBezTo>
                    <a:pt x="109" y="0"/>
                    <a:pt x="0" y="116"/>
                    <a:pt x="0" y="252"/>
                  </a:cubicBezTo>
                  <a:cubicBezTo>
                    <a:pt x="0" y="388"/>
                    <a:pt x="109" y="503"/>
                    <a:pt x="251" y="503"/>
                  </a:cubicBezTo>
                  <a:cubicBezTo>
                    <a:pt x="387" y="503"/>
                    <a:pt x="496" y="388"/>
                    <a:pt x="496" y="252"/>
                  </a:cubicBezTo>
                  <a:cubicBezTo>
                    <a:pt x="496"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3" name="Google Shape;13923;p31"/>
            <p:cNvSpPr/>
            <p:nvPr/>
          </p:nvSpPr>
          <p:spPr>
            <a:xfrm>
              <a:off x="1319275" y="4228525"/>
              <a:ext cx="12550" cy="12575"/>
            </a:xfrm>
            <a:custGeom>
              <a:avLst/>
              <a:gdLst/>
              <a:ahLst/>
              <a:cxnLst/>
              <a:rect l="l" t="t" r="r" b="b"/>
              <a:pathLst>
                <a:path w="502" h="503" extrusionOk="0">
                  <a:moveTo>
                    <a:pt x="252" y="0"/>
                  </a:moveTo>
                  <a:cubicBezTo>
                    <a:pt x="114" y="0"/>
                    <a:pt x="1" y="116"/>
                    <a:pt x="1" y="252"/>
                  </a:cubicBezTo>
                  <a:cubicBezTo>
                    <a:pt x="1" y="388"/>
                    <a:pt x="114" y="503"/>
                    <a:pt x="252" y="503"/>
                  </a:cubicBezTo>
                  <a:cubicBezTo>
                    <a:pt x="388" y="503"/>
                    <a:pt x="501" y="388"/>
                    <a:pt x="501" y="252"/>
                  </a:cubicBezTo>
                  <a:cubicBezTo>
                    <a:pt x="501"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4" name="Google Shape;13924;p31"/>
            <p:cNvSpPr/>
            <p:nvPr/>
          </p:nvSpPr>
          <p:spPr>
            <a:xfrm>
              <a:off x="1411200" y="4228525"/>
              <a:ext cx="12425" cy="12575"/>
            </a:xfrm>
            <a:custGeom>
              <a:avLst/>
              <a:gdLst/>
              <a:ahLst/>
              <a:cxnLst/>
              <a:rect l="l" t="t" r="r" b="b"/>
              <a:pathLst>
                <a:path w="497" h="503" extrusionOk="0">
                  <a:moveTo>
                    <a:pt x="245" y="0"/>
                  </a:moveTo>
                  <a:cubicBezTo>
                    <a:pt x="109" y="0"/>
                    <a:pt x="1" y="116"/>
                    <a:pt x="1" y="252"/>
                  </a:cubicBezTo>
                  <a:cubicBezTo>
                    <a:pt x="1" y="388"/>
                    <a:pt x="109" y="503"/>
                    <a:pt x="245" y="503"/>
                  </a:cubicBezTo>
                  <a:cubicBezTo>
                    <a:pt x="388" y="503"/>
                    <a:pt x="496" y="388"/>
                    <a:pt x="496" y="252"/>
                  </a:cubicBezTo>
                  <a:cubicBezTo>
                    <a:pt x="496" y="116"/>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5" name="Google Shape;13925;p31"/>
            <p:cNvSpPr/>
            <p:nvPr/>
          </p:nvSpPr>
          <p:spPr>
            <a:xfrm>
              <a:off x="1503000" y="4228525"/>
              <a:ext cx="12525" cy="12575"/>
            </a:xfrm>
            <a:custGeom>
              <a:avLst/>
              <a:gdLst/>
              <a:ahLst/>
              <a:cxnLst/>
              <a:rect l="l" t="t" r="r" b="b"/>
              <a:pathLst>
                <a:path w="501" h="503" extrusionOk="0">
                  <a:moveTo>
                    <a:pt x="250" y="0"/>
                  </a:moveTo>
                  <a:cubicBezTo>
                    <a:pt x="114" y="0"/>
                    <a:pt x="0" y="116"/>
                    <a:pt x="0" y="252"/>
                  </a:cubicBezTo>
                  <a:cubicBezTo>
                    <a:pt x="0" y="388"/>
                    <a:pt x="114" y="503"/>
                    <a:pt x="250" y="503"/>
                  </a:cubicBezTo>
                  <a:cubicBezTo>
                    <a:pt x="387" y="503"/>
                    <a:pt x="501" y="388"/>
                    <a:pt x="501" y="252"/>
                  </a:cubicBezTo>
                  <a:cubicBezTo>
                    <a:pt x="501" y="116"/>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6" name="Google Shape;13926;p31"/>
            <p:cNvSpPr/>
            <p:nvPr/>
          </p:nvSpPr>
          <p:spPr>
            <a:xfrm>
              <a:off x="1594750" y="4228525"/>
              <a:ext cx="12575" cy="12575"/>
            </a:xfrm>
            <a:custGeom>
              <a:avLst/>
              <a:gdLst/>
              <a:ahLst/>
              <a:cxnLst/>
              <a:rect l="l" t="t" r="r" b="b"/>
              <a:pathLst>
                <a:path w="503" h="503" extrusionOk="0">
                  <a:moveTo>
                    <a:pt x="251" y="0"/>
                  </a:moveTo>
                  <a:cubicBezTo>
                    <a:pt x="115" y="0"/>
                    <a:pt x="0" y="116"/>
                    <a:pt x="0" y="252"/>
                  </a:cubicBezTo>
                  <a:cubicBezTo>
                    <a:pt x="0" y="388"/>
                    <a:pt x="115" y="503"/>
                    <a:pt x="251" y="503"/>
                  </a:cubicBezTo>
                  <a:cubicBezTo>
                    <a:pt x="394" y="503"/>
                    <a:pt x="503" y="388"/>
                    <a:pt x="503" y="252"/>
                  </a:cubicBezTo>
                  <a:cubicBezTo>
                    <a:pt x="503" y="116"/>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7" name="Google Shape;13927;p31"/>
            <p:cNvSpPr/>
            <p:nvPr/>
          </p:nvSpPr>
          <p:spPr>
            <a:xfrm>
              <a:off x="1686650" y="4228525"/>
              <a:ext cx="12600" cy="12575"/>
            </a:xfrm>
            <a:custGeom>
              <a:avLst/>
              <a:gdLst/>
              <a:ahLst/>
              <a:cxnLst/>
              <a:rect l="l" t="t" r="r" b="b"/>
              <a:pathLst>
                <a:path w="504" h="503" extrusionOk="0">
                  <a:moveTo>
                    <a:pt x="252" y="0"/>
                  </a:moveTo>
                  <a:cubicBezTo>
                    <a:pt x="116" y="0"/>
                    <a:pt x="1" y="116"/>
                    <a:pt x="1" y="252"/>
                  </a:cubicBezTo>
                  <a:cubicBezTo>
                    <a:pt x="1" y="388"/>
                    <a:pt x="116" y="503"/>
                    <a:pt x="252" y="503"/>
                  </a:cubicBezTo>
                  <a:cubicBezTo>
                    <a:pt x="388" y="503"/>
                    <a:pt x="503" y="388"/>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8" name="Google Shape;13928;p31"/>
            <p:cNvSpPr/>
            <p:nvPr/>
          </p:nvSpPr>
          <p:spPr>
            <a:xfrm>
              <a:off x="1778450" y="4228525"/>
              <a:ext cx="12550" cy="12575"/>
            </a:xfrm>
            <a:custGeom>
              <a:avLst/>
              <a:gdLst/>
              <a:ahLst/>
              <a:cxnLst/>
              <a:rect l="l" t="t" r="r" b="b"/>
              <a:pathLst>
                <a:path w="502" h="503" extrusionOk="0">
                  <a:moveTo>
                    <a:pt x="252" y="0"/>
                  </a:moveTo>
                  <a:cubicBezTo>
                    <a:pt x="114" y="0"/>
                    <a:pt x="1" y="116"/>
                    <a:pt x="1" y="252"/>
                  </a:cubicBezTo>
                  <a:cubicBezTo>
                    <a:pt x="1" y="388"/>
                    <a:pt x="114" y="503"/>
                    <a:pt x="252" y="503"/>
                  </a:cubicBezTo>
                  <a:cubicBezTo>
                    <a:pt x="388" y="503"/>
                    <a:pt x="501" y="388"/>
                    <a:pt x="501" y="252"/>
                  </a:cubicBezTo>
                  <a:cubicBezTo>
                    <a:pt x="501"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9" name="Google Shape;13929;p31"/>
            <p:cNvSpPr/>
            <p:nvPr/>
          </p:nvSpPr>
          <p:spPr>
            <a:xfrm>
              <a:off x="1870375" y="4228525"/>
              <a:ext cx="12400" cy="12575"/>
            </a:xfrm>
            <a:custGeom>
              <a:avLst/>
              <a:gdLst/>
              <a:ahLst/>
              <a:cxnLst/>
              <a:rect l="l" t="t" r="r" b="b"/>
              <a:pathLst>
                <a:path w="496" h="503" extrusionOk="0">
                  <a:moveTo>
                    <a:pt x="252" y="0"/>
                  </a:moveTo>
                  <a:cubicBezTo>
                    <a:pt x="109" y="0"/>
                    <a:pt x="0" y="116"/>
                    <a:pt x="0" y="252"/>
                  </a:cubicBezTo>
                  <a:cubicBezTo>
                    <a:pt x="0" y="388"/>
                    <a:pt x="109" y="503"/>
                    <a:pt x="252" y="503"/>
                  </a:cubicBezTo>
                  <a:cubicBezTo>
                    <a:pt x="387" y="503"/>
                    <a:pt x="496" y="388"/>
                    <a:pt x="496" y="252"/>
                  </a:cubicBezTo>
                  <a:cubicBezTo>
                    <a:pt x="496"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0" name="Google Shape;13930;p31"/>
            <p:cNvSpPr/>
            <p:nvPr/>
          </p:nvSpPr>
          <p:spPr>
            <a:xfrm>
              <a:off x="1962150" y="4228525"/>
              <a:ext cx="12550" cy="12575"/>
            </a:xfrm>
            <a:custGeom>
              <a:avLst/>
              <a:gdLst/>
              <a:ahLst/>
              <a:cxnLst/>
              <a:rect l="l" t="t" r="r" b="b"/>
              <a:pathLst>
                <a:path w="502" h="503" extrusionOk="0">
                  <a:moveTo>
                    <a:pt x="250" y="0"/>
                  </a:moveTo>
                  <a:cubicBezTo>
                    <a:pt x="114" y="0"/>
                    <a:pt x="1" y="116"/>
                    <a:pt x="1" y="252"/>
                  </a:cubicBezTo>
                  <a:cubicBezTo>
                    <a:pt x="1" y="388"/>
                    <a:pt x="114" y="503"/>
                    <a:pt x="250" y="503"/>
                  </a:cubicBezTo>
                  <a:cubicBezTo>
                    <a:pt x="388" y="503"/>
                    <a:pt x="502" y="388"/>
                    <a:pt x="502" y="252"/>
                  </a:cubicBezTo>
                  <a:cubicBezTo>
                    <a:pt x="502"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1" name="Google Shape;13931;p31"/>
            <p:cNvSpPr/>
            <p:nvPr/>
          </p:nvSpPr>
          <p:spPr>
            <a:xfrm>
              <a:off x="2054075" y="4228525"/>
              <a:ext cx="12425" cy="12575"/>
            </a:xfrm>
            <a:custGeom>
              <a:avLst/>
              <a:gdLst/>
              <a:ahLst/>
              <a:cxnLst/>
              <a:rect l="l" t="t" r="r" b="b"/>
              <a:pathLst>
                <a:path w="497" h="503" extrusionOk="0">
                  <a:moveTo>
                    <a:pt x="252" y="0"/>
                  </a:moveTo>
                  <a:cubicBezTo>
                    <a:pt x="109" y="0"/>
                    <a:pt x="1" y="116"/>
                    <a:pt x="1" y="252"/>
                  </a:cubicBezTo>
                  <a:cubicBezTo>
                    <a:pt x="1" y="388"/>
                    <a:pt x="109" y="503"/>
                    <a:pt x="252" y="503"/>
                  </a:cubicBezTo>
                  <a:cubicBezTo>
                    <a:pt x="388" y="503"/>
                    <a:pt x="496" y="388"/>
                    <a:pt x="496" y="252"/>
                  </a:cubicBezTo>
                  <a:cubicBezTo>
                    <a:pt x="496"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2" name="Google Shape;13932;p31"/>
            <p:cNvSpPr/>
            <p:nvPr/>
          </p:nvSpPr>
          <p:spPr>
            <a:xfrm>
              <a:off x="2145825" y="4228525"/>
              <a:ext cx="12600" cy="12575"/>
            </a:xfrm>
            <a:custGeom>
              <a:avLst/>
              <a:gdLst/>
              <a:ahLst/>
              <a:cxnLst/>
              <a:rect l="l" t="t" r="r" b="b"/>
              <a:pathLst>
                <a:path w="504" h="503" extrusionOk="0">
                  <a:moveTo>
                    <a:pt x="252" y="0"/>
                  </a:moveTo>
                  <a:cubicBezTo>
                    <a:pt x="116" y="0"/>
                    <a:pt x="1" y="116"/>
                    <a:pt x="1" y="252"/>
                  </a:cubicBezTo>
                  <a:cubicBezTo>
                    <a:pt x="1" y="388"/>
                    <a:pt x="116" y="503"/>
                    <a:pt x="252" y="503"/>
                  </a:cubicBezTo>
                  <a:cubicBezTo>
                    <a:pt x="388" y="503"/>
                    <a:pt x="503" y="388"/>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3" name="Google Shape;13933;p31"/>
            <p:cNvSpPr/>
            <p:nvPr/>
          </p:nvSpPr>
          <p:spPr>
            <a:xfrm>
              <a:off x="2237800" y="4228525"/>
              <a:ext cx="12350" cy="12575"/>
            </a:xfrm>
            <a:custGeom>
              <a:avLst/>
              <a:gdLst/>
              <a:ahLst/>
              <a:cxnLst/>
              <a:rect l="l" t="t" r="r" b="b"/>
              <a:pathLst>
                <a:path w="494" h="503" extrusionOk="0">
                  <a:moveTo>
                    <a:pt x="244" y="0"/>
                  </a:moveTo>
                  <a:cubicBezTo>
                    <a:pt x="107" y="0"/>
                    <a:pt x="0" y="116"/>
                    <a:pt x="0" y="252"/>
                  </a:cubicBezTo>
                  <a:cubicBezTo>
                    <a:pt x="0" y="388"/>
                    <a:pt x="107" y="503"/>
                    <a:pt x="244" y="503"/>
                  </a:cubicBezTo>
                  <a:cubicBezTo>
                    <a:pt x="387" y="503"/>
                    <a:pt x="494" y="388"/>
                    <a:pt x="494" y="252"/>
                  </a:cubicBezTo>
                  <a:cubicBezTo>
                    <a:pt x="494" y="116"/>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4" name="Google Shape;13934;p31"/>
            <p:cNvSpPr/>
            <p:nvPr/>
          </p:nvSpPr>
          <p:spPr>
            <a:xfrm>
              <a:off x="2329550" y="4228525"/>
              <a:ext cx="12575" cy="12575"/>
            </a:xfrm>
            <a:custGeom>
              <a:avLst/>
              <a:gdLst/>
              <a:ahLst/>
              <a:cxnLst/>
              <a:rect l="l" t="t" r="r" b="b"/>
              <a:pathLst>
                <a:path w="503" h="503" extrusionOk="0">
                  <a:moveTo>
                    <a:pt x="251" y="0"/>
                  </a:moveTo>
                  <a:cubicBezTo>
                    <a:pt x="115" y="0"/>
                    <a:pt x="0" y="116"/>
                    <a:pt x="0" y="252"/>
                  </a:cubicBezTo>
                  <a:cubicBezTo>
                    <a:pt x="0" y="388"/>
                    <a:pt x="115" y="503"/>
                    <a:pt x="251" y="503"/>
                  </a:cubicBezTo>
                  <a:cubicBezTo>
                    <a:pt x="387" y="503"/>
                    <a:pt x="502" y="388"/>
                    <a:pt x="502" y="252"/>
                  </a:cubicBezTo>
                  <a:cubicBezTo>
                    <a:pt x="502"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5" name="Google Shape;13935;p31"/>
            <p:cNvSpPr/>
            <p:nvPr/>
          </p:nvSpPr>
          <p:spPr>
            <a:xfrm>
              <a:off x="2421325" y="4228525"/>
              <a:ext cx="12550" cy="12575"/>
            </a:xfrm>
            <a:custGeom>
              <a:avLst/>
              <a:gdLst/>
              <a:ahLst/>
              <a:cxnLst/>
              <a:rect l="l" t="t" r="r" b="b"/>
              <a:pathLst>
                <a:path w="502" h="503" extrusionOk="0">
                  <a:moveTo>
                    <a:pt x="250" y="0"/>
                  </a:moveTo>
                  <a:cubicBezTo>
                    <a:pt x="114" y="0"/>
                    <a:pt x="1" y="116"/>
                    <a:pt x="1" y="252"/>
                  </a:cubicBezTo>
                  <a:cubicBezTo>
                    <a:pt x="1" y="388"/>
                    <a:pt x="114" y="503"/>
                    <a:pt x="250" y="503"/>
                  </a:cubicBezTo>
                  <a:cubicBezTo>
                    <a:pt x="395" y="503"/>
                    <a:pt x="501" y="388"/>
                    <a:pt x="501" y="252"/>
                  </a:cubicBezTo>
                  <a:cubicBezTo>
                    <a:pt x="501" y="116"/>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6" name="Google Shape;13936;p31"/>
            <p:cNvSpPr/>
            <p:nvPr/>
          </p:nvSpPr>
          <p:spPr>
            <a:xfrm>
              <a:off x="2513250" y="4228525"/>
              <a:ext cx="12575" cy="12575"/>
            </a:xfrm>
            <a:custGeom>
              <a:avLst/>
              <a:gdLst/>
              <a:ahLst/>
              <a:cxnLst/>
              <a:rect l="l" t="t" r="r" b="b"/>
              <a:pathLst>
                <a:path w="503" h="503" extrusionOk="0">
                  <a:moveTo>
                    <a:pt x="252" y="0"/>
                  </a:moveTo>
                  <a:cubicBezTo>
                    <a:pt x="109" y="0"/>
                    <a:pt x="0" y="116"/>
                    <a:pt x="0" y="252"/>
                  </a:cubicBezTo>
                  <a:cubicBezTo>
                    <a:pt x="0" y="388"/>
                    <a:pt x="109" y="503"/>
                    <a:pt x="252" y="503"/>
                  </a:cubicBezTo>
                  <a:cubicBezTo>
                    <a:pt x="388" y="503"/>
                    <a:pt x="503" y="388"/>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7" name="Google Shape;13937;p31"/>
            <p:cNvSpPr/>
            <p:nvPr/>
          </p:nvSpPr>
          <p:spPr>
            <a:xfrm>
              <a:off x="2605000" y="4228525"/>
              <a:ext cx="12575" cy="12575"/>
            </a:xfrm>
            <a:custGeom>
              <a:avLst/>
              <a:gdLst/>
              <a:ahLst/>
              <a:cxnLst/>
              <a:rect l="l" t="t" r="r" b="b"/>
              <a:pathLst>
                <a:path w="503" h="503" extrusionOk="0">
                  <a:moveTo>
                    <a:pt x="252" y="0"/>
                  </a:moveTo>
                  <a:cubicBezTo>
                    <a:pt x="116" y="0"/>
                    <a:pt x="0" y="116"/>
                    <a:pt x="0" y="252"/>
                  </a:cubicBezTo>
                  <a:cubicBezTo>
                    <a:pt x="0" y="388"/>
                    <a:pt x="116" y="503"/>
                    <a:pt x="252" y="503"/>
                  </a:cubicBezTo>
                  <a:cubicBezTo>
                    <a:pt x="387" y="503"/>
                    <a:pt x="503" y="388"/>
                    <a:pt x="503" y="252"/>
                  </a:cubicBezTo>
                  <a:cubicBezTo>
                    <a:pt x="503"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8" name="Google Shape;13938;p31"/>
            <p:cNvSpPr/>
            <p:nvPr/>
          </p:nvSpPr>
          <p:spPr>
            <a:xfrm>
              <a:off x="2696950" y="4228525"/>
              <a:ext cx="12375" cy="12575"/>
            </a:xfrm>
            <a:custGeom>
              <a:avLst/>
              <a:gdLst/>
              <a:ahLst/>
              <a:cxnLst/>
              <a:rect l="l" t="t" r="r" b="b"/>
              <a:pathLst>
                <a:path w="495" h="503" extrusionOk="0">
                  <a:moveTo>
                    <a:pt x="252" y="0"/>
                  </a:moveTo>
                  <a:cubicBezTo>
                    <a:pt x="108" y="0"/>
                    <a:pt x="1" y="116"/>
                    <a:pt x="1" y="252"/>
                  </a:cubicBezTo>
                  <a:cubicBezTo>
                    <a:pt x="1" y="388"/>
                    <a:pt x="108" y="503"/>
                    <a:pt x="252" y="503"/>
                  </a:cubicBezTo>
                  <a:cubicBezTo>
                    <a:pt x="388" y="503"/>
                    <a:pt x="495" y="388"/>
                    <a:pt x="495" y="252"/>
                  </a:cubicBezTo>
                  <a:cubicBezTo>
                    <a:pt x="495"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9" name="Google Shape;13939;p31"/>
            <p:cNvSpPr/>
            <p:nvPr/>
          </p:nvSpPr>
          <p:spPr>
            <a:xfrm>
              <a:off x="2788700" y="4228525"/>
              <a:ext cx="12600" cy="12575"/>
            </a:xfrm>
            <a:custGeom>
              <a:avLst/>
              <a:gdLst/>
              <a:ahLst/>
              <a:cxnLst/>
              <a:rect l="l" t="t" r="r" b="b"/>
              <a:pathLst>
                <a:path w="504" h="503" extrusionOk="0">
                  <a:moveTo>
                    <a:pt x="252" y="0"/>
                  </a:moveTo>
                  <a:cubicBezTo>
                    <a:pt x="116" y="0"/>
                    <a:pt x="1" y="116"/>
                    <a:pt x="1" y="252"/>
                  </a:cubicBezTo>
                  <a:cubicBezTo>
                    <a:pt x="1" y="388"/>
                    <a:pt x="116" y="503"/>
                    <a:pt x="252" y="503"/>
                  </a:cubicBezTo>
                  <a:cubicBezTo>
                    <a:pt x="388" y="503"/>
                    <a:pt x="503" y="388"/>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0" name="Google Shape;13940;p31"/>
            <p:cNvSpPr/>
            <p:nvPr/>
          </p:nvSpPr>
          <p:spPr>
            <a:xfrm>
              <a:off x="2880675" y="4228525"/>
              <a:ext cx="12375" cy="12575"/>
            </a:xfrm>
            <a:custGeom>
              <a:avLst/>
              <a:gdLst/>
              <a:ahLst/>
              <a:cxnLst/>
              <a:rect l="l" t="t" r="r" b="b"/>
              <a:pathLst>
                <a:path w="495" h="503" extrusionOk="0">
                  <a:moveTo>
                    <a:pt x="243" y="0"/>
                  </a:moveTo>
                  <a:cubicBezTo>
                    <a:pt x="107" y="0"/>
                    <a:pt x="0" y="116"/>
                    <a:pt x="0" y="252"/>
                  </a:cubicBezTo>
                  <a:cubicBezTo>
                    <a:pt x="0" y="388"/>
                    <a:pt x="107" y="503"/>
                    <a:pt x="243" y="503"/>
                  </a:cubicBezTo>
                  <a:cubicBezTo>
                    <a:pt x="387" y="503"/>
                    <a:pt x="494" y="388"/>
                    <a:pt x="494" y="252"/>
                  </a:cubicBezTo>
                  <a:cubicBezTo>
                    <a:pt x="494" y="116"/>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1" name="Google Shape;13941;p31"/>
            <p:cNvSpPr/>
            <p:nvPr/>
          </p:nvSpPr>
          <p:spPr>
            <a:xfrm>
              <a:off x="2972425" y="4228525"/>
              <a:ext cx="12575" cy="12575"/>
            </a:xfrm>
            <a:custGeom>
              <a:avLst/>
              <a:gdLst/>
              <a:ahLst/>
              <a:cxnLst/>
              <a:rect l="l" t="t" r="r" b="b"/>
              <a:pathLst>
                <a:path w="503" h="503" extrusionOk="0">
                  <a:moveTo>
                    <a:pt x="251" y="0"/>
                  </a:moveTo>
                  <a:cubicBezTo>
                    <a:pt x="115" y="0"/>
                    <a:pt x="0" y="116"/>
                    <a:pt x="0" y="252"/>
                  </a:cubicBezTo>
                  <a:cubicBezTo>
                    <a:pt x="0" y="388"/>
                    <a:pt x="115" y="503"/>
                    <a:pt x="251" y="503"/>
                  </a:cubicBezTo>
                  <a:cubicBezTo>
                    <a:pt x="387" y="503"/>
                    <a:pt x="503" y="388"/>
                    <a:pt x="503" y="252"/>
                  </a:cubicBezTo>
                  <a:cubicBezTo>
                    <a:pt x="503"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2" name="Google Shape;13942;p31"/>
            <p:cNvSpPr/>
            <p:nvPr/>
          </p:nvSpPr>
          <p:spPr>
            <a:xfrm>
              <a:off x="3064375" y="4228525"/>
              <a:ext cx="12375" cy="12575"/>
            </a:xfrm>
            <a:custGeom>
              <a:avLst/>
              <a:gdLst/>
              <a:ahLst/>
              <a:cxnLst/>
              <a:rect l="l" t="t" r="r" b="b"/>
              <a:pathLst>
                <a:path w="495" h="503" extrusionOk="0">
                  <a:moveTo>
                    <a:pt x="243" y="0"/>
                  </a:moveTo>
                  <a:cubicBezTo>
                    <a:pt x="107" y="0"/>
                    <a:pt x="1" y="116"/>
                    <a:pt x="1" y="252"/>
                  </a:cubicBezTo>
                  <a:cubicBezTo>
                    <a:pt x="1" y="388"/>
                    <a:pt x="107" y="503"/>
                    <a:pt x="243" y="503"/>
                  </a:cubicBezTo>
                  <a:cubicBezTo>
                    <a:pt x="388" y="503"/>
                    <a:pt x="495" y="388"/>
                    <a:pt x="495" y="252"/>
                  </a:cubicBezTo>
                  <a:cubicBezTo>
                    <a:pt x="495" y="116"/>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3" name="Google Shape;13943;p31"/>
            <p:cNvSpPr/>
            <p:nvPr/>
          </p:nvSpPr>
          <p:spPr>
            <a:xfrm>
              <a:off x="3156125" y="4228525"/>
              <a:ext cx="12600" cy="12575"/>
            </a:xfrm>
            <a:custGeom>
              <a:avLst/>
              <a:gdLst/>
              <a:ahLst/>
              <a:cxnLst/>
              <a:rect l="l" t="t" r="r" b="b"/>
              <a:pathLst>
                <a:path w="504" h="503" extrusionOk="0">
                  <a:moveTo>
                    <a:pt x="252" y="0"/>
                  </a:moveTo>
                  <a:cubicBezTo>
                    <a:pt x="116" y="0"/>
                    <a:pt x="1" y="116"/>
                    <a:pt x="1" y="252"/>
                  </a:cubicBezTo>
                  <a:cubicBezTo>
                    <a:pt x="1" y="388"/>
                    <a:pt x="116" y="503"/>
                    <a:pt x="252" y="503"/>
                  </a:cubicBezTo>
                  <a:cubicBezTo>
                    <a:pt x="388" y="503"/>
                    <a:pt x="503" y="388"/>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4" name="Google Shape;13944;p31"/>
            <p:cNvSpPr/>
            <p:nvPr/>
          </p:nvSpPr>
          <p:spPr>
            <a:xfrm>
              <a:off x="3247875" y="4228525"/>
              <a:ext cx="12575" cy="12575"/>
            </a:xfrm>
            <a:custGeom>
              <a:avLst/>
              <a:gdLst/>
              <a:ahLst/>
              <a:cxnLst/>
              <a:rect l="l" t="t" r="r" b="b"/>
              <a:pathLst>
                <a:path w="503" h="503" extrusionOk="0">
                  <a:moveTo>
                    <a:pt x="252" y="0"/>
                  </a:moveTo>
                  <a:cubicBezTo>
                    <a:pt x="116" y="0"/>
                    <a:pt x="1" y="116"/>
                    <a:pt x="1" y="252"/>
                  </a:cubicBezTo>
                  <a:cubicBezTo>
                    <a:pt x="1" y="388"/>
                    <a:pt x="116" y="503"/>
                    <a:pt x="252" y="503"/>
                  </a:cubicBezTo>
                  <a:cubicBezTo>
                    <a:pt x="388" y="503"/>
                    <a:pt x="503" y="388"/>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5" name="Google Shape;13945;p31"/>
            <p:cNvSpPr/>
            <p:nvPr/>
          </p:nvSpPr>
          <p:spPr>
            <a:xfrm>
              <a:off x="3339850" y="4228525"/>
              <a:ext cx="12525" cy="12575"/>
            </a:xfrm>
            <a:custGeom>
              <a:avLst/>
              <a:gdLst/>
              <a:ahLst/>
              <a:cxnLst/>
              <a:rect l="l" t="t" r="r" b="b"/>
              <a:pathLst>
                <a:path w="501" h="503" extrusionOk="0">
                  <a:moveTo>
                    <a:pt x="251" y="0"/>
                  </a:moveTo>
                  <a:cubicBezTo>
                    <a:pt x="107" y="0"/>
                    <a:pt x="0" y="116"/>
                    <a:pt x="0" y="252"/>
                  </a:cubicBezTo>
                  <a:cubicBezTo>
                    <a:pt x="0" y="388"/>
                    <a:pt x="107" y="503"/>
                    <a:pt x="251" y="503"/>
                  </a:cubicBezTo>
                  <a:cubicBezTo>
                    <a:pt x="387" y="503"/>
                    <a:pt x="501" y="388"/>
                    <a:pt x="501" y="252"/>
                  </a:cubicBezTo>
                  <a:cubicBezTo>
                    <a:pt x="501"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6" name="Google Shape;13946;p31"/>
            <p:cNvSpPr/>
            <p:nvPr/>
          </p:nvSpPr>
          <p:spPr>
            <a:xfrm>
              <a:off x="3431575" y="4228525"/>
              <a:ext cx="12600" cy="12575"/>
            </a:xfrm>
            <a:custGeom>
              <a:avLst/>
              <a:gdLst/>
              <a:ahLst/>
              <a:cxnLst/>
              <a:rect l="l" t="t" r="r" b="b"/>
              <a:pathLst>
                <a:path w="504" h="503" extrusionOk="0">
                  <a:moveTo>
                    <a:pt x="252" y="0"/>
                  </a:moveTo>
                  <a:cubicBezTo>
                    <a:pt x="116" y="0"/>
                    <a:pt x="1" y="116"/>
                    <a:pt x="1" y="252"/>
                  </a:cubicBezTo>
                  <a:cubicBezTo>
                    <a:pt x="1" y="388"/>
                    <a:pt x="116" y="503"/>
                    <a:pt x="252" y="503"/>
                  </a:cubicBezTo>
                  <a:cubicBezTo>
                    <a:pt x="388" y="503"/>
                    <a:pt x="503" y="388"/>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7" name="Google Shape;13947;p31"/>
            <p:cNvSpPr/>
            <p:nvPr/>
          </p:nvSpPr>
          <p:spPr>
            <a:xfrm>
              <a:off x="3523550" y="4228525"/>
              <a:ext cx="12375" cy="12575"/>
            </a:xfrm>
            <a:custGeom>
              <a:avLst/>
              <a:gdLst/>
              <a:ahLst/>
              <a:cxnLst/>
              <a:rect l="l" t="t" r="r" b="b"/>
              <a:pathLst>
                <a:path w="495" h="503" extrusionOk="0">
                  <a:moveTo>
                    <a:pt x="250" y="0"/>
                  </a:moveTo>
                  <a:cubicBezTo>
                    <a:pt x="107" y="0"/>
                    <a:pt x="0" y="116"/>
                    <a:pt x="0" y="252"/>
                  </a:cubicBezTo>
                  <a:cubicBezTo>
                    <a:pt x="0" y="388"/>
                    <a:pt x="107" y="503"/>
                    <a:pt x="250" y="503"/>
                  </a:cubicBezTo>
                  <a:cubicBezTo>
                    <a:pt x="388" y="503"/>
                    <a:pt x="494" y="388"/>
                    <a:pt x="494" y="252"/>
                  </a:cubicBezTo>
                  <a:cubicBezTo>
                    <a:pt x="494"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8" name="Google Shape;13948;p31"/>
            <p:cNvSpPr/>
            <p:nvPr/>
          </p:nvSpPr>
          <p:spPr>
            <a:xfrm>
              <a:off x="676400" y="4320450"/>
              <a:ext cx="12600" cy="12400"/>
            </a:xfrm>
            <a:custGeom>
              <a:avLst/>
              <a:gdLst/>
              <a:ahLst/>
              <a:cxnLst/>
              <a:rect l="l" t="t" r="r" b="b"/>
              <a:pathLst>
                <a:path w="504" h="496" extrusionOk="0">
                  <a:moveTo>
                    <a:pt x="252" y="0"/>
                  </a:moveTo>
                  <a:cubicBezTo>
                    <a:pt x="116" y="0"/>
                    <a:pt x="1" y="109"/>
                    <a:pt x="1" y="245"/>
                  </a:cubicBezTo>
                  <a:cubicBezTo>
                    <a:pt x="1" y="387"/>
                    <a:pt x="116" y="496"/>
                    <a:pt x="252" y="496"/>
                  </a:cubicBezTo>
                  <a:cubicBezTo>
                    <a:pt x="388" y="496"/>
                    <a:pt x="503" y="387"/>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9" name="Google Shape;13949;p31"/>
            <p:cNvSpPr/>
            <p:nvPr/>
          </p:nvSpPr>
          <p:spPr>
            <a:xfrm>
              <a:off x="768325" y="4320450"/>
              <a:ext cx="12400" cy="12400"/>
            </a:xfrm>
            <a:custGeom>
              <a:avLst/>
              <a:gdLst/>
              <a:ahLst/>
              <a:cxnLst/>
              <a:rect l="l" t="t" r="r" b="b"/>
              <a:pathLst>
                <a:path w="496" h="496" extrusionOk="0">
                  <a:moveTo>
                    <a:pt x="245" y="0"/>
                  </a:moveTo>
                  <a:cubicBezTo>
                    <a:pt x="109" y="0"/>
                    <a:pt x="0" y="109"/>
                    <a:pt x="0" y="245"/>
                  </a:cubicBezTo>
                  <a:cubicBezTo>
                    <a:pt x="0" y="387"/>
                    <a:pt x="109" y="496"/>
                    <a:pt x="245" y="496"/>
                  </a:cubicBezTo>
                  <a:cubicBezTo>
                    <a:pt x="388" y="496"/>
                    <a:pt x="496" y="387"/>
                    <a:pt x="496" y="245"/>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0" name="Google Shape;13950;p31"/>
            <p:cNvSpPr/>
            <p:nvPr/>
          </p:nvSpPr>
          <p:spPr>
            <a:xfrm>
              <a:off x="860125" y="4320450"/>
              <a:ext cx="12525" cy="12400"/>
            </a:xfrm>
            <a:custGeom>
              <a:avLst/>
              <a:gdLst/>
              <a:ahLst/>
              <a:cxnLst/>
              <a:rect l="l" t="t" r="r" b="b"/>
              <a:pathLst>
                <a:path w="501" h="496" extrusionOk="0">
                  <a:moveTo>
                    <a:pt x="251" y="0"/>
                  </a:moveTo>
                  <a:cubicBezTo>
                    <a:pt x="114" y="0"/>
                    <a:pt x="0" y="109"/>
                    <a:pt x="0" y="245"/>
                  </a:cubicBezTo>
                  <a:cubicBezTo>
                    <a:pt x="0" y="387"/>
                    <a:pt x="114" y="496"/>
                    <a:pt x="251" y="496"/>
                  </a:cubicBezTo>
                  <a:cubicBezTo>
                    <a:pt x="387" y="496"/>
                    <a:pt x="501" y="387"/>
                    <a:pt x="501" y="245"/>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1" name="Google Shape;13951;p31"/>
            <p:cNvSpPr/>
            <p:nvPr/>
          </p:nvSpPr>
          <p:spPr>
            <a:xfrm>
              <a:off x="951850" y="4320450"/>
              <a:ext cx="12600" cy="12400"/>
            </a:xfrm>
            <a:custGeom>
              <a:avLst/>
              <a:gdLst/>
              <a:ahLst/>
              <a:cxnLst/>
              <a:rect l="l" t="t" r="r" b="b"/>
              <a:pathLst>
                <a:path w="504" h="496" extrusionOk="0">
                  <a:moveTo>
                    <a:pt x="252" y="0"/>
                  </a:moveTo>
                  <a:cubicBezTo>
                    <a:pt x="116" y="0"/>
                    <a:pt x="1" y="109"/>
                    <a:pt x="1" y="245"/>
                  </a:cubicBezTo>
                  <a:cubicBezTo>
                    <a:pt x="1" y="387"/>
                    <a:pt x="116" y="496"/>
                    <a:pt x="252" y="496"/>
                  </a:cubicBezTo>
                  <a:cubicBezTo>
                    <a:pt x="388" y="496"/>
                    <a:pt x="503" y="387"/>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2" name="Google Shape;13952;p31"/>
            <p:cNvSpPr/>
            <p:nvPr/>
          </p:nvSpPr>
          <p:spPr>
            <a:xfrm>
              <a:off x="1043825" y="4320450"/>
              <a:ext cx="12375" cy="12400"/>
            </a:xfrm>
            <a:custGeom>
              <a:avLst/>
              <a:gdLst/>
              <a:ahLst/>
              <a:cxnLst/>
              <a:rect l="l" t="t" r="r" b="b"/>
              <a:pathLst>
                <a:path w="495" h="496" extrusionOk="0">
                  <a:moveTo>
                    <a:pt x="250" y="0"/>
                  </a:moveTo>
                  <a:cubicBezTo>
                    <a:pt x="107" y="0"/>
                    <a:pt x="0" y="109"/>
                    <a:pt x="0" y="245"/>
                  </a:cubicBezTo>
                  <a:cubicBezTo>
                    <a:pt x="0" y="387"/>
                    <a:pt x="107" y="496"/>
                    <a:pt x="250" y="496"/>
                  </a:cubicBezTo>
                  <a:cubicBezTo>
                    <a:pt x="388" y="496"/>
                    <a:pt x="494" y="387"/>
                    <a:pt x="494" y="245"/>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3" name="Google Shape;13953;p31"/>
            <p:cNvSpPr/>
            <p:nvPr/>
          </p:nvSpPr>
          <p:spPr>
            <a:xfrm>
              <a:off x="1135575" y="4320450"/>
              <a:ext cx="12575" cy="12400"/>
            </a:xfrm>
            <a:custGeom>
              <a:avLst/>
              <a:gdLst/>
              <a:ahLst/>
              <a:cxnLst/>
              <a:rect l="l" t="t" r="r" b="b"/>
              <a:pathLst>
                <a:path w="503" h="496" extrusionOk="0">
                  <a:moveTo>
                    <a:pt x="252" y="0"/>
                  </a:moveTo>
                  <a:cubicBezTo>
                    <a:pt x="116" y="0"/>
                    <a:pt x="0" y="109"/>
                    <a:pt x="0" y="245"/>
                  </a:cubicBezTo>
                  <a:cubicBezTo>
                    <a:pt x="0" y="387"/>
                    <a:pt x="116" y="496"/>
                    <a:pt x="252" y="496"/>
                  </a:cubicBezTo>
                  <a:cubicBezTo>
                    <a:pt x="387" y="496"/>
                    <a:pt x="503" y="387"/>
                    <a:pt x="503" y="245"/>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4" name="Google Shape;13954;p31"/>
            <p:cNvSpPr/>
            <p:nvPr/>
          </p:nvSpPr>
          <p:spPr>
            <a:xfrm>
              <a:off x="1227500" y="4320450"/>
              <a:ext cx="12400" cy="12400"/>
            </a:xfrm>
            <a:custGeom>
              <a:avLst/>
              <a:gdLst/>
              <a:ahLst/>
              <a:cxnLst/>
              <a:rect l="l" t="t" r="r" b="b"/>
              <a:pathLst>
                <a:path w="496" h="496" extrusionOk="0">
                  <a:moveTo>
                    <a:pt x="251" y="0"/>
                  </a:moveTo>
                  <a:cubicBezTo>
                    <a:pt x="109" y="0"/>
                    <a:pt x="0" y="109"/>
                    <a:pt x="0" y="245"/>
                  </a:cubicBezTo>
                  <a:cubicBezTo>
                    <a:pt x="0" y="387"/>
                    <a:pt x="109" y="496"/>
                    <a:pt x="251" y="496"/>
                  </a:cubicBezTo>
                  <a:cubicBezTo>
                    <a:pt x="387" y="496"/>
                    <a:pt x="496" y="387"/>
                    <a:pt x="496" y="245"/>
                  </a:cubicBezTo>
                  <a:cubicBezTo>
                    <a:pt x="496"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5" name="Google Shape;13955;p31"/>
            <p:cNvSpPr/>
            <p:nvPr/>
          </p:nvSpPr>
          <p:spPr>
            <a:xfrm>
              <a:off x="1319275" y="4320450"/>
              <a:ext cx="12550" cy="12400"/>
            </a:xfrm>
            <a:custGeom>
              <a:avLst/>
              <a:gdLst/>
              <a:ahLst/>
              <a:cxnLst/>
              <a:rect l="l" t="t" r="r" b="b"/>
              <a:pathLst>
                <a:path w="502" h="496" extrusionOk="0">
                  <a:moveTo>
                    <a:pt x="252" y="0"/>
                  </a:moveTo>
                  <a:cubicBezTo>
                    <a:pt x="114" y="0"/>
                    <a:pt x="1" y="109"/>
                    <a:pt x="1" y="245"/>
                  </a:cubicBezTo>
                  <a:cubicBezTo>
                    <a:pt x="1" y="387"/>
                    <a:pt x="114" y="496"/>
                    <a:pt x="252" y="496"/>
                  </a:cubicBezTo>
                  <a:cubicBezTo>
                    <a:pt x="388" y="496"/>
                    <a:pt x="501" y="387"/>
                    <a:pt x="501" y="245"/>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6" name="Google Shape;13956;p31"/>
            <p:cNvSpPr/>
            <p:nvPr/>
          </p:nvSpPr>
          <p:spPr>
            <a:xfrm>
              <a:off x="1411200" y="4320450"/>
              <a:ext cx="12425" cy="12400"/>
            </a:xfrm>
            <a:custGeom>
              <a:avLst/>
              <a:gdLst/>
              <a:ahLst/>
              <a:cxnLst/>
              <a:rect l="l" t="t" r="r" b="b"/>
              <a:pathLst>
                <a:path w="497" h="496" extrusionOk="0">
                  <a:moveTo>
                    <a:pt x="245" y="0"/>
                  </a:moveTo>
                  <a:cubicBezTo>
                    <a:pt x="109" y="0"/>
                    <a:pt x="1" y="109"/>
                    <a:pt x="1" y="245"/>
                  </a:cubicBezTo>
                  <a:cubicBezTo>
                    <a:pt x="1" y="387"/>
                    <a:pt x="109" y="496"/>
                    <a:pt x="245" y="496"/>
                  </a:cubicBezTo>
                  <a:cubicBezTo>
                    <a:pt x="388" y="496"/>
                    <a:pt x="496" y="387"/>
                    <a:pt x="496" y="245"/>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7" name="Google Shape;13957;p31"/>
            <p:cNvSpPr/>
            <p:nvPr/>
          </p:nvSpPr>
          <p:spPr>
            <a:xfrm>
              <a:off x="1503000" y="4320450"/>
              <a:ext cx="12525" cy="12400"/>
            </a:xfrm>
            <a:custGeom>
              <a:avLst/>
              <a:gdLst/>
              <a:ahLst/>
              <a:cxnLst/>
              <a:rect l="l" t="t" r="r" b="b"/>
              <a:pathLst>
                <a:path w="501" h="496" extrusionOk="0">
                  <a:moveTo>
                    <a:pt x="250" y="0"/>
                  </a:moveTo>
                  <a:cubicBezTo>
                    <a:pt x="114" y="0"/>
                    <a:pt x="0" y="109"/>
                    <a:pt x="0" y="245"/>
                  </a:cubicBezTo>
                  <a:cubicBezTo>
                    <a:pt x="0" y="387"/>
                    <a:pt x="114" y="496"/>
                    <a:pt x="250" y="496"/>
                  </a:cubicBezTo>
                  <a:cubicBezTo>
                    <a:pt x="387" y="496"/>
                    <a:pt x="501" y="387"/>
                    <a:pt x="501" y="245"/>
                  </a:cubicBezTo>
                  <a:cubicBezTo>
                    <a:pt x="501" y="109"/>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8" name="Google Shape;13958;p31"/>
            <p:cNvSpPr/>
            <p:nvPr/>
          </p:nvSpPr>
          <p:spPr>
            <a:xfrm>
              <a:off x="1594750" y="4320450"/>
              <a:ext cx="12575" cy="12400"/>
            </a:xfrm>
            <a:custGeom>
              <a:avLst/>
              <a:gdLst/>
              <a:ahLst/>
              <a:cxnLst/>
              <a:rect l="l" t="t" r="r" b="b"/>
              <a:pathLst>
                <a:path w="503" h="496" extrusionOk="0">
                  <a:moveTo>
                    <a:pt x="251" y="0"/>
                  </a:moveTo>
                  <a:cubicBezTo>
                    <a:pt x="115" y="0"/>
                    <a:pt x="0" y="109"/>
                    <a:pt x="0" y="245"/>
                  </a:cubicBezTo>
                  <a:cubicBezTo>
                    <a:pt x="0" y="387"/>
                    <a:pt x="115" y="496"/>
                    <a:pt x="251" y="496"/>
                  </a:cubicBezTo>
                  <a:cubicBezTo>
                    <a:pt x="394" y="496"/>
                    <a:pt x="503" y="387"/>
                    <a:pt x="503" y="245"/>
                  </a:cubicBezTo>
                  <a:cubicBezTo>
                    <a:pt x="503" y="109"/>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9" name="Google Shape;13959;p31"/>
            <p:cNvSpPr/>
            <p:nvPr/>
          </p:nvSpPr>
          <p:spPr>
            <a:xfrm>
              <a:off x="1686650" y="4320450"/>
              <a:ext cx="12600" cy="12400"/>
            </a:xfrm>
            <a:custGeom>
              <a:avLst/>
              <a:gdLst/>
              <a:ahLst/>
              <a:cxnLst/>
              <a:rect l="l" t="t" r="r" b="b"/>
              <a:pathLst>
                <a:path w="504" h="496" extrusionOk="0">
                  <a:moveTo>
                    <a:pt x="252" y="0"/>
                  </a:moveTo>
                  <a:cubicBezTo>
                    <a:pt x="116" y="0"/>
                    <a:pt x="1" y="109"/>
                    <a:pt x="1" y="245"/>
                  </a:cubicBezTo>
                  <a:cubicBezTo>
                    <a:pt x="1" y="387"/>
                    <a:pt x="116" y="496"/>
                    <a:pt x="252" y="496"/>
                  </a:cubicBezTo>
                  <a:cubicBezTo>
                    <a:pt x="388" y="496"/>
                    <a:pt x="503" y="387"/>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0" name="Google Shape;13960;p31"/>
            <p:cNvSpPr/>
            <p:nvPr/>
          </p:nvSpPr>
          <p:spPr>
            <a:xfrm>
              <a:off x="1778450" y="4320450"/>
              <a:ext cx="12550" cy="12400"/>
            </a:xfrm>
            <a:custGeom>
              <a:avLst/>
              <a:gdLst/>
              <a:ahLst/>
              <a:cxnLst/>
              <a:rect l="l" t="t" r="r" b="b"/>
              <a:pathLst>
                <a:path w="502" h="496" extrusionOk="0">
                  <a:moveTo>
                    <a:pt x="252" y="0"/>
                  </a:moveTo>
                  <a:cubicBezTo>
                    <a:pt x="114" y="0"/>
                    <a:pt x="1" y="109"/>
                    <a:pt x="1" y="245"/>
                  </a:cubicBezTo>
                  <a:cubicBezTo>
                    <a:pt x="1" y="387"/>
                    <a:pt x="114" y="496"/>
                    <a:pt x="252" y="496"/>
                  </a:cubicBezTo>
                  <a:cubicBezTo>
                    <a:pt x="388" y="496"/>
                    <a:pt x="501" y="387"/>
                    <a:pt x="501" y="245"/>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1" name="Google Shape;13961;p31"/>
            <p:cNvSpPr/>
            <p:nvPr/>
          </p:nvSpPr>
          <p:spPr>
            <a:xfrm>
              <a:off x="1870375" y="4320450"/>
              <a:ext cx="12400" cy="12400"/>
            </a:xfrm>
            <a:custGeom>
              <a:avLst/>
              <a:gdLst/>
              <a:ahLst/>
              <a:cxnLst/>
              <a:rect l="l" t="t" r="r" b="b"/>
              <a:pathLst>
                <a:path w="496" h="496" extrusionOk="0">
                  <a:moveTo>
                    <a:pt x="252" y="0"/>
                  </a:moveTo>
                  <a:cubicBezTo>
                    <a:pt x="109" y="0"/>
                    <a:pt x="0" y="109"/>
                    <a:pt x="0" y="245"/>
                  </a:cubicBezTo>
                  <a:cubicBezTo>
                    <a:pt x="0" y="387"/>
                    <a:pt x="109" y="496"/>
                    <a:pt x="252" y="496"/>
                  </a:cubicBezTo>
                  <a:cubicBezTo>
                    <a:pt x="387" y="496"/>
                    <a:pt x="496" y="387"/>
                    <a:pt x="496" y="245"/>
                  </a:cubicBezTo>
                  <a:cubicBezTo>
                    <a:pt x="496"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2" name="Google Shape;13962;p31"/>
            <p:cNvSpPr/>
            <p:nvPr/>
          </p:nvSpPr>
          <p:spPr>
            <a:xfrm>
              <a:off x="1962150" y="4320450"/>
              <a:ext cx="12550" cy="12400"/>
            </a:xfrm>
            <a:custGeom>
              <a:avLst/>
              <a:gdLst/>
              <a:ahLst/>
              <a:cxnLst/>
              <a:rect l="l" t="t" r="r" b="b"/>
              <a:pathLst>
                <a:path w="502" h="496" extrusionOk="0">
                  <a:moveTo>
                    <a:pt x="250" y="0"/>
                  </a:moveTo>
                  <a:cubicBezTo>
                    <a:pt x="114" y="0"/>
                    <a:pt x="1" y="109"/>
                    <a:pt x="1" y="245"/>
                  </a:cubicBezTo>
                  <a:cubicBezTo>
                    <a:pt x="1" y="387"/>
                    <a:pt x="114" y="496"/>
                    <a:pt x="250" y="496"/>
                  </a:cubicBezTo>
                  <a:cubicBezTo>
                    <a:pt x="388" y="496"/>
                    <a:pt x="502" y="387"/>
                    <a:pt x="502" y="245"/>
                  </a:cubicBezTo>
                  <a:cubicBezTo>
                    <a:pt x="502"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3" name="Google Shape;13963;p31"/>
            <p:cNvSpPr/>
            <p:nvPr/>
          </p:nvSpPr>
          <p:spPr>
            <a:xfrm>
              <a:off x="2054075" y="4320450"/>
              <a:ext cx="12425" cy="12400"/>
            </a:xfrm>
            <a:custGeom>
              <a:avLst/>
              <a:gdLst/>
              <a:ahLst/>
              <a:cxnLst/>
              <a:rect l="l" t="t" r="r" b="b"/>
              <a:pathLst>
                <a:path w="497" h="496" extrusionOk="0">
                  <a:moveTo>
                    <a:pt x="252" y="0"/>
                  </a:moveTo>
                  <a:cubicBezTo>
                    <a:pt x="109" y="0"/>
                    <a:pt x="1" y="109"/>
                    <a:pt x="1" y="245"/>
                  </a:cubicBezTo>
                  <a:cubicBezTo>
                    <a:pt x="1" y="387"/>
                    <a:pt x="109" y="496"/>
                    <a:pt x="252" y="496"/>
                  </a:cubicBezTo>
                  <a:cubicBezTo>
                    <a:pt x="388" y="496"/>
                    <a:pt x="496" y="387"/>
                    <a:pt x="496" y="245"/>
                  </a:cubicBezTo>
                  <a:cubicBezTo>
                    <a:pt x="496"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4" name="Google Shape;13964;p31"/>
            <p:cNvSpPr/>
            <p:nvPr/>
          </p:nvSpPr>
          <p:spPr>
            <a:xfrm>
              <a:off x="2145825" y="4320450"/>
              <a:ext cx="12600" cy="12400"/>
            </a:xfrm>
            <a:custGeom>
              <a:avLst/>
              <a:gdLst/>
              <a:ahLst/>
              <a:cxnLst/>
              <a:rect l="l" t="t" r="r" b="b"/>
              <a:pathLst>
                <a:path w="504" h="496" extrusionOk="0">
                  <a:moveTo>
                    <a:pt x="252" y="0"/>
                  </a:moveTo>
                  <a:cubicBezTo>
                    <a:pt x="116" y="0"/>
                    <a:pt x="1" y="109"/>
                    <a:pt x="1" y="245"/>
                  </a:cubicBezTo>
                  <a:cubicBezTo>
                    <a:pt x="1" y="387"/>
                    <a:pt x="116" y="496"/>
                    <a:pt x="252" y="496"/>
                  </a:cubicBezTo>
                  <a:cubicBezTo>
                    <a:pt x="388" y="496"/>
                    <a:pt x="503" y="387"/>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5" name="Google Shape;13965;p31"/>
            <p:cNvSpPr/>
            <p:nvPr/>
          </p:nvSpPr>
          <p:spPr>
            <a:xfrm>
              <a:off x="2237800" y="4320450"/>
              <a:ext cx="12350" cy="12400"/>
            </a:xfrm>
            <a:custGeom>
              <a:avLst/>
              <a:gdLst/>
              <a:ahLst/>
              <a:cxnLst/>
              <a:rect l="l" t="t" r="r" b="b"/>
              <a:pathLst>
                <a:path w="494" h="496" extrusionOk="0">
                  <a:moveTo>
                    <a:pt x="244" y="0"/>
                  </a:moveTo>
                  <a:cubicBezTo>
                    <a:pt x="107" y="0"/>
                    <a:pt x="0" y="109"/>
                    <a:pt x="0" y="245"/>
                  </a:cubicBezTo>
                  <a:cubicBezTo>
                    <a:pt x="0" y="387"/>
                    <a:pt x="107" y="496"/>
                    <a:pt x="244" y="496"/>
                  </a:cubicBezTo>
                  <a:cubicBezTo>
                    <a:pt x="387" y="496"/>
                    <a:pt x="494" y="387"/>
                    <a:pt x="494" y="245"/>
                  </a:cubicBezTo>
                  <a:cubicBezTo>
                    <a:pt x="494" y="109"/>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6" name="Google Shape;13966;p31"/>
            <p:cNvSpPr/>
            <p:nvPr/>
          </p:nvSpPr>
          <p:spPr>
            <a:xfrm>
              <a:off x="2329550" y="4320450"/>
              <a:ext cx="12575" cy="12400"/>
            </a:xfrm>
            <a:custGeom>
              <a:avLst/>
              <a:gdLst/>
              <a:ahLst/>
              <a:cxnLst/>
              <a:rect l="l" t="t" r="r" b="b"/>
              <a:pathLst>
                <a:path w="503" h="496" extrusionOk="0">
                  <a:moveTo>
                    <a:pt x="251" y="0"/>
                  </a:moveTo>
                  <a:cubicBezTo>
                    <a:pt x="115" y="0"/>
                    <a:pt x="0" y="109"/>
                    <a:pt x="0" y="245"/>
                  </a:cubicBezTo>
                  <a:cubicBezTo>
                    <a:pt x="0" y="387"/>
                    <a:pt x="115" y="496"/>
                    <a:pt x="251" y="496"/>
                  </a:cubicBezTo>
                  <a:cubicBezTo>
                    <a:pt x="387" y="496"/>
                    <a:pt x="502" y="387"/>
                    <a:pt x="502" y="245"/>
                  </a:cubicBezTo>
                  <a:cubicBezTo>
                    <a:pt x="502"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7" name="Google Shape;13967;p31"/>
            <p:cNvSpPr/>
            <p:nvPr/>
          </p:nvSpPr>
          <p:spPr>
            <a:xfrm>
              <a:off x="2421325" y="4320450"/>
              <a:ext cx="12550" cy="12400"/>
            </a:xfrm>
            <a:custGeom>
              <a:avLst/>
              <a:gdLst/>
              <a:ahLst/>
              <a:cxnLst/>
              <a:rect l="l" t="t" r="r" b="b"/>
              <a:pathLst>
                <a:path w="502" h="496" extrusionOk="0">
                  <a:moveTo>
                    <a:pt x="250" y="0"/>
                  </a:moveTo>
                  <a:cubicBezTo>
                    <a:pt x="114" y="0"/>
                    <a:pt x="1" y="109"/>
                    <a:pt x="1" y="245"/>
                  </a:cubicBezTo>
                  <a:cubicBezTo>
                    <a:pt x="1" y="387"/>
                    <a:pt x="114" y="496"/>
                    <a:pt x="250" y="496"/>
                  </a:cubicBezTo>
                  <a:cubicBezTo>
                    <a:pt x="395" y="496"/>
                    <a:pt x="501" y="387"/>
                    <a:pt x="501" y="245"/>
                  </a:cubicBezTo>
                  <a:cubicBezTo>
                    <a:pt x="501" y="109"/>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8" name="Google Shape;13968;p31"/>
            <p:cNvSpPr/>
            <p:nvPr/>
          </p:nvSpPr>
          <p:spPr>
            <a:xfrm>
              <a:off x="2513250" y="4320450"/>
              <a:ext cx="12575" cy="12400"/>
            </a:xfrm>
            <a:custGeom>
              <a:avLst/>
              <a:gdLst/>
              <a:ahLst/>
              <a:cxnLst/>
              <a:rect l="l" t="t" r="r" b="b"/>
              <a:pathLst>
                <a:path w="503" h="496" extrusionOk="0">
                  <a:moveTo>
                    <a:pt x="252" y="0"/>
                  </a:moveTo>
                  <a:cubicBezTo>
                    <a:pt x="109" y="0"/>
                    <a:pt x="0" y="109"/>
                    <a:pt x="0" y="245"/>
                  </a:cubicBezTo>
                  <a:cubicBezTo>
                    <a:pt x="0" y="387"/>
                    <a:pt x="109" y="496"/>
                    <a:pt x="252" y="496"/>
                  </a:cubicBezTo>
                  <a:cubicBezTo>
                    <a:pt x="388" y="496"/>
                    <a:pt x="503" y="387"/>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9" name="Google Shape;13969;p31"/>
            <p:cNvSpPr/>
            <p:nvPr/>
          </p:nvSpPr>
          <p:spPr>
            <a:xfrm>
              <a:off x="2605000" y="4320450"/>
              <a:ext cx="12575" cy="12400"/>
            </a:xfrm>
            <a:custGeom>
              <a:avLst/>
              <a:gdLst/>
              <a:ahLst/>
              <a:cxnLst/>
              <a:rect l="l" t="t" r="r" b="b"/>
              <a:pathLst>
                <a:path w="503" h="496" extrusionOk="0">
                  <a:moveTo>
                    <a:pt x="252" y="0"/>
                  </a:moveTo>
                  <a:cubicBezTo>
                    <a:pt x="116" y="0"/>
                    <a:pt x="0" y="109"/>
                    <a:pt x="0" y="245"/>
                  </a:cubicBezTo>
                  <a:cubicBezTo>
                    <a:pt x="0" y="387"/>
                    <a:pt x="116" y="496"/>
                    <a:pt x="252" y="496"/>
                  </a:cubicBezTo>
                  <a:cubicBezTo>
                    <a:pt x="387" y="496"/>
                    <a:pt x="503" y="387"/>
                    <a:pt x="503" y="245"/>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0" name="Google Shape;13970;p31"/>
            <p:cNvSpPr/>
            <p:nvPr/>
          </p:nvSpPr>
          <p:spPr>
            <a:xfrm>
              <a:off x="2696950" y="4320450"/>
              <a:ext cx="12375" cy="12400"/>
            </a:xfrm>
            <a:custGeom>
              <a:avLst/>
              <a:gdLst/>
              <a:ahLst/>
              <a:cxnLst/>
              <a:rect l="l" t="t" r="r" b="b"/>
              <a:pathLst>
                <a:path w="495" h="496" extrusionOk="0">
                  <a:moveTo>
                    <a:pt x="252" y="0"/>
                  </a:moveTo>
                  <a:cubicBezTo>
                    <a:pt x="108" y="0"/>
                    <a:pt x="1" y="109"/>
                    <a:pt x="1" y="245"/>
                  </a:cubicBezTo>
                  <a:cubicBezTo>
                    <a:pt x="1" y="387"/>
                    <a:pt x="108" y="496"/>
                    <a:pt x="252" y="496"/>
                  </a:cubicBezTo>
                  <a:cubicBezTo>
                    <a:pt x="388" y="496"/>
                    <a:pt x="495" y="387"/>
                    <a:pt x="495" y="245"/>
                  </a:cubicBezTo>
                  <a:cubicBezTo>
                    <a:pt x="495"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1" name="Google Shape;13971;p31"/>
            <p:cNvSpPr/>
            <p:nvPr/>
          </p:nvSpPr>
          <p:spPr>
            <a:xfrm>
              <a:off x="2788700" y="4320450"/>
              <a:ext cx="12600" cy="12400"/>
            </a:xfrm>
            <a:custGeom>
              <a:avLst/>
              <a:gdLst/>
              <a:ahLst/>
              <a:cxnLst/>
              <a:rect l="l" t="t" r="r" b="b"/>
              <a:pathLst>
                <a:path w="504" h="496" extrusionOk="0">
                  <a:moveTo>
                    <a:pt x="252" y="0"/>
                  </a:moveTo>
                  <a:cubicBezTo>
                    <a:pt x="116" y="0"/>
                    <a:pt x="1" y="109"/>
                    <a:pt x="1" y="245"/>
                  </a:cubicBezTo>
                  <a:cubicBezTo>
                    <a:pt x="1" y="387"/>
                    <a:pt x="116" y="496"/>
                    <a:pt x="252" y="496"/>
                  </a:cubicBezTo>
                  <a:cubicBezTo>
                    <a:pt x="388" y="496"/>
                    <a:pt x="503" y="387"/>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2" name="Google Shape;13972;p31"/>
            <p:cNvSpPr/>
            <p:nvPr/>
          </p:nvSpPr>
          <p:spPr>
            <a:xfrm>
              <a:off x="2880675" y="4320450"/>
              <a:ext cx="12375" cy="12400"/>
            </a:xfrm>
            <a:custGeom>
              <a:avLst/>
              <a:gdLst/>
              <a:ahLst/>
              <a:cxnLst/>
              <a:rect l="l" t="t" r="r" b="b"/>
              <a:pathLst>
                <a:path w="495" h="496" extrusionOk="0">
                  <a:moveTo>
                    <a:pt x="243" y="0"/>
                  </a:moveTo>
                  <a:cubicBezTo>
                    <a:pt x="107" y="0"/>
                    <a:pt x="0" y="109"/>
                    <a:pt x="0" y="245"/>
                  </a:cubicBezTo>
                  <a:cubicBezTo>
                    <a:pt x="0" y="387"/>
                    <a:pt x="107" y="496"/>
                    <a:pt x="243" y="496"/>
                  </a:cubicBezTo>
                  <a:cubicBezTo>
                    <a:pt x="387" y="496"/>
                    <a:pt x="494" y="387"/>
                    <a:pt x="494" y="245"/>
                  </a:cubicBezTo>
                  <a:cubicBezTo>
                    <a:pt x="494" y="109"/>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3" name="Google Shape;13973;p31"/>
            <p:cNvSpPr/>
            <p:nvPr/>
          </p:nvSpPr>
          <p:spPr>
            <a:xfrm>
              <a:off x="2972425" y="4320450"/>
              <a:ext cx="12575" cy="12400"/>
            </a:xfrm>
            <a:custGeom>
              <a:avLst/>
              <a:gdLst/>
              <a:ahLst/>
              <a:cxnLst/>
              <a:rect l="l" t="t" r="r" b="b"/>
              <a:pathLst>
                <a:path w="503" h="496" extrusionOk="0">
                  <a:moveTo>
                    <a:pt x="251" y="0"/>
                  </a:moveTo>
                  <a:cubicBezTo>
                    <a:pt x="115" y="0"/>
                    <a:pt x="0" y="109"/>
                    <a:pt x="0" y="245"/>
                  </a:cubicBezTo>
                  <a:cubicBezTo>
                    <a:pt x="0" y="387"/>
                    <a:pt x="115" y="496"/>
                    <a:pt x="251" y="496"/>
                  </a:cubicBezTo>
                  <a:cubicBezTo>
                    <a:pt x="387" y="496"/>
                    <a:pt x="503" y="387"/>
                    <a:pt x="503" y="245"/>
                  </a:cubicBezTo>
                  <a:cubicBezTo>
                    <a:pt x="503"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4" name="Google Shape;13974;p31"/>
            <p:cNvSpPr/>
            <p:nvPr/>
          </p:nvSpPr>
          <p:spPr>
            <a:xfrm>
              <a:off x="3064375" y="4320450"/>
              <a:ext cx="12375" cy="12400"/>
            </a:xfrm>
            <a:custGeom>
              <a:avLst/>
              <a:gdLst/>
              <a:ahLst/>
              <a:cxnLst/>
              <a:rect l="l" t="t" r="r" b="b"/>
              <a:pathLst>
                <a:path w="495" h="496" extrusionOk="0">
                  <a:moveTo>
                    <a:pt x="243" y="0"/>
                  </a:moveTo>
                  <a:cubicBezTo>
                    <a:pt x="107" y="0"/>
                    <a:pt x="1" y="109"/>
                    <a:pt x="1" y="245"/>
                  </a:cubicBezTo>
                  <a:cubicBezTo>
                    <a:pt x="1" y="387"/>
                    <a:pt x="107" y="496"/>
                    <a:pt x="243" y="496"/>
                  </a:cubicBezTo>
                  <a:cubicBezTo>
                    <a:pt x="388" y="496"/>
                    <a:pt x="495" y="387"/>
                    <a:pt x="495" y="245"/>
                  </a:cubicBezTo>
                  <a:cubicBezTo>
                    <a:pt x="495" y="109"/>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5" name="Google Shape;13975;p31"/>
            <p:cNvSpPr/>
            <p:nvPr/>
          </p:nvSpPr>
          <p:spPr>
            <a:xfrm>
              <a:off x="3156125" y="4320450"/>
              <a:ext cx="12600" cy="12400"/>
            </a:xfrm>
            <a:custGeom>
              <a:avLst/>
              <a:gdLst/>
              <a:ahLst/>
              <a:cxnLst/>
              <a:rect l="l" t="t" r="r" b="b"/>
              <a:pathLst>
                <a:path w="504" h="496" extrusionOk="0">
                  <a:moveTo>
                    <a:pt x="252" y="0"/>
                  </a:moveTo>
                  <a:cubicBezTo>
                    <a:pt x="116" y="0"/>
                    <a:pt x="1" y="109"/>
                    <a:pt x="1" y="245"/>
                  </a:cubicBezTo>
                  <a:cubicBezTo>
                    <a:pt x="1" y="387"/>
                    <a:pt x="116" y="496"/>
                    <a:pt x="252" y="496"/>
                  </a:cubicBezTo>
                  <a:cubicBezTo>
                    <a:pt x="388" y="496"/>
                    <a:pt x="503" y="387"/>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6" name="Google Shape;13976;p31"/>
            <p:cNvSpPr/>
            <p:nvPr/>
          </p:nvSpPr>
          <p:spPr>
            <a:xfrm>
              <a:off x="3247875" y="4320450"/>
              <a:ext cx="12575" cy="12400"/>
            </a:xfrm>
            <a:custGeom>
              <a:avLst/>
              <a:gdLst/>
              <a:ahLst/>
              <a:cxnLst/>
              <a:rect l="l" t="t" r="r" b="b"/>
              <a:pathLst>
                <a:path w="503" h="496" extrusionOk="0">
                  <a:moveTo>
                    <a:pt x="252" y="0"/>
                  </a:moveTo>
                  <a:cubicBezTo>
                    <a:pt x="116" y="0"/>
                    <a:pt x="1" y="109"/>
                    <a:pt x="1" y="245"/>
                  </a:cubicBezTo>
                  <a:cubicBezTo>
                    <a:pt x="1" y="387"/>
                    <a:pt x="116" y="496"/>
                    <a:pt x="252" y="496"/>
                  </a:cubicBezTo>
                  <a:cubicBezTo>
                    <a:pt x="388" y="496"/>
                    <a:pt x="503" y="387"/>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7" name="Google Shape;13977;p31"/>
            <p:cNvSpPr/>
            <p:nvPr/>
          </p:nvSpPr>
          <p:spPr>
            <a:xfrm>
              <a:off x="3339850" y="4320450"/>
              <a:ext cx="12525" cy="12400"/>
            </a:xfrm>
            <a:custGeom>
              <a:avLst/>
              <a:gdLst/>
              <a:ahLst/>
              <a:cxnLst/>
              <a:rect l="l" t="t" r="r" b="b"/>
              <a:pathLst>
                <a:path w="501" h="496" extrusionOk="0">
                  <a:moveTo>
                    <a:pt x="251" y="0"/>
                  </a:moveTo>
                  <a:cubicBezTo>
                    <a:pt x="107" y="0"/>
                    <a:pt x="0" y="109"/>
                    <a:pt x="0" y="245"/>
                  </a:cubicBezTo>
                  <a:cubicBezTo>
                    <a:pt x="0" y="387"/>
                    <a:pt x="107" y="496"/>
                    <a:pt x="251" y="496"/>
                  </a:cubicBezTo>
                  <a:cubicBezTo>
                    <a:pt x="387" y="496"/>
                    <a:pt x="501" y="387"/>
                    <a:pt x="501" y="245"/>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8" name="Google Shape;13978;p31"/>
            <p:cNvSpPr/>
            <p:nvPr/>
          </p:nvSpPr>
          <p:spPr>
            <a:xfrm>
              <a:off x="3431575" y="4320450"/>
              <a:ext cx="12600" cy="12400"/>
            </a:xfrm>
            <a:custGeom>
              <a:avLst/>
              <a:gdLst/>
              <a:ahLst/>
              <a:cxnLst/>
              <a:rect l="l" t="t" r="r" b="b"/>
              <a:pathLst>
                <a:path w="504" h="496" extrusionOk="0">
                  <a:moveTo>
                    <a:pt x="252" y="0"/>
                  </a:moveTo>
                  <a:cubicBezTo>
                    <a:pt x="116" y="0"/>
                    <a:pt x="1" y="109"/>
                    <a:pt x="1" y="245"/>
                  </a:cubicBezTo>
                  <a:cubicBezTo>
                    <a:pt x="1" y="387"/>
                    <a:pt x="116" y="496"/>
                    <a:pt x="252" y="496"/>
                  </a:cubicBezTo>
                  <a:cubicBezTo>
                    <a:pt x="388" y="496"/>
                    <a:pt x="503" y="387"/>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9" name="Google Shape;13979;p31"/>
            <p:cNvSpPr/>
            <p:nvPr/>
          </p:nvSpPr>
          <p:spPr>
            <a:xfrm>
              <a:off x="3523550" y="4320450"/>
              <a:ext cx="12375" cy="12400"/>
            </a:xfrm>
            <a:custGeom>
              <a:avLst/>
              <a:gdLst/>
              <a:ahLst/>
              <a:cxnLst/>
              <a:rect l="l" t="t" r="r" b="b"/>
              <a:pathLst>
                <a:path w="495" h="496" extrusionOk="0">
                  <a:moveTo>
                    <a:pt x="250" y="0"/>
                  </a:moveTo>
                  <a:cubicBezTo>
                    <a:pt x="107" y="0"/>
                    <a:pt x="0" y="109"/>
                    <a:pt x="0" y="245"/>
                  </a:cubicBezTo>
                  <a:cubicBezTo>
                    <a:pt x="0" y="387"/>
                    <a:pt x="107" y="496"/>
                    <a:pt x="250" y="496"/>
                  </a:cubicBezTo>
                  <a:cubicBezTo>
                    <a:pt x="388" y="496"/>
                    <a:pt x="494" y="387"/>
                    <a:pt x="494" y="245"/>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0" name="Google Shape;13980;p31"/>
            <p:cNvSpPr/>
            <p:nvPr/>
          </p:nvSpPr>
          <p:spPr>
            <a:xfrm>
              <a:off x="676400" y="4412225"/>
              <a:ext cx="12600" cy="12550"/>
            </a:xfrm>
            <a:custGeom>
              <a:avLst/>
              <a:gdLst/>
              <a:ahLst/>
              <a:cxnLst/>
              <a:rect l="l" t="t" r="r" b="b"/>
              <a:pathLst>
                <a:path w="504" h="502" extrusionOk="0">
                  <a:moveTo>
                    <a:pt x="252" y="1"/>
                  </a:moveTo>
                  <a:cubicBezTo>
                    <a:pt x="116" y="1"/>
                    <a:pt x="1" y="114"/>
                    <a:pt x="1" y="252"/>
                  </a:cubicBezTo>
                  <a:cubicBezTo>
                    <a:pt x="1" y="388"/>
                    <a:pt x="116" y="502"/>
                    <a:pt x="252" y="502"/>
                  </a:cubicBezTo>
                  <a:cubicBezTo>
                    <a:pt x="388" y="502"/>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1" name="Google Shape;13981;p31"/>
            <p:cNvSpPr/>
            <p:nvPr/>
          </p:nvSpPr>
          <p:spPr>
            <a:xfrm>
              <a:off x="768325" y="4412225"/>
              <a:ext cx="12400" cy="12550"/>
            </a:xfrm>
            <a:custGeom>
              <a:avLst/>
              <a:gdLst/>
              <a:ahLst/>
              <a:cxnLst/>
              <a:rect l="l" t="t" r="r" b="b"/>
              <a:pathLst>
                <a:path w="496" h="502" extrusionOk="0">
                  <a:moveTo>
                    <a:pt x="245" y="1"/>
                  </a:moveTo>
                  <a:cubicBezTo>
                    <a:pt x="109" y="1"/>
                    <a:pt x="0" y="114"/>
                    <a:pt x="0" y="252"/>
                  </a:cubicBezTo>
                  <a:cubicBezTo>
                    <a:pt x="0" y="388"/>
                    <a:pt x="109" y="502"/>
                    <a:pt x="245" y="502"/>
                  </a:cubicBezTo>
                  <a:cubicBezTo>
                    <a:pt x="388" y="502"/>
                    <a:pt x="496" y="388"/>
                    <a:pt x="496" y="252"/>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2" name="Google Shape;13982;p31"/>
            <p:cNvSpPr/>
            <p:nvPr/>
          </p:nvSpPr>
          <p:spPr>
            <a:xfrm>
              <a:off x="860125" y="4412225"/>
              <a:ext cx="12525" cy="12550"/>
            </a:xfrm>
            <a:custGeom>
              <a:avLst/>
              <a:gdLst/>
              <a:ahLst/>
              <a:cxnLst/>
              <a:rect l="l" t="t" r="r" b="b"/>
              <a:pathLst>
                <a:path w="501" h="502" extrusionOk="0">
                  <a:moveTo>
                    <a:pt x="251" y="1"/>
                  </a:moveTo>
                  <a:cubicBezTo>
                    <a:pt x="114" y="1"/>
                    <a:pt x="0" y="114"/>
                    <a:pt x="0" y="252"/>
                  </a:cubicBezTo>
                  <a:cubicBezTo>
                    <a:pt x="0" y="388"/>
                    <a:pt x="114" y="502"/>
                    <a:pt x="251" y="502"/>
                  </a:cubicBezTo>
                  <a:cubicBezTo>
                    <a:pt x="387" y="502"/>
                    <a:pt x="501" y="388"/>
                    <a:pt x="501" y="252"/>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3" name="Google Shape;13983;p31"/>
            <p:cNvSpPr/>
            <p:nvPr/>
          </p:nvSpPr>
          <p:spPr>
            <a:xfrm>
              <a:off x="951850" y="4412225"/>
              <a:ext cx="12600" cy="12550"/>
            </a:xfrm>
            <a:custGeom>
              <a:avLst/>
              <a:gdLst/>
              <a:ahLst/>
              <a:cxnLst/>
              <a:rect l="l" t="t" r="r" b="b"/>
              <a:pathLst>
                <a:path w="504" h="502" extrusionOk="0">
                  <a:moveTo>
                    <a:pt x="252" y="1"/>
                  </a:moveTo>
                  <a:cubicBezTo>
                    <a:pt x="116" y="1"/>
                    <a:pt x="1" y="114"/>
                    <a:pt x="1" y="252"/>
                  </a:cubicBezTo>
                  <a:cubicBezTo>
                    <a:pt x="1" y="388"/>
                    <a:pt x="116" y="502"/>
                    <a:pt x="252" y="502"/>
                  </a:cubicBezTo>
                  <a:cubicBezTo>
                    <a:pt x="388" y="502"/>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4" name="Google Shape;13984;p31"/>
            <p:cNvSpPr/>
            <p:nvPr/>
          </p:nvSpPr>
          <p:spPr>
            <a:xfrm>
              <a:off x="1043825" y="4412225"/>
              <a:ext cx="12375" cy="12550"/>
            </a:xfrm>
            <a:custGeom>
              <a:avLst/>
              <a:gdLst/>
              <a:ahLst/>
              <a:cxnLst/>
              <a:rect l="l" t="t" r="r" b="b"/>
              <a:pathLst>
                <a:path w="495" h="502" extrusionOk="0">
                  <a:moveTo>
                    <a:pt x="250" y="1"/>
                  </a:moveTo>
                  <a:cubicBezTo>
                    <a:pt x="107" y="1"/>
                    <a:pt x="0" y="114"/>
                    <a:pt x="0" y="252"/>
                  </a:cubicBezTo>
                  <a:cubicBezTo>
                    <a:pt x="0" y="388"/>
                    <a:pt x="107" y="502"/>
                    <a:pt x="250" y="502"/>
                  </a:cubicBezTo>
                  <a:cubicBezTo>
                    <a:pt x="388" y="502"/>
                    <a:pt x="494" y="388"/>
                    <a:pt x="494" y="252"/>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5" name="Google Shape;13985;p31"/>
            <p:cNvSpPr/>
            <p:nvPr/>
          </p:nvSpPr>
          <p:spPr>
            <a:xfrm>
              <a:off x="1135575" y="4412225"/>
              <a:ext cx="12575" cy="12550"/>
            </a:xfrm>
            <a:custGeom>
              <a:avLst/>
              <a:gdLst/>
              <a:ahLst/>
              <a:cxnLst/>
              <a:rect l="l" t="t" r="r" b="b"/>
              <a:pathLst>
                <a:path w="503" h="502" extrusionOk="0">
                  <a:moveTo>
                    <a:pt x="252" y="1"/>
                  </a:moveTo>
                  <a:cubicBezTo>
                    <a:pt x="116" y="1"/>
                    <a:pt x="0" y="114"/>
                    <a:pt x="0" y="252"/>
                  </a:cubicBezTo>
                  <a:cubicBezTo>
                    <a:pt x="0" y="388"/>
                    <a:pt x="116" y="502"/>
                    <a:pt x="252" y="502"/>
                  </a:cubicBezTo>
                  <a:cubicBezTo>
                    <a:pt x="387" y="502"/>
                    <a:pt x="503" y="388"/>
                    <a:pt x="503" y="252"/>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6" name="Google Shape;13986;p31"/>
            <p:cNvSpPr/>
            <p:nvPr/>
          </p:nvSpPr>
          <p:spPr>
            <a:xfrm>
              <a:off x="1227500" y="4412225"/>
              <a:ext cx="12400" cy="12550"/>
            </a:xfrm>
            <a:custGeom>
              <a:avLst/>
              <a:gdLst/>
              <a:ahLst/>
              <a:cxnLst/>
              <a:rect l="l" t="t" r="r" b="b"/>
              <a:pathLst>
                <a:path w="496" h="502" extrusionOk="0">
                  <a:moveTo>
                    <a:pt x="251" y="1"/>
                  </a:moveTo>
                  <a:cubicBezTo>
                    <a:pt x="109" y="1"/>
                    <a:pt x="0" y="114"/>
                    <a:pt x="0" y="252"/>
                  </a:cubicBezTo>
                  <a:cubicBezTo>
                    <a:pt x="0" y="388"/>
                    <a:pt x="109" y="502"/>
                    <a:pt x="251" y="502"/>
                  </a:cubicBezTo>
                  <a:cubicBezTo>
                    <a:pt x="387" y="502"/>
                    <a:pt x="496" y="388"/>
                    <a:pt x="496" y="252"/>
                  </a:cubicBezTo>
                  <a:cubicBezTo>
                    <a:pt x="496"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7" name="Google Shape;13987;p31"/>
            <p:cNvSpPr/>
            <p:nvPr/>
          </p:nvSpPr>
          <p:spPr>
            <a:xfrm>
              <a:off x="1319275" y="4412225"/>
              <a:ext cx="12550" cy="12550"/>
            </a:xfrm>
            <a:custGeom>
              <a:avLst/>
              <a:gdLst/>
              <a:ahLst/>
              <a:cxnLst/>
              <a:rect l="l" t="t" r="r" b="b"/>
              <a:pathLst>
                <a:path w="502" h="502" extrusionOk="0">
                  <a:moveTo>
                    <a:pt x="252" y="1"/>
                  </a:moveTo>
                  <a:cubicBezTo>
                    <a:pt x="114" y="1"/>
                    <a:pt x="1" y="114"/>
                    <a:pt x="1" y="252"/>
                  </a:cubicBezTo>
                  <a:cubicBezTo>
                    <a:pt x="1" y="388"/>
                    <a:pt x="114" y="502"/>
                    <a:pt x="252" y="502"/>
                  </a:cubicBezTo>
                  <a:cubicBezTo>
                    <a:pt x="388" y="502"/>
                    <a:pt x="501" y="388"/>
                    <a:pt x="501" y="252"/>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8" name="Google Shape;13988;p31"/>
            <p:cNvSpPr/>
            <p:nvPr/>
          </p:nvSpPr>
          <p:spPr>
            <a:xfrm>
              <a:off x="1411200" y="4412225"/>
              <a:ext cx="12425" cy="12550"/>
            </a:xfrm>
            <a:custGeom>
              <a:avLst/>
              <a:gdLst/>
              <a:ahLst/>
              <a:cxnLst/>
              <a:rect l="l" t="t" r="r" b="b"/>
              <a:pathLst>
                <a:path w="497" h="502" extrusionOk="0">
                  <a:moveTo>
                    <a:pt x="245" y="1"/>
                  </a:moveTo>
                  <a:cubicBezTo>
                    <a:pt x="109" y="1"/>
                    <a:pt x="1" y="114"/>
                    <a:pt x="1" y="252"/>
                  </a:cubicBezTo>
                  <a:cubicBezTo>
                    <a:pt x="1" y="388"/>
                    <a:pt x="109" y="502"/>
                    <a:pt x="245" y="502"/>
                  </a:cubicBezTo>
                  <a:cubicBezTo>
                    <a:pt x="388" y="502"/>
                    <a:pt x="496" y="388"/>
                    <a:pt x="496" y="252"/>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9" name="Google Shape;13989;p31"/>
            <p:cNvSpPr/>
            <p:nvPr/>
          </p:nvSpPr>
          <p:spPr>
            <a:xfrm>
              <a:off x="1503000" y="4412225"/>
              <a:ext cx="12525" cy="12550"/>
            </a:xfrm>
            <a:custGeom>
              <a:avLst/>
              <a:gdLst/>
              <a:ahLst/>
              <a:cxnLst/>
              <a:rect l="l" t="t" r="r" b="b"/>
              <a:pathLst>
                <a:path w="501" h="502" extrusionOk="0">
                  <a:moveTo>
                    <a:pt x="250" y="1"/>
                  </a:moveTo>
                  <a:cubicBezTo>
                    <a:pt x="114" y="1"/>
                    <a:pt x="0" y="114"/>
                    <a:pt x="0" y="252"/>
                  </a:cubicBezTo>
                  <a:cubicBezTo>
                    <a:pt x="0" y="388"/>
                    <a:pt x="114" y="502"/>
                    <a:pt x="250" y="502"/>
                  </a:cubicBezTo>
                  <a:cubicBezTo>
                    <a:pt x="387" y="502"/>
                    <a:pt x="501" y="388"/>
                    <a:pt x="501" y="252"/>
                  </a:cubicBezTo>
                  <a:cubicBezTo>
                    <a:pt x="501" y="114"/>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0" name="Google Shape;13990;p31"/>
            <p:cNvSpPr/>
            <p:nvPr/>
          </p:nvSpPr>
          <p:spPr>
            <a:xfrm>
              <a:off x="1594750" y="4412225"/>
              <a:ext cx="12575" cy="12550"/>
            </a:xfrm>
            <a:custGeom>
              <a:avLst/>
              <a:gdLst/>
              <a:ahLst/>
              <a:cxnLst/>
              <a:rect l="l" t="t" r="r" b="b"/>
              <a:pathLst>
                <a:path w="503" h="502" extrusionOk="0">
                  <a:moveTo>
                    <a:pt x="251" y="1"/>
                  </a:moveTo>
                  <a:cubicBezTo>
                    <a:pt x="115" y="1"/>
                    <a:pt x="0" y="114"/>
                    <a:pt x="0" y="252"/>
                  </a:cubicBezTo>
                  <a:cubicBezTo>
                    <a:pt x="0" y="388"/>
                    <a:pt x="115" y="502"/>
                    <a:pt x="251" y="502"/>
                  </a:cubicBezTo>
                  <a:cubicBezTo>
                    <a:pt x="394" y="502"/>
                    <a:pt x="503" y="388"/>
                    <a:pt x="503" y="252"/>
                  </a:cubicBezTo>
                  <a:cubicBezTo>
                    <a:pt x="503" y="114"/>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1" name="Google Shape;13991;p31"/>
            <p:cNvSpPr/>
            <p:nvPr/>
          </p:nvSpPr>
          <p:spPr>
            <a:xfrm>
              <a:off x="1686650" y="4412225"/>
              <a:ext cx="12600" cy="12550"/>
            </a:xfrm>
            <a:custGeom>
              <a:avLst/>
              <a:gdLst/>
              <a:ahLst/>
              <a:cxnLst/>
              <a:rect l="l" t="t" r="r" b="b"/>
              <a:pathLst>
                <a:path w="504" h="502" extrusionOk="0">
                  <a:moveTo>
                    <a:pt x="252" y="1"/>
                  </a:moveTo>
                  <a:cubicBezTo>
                    <a:pt x="116" y="1"/>
                    <a:pt x="1" y="114"/>
                    <a:pt x="1" y="252"/>
                  </a:cubicBezTo>
                  <a:cubicBezTo>
                    <a:pt x="1" y="388"/>
                    <a:pt x="116" y="502"/>
                    <a:pt x="252" y="502"/>
                  </a:cubicBezTo>
                  <a:cubicBezTo>
                    <a:pt x="388" y="502"/>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2" name="Google Shape;13992;p31"/>
            <p:cNvSpPr/>
            <p:nvPr/>
          </p:nvSpPr>
          <p:spPr>
            <a:xfrm>
              <a:off x="1778450" y="4412225"/>
              <a:ext cx="12550" cy="12550"/>
            </a:xfrm>
            <a:custGeom>
              <a:avLst/>
              <a:gdLst/>
              <a:ahLst/>
              <a:cxnLst/>
              <a:rect l="l" t="t" r="r" b="b"/>
              <a:pathLst>
                <a:path w="502" h="502" extrusionOk="0">
                  <a:moveTo>
                    <a:pt x="252" y="1"/>
                  </a:moveTo>
                  <a:cubicBezTo>
                    <a:pt x="114" y="1"/>
                    <a:pt x="1" y="114"/>
                    <a:pt x="1" y="252"/>
                  </a:cubicBezTo>
                  <a:cubicBezTo>
                    <a:pt x="1" y="388"/>
                    <a:pt x="114" y="502"/>
                    <a:pt x="252" y="502"/>
                  </a:cubicBezTo>
                  <a:cubicBezTo>
                    <a:pt x="388" y="502"/>
                    <a:pt x="501" y="388"/>
                    <a:pt x="501" y="252"/>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3" name="Google Shape;13993;p31"/>
            <p:cNvSpPr/>
            <p:nvPr/>
          </p:nvSpPr>
          <p:spPr>
            <a:xfrm>
              <a:off x="1870375" y="4412225"/>
              <a:ext cx="12400" cy="12550"/>
            </a:xfrm>
            <a:custGeom>
              <a:avLst/>
              <a:gdLst/>
              <a:ahLst/>
              <a:cxnLst/>
              <a:rect l="l" t="t" r="r" b="b"/>
              <a:pathLst>
                <a:path w="496" h="502" extrusionOk="0">
                  <a:moveTo>
                    <a:pt x="252" y="1"/>
                  </a:moveTo>
                  <a:cubicBezTo>
                    <a:pt x="109" y="1"/>
                    <a:pt x="0" y="114"/>
                    <a:pt x="0" y="252"/>
                  </a:cubicBezTo>
                  <a:cubicBezTo>
                    <a:pt x="0" y="388"/>
                    <a:pt x="109" y="502"/>
                    <a:pt x="252" y="502"/>
                  </a:cubicBezTo>
                  <a:cubicBezTo>
                    <a:pt x="387" y="502"/>
                    <a:pt x="496" y="388"/>
                    <a:pt x="496" y="252"/>
                  </a:cubicBezTo>
                  <a:cubicBezTo>
                    <a:pt x="496"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4" name="Google Shape;13994;p31"/>
            <p:cNvSpPr/>
            <p:nvPr/>
          </p:nvSpPr>
          <p:spPr>
            <a:xfrm>
              <a:off x="1962150" y="4412225"/>
              <a:ext cx="12550" cy="12550"/>
            </a:xfrm>
            <a:custGeom>
              <a:avLst/>
              <a:gdLst/>
              <a:ahLst/>
              <a:cxnLst/>
              <a:rect l="l" t="t" r="r" b="b"/>
              <a:pathLst>
                <a:path w="502" h="502" extrusionOk="0">
                  <a:moveTo>
                    <a:pt x="250" y="1"/>
                  </a:moveTo>
                  <a:cubicBezTo>
                    <a:pt x="114" y="1"/>
                    <a:pt x="1" y="114"/>
                    <a:pt x="1" y="252"/>
                  </a:cubicBezTo>
                  <a:cubicBezTo>
                    <a:pt x="1" y="388"/>
                    <a:pt x="114" y="502"/>
                    <a:pt x="250" y="502"/>
                  </a:cubicBezTo>
                  <a:cubicBezTo>
                    <a:pt x="388" y="502"/>
                    <a:pt x="502" y="388"/>
                    <a:pt x="502" y="252"/>
                  </a:cubicBezTo>
                  <a:cubicBezTo>
                    <a:pt x="502"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5" name="Google Shape;13995;p31"/>
            <p:cNvSpPr/>
            <p:nvPr/>
          </p:nvSpPr>
          <p:spPr>
            <a:xfrm>
              <a:off x="2054075" y="4412225"/>
              <a:ext cx="12425" cy="12550"/>
            </a:xfrm>
            <a:custGeom>
              <a:avLst/>
              <a:gdLst/>
              <a:ahLst/>
              <a:cxnLst/>
              <a:rect l="l" t="t" r="r" b="b"/>
              <a:pathLst>
                <a:path w="497" h="502" extrusionOk="0">
                  <a:moveTo>
                    <a:pt x="252" y="1"/>
                  </a:moveTo>
                  <a:cubicBezTo>
                    <a:pt x="109" y="1"/>
                    <a:pt x="1" y="114"/>
                    <a:pt x="1" y="252"/>
                  </a:cubicBezTo>
                  <a:cubicBezTo>
                    <a:pt x="1" y="388"/>
                    <a:pt x="109" y="502"/>
                    <a:pt x="252" y="502"/>
                  </a:cubicBezTo>
                  <a:cubicBezTo>
                    <a:pt x="388" y="502"/>
                    <a:pt x="496" y="388"/>
                    <a:pt x="496" y="252"/>
                  </a:cubicBezTo>
                  <a:cubicBezTo>
                    <a:pt x="496"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6" name="Google Shape;13996;p31"/>
            <p:cNvSpPr/>
            <p:nvPr/>
          </p:nvSpPr>
          <p:spPr>
            <a:xfrm>
              <a:off x="2145825" y="4412225"/>
              <a:ext cx="12600" cy="12550"/>
            </a:xfrm>
            <a:custGeom>
              <a:avLst/>
              <a:gdLst/>
              <a:ahLst/>
              <a:cxnLst/>
              <a:rect l="l" t="t" r="r" b="b"/>
              <a:pathLst>
                <a:path w="504" h="502" extrusionOk="0">
                  <a:moveTo>
                    <a:pt x="252" y="1"/>
                  </a:moveTo>
                  <a:cubicBezTo>
                    <a:pt x="116" y="1"/>
                    <a:pt x="1" y="114"/>
                    <a:pt x="1" y="252"/>
                  </a:cubicBezTo>
                  <a:cubicBezTo>
                    <a:pt x="1" y="388"/>
                    <a:pt x="116" y="502"/>
                    <a:pt x="252" y="502"/>
                  </a:cubicBezTo>
                  <a:cubicBezTo>
                    <a:pt x="388" y="502"/>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7" name="Google Shape;13997;p31"/>
            <p:cNvSpPr/>
            <p:nvPr/>
          </p:nvSpPr>
          <p:spPr>
            <a:xfrm>
              <a:off x="2237800" y="4412225"/>
              <a:ext cx="12350" cy="12550"/>
            </a:xfrm>
            <a:custGeom>
              <a:avLst/>
              <a:gdLst/>
              <a:ahLst/>
              <a:cxnLst/>
              <a:rect l="l" t="t" r="r" b="b"/>
              <a:pathLst>
                <a:path w="494" h="502" extrusionOk="0">
                  <a:moveTo>
                    <a:pt x="244" y="1"/>
                  </a:moveTo>
                  <a:cubicBezTo>
                    <a:pt x="107" y="1"/>
                    <a:pt x="0" y="114"/>
                    <a:pt x="0" y="252"/>
                  </a:cubicBezTo>
                  <a:cubicBezTo>
                    <a:pt x="0" y="388"/>
                    <a:pt x="107" y="502"/>
                    <a:pt x="244" y="502"/>
                  </a:cubicBezTo>
                  <a:cubicBezTo>
                    <a:pt x="387" y="502"/>
                    <a:pt x="494" y="388"/>
                    <a:pt x="494" y="252"/>
                  </a:cubicBezTo>
                  <a:cubicBezTo>
                    <a:pt x="494" y="114"/>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8" name="Google Shape;13998;p31"/>
            <p:cNvSpPr/>
            <p:nvPr/>
          </p:nvSpPr>
          <p:spPr>
            <a:xfrm>
              <a:off x="2329550" y="4412225"/>
              <a:ext cx="12575" cy="12550"/>
            </a:xfrm>
            <a:custGeom>
              <a:avLst/>
              <a:gdLst/>
              <a:ahLst/>
              <a:cxnLst/>
              <a:rect l="l" t="t" r="r" b="b"/>
              <a:pathLst>
                <a:path w="503" h="502" extrusionOk="0">
                  <a:moveTo>
                    <a:pt x="251" y="1"/>
                  </a:moveTo>
                  <a:cubicBezTo>
                    <a:pt x="115" y="1"/>
                    <a:pt x="0" y="114"/>
                    <a:pt x="0" y="252"/>
                  </a:cubicBezTo>
                  <a:cubicBezTo>
                    <a:pt x="0" y="388"/>
                    <a:pt x="115" y="502"/>
                    <a:pt x="251" y="502"/>
                  </a:cubicBezTo>
                  <a:cubicBezTo>
                    <a:pt x="387" y="502"/>
                    <a:pt x="502" y="388"/>
                    <a:pt x="502" y="252"/>
                  </a:cubicBezTo>
                  <a:cubicBezTo>
                    <a:pt x="502"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9" name="Google Shape;13999;p31"/>
            <p:cNvSpPr/>
            <p:nvPr/>
          </p:nvSpPr>
          <p:spPr>
            <a:xfrm>
              <a:off x="2421325" y="4412225"/>
              <a:ext cx="12550" cy="12550"/>
            </a:xfrm>
            <a:custGeom>
              <a:avLst/>
              <a:gdLst/>
              <a:ahLst/>
              <a:cxnLst/>
              <a:rect l="l" t="t" r="r" b="b"/>
              <a:pathLst>
                <a:path w="502" h="502" extrusionOk="0">
                  <a:moveTo>
                    <a:pt x="250" y="1"/>
                  </a:moveTo>
                  <a:cubicBezTo>
                    <a:pt x="114" y="1"/>
                    <a:pt x="1" y="114"/>
                    <a:pt x="1" y="252"/>
                  </a:cubicBezTo>
                  <a:cubicBezTo>
                    <a:pt x="1" y="388"/>
                    <a:pt x="114" y="502"/>
                    <a:pt x="250" y="502"/>
                  </a:cubicBezTo>
                  <a:cubicBezTo>
                    <a:pt x="395" y="502"/>
                    <a:pt x="501" y="388"/>
                    <a:pt x="501" y="252"/>
                  </a:cubicBezTo>
                  <a:cubicBezTo>
                    <a:pt x="501" y="114"/>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0" name="Google Shape;14000;p31"/>
            <p:cNvSpPr/>
            <p:nvPr/>
          </p:nvSpPr>
          <p:spPr>
            <a:xfrm>
              <a:off x="2513250" y="4412225"/>
              <a:ext cx="12575" cy="12550"/>
            </a:xfrm>
            <a:custGeom>
              <a:avLst/>
              <a:gdLst/>
              <a:ahLst/>
              <a:cxnLst/>
              <a:rect l="l" t="t" r="r" b="b"/>
              <a:pathLst>
                <a:path w="503" h="502" extrusionOk="0">
                  <a:moveTo>
                    <a:pt x="252" y="1"/>
                  </a:moveTo>
                  <a:cubicBezTo>
                    <a:pt x="109" y="1"/>
                    <a:pt x="0" y="114"/>
                    <a:pt x="0" y="252"/>
                  </a:cubicBezTo>
                  <a:cubicBezTo>
                    <a:pt x="0" y="388"/>
                    <a:pt x="109" y="502"/>
                    <a:pt x="252" y="502"/>
                  </a:cubicBezTo>
                  <a:cubicBezTo>
                    <a:pt x="388" y="502"/>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1" name="Google Shape;14001;p31"/>
            <p:cNvSpPr/>
            <p:nvPr/>
          </p:nvSpPr>
          <p:spPr>
            <a:xfrm>
              <a:off x="2605000" y="4412225"/>
              <a:ext cx="12575" cy="12550"/>
            </a:xfrm>
            <a:custGeom>
              <a:avLst/>
              <a:gdLst/>
              <a:ahLst/>
              <a:cxnLst/>
              <a:rect l="l" t="t" r="r" b="b"/>
              <a:pathLst>
                <a:path w="503" h="502" extrusionOk="0">
                  <a:moveTo>
                    <a:pt x="252" y="1"/>
                  </a:moveTo>
                  <a:cubicBezTo>
                    <a:pt x="116" y="1"/>
                    <a:pt x="0" y="114"/>
                    <a:pt x="0" y="252"/>
                  </a:cubicBezTo>
                  <a:cubicBezTo>
                    <a:pt x="0" y="388"/>
                    <a:pt x="116" y="502"/>
                    <a:pt x="252" y="502"/>
                  </a:cubicBezTo>
                  <a:cubicBezTo>
                    <a:pt x="387" y="502"/>
                    <a:pt x="503" y="388"/>
                    <a:pt x="503" y="252"/>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2" name="Google Shape;14002;p31"/>
            <p:cNvSpPr/>
            <p:nvPr/>
          </p:nvSpPr>
          <p:spPr>
            <a:xfrm>
              <a:off x="2696950" y="4412225"/>
              <a:ext cx="12375" cy="12550"/>
            </a:xfrm>
            <a:custGeom>
              <a:avLst/>
              <a:gdLst/>
              <a:ahLst/>
              <a:cxnLst/>
              <a:rect l="l" t="t" r="r" b="b"/>
              <a:pathLst>
                <a:path w="495" h="502" extrusionOk="0">
                  <a:moveTo>
                    <a:pt x="252" y="1"/>
                  </a:moveTo>
                  <a:cubicBezTo>
                    <a:pt x="108" y="1"/>
                    <a:pt x="1" y="114"/>
                    <a:pt x="1" y="252"/>
                  </a:cubicBezTo>
                  <a:cubicBezTo>
                    <a:pt x="1" y="388"/>
                    <a:pt x="108" y="502"/>
                    <a:pt x="252" y="502"/>
                  </a:cubicBezTo>
                  <a:cubicBezTo>
                    <a:pt x="388" y="502"/>
                    <a:pt x="495" y="388"/>
                    <a:pt x="495" y="252"/>
                  </a:cubicBezTo>
                  <a:cubicBezTo>
                    <a:pt x="495"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3" name="Google Shape;14003;p31"/>
            <p:cNvSpPr/>
            <p:nvPr/>
          </p:nvSpPr>
          <p:spPr>
            <a:xfrm>
              <a:off x="2788700" y="4412225"/>
              <a:ext cx="12600" cy="12550"/>
            </a:xfrm>
            <a:custGeom>
              <a:avLst/>
              <a:gdLst/>
              <a:ahLst/>
              <a:cxnLst/>
              <a:rect l="l" t="t" r="r" b="b"/>
              <a:pathLst>
                <a:path w="504" h="502" extrusionOk="0">
                  <a:moveTo>
                    <a:pt x="252" y="1"/>
                  </a:moveTo>
                  <a:cubicBezTo>
                    <a:pt x="116" y="1"/>
                    <a:pt x="1" y="114"/>
                    <a:pt x="1" y="252"/>
                  </a:cubicBezTo>
                  <a:cubicBezTo>
                    <a:pt x="1" y="388"/>
                    <a:pt x="116" y="502"/>
                    <a:pt x="252" y="502"/>
                  </a:cubicBezTo>
                  <a:cubicBezTo>
                    <a:pt x="388" y="502"/>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4" name="Google Shape;14004;p31"/>
            <p:cNvSpPr/>
            <p:nvPr/>
          </p:nvSpPr>
          <p:spPr>
            <a:xfrm>
              <a:off x="2880675" y="4412225"/>
              <a:ext cx="12375" cy="12550"/>
            </a:xfrm>
            <a:custGeom>
              <a:avLst/>
              <a:gdLst/>
              <a:ahLst/>
              <a:cxnLst/>
              <a:rect l="l" t="t" r="r" b="b"/>
              <a:pathLst>
                <a:path w="495" h="502" extrusionOk="0">
                  <a:moveTo>
                    <a:pt x="243" y="1"/>
                  </a:moveTo>
                  <a:cubicBezTo>
                    <a:pt x="107" y="1"/>
                    <a:pt x="0" y="114"/>
                    <a:pt x="0" y="252"/>
                  </a:cubicBezTo>
                  <a:cubicBezTo>
                    <a:pt x="0" y="388"/>
                    <a:pt x="107" y="502"/>
                    <a:pt x="243" y="502"/>
                  </a:cubicBezTo>
                  <a:cubicBezTo>
                    <a:pt x="387" y="502"/>
                    <a:pt x="494" y="388"/>
                    <a:pt x="494" y="252"/>
                  </a:cubicBezTo>
                  <a:cubicBezTo>
                    <a:pt x="494" y="114"/>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5" name="Google Shape;14005;p31"/>
            <p:cNvSpPr/>
            <p:nvPr/>
          </p:nvSpPr>
          <p:spPr>
            <a:xfrm>
              <a:off x="2972425" y="4412225"/>
              <a:ext cx="12575" cy="12550"/>
            </a:xfrm>
            <a:custGeom>
              <a:avLst/>
              <a:gdLst/>
              <a:ahLst/>
              <a:cxnLst/>
              <a:rect l="l" t="t" r="r" b="b"/>
              <a:pathLst>
                <a:path w="503" h="502" extrusionOk="0">
                  <a:moveTo>
                    <a:pt x="251" y="1"/>
                  </a:moveTo>
                  <a:cubicBezTo>
                    <a:pt x="115" y="1"/>
                    <a:pt x="0" y="114"/>
                    <a:pt x="0" y="252"/>
                  </a:cubicBezTo>
                  <a:cubicBezTo>
                    <a:pt x="0" y="388"/>
                    <a:pt x="115" y="502"/>
                    <a:pt x="251" y="502"/>
                  </a:cubicBezTo>
                  <a:cubicBezTo>
                    <a:pt x="387" y="502"/>
                    <a:pt x="503" y="388"/>
                    <a:pt x="503" y="252"/>
                  </a:cubicBezTo>
                  <a:cubicBezTo>
                    <a:pt x="503"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6" name="Google Shape;14006;p31"/>
            <p:cNvSpPr/>
            <p:nvPr/>
          </p:nvSpPr>
          <p:spPr>
            <a:xfrm>
              <a:off x="3064375" y="4412225"/>
              <a:ext cx="12375" cy="12550"/>
            </a:xfrm>
            <a:custGeom>
              <a:avLst/>
              <a:gdLst/>
              <a:ahLst/>
              <a:cxnLst/>
              <a:rect l="l" t="t" r="r" b="b"/>
              <a:pathLst>
                <a:path w="495" h="502" extrusionOk="0">
                  <a:moveTo>
                    <a:pt x="243" y="1"/>
                  </a:moveTo>
                  <a:cubicBezTo>
                    <a:pt x="107" y="1"/>
                    <a:pt x="1" y="114"/>
                    <a:pt x="1" y="252"/>
                  </a:cubicBezTo>
                  <a:cubicBezTo>
                    <a:pt x="1" y="388"/>
                    <a:pt x="107" y="502"/>
                    <a:pt x="243" y="502"/>
                  </a:cubicBezTo>
                  <a:cubicBezTo>
                    <a:pt x="388" y="502"/>
                    <a:pt x="495" y="388"/>
                    <a:pt x="495" y="252"/>
                  </a:cubicBezTo>
                  <a:cubicBezTo>
                    <a:pt x="495" y="114"/>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7" name="Google Shape;14007;p31"/>
            <p:cNvSpPr/>
            <p:nvPr/>
          </p:nvSpPr>
          <p:spPr>
            <a:xfrm>
              <a:off x="3156125" y="4412225"/>
              <a:ext cx="12600" cy="12550"/>
            </a:xfrm>
            <a:custGeom>
              <a:avLst/>
              <a:gdLst/>
              <a:ahLst/>
              <a:cxnLst/>
              <a:rect l="l" t="t" r="r" b="b"/>
              <a:pathLst>
                <a:path w="504" h="502" extrusionOk="0">
                  <a:moveTo>
                    <a:pt x="252" y="1"/>
                  </a:moveTo>
                  <a:cubicBezTo>
                    <a:pt x="116" y="1"/>
                    <a:pt x="1" y="114"/>
                    <a:pt x="1" y="252"/>
                  </a:cubicBezTo>
                  <a:cubicBezTo>
                    <a:pt x="1" y="388"/>
                    <a:pt x="116" y="502"/>
                    <a:pt x="252" y="502"/>
                  </a:cubicBezTo>
                  <a:cubicBezTo>
                    <a:pt x="388" y="502"/>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8" name="Google Shape;14008;p31"/>
            <p:cNvSpPr/>
            <p:nvPr/>
          </p:nvSpPr>
          <p:spPr>
            <a:xfrm>
              <a:off x="3247875" y="4412225"/>
              <a:ext cx="12575" cy="12550"/>
            </a:xfrm>
            <a:custGeom>
              <a:avLst/>
              <a:gdLst/>
              <a:ahLst/>
              <a:cxnLst/>
              <a:rect l="l" t="t" r="r" b="b"/>
              <a:pathLst>
                <a:path w="503" h="502" extrusionOk="0">
                  <a:moveTo>
                    <a:pt x="252" y="1"/>
                  </a:moveTo>
                  <a:cubicBezTo>
                    <a:pt x="116" y="1"/>
                    <a:pt x="1" y="114"/>
                    <a:pt x="1" y="252"/>
                  </a:cubicBezTo>
                  <a:cubicBezTo>
                    <a:pt x="1" y="388"/>
                    <a:pt x="116" y="502"/>
                    <a:pt x="252" y="502"/>
                  </a:cubicBezTo>
                  <a:cubicBezTo>
                    <a:pt x="388" y="502"/>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9" name="Google Shape;14009;p31"/>
            <p:cNvSpPr/>
            <p:nvPr/>
          </p:nvSpPr>
          <p:spPr>
            <a:xfrm>
              <a:off x="3339850" y="4412225"/>
              <a:ext cx="12525" cy="12550"/>
            </a:xfrm>
            <a:custGeom>
              <a:avLst/>
              <a:gdLst/>
              <a:ahLst/>
              <a:cxnLst/>
              <a:rect l="l" t="t" r="r" b="b"/>
              <a:pathLst>
                <a:path w="501" h="502" extrusionOk="0">
                  <a:moveTo>
                    <a:pt x="251" y="1"/>
                  </a:moveTo>
                  <a:cubicBezTo>
                    <a:pt x="107" y="1"/>
                    <a:pt x="0" y="114"/>
                    <a:pt x="0" y="252"/>
                  </a:cubicBezTo>
                  <a:cubicBezTo>
                    <a:pt x="0" y="388"/>
                    <a:pt x="107" y="502"/>
                    <a:pt x="251" y="502"/>
                  </a:cubicBezTo>
                  <a:cubicBezTo>
                    <a:pt x="387" y="502"/>
                    <a:pt x="501" y="388"/>
                    <a:pt x="501" y="252"/>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0" name="Google Shape;14010;p31"/>
            <p:cNvSpPr/>
            <p:nvPr/>
          </p:nvSpPr>
          <p:spPr>
            <a:xfrm>
              <a:off x="3431575" y="4412225"/>
              <a:ext cx="12600" cy="12550"/>
            </a:xfrm>
            <a:custGeom>
              <a:avLst/>
              <a:gdLst/>
              <a:ahLst/>
              <a:cxnLst/>
              <a:rect l="l" t="t" r="r" b="b"/>
              <a:pathLst>
                <a:path w="504" h="502" extrusionOk="0">
                  <a:moveTo>
                    <a:pt x="252" y="1"/>
                  </a:moveTo>
                  <a:cubicBezTo>
                    <a:pt x="116" y="1"/>
                    <a:pt x="1" y="114"/>
                    <a:pt x="1" y="252"/>
                  </a:cubicBezTo>
                  <a:cubicBezTo>
                    <a:pt x="1" y="388"/>
                    <a:pt x="116" y="502"/>
                    <a:pt x="252" y="502"/>
                  </a:cubicBezTo>
                  <a:cubicBezTo>
                    <a:pt x="388" y="502"/>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1" name="Google Shape;14011;p31"/>
            <p:cNvSpPr/>
            <p:nvPr/>
          </p:nvSpPr>
          <p:spPr>
            <a:xfrm>
              <a:off x="3523550" y="4412225"/>
              <a:ext cx="12375" cy="12550"/>
            </a:xfrm>
            <a:custGeom>
              <a:avLst/>
              <a:gdLst/>
              <a:ahLst/>
              <a:cxnLst/>
              <a:rect l="l" t="t" r="r" b="b"/>
              <a:pathLst>
                <a:path w="495" h="502" extrusionOk="0">
                  <a:moveTo>
                    <a:pt x="250" y="1"/>
                  </a:moveTo>
                  <a:cubicBezTo>
                    <a:pt x="107" y="1"/>
                    <a:pt x="0" y="114"/>
                    <a:pt x="0" y="252"/>
                  </a:cubicBezTo>
                  <a:cubicBezTo>
                    <a:pt x="0" y="388"/>
                    <a:pt x="107" y="502"/>
                    <a:pt x="250" y="502"/>
                  </a:cubicBezTo>
                  <a:cubicBezTo>
                    <a:pt x="388" y="502"/>
                    <a:pt x="494" y="388"/>
                    <a:pt x="494" y="252"/>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2" name="Google Shape;14012;p31"/>
            <p:cNvSpPr/>
            <p:nvPr/>
          </p:nvSpPr>
          <p:spPr>
            <a:xfrm>
              <a:off x="676400" y="4503975"/>
              <a:ext cx="12600" cy="12600"/>
            </a:xfrm>
            <a:custGeom>
              <a:avLst/>
              <a:gdLst/>
              <a:ahLst/>
              <a:cxnLst/>
              <a:rect l="l" t="t" r="r" b="b"/>
              <a:pathLst>
                <a:path w="504" h="504" extrusionOk="0">
                  <a:moveTo>
                    <a:pt x="252" y="1"/>
                  </a:moveTo>
                  <a:cubicBezTo>
                    <a:pt x="116" y="1"/>
                    <a:pt x="1" y="116"/>
                    <a:pt x="1" y="252"/>
                  </a:cubicBezTo>
                  <a:cubicBezTo>
                    <a:pt x="1" y="395"/>
                    <a:pt x="116" y="503"/>
                    <a:pt x="252" y="503"/>
                  </a:cubicBezTo>
                  <a:cubicBezTo>
                    <a:pt x="388" y="503"/>
                    <a:pt x="503" y="395"/>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3" name="Google Shape;14013;p31"/>
            <p:cNvSpPr/>
            <p:nvPr/>
          </p:nvSpPr>
          <p:spPr>
            <a:xfrm>
              <a:off x="768325" y="4503975"/>
              <a:ext cx="12400" cy="12600"/>
            </a:xfrm>
            <a:custGeom>
              <a:avLst/>
              <a:gdLst/>
              <a:ahLst/>
              <a:cxnLst/>
              <a:rect l="l" t="t" r="r" b="b"/>
              <a:pathLst>
                <a:path w="496" h="504" extrusionOk="0">
                  <a:moveTo>
                    <a:pt x="245" y="1"/>
                  </a:moveTo>
                  <a:cubicBezTo>
                    <a:pt x="109" y="1"/>
                    <a:pt x="0" y="116"/>
                    <a:pt x="0" y="252"/>
                  </a:cubicBezTo>
                  <a:cubicBezTo>
                    <a:pt x="0" y="395"/>
                    <a:pt x="109" y="503"/>
                    <a:pt x="245" y="503"/>
                  </a:cubicBezTo>
                  <a:cubicBezTo>
                    <a:pt x="388" y="503"/>
                    <a:pt x="496" y="395"/>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4" name="Google Shape;14014;p31"/>
            <p:cNvSpPr/>
            <p:nvPr/>
          </p:nvSpPr>
          <p:spPr>
            <a:xfrm>
              <a:off x="860125" y="4503975"/>
              <a:ext cx="12525" cy="12600"/>
            </a:xfrm>
            <a:custGeom>
              <a:avLst/>
              <a:gdLst/>
              <a:ahLst/>
              <a:cxnLst/>
              <a:rect l="l" t="t" r="r" b="b"/>
              <a:pathLst>
                <a:path w="501" h="504" extrusionOk="0">
                  <a:moveTo>
                    <a:pt x="251" y="1"/>
                  </a:moveTo>
                  <a:cubicBezTo>
                    <a:pt x="114" y="1"/>
                    <a:pt x="0" y="116"/>
                    <a:pt x="0" y="252"/>
                  </a:cubicBezTo>
                  <a:cubicBezTo>
                    <a:pt x="0" y="395"/>
                    <a:pt x="114" y="503"/>
                    <a:pt x="251" y="503"/>
                  </a:cubicBezTo>
                  <a:cubicBezTo>
                    <a:pt x="387" y="503"/>
                    <a:pt x="501" y="395"/>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5" name="Google Shape;14015;p31"/>
            <p:cNvSpPr/>
            <p:nvPr/>
          </p:nvSpPr>
          <p:spPr>
            <a:xfrm>
              <a:off x="951850" y="4503975"/>
              <a:ext cx="12600" cy="12600"/>
            </a:xfrm>
            <a:custGeom>
              <a:avLst/>
              <a:gdLst/>
              <a:ahLst/>
              <a:cxnLst/>
              <a:rect l="l" t="t" r="r" b="b"/>
              <a:pathLst>
                <a:path w="504" h="504" extrusionOk="0">
                  <a:moveTo>
                    <a:pt x="252" y="1"/>
                  </a:moveTo>
                  <a:cubicBezTo>
                    <a:pt x="116" y="1"/>
                    <a:pt x="1" y="116"/>
                    <a:pt x="1" y="252"/>
                  </a:cubicBezTo>
                  <a:cubicBezTo>
                    <a:pt x="1" y="395"/>
                    <a:pt x="116" y="503"/>
                    <a:pt x="252" y="503"/>
                  </a:cubicBezTo>
                  <a:cubicBezTo>
                    <a:pt x="388" y="503"/>
                    <a:pt x="503" y="395"/>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6" name="Google Shape;14016;p31"/>
            <p:cNvSpPr/>
            <p:nvPr/>
          </p:nvSpPr>
          <p:spPr>
            <a:xfrm>
              <a:off x="1043825" y="4503975"/>
              <a:ext cx="12375" cy="12600"/>
            </a:xfrm>
            <a:custGeom>
              <a:avLst/>
              <a:gdLst/>
              <a:ahLst/>
              <a:cxnLst/>
              <a:rect l="l" t="t" r="r" b="b"/>
              <a:pathLst>
                <a:path w="495" h="504" extrusionOk="0">
                  <a:moveTo>
                    <a:pt x="250" y="1"/>
                  </a:moveTo>
                  <a:cubicBezTo>
                    <a:pt x="107" y="1"/>
                    <a:pt x="0" y="116"/>
                    <a:pt x="0" y="252"/>
                  </a:cubicBezTo>
                  <a:cubicBezTo>
                    <a:pt x="0" y="395"/>
                    <a:pt x="107" y="503"/>
                    <a:pt x="250" y="503"/>
                  </a:cubicBezTo>
                  <a:cubicBezTo>
                    <a:pt x="388" y="503"/>
                    <a:pt x="494" y="395"/>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7" name="Google Shape;14017;p31"/>
            <p:cNvSpPr/>
            <p:nvPr/>
          </p:nvSpPr>
          <p:spPr>
            <a:xfrm>
              <a:off x="1135575" y="4503975"/>
              <a:ext cx="12575" cy="12600"/>
            </a:xfrm>
            <a:custGeom>
              <a:avLst/>
              <a:gdLst/>
              <a:ahLst/>
              <a:cxnLst/>
              <a:rect l="l" t="t" r="r" b="b"/>
              <a:pathLst>
                <a:path w="503" h="504" extrusionOk="0">
                  <a:moveTo>
                    <a:pt x="252" y="1"/>
                  </a:moveTo>
                  <a:cubicBezTo>
                    <a:pt x="116" y="1"/>
                    <a:pt x="0" y="116"/>
                    <a:pt x="0" y="252"/>
                  </a:cubicBezTo>
                  <a:cubicBezTo>
                    <a:pt x="0" y="395"/>
                    <a:pt x="116" y="503"/>
                    <a:pt x="252" y="503"/>
                  </a:cubicBezTo>
                  <a:cubicBezTo>
                    <a:pt x="387" y="503"/>
                    <a:pt x="503" y="395"/>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8" name="Google Shape;14018;p31"/>
            <p:cNvSpPr/>
            <p:nvPr/>
          </p:nvSpPr>
          <p:spPr>
            <a:xfrm>
              <a:off x="1227500" y="4503975"/>
              <a:ext cx="12400" cy="12600"/>
            </a:xfrm>
            <a:custGeom>
              <a:avLst/>
              <a:gdLst/>
              <a:ahLst/>
              <a:cxnLst/>
              <a:rect l="l" t="t" r="r" b="b"/>
              <a:pathLst>
                <a:path w="496" h="504" extrusionOk="0">
                  <a:moveTo>
                    <a:pt x="251" y="1"/>
                  </a:moveTo>
                  <a:cubicBezTo>
                    <a:pt x="109" y="1"/>
                    <a:pt x="0" y="116"/>
                    <a:pt x="0" y="252"/>
                  </a:cubicBezTo>
                  <a:cubicBezTo>
                    <a:pt x="0" y="395"/>
                    <a:pt x="109" y="503"/>
                    <a:pt x="251" y="503"/>
                  </a:cubicBezTo>
                  <a:cubicBezTo>
                    <a:pt x="387" y="503"/>
                    <a:pt x="496" y="395"/>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9" name="Google Shape;14019;p31"/>
            <p:cNvSpPr/>
            <p:nvPr/>
          </p:nvSpPr>
          <p:spPr>
            <a:xfrm>
              <a:off x="1319275" y="4503975"/>
              <a:ext cx="12550" cy="12600"/>
            </a:xfrm>
            <a:custGeom>
              <a:avLst/>
              <a:gdLst/>
              <a:ahLst/>
              <a:cxnLst/>
              <a:rect l="l" t="t" r="r" b="b"/>
              <a:pathLst>
                <a:path w="502" h="504" extrusionOk="0">
                  <a:moveTo>
                    <a:pt x="252" y="1"/>
                  </a:moveTo>
                  <a:cubicBezTo>
                    <a:pt x="114" y="1"/>
                    <a:pt x="1" y="116"/>
                    <a:pt x="1" y="252"/>
                  </a:cubicBezTo>
                  <a:cubicBezTo>
                    <a:pt x="1" y="395"/>
                    <a:pt x="114" y="503"/>
                    <a:pt x="252" y="503"/>
                  </a:cubicBezTo>
                  <a:cubicBezTo>
                    <a:pt x="388" y="503"/>
                    <a:pt x="501" y="395"/>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0" name="Google Shape;14020;p31"/>
            <p:cNvSpPr/>
            <p:nvPr/>
          </p:nvSpPr>
          <p:spPr>
            <a:xfrm>
              <a:off x="1411200" y="4503975"/>
              <a:ext cx="12425" cy="12600"/>
            </a:xfrm>
            <a:custGeom>
              <a:avLst/>
              <a:gdLst/>
              <a:ahLst/>
              <a:cxnLst/>
              <a:rect l="l" t="t" r="r" b="b"/>
              <a:pathLst>
                <a:path w="497" h="504" extrusionOk="0">
                  <a:moveTo>
                    <a:pt x="245" y="1"/>
                  </a:moveTo>
                  <a:cubicBezTo>
                    <a:pt x="109" y="1"/>
                    <a:pt x="1" y="116"/>
                    <a:pt x="1" y="252"/>
                  </a:cubicBezTo>
                  <a:cubicBezTo>
                    <a:pt x="1" y="395"/>
                    <a:pt x="109" y="503"/>
                    <a:pt x="245" y="503"/>
                  </a:cubicBezTo>
                  <a:cubicBezTo>
                    <a:pt x="388" y="503"/>
                    <a:pt x="496" y="395"/>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1" name="Google Shape;14021;p31"/>
            <p:cNvSpPr/>
            <p:nvPr/>
          </p:nvSpPr>
          <p:spPr>
            <a:xfrm>
              <a:off x="1503000" y="4503975"/>
              <a:ext cx="12525" cy="12600"/>
            </a:xfrm>
            <a:custGeom>
              <a:avLst/>
              <a:gdLst/>
              <a:ahLst/>
              <a:cxnLst/>
              <a:rect l="l" t="t" r="r" b="b"/>
              <a:pathLst>
                <a:path w="501" h="504" extrusionOk="0">
                  <a:moveTo>
                    <a:pt x="250" y="1"/>
                  </a:moveTo>
                  <a:cubicBezTo>
                    <a:pt x="114" y="1"/>
                    <a:pt x="0" y="116"/>
                    <a:pt x="0" y="252"/>
                  </a:cubicBezTo>
                  <a:cubicBezTo>
                    <a:pt x="0" y="395"/>
                    <a:pt x="114" y="503"/>
                    <a:pt x="250" y="503"/>
                  </a:cubicBezTo>
                  <a:cubicBezTo>
                    <a:pt x="387" y="503"/>
                    <a:pt x="501" y="395"/>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2" name="Google Shape;14022;p31"/>
            <p:cNvSpPr/>
            <p:nvPr/>
          </p:nvSpPr>
          <p:spPr>
            <a:xfrm>
              <a:off x="1594750" y="4503975"/>
              <a:ext cx="12575" cy="12600"/>
            </a:xfrm>
            <a:custGeom>
              <a:avLst/>
              <a:gdLst/>
              <a:ahLst/>
              <a:cxnLst/>
              <a:rect l="l" t="t" r="r" b="b"/>
              <a:pathLst>
                <a:path w="503" h="504" extrusionOk="0">
                  <a:moveTo>
                    <a:pt x="251" y="1"/>
                  </a:moveTo>
                  <a:cubicBezTo>
                    <a:pt x="115" y="1"/>
                    <a:pt x="0" y="116"/>
                    <a:pt x="0" y="252"/>
                  </a:cubicBezTo>
                  <a:cubicBezTo>
                    <a:pt x="0" y="395"/>
                    <a:pt x="115" y="503"/>
                    <a:pt x="251" y="503"/>
                  </a:cubicBezTo>
                  <a:cubicBezTo>
                    <a:pt x="394" y="503"/>
                    <a:pt x="503" y="395"/>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3" name="Google Shape;14023;p31"/>
            <p:cNvSpPr/>
            <p:nvPr/>
          </p:nvSpPr>
          <p:spPr>
            <a:xfrm>
              <a:off x="1686650" y="4503975"/>
              <a:ext cx="12600" cy="12600"/>
            </a:xfrm>
            <a:custGeom>
              <a:avLst/>
              <a:gdLst/>
              <a:ahLst/>
              <a:cxnLst/>
              <a:rect l="l" t="t" r="r" b="b"/>
              <a:pathLst>
                <a:path w="504" h="504" extrusionOk="0">
                  <a:moveTo>
                    <a:pt x="252" y="1"/>
                  </a:moveTo>
                  <a:cubicBezTo>
                    <a:pt x="116" y="1"/>
                    <a:pt x="1" y="116"/>
                    <a:pt x="1" y="252"/>
                  </a:cubicBezTo>
                  <a:cubicBezTo>
                    <a:pt x="1" y="395"/>
                    <a:pt x="116" y="503"/>
                    <a:pt x="252" y="503"/>
                  </a:cubicBezTo>
                  <a:cubicBezTo>
                    <a:pt x="388" y="503"/>
                    <a:pt x="503" y="395"/>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4" name="Google Shape;14024;p31"/>
            <p:cNvSpPr/>
            <p:nvPr/>
          </p:nvSpPr>
          <p:spPr>
            <a:xfrm>
              <a:off x="1778450" y="4503975"/>
              <a:ext cx="12550" cy="12600"/>
            </a:xfrm>
            <a:custGeom>
              <a:avLst/>
              <a:gdLst/>
              <a:ahLst/>
              <a:cxnLst/>
              <a:rect l="l" t="t" r="r" b="b"/>
              <a:pathLst>
                <a:path w="502" h="504" extrusionOk="0">
                  <a:moveTo>
                    <a:pt x="252" y="1"/>
                  </a:moveTo>
                  <a:cubicBezTo>
                    <a:pt x="114" y="1"/>
                    <a:pt x="1" y="116"/>
                    <a:pt x="1" y="252"/>
                  </a:cubicBezTo>
                  <a:cubicBezTo>
                    <a:pt x="1" y="395"/>
                    <a:pt x="114" y="503"/>
                    <a:pt x="252" y="503"/>
                  </a:cubicBezTo>
                  <a:cubicBezTo>
                    <a:pt x="388" y="503"/>
                    <a:pt x="501" y="395"/>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5" name="Google Shape;14025;p31"/>
            <p:cNvSpPr/>
            <p:nvPr/>
          </p:nvSpPr>
          <p:spPr>
            <a:xfrm>
              <a:off x="1870375" y="4503975"/>
              <a:ext cx="12400" cy="12600"/>
            </a:xfrm>
            <a:custGeom>
              <a:avLst/>
              <a:gdLst/>
              <a:ahLst/>
              <a:cxnLst/>
              <a:rect l="l" t="t" r="r" b="b"/>
              <a:pathLst>
                <a:path w="496" h="504" extrusionOk="0">
                  <a:moveTo>
                    <a:pt x="252" y="1"/>
                  </a:moveTo>
                  <a:cubicBezTo>
                    <a:pt x="109" y="1"/>
                    <a:pt x="0" y="116"/>
                    <a:pt x="0" y="252"/>
                  </a:cubicBezTo>
                  <a:cubicBezTo>
                    <a:pt x="0" y="395"/>
                    <a:pt x="109" y="503"/>
                    <a:pt x="252" y="503"/>
                  </a:cubicBezTo>
                  <a:cubicBezTo>
                    <a:pt x="387" y="503"/>
                    <a:pt x="496" y="395"/>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6" name="Google Shape;14026;p31"/>
            <p:cNvSpPr/>
            <p:nvPr/>
          </p:nvSpPr>
          <p:spPr>
            <a:xfrm>
              <a:off x="1962150" y="4503975"/>
              <a:ext cx="12550" cy="12600"/>
            </a:xfrm>
            <a:custGeom>
              <a:avLst/>
              <a:gdLst/>
              <a:ahLst/>
              <a:cxnLst/>
              <a:rect l="l" t="t" r="r" b="b"/>
              <a:pathLst>
                <a:path w="502" h="504" extrusionOk="0">
                  <a:moveTo>
                    <a:pt x="250" y="1"/>
                  </a:moveTo>
                  <a:cubicBezTo>
                    <a:pt x="114" y="1"/>
                    <a:pt x="1" y="116"/>
                    <a:pt x="1" y="252"/>
                  </a:cubicBezTo>
                  <a:cubicBezTo>
                    <a:pt x="1" y="395"/>
                    <a:pt x="114" y="503"/>
                    <a:pt x="250" y="503"/>
                  </a:cubicBezTo>
                  <a:cubicBezTo>
                    <a:pt x="388" y="503"/>
                    <a:pt x="502" y="395"/>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7" name="Google Shape;14027;p31"/>
            <p:cNvSpPr/>
            <p:nvPr/>
          </p:nvSpPr>
          <p:spPr>
            <a:xfrm>
              <a:off x="2054075" y="4503975"/>
              <a:ext cx="12425" cy="12600"/>
            </a:xfrm>
            <a:custGeom>
              <a:avLst/>
              <a:gdLst/>
              <a:ahLst/>
              <a:cxnLst/>
              <a:rect l="l" t="t" r="r" b="b"/>
              <a:pathLst>
                <a:path w="497" h="504" extrusionOk="0">
                  <a:moveTo>
                    <a:pt x="252" y="1"/>
                  </a:moveTo>
                  <a:cubicBezTo>
                    <a:pt x="109" y="1"/>
                    <a:pt x="1" y="116"/>
                    <a:pt x="1" y="252"/>
                  </a:cubicBezTo>
                  <a:cubicBezTo>
                    <a:pt x="1" y="395"/>
                    <a:pt x="109" y="503"/>
                    <a:pt x="252" y="503"/>
                  </a:cubicBezTo>
                  <a:cubicBezTo>
                    <a:pt x="388" y="503"/>
                    <a:pt x="496" y="395"/>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8" name="Google Shape;14028;p31"/>
            <p:cNvSpPr/>
            <p:nvPr/>
          </p:nvSpPr>
          <p:spPr>
            <a:xfrm>
              <a:off x="2145825" y="4503975"/>
              <a:ext cx="12600" cy="12600"/>
            </a:xfrm>
            <a:custGeom>
              <a:avLst/>
              <a:gdLst/>
              <a:ahLst/>
              <a:cxnLst/>
              <a:rect l="l" t="t" r="r" b="b"/>
              <a:pathLst>
                <a:path w="504" h="504" extrusionOk="0">
                  <a:moveTo>
                    <a:pt x="252" y="1"/>
                  </a:moveTo>
                  <a:cubicBezTo>
                    <a:pt x="116" y="1"/>
                    <a:pt x="1" y="116"/>
                    <a:pt x="1" y="252"/>
                  </a:cubicBezTo>
                  <a:cubicBezTo>
                    <a:pt x="1" y="395"/>
                    <a:pt x="116" y="503"/>
                    <a:pt x="252" y="503"/>
                  </a:cubicBezTo>
                  <a:cubicBezTo>
                    <a:pt x="388" y="503"/>
                    <a:pt x="503" y="395"/>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9" name="Google Shape;14029;p31"/>
            <p:cNvSpPr/>
            <p:nvPr/>
          </p:nvSpPr>
          <p:spPr>
            <a:xfrm>
              <a:off x="2237800" y="4503975"/>
              <a:ext cx="12350" cy="12600"/>
            </a:xfrm>
            <a:custGeom>
              <a:avLst/>
              <a:gdLst/>
              <a:ahLst/>
              <a:cxnLst/>
              <a:rect l="l" t="t" r="r" b="b"/>
              <a:pathLst>
                <a:path w="494" h="504" extrusionOk="0">
                  <a:moveTo>
                    <a:pt x="244" y="1"/>
                  </a:moveTo>
                  <a:cubicBezTo>
                    <a:pt x="107" y="1"/>
                    <a:pt x="0" y="116"/>
                    <a:pt x="0" y="252"/>
                  </a:cubicBezTo>
                  <a:cubicBezTo>
                    <a:pt x="0" y="395"/>
                    <a:pt x="107" y="503"/>
                    <a:pt x="244" y="503"/>
                  </a:cubicBezTo>
                  <a:cubicBezTo>
                    <a:pt x="387" y="503"/>
                    <a:pt x="494" y="395"/>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0" name="Google Shape;14030;p31"/>
            <p:cNvSpPr/>
            <p:nvPr/>
          </p:nvSpPr>
          <p:spPr>
            <a:xfrm>
              <a:off x="2329550" y="4503975"/>
              <a:ext cx="12575" cy="12600"/>
            </a:xfrm>
            <a:custGeom>
              <a:avLst/>
              <a:gdLst/>
              <a:ahLst/>
              <a:cxnLst/>
              <a:rect l="l" t="t" r="r" b="b"/>
              <a:pathLst>
                <a:path w="503" h="504" extrusionOk="0">
                  <a:moveTo>
                    <a:pt x="251" y="1"/>
                  </a:moveTo>
                  <a:cubicBezTo>
                    <a:pt x="115" y="1"/>
                    <a:pt x="0" y="116"/>
                    <a:pt x="0" y="252"/>
                  </a:cubicBezTo>
                  <a:cubicBezTo>
                    <a:pt x="0" y="395"/>
                    <a:pt x="115" y="503"/>
                    <a:pt x="251" y="503"/>
                  </a:cubicBezTo>
                  <a:cubicBezTo>
                    <a:pt x="387" y="503"/>
                    <a:pt x="502" y="395"/>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1" name="Google Shape;14031;p31"/>
            <p:cNvSpPr/>
            <p:nvPr/>
          </p:nvSpPr>
          <p:spPr>
            <a:xfrm>
              <a:off x="2421325" y="4503975"/>
              <a:ext cx="12550" cy="12600"/>
            </a:xfrm>
            <a:custGeom>
              <a:avLst/>
              <a:gdLst/>
              <a:ahLst/>
              <a:cxnLst/>
              <a:rect l="l" t="t" r="r" b="b"/>
              <a:pathLst>
                <a:path w="502" h="504" extrusionOk="0">
                  <a:moveTo>
                    <a:pt x="250" y="1"/>
                  </a:moveTo>
                  <a:cubicBezTo>
                    <a:pt x="114" y="1"/>
                    <a:pt x="1" y="116"/>
                    <a:pt x="1" y="252"/>
                  </a:cubicBezTo>
                  <a:cubicBezTo>
                    <a:pt x="1" y="395"/>
                    <a:pt x="114" y="503"/>
                    <a:pt x="250" y="503"/>
                  </a:cubicBezTo>
                  <a:cubicBezTo>
                    <a:pt x="395" y="503"/>
                    <a:pt x="501" y="395"/>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2" name="Google Shape;14032;p31"/>
            <p:cNvSpPr/>
            <p:nvPr/>
          </p:nvSpPr>
          <p:spPr>
            <a:xfrm>
              <a:off x="2513250" y="4503975"/>
              <a:ext cx="12575" cy="12600"/>
            </a:xfrm>
            <a:custGeom>
              <a:avLst/>
              <a:gdLst/>
              <a:ahLst/>
              <a:cxnLst/>
              <a:rect l="l" t="t" r="r" b="b"/>
              <a:pathLst>
                <a:path w="503" h="504" extrusionOk="0">
                  <a:moveTo>
                    <a:pt x="252" y="1"/>
                  </a:moveTo>
                  <a:cubicBezTo>
                    <a:pt x="109" y="1"/>
                    <a:pt x="0" y="116"/>
                    <a:pt x="0" y="252"/>
                  </a:cubicBezTo>
                  <a:cubicBezTo>
                    <a:pt x="0" y="395"/>
                    <a:pt x="109" y="503"/>
                    <a:pt x="252" y="503"/>
                  </a:cubicBezTo>
                  <a:cubicBezTo>
                    <a:pt x="388" y="503"/>
                    <a:pt x="503" y="395"/>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3" name="Google Shape;14033;p31"/>
            <p:cNvSpPr/>
            <p:nvPr/>
          </p:nvSpPr>
          <p:spPr>
            <a:xfrm>
              <a:off x="2605000" y="4503975"/>
              <a:ext cx="12575" cy="12600"/>
            </a:xfrm>
            <a:custGeom>
              <a:avLst/>
              <a:gdLst/>
              <a:ahLst/>
              <a:cxnLst/>
              <a:rect l="l" t="t" r="r" b="b"/>
              <a:pathLst>
                <a:path w="503" h="504" extrusionOk="0">
                  <a:moveTo>
                    <a:pt x="252" y="1"/>
                  </a:moveTo>
                  <a:cubicBezTo>
                    <a:pt x="116" y="1"/>
                    <a:pt x="0" y="116"/>
                    <a:pt x="0" y="252"/>
                  </a:cubicBezTo>
                  <a:cubicBezTo>
                    <a:pt x="0" y="395"/>
                    <a:pt x="116" y="503"/>
                    <a:pt x="252" y="503"/>
                  </a:cubicBezTo>
                  <a:cubicBezTo>
                    <a:pt x="387" y="503"/>
                    <a:pt x="503" y="395"/>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4" name="Google Shape;14034;p31"/>
            <p:cNvSpPr/>
            <p:nvPr/>
          </p:nvSpPr>
          <p:spPr>
            <a:xfrm>
              <a:off x="2696950" y="4503975"/>
              <a:ext cx="12375" cy="12600"/>
            </a:xfrm>
            <a:custGeom>
              <a:avLst/>
              <a:gdLst/>
              <a:ahLst/>
              <a:cxnLst/>
              <a:rect l="l" t="t" r="r" b="b"/>
              <a:pathLst>
                <a:path w="495" h="504" extrusionOk="0">
                  <a:moveTo>
                    <a:pt x="252" y="1"/>
                  </a:moveTo>
                  <a:cubicBezTo>
                    <a:pt x="108" y="1"/>
                    <a:pt x="1" y="116"/>
                    <a:pt x="1" y="252"/>
                  </a:cubicBezTo>
                  <a:cubicBezTo>
                    <a:pt x="1" y="395"/>
                    <a:pt x="108" y="503"/>
                    <a:pt x="252" y="503"/>
                  </a:cubicBezTo>
                  <a:cubicBezTo>
                    <a:pt x="388" y="503"/>
                    <a:pt x="495" y="395"/>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5" name="Google Shape;14035;p31"/>
            <p:cNvSpPr/>
            <p:nvPr/>
          </p:nvSpPr>
          <p:spPr>
            <a:xfrm>
              <a:off x="2788700" y="4503975"/>
              <a:ext cx="12600" cy="12600"/>
            </a:xfrm>
            <a:custGeom>
              <a:avLst/>
              <a:gdLst/>
              <a:ahLst/>
              <a:cxnLst/>
              <a:rect l="l" t="t" r="r" b="b"/>
              <a:pathLst>
                <a:path w="504" h="504" extrusionOk="0">
                  <a:moveTo>
                    <a:pt x="252" y="1"/>
                  </a:moveTo>
                  <a:cubicBezTo>
                    <a:pt x="116" y="1"/>
                    <a:pt x="1" y="116"/>
                    <a:pt x="1" y="252"/>
                  </a:cubicBezTo>
                  <a:cubicBezTo>
                    <a:pt x="1" y="395"/>
                    <a:pt x="116" y="503"/>
                    <a:pt x="252" y="503"/>
                  </a:cubicBezTo>
                  <a:cubicBezTo>
                    <a:pt x="388" y="503"/>
                    <a:pt x="503" y="395"/>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6" name="Google Shape;14036;p31"/>
            <p:cNvSpPr/>
            <p:nvPr/>
          </p:nvSpPr>
          <p:spPr>
            <a:xfrm>
              <a:off x="2880675" y="4503975"/>
              <a:ext cx="12375" cy="12600"/>
            </a:xfrm>
            <a:custGeom>
              <a:avLst/>
              <a:gdLst/>
              <a:ahLst/>
              <a:cxnLst/>
              <a:rect l="l" t="t" r="r" b="b"/>
              <a:pathLst>
                <a:path w="495" h="504" extrusionOk="0">
                  <a:moveTo>
                    <a:pt x="243" y="1"/>
                  </a:moveTo>
                  <a:cubicBezTo>
                    <a:pt x="107" y="1"/>
                    <a:pt x="0" y="116"/>
                    <a:pt x="0" y="252"/>
                  </a:cubicBezTo>
                  <a:cubicBezTo>
                    <a:pt x="0" y="395"/>
                    <a:pt x="107" y="503"/>
                    <a:pt x="243" y="503"/>
                  </a:cubicBezTo>
                  <a:cubicBezTo>
                    <a:pt x="387" y="503"/>
                    <a:pt x="494" y="395"/>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7" name="Google Shape;14037;p31"/>
            <p:cNvSpPr/>
            <p:nvPr/>
          </p:nvSpPr>
          <p:spPr>
            <a:xfrm>
              <a:off x="2972425" y="4503975"/>
              <a:ext cx="12575" cy="12600"/>
            </a:xfrm>
            <a:custGeom>
              <a:avLst/>
              <a:gdLst/>
              <a:ahLst/>
              <a:cxnLst/>
              <a:rect l="l" t="t" r="r" b="b"/>
              <a:pathLst>
                <a:path w="503" h="504" extrusionOk="0">
                  <a:moveTo>
                    <a:pt x="251" y="1"/>
                  </a:moveTo>
                  <a:cubicBezTo>
                    <a:pt x="115" y="1"/>
                    <a:pt x="0" y="116"/>
                    <a:pt x="0" y="252"/>
                  </a:cubicBezTo>
                  <a:cubicBezTo>
                    <a:pt x="0" y="395"/>
                    <a:pt x="115" y="503"/>
                    <a:pt x="251" y="503"/>
                  </a:cubicBezTo>
                  <a:cubicBezTo>
                    <a:pt x="387" y="503"/>
                    <a:pt x="503" y="395"/>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8" name="Google Shape;14038;p31"/>
            <p:cNvSpPr/>
            <p:nvPr/>
          </p:nvSpPr>
          <p:spPr>
            <a:xfrm>
              <a:off x="3064375" y="4503975"/>
              <a:ext cx="12375" cy="12600"/>
            </a:xfrm>
            <a:custGeom>
              <a:avLst/>
              <a:gdLst/>
              <a:ahLst/>
              <a:cxnLst/>
              <a:rect l="l" t="t" r="r" b="b"/>
              <a:pathLst>
                <a:path w="495" h="504" extrusionOk="0">
                  <a:moveTo>
                    <a:pt x="243" y="1"/>
                  </a:moveTo>
                  <a:cubicBezTo>
                    <a:pt x="107" y="1"/>
                    <a:pt x="1" y="116"/>
                    <a:pt x="1" y="252"/>
                  </a:cubicBezTo>
                  <a:cubicBezTo>
                    <a:pt x="1" y="395"/>
                    <a:pt x="107" y="503"/>
                    <a:pt x="243" y="503"/>
                  </a:cubicBezTo>
                  <a:cubicBezTo>
                    <a:pt x="388" y="503"/>
                    <a:pt x="495" y="395"/>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9" name="Google Shape;14039;p31"/>
            <p:cNvSpPr/>
            <p:nvPr/>
          </p:nvSpPr>
          <p:spPr>
            <a:xfrm>
              <a:off x="3156125" y="4503975"/>
              <a:ext cx="12600" cy="12600"/>
            </a:xfrm>
            <a:custGeom>
              <a:avLst/>
              <a:gdLst/>
              <a:ahLst/>
              <a:cxnLst/>
              <a:rect l="l" t="t" r="r" b="b"/>
              <a:pathLst>
                <a:path w="504" h="504" extrusionOk="0">
                  <a:moveTo>
                    <a:pt x="252" y="1"/>
                  </a:moveTo>
                  <a:cubicBezTo>
                    <a:pt x="116" y="1"/>
                    <a:pt x="1" y="116"/>
                    <a:pt x="1" y="252"/>
                  </a:cubicBezTo>
                  <a:cubicBezTo>
                    <a:pt x="1" y="395"/>
                    <a:pt x="116" y="503"/>
                    <a:pt x="252" y="503"/>
                  </a:cubicBezTo>
                  <a:cubicBezTo>
                    <a:pt x="388" y="503"/>
                    <a:pt x="503" y="395"/>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0" name="Google Shape;14040;p31"/>
            <p:cNvSpPr/>
            <p:nvPr/>
          </p:nvSpPr>
          <p:spPr>
            <a:xfrm>
              <a:off x="3247875" y="4503975"/>
              <a:ext cx="12575" cy="12600"/>
            </a:xfrm>
            <a:custGeom>
              <a:avLst/>
              <a:gdLst/>
              <a:ahLst/>
              <a:cxnLst/>
              <a:rect l="l" t="t" r="r" b="b"/>
              <a:pathLst>
                <a:path w="503" h="504" extrusionOk="0">
                  <a:moveTo>
                    <a:pt x="252" y="1"/>
                  </a:moveTo>
                  <a:cubicBezTo>
                    <a:pt x="116" y="1"/>
                    <a:pt x="1" y="116"/>
                    <a:pt x="1" y="252"/>
                  </a:cubicBezTo>
                  <a:cubicBezTo>
                    <a:pt x="1" y="395"/>
                    <a:pt x="116" y="503"/>
                    <a:pt x="252" y="503"/>
                  </a:cubicBezTo>
                  <a:cubicBezTo>
                    <a:pt x="388" y="503"/>
                    <a:pt x="503" y="395"/>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1" name="Google Shape;14041;p31"/>
            <p:cNvSpPr/>
            <p:nvPr/>
          </p:nvSpPr>
          <p:spPr>
            <a:xfrm>
              <a:off x="3339850" y="4503975"/>
              <a:ext cx="12525" cy="12600"/>
            </a:xfrm>
            <a:custGeom>
              <a:avLst/>
              <a:gdLst/>
              <a:ahLst/>
              <a:cxnLst/>
              <a:rect l="l" t="t" r="r" b="b"/>
              <a:pathLst>
                <a:path w="501" h="504" extrusionOk="0">
                  <a:moveTo>
                    <a:pt x="251" y="1"/>
                  </a:moveTo>
                  <a:cubicBezTo>
                    <a:pt x="107" y="1"/>
                    <a:pt x="0" y="116"/>
                    <a:pt x="0" y="252"/>
                  </a:cubicBezTo>
                  <a:cubicBezTo>
                    <a:pt x="0" y="395"/>
                    <a:pt x="107" y="503"/>
                    <a:pt x="251" y="503"/>
                  </a:cubicBezTo>
                  <a:cubicBezTo>
                    <a:pt x="387" y="503"/>
                    <a:pt x="501" y="395"/>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2" name="Google Shape;14042;p31"/>
            <p:cNvSpPr/>
            <p:nvPr/>
          </p:nvSpPr>
          <p:spPr>
            <a:xfrm>
              <a:off x="3431575" y="4503975"/>
              <a:ext cx="12600" cy="12600"/>
            </a:xfrm>
            <a:custGeom>
              <a:avLst/>
              <a:gdLst/>
              <a:ahLst/>
              <a:cxnLst/>
              <a:rect l="l" t="t" r="r" b="b"/>
              <a:pathLst>
                <a:path w="504" h="504" extrusionOk="0">
                  <a:moveTo>
                    <a:pt x="252" y="1"/>
                  </a:moveTo>
                  <a:cubicBezTo>
                    <a:pt x="116" y="1"/>
                    <a:pt x="1" y="116"/>
                    <a:pt x="1" y="252"/>
                  </a:cubicBezTo>
                  <a:cubicBezTo>
                    <a:pt x="1" y="395"/>
                    <a:pt x="116" y="503"/>
                    <a:pt x="252" y="503"/>
                  </a:cubicBezTo>
                  <a:cubicBezTo>
                    <a:pt x="388" y="503"/>
                    <a:pt x="503" y="395"/>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3" name="Google Shape;14043;p31"/>
            <p:cNvSpPr/>
            <p:nvPr/>
          </p:nvSpPr>
          <p:spPr>
            <a:xfrm>
              <a:off x="3523550" y="4503975"/>
              <a:ext cx="12375" cy="12600"/>
            </a:xfrm>
            <a:custGeom>
              <a:avLst/>
              <a:gdLst/>
              <a:ahLst/>
              <a:cxnLst/>
              <a:rect l="l" t="t" r="r" b="b"/>
              <a:pathLst>
                <a:path w="495" h="504" extrusionOk="0">
                  <a:moveTo>
                    <a:pt x="250" y="1"/>
                  </a:moveTo>
                  <a:cubicBezTo>
                    <a:pt x="107" y="1"/>
                    <a:pt x="0" y="116"/>
                    <a:pt x="0" y="252"/>
                  </a:cubicBezTo>
                  <a:cubicBezTo>
                    <a:pt x="0" y="395"/>
                    <a:pt x="107" y="503"/>
                    <a:pt x="250" y="503"/>
                  </a:cubicBezTo>
                  <a:cubicBezTo>
                    <a:pt x="388" y="503"/>
                    <a:pt x="494" y="395"/>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4" name="Google Shape;14044;p31"/>
            <p:cNvSpPr/>
            <p:nvPr/>
          </p:nvSpPr>
          <p:spPr>
            <a:xfrm>
              <a:off x="676400" y="4595950"/>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5" name="Google Shape;14045;p31"/>
            <p:cNvSpPr/>
            <p:nvPr/>
          </p:nvSpPr>
          <p:spPr>
            <a:xfrm>
              <a:off x="768325" y="4595950"/>
              <a:ext cx="12400" cy="12525"/>
            </a:xfrm>
            <a:custGeom>
              <a:avLst/>
              <a:gdLst/>
              <a:ahLst/>
              <a:cxnLst/>
              <a:rect l="l" t="t" r="r" b="b"/>
              <a:pathLst>
                <a:path w="496" h="501" extrusionOk="0">
                  <a:moveTo>
                    <a:pt x="245" y="0"/>
                  </a:moveTo>
                  <a:cubicBezTo>
                    <a:pt x="109" y="0"/>
                    <a:pt x="0" y="114"/>
                    <a:pt x="0" y="250"/>
                  </a:cubicBezTo>
                  <a:cubicBezTo>
                    <a:pt x="0" y="387"/>
                    <a:pt x="109" y="501"/>
                    <a:pt x="245" y="501"/>
                  </a:cubicBezTo>
                  <a:cubicBezTo>
                    <a:pt x="388" y="501"/>
                    <a:pt x="496" y="387"/>
                    <a:pt x="496" y="250"/>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6" name="Google Shape;14046;p31"/>
            <p:cNvSpPr/>
            <p:nvPr/>
          </p:nvSpPr>
          <p:spPr>
            <a:xfrm>
              <a:off x="860125" y="4595950"/>
              <a:ext cx="12525" cy="12525"/>
            </a:xfrm>
            <a:custGeom>
              <a:avLst/>
              <a:gdLst/>
              <a:ahLst/>
              <a:cxnLst/>
              <a:rect l="l" t="t" r="r" b="b"/>
              <a:pathLst>
                <a:path w="501" h="501" extrusionOk="0">
                  <a:moveTo>
                    <a:pt x="251" y="0"/>
                  </a:moveTo>
                  <a:cubicBezTo>
                    <a:pt x="114" y="0"/>
                    <a:pt x="0" y="114"/>
                    <a:pt x="0" y="250"/>
                  </a:cubicBezTo>
                  <a:cubicBezTo>
                    <a:pt x="0" y="387"/>
                    <a:pt x="114" y="501"/>
                    <a:pt x="251" y="501"/>
                  </a:cubicBezTo>
                  <a:cubicBezTo>
                    <a:pt x="387" y="501"/>
                    <a:pt x="501" y="387"/>
                    <a:pt x="501" y="250"/>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7" name="Google Shape;14047;p31"/>
            <p:cNvSpPr/>
            <p:nvPr/>
          </p:nvSpPr>
          <p:spPr>
            <a:xfrm>
              <a:off x="951850" y="4595950"/>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8" name="Google Shape;14048;p31"/>
            <p:cNvSpPr/>
            <p:nvPr/>
          </p:nvSpPr>
          <p:spPr>
            <a:xfrm>
              <a:off x="1043825" y="4595950"/>
              <a:ext cx="12375" cy="12525"/>
            </a:xfrm>
            <a:custGeom>
              <a:avLst/>
              <a:gdLst/>
              <a:ahLst/>
              <a:cxnLst/>
              <a:rect l="l" t="t" r="r" b="b"/>
              <a:pathLst>
                <a:path w="495" h="501" extrusionOk="0">
                  <a:moveTo>
                    <a:pt x="250" y="0"/>
                  </a:moveTo>
                  <a:cubicBezTo>
                    <a:pt x="107" y="0"/>
                    <a:pt x="0" y="114"/>
                    <a:pt x="0" y="250"/>
                  </a:cubicBezTo>
                  <a:cubicBezTo>
                    <a:pt x="0" y="387"/>
                    <a:pt x="107" y="501"/>
                    <a:pt x="250" y="501"/>
                  </a:cubicBezTo>
                  <a:cubicBezTo>
                    <a:pt x="388" y="501"/>
                    <a:pt x="494" y="387"/>
                    <a:pt x="494" y="250"/>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9" name="Google Shape;14049;p31"/>
            <p:cNvSpPr/>
            <p:nvPr/>
          </p:nvSpPr>
          <p:spPr>
            <a:xfrm>
              <a:off x="1135575" y="4595950"/>
              <a:ext cx="12575" cy="12525"/>
            </a:xfrm>
            <a:custGeom>
              <a:avLst/>
              <a:gdLst/>
              <a:ahLst/>
              <a:cxnLst/>
              <a:rect l="l" t="t" r="r" b="b"/>
              <a:pathLst>
                <a:path w="503" h="501" extrusionOk="0">
                  <a:moveTo>
                    <a:pt x="252" y="0"/>
                  </a:moveTo>
                  <a:cubicBezTo>
                    <a:pt x="116" y="0"/>
                    <a:pt x="0" y="114"/>
                    <a:pt x="0" y="250"/>
                  </a:cubicBezTo>
                  <a:cubicBezTo>
                    <a:pt x="0" y="387"/>
                    <a:pt x="116" y="501"/>
                    <a:pt x="252" y="501"/>
                  </a:cubicBezTo>
                  <a:cubicBezTo>
                    <a:pt x="387" y="501"/>
                    <a:pt x="503" y="387"/>
                    <a:pt x="503" y="250"/>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0" name="Google Shape;14050;p31"/>
            <p:cNvSpPr/>
            <p:nvPr/>
          </p:nvSpPr>
          <p:spPr>
            <a:xfrm>
              <a:off x="1227500" y="4595950"/>
              <a:ext cx="12400" cy="12525"/>
            </a:xfrm>
            <a:custGeom>
              <a:avLst/>
              <a:gdLst/>
              <a:ahLst/>
              <a:cxnLst/>
              <a:rect l="l" t="t" r="r" b="b"/>
              <a:pathLst>
                <a:path w="496" h="501" extrusionOk="0">
                  <a:moveTo>
                    <a:pt x="251" y="0"/>
                  </a:moveTo>
                  <a:cubicBezTo>
                    <a:pt x="109" y="0"/>
                    <a:pt x="0" y="114"/>
                    <a:pt x="0" y="250"/>
                  </a:cubicBezTo>
                  <a:cubicBezTo>
                    <a:pt x="0" y="387"/>
                    <a:pt x="109" y="501"/>
                    <a:pt x="251" y="501"/>
                  </a:cubicBezTo>
                  <a:cubicBezTo>
                    <a:pt x="387" y="501"/>
                    <a:pt x="496" y="387"/>
                    <a:pt x="496" y="250"/>
                  </a:cubicBezTo>
                  <a:cubicBezTo>
                    <a:pt x="496"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1" name="Google Shape;14051;p31"/>
            <p:cNvSpPr/>
            <p:nvPr/>
          </p:nvSpPr>
          <p:spPr>
            <a:xfrm>
              <a:off x="1319275" y="4595950"/>
              <a:ext cx="12550" cy="12525"/>
            </a:xfrm>
            <a:custGeom>
              <a:avLst/>
              <a:gdLst/>
              <a:ahLst/>
              <a:cxnLst/>
              <a:rect l="l" t="t" r="r" b="b"/>
              <a:pathLst>
                <a:path w="502" h="501" extrusionOk="0">
                  <a:moveTo>
                    <a:pt x="252" y="0"/>
                  </a:moveTo>
                  <a:cubicBezTo>
                    <a:pt x="114" y="0"/>
                    <a:pt x="1" y="114"/>
                    <a:pt x="1" y="250"/>
                  </a:cubicBezTo>
                  <a:cubicBezTo>
                    <a:pt x="1" y="387"/>
                    <a:pt x="114" y="501"/>
                    <a:pt x="252" y="501"/>
                  </a:cubicBezTo>
                  <a:cubicBezTo>
                    <a:pt x="388" y="501"/>
                    <a:pt x="501" y="387"/>
                    <a:pt x="501" y="250"/>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2" name="Google Shape;14052;p31"/>
            <p:cNvSpPr/>
            <p:nvPr/>
          </p:nvSpPr>
          <p:spPr>
            <a:xfrm>
              <a:off x="1411200" y="4595950"/>
              <a:ext cx="12425" cy="12525"/>
            </a:xfrm>
            <a:custGeom>
              <a:avLst/>
              <a:gdLst/>
              <a:ahLst/>
              <a:cxnLst/>
              <a:rect l="l" t="t" r="r" b="b"/>
              <a:pathLst>
                <a:path w="497" h="501" extrusionOk="0">
                  <a:moveTo>
                    <a:pt x="245" y="0"/>
                  </a:moveTo>
                  <a:cubicBezTo>
                    <a:pt x="109" y="0"/>
                    <a:pt x="1" y="114"/>
                    <a:pt x="1" y="250"/>
                  </a:cubicBezTo>
                  <a:cubicBezTo>
                    <a:pt x="1" y="387"/>
                    <a:pt x="109" y="501"/>
                    <a:pt x="245" y="501"/>
                  </a:cubicBezTo>
                  <a:cubicBezTo>
                    <a:pt x="388" y="501"/>
                    <a:pt x="496" y="387"/>
                    <a:pt x="496" y="250"/>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3" name="Google Shape;14053;p31"/>
            <p:cNvSpPr/>
            <p:nvPr/>
          </p:nvSpPr>
          <p:spPr>
            <a:xfrm>
              <a:off x="1503000" y="4595950"/>
              <a:ext cx="12525" cy="12525"/>
            </a:xfrm>
            <a:custGeom>
              <a:avLst/>
              <a:gdLst/>
              <a:ahLst/>
              <a:cxnLst/>
              <a:rect l="l" t="t" r="r" b="b"/>
              <a:pathLst>
                <a:path w="501" h="501" extrusionOk="0">
                  <a:moveTo>
                    <a:pt x="250" y="0"/>
                  </a:moveTo>
                  <a:cubicBezTo>
                    <a:pt x="114" y="0"/>
                    <a:pt x="0" y="114"/>
                    <a:pt x="0" y="250"/>
                  </a:cubicBezTo>
                  <a:cubicBezTo>
                    <a:pt x="0" y="387"/>
                    <a:pt x="114" y="501"/>
                    <a:pt x="250" y="501"/>
                  </a:cubicBezTo>
                  <a:cubicBezTo>
                    <a:pt x="387" y="501"/>
                    <a:pt x="501" y="387"/>
                    <a:pt x="501" y="250"/>
                  </a:cubicBezTo>
                  <a:cubicBezTo>
                    <a:pt x="501" y="114"/>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4" name="Google Shape;14054;p31"/>
            <p:cNvSpPr/>
            <p:nvPr/>
          </p:nvSpPr>
          <p:spPr>
            <a:xfrm>
              <a:off x="1594750" y="4595950"/>
              <a:ext cx="12575" cy="12525"/>
            </a:xfrm>
            <a:custGeom>
              <a:avLst/>
              <a:gdLst/>
              <a:ahLst/>
              <a:cxnLst/>
              <a:rect l="l" t="t" r="r" b="b"/>
              <a:pathLst>
                <a:path w="503" h="501" extrusionOk="0">
                  <a:moveTo>
                    <a:pt x="251" y="0"/>
                  </a:moveTo>
                  <a:cubicBezTo>
                    <a:pt x="115" y="0"/>
                    <a:pt x="0" y="114"/>
                    <a:pt x="0" y="250"/>
                  </a:cubicBezTo>
                  <a:cubicBezTo>
                    <a:pt x="0" y="387"/>
                    <a:pt x="115" y="501"/>
                    <a:pt x="251" y="501"/>
                  </a:cubicBezTo>
                  <a:cubicBezTo>
                    <a:pt x="394" y="501"/>
                    <a:pt x="503" y="387"/>
                    <a:pt x="503" y="250"/>
                  </a:cubicBezTo>
                  <a:cubicBezTo>
                    <a:pt x="503" y="114"/>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5" name="Google Shape;14055;p31"/>
            <p:cNvSpPr/>
            <p:nvPr/>
          </p:nvSpPr>
          <p:spPr>
            <a:xfrm>
              <a:off x="1686650" y="4595950"/>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6" name="Google Shape;14056;p31"/>
            <p:cNvSpPr/>
            <p:nvPr/>
          </p:nvSpPr>
          <p:spPr>
            <a:xfrm>
              <a:off x="1778450" y="4595950"/>
              <a:ext cx="12550" cy="12525"/>
            </a:xfrm>
            <a:custGeom>
              <a:avLst/>
              <a:gdLst/>
              <a:ahLst/>
              <a:cxnLst/>
              <a:rect l="l" t="t" r="r" b="b"/>
              <a:pathLst>
                <a:path w="502" h="501" extrusionOk="0">
                  <a:moveTo>
                    <a:pt x="252" y="0"/>
                  </a:moveTo>
                  <a:cubicBezTo>
                    <a:pt x="114" y="0"/>
                    <a:pt x="1" y="114"/>
                    <a:pt x="1" y="250"/>
                  </a:cubicBezTo>
                  <a:cubicBezTo>
                    <a:pt x="1" y="387"/>
                    <a:pt x="114" y="501"/>
                    <a:pt x="252" y="501"/>
                  </a:cubicBezTo>
                  <a:cubicBezTo>
                    <a:pt x="388" y="501"/>
                    <a:pt x="501" y="387"/>
                    <a:pt x="501" y="250"/>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7" name="Google Shape;14057;p31"/>
            <p:cNvSpPr/>
            <p:nvPr/>
          </p:nvSpPr>
          <p:spPr>
            <a:xfrm>
              <a:off x="1870375" y="4595950"/>
              <a:ext cx="12400" cy="12525"/>
            </a:xfrm>
            <a:custGeom>
              <a:avLst/>
              <a:gdLst/>
              <a:ahLst/>
              <a:cxnLst/>
              <a:rect l="l" t="t" r="r" b="b"/>
              <a:pathLst>
                <a:path w="496" h="501" extrusionOk="0">
                  <a:moveTo>
                    <a:pt x="252" y="0"/>
                  </a:moveTo>
                  <a:cubicBezTo>
                    <a:pt x="109" y="0"/>
                    <a:pt x="0" y="114"/>
                    <a:pt x="0" y="250"/>
                  </a:cubicBezTo>
                  <a:cubicBezTo>
                    <a:pt x="0" y="387"/>
                    <a:pt x="109" y="501"/>
                    <a:pt x="252" y="501"/>
                  </a:cubicBezTo>
                  <a:cubicBezTo>
                    <a:pt x="387" y="501"/>
                    <a:pt x="496" y="387"/>
                    <a:pt x="496" y="250"/>
                  </a:cubicBezTo>
                  <a:cubicBezTo>
                    <a:pt x="496"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8" name="Google Shape;14058;p31"/>
            <p:cNvSpPr/>
            <p:nvPr/>
          </p:nvSpPr>
          <p:spPr>
            <a:xfrm>
              <a:off x="1962150" y="4595950"/>
              <a:ext cx="12550" cy="12525"/>
            </a:xfrm>
            <a:custGeom>
              <a:avLst/>
              <a:gdLst/>
              <a:ahLst/>
              <a:cxnLst/>
              <a:rect l="l" t="t" r="r" b="b"/>
              <a:pathLst>
                <a:path w="502" h="501" extrusionOk="0">
                  <a:moveTo>
                    <a:pt x="250" y="0"/>
                  </a:moveTo>
                  <a:cubicBezTo>
                    <a:pt x="114" y="0"/>
                    <a:pt x="1" y="114"/>
                    <a:pt x="1" y="250"/>
                  </a:cubicBezTo>
                  <a:cubicBezTo>
                    <a:pt x="1" y="387"/>
                    <a:pt x="114" y="501"/>
                    <a:pt x="250" y="501"/>
                  </a:cubicBezTo>
                  <a:cubicBezTo>
                    <a:pt x="388" y="501"/>
                    <a:pt x="502" y="387"/>
                    <a:pt x="502" y="250"/>
                  </a:cubicBezTo>
                  <a:cubicBezTo>
                    <a:pt x="502"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9" name="Google Shape;14059;p31"/>
            <p:cNvSpPr/>
            <p:nvPr/>
          </p:nvSpPr>
          <p:spPr>
            <a:xfrm>
              <a:off x="2054075" y="4595950"/>
              <a:ext cx="12425" cy="12525"/>
            </a:xfrm>
            <a:custGeom>
              <a:avLst/>
              <a:gdLst/>
              <a:ahLst/>
              <a:cxnLst/>
              <a:rect l="l" t="t" r="r" b="b"/>
              <a:pathLst>
                <a:path w="497" h="501" extrusionOk="0">
                  <a:moveTo>
                    <a:pt x="252" y="0"/>
                  </a:moveTo>
                  <a:cubicBezTo>
                    <a:pt x="109" y="0"/>
                    <a:pt x="1" y="114"/>
                    <a:pt x="1" y="250"/>
                  </a:cubicBezTo>
                  <a:cubicBezTo>
                    <a:pt x="1" y="387"/>
                    <a:pt x="109" y="501"/>
                    <a:pt x="252" y="501"/>
                  </a:cubicBezTo>
                  <a:cubicBezTo>
                    <a:pt x="388" y="501"/>
                    <a:pt x="496" y="387"/>
                    <a:pt x="496" y="250"/>
                  </a:cubicBezTo>
                  <a:cubicBezTo>
                    <a:pt x="496"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0" name="Google Shape;14060;p31"/>
            <p:cNvSpPr/>
            <p:nvPr/>
          </p:nvSpPr>
          <p:spPr>
            <a:xfrm>
              <a:off x="2145825" y="4595950"/>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1" name="Google Shape;14061;p31"/>
            <p:cNvSpPr/>
            <p:nvPr/>
          </p:nvSpPr>
          <p:spPr>
            <a:xfrm>
              <a:off x="2237800" y="4595950"/>
              <a:ext cx="12350" cy="12525"/>
            </a:xfrm>
            <a:custGeom>
              <a:avLst/>
              <a:gdLst/>
              <a:ahLst/>
              <a:cxnLst/>
              <a:rect l="l" t="t" r="r" b="b"/>
              <a:pathLst>
                <a:path w="494" h="501" extrusionOk="0">
                  <a:moveTo>
                    <a:pt x="244" y="0"/>
                  </a:moveTo>
                  <a:cubicBezTo>
                    <a:pt x="107" y="0"/>
                    <a:pt x="0" y="114"/>
                    <a:pt x="0" y="250"/>
                  </a:cubicBezTo>
                  <a:cubicBezTo>
                    <a:pt x="0" y="387"/>
                    <a:pt x="107" y="501"/>
                    <a:pt x="244" y="501"/>
                  </a:cubicBezTo>
                  <a:cubicBezTo>
                    <a:pt x="387" y="501"/>
                    <a:pt x="494" y="387"/>
                    <a:pt x="494" y="250"/>
                  </a:cubicBezTo>
                  <a:cubicBezTo>
                    <a:pt x="494" y="114"/>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2" name="Google Shape;14062;p31"/>
            <p:cNvSpPr/>
            <p:nvPr/>
          </p:nvSpPr>
          <p:spPr>
            <a:xfrm>
              <a:off x="2329550" y="4595950"/>
              <a:ext cx="12575" cy="12525"/>
            </a:xfrm>
            <a:custGeom>
              <a:avLst/>
              <a:gdLst/>
              <a:ahLst/>
              <a:cxnLst/>
              <a:rect l="l" t="t" r="r" b="b"/>
              <a:pathLst>
                <a:path w="503" h="501" extrusionOk="0">
                  <a:moveTo>
                    <a:pt x="251" y="0"/>
                  </a:moveTo>
                  <a:cubicBezTo>
                    <a:pt x="115" y="0"/>
                    <a:pt x="0" y="114"/>
                    <a:pt x="0" y="250"/>
                  </a:cubicBezTo>
                  <a:cubicBezTo>
                    <a:pt x="0" y="387"/>
                    <a:pt x="115" y="501"/>
                    <a:pt x="251" y="501"/>
                  </a:cubicBezTo>
                  <a:cubicBezTo>
                    <a:pt x="387" y="501"/>
                    <a:pt x="502" y="387"/>
                    <a:pt x="502" y="250"/>
                  </a:cubicBezTo>
                  <a:cubicBezTo>
                    <a:pt x="502"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3" name="Google Shape;14063;p31"/>
            <p:cNvSpPr/>
            <p:nvPr/>
          </p:nvSpPr>
          <p:spPr>
            <a:xfrm>
              <a:off x="2421325" y="4595950"/>
              <a:ext cx="12550" cy="12525"/>
            </a:xfrm>
            <a:custGeom>
              <a:avLst/>
              <a:gdLst/>
              <a:ahLst/>
              <a:cxnLst/>
              <a:rect l="l" t="t" r="r" b="b"/>
              <a:pathLst>
                <a:path w="502" h="501" extrusionOk="0">
                  <a:moveTo>
                    <a:pt x="250" y="0"/>
                  </a:moveTo>
                  <a:cubicBezTo>
                    <a:pt x="114" y="0"/>
                    <a:pt x="1" y="114"/>
                    <a:pt x="1" y="250"/>
                  </a:cubicBezTo>
                  <a:cubicBezTo>
                    <a:pt x="1" y="387"/>
                    <a:pt x="114" y="501"/>
                    <a:pt x="250" y="501"/>
                  </a:cubicBezTo>
                  <a:cubicBezTo>
                    <a:pt x="395" y="501"/>
                    <a:pt x="501" y="387"/>
                    <a:pt x="501" y="250"/>
                  </a:cubicBezTo>
                  <a:cubicBezTo>
                    <a:pt x="501" y="114"/>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4" name="Google Shape;14064;p31"/>
            <p:cNvSpPr/>
            <p:nvPr/>
          </p:nvSpPr>
          <p:spPr>
            <a:xfrm>
              <a:off x="2513250" y="4595950"/>
              <a:ext cx="12575" cy="12525"/>
            </a:xfrm>
            <a:custGeom>
              <a:avLst/>
              <a:gdLst/>
              <a:ahLst/>
              <a:cxnLst/>
              <a:rect l="l" t="t" r="r" b="b"/>
              <a:pathLst>
                <a:path w="503" h="501" extrusionOk="0">
                  <a:moveTo>
                    <a:pt x="252" y="0"/>
                  </a:moveTo>
                  <a:cubicBezTo>
                    <a:pt x="109" y="0"/>
                    <a:pt x="0" y="114"/>
                    <a:pt x="0" y="250"/>
                  </a:cubicBezTo>
                  <a:cubicBezTo>
                    <a:pt x="0" y="387"/>
                    <a:pt x="109"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5" name="Google Shape;14065;p31"/>
            <p:cNvSpPr/>
            <p:nvPr/>
          </p:nvSpPr>
          <p:spPr>
            <a:xfrm>
              <a:off x="2605000" y="4595950"/>
              <a:ext cx="12575" cy="12525"/>
            </a:xfrm>
            <a:custGeom>
              <a:avLst/>
              <a:gdLst/>
              <a:ahLst/>
              <a:cxnLst/>
              <a:rect l="l" t="t" r="r" b="b"/>
              <a:pathLst>
                <a:path w="503" h="501" extrusionOk="0">
                  <a:moveTo>
                    <a:pt x="252" y="0"/>
                  </a:moveTo>
                  <a:cubicBezTo>
                    <a:pt x="116" y="0"/>
                    <a:pt x="0" y="114"/>
                    <a:pt x="0" y="250"/>
                  </a:cubicBezTo>
                  <a:cubicBezTo>
                    <a:pt x="0" y="387"/>
                    <a:pt x="116" y="501"/>
                    <a:pt x="252" y="501"/>
                  </a:cubicBezTo>
                  <a:cubicBezTo>
                    <a:pt x="387" y="501"/>
                    <a:pt x="503" y="387"/>
                    <a:pt x="503" y="250"/>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6" name="Google Shape;14066;p31"/>
            <p:cNvSpPr/>
            <p:nvPr/>
          </p:nvSpPr>
          <p:spPr>
            <a:xfrm>
              <a:off x="2696950" y="4595950"/>
              <a:ext cx="12375" cy="12525"/>
            </a:xfrm>
            <a:custGeom>
              <a:avLst/>
              <a:gdLst/>
              <a:ahLst/>
              <a:cxnLst/>
              <a:rect l="l" t="t" r="r" b="b"/>
              <a:pathLst>
                <a:path w="495" h="501" extrusionOk="0">
                  <a:moveTo>
                    <a:pt x="252" y="0"/>
                  </a:moveTo>
                  <a:cubicBezTo>
                    <a:pt x="108" y="0"/>
                    <a:pt x="1" y="114"/>
                    <a:pt x="1" y="250"/>
                  </a:cubicBezTo>
                  <a:cubicBezTo>
                    <a:pt x="1" y="387"/>
                    <a:pt x="108" y="501"/>
                    <a:pt x="252" y="501"/>
                  </a:cubicBezTo>
                  <a:cubicBezTo>
                    <a:pt x="388" y="501"/>
                    <a:pt x="495" y="387"/>
                    <a:pt x="495" y="250"/>
                  </a:cubicBezTo>
                  <a:cubicBezTo>
                    <a:pt x="495"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7" name="Google Shape;14067;p31"/>
            <p:cNvSpPr/>
            <p:nvPr/>
          </p:nvSpPr>
          <p:spPr>
            <a:xfrm>
              <a:off x="2788700" y="4595950"/>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8" name="Google Shape;14068;p31"/>
            <p:cNvSpPr/>
            <p:nvPr/>
          </p:nvSpPr>
          <p:spPr>
            <a:xfrm>
              <a:off x="2880675" y="4595950"/>
              <a:ext cx="12375" cy="12525"/>
            </a:xfrm>
            <a:custGeom>
              <a:avLst/>
              <a:gdLst/>
              <a:ahLst/>
              <a:cxnLst/>
              <a:rect l="l" t="t" r="r" b="b"/>
              <a:pathLst>
                <a:path w="495" h="501" extrusionOk="0">
                  <a:moveTo>
                    <a:pt x="243" y="0"/>
                  </a:moveTo>
                  <a:cubicBezTo>
                    <a:pt x="107" y="0"/>
                    <a:pt x="0" y="114"/>
                    <a:pt x="0" y="250"/>
                  </a:cubicBezTo>
                  <a:cubicBezTo>
                    <a:pt x="0" y="387"/>
                    <a:pt x="107" y="501"/>
                    <a:pt x="243" y="501"/>
                  </a:cubicBezTo>
                  <a:cubicBezTo>
                    <a:pt x="387" y="501"/>
                    <a:pt x="494" y="387"/>
                    <a:pt x="494" y="250"/>
                  </a:cubicBezTo>
                  <a:cubicBezTo>
                    <a:pt x="494" y="114"/>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9" name="Google Shape;14069;p31"/>
            <p:cNvSpPr/>
            <p:nvPr/>
          </p:nvSpPr>
          <p:spPr>
            <a:xfrm>
              <a:off x="2972425" y="4595950"/>
              <a:ext cx="12575" cy="12525"/>
            </a:xfrm>
            <a:custGeom>
              <a:avLst/>
              <a:gdLst/>
              <a:ahLst/>
              <a:cxnLst/>
              <a:rect l="l" t="t" r="r" b="b"/>
              <a:pathLst>
                <a:path w="503" h="501" extrusionOk="0">
                  <a:moveTo>
                    <a:pt x="251" y="0"/>
                  </a:moveTo>
                  <a:cubicBezTo>
                    <a:pt x="115" y="0"/>
                    <a:pt x="0" y="114"/>
                    <a:pt x="0" y="250"/>
                  </a:cubicBezTo>
                  <a:cubicBezTo>
                    <a:pt x="0" y="387"/>
                    <a:pt x="115" y="501"/>
                    <a:pt x="251" y="501"/>
                  </a:cubicBezTo>
                  <a:cubicBezTo>
                    <a:pt x="387" y="501"/>
                    <a:pt x="503" y="387"/>
                    <a:pt x="503" y="250"/>
                  </a:cubicBezTo>
                  <a:cubicBezTo>
                    <a:pt x="503"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0" name="Google Shape;14070;p31"/>
            <p:cNvSpPr/>
            <p:nvPr/>
          </p:nvSpPr>
          <p:spPr>
            <a:xfrm>
              <a:off x="3064375" y="4595950"/>
              <a:ext cx="12375" cy="12525"/>
            </a:xfrm>
            <a:custGeom>
              <a:avLst/>
              <a:gdLst/>
              <a:ahLst/>
              <a:cxnLst/>
              <a:rect l="l" t="t" r="r" b="b"/>
              <a:pathLst>
                <a:path w="495" h="501" extrusionOk="0">
                  <a:moveTo>
                    <a:pt x="243" y="0"/>
                  </a:moveTo>
                  <a:cubicBezTo>
                    <a:pt x="107" y="0"/>
                    <a:pt x="1" y="114"/>
                    <a:pt x="1" y="250"/>
                  </a:cubicBezTo>
                  <a:cubicBezTo>
                    <a:pt x="1" y="387"/>
                    <a:pt x="107" y="501"/>
                    <a:pt x="243" y="501"/>
                  </a:cubicBezTo>
                  <a:cubicBezTo>
                    <a:pt x="388" y="501"/>
                    <a:pt x="495" y="387"/>
                    <a:pt x="495" y="250"/>
                  </a:cubicBezTo>
                  <a:cubicBezTo>
                    <a:pt x="495" y="114"/>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1" name="Google Shape;14071;p31"/>
            <p:cNvSpPr/>
            <p:nvPr/>
          </p:nvSpPr>
          <p:spPr>
            <a:xfrm>
              <a:off x="3156125" y="4595950"/>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2" name="Google Shape;14072;p31"/>
            <p:cNvSpPr/>
            <p:nvPr/>
          </p:nvSpPr>
          <p:spPr>
            <a:xfrm>
              <a:off x="3247875" y="4595950"/>
              <a:ext cx="12575" cy="12525"/>
            </a:xfrm>
            <a:custGeom>
              <a:avLst/>
              <a:gdLst/>
              <a:ahLst/>
              <a:cxnLst/>
              <a:rect l="l" t="t" r="r" b="b"/>
              <a:pathLst>
                <a:path w="503"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3" name="Google Shape;14073;p31"/>
            <p:cNvSpPr/>
            <p:nvPr/>
          </p:nvSpPr>
          <p:spPr>
            <a:xfrm>
              <a:off x="3339850" y="4595950"/>
              <a:ext cx="12525" cy="12525"/>
            </a:xfrm>
            <a:custGeom>
              <a:avLst/>
              <a:gdLst/>
              <a:ahLst/>
              <a:cxnLst/>
              <a:rect l="l" t="t" r="r" b="b"/>
              <a:pathLst>
                <a:path w="501" h="501" extrusionOk="0">
                  <a:moveTo>
                    <a:pt x="251" y="0"/>
                  </a:moveTo>
                  <a:cubicBezTo>
                    <a:pt x="107" y="0"/>
                    <a:pt x="0" y="114"/>
                    <a:pt x="0" y="250"/>
                  </a:cubicBezTo>
                  <a:cubicBezTo>
                    <a:pt x="0" y="387"/>
                    <a:pt x="107" y="501"/>
                    <a:pt x="251" y="501"/>
                  </a:cubicBezTo>
                  <a:cubicBezTo>
                    <a:pt x="387" y="501"/>
                    <a:pt x="501" y="387"/>
                    <a:pt x="501" y="250"/>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4" name="Google Shape;14074;p31"/>
            <p:cNvSpPr/>
            <p:nvPr/>
          </p:nvSpPr>
          <p:spPr>
            <a:xfrm>
              <a:off x="3431575" y="4595950"/>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5" name="Google Shape;14075;p31"/>
            <p:cNvSpPr/>
            <p:nvPr/>
          </p:nvSpPr>
          <p:spPr>
            <a:xfrm>
              <a:off x="3523550" y="4595950"/>
              <a:ext cx="12375" cy="12525"/>
            </a:xfrm>
            <a:custGeom>
              <a:avLst/>
              <a:gdLst/>
              <a:ahLst/>
              <a:cxnLst/>
              <a:rect l="l" t="t" r="r" b="b"/>
              <a:pathLst>
                <a:path w="495" h="501" extrusionOk="0">
                  <a:moveTo>
                    <a:pt x="250" y="0"/>
                  </a:moveTo>
                  <a:cubicBezTo>
                    <a:pt x="107" y="0"/>
                    <a:pt x="0" y="114"/>
                    <a:pt x="0" y="250"/>
                  </a:cubicBezTo>
                  <a:cubicBezTo>
                    <a:pt x="0" y="387"/>
                    <a:pt x="107" y="501"/>
                    <a:pt x="250" y="501"/>
                  </a:cubicBezTo>
                  <a:cubicBezTo>
                    <a:pt x="388" y="501"/>
                    <a:pt x="494" y="387"/>
                    <a:pt x="494" y="250"/>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6" name="Google Shape;14076;p31"/>
            <p:cNvSpPr/>
            <p:nvPr/>
          </p:nvSpPr>
          <p:spPr>
            <a:xfrm>
              <a:off x="676400" y="46877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7" name="Google Shape;14077;p31"/>
            <p:cNvSpPr/>
            <p:nvPr/>
          </p:nvSpPr>
          <p:spPr>
            <a:xfrm>
              <a:off x="768325" y="4687700"/>
              <a:ext cx="12400" cy="12575"/>
            </a:xfrm>
            <a:custGeom>
              <a:avLst/>
              <a:gdLst/>
              <a:ahLst/>
              <a:cxnLst/>
              <a:rect l="l" t="t" r="r" b="b"/>
              <a:pathLst>
                <a:path w="496" h="503" extrusionOk="0">
                  <a:moveTo>
                    <a:pt x="245" y="0"/>
                  </a:moveTo>
                  <a:cubicBezTo>
                    <a:pt x="109" y="0"/>
                    <a:pt x="0" y="115"/>
                    <a:pt x="0" y="251"/>
                  </a:cubicBezTo>
                  <a:cubicBezTo>
                    <a:pt x="0" y="387"/>
                    <a:pt x="109" y="503"/>
                    <a:pt x="245" y="503"/>
                  </a:cubicBezTo>
                  <a:cubicBezTo>
                    <a:pt x="388" y="503"/>
                    <a:pt x="496" y="387"/>
                    <a:pt x="496" y="251"/>
                  </a:cubicBezTo>
                  <a:cubicBezTo>
                    <a:pt x="496" y="115"/>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8" name="Google Shape;14078;p31"/>
            <p:cNvSpPr/>
            <p:nvPr/>
          </p:nvSpPr>
          <p:spPr>
            <a:xfrm>
              <a:off x="860125" y="4687700"/>
              <a:ext cx="12525" cy="12575"/>
            </a:xfrm>
            <a:custGeom>
              <a:avLst/>
              <a:gdLst/>
              <a:ahLst/>
              <a:cxnLst/>
              <a:rect l="l" t="t" r="r" b="b"/>
              <a:pathLst>
                <a:path w="501" h="503" extrusionOk="0">
                  <a:moveTo>
                    <a:pt x="251" y="0"/>
                  </a:moveTo>
                  <a:cubicBezTo>
                    <a:pt x="114" y="0"/>
                    <a:pt x="0" y="115"/>
                    <a:pt x="0" y="251"/>
                  </a:cubicBezTo>
                  <a:cubicBezTo>
                    <a:pt x="0" y="387"/>
                    <a:pt x="114" y="503"/>
                    <a:pt x="251" y="503"/>
                  </a:cubicBezTo>
                  <a:cubicBezTo>
                    <a:pt x="387" y="503"/>
                    <a:pt x="501" y="387"/>
                    <a:pt x="501" y="251"/>
                  </a:cubicBezTo>
                  <a:cubicBezTo>
                    <a:pt x="501"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9" name="Google Shape;14079;p31"/>
            <p:cNvSpPr/>
            <p:nvPr/>
          </p:nvSpPr>
          <p:spPr>
            <a:xfrm>
              <a:off x="951850" y="46877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0" name="Google Shape;14080;p31"/>
            <p:cNvSpPr/>
            <p:nvPr/>
          </p:nvSpPr>
          <p:spPr>
            <a:xfrm>
              <a:off x="1043825" y="4687700"/>
              <a:ext cx="12375" cy="12575"/>
            </a:xfrm>
            <a:custGeom>
              <a:avLst/>
              <a:gdLst/>
              <a:ahLst/>
              <a:cxnLst/>
              <a:rect l="l" t="t" r="r" b="b"/>
              <a:pathLst>
                <a:path w="495" h="503" extrusionOk="0">
                  <a:moveTo>
                    <a:pt x="250" y="0"/>
                  </a:moveTo>
                  <a:cubicBezTo>
                    <a:pt x="107" y="0"/>
                    <a:pt x="0" y="115"/>
                    <a:pt x="0" y="251"/>
                  </a:cubicBezTo>
                  <a:cubicBezTo>
                    <a:pt x="0" y="387"/>
                    <a:pt x="107" y="503"/>
                    <a:pt x="250" y="503"/>
                  </a:cubicBezTo>
                  <a:cubicBezTo>
                    <a:pt x="388" y="503"/>
                    <a:pt x="494" y="387"/>
                    <a:pt x="494" y="251"/>
                  </a:cubicBezTo>
                  <a:cubicBezTo>
                    <a:pt x="494" y="115"/>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1" name="Google Shape;14081;p31"/>
            <p:cNvSpPr/>
            <p:nvPr/>
          </p:nvSpPr>
          <p:spPr>
            <a:xfrm>
              <a:off x="1135575" y="4687700"/>
              <a:ext cx="12575" cy="12575"/>
            </a:xfrm>
            <a:custGeom>
              <a:avLst/>
              <a:gdLst/>
              <a:ahLst/>
              <a:cxnLst/>
              <a:rect l="l" t="t" r="r" b="b"/>
              <a:pathLst>
                <a:path w="503" h="503" extrusionOk="0">
                  <a:moveTo>
                    <a:pt x="252" y="0"/>
                  </a:moveTo>
                  <a:cubicBezTo>
                    <a:pt x="116" y="0"/>
                    <a:pt x="0" y="115"/>
                    <a:pt x="0" y="251"/>
                  </a:cubicBezTo>
                  <a:cubicBezTo>
                    <a:pt x="0" y="387"/>
                    <a:pt x="116" y="503"/>
                    <a:pt x="252" y="503"/>
                  </a:cubicBezTo>
                  <a:cubicBezTo>
                    <a:pt x="387" y="503"/>
                    <a:pt x="503" y="387"/>
                    <a:pt x="503" y="251"/>
                  </a:cubicBezTo>
                  <a:cubicBezTo>
                    <a:pt x="503" y="115"/>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2" name="Google Shape;14082;p31"/>
            <p:cNvSpPr/>
            <p:nvPr/>
          </p:nvSpPr>
          <p:spPr>
            <a:xfrm>
              <a:off x="1227500" y="4687700"/>
              <a:ext cx="12400" cy="12575"/>
            </a:xfrm>
            <a:custGeom>
              <a:avLst/>
              <a:gdLst/>
              <a:ahLst/>
              <a:cxnLst/>
              <a:rect l="l" t="t" r="r" b="b"/>
              <a:pathLst>
                <a:path w="496" h="503" extrusionOk="0">
                  <a:moveTo>
                    <a:pt x="251" y="0"/>
                  </a:moveTo>
                  <a:cubicBezTo>
                    <a:pt x="109" y="0"/>
                    <a:pt x="0" y="115"/>
                    <a:pt x="0" y="251"/>
                  </a:cubicBezTo>
                  <a:cubicBezTo>
                    <a:pt x="0" y="387"/>
                    <a:pt x="109" y="503"/>
                    <a:pt x="251" y="503"/>
                  </a:cubicBezTo>
                  <a:cubicBezTo>
                    <a:pt x="387" y="503"/>
                    <a:pt x="496" y="387"/>
                    <a:pt x="496" y="251"/>
                  </a:cubicBezTo>
                  <a:cubicBezTo>
                    <a:pt x="496"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3" name="Google Shape;14083;p31"/>
            <p:cNvSpPr/>
            <p:nvPr/>
          </p:nvSpPr>
          <p:spPr>
            <a:xfrm>
              <a:off x="1319275" y="4687700"/>
              <a:ext cx="12550" cy="12575"/>
            </a:xfrm>
            <a:custGeom>
              <a:avLst/>
              <a:gdLst/>
              <a:ahLst/>
              <a:cxnLst/>
              <a:rect l="l" t="t" r="r" b="b"/>
              <a:pathLst>
                <a:path w="502" h="503" extrusionOk="0">
                  <a:moveTo>
                    <a:pt x="252" y="0"/>
                  </a:moveTo>
                  <a:cubicBezTo>
                    <a:pt x="114" y="0"/>
                    <a:pt x="1" y="115"/>
                    <a:pt x="1" y="251"/>
                  </a:cubicBezTo>
                  <a:cubicBezTo>
                    <a:pt x="1" y="387"/>
                    <a:pt x="114" y="503"/>
                    <a:pt x="252" y="503"/>
                  </a:cubicBezTo>
                  <a:cubicBezTo>
                    <a:pt x="388" y="503"/>
                    <a:pt x="501" y="387"/>
                    <a:pt x="501" y="251"/>
                  </a:cubicBezTo>
                  <a:cubicBezTo>
                    <a:pt x="501"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4" name="Google Shape;14084;p31"/>
            <p:cNvSpPr/>
            <p:nvPr/>
          </p:nvSpPr>
          <p:spPr>
            <a:xfrm>
              <a:off x="1411200" y="4687700"/>
              <a:ext cx="12425" cy="12575"/>
            </a:xfrm>
            <a:custGeom>
              <a:avLst/>
              <a:gdLst/>
              <a:ahLst/>
              <a:cxnLst/>
              <a:rect l="l" t="t" r="r" b="b"/>
              <a:pathLst>
                <a:path w="497" h="503" extrusionOk="0">
                  <a:moveTo>
                    <a:pt x="245" y="0"/>
                  </a:moveTo>
                  <a:cubicBezTo>
                    <a:pt x="109" y="0"/>
                    <a:pt x="1" y="115"/>
                    <a:pt x="1" y="251"/>
                  </a:cubicBezTo>
                  <a:cubicBezTo>
                    <a:pt x="1" y="387"/>
                    <a:pt x="109" y="503"/>
                    <a:pt x="245" y="503"/>
                  </a:cubicBezTo>
                  <a:cubicBezTo>
                    <a:pt x="388" y="503"/>
                    <a:pt x="496" y="387"/>
                    <a:pt x="496" y="251"/>
                  </a:cubicBezTo>
                  <a:cubicBezTo>
                    <a:pt x="496" y="115"/>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5" name="Google Shape;14085;p31"/>
            <p:cNvSpPr/>
            <p:nvPr/>
          </p:nvSpPr>
          <p:spPr>
            <a:xfrm>
              <a:off x="1503000" y="4687700"/>
              <a:ext cx="12525" cy="12575"/>
            </a:xfrm>
            <a:custGeom>
              <a:avLst/>
              <a:gdLst/>
              <a:ahLst/>
              <a:cxnLst/>
              <a:rect l="l" t="t" r="r" b="b"/>
              <a:pathLst>
                <a:path w="501" h="503" extrusionOk="0">
                  <a:moveTo>
                    <a:pt x="250" y="0"/>
                  </a:moveTo>
                  <a:cubicBezTo>
                    <a:pt x="114" y="0"/>
                    <a:pt x="0" y="115"/>
                    <a:pt x="0" y="251"/>
                  </a:cubicBezTo>
                  <a:cubicBezTo>
                    <a:pt x="0" y="387"/>
                    <a:pt x="114" y="503"/>
                    <a:pt x="250" y="503"/>
                  </a:cubicBezTo>
                  <a:cubicBezTo>
                    <a:pt x="387" y="503"/>
                    <a:pt x="501" y="387"/>
                    <a:pt x="501" y="251"/>
                  </a:cubicBezTo>
                  <a:cubicBezTo>
                    <a:pt x="501" y="115"/>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6" name="Google Shape;14086;p31"/>
            <p:cNvSpPr/>
            <p:nvPr/>
          </p:nvSpPr>
          <p:spPr>
            <a:xfrm>
              <a:off x="1594750" y="4687700"/>
              <a:ext cx="12575" cy="12575"/>
            </a:xfrm>
            <a:custGeom>
              <a:avLst/>
              <a:gdLst/>
              <a:ahLst/>
              <a:cxnLst/>
              <a:rect l="l" t="t" r="r" b="b"/>
              <a:pathLst>
                <a:path w="503" h="503" extrusionOk="0">
                  <a:moveTo>
                    <a:pt x="251" y="0"/>
                  </a:moveTo>
                  <a:cubicBezTo>
                    <a:pt x="115" y="0"/>
                    <a:pt x="0" y="115"/>
                    <a:pt x="0" y="251"/>
                  </a:cubicBezTo>
                  <a:cubicBezTo>
                    <a:pt x="0" y="387"/>
                    <a:pt x="115" y="503"/>
                    <a:pt x="251" y="503"/>
                  </a:cubicBezTo>
                  <a:cubicBezTo>
                    <a:pt x="394" y="503"/>
                    <a:pt x="503" y="387"/>
                    <a:pt x="503" y="251"/>
                  </a:cubicBezTo>
                  <a:cubicBezTo>
                    <a:pt x="503" y="115"/>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7" name="Google Shape;14087;p31"/>
            <p:cNvSpPr/>
            <p:nvPr/>
          </p:nvSpPr>
          <p:spPr>
            <a:xfrm>
              <a:off x="1686650" y="46877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8" name="Google Shape;14088;p31"/>
            <p:cNvSpPr/>
            <p:nvPr/>
          </p:nvSpPr>
          <p:spPr>
            <a:xfrm>
              <a:off x="1778450" y="4687700"/>
              <a:ext cx="12550" cy="12575"/>
            </a:xfrm>
            <a:custGeom>
              <a:avLst/>
              <a:gdLst/>
              <a:ahLst/>
              <a:cxnLst/>
              <a:rect l="l" t="t" r="r" b="b"/>
              <a:pathLst>
                <a:path w="502" h="503" extrusionOk="0">
                  <a:moveTo>
                    <a:pt x="252" y="0"/>
                  </a:moveTo>
                  <a:cubicBezTo>
                    <a:pt x="114" y="0"/>
                    <a:pt x="1" y="115"/>
                    <a:pt x="1" y="251"/>
                  </a:cubicBezTo>
                  <a:cubicBezTo>
                    <a:pt x="1" y="387"/>
                    <a:pt x="114" y="503"/>
                    <a:pt x="252" y="503"/>
                  </a:cubicBezTo>
                  <a:cubicBezTo>
                    <a:pt x="388" y="503"/>
                    <a:pt x="501" y="387"/>
                    <a:pt x="501" y="251"/>
                  </a:cubicBezTo>
                  <a:cubicBezTo>
                    <a:pt x="501"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9" name="Google Shape;14089;p31"/>
            <p:cNvSpPr/>
            <p:nvPr/>
          </p:nvSpPr>
          <p:spPr>
            <a:xfrm>
              <a:off x="1870375" y="4687700"/>
              <a:ext cx="12400" cy="12575"/>
            </a:xfrm>
            <a:custGeom>
              <a:avLst/>
              <a:gdLst/>
              <a:ahLst/>
              <a:cxnLst/>
              <a:rect l="l" t="t" r="r" b="b"/>
              <a:pathLst>
                <a:path w="496" h="503" extrusionOk="0">
                  <a:moveTo>
                    <a:pt x="252" y="0"/>
                  </a:moveTo>
                  <a:cubicBezTo>
                    <a:pt x="109" y="0"/>
                    <a:pt x="0" y="115"/>
                    <a:pt x="0" y="251"/>
                  </a:cubicBezTo>
                  <a:cubicBezTo>
                    <a:pt x="0" y="387"/>
                    <a:pt x="109" y="503"/>
                    <a:pt x="252" y="503"/>
                  </a:cubicBezTo>
                  <a:cubicBezTo>
                    <a:pt x="387" y="503"/>
                    <a:pt x="496" y="387"/>
                    <a:pt x="496" y="251"/>
                  </a:cubicBezTo>
                  <a:cubicBezTo>
                    <a:pt x="496" y="115"/>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0" name="Google Shape;14090;p31"/>
            <p:cNvSpPr/>
            <p:nvPr/>
          </p:nvSpPr>
          <p:spPr>
            <a:xfrm>
              <a:off x="1962150" y="4687700"/>
              <a:ext cx="12550" cy="12575"/>
            </a:xfrm>
            <a:custGeom>
              <a:avLst/>
              <a:gdLst/>
              <a:ahLst/>
              <a:cxnLst/>
              <a:rect l="l" t="t" r="r" b="b"/>
              <a:pathLst>
                <a:path w="502" h="503" extrusionOk="0">
                  <a:moveTo>
                    <a:pt x="250" y="0"/>
                  </a:moveTo>
                  <a:cubicBezTo>
                    <a:pt x="114" y="0"/>
                    <a:pt x="1" y="115"/>
                    <a:pt x="1" y="251"/>
                  </a:cubicBezTo>
                  <a:cubicBezTo>
                    <a:pt x="1" y="387"/>
                    <a:pt x="114" y="503"/>
                    <a:pt x="250" y="503"/>
                  </a:cubicBezTo>
                  <a:cubicBezTo>
                    <a:pt x="388" y="503"/>
                    <a:pt x="502" y="387"/>
                    <a:pt x="502" y="251"/>
                  </a:cubicBezTo>
                  <a:cubicBezTo>
                    <a:pt x="502" y="115"/>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1" name="Google Shape;14091;p31"/>
            <p:cNvSpPr/>
            <p:nvPr/>
          </p:nvSpPr>
          <p:spPr>
            <a:xfrm>
              <a:off x="2054075" y="4687700"/>
              <a:ext cx="12425" cy="12575"/>
            </a:xfrm>
            <a:custGeom>
              <a:avLst/>
              <a:gdLst/>
              <a:ahLst/>
              <a:cxnLst/>
              <a:rect l="l" t="t" r="r" b="b"/>
              <a:pathLst>
                <a:path w="497" h="503" extrusionOk="0">
                  <a:moveTo>
                    <a:pt x="252" y="0"/>
                  </a:moveTo>
                  <a:cubicBezTo>
                    <a:pt x="109" y="0"/>
                    <a:pt x="1" y="115"/>
                    <a:pt x="1" y="251"/>
                  </a:cubicBezTo>
                  <a:cubicBezTo>
                    <a:pt x="1" y="387"/>
                    <a:pt x="109" y="503"/>
                    <a:pt x="252" y="503"/>
                  </a:cubicBezTo>
                  <a:cubicBezTo>
                    <a:pt x="388" y="503"/>
                    <a:pt x="496" y="387"/>
                    <a:pt x="496" y="251"/>
                  </a:cubicBezTo>
                  <a:cubicBezTo>
                    <a:pt x="496"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2" name="Google Shape;14092;p31"/>
            <p:cNvSpPr/>
            <p:nvPr/>
          </p:nvSpPr>
          <p:spPr>
            <a:xfrm>
              <a:off x="2145825" y="46877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3" name="Google Shape;14093;p31"/>
            <p:cNvSpPr/>
            <p:nvPr/>
          </p:nvSpPr>
          <p:spPr>
            <a:xfrm>
              <a:off x="2237800" y="4687700"/>
              <a:ext cx="12350" cy="12575"/>
            </a:xfrm>
            <a:custGeom>
              <a:avLst/>
              <a:gdLst/>
              <a:ahLst/>
              <a:cxnLst/>
              <a:rect l="l" t="t" r="r" b="b"/>
              <a:pathLst>
                <a:path w="494" h="503" extrusionOk="0">
                  <a:moveTo>
                    <a:pt x="244" y="0"/>
                  </a:moveTo>
                  <a:cubicBezTo>
                    <a:pt x="107" y="0"/>
                    <a:pt x="0" y="115"/>
                    <a:pt x="0" y="251"/>
                  </a:cubicBezTo>
                  <a:cubicBezTo>
                    <a:pt x="0" y="387"/>
                    <a:pt x="107" y="503"/>
                    <a:pt x="244" y="503"/>
                  </a:cubicBezTo>
                  <a:cubicBezTo>
                    <a:pt x="387" y="503"/>
                    <a:pt x="494" y="387"/>
                    <a:pt x="494" y="251"/>
                  </a:cubicBezTo>
                  <a:cubicBezTo>
                    <a:pt x="494" y="115"/>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4" name="Google Shape;14094;p31"/>
            <p:cNvSpPr/>
            <p:nvPr/>
          </p:nvSpPr>
          <p:spPr>
            <a:xfrm>
              <a:off x="2329550" y="4687700"/>
              <a:ext cx="12575" cy="12575"/>
            </a:xfrm>
            <a:custGeom>
              <a:avLst/>
              <a:gdLst/>
              <a:ahLst/>
              <a:cxnLst/>
              <a:rect l="l" t="t" r="r" b="b"/>
              <a:pathLst>
                <a:path w="503" h="503" extrusionOk="0">
                  <a:moveTo>
                    <a:pt x="251" y="0"/>
                  </a:moveTo>
                  <a:cubicBezTo>
                    <a:pt x="115" y="0"/>
                    <a:pt x="0" y="115"/>
                    <a:pt x="0" y="251"/>
                  </a:cubicBezTo>
                  <a:cubicBezTo>
                    <a:pt x="0" y="387"/>
                    <a:pt x="115" y="503"/>
                    <a:pt x="251" y="503"/>
                  </a:cubicBezTo>
                  <a:cubicBezTo>
                    <a:pt x="387" y="503"/>
                    <a:pt x="502" y="387"/>
                    <a:pt x="502" y="251"/>
                  </a:cubicBezTo>
                  <a:cubicBezTo>
                    <a:pt x="502"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5" name="Google Shape;14095;p31"/>
            <p:cNvSpPr/>
            <p:nvPr/>
          </p:nvSpPr>
          <p:spPr>
            <a:xfrm>
              <a:off x="2421325" y="4687700"/>
              <a:ext cx="12550" cy="12575"/>
            </a:xfrm>
            <a:custGeom>
              <a:avLst/>
              <a:gdLst/>
              <a:ahLst/>
              <a:cxnLst/>
              <a:rect l="l" t="t" r="r" b="b"/>
              <a:pathLst>
                <a:path w="502" h="503" extrusionOk="0">
                  <a:moveTo>
                    <a:pt x="250" y="0"/>
                  </a:moveTo>
                  <a:cubicBezTo>
                    <a:pt x="114" y="0"/>
                    <a:pt x="1" y="115"/>
                    <a:pt x="1" y="251"/>
                  </a:cubicBezTo>
                  <a:cubicBezTo>
                    <a:pt x="1" y="387"/>
                    <a:pt x="114" y="503"/>
                    <a:pt x="250" y="503"/>
                  </a:cubicBezTo>
                  <a:cubicBezTo>
                    <a:pt x="395" y="503"/>
                    <a:pt x="501" y="387"/>
                    <a:pt x="501" y="251"/>
                  </a:cubicBezTo>
                  <a:cubicBezTo>
                    <a:pt x="501" y="115"/>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6" name="Google Shape;14096;p31"/>
            <p:cNvSpPr/>
            <p:nvPr/>
          </p:nvSpPr>
          <p:spPr>
            <a:xfrm>
              <a:off x="2513250" y="4687700"/>
              <a:ext cx="12575" cy="12575"/>
            </a:xfrm>
            <a:custGeom>
              <a:avLst/>
              <a:gdLst/>
              <a:ahLst/>
              <a:cxnLst/>
              <a:rect l="l" t="t" r="r" b="b"/>
              <a:pathLst>
                <a:path w="503" h="503" extrusionOk="0">
                  <a:moveTo>
                    <a:pt x="252" y="0"/>
                  </a:moveTo>
                  <a:cubicBezTo>
                    <a:pt x="109" y="0"/>
                    <a:pt x="0" y="115"/>
                    <a:pt x="0" y="251"/>
                  </a:cubicBezTo>
                  <a:cubicBezTo>
                    <a:pt x="0" y="387"/>
                    <a:pt x="109"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7" name="Google Shape;14097;p31"/>
            <p:cNvSpPr/>
            <p:nvPr/>
          </p:nvSpPr>
          <p:spPr>
            <a:xfrm>
              <a:off x="2605000" y="4687700"/>
              <a:ext cx="12575" cy="12575"/>
            </a:xfrm>
            <a:custGeom>
              <a:avLst/>
              <a:gdLst/>
              <a:ahLst/>
              <a:cxnLst/>
              <a:rect l="l" t="t" r="r" b="b"/>
              <a:pathLst>
                <a:path w="503" h="503" extrusionOk="0">
                  <a:moveTo>
                    <a:pt x="252" y="0"/>
                  </a:moveTo>
                  <a:cubicBezTo>
                    <a:pt x="116" y="0"/>
                    <a:pt x="0" y="115"/>
                    <a:pt x="0" y="251"/>
                  </a:cubicBezTo>
                  <a:cubicBezTo>
                    <a:pt x="0" y="387"/>
                    <a:pt x="116" y="503"/>
                    <a:pt x="252" y="503"/>
                  </a:cubicBezTo>
                  <a:cubicBezTo>
                    <a:pt x="387" y="503"/>
                    <a:pt x="503" y="387"/>
                    <a:pt x="503" y="251"/>
                  </a:cubicBezTo>
                  <a:cubicBezTo>
                    <a:pt x="503" y="115"/>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8" name="Google Shape;14098;p31"/>
            <p:cNvSpPr/>
            <p:nvPr/>
          </p:nvSpPr>
          <p:spPr>
            <a:xfrm>
              <a:off x="2696950" y="4687700"/>
              <a:ext cx="12375" cy="12575"/>
            </a:xfrm>
            <a:custGeom>
              <a:avLst/>
              <a:gdLst/>
              <a:ahLst/>
              <a:cxnLst/>
              <a:rect l="l" t="t" r="r" b="b"/>
              <a:pathLst>
                <a:path w="495" h="503" extrusionOk="0">
                  <a:moveTo>
                    <a:pt x="252" y="0"/>
                  </a:moveTo>
                  <a:cubicBezTo>
                    <a:pt x="108" y="0"/>
                    <a:pt x="1" y="115"/>
                    <a:pt x="1" y="251"/>
                  </a:cubicBezTo>
                  <a:cubicBezTo>
                    <a:pt x="1" y="387"/>
                    <a:pt x="108" y="503"/>
                    <a:pt x="252" y="503"/>
                  </a:cubicBezTo>
                  <a:cubicBezTo>
                    <a:pt x="388" y="503"/>
                    <a:pt x="495" y="387"/>
                    <a:pt x="495" y="251"/>
                  </a:cubicBezTo>
                  <a:cubicBezTo>
                    <a:pt x="495"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9" name="Google Shape;14099;p31"/>
            <p:cNvSpPr/>
            <p:nvPr/>
          </p:nvSpPr>
          <p:spPr>
            <a:xfrm>
              <a:off x="2788700" y="46877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0" name="Google Shape;14100;p31"/>
            <p:cNvSpPr/>
            <p:nvPr/>
          </p:nvSpPr>
          <p:spPr>
            <a:xfrm>
              <a:off x="2880675" y="4687700"/>
              <a:ext cx="12375" cy="12575"/>
            </a:xfrm>
            <a:custGeom>
              <a:avLst/>
              <a:gdLst/>
              <a:ahLst/>
              <a:cxnLst/>
              <a:rect l="l" t="t" r="r" b="b"/>
              <a:pathLst>
                <a:path w="495" h="503" extrusionOk="0">
                  <a:moveTo>
                    <a:pt x="243" y="0"/>
                  </a:moveTo>
                  <a:cubicBezTo>
                    <a:pt x="107" y="0"/>
                    <a:pt x="0" y="115"/>
                    <a:pt x="0" y="251"/>
                  </a:cubicBezTo>
                  <a:cubicBezTo>
                    <a:pt x="0" y="387"/>
                    <a:pt x="107" y="503"/>
                    <a:pt x="243" y="503"/>
                  </a:cubicBezTo>
                  <a:cubicBezTo>
                    <a:pt x="387" y="503"/>
                    <a:pt x="494" y="387"/>
                    <a:pt x="494" y="251"/>
                  </a:cubicBezTo>
                  <a:cubicBezTo>
                    <a:pt x="494" y="115"/>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1" name="Google Shape;14101;p31"/>
            <p:cNvSpPr/>
            <p:nvPr/>
          </p:nvSpPr>
          <p:spPr>
            <a:xfrm>
              <a:off x="2972425" y="4687700"/>
              <a:ext cx="12575" cy="12575"/>
            </a:xfrm>
            <a:custGeom>
              <a:avLst/>
              <a:gdLst/>
              <a:ahLst/>
              <a:cxnLst/>
              <a:rect l="l" t="t" r="r" b="b"/>
              <a:pathLst>
                <a:path w="503" h="503" extrusionOk="0">
                  <a:moveTo>
                    <a:pt x="251" y="0"/>
                  </a:moveTo>
                  <a:cubicBezTo>
                    <a:pt x="115" y="0"/>
                    <a:pt x="0" y="115"/>
                    <a:pt x="0" y="251"/>
                  </a:cubicBezTo>
                  <a:cubicBezTo>
                    <a:pt x="0" y="387"/>
                    <a:pt x="115" y="503"/>
                    <a:pt x="251" y="503"/>
                  </a:cubicBezTo>
                  <a:cubicBezTo>
                    <a:pt x="387" y="503"/>
                    <a:pt x="503" y="387"/>
                    <a:pt x="503" y="251"/>
                  </a:cubicBezTo>
                  <a:cubicBezTo>
                    <a:pt x="503"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2" name="Google Shape;14102;p31"/>
            <p:cNvSpPr/>
            <p:nvPr/>
          </p:nvSpPr>
          <p:spPr>
            <a:xfrm>
              <a:off x="3064375" y="4687700"/>
              <a:ext cx="12375" cy="12575"/>
            </a:xfrm>
            <a:custGeom>
              <a:avLst/>
              <a:gdLst/>
              <a:ahLst/>
              <a:cxnLst/>
              <a:rect l="l" t="t" r="r" b="b"/>
              <a:pathLst>
                <a:path w="495" h="503" extrusionOk="0">
                  <a:moveTo>
                    <a:pt x="243" y="0"/>
                  </a:moveTo>
                  <a:cubicBezTo>
                    <a:pt x="107" y="0"/>
                    <a:pt x="1" y="115"/>
                    <a:pt x="1" y="251"/>
                  </a:cubicBezTo>
                  <a:cubicBezTo>
                    <a:pt x="1" y="387"/>
                    <a:pt x="107" y="503"/>
                    <a:pt x="243" y="503"/>
                  </a:cubicBezTo>
                  <a:cubicBezTo>
                    <a:pt x="388" y="503"/>
                    <a:pt x="495" y="387"/>
                    <a:pt x="495" y="251"/>
                  </a:cubicBezTo>
                  <a:cubicBezTo>
                    <a:pt x="495" y="115"/>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3" name="Google Shape;14103;p31"/>
            <p:cNvSpPr/>
            <p:nvPr/>
          </p:nvSpPr>
          <p:spPr>
            <a:xfrm>
              <a:off x="3156125" y="46877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4" name="Google Shape;14104;p31"/>
            <p:cNvSpPr/>
            <p:nvPr/>
          </p:nvSpPr>
          <p:spPr>
            <a:xfrm>
              <a:off x="3247875" y="4687700"/>
              <a:ext cx="12575" cy="12575"/>
            </a:xfrm>
            <a:custGeom>
              <a:avLst/>
              <a:gdLst/>
              <a:ahLst/>
              <a:cxnLst/>
              <a:rect l="l" t="t" r="r" b="b"/>
              <a:pathLst>
                <a:path w="503"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5" name="Google Shape;14105;p31"/>
            <p:cNvSpPr/>
            <p:nvPr/>
          </p:nvSpPr>
          <p:spPr>
            <a:xfrm>
              <a:off x="3339850" y="4687700"/>
              <a:ext cx="12525" cy="12575"/>
            </a:xfrm>
            <a:custGeom>
              <a:avLst/>
              <a:gdLst/>
              <a:ahLst/>
              <a:cxnLst/>
              <a:rect l="l" t="t" r="r" b="b"/>
              <a:pathLst>
                <a:path w="501" h="503" extrusionOk="0">
                  <a:moveTo>
                    <a:pt x="251" y="0"/>
                  </a:moveTo>
                  <a:cubicBezTo>
                    <a:pt x="107" y="0"/>
                    <a:pt x="0" y="115"/>
                    <a:pt x="0" y="251"/>
                  </a:cubicBezTo>
                  <a:cubicBezTo>
                    <a:pt x="0" y="387"/>
                    <a:pt x="107" y="503"/>
                    <a:pt x="251" y="503"/>
                  </a:cubicBezTo>
                  <a:cubicBezTo>
                    <a:pt x="387" y="503"/>
                    <a:pt x="501" y="387"/>
                    <a:pt x="501" y="251"/>
                  </a:cubicBezTo>
                  <a:cubicBezTo>
                    <a:pt x="501"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6" name="Google Shape;14106;p31"/>
            <p:cNvSpPr/>
            <p:nvPr/>
          </p:nvSpPr>
          <p:spPr>
            <a:xfrm>
              <a:off x="3431575" y="46877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7" name="Google Shape;14107;p31"/>
            <p:cNvSpPr/>
            <p:nvPr/>
          </p:nvSpPr>
          <p:spPr>
            <a:xfrm>
              <a:off x="3523550" y="4687700"/>
              <a:ext cx="12375" cy="12575"/>
            </a:xfrm>
            <a:custGeom>
              <a:avLst/>
              <a:gdLst/>
              <a:ahLst/>
              <a:cxnLst/>
              <a:rect l="l" t="t" r="r" b="b"/>
              <a:pathLst>
                <a:path w="495" h="503" extrusionOk="0">
                  <a:moveTo>
                    <a:pt x="250" y="0"/>
                  </a:moveTo>
                  <a:cubicBezTo>
                    <a:pt x="107" y="0"/>
                    <a:pt x="0" y="115"/>
                    <a:pt x="0" y="251"/>
                  </a:cubicBezTo>
                  <a:cubicBezTo>
                    <a:pt x="0" y="387"/>
                    <a:pt x="107" y="503"/>
                    <a:pt x="250" y="503"/>
                  </a:cubicBezTo>
                  <a:cubicBezTo>
                    <a:pt x="388" y="503"/>
                    <a:pt x="494" y="387"/>
                    <a:pt x="494" y="251"/>
                  </a:cubicBezTo>
                  <a:cubicBezTo>
                    <a:pt x="494" y="115"/>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8" name="Google Shape;14108;p31"/>
            <p:cNvSpPr/>
            <p:nvPr/>
          </p:nvSpPr>
          <p:spPr>
            <a:xfrm>
              <a:off x="676400" y="4779625"/>
              <a:ext cx="12600" cy="12400"/>
            </a:xfrm>
            <a:custGeom>
              <a:avLst/>
              <a:gdLst/>
              <a:ahLst/>
              <a:cxnLst/>
              <a:rect l="l" t="t" r="r" b="b"/>
              <a:pathLst>
                <a:path w="504" h="496" extrusionOk="0">
                  <a:moveTo>
                    <a:pt x="252" y="0"/>
                  </a:moveTo>
                  <a:cubicBezTo>
                    <a:pt x="116" y="0"/>
                    <a:pt x="1" y="108"/>
                    <a:pt x="1" y="251"/>
                  </a:cubicBezTo>
                  <a:cubicBezTo>
                    <a:pt x="1" y="387"/>
                    <a:pt x="116" y="496"/>
                    <a:pt x="252" y="496"/>
                  </a:cubicBezTo>
                  <a:cubicBezTo>
                    <a:pt x="388" y="496"/>
                    <a:pt x="503" y="387"/>
                    <a:pt x="503" y="251"/>
                  </a:cubicBezTo>
                  <a:cubicBezTo>
                    <a:pt x="503"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9" name="Google Shape;14109;p31"/>
            <p:cNvSpPr/>
            <p:nvPr/>
          </p:nvSpPr>
          <p:spPr>
            <a:xfrm>
              <a:off x="768325" y="4779625"/>
              <a:ext cx="12400" cy="12400"/>
            </a:xfrm>
            <a:custGeom>
              <a:avLst/>
              <a:gdLst/>
              <a:ahLst/>
              <a:cxnLst/>
              <a:rect l="l" t="t" r="r" b="b"/>
              <a:pathLst>
                <a:path w="496" h="496" extrusionOk="0">
                  <a:moveTo>
                    <a:pt x="245" y="0"/>
                  </a:moveTo>
                  <a:cubicBezTo>
                    <a:pt x="109" y="0"/>
                    <a:pt x="0" y="108"/>
                    <a:pt x="0" y="251"/>
                  </a:cubicBezTo>
                  <a:cubicBezTo>
                    <a:pt x="0" y="387"/>
                    <a:pt x="109" y="496"/>
                    <a:pt x="245" y="496"/>
                  </a:cubicBezTo>
                  <a:cubicBezTo>
                    <a:pt x="388" y="496"/>
                    <a:pt x="496" y="387"/>
                    <a:pt x="496" y="251"/>
                  </a:cubicBezTo>
                  <a:cubicBezTo>
                    <a:pt x="496" y="108"/>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0" name="Google Shape;14110;p31"/>
            <p:cNvSpPr/>
            <p:nvPr/>
          </p:nvSpPr>
          <p:spPr>
            <a:xfrm>
              <a:off x="860125" y="4779625"/>
              <a:ext cx="12525" cy="12400"/>
            </a:xfrm>
            <a:custGeom>
              <a:avLst/>
              <a:gdLst/>
              <a:ahLst/>
              <a:cxnLst/>
              <a:rect l="l" t="t" r="r" b="b"/>
              <a:pathLst>
                <a:path w="501" h="496" extrusionOk="0">
                  <a:moveTo>
                    <a:pt x="251" y="0"/>
                  </a:moveTo>
                  <a:cubicBezTo>
                    <a:pt x="114" y="0"/>
                    <a:pt x="0" y="108"/>
                    <a:pt x="0" y="251"/>
                  </a:cubicBezTo>
                  <a:cubicBezTo>
                    <a:pt x="0" y="387"/>
                    <a:pt x="114" y="496"/>
                    <a:pt x="251" y="496"/>
                  </a:cubicBezTo>
                  <a:cubicBezTo>
                    <a:pt x="387" y="496"/>
                    <a:pt x="501" y="387"/>
                    <a:pt x="501" y="251"/>
                  </a:cubicBezTo>
                  <a:cubicBezTo>
                    <a:pt x="501" y="108"/>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1" name="Google Shape;14111;p31"/>
            <p:cNvSpPr/>
            <p:nvPr/>
          </p:nvSpPr>
          <p:spPr>
            <a:xfrm>
              <a:off x="951850" y="4779625"/>
              <a:ext cx="12600" cy="12400"/>
            </a:xfrm>
            <a:custGeom>
              <a:avLst/>
              <a:gdLst/>
              <a:ahLst/>
              <a:cxnLst/>
              <a:rect l="l" t="t" r="r" b="b"/>
              <a:pathLst>
                <a:path w="504" h="496" extrusionOk="0">
                  <a:moveTo>
                    <a:pt x="252" y="0"/>
                  </a:moveTo>
                  <a:cubicBezTo>
                    <a:pt x="116" y="0"/>
                    <a:pt x="1" y="108"/>
                    <a:pt x="1" y="251"/>
                  </a:cubicBezTo>
                  <a:cubicBezTo>
                    <a:pt x="1" y="387"/>
                    <a:pt x="116" y="496"/>
                    <a:pt x="252" y="496"/>
                  </a:cubicBezTo>
                  <a:cubicBezTo>
                    <a:pt x="388" y="496"/>
                    <a:pt x="503" y="387"/>
                    <a:pt x="503" y="251"/>
                  </a:cubicBezTo>
                  <a:cubicBezTo>
                    <a:pt x="503"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2" name="Google Shape;14112;p31"/>
            <p:cNvSpPr/>
            <p:nvPr/>
          </p:nvSpPr>
          <p:spPr>
            <a:xfrm>
              <a:off x="1043825" y="4779625"/>
              <a:ext cx="12375" cy="12400"/>
            </a:xfrm>
            <a:custGeom>
              <a:avLst/>
              <a:gdLst/>
              <a:ahLst/>
              <a:cxnLst/>
              <a:rect l="l" t="t" r="r" b="b"/>
              <a:pathLst>
                <a:path w="495" h="496" extrusionOk="0">
                  <a:moveTo>
                    <a:pt x="250" y="0"/>
                  </a:moveTo>
                  <a:cubicBezTo>
                    <a:pt x="107" y="0"/>
                    <a:pt x="0" y="108"/>
                    <a:pt x="0" y="251"/>
                  </a:cubicBezTo>
                  <a:cubicBezTo>
                    <a:pt x="0" y="387"/>
                    <a:pt x="107" y="496"/>
                    <a:pt x="250" y="496"/>
                  </a:cubicBezTo>
                  <a:cubicBezTo>
                    <a:pt x="388" y="496"/>
                    <a:pt x="494" y="387"/>
                    <a:pt x="494" y="251"/>
                  </a:cubicBezTo>
                  <a:cubicBezTo>
                    <a:pt x="494" y="108"/>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3" name="Google Shape;14113;p31"/>
            <p:cNvSpPr/>
            <p:nvPr/>
          </p:nvSpPr>
          <p:spPr>
            <a:xfrm>
              <a:off x="1135575" y="4779625"/>
              <a:ext cx="12575" cy="12400"/>
            </a:xfrm>
            <a:custGeom>
              <a:avLst/>
              <a:gdLst/>
              <a:ahLst/>
              <a:cxnLst/>
              <a:rect l="l" t="t" r="r" b="b"/>
              <a:pathLst>
                <a:path w="503" h="496" extrusionOk="0">
                  <a:moveTo>
                    <a:pt x="252" y="0"/>
                  </a:moveTo>
                  <a:cubicBezTo>
                    <a:pt x="116" y="0"/>
                    <a:pt x="0" y="108"/>
                    <a:pt x="0" y="251"/>
                  </a:cubicBezTo>
                  <a:cubicBezTo>
                    <a:pt x="0" y="387"/>
                    <a:pt x="116" y="496"/>
                    <a:pt x="252" y="496"/>
                  </a:cubicBezTo>
                  <a:cubicBezTo>
                    <a:pt x="387" y="496"/>
                    <a:pt x="503" y="387"/>
                    <a:pt x="503" y="251"/>
                  </a:cubicBezTo>
                  <a:cubicBezTo>
                    <a:pt x="503" y="108"/>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4" name="Google Shape;14114;p31"/>
            <p:cNvSpPr/>
            <p:nvPr/>
          </p:nvSpPr>
          <p:spPr>
            <a:xfrm>
              <a:off x="1227500" y="4779625"/>
              <a:ext cx="12400" cy="12400"/>
            </a:xfrm>
            <a:custGeom>
              <a:avLst/>
              <a:gdLst/>
              <a:ahLst/>
              <a:cxnLst/>
              <a:rect l="l" t="t" r="r" b="b"/>
              <a:pathLst>
                <a:path w="496" h="496" extrusionOk="0">
                  <a:moveTo>
                    <a:pt x="251" y="0"/>
                  </a:moveTo>
                  <a:cubicBezTo>
                    <a:pt x="109" y="0"/>
                    <a:pt x="0" y="108"/>
                    <a:pt x="0" y="251"/>
                  </a:cubicBezTo>
                  <a:cubicBezTo>
                    <a:pt x="0" y="387"/>
                    <a:pt x="109" y="496"/>
                    <a:pt x="251" y="496"/>
                  </a:cubicBezTo>
                  <a:cubicBezTo>
                    <a:pt x="387" y="496"/>
                    <a:pt x="496" y="387"/>
                    <a:pt x="496" y="251"/>
                  </a:cubicBezTo>
                  <a:cubicBezTo>
                    <a:pt x="496" y="108"/>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5" name="Google Shape;14115;p31"/>
            <p:cNvSpPr/>
            <p:nvPr/>
          </p:nvSpPr>
          <p:spPr>
            <a:xfrm>
              <a:off x="1319275" y="4779625"/>
              <a:ext cx="12550" cy="12400"/>
            </a:xfrm>
            <a:custGeom>
              <a:avLst/>
              <a:gdLst/>
              <a:ahLst/>
              <a:cxnLst/>
              <a:rect l="l" t="t" r="r" b="b"/>
              <a:pathLst>
                <a:path w="502" h="496" extrusionOk="0">
                  <a:moveTo>
                    <a:pt x="252" y="0"/>
                  </a:moveTo>
                  <a:cubicBezTo>
                    <a:pt x="114" y="0"/>
                    <a:pt x="1" y="108"/>
                    <a:pt x="1" y="251"/>
                  </a:cubicBezTo>
                  <a:cubicBezTo>
                    <a:pt x="1" y="387"/>
                    <a:pt x="114" y="496"/>
                    <a:pt x="252" y="496"/>
                  </a:cubicBezTo>
                  <a:cubicBezTo>
                    <a:pt x="388" y="496"/>
                    <a:pt x="501" y="387"/>
                    <a:pt x="501" y="251"/>
                  </a:cubicBezTo>
                  <a:cubicBezTo>
                    <a:pt x="501"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6" name="Google Shape;14116;p31"/>
            <p:cNvSpPr/>
            <p:nvPr/>
          </p:nvSpPr>
          <p:spPr>
            <a:xfrm>
              <a:off x="1411200" y="4779625"/>
              <a:ext cx="12425" cy="12400"/>
            </a:xfrm>
            <a:custGeom>
              <a:avLst/>
              <a:gdLst/>
              <a:ahLst/>
              <a:cxnLst/>
              <a:rect l="l" t="t" r="r" b="b"/>
              <a:pathLst>
                <a:path w="497" h="496" extrusionOk="0">
                  <a:moveTo>
                    <a:pt x="245" y="0"/>
                  </a:moveTo>
                  <a:cubicBezTo>
                    <a:pt x="109" y="0"/>
                    <a:pt x="1" y="108"/>
                    <a:pt x="1" y="251"/>
                  </a:cubicBezTo>
                  <a:cubicBezTo>
                    <a:pt x="1" y="387"/>
                    <a:pt x="109" y="496"/>
                    <a:pt x="245" y="496"/>
                  </a:cubicBezTo>
                  <a:cubicBezTo>
                    <a:pt x="388" y="496"/>
                    <a:pt x="496" y="387"/>
                    <a:pt x="496" y="251"/>
                  </a:cubicBezTo>
                  <a:cubicBezTo>
                    <a:pt x="496" y="108"/>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7" name="Google Shape;14117;p31"/>
            <p:cNvSpPr/>
            <p:nvPr/>
          </p:nvSpPr>
          <p:spPr>
            <a:xfrm>
              <a:off x="1503000" y="4779625"/>
              <a:ext cx="12525" cy="12400"/>
            </a:xfrm>
            <a:custGeom>
              <a:avLst/>
              <a:gdLst/>
              <a:ahLst/>
              <a:cxnLst/>
              <a:rect l="l" t="t" r="r" b="b"/>
              <a:pathLst>
                <a:path w="501" h="496" extrusionOk="0">
                  <a:moveTo>
                    <a:pt x="250" y="0"/>
                  </a:moveTo>
                  <a:cubicBezTo>
                    <a:pt x="114" y="0"/>
                    <a:pt x="0" y="108"/>
                    <a:pt x="0" y="251"/>
                  </a:cubicBezTo>
                  <a:cubicBezTo>
                    <a:pt x="0" y="387"/>
                    <a:pt x="114" y="496"/>
                    <a:pt x="250" y="496"/>
                  </a:cubicBezTo>
                  <a:cubicBezTo>
                    <a:pt x="387" y="496"/>
                    <a:pt x="501" y="387"/>
                    <a:pt x="501" y="251"/>
                  </a:cubicBezTo>
                  <a:cubicBezTo>
                    <a:pt x="501" y="108"/>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8" name="Google Shape;14118;p31"/>
            <p:cNvSpPr/>
            <p:nvPr/>
          </p:nvSpPr>
          <p:spPr>
            <a:xfrm>
              <a:off x="1594750" y="4779625"/>
              <a:ext cx="12575" cy="12400"/>
            </a:xfrm>
            <a:custGeom>
              <a:avLst/>
              <a:gdLst/>
              <a:ahLst/>
              <a:cxnLst/>
              <a:rect l="l" t="t" r="r" b="b"/>
              <a:pathLst>
                <a:path w="503" h="496" extrusionOk="0">
                  <a:moveTo>
                    <a:pt x="251" y="0"/>
                  </a:moveTo>
                  <a:cubicBezTo>
                    <a:pt x="115" y="0"/>
                    <a:pt x="0" y="108"/>
                    <a:pt x="0" y="251"/>
                  </a:cubicBezTo>
                  <a:cubicBezTo>
                    <a:pt x="0" y="387"/>
                    <a:pt x="115" y="496"/>
                    <a:pt x="251" y="496"/>
                  </a:cubicBezTo>
                  <a:cubicBezTo>
                    <a:pt x="394" y="496"/>
                    <a:pt x="503" y="387"/>
                    <a:pt x="503" y="251"/>
                  </a:cubicBezTo>
                  <a:cubicBezTo>
                    <a:pt x="503" y="108"/>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9" name="Google Shape;14119;p31"/>
            <p:cNvSpPr/>
            <p:nvPr/>
          </p:nvSpPr>
          <p:spPr>
            <a:xfrm>
              <a:off x="1686650" y="4779625"/>
              <a:ext cx="12600" cy="12400"/>
            </a:xfrm>
            <a:custGeom>
              <a:avLst/>
              <a:gdLst/>
              <a:ahLst/>
              <a:cxnLst/>
              <a:rect l="l" t="t" r="r" b="b"/>
              <a:pathLst>
                <a:path w="504" h="496" extrusionOk="0">
                  <a:moveTo>
                    <a:pt x="252" y="0"/>
                  </a:moveTo>
                  <a:cubicBezTo>
                    <a:pt x="116" y="0"/>
                    <a:pt x="1" y="108"/>
                    <a:pt x="1" y="251"/>
                  </a:cubicBezTo>
                  <a:cubicBezTo>
                    <a:pt x="1" y="387"/>
                    <a:pt x="116" y="496"/>
                    <a:pt x="252" y="496"/>
                  </a:cubicBezTo>
                  <a:cubicBezTo>
                    <a:pt x="388" y="496"/>
                    <a:pt x="503" y="387"/>
                    <a:pt x="503" y="251"/>
                  </a:cubicBezTo>
                  <a:cubicBezTo>
                    <a:pt x="503"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0" name="Google Shape;14120;p31"/>
            <p:cNvSpPr/>
            <p:nvPr/>
          </p:nvSpPr>
          <p:spPr>
            <a:xfrm>
              <a:off x="1778450" y="4779625"/>
              <a:ext cx="12550" cy="12400"/>
            </a:xfrm>
            <a:custGeom>
              <a:avLst/>
              <a:gdLst/>
              <a:ahLst/>
              <a:cxnLst/>
              <a:rect l="l" t="t" r="r" b="b"/>
              <a:pathLst>
                <a:path w="502" h="496" extrusionOk="0">
                  <a:moveTo>
                    <a:pt x="252" y="0"/>
                  </a:moveTo>
                  <a:cubicBezTo>
                    <a:pt x="114" y="0"/>
                    <a:pt x="1" y="108"/>
                    <a:pt x="1" y="251"/>
                  </a:cubicBezTo>
                  <a:cubicBezTo>
                    <a:pt x="1" y="387"/>
                    <a:pt x="114" y="496"/>
                    <a:pt x="252" y="496"/>
                  </a:cubicBezTo>
                  <a:cubicBezTo>
                    <a:pt x="388" y="496"/>
                    <a:pt x="501" y="387"/>
                    <a:pt x="501" y="251"/>
                  </a:cubicBezTo>
                  <a:cubicBezTo>
                    <a:pt x="501"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1" name="Google Shape;14121;p31"/>
            <p:cNvSpPr/>
            <p:nvPr/>
          </p:nvSpPr>
          <p:spPr>
            <a:xfrm>
              <a:off x="1870375" y="4779625"/>
              <a:ext cx="12400" cy="12400"/>
            </a:xfrm>
            <a:custGeom>
              <a:avLst/>
              <a:gdLst/>
              <a:ahLst/>
              <a:cxnLst/>
              <a:rect l="l" t="t" r="r" b="b"/>
              <a:pathLst>
                <a:path w="496" h="496" extrusionOk="0">
                  <a:moveTo>
                    <a:pt x="252" y="0"/>
                  </a:moveTo>
                  <a:cubicBezTo>
                    <a:pt x="109" y="0"/>
                    <a:pt x="0" y="108"/>
                    <a:pt x="0" y="251"/>
                  </a:cubicBezTo>
                  <a:cubicBezTo>
                    <a:pt x="0" y="387"/>
                    <a:pt x="109" y="496"/>
                    <a:pt x="252" y="496"/>
                  </a:cubicBezTo>
                  <a:cubicBezTo>
                    <a:pt x="387" y="496"/>
                    <a:pt x="496" y="387"/>
                    <a:pt x="496" y="251"/>
                  </a:cubicBezTo>
                  <a:cubicBezTo>
                    <a:pt x="496" y="108"/>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2" name="Google Shape;14122;p31"/>
            <p:cNvSpPr/>
            <p:nvPr/>
          </p:nvSpPr>
          <p:spPr>
            <a:xfrm>
              <a:off x="1962150" y="4779625"/>
              <a:ext cx="12550" cy="12400"/>
            </a:xfrm>
            <a:custGeom>
              <a:avLst/>
              <a:gdLst/>
              <a:ahLst/>
              <a:cxnLst/>
              <a:rect l="l" t="t" r="r" b="b"/>
              <a:pathLst>
                <a:path w="502" h="496" extrusionOk="0">
                  <a:moveTo>
                    <a:pt x="250" y="0"/>
                  </a:moveTo>
                  <a:cubicBezTo>
                    <a:pt x="114" y="0"/>
                    <a:pt x="1" y="108"/>
                    <a:pt x="1" y="251"/>
                  </a:cubicBezTo>
                  <a:cubicBezTo>
                    <a:pt x="1" y="387"/>
                    <a:pt x="114" y="496"/>
                    <a:pt x="250" y="496"/>
                  </a:cubicBezTo>
                  <a:cubicBezTo>
                    <a:pt x="388" y="496"/>
                    <a:pt x="502" y="387"/>
                    <a:pt x="502" y="251"/>
                  </a:cubicBezTo>
                  <a:cubicBezTo>
                    <a:pt x="502" y="108"/>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3" name="Google Shape;14123;p31"/>
            <p:cNvSpPr/>
            <p:nvPr/>
          </p:nvSpPr>
          <p:spPr>
            <a:xfrm>
              <a:off x="2054075" y="4779625"/>
              <a:ext cx="12425" cy="12400"/>
            </a:xfrm>
            <a:custGeom>
              <a:avLst/>
              <a:gdLst/>
              <a:ahLst/>
              <a:cxnLst/>
              <a:rect l="l" t="t" r="r" b="b"/>
              <a:pathLst>
                <a:path w="497" h="496" extrusionOk="0">
                  <a:moveTo>
                    <a:pt x="252" y="0"/>
                  </a:moveTo>
                  <a:cubicBezTo>
                    <a:pt x="109" y="0"/>
                    <a:pt x="1" y="108"/>
                    <a:pt x="1" y="251"/>
                  </a:cubicBezTo>
                  <a:cubicBezTo>
                    <a:pt x="1" y="387"/>
                    <a:pt x="109" y="496"/>
                    <a:pt x="252" y="496"/>
                  </a:cubicBezTo>
                  <a:cubicBezTo>
                    <a:pt x="388" y="496"/>
                    <a:pt x="496" y="387"/>
                    <a:pt x="496" y="251"/>
                  </a:cubicBezTo>
                  <a:cubicBezTo>
                    <a:pt x="496"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4" name="Google Shape;14124;p31"/>
            <p:cNvSpPr/>
            <p:nvPr/>
          </p:nvSpPr>
          <p:spPr>
            <a:xfrm>
              <a:off x="2145825" y="4779625"/>
              <a:ext cx="12600" cy="12400"/>
            </a:xfrm>
            <a:custGeom>
              <a:avLst/>
              <a:gdLst/>
              <a:ahLst/>
              <a:cxnLst/>
              <a:rect l="l" t="t" r="r" b="b"/>
              <a:pathLst>
                <a:path w="504" h="496" extrusionOk="0">
                  <a:moveTo>
                    <a:pt x="252" y="0"/>
                  </a:moveTo>
                  <a:cubicBezTo>
                    <a:pt x="116" y="0"/>
                    <a:pt x="1" y="108"/>
                    <a:pt x="1" y="251"/>
                  </a:cubicBezTo>
                  <a:cubicBezTo>
                    <a:pt x="1" y="387"/>
                    <a:pt x="116" y="496"/>
                    <a:pt x="252" y="496"/>
                  </a:cubicBezTo>
                  <a:cubicBezTo>
                    <a:pt x="388" y="496"/>
                    <a:pt x="503" y="387"/>
                    <a:pt x="503" y="251"/>
                  </a:cubicBezTo>
                  <a:cubicBezTo>
                    <a:pt x="503"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5" name="Google Shape;14125;p31"/>
            <p:cNvSpPr/>
            <p:nvPr/>
          </p:nvSpPr>
          <p:spPr>
            <a:xfrm>
              <a:off x="2237800" y="4779625"/>
              <a:ext cx="12350" cy="12400"/>
            </a:xfrm>
            <a:custGeom>
              <a:avLst/>
              <a:gdLst/>
              <a:ahLst/>
              <a:cxnLst/>
              <a:rect l="l" t="t" r="r" b="b"/>
              <a:pathLst>
                <a:path w="494" h="496" extrusionOk="0">
                  <a:moveTo>
                    <a:pt x="244" y="0"/>
                  </a:moveTo>
                  <a:cubicBezTo>
                    <a:pt x="107" y="0"/>
                    <a:pt x="0" y="108"/>
                    <a:pt x="0" y="251"/>
                  </a:cubicBezTo>
                  <a:cubicBezTo>
                    <a:pt x="0" y="387"/>
                    <a:pt x="107" y="496"/>
                    <a:pt x="244" y="496"/>
                  </a:cubicBezTo>
                  <a:cubicBezTo>
                    <a:pt x="387" y="496"/>
                    <a:pt x="494" y="387"/>
                    <a:pt x="494" y="251"/>
                  </a:cubicBezTo>
                  <a:cubicBezTo>
                    <a:pt x="494" y="108"/>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6" name="Google Shape;14126;p31"/>
            <p:cNvSpPr/>
            <p:nvPr/>
          </p:nvSpPr>
          <p:spPr>
            <a:xfrm>
              <a:off x="2329550" y="4779625"/>
              <a:ext cx="12575" cy="12400"/>
            </a:xfrm>
            <a:custGeom>
              <a:avLst/>
              <a:gdLst/>
              <a:ahLst/>
              <a:cxnLst/>
              <a:rect l="l" t="t" r="r" b="b"/>
              <a:pathLst>
                <a:path w="503" h="496" extrusionOk="0">
                  <a:moveTo>
                    <a:pt x="251" y="0"/>
                  </a:moveTo>
                  <a:cubicBezTo>
                    <a:pt x="115" y="0"/>
                    <a:pt x="0" y="108"/>
                    <a:pt x="0" y="251"/>
                  </a:cubicBezTo>
                  <a:cubicBezTo>
                    <a:pt x="0" y="387"/>
                    <a:pt x="115" y="496"/>
                    <a:pt x="251" y="496"/>
                  </a:cubicBezTo>
                  <a:cubicBezTo>
                    <a:pt x="387" y="496"/>
                    <a:pt x="502" y="387"/>
                    <a:pt x="502" y="251"/>
                  </a:cubicBezTo>
                  <a:cubicBezTo>
                    <a:pt x="502" y="108"/>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7" name="Google Shape;14127;p31"/>
            <p:cNvSpPr/>
            <p:nvPr/>
          </p:nvSpPr>
          <p:spPr>
            <a:xfrm>
              <a:off x="2421325" y="4779625"/>
              <a:ext cx="12550" cy="12400"/>
            </a:xfrm>
            <a:custGeom>
              <a:avLst/>
              <a:gdLst/>
              <a:ahLst/>
              <a:cxnLst/>
              <a:rect l="l" t="t" r="r" b="b"/>
              <a:pathLst>
                <a:path w="502" h="496" extrusionOk="0">
                  <a:moveTo>
                    <a:pt x="250" y="0"/>
                  </a:moveTo>
                  <a:cubicBezTo>
                    <a:pt x="114" y="0"/>
                    <a:pt x="1" y="108"/>
                    <a:pt x="1" y="251"/>
                  </a:cubicBezTo>
                  <a:cubicBezTo>
                    <a:pt x="1" y="387"/>
                    <a:pt x="114" y="496"/>
                    <a:pt x="250" y="496"/>
                  </a:cubicBezTo>
                  <a:cubicBezTo>
                    <a:pt x="395" y="496"/>
                    <a:pt x="501" y="387"/>
                    <a:pt x="501" y="251"/>
                  </a:cubicBezTo>
                  <a:cubicBezTo>
                    <a:pt x="501" y="108"/>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8" name="Google Shape;14128;p31"/>
            <p:cNvSpPr/>
            <p:nvPr/>
          </p:nvSpPr>
          <p:spPr>
            <a:xfrm>
              <a:off x="2513250" y="4779625"/>
              <a:ext cx="12575" cy="12400"/>
            </a:xfrm>
            <a:custGeom>
              <a:avLst/>
              <a:gdLst/>
              <a:ahLst/>
              <a:cxnLst/>
              <a:rect l="l" t="t" r="r" b="b"/>
              <a:pathLst>
                <a:path w="503" h="496" extrusionOk="0">
                  <a:moveTo>
                    <a:pt x="252" y="0"/>
                  </a:moveTo>
                  <a:cubicBezTo>
                    <a:pt x="109" y="0"/>
                    <a:pt x="0" y="108"/>
                    <a:pt x="0" y="251"/>
                  </a:cubicBezTo>
                  <a:cubicBezTo>
                    <a:pt x="0" y="387"/>
                    <a:pt x="109" y="496"/>
                    <a:pt x="252" y="496"/>
                  </a:cubicBezTo>
                  <a:cubicBezTo>
                    <a:pt x="388" y="496"/>
                    <a:pt x="503" y="387"/>
                    <a:pt x="503" y="251"/>
                  </a:cubicBezTo>
                  <a:cubicBezTo>
                    <a:pt x="503"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9" name="Google Shape;14129;p31"/>
            <p:cNvSpPr/>
            <p:nvPr/>
          </p:nvSpPr>
          <p:spPr>
            <a:xfrm>
              <a:off x="2605000" y="4779625"/>
              <a:ext cx="12575" cy="12400"/>
            </a:xfrm>
            <a:custGeom>
              <a:avLst/>
              <a:gdLst/>
              <a:ahLst/>
              <a:cxnLst/>
              <a:rect l="l" t="t" r="r" b="b"/>
              <a:pathLst>
                <a:path w="503" h="496" extrusionOk="0">
                  <a:moveTo>
                    <a:pt x="252" y="0"/>
                  </a:moveTo>
                  <a:cubicBezTo>
                    <a:pt x="116" y="0"/>
                    <a:pt x="0" y="108"/>
                    <a:pt x="0" y="251"/>
                  </a:cubicBezTo>
                  <a:cubicBezTo>
                    <a:pt x="0" y="387"/>
                    <a:pt x="116" y="496"/>
                    <a:pt x="252" y="496"/>
                  </a:cubicBezTo>
                  <a:cubicBezTo>
                    <a:pt x="387" y="496"/>
                    <a:pt x="503" y="387"/>
                    <a:pt x="503" y="251"/>
                  </a:cubicBezTo>
                  <a:cubicBezTo>
                    <a:pt x="503" y="108"/>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0" name="Google Shape;14130;p31"/>
            <p:cNvSpPr/>
            <p:nvPr/>
          </p:nvSpPr>
          <p:spPr>
            <a:xfrm>
              <a:off x="2696950" y="4779625"/>
              <a:ext cx="12375" cy="12400"/>
            </a:xfrm>
            <a:custGeom>
              <a:avLst/>
              <a:gdLst/>
              <a:ahLst/>
              <a:cxnLst/>
              <a:rect l="l" t="t" r="r" b="b"/>
              <a:pathLst>
                <a:path w="495" h="496" extrusionOk="0">
                  <a:moveTo>
                    <a:pt x="252" y="0"/>
                  </a:moveTo>
                  <a:cubicBezTo>
                    <a:pt x="108" y="0"/>
                    <a:pt x="1" y="108"/>
                    <a:pt x="1" y="251"/>
                  </a:cubicBezTo>
                  <a:cubicBezTo>
                    <a:pt x="1" y="387"/>
                    <a:pt x="108" y="496"/>
                    <a:pt x="252" y="496"/>
                  </a:cubicBezTo>
                  <a:cubicBezTo>
                    <a:pt x="388" y="496"/>
                    <a:pt x="495" y="387"/>
                    <a:pt x="495" y="251"/>
                  </a:cubicBezTo>
                  <a:cubicBezTo>
                    <a:pt x="495"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1" name="Google Shape;14131;p31"/>
            <p:cNvSpPr/>
            <p:nvPr/>
          </p:nvSpPr>
          <p:spPr>
            <a:xfrm>
              <a:off x="2788700" y="4779625"/>
              <a:ext cx="12600" cy="12400"/>
            </a:xfrm>
            <a:custGeom>
              <a:avLst/>
              <a:gdLst/>
              <a:ahLst/>
              <a:cxnLst/>
              <a:rect l="l" t="t" r="r" b="b"/>
              <a:pathLst>
                <a:path w="504" h="496" extrusionOk="0">
                  <a:moveTo>
                    <a:pt x="252" y="0"/>
                  </a:moveTo>
                  <a:cubicBezTo>
                    <a:pt x="116" y="0"/>
                    <a:pt x="1" y="108"/>
                    <a:pt x="1" y="251"/>
                  </a:cubicBezTo>
                  <a:cubicBezTo>
                    <a:pt x="1" y="387"/>
                    <a:pt x="116" y="496"/>
                    <a:pt x="252" y="496"/>
                  </a:cubicBezTo>
                  <a:cubicBezTo>
                    <a:pt x="388" y="496"/>
                    <a:pt x="503" y="387"/>
                    <a:pt x="503" y="251"/>
                  </a:cubicBezTo>
                  <a:cubicBezTo>
                    <a:pt x="503"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2" name="Google Shape;14132;p31"/>
            <p:cNvSpPr/>
            <p:nvPr/>
          </p:nvSpPr>
          <p:spPr>
            <a:xfrm>
              <a:off x="2880675" y="4779625"/>
              <a:ext cx="12375" cy="12400"/>
            </a:xfrm>
            <a:custGeom>
              <a:avLst/>
              <a:gdLst/>
              <a:ahLst/>
              <a:cxnLst/>
              <a:rect l="l" t="t" r="r" b="b"/>
              <a:pathLst>
                <a:path w="495" h="496" extrusionOk="0">
                  <a:moveTo>
                    <a:pt x="243" y="0"/>
                  </a:moveTo>
                  <a:cubicBezTo>
                    <a:pt x="107" y="0"/>
                    <a:pt x="0" y="108"/>
                    <a:pt x="0" y="251"/>
                  </a:cubicBezTo>
                  <a:cubicBezTo>
                    <a:pt x="0" y="387"/>
                    <a:pt x="107" y="496"/>
                    <a:pt x="243" y="496"/>
                  </a:cubicBezTo>
                  <a:cubicBezTo>
                    <a:pt x="387" y="496"/>
                    <a:pt x="494" y="387"/>
                    <a:pt x="494" y="251"/>
                  </a:cubicBezTo>
                  <a:cubicBezTo>
                    <a:pt x="494" y="108"/>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3" name="Google Shape;14133;p31"/>
            <p:cNvSpPr/>
            <p:nvPr/>
          </p:nvSpPr>
          <p:spPr>
            <a:xfrm>
              <a:off x="2972425" y="4779625"/>
              <a:ext cx="12575" cy="12400"/>
            </a:xfrm>
            <a:custGeom>
              <a:avLst/>
              <a:gdLst/>
              <a:ahLst/>
              <a:cxnLst/>
              <a:rect l="l" t="t" r="r" b="b"/>
              <a:pathLst>
                <a:path w="503" h="496" extrusionOk="0">
                  <a:moveTo>
                    <a:pt x="251" y="0"/>
                  </a:moveTo>
                  <a:cubicBezTo>
                    <a:pt x="115" y="0"/>
                    <a:pt x="0" y="108"/>
                    <a:pt x="0" y="251"/>
                  </a:cubicBezTo>
                  <a:cubicBezTo>
                    <a:pt x="0" y="387"/>
                    <a:pt x="115" y="496"/>
                    <a:pt x="251" y="496"/>
                  </a:cubicBezTo>
                  <a:cubicBezTo>
                    <a:pt x="387" y="496"/>
                    <a:pt x="503" y="387"/>
                    <a:pt x="503" y="251"/>
                  </a:cubicBezTo>
                  <a:cubicBezTo>
                    <a:pt x="503" y="108"/>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4" name="Google Shape;14134;p31"/>
            <p:cNvSpPr/>
            <p:nvPr/>
          </p:nvSpPr>
          <p:spPr>
            <a:xfrm>
              <a:off x="3064375" y="4779625"/>
              <a:ext cx="12375" cy="12400"/>
            </a:xfrm>
            <a:custGeom>
              <a:avLst/>
              <a:gdLst/>
              <a:ahLst/>
              <a:cxnLst/>
              <a:rect l="l" t="t" r="r" b="b"/>
              <a:pathLst>
                <a:path w="495" h="496" extrusionOk="0">
                  <a:moveTo>
                    <a:pt x="243" y="0"/>
                  </a:moveTo>
                  <a:cubicBezTo>
                    <a:pt x="107" y="0"/>
                    <a:pt x="1" y="108"/>
                    <a:pt x="1" y="251"/>
                  </a:cubicBezTo>
                  <a:cubicBezTo>
                    <a:pt x="1" y="387"/>
                    <a:pt x="107" y="496"/>
                    <a:pt x="243" y="496"/>
                  </a:cubicBezTo>
                  <a:cubicBezTo>
                    <a:pt x="388" y="496"/>
                    <a:pt x="495" y="387"/>
                    <a:pt x="495" y="251"/>
                  </a:cubicBezTo>
                  <a:cubicBezTo>
                    <a:pt x="495" y="108"/>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5" name="Google Shape;14135;p31"/>
            <p:cNvSpPr/>
            <p:nvPr/>
          </p:nvSpPr>
          <p:spPr>
            <a:xfrm>
              <a:off x="3156125" y="4779625"/>
              <a:ext cx="12600" cy="12400"/>
            </a:xfrm>
            <a:custGeom>
              <a:avLst/>
              <a:gdLst/>
              <a:ahLst/>
              <a:cxnLst/>
              <a:rect l="l" t="t" r="r" b="b"/>
              <a:pathLst>
                <a:path w="504" h="496" extrusionOk="0">
                  <a:moveTo>
                    <a:pt x="252" y="0"/>
                  </a:moveTo>
                  <a:cubicBezTo>
                    <a:pt x="116" y="0"/>
                    <a:pt x="1" y="108"/>
                    <a:pt x="1" y="251"/>
                  </a:cubicBezTo>
                  <a:cubicBezTo>
                    <a:pt x="1" y="387"/>
                    <a:pt x="116" y="496"/>
                    <a:pt x="252" y="496"/>
                  </a:cubicBezTo>
                  <a:cubicBezTo>
                    <a:pt x="388" y="496"/>
                    <a:pt x="503" y="387"/>
                    <a:pt x="503" y="251"/>
                  </a:cubicBezTo>
                  <a:cubicBezTo>
                    <a:pt x="503"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6" name="Google Shape;14136;p31"/>
            <p:cNvSpPr/>
            <p:nvPr/>
          </p:nvSpPr>
          <p:spPr>
            <a:xfrm>
              <a:off x="3247875" y="4779625"/>
              <a:ext cx="12575" cy="12400"/>
            </a:xfrm>
            <a:custGeom>
              <a:avLst/>
              <a:gdLst/>
              <a:ahLst/>
              <a:cxnLst/>
              <a:rect l="l" t="t" r="r" b="b"/>
              <a:pathLst>
                <a:path w="503" h="496" extrusionOk="0">
                  <a:moveTo>
                    <a:pt x="252" y="0"/>
                  </a:moveTo>
                  <a:cubicBezTo>
                    <a:pt x="116" y="0"/>
                    <a:pt x="1" y="108"/>
                    <a:pt x="1" y="251"/>
                  </a:cubicBezTo>
                  <a:cubicBezTo>
                    <a:pt x="1" y="387"/>
                    <a:pt x="116" y="496"/>
                    <a:pt x="252" y="496"/>
                  </a:cubicBezTo>
                  <a:cubicBezTo>
                    <a:pt x="388" y="496"/>
                    <a:pt x="503" y="387"/>
                    <a:pt x="503" y="251"/>
                  </a:cubicBezTo>
                  <a:cubicBezTo>
                    <a:pt x="503"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7" name="Google Shape;14137;p31"/>
            <p:cNvSpPr/>
            <p:nvPr/>
          </p:nvSpPr>
          <p:spPr>
            <a:xfrm>
              <a:off x="3339850" y="4779625"/>
              <a:ext cx="12525" cy="12400"/>
            </a:xfrm>
            <a:custGeom>
              <a:avLst/>
              <a:gdLst/>
              <a:ahLst/>
              <a:cxnLst/>
              <a:rect l="l" t="t" r="r" b="b"/>
              <a:pathLst>
                <a:path w="501" h="496" extrusionOk="0">
                  <a:moveTo>
                    <a:pt x="251" y="0"/>
                  </a:moveTo>
                  <a:cubicBezTo>
                    <a:pt x="107" y="0"/>
                    <a:pt x="0" y="108"/>
                    <a:pt x="0" y="251"/>
                  </a:cubicBezTo>
                  <a:cubicBezTo>
                    <a:pt x="0" y="387"/>
                    <a:pt x="107" y="496"/>
                    <a:pt x="251" y="496"/>
                  </a:cubicBezTo>
                  <a:cubicBezTo>
                    <a:pt x="387" y="496"/>
                    <a:pt x="501" y="387"/>
                    <a:pt x="501" y="251"/>
                  </a:cubicBezTo>
                  <a:cubicBezTo>
                    <a:pt x="501" y="108"/>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8" name="Google Shape;14138;p31"/>
            <p:cNvSpPr/>
            <p:nvPr/>
          </p:nvSpPr>
          <p:spPr>
            <a:xfrm>
              <a:off x="3431575" y="4779625"/>
              <a:ext cx="12600" cy="12400"/>
            </a:xfrm>
            <a:custGeom>
              <a:avLst/>
              <a:gdLst/>
              <a:ahLst/>
              <a:cxnLst/>
              <a:rect l="l" t="t" r="r" b="b"/>
              <a:pathLst>
                <a:path w="504" h="496" extrusionOk="0">
                  <a:moveTo>
                    <a:pt x="252" y="0"/>
                  </a:moveTo>
                  <a:cubicBezTo>
                    <a:pt x="116" y="0"/>
                    <a:pt x="1" y="108"/>
                    <a:pt x="1" y="251"/>
                  </a:cubicBezTo>
                  <a:cubicBezTo>
                    <a:pt x="1" y="387"/>
                    <a:pt x="116" y="496"/>
                    <a:pt x="252" y="496"/>
                  </a:cubicBezTo>
                  <a:cubicBezTo>
                    <a:pt x="388" y="496"/>
                    <a:pt x="503" y="387"/>
                    <a:pt x="503" y="251"/>
                  </a:cubicBezTo>
                  <a:cubicBezTo>
                    <a:pt x="503"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9" name="Google Shape;14139;p31"/>
            <p:cNvSpPr/>
            <p:nvPr/>
          </p:nvSpPr>
          <p:spPr>
            <a:xfrm>
              <a:off x="3523550" y="4779625"/>
              <a:ext cx="12375" cy="12400"/>
            </a:xfrm>
            <a:custGeom>
              <a:avLst/>
              <a:gdLst/>
              <a:ahLst/>
              <a:cxnLst/>
              <a:rect l="l" t="t" r="r" b="b"/>
              <a:pathLst>
                <a:path w="495" h="496" extrusionOk="0">
                  <a:moveTo>
                    <a:pt x="250" y="0"/>
                  </a:moveTo>
                  <a:cubicBezTo>
                    <a:pt x="107" y="0"/>
                    <a:pt x="0" y="108"/>
                    <a:pt x="0" y="251"/>
                  </a:cubicBezTo>
                  <a:cubicBezTo>
                    <a:pt x="0" y="387"/>
                    <a:pt x="107" y="496"/>
                    <a:pt x="250" y="496"/>
                  </a:cubicBezTo>
                  <a:cubicBezTo>
                    <a:pt x="388" y="496"/>
                    <a:pt x="494" y="387"/>
                    <a:pt x="494" y="251"/>
                  </a:cubicBezTo>
                  <a:cubicBezTo>
                    <a:pt x="494" y="108"/>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0" name="Google Shape;14140;p31"/>
            <p:cNvSpPr/>
            <p:nvPr/>
          </p:nvSpPr>
          <p:spPr>
            <a:xfrm>
              <a:off x="676400" y="48714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1" name="Google Shape;14141;p31"/>
            <p:cNvSpPr/>
            <p:nvPr/>
          </p:nvSpPr>
          <p:spPr>
            <a:xfrm>
              <a:off x="768325" y="4871400"/>
              <a:ext cx="12400" cy="12550"/>
            </a:xfrm>
            <a:custGeom>
              <a:avLst/>
              <a:gdLst/>
              <a:ahLst/>
              <a:cxnLst/>
              <a:rect l="l" t="t" r="r" b="b"/>
              <a:pathLst>
                <a:path w="496" h="502" extrusionOk="0">
                  <a:moveTo>
                    <a:pt x="245" y="1"/>
                  </a:moveTo>
                  <a:cubicBezTo>
                    <a:pt x="109" y="1"/>
                    <a:pt x="0" y="114"/>
                    <a:pt x="0" y="252"/>
                  </a:cubicBezTo>
                  <a:cubicBezTo>
                    <a:pt x="0" y="388"/>
                    <a:pt x="109" y="501"/>
                    <a:pt x="245" y="501"/>
                  </a:cubicBezTo>
                  <a:cubicBezTo>
                    <a:pt x="388" y="501"/>
                    <a:pt x="496" y="388"/>
                    <a:pt x="496" y="252"/>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2" name="Google Shape;14142;p31"/>
            <p:cNvSpPr/>
            <p:nvPr/>
          </p:nvSpPr>
          <p:spPr>
            <a:xfrm>
              <a:off x="860125" y="4871400"/>
              <a:ext cx="12525" cy="12550"/>
            </a:xfrm>
            <a:custGeom>
              <a:avLst/>
              <a:gdLst/>
              <a:ahLst/>
              <a:cxnLst/>
              <a:rect l="l" t="t" r="r" b="b"/>
              <a:pathLst>
                <a:path w="501" h="502" extrusionOk="0">
                  <a:moveTo>
                    <a:pt x="251" y="1"/>
                  </a:moveTo>
                  <a:cubicBezTo>
                    <a:pt x="114" y="1"/>
                    <a:pt x="0" y="114"/>
                    <a:pt x="0" y="252"/>
                  </a:cubicBezTo>
                  <a:cubicBezTo>
                    <a:pt x="0" y="388"/>
                    <a:pt x="114" y="501"/>
                    <a:pt x="251" y="501"/>
                  </a:cubicBezTo>
                  <a:cubicBezTo>
                    <a:pt x="387" y="501"/>
                    <a:pt x="501" y="388"/>
                    <a:pt x="501" y="252"/>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3" name="Google Shape;14143;p31"/>
            <p:cNvSpPr/>
            <p:nvPr/>
          </p:nvSpPr>
          <p:spPr>
            <a:xfrm>
              <a:off x="951850" y="48714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4" name="Google Shape;14144;p31"/>
            <p:cNvSpPr/>
            <p:nvPr/>
          </p:nvSpPr>
          <p:spPr>
            <a:xfrm>
              <a:off x="1043825" y="4871400"/>
              <a:ext cx="12375" cy="12550"/>
            </a:xfrm>
            <a:custGeom>
              <a:avLst/>
              <a:gdLst/>
              <a:ahLst/>
              <a:cxnLst/>
              <a:rect l="l" t="t" r="r" b="b"/>
              <a:pathLst>
                <a:path w="495" h="502" extrusionOk="0">
                  <a:moveTo>
                    <a:pt x="250" y="1"/>
                  </a:moveTo>
                  <a:cubicBezTo>
                    <a:pt x="107" y="1"/>
                    <a:pt x="0" y="114"/>
                    <a:pt x="0" y="252"/>
                  </a:cubicBezTo>
                  <a:cubicBezTo>
                    <a:pt x="0" y="388"/>
                    <a:pt x="107" y="501"/>
                    <a:pt x="250" y="501"/>
                  </a:cubicBezTo>
                  <a:cubicBezTo>
                    <a:pt x="388" y="501"/>
                    <a:pt x="494" y="388"/>
                    <a:pt x="494" y="252"/>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5" name="Google Shape;14145;p31"/>
            <p:cNvSpPr/>
            <p:nvPr/>
          </p:nvSpPr>
          <p:spPr>
            <a:xfrm>
              <a:off x="1135575" y="4871400"/>
              <a:ext cx="12575" cy="12550"/>
            </a:xfrm>
            <a:custGeom>
              <a:avLst/>
              <a:gdLst/>
              <a:ahLst/>
              <a:cxnLst/>
              <a:rect l="l" t="t" r="r" b="b"/>
              <a:pathLst>
                <a:path w="503" h="502" extrusionOk="0">
                  <a:moveTo>
                    <a:pt x="252" y="1"/>
                  </a:moveTo>
                  <a:cubicBezTo>
                    <a:pt x="116" y="1"/>
                    <a:pt x="0" y="114"/>
                    <a:pt x="0" y="252"/>
                  </a:cubicBezTo>
                  <a:cubicBezTo>
                    <a:pt x="0" y="388"/>
                    <a:pt x="116" y="501"/>
                    <a:pt x="252" y="501"/>
                  </a:cubicBezTo>
                  <a:cubicBezTo>
                    <a:pt x="387" y="501"/>
                    <a:pt x="503" y="388"/>
                    <a:pt x="503" y="252"/>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6" name="Google Shape;14146;p31"/>
            <p:cNvSpPr/>
            <p:nvPr/>
          </p:nvSpPr>
          <p:spPr>
            <a:xfrm>
              <a:off x="1227500" y="4871400"/>
              <a:ext cx="12400" cy="12550"/>
            </a:xfrm>
            <a:custGeom>
              <a:avLst/>
              <a:gdLst/>
              <a:ahLst/>
              <a:cxnLst/>
              <a:rect l="l" t="t" r="r" b="b"/>
              <a:pathLst>
                <a:path w="496" h="502" extrusionOk="0">
                  <a:moveTo>
                    <a:pt x="251" y="1"/>
                  </a:moveTo>
                  <a:cubicBezTo>
                    <a:pt x="109" y="1"/>
                    <a:pt x="0" y="114"/>
                    <a:pt x="0" y="252"/>
                  </a:cubicBezTo>
                  <a:cubicBezTo>
                    <a:pt x="0" y="388"/>
                    <a:pt x="109" y="501"/>
                    <a:pt x="251" y="501"/>
                  </a:cubicBezTo>
                  <a:cubicBezTo>
                    <a:pt x="387" y="501"/>
                    <a:pt x="496" y="388"/>
                    <a:pt x="496" y="252"/>
                  </a:cubicBezTo>
                  <a:cubicBezTo>
                    <a:pt x="496"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7" name="Google Shape;14147;p31"/>
            <p:cNvSpPr/>
            <p:nvPr/>
          </p:nvSpPr>
          <p:spPr>
            <a:xfrm>
              <a:off x="1319275" y="4871400"/>
              <a:ext cx="12550" cy="12550"/>
            </a:xfrm>
            <a:custGeom>
              <a:avLst/>
              <a:gdLst/>
              <a:ahLst/>
              <a:cxnLst/>
              <a:rect l="l" t="t" r="r" b="b"/>
              <a:pathLst>
                <a:path w="502" h="502" extrusionOk="0">
                  <a:moveTo>
                    <a:pt x="252" y="1"/>
                  </a:moveTo>
                  <a:cubicBezTo>
                    <a:pt x="114" y="1"/>
                    <a:pt x="1" y="114"/>
                    <a:pt x="1" y="252"/>
                  </a:cubicBezTo>
                  <a:cubicBezTo>
                    <a:pt x="1" y="388"/>
                    <a:pt x="114" y="501"/>
                    <a:pt x="252" y="501"/>
                  </a:cubicBezTo>
                  <a:cubicBezTo>
                    <a:pt x="388" y="501"/>
                    <a:pt x="501" y="388"/>
                    <a:pt x="501" y="252"/>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8" name="Google Shape;14148;p31"/>
            <p:cNvSpPr/>
            <p:nvPr/>
          </p:nvSpPr>
          <p:spPr>
            <a:xfrm>
              <a:off x="1411200" y="4871400"/>
              <a:ext cx="12425" cy="12550"/>
            </a:xfrm>
            <a:custGeom>
              <a:avLst/>
              <a:gdLst/>
              <a:ahLst/>
              <a:cxnLst/>
              <a:rect l="l" t="t" r="r" b="b"/>
              <a:pathLst>
                <a:path w="497" h="502" extrusionOk="0">
                  <a:moveTo>
                    <a:pt x="245" y="1"/>
                  </a:moveTo>
                  <a:cubicBezTo>
                    <a:pt x="109" y="1"/>
                    <a:pt x="1" y="114"/>
                    <a:pt x="1" y="252"/>
                  </a:cubicBezTo>
                  <a:cubicBezTo>
                    <a:pt x="1" y="388"/>
                    <a:pt x="109" y="501"/>
                    <a:pt x="245" y="501"/>
                  </a:cubicBezTo>
                  <a:cubicBezTo>
                    <a:pt x="388" y="501"/>
                    <a:pt x="496" y="388"/>
                    <a:pt x="496" y="252"/>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9" name="Google Shape;14149;p31"/>
            <p:cNvSpPr/>
            <p:nvPr/>
          </p:nvSpPr>
          <p:spPr>
            <a:xfrm>
              <a:off x="1503000" y="4871400"/>
              <a:ext cx="12525" cy="12550"/>
            </a:xfrm>
            <a:custGeom>
              <a:avLst/>
              <a:gdLst/>
              <a:ahLst/>
              <a:cxnLst/>
              <a:rect l="l" t="t" r="r" b="b"/>
              <a:pathLst>
                <a:path w="501" h="502" extrusionOk="0">
                  <a:moveTo>
                    <a:pt x="250" y="1"/>
                  </a:moveTo>
                  <a:cubicBezTo>
                    <a:pt x="114" y="1"/>
                    <a:pt x="0" y="114"/>
                    <a:pt x="0" y="252"/>
                  </a:cubicBezTo>
                  <a:cubicBezTo>
                    <a:pt x="0" y="388"/>
                    <a:pt x="114" y="501"/>
                    <a:pt x="250" y="501"/>
                  </a:cubicBezTo>
                  <a:cubicBezTo>
                    <a:pt x="387" y="501"/>
                    <a:pt x="501" y="388"/>
                    <a:pt x="501" y="252"/>
                  </a:cubicBezTo>
                  <a:cubicBezTo>
                    <a:pt x="501" y="114"/>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0" name="Google Shape;14150;p31"/>
            <p:cNvSpPr/>
            <p:nvPr/>
          </p:nvSpPr>
          <p:spPr>
            <a:xfrm>
              <a:off x="1594750" y="4871400"/>
              <a:ext cx="12575" cy="12550"/>
            </a:xfrm>
            <a:custGeom>
              <a:avLst/>
              <a:gdLst/>
              <a:ahLst/>
              <a:cxnLst/>
              <a:rect l="l" t="t" r="r" b="b"/>
              <a:pathLst>
                <a:path w="503" h="502" extrusionOk="0">
                  <a:moveTo>
                    <a:pt x="251" y="1"/>
                  </a:moveTo>
                  <a:cubicBezTo>
                    <a:pt x="115" y="1"/>
                    <a:pt x="0" y="114"/>
                    <a:pt x="0" y="252"/>
                  </a:cubicBezTo>
                  <a:cubicBezTo>
                    <a:pt x="0" y="388"/>
                    <a:pt x="115" y="501"/>
                    <a:pt x="251" y="501"/>
                  </a:cubicBezTo>
                  <a:cubicBezTo>
                    <a:pt x="394" y="501"/>
                    <a:pt x="503" y="388"/>
                    <a:pt x="503" y="252"/>
                  </a:cubicBezTo>
                  <a:cubicBezTo>
                    <a:pt x="503" y="114"/>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1" name="Google Shape;14151;p31"/>
            <p:cNvSpPr/>
            <p:nvPr/>
          </p:nvSpPr>
          <p:spPr>
            <a:xfrm>
              <a:off x="1686650" y="48714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2" name="Google Shape;14152;p31"/>
            <p:cNvSpPr/>
            <p:nvPr/>
          </p:nvSpPr>
          <p:spPr>
            <a:xfrm>
              <a:off x="1778450" y="4871400"/>
              <a:ext cx="12550" cy="12550"/>
            </a:xfrm>
            <a:custGeom>
              <a:avLst/>
              <a:gdLst/>
              <a:ahLst/>
              <a:cxnLst/>
              <a:rect l="l" t="t" r="r" b="b"/>
              <a:pathLst>
                <a:path w="502" h="502" extrusionOk="0">
                  <a:moveTo>
                    <a:pt x="252" y="1"/>
                  </a:moveTo>
                  <a:cubicBezTo>
                    <a:pt x="114" y="1"/>
                    <a:pt x="1" y="114"/>
                    <a:pt x="1" y="252"/>
                  </a:cubicBezTo>
                  <a:cubicBezTo>
                    <a:pt x="1" y="388"/>
                    <a:pt x="114" y="501"/>
                    <a:pt x="252" y="501"/>
                  </a:cubicBezTo>
                  <a:cubicBezTo>
                    <a:pt x="388" y="501"/>
                    <a:pt x="501" y="388"/>
                    <a:pt x="501" y="252"/>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3" name="Google Shape;14153;p31"/>
            <p:cNvSpPr/>
            <p:nvPr/>
          </p:nvSpPr>
          <p:spPr>
            <a:xfrm>
              <a:off x="1870375" y="4871400"/>
              <a:ext cx="12400" cy="12550"/>
            </a:xfrm>
            <a:custGeom>
              <a:avLst/>
              <a:gdLst/>
              <a:ahLst/>
              <a:cxnLst/>
              <a:rect l="l" t="t" r="r" b="b"/>
              <a:pathLst>
                <a:path w="496" h="502" extrusionOk="0">
                  <a:moveTo>
                    <a:pt x="252" y="1"/>
                  </a:moveTo>
                  <a:cubicBezTo>
                    <a:pt x="109" y="1"/>
                    <a:pt x="0" y="114"/>
                    <a:pt x="0" y="252"/>
                  </a:cubicBezTo>
                  <a:cubicBezTo>
                    <a:pt x="0" y="388"/>
                    <a:pt x="109" y="501"/>
                    <a:pt x="252" y="501"/>
                  </a:cubicBezTo>
                  <a:cubicBezTo>
                    <a:pt x="387" y="501"/>
                    <a:pt x="496" y="388"/>
                    <a:pt x="496" y="252"/>
                  </a:cubicBezTo>
                  <a:cubicBezTo>
                    <a:pt x="496"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4" name="Google Shape;14154;p31"/>
            <p:cNvSpPr/>
            <p:nvPr/>
          </p:nvSpPr>
          <p:spPr>
            <a:xfrm>
              <a:off x="1962150" y="4871400"/>
              <a:ext cx="12550" cy="12550"/>
            </a:xfrm>
            <a:custGeom>
              <a:avLst/>
              <a:gdLst/>
              <a:ahLst/>
              <a:cxnLst/>
              <a:rect l="l" t="t" r="r" b="b"/>
              <a:pathLst>
                <a:path w="502" h="502" extrusionOk="0">
                  <a:moveTo>
                    <a:pt x="250" y="1"/>
                  </a:moveTo>
                  <a:cubicBezTo>
                    <a:pt x="114" y="1"/>
                    <a:pt x="1" y="114"/>
                    <a:pt x="1" y="252"/>
                  </a:cubicBezTo>
                  <a:cubicBezTo>
                    <a:pt x="1" y="388"/>
                    <a:pt x="114" y="501"/>
                    <a:pt x="250" y="501"/>
                  </a:cubicBezTo>
                  <a:cubicBezTo>
                    <a:pt x="388" y="501"/>
                    <a:pt x="502" y="388"/>
                    <a:pt x="502" y="252"/>
                  </a:cubicBezTo>
                  <a:cubicBezTo>
                    <a:pt x="502"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5" name="Google Shape;14155;p31"/>
            <p:cNvSpPr/>
            <p:nvPr/>
          </p:nvSpPr>
          <p:spPr>
            <a:xfrm>
              <a:off x="2054075" y="4871400"/>
              <a:ext cx="12425" cy="12550"/>
            </a:xfrm>
            <a:custGeom>
              <a:avLst/>
              <a:gdLst/>
              <a:ahLst/>
              <a:cxnLst/>
              <a:rect l="l" t="t" r="r" b="b"/>
              <a:pathLst>
                <a:path w="497" h="502" extrusionOk="0">
                  <a:moveTo>
                    <a:pt x="252" y="1"/>
                  </a:moveTo>
                  <a:cubicBezTo>
                    <a:pt x="109" y="1"/>
                    <a:pt x="1" y="114"/>
                    <a:pt x="1" y="252"/>
                  </a:cubicBezTo>
                  <a:cubicBezTo>
                    <a:pt x="1" y="388"/>
                    <a:pt x="109" y="501"/>
                    <a:pt x="252" y="501"/>
                  </a:cubicBezTo>
                  <a:cubicBezTo>
                    <a:pt x="388" y="501"/>
                    <a:pt x="496" y="388"/>
                    <a:pt x="496" y="252"/>
                  </a:cubicBezTo>
                  <a:cubicBezTo>
                    <a:pt x="496"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6" name="Google Shape;14156;p31"/>
            <p:cNvSpPr/>
            <p:nvPr/>
          </p:nvSpPr>
          <p:spPr>
            <a:xfrm>
              <a:off x="2145825" y="48714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7" name="Google Shape;14157;p31"/>
            <p:cNvSpPr/>
            <p:nvPr/>
          </p:nvSpPr>
          <p:spPr>
            <a:xfrm>
              <a:off x="2237800" y="4871400"/>
              <a:ext cx="12350" cy="12550"/>
            </a:xfrm>
            <a:custGeom>
              <a:avLst/>
              <a:gdLst/>
              <a:ahLst/>
              <a:cxnLst/>
              <a:rect l="l" t="t" r="r" b="b"/>
              <a:pathLst>
                <a:path w="494" h="502" extrusionOk="0">
                  <a:moveTo>
                    <a:pt x="244" y="1"/>
                  </a:moveTo>
                  <a:cubicBezTo>
                    <a:pt x="107" y="1"/>
                    <a:pt x="0" y="114"/>
                    <a:pt x="0" y="252"/>
                  </a:cubicBezTo>
                  <a:cubicBezTo>
                    <a:pt x="0" y="388"/>
                    <a:pt x="107" y="501"/>
                    <a:pt x="244" y="501"/>
                  </a:cubicBezTo>
                  <a:cubicBezTo>
                    <a:pt x="387" y="501"/>
                    <a:pt x="494" y="388"/>
                    <a:pt x="494" y="252"/>
                  </a:cubicBezTo>
                  <a:cubicBezTo>
                    <a:pt x="494" y="114"/>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8" name="Google Shape;14158;p31"/>
            <p:cNvSpPr/>
            <p:nvPr/>
          </p:nvSpPr>
          <p:spPr>
            <a:xfrm>
              <a:off x="2329550" y="4871400"/>
              <a:ext cx="12575" cy="12550"/>
            </a:xfrm>
            <a:custGeom>
              <a:avLst/>
              <a:gdLst/>
              <a:ahLst/>
              <a:cxnLst/>
              <a:rect l="l" t="t" r="r" b="b"/>
              <a:pathLst>
                <a:path w="503" h="502" extrusionOk="0">
                  <a:moveTo>
                    <a:pt x="251" y="1"/>
                  </a:moveTo>
                  <a:cubicBezTo>
                    <a:pt x="115" y="1"/>
                    <a:pt x="0" y="114"/>
                    <a:pt x="0" y="252"/>
                  </a:cubicBezTo>
                  <a:cubicBezTo>
                    <a:pt x="0" y="388"/>
                    <a:pt x="115" y="501"/>
                    <a:pt x="251" y="501"/>
                  </a:cubicBezTo>
                  <a:cubicBezTo>
                    <a:pt x="387" y="501"/>
                    <a:pt x="502" y="388"/>
                    <a:pt x="502" y="252"/>
                  </a:cubicBezTo>
                  <a:cubicBezTo>
                    <a:pt x="502"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9" name="Google Shape;14159;p31"/>
            <p:cNvSpPr/>
            <p:nvPr/>
          </p:nvSpPr>
          <p:spPr>
            <a:xfrm>
              <a:off x="2421325" y="4871400"/>
              <a:ext cx="12550" cy="12550"/>
            </a:xfrm>
            <a:custGeom>
              <a:avLst/>
              <a:gdLst/>
              <a:ahLst/>
              <a:cxnLst/>
              <a:rect l="l" t="t" r="r" b="b"/>
              <a:pathLst>
                <a:path w="502" h="502" extrusionOk="0">
                  <a:moveTo>
                    <a:pt x="250" y="1"/>
                  </a:moveTo>
                  <a:cubicBezTo>
                    <a:pt x="114" y="1"/>
                    <a:pt x="1" y="114"/>
                    <a:pt x="1" y="252"/>
                  </a:cubicBezTo>
                  <a:cubicBezTo>
                    <a:pt x="1" y="388"/>
                    <a:pt x="114" y="501"/>
                    <a:pt x="250" y="501"/>
                  </a:cubicBezTo>
                  <a:cubicBezTo>
                    <a:pt x="395" y="501"/>
                    <a:pt x="501" y="388"/>
                    <a:pt x="501" y="252"/>
                  </a:cubicBezTo>
                  <a:cubicBezTo>
                    <a:pt x="501" y="114"/>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0" name="Google Shape;14160;p31"/>
            <p:cNvSpPr/>
            <p:nvPr/>
          </p:nvSpPr>
          <p:spPr>
            <a:xfrm>
              <a:off x="2513250" y="4871400"/>
              <a:ext cx="12575" cy="12550"/>
            </a:xfrm>
            <a:custGeom>
              <a:avLst/>
              <a:gdLst/>
              <a:ahLst/>
              <a:cxnLst/>
              <a:rect l="l" t="t" r="r" b="b"/>
              <a:pathLst>
                <a:path w="503" h="502" extrusionOk="0">
                  <a:moveTo>
                    <a:pt x="252" y="1"/>
                  </a:moveTo>
                  <a:cubicBezTo>
                    <a:pt x="109" y="1"/>
                    <a:pt x="0" y="114"/>
                    <a:pt x="0" y="252"/>
                  </a:cubicBezTo>
                  <a:cubicBezTo>
                    <a:pt x="0" y="388"/>
                    <a:pt x="109"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1" name="Google Shape;14161;p31"/>
            <p:cNvSpPr/>
            <p:nvPr/>
          </p:nvSpPr>
          <p:spPr>
            <a:xfrm>
              <a:off x="2605000" y="4871400"/>
              <a:ext cx="12575" cy="12550"/>
            </a:xfrm>
            <a:custGeom>
              <a:avLst/>
              <a:gdLst/>
              <a:ahLst/>
              <a:cxnLst/>
              <a:rect l="l" t="t" r="r" b="b"/>
              <a:pathLst>
                <a:path w="503" h="502" extrusionOk="0">
                  <a:moveTo>
                    <a:pt x="252" y="1"/>
                  </a:moveTo>
                  <a:cubicBezTo>
                    <a:pt x="116" y="1"/>
                    <a:pt x="0" y="114"/>
                    <a:pt x="0" y="252"/>
                  </a:cubicBezTo>
                  <a:cubicBezTo>
                    <a:pt x="0" y="388"/>
                    <a:pt x="116" y="501"/>
                    <a:pt x="252" y="501"/>
                  </a:cubicBezTo>
                  <a:cubicBezTo>
                    <a:pt x="387" y="501"/>
                    <a:pt x="503" y="388"/>
                    <a:pt x="503" y="252"/>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2" name="Google Shape;14162;p31"/>
            <p:cNvSpPr/>
            <p:nvPr/>
          </p:nvSpPr>
          <p:spPr>
            <a:xfrm>
              <a:off x="2696950" y="4871400"/>
              <a:ext cx="12375" cy="12550"/>
            </a:xfrm>
            <a:custGeom>
              <a:avLst/>
              <a:gdLst/>
              <a:ahLst/>
              <a:cxnLst/>
              <a:rect l="l" t="t" r="r" b="b"/>
              <a:pathLst>
                <a:path w="495" h="502" extrusionOk="0">
                  <a:moveTo>
                    <a:pt x="252" y="1"/>
                  </a:moveTo>
                  <a:cubicBezTo>
                    <a:pt x="108" y="1"/>
                    <a:pt x="1" y="114"/>
                    <a:pt x="1" y="252"/>
                  </a:cubicBezTo>
                  <a:cubicBezTo>
                    <a:pt x="1" y="388"/>
                    <a:pt x="108" y="501"/>
                    <a:pt x="252" y="501"/>
                  </a:cubicBezTo>
                  <a:cubicBezTo>
                    <a:pt x="388" y="501"/>
                    <a:pt x="495" y="388"/>
                    <a:pt x="495" y="252"/>
                  </a:cubicBezTo>
                  <a:cubicBezTo>
                    <a:pt x="495"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3" name="Google Shape;14163;p31"/>
            <p:cNvSpPr/>
            <p:nvPr/>
          </p:nvSpPr>
          <p:spPr>
            <a:xfrm>
              <a:off x="2788700" y="48714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4" name="Google Shape;14164;p31"/>
            <p:cNvSpPr/>
            <p:nvPr/>
          </p:nvSpPr>
          <p:spPr>
            <a:xfrm>
              <a:off x="2880675" y="4871400"/>
              <a:ext cx="12375" cy="12550"/>
            </a:xfrm>
            <a:custGeom>
              <a:avLst/>
              <a:gdLst/>
              <a:ahLst/>
              <a:cxnLst/>
              <a:rect l="l" t="t" r="r" b="b"/>
              <a:pathLst>
                <a:path w="495" h="502" extrusionOk="0">
                  <a:moveTo>
                    <a:pt x="243" y="1"/>
                  </a:moveTo>
                  <a:cubicBezTo>
                    <a:pt x="107" y="1"/>
                    <a:pt x="0" y="114"/>
                    <a:pt x="0" y="252"/>
                  </a:cubicBezTo>
                  <a:cubicBezTo>
                    <a:pt x="0" y="388"/>
                    <a:pt x="107" y="501"/>
                    <a:pt x="243" y="501"/>
                  </a:cubicBezTo>
                  <a:cubicBezTo>
                    <a:pt x="387" y="501"/>
                    <a:pt x="494" y="388"/>
                    <a:pt x="494" y="252"/>
                  </a:cubicBezTo>
                  <a:cubicBezTo>
                    <a:pt x="494" y="114"/>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5" name="Google Shape;14165;p31"/>
            <p:cNvSpPr/>
            <p:nvPr/>
          </p:nvSpPr>
          <p:spPr>
            <a:xfrm>
              <a:off x="2972425" y="4871400"/>
              <a:ext cx="12575" cy="12550"/>
            </a:xfrm>
            <a:custGeom>
              <a:avLst/>
              <a:gdLst/>
              <a:ahLst/>
              <a:cxnLst/>
              <a:rect l="l" t="t" r="r" b="b"/>
              <a:pathLst>
                <a:path w="503" h="502" extrusionOk="0">
                  <a:moveTo>
                    <a:pt x="251" y="1"/>
                  </a:moveTo>
                  <a:cubicBezTo>
                    <a:pt x="115" y="1"/>
                    <a:pt x="0" y="114"/>
                    <a:pt x="0" y="252"/>
                  </a:cubicBezTo>
                  <a:cubicBezTo>
                    <a:pt x="0" y="388"/>
                    <a:pt x="115" y="501"/>
                    <a:pt x="251" y="501"/>
                  </a:cubicBezTo>
                  <a:cubicBezTo>
                    <a:pt x="387" y="501"/>
                    <a:pt x="503" y="388"/>
                    <a:pt x="503" y="252"/>
                  </a:cubicBezTo>
                  <a:cubicBezTo>
                    <a:pt x="503"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6" name="Google Shape;14166;p31"/>
            <p:cNvSpPr/>
            <p:nvPr/>
          </p:nvSpPr>
          <p:spPr>
            <a:xfrm>
              <a:off x="3064375" y="4871400"/>
              <a:ext cx="12375" cy="12550"/>
            </a:xfrm>
            <a:custGeom>
              <a:avLst/>
              <a:gdLst/>
              <a:ahLst/>
              <a:cxnLst/>
              <a:rect l="l" t="t" r="r" b="b"/>
              <a:pathLst>
                <a:path w="495" h="502" extrusionOk="0">
                  <a:moveTo>
                    <a:pt x="243" y="1"/>
                  </a:moveTo>
                  <a:cubicBezTo>
                    <a:pt x="107" y="1"/>
                    <a:pt x="1" y="114"/>
                    <a:pt x="1" y="252"/>
                  </a:cubicBezTo>
                  <a:cubicBezTo>
                    <a:pt x="1" y="388"/>
                    <a:pt x="107" y="501"/>
                    <a:pt x="243" y="501"/>
                  </a:cubicBezTo>
                  <a:cubicBezTo>
                    <a:pt x="388" y="501"/>
                    <a:pt x="495" y="388"/>
                    <a:pt x="495" y="252"/>
                  </a:cubicBezTo>
                  <a:cubicBezTo>
                    <a:pt x="495" y="114"/>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7" name="Google Shape;14167;p31"/>
            <p:cNvSpPr/>
            <p:nvPr/>
          </p:nvSpPr>
          <p:spPr>
            <a:xfrm>
              <a:off x="3156125" y="48714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8" name="Google Shape;14168;p31"/>
            <p:cNvSpPr/>
            <p:nvPr/>
          </p:nvSpPr>
          <p:spPr>
            <a:xfrm>
              <a:off x="3247875" y="4871400"/>
              <a:ext cx="12575" cy="12550"/>
            </a:xfrm>
            <a:custGeom>
              <a:avLst/>
              <a:gdLst/>
              <a:ahLst/>
              <a:cxnLst/>
              <a:rect l="l" t="t" r="r" b="b"/>
              <a:pathLst>
                <a:path w="503"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9" name="Google Shape;14169;p31"/>
            <p:cNvSpPr/>
            <p:nvPr/>
          </p:nvSpPr>
          <p:spPr>
            <a:xfrm>
              <a:off x="3339850" y="4871400"/>
              <a:ext cx="12525" cy="12550"/>
            </a:xfrm>
            <a:custGeom>
              <a:avLst/>
              <a:gdLst/>
              <a:ahLst/>
              <a:cxnLst/>
              <a:rect l="l" t="t" r="r" b="b"/>
              <a:pathLst>
                <a:path w="501" h="502" extrusionOk="0">
                  <a:moveTo>
                    <a:pt x="251" y="1"/>
                  </a:moveTo>
                  <a:cubicBezTo>
                    <a:pt x="107" y="1"/>
                    <a:pt x="0" y="114"/>
                    <a:pt x="0" y="252"/>
                  </a:cubicBezTo>
                  <a:cubicBezTo>
                    <a:pt x="0" y="388"/>
                    <a:pt x="107" y="501"/>
                    <a:pt x="251" y="501"/>
                  </a:cubicBezTo>
                  <a:cubicBezTo>
                    <a:pt x="387" y="501"/>
                    <a:pt x="501" y="388"/>
                    <a:pt x="501" y="252"/>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0" name="Google Shape;14170;p31"/>
            <p:cNvSpPr/>
            <p:nvPr/>
          </p:nvSpPr>
          <p:spPr>
            <a:xfrm>
              <a:off x="3431575" y="48714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1" name="Google Shape;14171;p31"/>
            <p:cNvSpPr/>
            <p:nvPr/>
          </p:nvSpPr>
          <p:spPr>
            <a:xfrm>
              <a:off x="3523550" y="4871400"/>
              <a:ext cx="12375" cy="12550"/>
            </a:xfrm>
            <a:custGeom>
              <a:avLst/>
              <a:gdLst/>
              <a:ahLst/>
              <a:cxnLst/>
              <a:rect l="l" t="t" r="r" b="b"/>
              <a:pathLst>
                <a:path w="495" h="502" extrusionOk="0">
                  <a:moveTo>
                    <a:pt x="250" y="1"/>
                  </a:moveTo>
                  <a:cubicBezTo>
                    <a:pt x="107" y="1"/>
                    <a:pt x="0" y="114"/>
                    <a:pt x="0" y="252"/>
                  </a:cubicBezTo>
                  <a:cubicBezTo>
                    <a:pt x="0" y="388"/>
                    <a:pt x="107" y="501"/>
                    <a:pt x="250" y="501"/>
                  </a:cubicBezTo>
                  <a:cubicBezTo>
                    <a:pt x="388" y="501"/>
                    <a:pt x="494" y="388"/>
                    <a:pt x="494" y="252"/>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2" name="Google Shape;14172;p31"/>
            <p:cNvSpPr/>
            <p:nvPr/>
          </p:nvSpPr>
          <p:spPr>
            <a:xfrm>
              <a:off x="676400" y="49633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3" name="Google Shape;14173;p31"/>
            <p:cNvSpPr/>
            <p:nvPr/>
          </p:nvSpPr>
          <p:spPr>
            <a:xfrm>
              <a:off x="768325" y="4963325"/>
              <a:ext cx="12400" cy="12400"/>
            </a:xfrm>
            <a:custGeom>
              <a:avLst/>
              <a:gdLst/>
              <a:ahLst/>
              <a:cxnLst/>
              <a:rect l="l" t="t" r="r" b="b"/>
              <a:pathLst>
                <a:path w="496" h="496" extrusionOk="0">
                  <a:moveTo>
                    <a:pt x="245" y="0"/>
                  </a:moveTo>
                  <a:cubicBezTo>
                    <a:pt x="109" y="0"/>
                    <a:pt x="0" y="109"/>
                    <a:pt x="0" y="245"/>
                  </a:cubicBezTo>
                  <a:cubicBezTo>
                    <a:pt x="0" y="388"/>
                    <a:pt x="109" y="496"/>
                    <a:pt x="245" y="496"/>
                  </a:cubicBezTo>
                  <a:cubicBezTo>
                    <a:pt x="388" y="496"/>
                    <a:pt x="496" y="388"/>
                    <a:pt x="496" y="245"/>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4" name="Google Shape;14174;p31"/>
            <p:cNvSpPr/>
            <p:nvPr/>
          </p:nvSpPr>
          <p:spPr>
            <a:xfrm>
              <a:off x="860125" y="4963325"/>
              <a:ext cx="12525" cy="12400"/>
            </a:xfrm>
            <a:custGeom>
              <a:avLst/>
              <a:gdLst/>
              <a:ahLst/>
              <a:cxnLst/>
              <a:rect l="l" t="t" r="r" b="b"/>
              <a:pathLst>
                <a:path w="501" h="496" extrusionOk="0">
                  <a:moveTo>
                    <a:pt x="251" y="0"/>
                  </a:moveTo>
                  <a:cubicBezTo>
                    <a:pt x="114" y="0"/>
                    <a:pt x="0" y="109"/>
                    <a:pt x="0" y="245"/>
                  </a:cubicBezTo>
                  <a:cubicBezTo>
                    <a:pt x="0" y="388"/>
                    <a:pt x="114" y="496"/>
                    <a:pt x="251" y="496"/>
                  </a:cubicBezTo>
                  <a:cubicBezTo>
                    <a:pt x="387" y="496"/>
                    <a:pt x="501" y="388"/>
                    <a:pt x="501" y="245"/>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5" name="Google Shape;14175;p31"/>
            <p:cNvSpPr/>
            <p:nvPr/>
          </p:nvSpPr>
          <p:spPr>
            <a:xfrm>
              <a:off x="951850" y="49633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6" name="Google Shape;14176;p31"/>
            <p:cNvSpPr/>
            <p:nvPr/>
          </p:nvSpPr>
          <p:spPr>
            <a:xfrm>
              <a:off x="1043825" y="4963325"/>
              <a:ext cx="12375" cy="12400"/>
            </a:xfrm>
            <a:custGeom>
              <a:avLst/>
              <a:gdLst/>
              <a:ahLst/>
              <a:cxnLst/>
              <a:rect l="l" t="t" r="r" b="b"/>
              <a:pathLst>
                <a:path w="495" h="496" extrusionOk="0">
                  <a:moveTo>
                    <a:pt x="250" y="0"/>
                  </a:moveTo>
                  <a:cubicBezTo>
                    <a:pt x="107" y="0"/>
                    <a:pt x="0" y="109"/>
                    <a:pt x="0" y="245"/>
                  </a:cubicBezTo>
                  <a:cubicBezTo>
                    <a:pt x="0" y="388"/>
                    <a:pt x="107" y="496"/>
                    <a:pt x="250" y="496"/>
                  </a:cubicBezTo>
                  <a:cubicBezTo>
                    <a:pt x="388" y="496"/>
                    <a:pt x="494" y="388"/>
                    <a:pt x="494" y="245"/>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7" name="Google Shape;14177;p31"/>
            <p:cNvSpPr/>
            <p:nvPr/>
          </p:nvSpPr>
          <p:spPr>
            <a:xfrm>
              <a:off x="1135575" y="4963325"/>
              <a:ext cx="12575" cy="12400"/>
            </a:xfrm>
            <a:custGeom>
              <a:avLst/>
              <a:gdLst/>
              <a:ahLst/>
              <a:cxnLst/>
              <a:rect l="l" t="t" r="r" b="b"/>
              <a:pathLst>
                <a:path w="503" h="496" extrusionOk="0">
                  <a:moveTo>
                    <a:pt x="252" y="0"/>
                  </a:moveTo>
                  <a:cubicBezTo>
                    <a:pt x="116" y="0"/>
                    <a:pt x="0" y="109"/>
                    <a:pt x="0" y="245"/>
                  </a:cubicBezTo>
                  <a:cubicBezTo>
                    <a:pt x="0" y="388"/>
                    <a:pt x="116" y="496"/>
                    <a:pt x="252" y="496"/>
                  </a:cubicBezTo>
                  <a:cubicBezTo>
                    <a:pt x="387" y="496"/>
                    <a:pt x="503" y="388"/>
                    <a:pt x="503" y="245"/>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8" name="Google Shape;14178;p31"/>
            <p:cNvSpPr/>
            <p:nvPr/>
          </p:nvSpPr>
          <p:spPr>
            <a:xfrm>
              <a:off x="1227500" y="4963325"/>
              <a:ext cx="12400" cy="12400"/>
            </a:xfrm>
            <a:custGeom>
              <a:avLst/>
              <a:gdLst/>
              <a:ahLst/>
              <a:cxnLst/>
              <a:rect l="l" t="t" r="r" b="b"/>
              <a:pathLst>
                <a:path w="496" h="496" extrusionOk="0">
                  <a:moveTo>
                    <a:pt x="251" y="0"/>
                  </a:moveTo>
                  <a:cubicBezTo>
                    <a:pt x="109" y="0"/>
                    <a:pt x="0" y="109"/>
                    <a:pt x="0" y="245"/>
                  </a:cubicBezTo>
                  <a:cubicBezTo>
                    <a:pt x="0" y="388"/>
                    <a:pt x="109" y="496"/>
                    <a:pt x="251" y="496"/>
                  </a:cubicBezTo>
                  <a:cubicBezTo>
                    <a:pt x="387" y="496"/>
                    <a:pt x="496" y="388"/>
                    <a:pt x="496" y="245"/>
                  </a:cubicBezTo>
                  <a:cubicBezTo>
                    <a:pt x="496"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9" name="Google Shape;14179;p31"/>
            <p:cNvSpPr/>
            <p:nvPr/>
          </p:nvSpPr>
          <p:spPr>
            <a:xfrm>
              <a:off x="1319275" y="4963325"/>
              <a:ext cx="12550" cy="12400"/>
            </a:xfrm>
            <a:custGeom>
              <a:avLst/>
              <a:gdLst/>
              <a:ahLst/>
              <a:cxnLst/>
              <a:rect l="l" t="t" r="r" b="b"/>
              <a:pathLst>
                <a:path w="502" h="496" extrusionOk="0">
                  <a:moveTo>
                    <a:pt x="252" y="0"/>
                  </a:moveTo>
                  <a:cubicBezTo>
                    <a:pt x="114" y="0"/>
                    <a:pt x="1" y="109"/>
                    <a:pt x="1" y="245"/>
                  </a:cubicBezTo>
                  <a:cubicBezTo>
                    <a:pt x="1" y="388"/>
                    <a:pt x="114" y="496"/>
                    <a:pt x="252" y="496"/>
                  </a:cubicBezTo>
                  <a:cubicBezTo>
                    <a:pt x="388" y="496"/>
                    <a:pt x="501" y="388"/>
                    <a:pt x="501" y="245"/>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0" name="Google Shape;14180;p31"/>
            <p:cNvSpPr/>
            <p:nvPr/>
          </p:nvSpPr>
          <p:spPr>
            <a:xfrm>
              <a:off x="1411200" y="4963325"/>
              <a:ext cx="12425" cy="12400"/>
            </a:xfrm>
            <a:custGeom>
              <a:avLst/>
              <a:gdLst/>
              <a:ahLst/>
              <a:cxnLst/>
              <a:rect l="l" t="t" r="r" b="b"/>
              <a:pathLst>
                <a:path w="497" h="496" extrusionOk="0">
                  <a:moveTo>
                    <a:pt x="245" y="0"/>
                  </a:moveTo>
                  <a:cubicBezTo>
                    <a:pt x="109" y="0"/>
                    <a:pt x="1" y="109"/>
                    <a:pt x="1" y="245"/>
                  </a:cubicBezTo>
                  <a:cubicBezTo>
                    <a:pt x="1" y="388"/>
                    <a:pt x="109" y="496"/>
                    <a:pt x="245" y="496"/>
                  </a:cubicBezTo>
                  <a:cubicBezTo>
                    <a:pt x="388" y="496"/>
                    <a:pt x="496" y="388"/>
                    <a:pt x="496" y="245"/>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1" name="Google Shape;14181;p31"/>
            <p:cNvSpPr/>
            <p:nvPr/>
          </p:nvSpPr>
          <p:spPr>
            <a:xfrm>
              <a:off x="1503000" y="4963325"/>
              <a:ext cx="12525" cy="12400"/>
            </a:xfrm>
            <a:custGeom>
              <a:avLst/>
              <a:gdLst/>
              <a:ahLst/>
              <a:cxnLst/>
              <a:rect l="l" t="t" r="r" b="b"/>
              <a:pathLst>
                <a:path w="501" h="496" extrusionOk="0">
                  <a:moveTo>
                    <a:pt x="250" y="0"/>
                  </a:moveTo>
                  <a:cubicBezTo>
                    <a:pt x="114" y="0"/>
                    <a:pt x="0" y="109"/>
                    <a:pt x="0" y="245"/>
                  </a:cubicBezTo>
                  <a:cubicBezTo>
                    <a:pt x="0" y="388"/>
                    <a:pt x="114" y="496"/>
                    <a:pt x="250" y="496"/>
                  </a:cubicBezTo>
                  <a:cubicBezTo>
                    <a:pt x="387" y="496"/>
                    <a:pt x="501" y="388"/>
                    <a:pt x="501" y="245"/>
                  </a:cubicBezTo>
                  <a:cubicBezTo>
                    <a:pt x="501" y="109"/>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2" name="Google Shape;14182;p31"/>
            <p:cNvSpPr/>
            <p:nvPr/>
          </p:nvSpPr>
          <p:spPr>
            <a:xfrm>
              <a:off x="1594750" y="4963325"/>
              <a:ext cx="12575" cy="12400"/>
            </a:xfrm>
            <a:custGeom>
              <a:avLst/>
              <a:gdLst/>
              <a:ahLst/>
              <a:cxnLst/>
              <a:rect l="l" t="t" r="r" b="b"/>
              <a:pathLst>
                <a:path w="503" h="496" extrusionOk="0">
                  <a:moveTo>
                    <a:pt x="251" y="0"/>
                  </a:moveTo>
                  <a:cubicBezTo>
                    <a:pt x="115" y="0"/>
                    <a:pt x="0" y="109"/>
                    <a:pt x="0" y="245"/>
                  </a:cubicBezTo>
                  <a:cubicBezTo>
                    <a:pt x="0" y="388"/>
                    <a:pt x="115" y="496"/>
                    <a:pt x="251" y="496"/>
                  </a:cubicBezTo>
                  <a:cubicBezTo>
                    <a:pt x="394" y="496"/>
                    <a:pt x="503" y="388"/>
                    <a:pt x="503" y="245"/>
                  </a:cubicBezTo>
                  <a:cubicBezTo>
                    <a:pt x="503" y="109"/>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3" name="Google Shape;14183;p31"/>
            <p:cNvSpPr/>
            <p:nvPr/>
          </p:nvSpPr>
          <p:spPr>
            <a:xfrm>
              <a:off x="1686650" y="49633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4" name="Google Shape;14184;p31"/>
            <p:cNvSpPr/>
            <p:nvPr/>
          </p:nvSpPr>
          <p:spPr>
            <a:xfrm>
              <a:off x="1778450" y="4963325"/>
              <a:ext cx="12550" cy="12400"/>
            </a:xfrm>
            <a:custGeom>
              <a:avLst/>
              <a:gdLst/>
              <a:ahLst/>
              <a:cxnLst/>
              <a:rect l="l" t="t" r="r" b="b"/>
              <a:pathLst>
                <a:path w="502" h="496" extrusionOk="0">
                  <a:moveTo>
                    <a:pt x="252" y="0"/>
                  </a:moveTo>
                  <a:cubicBezTo>
                    <a:pt x="114" y="0"/>
                    <a:pt x="1" y="109"/>
                    <a:pt x="1" y="245"/>
                  </a:cubicBezTo>
                  <a:cubicBezTo>
                    <a:pt x="1" y="388"/>
                    <a:pt x="114" y="496"/>
                    <a:pt x="252" y="496"/>
                  </a:cubicBezTo>
                  <a:cubicBezTo>
                    <a:pt x="388" y="496"/>
                    <a:pt x="501" y="388"/>
                    <a:pt x="501" y="245"/>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5" name="Google Shape;14185;p31"/>
            <p:cNvSpPr/>
            <p:nvPr/>
          </p:nvSpPr>
          <p:spPr>
            <a:xfrm>
              <a:off x="1870375" y="4963325"/>
              <a:ext cx="12400" cy="12400"/>
            </a:xfrm>
            <a:custGeom>
              <a:avLst/>
              <a:gdLst/>
              <a:ahLst/>
              <a:cxnLst/>
              <a:rect l="l" t="t" r="r" b="b"/>
              <a:pathLst>
                <a:path w="496" h="496" extrusionOk="0">
                  <a:moveTo>
                    <a:pt x="252" y="0"/>
                  </a:moveTo>
                  <a:cubicBezTo>
                    <a:pt x="109" y="0"/>
                    <a:pt x="0" y="109"/>
                    <a:pt x="0" y="245"/>
                  </a:cubicBezTo>
                  <a:cubicBezTo>
                    <a:pt x="0" y="388"/>
                    <a:pt x="109" y="496"/>
                    <a:pt x="252" y="496"/>
                  </a:cubicBezTo>
                  <a:cubicBezTo>
                    <a:pt x="387" y="496"/>
                    <a:pt x="496" y="388"/>
                    <a:pt x="496" y="245"/>
                  </a:cubicBezTo>
                  <a:cubicBezTo>
                    <a:pt x="496"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6" name="Google Shape;14186;p31"/>
            <p:cNvSpPr/>
            <p:nvPr/>
          </p:nvSpPr>
          <p:spPr>
            <a:xfrm>
              <a:off x="1962150" y="4963325"/>
              <a:ext cx="12550" cy="12400"/>
            </a:xfrm>
            <a:custGeom>
              <a:avLst/>
              <a:gdLst/>
              <a:ahLst/>
              <a:cxnLst/>
              <a:rect l="l" t="t" r="r" b="b"/>
              <a:pathLst>
                <a:path w="502" h="496" extrusionOk="0">
                  <a:moveTo>
                    <a:pt x="250" y="0"/>
                  </a:moveTo>
                  <a:cubicBezTo>
                    <a:pt x="114" y="0"/>
                    <a:pt x="1" y="109"/>
                    <a:pt x="1" y="245"/>
                  </a:cubicBezTo>
                  <a:cubicBezTo>
                    <a:pt x="1" y="388"/>
                    <a:pt x="114" y="496"/>
                    <a:pt x="250" y="496"/>
                  </a:cubicBezTo>
                  <a:cubicBezTo>
                    <a:pt x="388" y="496"/>
                    <a:pt x="502" y="388"/>
                    <a:pt x="502" y="245"/>
                  </a:cubicBezTo>
                  <a:cubicBezTo>
                    <a:pt x="502"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7" name="Google Shape;14187;p31"/>
            <p:cNvSpPr/>
            <p:nvPr/>
          </p:nvSpPr>
          <p:spPr>
            <a:xfrm>
              <a:off x="2054075" y="4963325"/>
              <a:ext cx="12425" cy="12400"/>
            </a:xfrm>
            <a:custGeom>
              <a:avLst/>
              <a:gdLst/>
              <a:ahLst/>
              <a:cxnLst/>
              <a:rect l="l" t="t" r="r" b="b"/>
              <a:pathLst>
                <a:path w="497" h="496" extrusionOk="0">
                  <a:moveTo>
                    <a:pt x="252" y="0"/>
                  </a:moveTo>
                  <a:cubicBezTo>
                    <a:pt x="109" y="0"/>
                    <a:pt x="1" y="109"/>
                    <a:pt x="1" y="245"/>
                  </a:cubicBezTo>
                  <a:cubicBezTo>
                    <a:pt x="1" y="388"/>
                    <a:pt x="109" y="496"/>
                    <a:pt x="252" y="496"/>
                  </a:cubicBezTo>
                  <a:cubicBezTo>
                    <a:pt x="388" y="496"/>
                    <a:pt x="496" y="388"/>
                    <a:pt x="496" y="245"/>
                  </a:cubicBezTo>
                  <a:cubicBezTo>
                    <a:pt x="496"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8" name="Google Shape;14188;p31"/>
            <p:cNvSpPr/>
            <p:nvPr/>
          </p:nvSpPr>
          <p:spPr>
            <a:xfrm>
              <a:off x="2145825" y="49633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9" name="Google Shape;14189;p31"/>
            <p:cNvSpPr/>
            <p:nvPr/>
          </p:nvSpPr>
          <p:spPr>
            <a:xfrm>
              <a:off x="2237800" y="4963325"/>
              <a:ext cx="12350" cy="12400"/>
            </a:xfrm>
            <a:custGeom>
              <a:avLst/>
              <a:gdLst/>
              <a:ahLst/>
              <a:cxnLst/>
              <a:rect l="l" t="t" r="r" b="b"/>
              <a:pathLst>
                <a:path w="494" h="496" extrusionOk="0">
                  <a:moveTo>
                    <a:pt x="244" y="0"/>
                  </a:moveTo>
                  <a:cubicBezTo>
                    <a:pt x="107" y="0"/>
                    <a:pt x="0" y="109"/>
                    <a:pt x="0" y="245"/>
                  </a:cubicBezTo>
                  <a:cubicBezTo>
                    <a:pt x="0" y="388"/>
                    <a:pt x="107" y="496"/>
                    <a:pt x="244" y="496"/>
                  </a:cubicBezTo>
                  <a:cubicBezTo>
                    <a:pt x="387" y="496"/>
                    <a:pt x="494" y="388"/>
                    <a:pt x="494" y="245"/>
                  </a:cubicBezTo>
                  <a:cubicBezTo>
                    <a:pt x="494" y="109"/>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0" name="Google Shape;14190;p31"/>
            <p:cNvSpPr/>
            <p:nvPr/>
          </p:nvSpPr>
          <p:spPr>
            <a:xfrm>
              <a:off x="2329550" y="4963325"/>
              <a:ext cx="12575" cy="12400"/>
            </a:xfrm>
            <a:custGeom>
              <a:avLst/>
              <a:gdLst/>
              <a:ahLst/>
              <a:cxnLst/>
              <a:rect l="l" t="t" r="r" b="b"/>
              <a:pathLst>
                <a:path w="503" h="496" extrusionOk="0">
                  <a:moveTo>
                    <a:pt x="251" y="0"/>
                  </a:moveTo>
                  <a:cubicBezTo>
                    <a:pt x="115" y="0"/>
                    <a:pt x="0" y="109"/>
                    <a:pt x="0" y="245"/>
                  </a:cubicBezTo>
                  <a:cubicBezTo>
                    <a:pt x="0" y="388"/>
                    <a:pt x="115" y="496"/>
                    <a:pt x="251" y="496"/>
                  </a:cubicBezTo>
                  <a:cubicBezTo>
                    <a:pt x="387" y="496"/>
                    <a:pt x="502" y="388"/>
                    <a:pt x="502" y="245"/>
                  </a:cubicBezTo>
                  <a:cubicBezTo>
                    <a:pt x="502"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1" name="Google Shape;14191;p31"/>
            <p:cNvSpPr/>
            <p:nvPr/>
          </p:nvSpPr>
          <p:spPr>
            <a:xfrm>
              <a:off x="2421325" y="4963325"/>
              <a:ext cx="12550" cy="12400"/>
            </a:xfrm>
            <a:custGeom>
              <a:avLst/>
              <a:gdLst/>
              <a:ahLst/>
              <a:cxnLst/>
              <a:rect l="l" t="t" r="r" b="b"/>
              <a:pathLst>
                <a:path w="502" h="496" extrusionOk="0">
                  <a:moveTo>
                    <a:pt x="250" y="0"/>
                  </a:moveTo>
                  <a:cubicBezTo>
                    <a:pt x="114" y="0"/>
                    <a:pt x="1" y="109"/>
                    <a:pt x="1" y="245"/>
                  </a:cubicBezTo>
                  <a:cubicBezTo>
                    <a:pt x="1" y="388"/>
                    <a:pt x="114" y="496"/>
                    <a:pt x="250" y="496"/>
                  </a:cubicBezTo>
                  <a:cubicBezTo>
                    <a:pt x="395" y="496"/>
                    <a:pt x="501" y="388"/>
                    <a:pt x="501" y="245"/>
                  </a:cubicBezTo>
                  <a:cubicBezTo>
                    <a:pt x="501" y="109"/>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2" name="Google Shape;14192;p31"/>
            <p:cNvSpPr/>
            <p:nvPr/>
          </p:nvSpPr>
          <p:spPr>
            <a:xfrm>
              <a:off x="2513250" y="4963325"/>
              <a:ext cx="12575" cy="12400"/>
            </a:xfrm>
            <a:custGeom>
              <a:avLst/>
              <a:gdLst/>
              <a:ahLst/>
              <a:cxnLst/>
              <a:rect l="l" t="t" r="r" b="b"/>
              <a:pathLst>
                <a:path w="503" h="496" extrusionOk="0">
                  <a:moveTo>
                    <a:pt x="252" y="0"/>
                  </a:moveTo>
                  <a:cubicBezTo>
                    <a:pt x="109" y="0"/>
                    <a:pt x="0" y="109"/>
                    <a:pt x="0" y="245"/>
                  </a:cubicBezTo>
                  <a:cubicBezTo>
                    <a:pt x="0" y="388"/>
                    <a:pt x="109"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3" name="Google Shape;14193;p31"/>
            <p:cNvSpPr/>
            <p:nvPr/>
          </p:nvSpPr>
          <p:spPr>
            <a:xfrm>
              <a:off x="2605000" y="4963325"/>
              <a:ext cx="12575" cy="12400"/>
            </a:xfrm>
            <a:custGeom>
              <a:avLst/>
              <a:gdLst/>
              <a:ahLst/>
              <a:cxnLst/>
              <a:rect l="l" t="t" r="r" b="b"/>
              <a:pathLst>
                <a:path w="503" h="496" extrusionOk="0">
                  <a:moveTo>
                    <a:pt x="252" y="0"/>
                  </a:moveTo>
                  <a:cubicBezTo>
                    <a:pt x="116" y="0"/>
                    <a:pt x="0" y="109"/>
                    <a:pt x="0" y="245"/>
                  </a:cubicBezTo>
                  <a:cubicBezTo>
                    <a:pt x="0" y="388"/>
                    <a:pt x="116" y="496"/>
                    <a:pt x="252" y="496"/>
                  </a:cubicBezTo>
                  <a:cubicBezTo>
                    <a:pt x="387" y="496"/>
                    <a:pt x="503" y="388"/>
                    <a:pt x="503" y="245"/>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4" name="Google Shape;14194;p31"/>
            <p:cNvSpPr/>
            <p:nvPr/>
          </p:nvSpPr>
          <p:spPr>
            <a:xfrm>
              <a:off x="2696950" y="4963325"/>
              <a:ext cx="12375" cy="12400"/>
            </a:xfrm>
            <a:custGeom>
              <a:avLst/>
              <a:gdLst/>
              <a:ahLst/>
              <a:cxnLst/>
              <a:rect l="l" t="t" r="r" b="b"/>
              <a:pathLst>
                <a:path w="495" h="496" extrusionOk="0">
                  <a:moveTo>
                    <a:pt x="252" y="0"/>
                  </a:moveTo>
                  <a:cubicBezTo>
                    <a:pt x="108" y="0"/>
                    <a:pt x="1" y="109"/>
                    <a:pt x="1" y="245"/>
                  </a:cubicBezTo>
                  <a:cubicBezTo>
                    <a:pt x="1" y="388"/>
                    <a:pt x="108" y="496"/>
                    <a:pt x="252" y="496"/>
                  </a:cubicBezTo>
                  <a:cubicBezTo>
                    <a:pt x="388" y="496"/>
                    <a:pt x="495" y="388"/>
                    <a:pt x="495" y="245"/>
                  </a:cubicBezTo>
                  <a:cubicBezTo>
                    <a:pt x="495"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5" name="Google Shape;14195;p31"/>
            <p:cNvSpPr/>
            <p:nvPr/>
          </p:nvSpPr>
          <p:spPr>
            <a:xfrm>
              <a:off x="2788700" y="49633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6" name="Google Shape;14196;p31"/>
            <p:cNvSpPr/>
            <p:nvPr/>
          </p:nvSpPr>
          <p:spPr>
            <a:xfrm>
              <a:off x="2880675" y="4963325"/>
              <a:ext cx="12375" cy="12400"/>
            </a:xfrm>
            <a:custGeom>
              <a:avLst/>
              <a:gdLst/>
              <a:ahLst/>
              <a:cxnLst/>
              <a:rect l="l" t="t" r="r" b="b"/>
              <a:pathLst>
                <a:path w="495" h="496" extrusionOk="0">
                  <a:moveTo>
                    <a:pt x="243" y="0"/>
                  </a:moveTo>
                  <a:cubicBezTo>
                    <a:pt x="107" y="0"/>
                    <a:pt x="0" y="109"/>
                    <a:pt x="0" y="245"/>
                  </a:cubicBezTo>
                  <a:cubicBezTo>
                    <a:pt x="0" y="388"/>
                    <a:pt x="107" y="496"/>
                    <a:pt x="243" y="496"/>
                  </a:cubicBezTo>
                  <a:cubicBezTo>
                    <a:pt x="387" y="496"/>
                    <a:pt x="494" y="388"/>
                    <a:pt x="494" y="245"/>
                  </a:cubicBezTo>
                  <a:cubicBezTo>
                    <a:pt x="494" y="109"/>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7" name="Google Shape;14197;p31"/>
            <p:cNvSpPr/>
            <p:nvPr/>
          </p:nvSpPr>
          <p:spPr>
            <a:xfrm>
              <a:off x="2972425" y="4963325"/>
              <a:ext cx="12575" cy="12400"/>
            </a:xfrm>
            <a:custGeom>
              <a:avLst/>
              <a:gdLst/>
              <a:ahLst/>
              <a:cxnLst/>
              <a:rect l="l" t="t" r="r" b="b"/>
              <a:pathLst>
                <a:path w="503" h="496" extrusionOk="0">
                  <a:moveTo>
                    <a:pt x="251" y="0"/>
                  </a:moveTo>
                  <a:cubicBezTo>
                    <a:pt x="115" y="0"/>
                    <a:pt x="0" y="109"/>
                    <a:pt x="0" y="245"/>
                  </a:cubicBezTo>
                  <a:cubicBezTo>
                    <a:pt x="0" y="388"/>
                    <a:pt x="115" y="496"/>
                    <a:pt x="251" y="496"/>
                  </a:cubicBezTo>
                  <a:cubicBezTo>
                    <a:pt x="387" y="496"/>
                    <a:pt x="503" y="388"/>
                    <a:pt x="503" y="245"/>
                  </a:cubicBezTo>
                  <a:cubicBezTo>
                    <a:pt x="503"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8" name="Google Shape;14198;p31"/>
            <p:cNvSpPr/>
            <p:nvPr/>
          </p:nvSpPr>
          <p:spPr>
            <a:xfrm>
              <a:off x="3064375" y="4963325"/>
              <a:ext cx="12375" cy="12400"/>
            </a:xfrm>
            <a:custGeom>
              <a:avLst/>
              <a:gdLst/>
              <a:ahLst/>
              <a:cxnLst/>
              <a:rect l="l" t="t" r="r" b="b"/>
              <a:pathLst>
                <a:path w="495" h="496" extrusionOk="0">
                  <a:moveTo>
                    <a:pt x="243" y="0"/>
                  </a:moveTo>
                  <a:cubicBezTo>
                    <a:pt x="107" y="0"/>
                    <a:pt x="1" y="109"/>
                    <a:pt x="1" y="245"/>
                  </a:cubicBezTo>
                  <a:cubicBezTo>
                    <a:pt x="1" y="388"/>
                    <a:pt x="107" y="496"/>
                    <a:pt x="243" y="496"/>
                  </a:cubicBezTo>
                  <a:cubicBezTo>
                    <a:pt x="388" y="496"/>
                    <a:pt x="495" y="388"/>
                    <a:pt x="495" y="245"/>
                  </a:cubicBezTo>
                  <a:cubicBezTo>
                    <a:pt x="495" y="109"/>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9" name="Google Shape;14199;p31"/>
            <p:cNvSpPr/>
            <p:nvPr/>
          </p:nvSpPr>
          <p:spPr>
            <a:xfrm>
              <a:off x="3156125" y="49633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0" name="Google Shape;14200;p31"/>
            <p:cNvSpPr/>
            <p:nvPr/>
          </p:nvSpPr>
          <p:spPr>
            <a:xfrm>
              <a:off x="3247875" y="4963325"/>
              <a:ext cx="12575" cy="12400"/>
            </a:xfrm>
            <a:custGeom>
              <a:avLst/>
              <a:gdLst/>
              <a:ahLst/>
              <a:cxnLst/>
              <a:rect l="l" t="t" r="r" b="b"/>
              <a:pathLst>
                <a:path w="503"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1" name="Google Shape;14201;p31"/>
            <p:cNvSpPr/>
            <p:nvPr/>
          </p:nvSpPr>
          <p:spPr>
            <a:xfrm>
              <a:off x="3339850" y="4963325"/>
              <a:ext cx="12525" cy="12400"/>
            </a:xfrm>
            <a:custGeom>
              <a:avLst/>
              <a:gdLst/>
              <a:ahLst/>
              <a:cxnLst/>
              <a:rect l="l" t="t" r="r" b="b"/>
              <a:pathLst>
                <a:path w="501" h="496" extrusionOk="0">
                  <a:moveTo>
                    <a:pt x="251" y="0"/>
                  </a:moveTo>
                  <a:cubicBezTo>
                    <a:pt x="107" y="0"/>
                    <a:pt x="0" y="109"/>
                    <a:pt x="0" y="245"/>
                  </a:cubicBezTo>
                  <a:cubicBezTo>
                    <a:pt x="0" y="388"/>
                    <a:pt x="107" y="496"/>
                    <a:pt x="251" y="496"/>
                  </a:cubicBezTo>
                  <a:cubicBezTo>
                    <a:pt x="387" y="496"/>
                    <a:pt x="501" y="388"/>
                    <a:pt x="501" y="245"/>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2" name="Google Shape;14202;p31"/>
            <p:cNvSpPr/>
            <p:nvPr/>
          </p:nvSpPr>
          <p:spPr>
            <a:xfrm>
              <a:off x="3431575" y="49633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3" name="Google Shape;14203;p31"/>
            <p:cNvSpPr/>
            <p:nvPr/>
          </p:nvSpPr>
          <p:spPr>
            <a:xfrm>
              <a:off x="3523550" y="4963325"/>
              <a:ext cx="12375" cy="12400"/>
            </a:xfrm>
            <a:custGeom>
              <a:avLst/>
              <a:gdLst/>
              <a:ahLst/>
              <a:cxnLst/>
              <a:rect l="l" t="t" r="r" b="b"/>
              <a:pathLst>
                <a:path w="495" h="496" extrusionOk="0">
                  <a:moveTo>
                    <a:pt x="250" y="0"/>
                  </a:moveTo>
                  <a:cubicBezTo>
                    <a:pt x="107" y="0"/>
                    <a:pt x="0" y="109"/>
                    <a:pt x="0" y="245"/>
                  </a:cubicBezTo>
                  <a:cubicBezTo>
                    <a:pt x="0" y="388"/>
                    <a:pt x="107" y="496"/>
                    <a:pt x="250" y="496"/>
                  </a:cubicBezTo>
                  <a:cubicBezTo>
                    <a:pt x="388" y="496"/>
                    <a:pt x="494" y="388"/>
                    <a:pt x="494" y="245"/>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4" name="Google Shape;14204;p31"/>
            <p:cNvSpPr/>
            <p:nvPr/>
          </p:nvSpPr>
          <p:spPr>
            <a:xfrm>
              <a:off x="676400" y="50551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5" name="Google Shape;14205;p31"/>
            <p:cNvSpPr/>
            <p:nvPr/>
          </p:nvSpPr>
          <p:spPr>
            <a:xfrm>
              <a:off x="768325" y="5055125"/>
              <a:ext cx="12400" cy="12525"/>
            </a:xfrm>
            <a:custGeom>
              <a:avLst/>
              <a:gdLst/>
              <a:ahLst/>
              <a:cxnLst/>
              <a:rect l="l" t="t" r="r" b="b"/>
              <a:pathLst>
                <a:path w="496" h="501" extrusionOk="0">
                  <a:moveTo>
                    <a:pt x="245" y="0"/>
                  </a:moveTo>
                  <a:cubicBezTo>
                    <a:pt x="109" y="0"/>
                    <a:pt x="0" y="114"/>
                    <a:pt x="0" y="250"/>
                  </a:cubicBezTo>
                  <a:cubicBezTo>
                    <a:pt x="0" y="387"/>
                    <a:pt x="109" y="501"/>
                    <a:pt x="245" y="501"/>
                  </a:cubicBezTo>
                  <a:cubicBezTo>
                    <a:pt x="388" y="501"/>
                    <a:pt x="496" y="387"/>
                    <a:pt x="496" y="250"/>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6" name="Google Shape;14206;p31"/>
            <p:cNvSpPr/>
            <p:nvPr/>
          </p:nvSpPr>
          <p:spPr>
            <a:xfrm>
              <a:off x="860125" y="5055125"/>
              <a:ext cx="12525" cy="12525"/>
            </a:xfrm>
            <a:custGeom>
              <a:avLst/>
              <a:gdLst/>
              <a:ahLst/>
              <a:cxnLst/>
              <a:rect l="l" t="t" r="r" b="b"/>
              <a:pathLst>
                <a:path w="501" h="501" extrusionOk="0">
                  <a:moveTo>
                    <a:pt x="251" y="0"/>
                  </a:moveTo>
                  <a:cubicBezTo>
                    <a:pt x="114" y="0"/>
                    <a:pt x="0" y="114"/>
                    <a:pt x="0" y="250"/>
                  </a:cubicBezTo>
                  <a:cubicBezTo>
                    <a:pt x="0" y="387"/>
                    <a:pt x="114" y="501"/>
                    <a:pt x="251" y="501"/>
                  </a:cubicBezTo>
                  <a:cubicBezTo>
                    <a:pt x="387" y="501"/>
                    <a:pt x="501" y="387"/>
                    <a:pt x="501" y="250"/>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7" name="Google Shape;14207;p31"/>
            <p:cNvSpPr/>
            <p:nvPr/>
          </p:nvSpPr>
          <p:spPr>
            <a:xfrm>
              <a:off x="951850" y="50551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8" name="Google Shape;14208;p31"/>
            <p:cNvSpPr/>
            <p:nvPr/>
          </p:nvSpPr>
          <p:spPr>
            <a:xfrm>
              <a:off x="1043825" y="5055125"/>
              <a:ext cx="12375" cy="12525"/>
            </a:xfrm>
            <a:custGeom>
              <a:avLst/>
              <a:gdLst/>
              <a:ahLst/>
              <a:cxnLst/>
              <a:rect l="l" t="t" r="r" b="b"/>
              <a:pathLst>
                <a:path w="495" h="501" extrusionOk="0">
                  <a:moveTo>
                    <a:pt x="250" y="0"/>
                  </a:moveTo>
                  <a:cubicBezTo>
                    <a:pt x="107" y="0"/>
                    <a:pt x="0" y="114"/>
                    <a:pt x="0" y="250"/>
                  </a:cubicBezTo>
                  <a:cubicBezTo>
                    <a:pt x="0" y="387"/>
                    <a:pt x="107" y="501"/>
                    <a:pt x="250" y="501"/>
                  </a:cubicBezTo>
                  <a:cubicBezTo>
                    <a:pt x="388" y="501"/>
                    <a:pt x="494" y="387"/>
                    <a:pt x="494" y="250"/>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9" name="Google Shape;14209;p31"/>
            <p:cNvSpPr/>
            <p:nvPr/>
          </p:nvSpPr>
          <p:spPr>
            <a:xfrm>
              <a:off x="1135575" y="5055125"/>
              <a:ext cx="12575" cy="12525"/>
            </a:xfrm>
            <a:custGeom>
              <a:avLst/>
              <a:gdLst/>
              <a:ahLst/>
              <a:cxnLst/>
              <a:rect l="l" t="t" r="r" b="b"/>
              <a:pathLst>
                <a:path w="503" h="501" extrusionOk="0">
                  <a:moveTo>
                    <a:pt x="252" y="0"/>
                  </a:moveTo>
                  <a:cubicBezTo>
                    <a:pt x="116" y="0"/>
                    <a:pt x="0" y="114"/>
                    <a:pt x="0" y="250"/>
                  </a:cubicBezTo>
                  <a:cubicBezTo>
                    <a:pt x="0" y="387"/>
                    <a:pt x="116" y="501"/>
                    <a:pt x="252" y="501"/>
                  </a:cubicBezTo>
                  <a:cubicBezTo>
                    <a:pt x="387" y="501"/>
                    <a:pt x="503" y="387"/>
                    <a:pt x="503" y="250"/>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0" name="Google Shape;14210;p31"/>
            <p:cNvSpPr/>
            <p:nvPr/>
          </p:nvSpPr>
          <p:spPr>
            <a:xfrm>
              <a:off x="1227500" y="5055125"/>
              <a:ext cx="12400" cy="12525"/>
            </a:xfrm>
            <a:custGeom>
              <a:avLst/>
              <a:gdLst/>
              <a:ahLst/>
              <a:cxnLst/>
              <a:rect l="l" t="t" r="r" b="b"/>
              <a:pathLst>
                <a:path w="496" h="501" extrusionOk="0">
                  <a:moveTo>
                    <a:pt x="251" y="0"/>
                  </a:moveTo>
                  <a:cubicBezTo>
                    <a:pt x="109" y="0"/>
                    <a:pt x="0" y="114"/>
                    <a:pt x="0" y="250"/>
                  </a:cubicBezTo>
                  <a:cubicBezTo>
                    <a:pt x="0" y="387"/>
                    <a:pt x="109" y="501"/>
                    <a:pt x="251" y="501"/>
                  </a:cubicBezTo>
                  <a:cubicBezTo>
                    <a:pt x="387" y="501"/>
                    <a:pt x="496" y="387"/>
                    <a:pt x="496" y="250"/>
                  </a:cubicBezTo>
                  <a:cubicBezTo>
                    <a:pt x="496"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1" name="Google Shape;14211;p31"/>
            <p:cNvSpPr/>
            <p:nvPr/>
          </p:nvSpPr>
          <p:spPr>
            <a:xfrm>
              <a:off x="1319275" y="5055125"/>
              <a:ext cx="12550" cy="12525"/>
            </a:xfrm>
            <a:custGeom>
              <a:avLst/>
              <a:gdLst/>
              <a:ahLst/>
              <a:cxnLst/>
              <a:rect l="l" t="t" r="r" b="b"/>
              <a:pathLst>
                <a:path w="502" h="501" extrusionOk="0">
                  <a:moveTo>
                    <a:pt x="252" y="0"/>
                  </a:moveTo>
                  <a:cubicBezTo>
                    <a:pt x="114" y="0"/>
                    <a:pt x="1" y="114"/>
                    <a:pt x="1" y="250"/>
                  </a:cubicBezTo>
                  <a:cubicBezTo>
                    <a:pt x="1" y="387"/>
                    <a:pt x="114" y="501"/>
                    <a:pt x="252" y="501"/>
                  </a:cubicBezTo>
                  <a:cubicBezTo>
                    <a:pt x="388" y="501"/>
                    <a:pt x="501" y="387"/>
                    <a:pt x="501" y="250"/>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2" name="Google Shape;14212;p31"/>
            <p:cNvSpPr/>
            <p:nvPr/>
          </p:nvSpPr>
          <p:spPr>
            <a:xfrm>
              <a:off x="1411200" y="5055125"/>
              <a:ext cx="12425" cy="12525"/>
            </a:xfrm>
            <a:custGeom>
              <a:avLst/>
              <a:gdLst/>
              <a:ahLst/>
              <a:cxnLst/>
              <a:rect l="l" t="t" r="r" b="b"/>
              <a:pathLst>
                <a:path w="497" h="501" extrusionOk="0">
                  <a:moveTo>
                    <a:pt x="245" y="0"/>
                  </a:moveTo>
                  <a:cubicBezTo>
                    <a:pt x="109" y="0"/>
                    <a:pt x="1" y="114"/>
                    <a:pt x="1" y="250"/>
                  </a:cubicBezTo>
                  <a:cubicBezTo>
                    <a:pt x="1" y="387"/>
                    <a:pt x="109" y="501"/>
                    <a:pt x="245" y="501"/>
                  </a:cubicBezTo>
                  <a:cubicBezTo>
                    <a:pt x="388" y="501"/>
                    <a:pt x="496" y="387"/>
                    <a:pt x="496" y="250"/>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3" name="Google Shape;14213;p31"/>
            <p:cNvSpPr/>
            <p:nvPr/>
          </p:nvSpPr>
          <p:spPr>
            <a:xfrm>
              <a:off x="1503000" y="5055125"/>
              <a:ext cx="12525" cy="12525"/>
            </a:xfrm>
            <a:custGeom>
              <a:avLst/>
              <a:gdLst/>
              <a:ahLst/>
              <a:cxnLst/>
              <a:rect l="l" t="t" r="r" b="b"/>
              <a:pathLst>
                <a:path w="501" h="501" extrusionOk="0">
                  <a:moveTo>
                    <a:pt x="250" y="0"/>
                  </a:moveTo>
                  <a:cubicBezTo>
                    <a:pt x="114" y="0"/>
                    <a:pt x="0" y="114"/>
                    <a:pt x="0" y="250"/>
                  </a:cubicBezTo>
                  <a:cubicBezTo>
                    <a:pt x="0" y="387"/>
                    <a:pt x="114" y="501"/>
                    <a:pt x="250" y="501"/>
                  </a:cubicBezTo>
                  <a:cubicBezTo>
                    <a:pt x="387" y="501"/>
                    <a:pt x="501" y="387"/>
                    <a:pt x="501" y="250"/>
                  </a:cubicBezTo>
                  <a:cubicBezTo>
                    <a:pt x="501" y="114"/>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4" name="Google Shape;14214;p31"/>
            <p:cNvSpPr/>
            <p:nvPr/>
          </p:nvSpPr>
          <p:spPr>
            <a:xfrm>
              <a:off x="1594750" y="5055125"/>
              <a:ext cx="12575" cy="12525"/>
            </a:xfrm>
            <a:custGeom>
              <a:avLst/>
              <a:gdLst/>
              <a:ahLst/>
              <a:cxnLst/>
              <a:rect l="l" t="t" r="r" b="b"/>
              <a:pathLst>
                <a:path w="503" h="501" extrusionOk="0">
                  <a:moveTo>
                    <a:pt x="251" y="0"/>
                  </a:moveTo>
                  <a:cubicBezTo>
                    <a:pt x="115" y="0"/>
                    <a:pt x="0" y="114"/>
                    <a:pt x="0" y="250"/>
                  </a:cubicBezTo>
                  <a:cubicBezTo>
                    <a:pt x="0" y="387"/>
                    <a:pt x="115" y="501"/>
                    <a:pt x="251" y="501"/>
                  </a:cubicBezTo>
                  <a:cubicBezTo>
                    <a:pt x="394" y="501"/>
                    <a:pt x="503" y="387"/>
                    <a:pt x="503" y="250"/>
                  </a:cubicBezTo>
                  <a:cubicBezTo>
                    <a:pt x="503" y="114"/>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5" name="Google Shape;14215;p31"/>
            <p:cNvSpPr/>
            <p:nvPr/>
          </p:nvSpPr>
          <p:spPr>
            <a:xfrm>
              <a:off x="1686650" y="50551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6" name="Google Shape;14216;p31"/>
            <p:cNvSpPr/>
            <p:nvPr/>
          </p:nvSpPr>
          <p:spPr>
            <a:xfrm>
              <a:off x="1778450" y="5055125"/>
              <a:ext cx="12550" cy="12525"/>
            </a:xfrm>
            <a:custGeom>
              <a:avLst/>
              <a:gdLst/>
              <a:ahLst/>
              <a:cxnLst/>
              <a:rect l="l" t="t" r="r" b="b"/>
              <a:pathLst>
                <a:path w="502" h="501" extrusionOk="0">
                  <a:moveTo>
                    <a:pt x="252" y="0"/>
                  </a:moveTo>
                  <a:cubicBezTo>
                    <a:pt x="114" y="0"/>
                    <a:pt x="1" y="114"/>
                    <a:pt x="1" y="250"/>
                  </a:cubicBezTo>
                  <a:cubicBezTo>
                    <a:pt x="1" y="387"/>
                    <a:pt x="114" y="501"/>
                    <a:pt x="252" y="501"/>
                  </a:cubicBezTo>
                  <a:cubicBezTo>
                    <a:pt x="388" y="501"/>
                    <a:pt x="501" y="387"/>
                    <a:pt x="501" y="250"/>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7" name="Google Shape;14217;p31"/>
            <p:cNvSpPr/>
            <p:nvPr/>
          </p:nvSpPr>
          <p:spPr>
            <a:xfrm>
              <a:off x="1870375" y="5055125"/>
              <a:ext cx="12400" cy="12525"/>
            </a:xfrm>
            <a:custGeom>
              <a:avLst/>
              <a:gdLst/>
              <a:ahLst/>
              <a:cxnLst/>
              <a:rect l="l" t="t" r="r" b="b"/>
              <a:pathLst>
                <a:path w="496" h="501" extrusionOk="0">
                  <a:moveTo>
                    <a:pt x="252" y="0"/>
                  </a:moveTo>
                  <a:cubicBezTo>
                    <a:pt x="109" y="0"/>
                    <a:pt x="0" y="114"/>
                    <a:pt x="0" y="250"/>
                  </a:cubicBezTo>
                  <a:cubicBezTo>
                    <a:pt x="0" y="387"/>
                    <a:pt x="109" y="501"/>
                    <a:pt x="252" y="501"/>
                  </a:cubicBezTo>
                  <a:cubicBezTo>
                    <a:pt x="387" y="501"/>
                    <a:pt x="496" y="387"/>
                    <a:pt x="496" y="250"/>
                  </a:cubicBezTo>
                  <a:cubicBezTo>
                    <a:pt x="496"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8" name="Google Shape;14218;p31"/>
            <p:cNvSpPr/>
            <p:nvPr/>
          </p:nvSpPr>
          <p:spPr>
            <a:xfrm>
              <a:off x="1962150" y="5055125"/>
              <a:ext cx="12550" cy="12525"/>
            </a:xfrm>
            <a:custGeom>
              <a:avLst/>
              <a:gdLst/>
              <a:ahLst/>
              <a:cxnLst/>
              <a:rect l="l" t="t" r="r" b="b"/>
              <a:pathLst>
                <a:path w="502" h="501" extrusionOk="0">
                  <a:moveTo>
                    <a:pt x="250" y="0"/>
                  </a:moveTo>
                  <a:cubicBezTo>
                    <a:pt x="114" y="0"/>
                    <a:pt x="1" y="114"/>
                    <a:pt x="1" y="250"/>
                  </a:cubicBezTo>
                  <a:cubicBezTo>
                    <a:pt x="1" y="387"/>
                    <a:pt x="114" y="501"/>
                    <a:pt x="250" y="501"/>
                  </a:cubicBezTo>
                  <a:cubicBezTo>
                    <a:pt x="388" y="501"/>
                    <a:pt x="502" y="387"/>
                    <a:pt x="502" y="250"/>
                  </a:cubicBezTo>
                  <a:cubicBezTo>
                    <a:pt x="502"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9" name="Google Shape;14219;p31"/>
            <p:cNvSpPr/>
            <p:nvPr/>
          </p:nvSpPr>
          <p:spPr>
            <a:xfrm>
              <a:off x="2054075" y="5055125"/>
              <a:ext cx="12425" cy="12525"/>
            </a:xfrm>
            <a:custGeom>
              <a:avLst/>
              <a:gdLst/>
              <a:ahLst/>
              <a:cxnLst/>
              <a:rect l="l" t="t" r="r" b="b"/>
              <a:pathLst>
                <a:path w="497" h="501" extrusionOk="0">
                  <a:moveTo>
                    <a:pt x="252" y="0"/>
                  </a:moveTo>
                  <a:cubicBezTo>
                    <a:pt x="109" y="0"/>
                    <a:pt x="1" y="114"/>
                    <a:pt x="1" y="250"/>
                  </a:cubicBezTo>
                  <a:cubicBezTo>
                    <a:pt x="1" y="387"/>
                    <a:pt x="109" y="501"/>
                    <a:pt x="252" y="501"/>
                  </a:cubicBezTo>
                  <a:cubicBezTo>
                    <a:pt x="388" y="501"/>
                    <a:pt x="496" y="387"/>
                    <a:pt x="496" y="250"/>
                  </a:cubicBezTo>
                  <a:cubicBezTo>
                    <a:pt x="496"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0" name="Google Shape;14220;p31"/>
            <p:cNvSpPr/>
            <p:nvPr/>
          </p:nvSpPr>
          <p:spPr>
            <a:xfrm>
              <a:off x="2145825" y="50551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1" name="Google Shape;14221;p31"/>
            <p:cNvSpPr/>
            <p:nvPr/>
          </p:nvSpPr>
          <p:spPr>
            <a:xfrm>
              <a:off x="2237800" y="5055125"/>
              <a:ext cx="12350" cy="12525"/>
            </a:xfrm>
            <a:custGeom>
              <a:avLst/>
              <a:gdLst/>
              <a:ahLst/>
              <a:cxnLst/>
              <a:rect l="l" t="t" r="r" b="b"/>
              <a:pathLst>
                <a:path w="494" h="501" extrusionOk="0">
                  <a:moveTo>
                    <a:pt x="244" y="0"/>
                  </a:moveTo>
                  <a:cubicBezTo>
                    <a:pt x="107" y="0"/>
                    <a:pt x="0" y="114"/>
                    <a:pt x="0" y="250"/>
                  </a:cubicBezTo>
                  <a:cubicBezTo>
                    <a:pt x="0" y="387"/>
                    <a:pt x="107" y="501"/>
                    <a:pt x="244" y="501"/>
                  </a:cubicBezTo>
                  <a:cubicBezTo>
                    <a:pt x="387" y="501"/>
                    <a:pt x="494" y="387"/>
                    <a:pt x="494" y="250"/>
                  </a:cubicBezTo>
                  <a:cubicBezTo>
                    <a:pt x="494" y="114"/>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2" name="Google Shape;14222;p31"/>
            <p:cNvSpPr/>
            <p:nvPr/>
          </p:nvSpPr>
          <p:spPr>
            <a:xfrm>
              <a:off x="2329550" y="5055125"/>
              <a:ext cx="12575" cy="12525"/>
            </a:xfrm>
            <a:custGeom>
              <a:avLst/>
              <a:gdLst/>
              <a:ahLst/>
              <a:cxnLst/>
              <a:rect l="l" t="t" r="r" b="b"/>
              <a:pathLst>
                <a:path w="503" h="501" extrusionOk="0">
                  <a:moveTo>
                    <a:pt x="251" y="0"/>
                  </a:moveTo>
                  <a:cubicBezTo>
                    <a:pt x="115" y="0"/>
                    <a:pt x="0" y="114"/>
                    <a:pt x="0" y="250"/>
                  </a:cubicBezTo>
                  <a:cubicBezTo>
                    <a:pt x="0" y="387"/>
                    <a:pt x="115" y="501"/>
                    <a:pt x="251" y="501"/>
                  </a:cubicBezTo>
                  <a:cubicBezTo>
                    <a:pt x="387" y="501"/>
                    <a:pt x="502" y="387"/>
                    <a:pt x="502" y="250"/>
                  </a:cubicBezTo>
                  <a:cubicBezTo>
                    <a:pt x="502"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3" name="Google Shape;14223;p31"/>
            <p:cNvSpPr/>
            <p:nvPr/>
          </p:nvSpPr>
          <p:spPr>
            <a:xfrm>
              <a:off x="2421325" y="5055125"/>
              <a:ext cx="12550" cy="12525"/>
            </a:xfrm>
            <a:custGeom>
              <a:avLst/>
              <a:gdLst/>
              <a:ahLst/>
              <a:cxnLst/>
              <a:rect l="l" t="t" r="r" b="b"/>
              <a:pathLst>
                <a:path w="502" h="501" extrusionOk="0">
                  <a:moveTo>
                    <a:pt x="250" y="0"/>
                  </a:moveTo>
                  <a:cubicBezTo>
                    <a:pt x="114" y="0"/>
                    <a:pt x="1" y="114"/>
                    <a:pt x="1" y="250"/>
                  </a:cubicBezTo>
                  <a:cubicBezTo>
                    <a:pt x="1" y="387"/>
                    <a:pt x="114" y="501"/>
                    <a:pt x="250" y="501"/>
                  </a:cubicBezTo>
                  <a:cubicBezTo>
                    <a:pt x="395" y="501"/>
                    <a:pt x="501" y="387"/>
                    <a:pt x="501" y="250"/>
                  </a:cubicBezTo>
                  <a:cubicBezTo>
                    <a:pt x="501" y="114"/>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4" name="Google Shape;14224;p31"/>
            <p:cNvSpPr/>
            <p:nvPr/>
          </p:nvSpPr>
          <p:spPr>
            <a:xfrm>
              <a:off x="2513250" y="5055125"/>
              <a:ext cx="12575" cy="12525"/>
            </a:xfrm>
            <a:custGeom>
              <a:avLst/>
              <a:gdLst/>
              <a:ahLst/>
              <a:cxnLst/>
              <a:rect l="l" t="t" r="r" b="b"/>
              <a:pathLst>
                <a:path w="503" h="501" extrusionOk="0">
                  <a:moveTo>
                    <a:pt x="252" y="0"/>
                  </a:moveTo>
                  <a:cubicBezTo>
                    <a:pt x="109" y="0"/>
                    <a:pt x="0" y="114"/>
                    <a:pt x="0" y="250"/>
                  </a:cubicBezTo>
                  <a:cubicBezTo>
                    <a:pt x="0" y="387"/>
                    <a:pt x="109"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5" name="Google Shape;14225;p31"/>
            <p:cNvSpPr/>
            <p:nvPr/>
          </p:nvSpPr>
          <p:spPr>
            <a:xfrm>
              <a:off x="2605000" y="5055125"/>
              <a:ext cx="12575" cy="12525"/>
            </a:xfrm>
            <a:custGeom>
              <a:avLst/>
              <a:gdLst/>
              <a:ahLst/>
              <a:cxnLst/>
              <a:rect l="l" t="t" r="r" b="b"/>
              <a:pathLst>
                <a:path w="503" h="501" extrusionOk="0">
                  <a:moveTo>
                    <a:pt x="252" y="0"/>
                  </a:moveTo>
                  <a:cubicBezTo>
                    <a:pt x="116" y="0"/>
                    <a:pt x="0" y="114"/>
                    <a:pt x="0" y="250"/>
                  </a:cubicBezTo>
                  <a:cubicBezTo>
                    <a:pt x="0" y="387"/>
                    <a:pt x="116" y="501"/>
                    <a:pt x="252" y="501"/>
                  </a:cubicBezTo>
                  <a:cubicBezTo>
                    <a:pt x="387" y="501"/>
                    <a:pt x="503" y="387"/>
                    <a:pt x="503" y="250"/>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6" name="Google Shape;14226;p31"/>
            <p:cNvSpPr/>
            <p:nvPr/>
          </p:nvSpPr>
          <p:spPr>
            <a:xfrm>
              <a:off x="2696950" y="5055125"/>
              <a:ext cx="12375" cy="12525"/>
            </a:xfrm>
            <a:custGeom>
              <a:avLst/>
              <a:gdLst/>
              <a:ahLst/>
              <a:cxnLst/>
              <a:rect l="l" t="t" r="r" b="b"/>
              <a:pathLst>
                <a:path w="495" h="501" extrusionOk="0">
                  <a:moveTo>
                    <a:pt x="252" y="0"/>
                  </a:moveTo>
                  <a:cubicBezTo>
                    <a:pt x="108" y="0"/>
                    <a:pt x="1" y="114"/>
                    <a:pt x="1" y="250"/>
                  </a:cubicBezTo>
                  <a:cubicBezTo>
                    <a:pt x="1" y="387"/>
                    <a:pt x="108" y="501"/>
                    <a:pt x="252" y="501"/>
                  </a:cubicBezTo>
                  <a:cubicBezTo>
                    <a:pt x="388" y="501"/>
                    <a:pt x="495" y="387"/>
                    <a:pt x="495" y="250"/>
                  </a:cubicBezTo>
                  <a:cubicBezTo>
                    <a:pt x="495"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7" name="Google Shape;14227;p31"/>
            <p:cNvSpPr/>
            <p:nvPr/>
          </p:nvSpPr>
          <p:spPr>
            <a:xfrm>
              <a:off x="2788700" y="50551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8" name="Google Shape;14228;p31"/>
            <p:cNvSpPr/>
            <p:nvPr/>
          </p:nvSpPr>
          <p:spPr>
            <a:xfrm>
              <a:off x="2880675" y="5055125"/>
              <a:ext cx="12375" cy="12525"/>
            </a:xfrm>
            <a:custGeom>
              <a:avLst/>
              <a:gdLst/>
              <a:ahLst/>
              <a:cxnLst/>
              <a:rect l="l" t="t" r="r" b="b"/>
              <a:pathLst>
                <a:path w="495" h="501" extrusionOk="0">
                  <a:moveTo>
                    <a:pt x="243" y="0"/>
                  </a:moveTo>
                  <a:cubicBezTo>
                    <a:pt x="107" y="0"/>
                    <a:pt x="0" y="114"/>
                    <a:pt x="0" y="250"/>
                  </a:cubicBezTo>
                  <a:cubicBezTo>
                    <a:pt x="0" y="387"/>
                    <a:pt x="107" y="501"/>
                    <a:pt x="243" y="501"/>
                  </a:cubicBezTo>
                  <a:cubicBezTo>
                    <a:pt x="387" y="501"/>
                    <a:pt x="494" y="387"/>
                    <a:pt x="494" y="250"/>
                  </a:cubicBezTo>
                  <a:cubicBezTo>
                    <a:pt x="494" y="114"/>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9" name="Google Shape;14229;p31"/>
            <p:cNvSpPr/>
            <p:nvPr/>
          </p:nvSpPr>
          <p:spPr>
            <a:xfrm>
              <a:off x="2972425" y="5055125"/>
              <a:ext cx="12575" cy="12525"/>
            </a:xfrm>
            <a:custGeom>
              <a:avLst/>
              <a:gdLst/>
              <a:ahLst/>
              <a:cxnLst/>
              <a:rect l="l" t="t" r="r" b="b"/>
              <a:pathLst>
                <a:path w="503" h="501" extrusionOk="0">
                  <a:moveTo>
                    <a:pt x="251" y="0"/>
                  </a:moveTo>
                  <a:cubicBezTo>
                    <a:pt x="115" y="0"/>
                    <a:pt x="0" y="114"/>
                    <a:pt x="0" y="250"/>
                  </a:cubicBezTo>
                  <a:cubicBezTo>
                    <a:pt x="0" y="387"/>
                    <a:pt x="115" y="501"/>
                    <a:pt x="251" y="501"/>
                  </a:cubicBezTo>
                  <a:cubicBezTo>
                    <a:pt x="387" y="501"/>
                    <a:pt x="503" y="387"/>
                    <a:pt x="503" y="250"/>
                  </a:cubicBezTo>
                  <a:cubicBezTo>
                    <a:pt x="503"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0" name="Google Shape;14230;p31"/>
            <p:cNvSpPr/>
            <p:nvPr/>
          </p:nvSpPr>
          <p:spPr>
            <a:xfrm>
              <a:off x="3064375" y="5055125"/>
              <a:ext cx="12375" cy="12525"/>
            </a:xfrm>
            <a:custGeom>
              <a:avLst/>
              <a:gdLst/>
              <a:ahLst/>
              <a:cxnLst/>
              <a:rect l="l" t="t" r="r" b="b"/>
              <a:pathLst>
                <a:path w="495" h="501" extrusionOk="0">
                  <a:moveTo>
                    <a:pt x="243" y="0"/>
                  </a:moveTo>
                  <a:cubicBezTo>
                    <a:pt x="107" y="0"/>
                    <a:pt x="1" y="114"/>
                    <a:pt x="1" y="250"/>
                  </a:cubicBezTo>
                  <a:cubicBezTo>
                    <a:pt x="1" y="387"/>
                    <a:pt x="107" y="501"/>
                    <a:pt x="243" y="501"/>
                  </a:cubicBezTo>
                  <a:cubicBezTo>
                    <a:pt x="388" y="501"/>
                    <a:pt x="495" y="387"/>
                    <a:pt x="495" y="250"/>
                  </a:cubicBezTo>
                  <a:cubicBezTo>
                    <a:pt x="495" y="114"/>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1" name="Google Shape;14231;p31"/>
            <p:cNvSpPr/>
            <p:nvPr/>
          </p:nvSpPr>
          <p:spPr>
            <a:xfrm>
              <a:off x="3156125" y="50551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2" name="Google Shape;14232;p31"/>
            <p:cNvSpPr/>
            <p:nvPr/>
          </p:nvSpPr>
          <p:spPr>
            <a:xfrm>
              <a:off x="3247875" y="5055125"/>
              <a:ext cx="12575" cy="12525"/>
            </a:xfrm>
            <a:custGeom>
              <a:avLst/>
              <a:gdLst/>
              <a:ahLst/>
              <a:cxnLst/>
              <a:rect l="l" t="t" r="r" b="b"/>
              <a:pathLst>
                <a:path w="503"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3" name="Google Shape;14233;p31"/>
            <p:cNvSpPr/>
            <p:nvPr/>
          </p:nvSpPr>
          <p:spPr>
            <a:xfrm>
              <a:off x="3339850" y="5055125"/>
              <a:ext cx="12525" cy="12525"/>
            </a:xfrm>
            <a:custGeom>
              <a:avLst/>
              <a:gdLst/>
              <a:ahLst/>
              <a:cxnLst/>
              <a:rect l="l" t="t" r="r" b="b"/>
              <a:pathLst>
                <a:path w="501" h="501" extrusionOk="0">
                  <a:moveTo>
                    <a:pt x="251" y="0"/>
                  </a:moveTo>
                  <a:cubicBezTo>
                    <a:pt x="107" y="0"/>
                    <a:pt x="0" y="114"/>
                    <a:pt x="0" y="250"/>
                  </a:cubicBezTo>
                  <a:cubicBezTo>
                    <a:pt x="0" y="387"/>
                    <a:pt x="107" y="501"/>
                    <a:pt x="251" y="501"/>
                  </a:cubicBezTo>
                  <a:cubicBezTo>
                    <a:pt x="387" y="501"/>
                    <a:pt x="501" y="387"/>
                    <a:pt x="501" y="250"/>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4" name="Google Shape;14234;p31"/>
            <p:cNvSpPr/>
            <p:nvPr/>
          </p:nvSpPr>
          <p:spPr>
            <a:xfrm>
              <a:off x="3431575" y="50551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5" name="Google Shape;14235;p31"/>
            <p:cNvSpPr/>
            <p:nvPr/>
          </p:nvSpPr>
          <p:spPr>
            <a:xfrm>
              <a:off x="3523550" y="5055125"/>
              <a:ext cx="12375" cy="12525"/>
            </a:xfrm>
            <a:custGeom>
              <a:avLst/>
              <a:gdLst/>
              <a:ahLst/>
              <a:cxnLst/>
              <a:rect l="l" t="t" r="r" b="b"/>
              <a:pathLst>
                <a:path w="495" h="501" extrusionOk="0">
                  <a:moveTo>
                    <a:pt x="250" y="0"/>
                  </a:moveTo>
                  <a:cubicBezTo>
                    <a:pt x="107" y="0"/>
                    <a:pt x="0" y="114"/>
                    <a:pt x="0" y="250"/>
                  </a:cubicBezTo>
                  <a:cubicBezTo>
                    <a:pt x="0" y="387"/>
                    <a:pt x="107" y="501"/>
                    <a:pt x="250" y="501"/>
                  </a:cubicBezTo>
                  <a:cubicBezTo>
                    <a:pt x="388" y="501"/>
                    <a:pt x="494" y="387"/>
                    <a:pt x="494" y="250"/>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6" name="Google Shape;14236;p31"/>
            <p:cNvSpPr/>
            <p:nvPr/>
          </p:nvSpPr>
          <p:spPr>
            <a:xfrm>
              <a:off x="676400" y="5147025"/>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7" name="Google Shape;14237;p31"/>
            <p:cNvSpPr/>
            <p:nvPr/>
          </p:nvSpPr>
          <p:spPr>
            <a:xfrm>
              <a:off x="768325" y="5147025"/>
              <a:ext cx="12400" cy="12425"/>
            </a:xfrm>
            <a:custGeom>
              <a:avLst/>
              <a:gdLst/>
              <a:ahLst/>
              <a:cxnLst/>
              <a:rect l="l" t="t" r="r" b="b"/>
              <a:pathLst>
                <a:path w="496" h="497" extrusionOk="0">
                  <a:moveTo>
                    <a:pt x="245" y="1"/>
                  </a:moveTo>
                  <a:cubicBezTo>
                    <a:pt x="109" y="1"/>
                    <a:pt x="0" y="109"/>
                    <a:pt x="0" y="245"/>
                  </a:cubicBezTo>
                  <a:cubicBezTo>
                    <a:pt x="0" y="388"/>
                    <a:pt x="109" y="496"/>
                    <a:pt x="245" y="496"/>
                  </a:cubicBezTo>
                  <a:cubicBezTo>
                    <a:pt x="388" y="496"/>
                    <a:pt x="496" y="388"/>
                    <a:pt x="496" y="245"/>
                  </a:cubicBezTo>
                  <a:cubicBezTo>
                    <a:pt x="496" y="109"/>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8" name="Google Shape;14238;p31"/>
            <p:cNvSpPr/>
            <p:nvPr/>
          </p:nvSpPr>
          <p:spPr>
            <a:xfrm>
              <a:off x="860125" y="5147025"/>
              <a:ext cx="12525" cy="12425"/>
            </a:xfrm>
            <a:custGeom>
              <a:avLst/>
              <a:gdLst/>
              <a:ahLst/>
              <a:cxnLst/>
              <a:rect l="l" t="t" r="r" b="b"/>
              <a:pathLst>
                <a:path w="501" h="497" extrusionOk="0">
                  <a:moveTo>
                    <a:pt x="251" y="1"/>
                  </a:moveTo>
                  <a:cubicBezTo>
                    <a:pt x="114" y="1"/>
                    <a:pt x="0" y="109"/>
                    <a:pt x="0" y="245"/>
                  </a:cubicBezTo>
                  <a:cubicBezTo>
                    <a:pt x="0" y="388"/>
                    <a:pt x="114" y="496"/>
                    <a:pt x="251" y="496"/>
                  </a:cubicBezTo>
                  <a:cubicBezTo>
                    <a:pt x="387" y="496"/>
                    <a:pt x="501" y="388"/>
                    <a:pt x="501" y="245"/>
                  </a:cubicBezTo>
                  <a:cubicBezTo>
                    <a:pt x="501"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9" name="Google Shape;14239;p31"/>
            <p:cNvSpPr/>
            <p:nvPr/>
          </p:nvSpPr>
          <p:spPr>
            <a:xfrm>
              <a:off x="951850" y="5147025"/>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0" name="Google Shape;14240;p31"/>
            <p:cNvSpPr/>
            <p:nvPr/>
          </p:nvSpPr>
          <p:spPr>
            <a:xfrm>
              <a:off x="1043825" y="5147025"/>
              <a:ext cx="12375" cy="12425"/>
            </a:xfrm>
            <a:custGeom>
              <a:avLst/>
              <a:gdLst/>
              <a:ahLst/>
              <a:cxnLst/>
              <a:rect l="l" t="t" r="r" b="b"/>
              <a:pathLst>
                <a:path w="495" h="497" extrusionOk="0">
                  <a:moveTo>
                    <a:pt x="250" y="1"/>
                  </a:moveTo>
                  <a:cubicBezTo>
                    <a:pt x="107" y="1"/>
                    <a:pt x="0" y="109"/>
                    <a:pt x="0" y="245"/>
                  </a:cubicBezTo>
                  <a:cubicBezTo>
                    <a:pt x="0" y="388"/>
                    <a:pt x="107" y="496"/>
                    <a:pt x="250" y="496"/>
                  </a:cubicBezTo>
                  <a:cubicBezTo>
                    <a:pt x="388" y="496"/>
                    <a:pt x="494" y="388"/>
                    <a:pt x="494" y="245"/>
                  </a:cubicBezTo>
                  <a:cubicBezTo>
                    <a:pt x="494"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1" name="Google Shape;14241;p31"/>
            <p:cNvSpPr/>
            <p:nvPr/>
          </p:nvSpPr>
          <p:spPr>
            <a:xfrm>
              <a:off x="1135575" y="5147025"/>
              <a:ext cx="12575" cy="12425"/>
            </a:xfrm>
            <a:custGeom>
              <a:avLst/>
              <a:gdLst/>
              <a:ahLst/>
              <a:cxnLst/>
              <a:rect l="l" t="t" r="r" b="b"/>
              <a:pathLst>
                <a:path w="503" h="497" extrusionOk="0">
                  <a:moveTo>
                    <a:pt x="252" y="1"/>
                  </a:moveTo>
                  <a:cubicBezTo>
                    <a:pt x="116" y="1"/>
                    <a:pt x="0" y="109"/>
                    <a:pt x="0" y="245"/>
                  </a:cubicBezTo>
                  <a:cubicBezTo>
                    <a:pt x="0" y="388"/>
                    <a:pt x="116" y="496"/>
                    <a:pt x="252" y="496"/>
                  </a:cubicBezTo>
                  <a:cubicBezTo>
                    <a:pt x="387" y="496"/>
                    <a:pt x="503" y="388"/>
                    <a:pt x="503" y="245"/>
                  </a:cubicBezTo>
                  <a:cubicBezTo>
                    <a:pt x="503"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2" name="Google Shape;14242;p31"/>
            <p:cNvSpPr/>
            <p:nvPr/>
          </p:nvSpPr>
          <p:spPr>
            <a:xfrm>
              <a:off x="1227500" y="5147025"/>
              <a:ext cx="12400" cy="12425"/>
            </a:xfrm>
            <a:custGeom>
              <a:avLst/>
              <a:gdLst/>
              <a:ahLst/>
              <a:cxnLst/>
              <a:rect l="l" t="t" r="r" b="b"/>
              <a:pathLst>
                <a:path w="496" h="497" extrusionOk="0">
                  <a:moveTo>
                    <a:pt x="251" y="1"/>
                  </a:moveTo>
                  <a:cubicBezTo>
                    <a:pt x="109" y="1"/>
                    <a:pt x="0" y="109"/>
                    <a:pt x="0" y="245"/>
                  </a:cubicBezTo>
                  <a:cubicBezTo>
                    <a:pt x="0" y="388"/>
                    <a:pt x="109" y="496"/>
                    <a:pt x="251" y="496"/>
                  </a:cubicBezTo>
                  <a:cubicBezTo>
                    <a:pt x="387" y="496"/>
                    <a:pt x="496" y="388"/>
                    <a:pt x="496" y="245"/>
                  </a:cubicBezTo>
                  <a:cubicBezTo>
                    <a:pt x="496"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3" name="Google Shape;14243;p31"/>
            <p:cNvSpPr/>
            <p:nvPr/>
          </p:nvSpPr>
          <p:spPr>
            <a:xfrm>
              <a:off x="1319275" y="5147025"/>
              <a:ext cx="12550" cy="12425"/>
            </a:xfrm>
            <a:custGeom>
              <a:avLst/>
              <a:gdLst/>
              <a:ahLst/>
              <a:cxnLst/>
              <a:rect l="l" t="t" r="r" b="b"/>
              <a:pathLst>
                <a:path w="502" h="497" extrusionOk="0">
                  <a:moveTo>
                    <a:pt x="252" y="1"/>
                  </a:moveTo>
                  <a:cubicBezTo>
                    <a:pt x="114" y="1"/>
                    <a:pt x="1" y="109"/>
                    <a:pt x="1" y="245"/>
                  </a:cubicBezTo>
                  <a:cubicBezTo>
                    <a:pt x="1" y="388"/>
                    <a:pt x="114" y="496"/>
                    <a:pt x="252" y="496"/>
                  </a:cubicBezTo>
                  <a:cubicBezTo>
                    <a:pt x="388" y="496"/>
                    <a:pt x="501" y="388"/>
                    <a:pt x="501" y="245"/>
                  </a:cubicBezTo>
                  <a:cubicBezTo>
                    <a:pt x="501"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4" name="Google Shape;14244;p31"/>
            <p:cNvSpPr/>
            <p:nvPr/>
          </p:nvSpPr>
          <p:spPr>
            <a:xfrm>
              <a:off x="1411200" y="5147025"/>
              <a:ext cx="12425" cy="12425"/>
            </a:xfrm>
            <a:custGeom>
              <a:avLst/>
              <a:gdLst/>
              <a:ahLst/>
              <a:cxnLst/>
              <a:rect l="l" t="t" r="r" b="b"/>
              <a:pathLst>
                <a:path w="497" h="497" extrusionOk="0">
                  <a:moveTo>
                    <a:pt x="245" y="1"/>
                  </a:moveTo>
                  <a:cubicBezTo>
                    <a:pt x="109" y="1"/>
                    <a:pt x="1" y="109"/>
                    <a:pt x="1" y="245"/>
                  </a:cubicBezTo>
                  <a:cubicBezTo>
                    <a:pt x="1" y="388"/>
                    <a:pt x="109" y="496"/>
                    <a:pt x="245" y="496"/>
                  </a:cubicBezTo>
                  <a:cubicBezTo>
                    <a:pt x="388" y="496"/>
                    <a:pt x="496" y="388"/>
                    <a:pt x="496" y="245"/>
                  </a:cubicBezTo>
                  <a:cubicBezTo>
                    <a:pt x="496" y="109"/>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5" name="Google Shape;14245;p31"/>
            <p:cNvSpPr/>
            <p:nvPr/>
          </p:nvSpPr>
          <p:spPr>
            <a:xfrm>
              <a:off x="1503000" y="5147025"/>
              <a:ext cx="12525" cy="12425"/>
            </a:xfrm>
            <a:custGeom>
              <a:avLst/>
              <a:gdLst/>
              <a:ahLst/>
              <a:cxnLst/>
              <a:rect l="l" t="t" r="r" b="b"/>
              <a:pathLst>
                <a:path w="501" h="497" extrusionOk="0">
                  <a:moveTo>
                    <a:pt x="250" y="1"/>
                  </a:moveTo>
                  <a:cubicBezTo>
                    <a:pt x="114" y="1"/>
                    <a:pt x="0" y="109"/>
                    <a:pt x="0" y="245"/>
                  </a:cubicBezTo>
                  <a:cubicBezTo>
                    <a:pt x="0" y="388"/>
                    <a:pt x="114" y="496"/>
                    <a:pt x="250" y="496"/>
                  </a:cubicBezTo>
                  <a:cubicBezTo>
                    <a:pt x="387" y="496"/>
                    <a:pt x="501" y="388"/>
                    <a:pt x="501" y="245"/>
                  </a:cubicBezTo>
                  <a:cubicBezTo>
                    <a:pt x="501" y="109"/>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6" name="Google Shape;14246;p31"/>
            <p:cNvSpPr/>
            <p:nvPr/>
          </p:nvSpPr>
          <p:spPr>
            <a:xfrm>
              <a:off x="1594750" y="5147025"/>
              <a:ext cx="12575" cy="12425"/>
            </a:xfrm>
            <a:custGeom>
              <a:avLst/>
              <a:gdLst/>
              <a:ahLst/>
              <a:cxnLst/>
              <a:rect l="l" t="t" r="r" b="b"/>
              <a:pathLst>
                <a:path w="503" h="497" extrusionOk="0">
                  <a:moveTo>
                    <a:pt x="251" y="1"/>
                  </a:moveTo>
                  <a:cubicBezTo>
                    <a:pt x="115" y="1"/>
                    <a:pt x="0" y="109"/>
                    <a:pt x="0" y="245"/>
                  </a:cubicBezTo>
                  <a:cubicBezTo>
                    <a:pt x="0" y="388"/>
                    <a:pt x="115" y="496"/>
                    <a:pt x="251" y="496"/>
                  </a:cubicBezTo>
                  <a:cubicBezTo>
                    <a:pt x="394" y="496"/>
                    <a:pt x="503" y="388"/>
                    <a:pt x="503" y="245"/>
                  </a:cubicBezTo>
                  <a:cubicBezTo>
                    <a:pt x="503" y="109"/>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7" name="Google Shape;14247;p31"/>
            <p:cNvSpPr/>
            <p:nvPr/>
          </p:nvSpPr>
          <p:spPr>
            <a:xfrm>
              <a:off x="1686650" y="5147025"/>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8" name="Google Shape;14248;p31"/>
            <p:cNvSpPr/>
            <p:nvPr/>
          </p:nvSpPr>
          <p:spPr>
            <a:xfrm>
              <a:off x="1778450" y="5147025"/>
              <a:ext cx="12550" cy="12425"/>
            </a:xfrm>
            <a:custGeom>
              <a:avLst/>
              <a:gdLst/>
              <a:ahLst/>
              <a:cxnLst/>
              <a:rect l="l" t="t" r="r" b="b"/>
              <a:pathLst>
                <a:path w="502" h="497" extrusionOk="0">
                  <a:moveTo>
                    <a:pt x="252" y="1"/>
                  </a:moveTo>
                  <a:cubicBezTo>
                    <a:pt x="114" y="1"/>
                    <a:pt x="1" y="109"/>
                    <a:pt x="1" y="245"/>
                  </a:cubicBezTo>
                  <a:cubicBezTo>
                    <a:pt x="1" y="388"/>
                    <a:pt x="114" y="496"/>
                    <a:pt x="252" y="496"/>
                  </a:cubicBezTo>
                  <a:cubicBezTo>
                    <a:pt x="388" y="496"/>
                    <a:pt x="501" y="388"/>
                    <a:pt x="501" y="245"/>
                  </a:cubicBezTo>
                  <a:cubicBezTo>
                    <a:pt x="501"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9" name="Google Shape;14249;p31"/>
            <p:cNvSpPr/>
            <p:nvPr/>
          </p:nvSpPr>
          <p:spPr>
            <a:xfrm>
              <a:off x="1870375" y="5147025"/>
              <a:ext cx="12400" cy="12425"/>
            </a:xfrm>
            <a:custGeom>
              <a:avLst/>
              <a:gdLst/>
              <a:ahLst/>
              <a:cxnLst/>
              <a:rect l="l" t="t" r="r" b="b"/>
              <a:pathLst>
                <a:path w="496" h="497" extrusionOk="0">
                  <a:moveTo>
                    <a:pt x="252" y="1"/>
                  </a:moveTo>
                  <a:cubicBezTo>
                    <a:pt x="109" y="1"/>
                    <a:pt x="0" y="109"/>
                    <a:pt x="0" y="245"/>
                  </a:cubicBezTo>
                  <a:cubicBezTo>
                    <a:pt x="0" y="388"/>
                    <a:pt x="109" y="496"/>
                    <a:pt x="252" y="496"/>
                  </a:cubicBezTo>
                  <a:cubicBezTo>
                    <a:pt x="387" y="496"/>
                    <a:pt x="496" y="388"/>
                    <a:pt x="496" y="245"/>
                  </a:cubicBezTo>
                  <a:cubicBezTo>
                    <a:pt x="496"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0" name="Google Shape;14250;p31"/>
            <p:cNvSpPr/>
            <p:nvPr/>
          </p:nvSpPr>
          <p:spPr>
            <a:xfrm>
              <a:off x="1962150" y="5147025"/>
              <a:ext cx="12550" cy="12425"/>
            </a:xfrm>
            <a:custGeom>
              <a:avLst/>
              <a:gdLst/>
              <a:ahLst/>
              <a:cxnLst/>
              <a:rect l="l" t="t" r="r" b="b"/>
              <a:pathLst>
                <a:path w="502" h="497" extrusionOk="0">
                  <a:moveTo>
                    <a:pt x="250" y="1"/>
                  </a:moveTo>
                  <a:cubicBezTo>
                    <a:pt x="114" y="1"/>
                    <a:pt x="1" y="109"/>
                    <a:pt x="1" y="245"/>
                  </a:cubicBezTo>
                  <a:cubicBezTo>
                    <a:pt x="1" y="388"/>
                    <a:pt x="114" y="496"/>
                    <a:pt x="250" y="496"/>
                  </a:cubicBezTo>
                  <a:cubicBezTo>
                    <a:pt x="388" y="496"/>
                    <a:pt x="502" y="388"/>
                    <a:pt x="502" y="245"/>
                  </a:cubicBezTo>
                  <a:cubicBezTo>
                    <a:pt x="502"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1" name="Google Shape;14251;p31"/>
            <p:cNvSpPr/>
            <p:nvPr/>
          </p:nvSpPr>
          <p:spPr>
            <a:xfrm>
              <a:off x="2054075" y="5147025"/>
              <a:ext cx="12425" cy="12425"/>
            </a:xfrm>
            <a:custGeom>
              <a:avLst/>
              <a:gdLst/>
              <a:ahLst/>
              <a:cxnLst/>
              <a:rect l="l" t="t" r="r" b="b"/>
              <a:pathLst>
                <a:path w="497" h="497" extrusionOk="0">
                  <a:moveTo>
                    <a:pt x="252" y="1"/>
                  </a:moveTo>
                  <a:cubicBezTo>
                    <a:pt x="109" y="1"/>
                    <a:pt x="1" y="109"/>
                    <a:pt x="1" y="245"/>
                  </a:cubicBezTo>
                  <a:cubicBezTo>
                    <a:pt x="1" y="388"/>
                    <a:pt x="109" y="496"/>
                    <a:pt x="252" y="496"/>
                  </a:cubicBezTo>
                  <a:cubicBezTo>
                    <a:pt x="388" y="496"/>
                    <a:pt x="496" y="388"/>
                    <a:pt x="496" y="245"/>
                  </a:cubicBezTo>
                  <a:cubicBezTo>
                    <a:pt x="496"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2" name="Google Shape;14252;p31"/>
            <p:cNvSpPr/>
            <p:nvPr/>
          </p:nvSpPr>
          <p:spPr>
            <a:xfrm>
              <a:off x="2145825" y="5147025"/>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3" name="Google Shape;14253;p31"/>
            <p:cNvSpPr/>
            <p:nvPr/>
          </p:nvSpPr>
          <p:spPr>
            <a:xfrm>
              <a:off x="2237800" y="5147025"/>
              <a:ext cx="12350" cy="12425"/>
            </a:xfrm>
            <a:custGeom>
              <a:avLst/>
              <a:gdLst/>
              <a:ahLst/>
              <a:cxnLst/>
              <a:rect l="l" t="t" r="r" b="b"/>
              <a:pathLst>
                <a:path w="494" h="497" extrusionOk="0">
                  <a:moveTo>
                    <a:pt x="244" y="1"/>
                  </a:moveTo>
                  <a:cubicBezTo>
                    <a:pt x="107" y="1"/>
                    <a:pt x="0" y="109"/>
                    <a:pt x="0" y="245"/>
                  </a:cubicBezTo>
                  <a:cubicBezTo>
                    <a:pt x="0" y="388"/>
                    <a:pt x="107" y="496"/>
                    <a:pt x="244" y="496"/>
                  </a:cubicBezTo>
                  <a:cubicBezTo>
                    <a:pt x="387" y="496"/>
                    <a:pt x="494" y="388"/>
                    <a:pt x="494" y="245"/>
                  </a:cubicBezTo>
                  <a:cubicBezTo>
                    <a:pt x="494" y="109"/>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4" name="Google Shape;14254;p31"/>
            <p:cNvSpPr/>
            <p:nvPr/>
          </p:nvSpPr>
          <p:spPr>
            <a:xfrm>
              <a:off x="2329550" y="5147025"/>
              <a:ext cx="12575" cy="12425"/>
            </a:xfrm>
            <a:custGeom>
              <a:avLst/>
              <a:gdLst/>
              <a:ahLst/>
              <a:cxnLst/>
              <a:rect l="l" t="t" r="r" b="b"/>
              <a:pathLst>
                <a:path w="503" h="497" extrusionOk="0">
                  <a:moveTo>
                    <a:pt x="251" y="1"/>
                  </a:moveTo>
                  <a:cubicBezTo>
                    <a:pt x="115" y="1"/>
                    <a:pt x="0" y="109"/>
                    <a:pt x="0" y="245"/>
                  </a:cubicBezTo>
                  <a:cubicBezTo>
                    <a:pt x="0" y="388"/>
                    <a:pt x="115" y="496"/>
                    <a:pt x="251" y="496"/>
                  </a:cubicBezTo>
                  <a:cubicBezTo>
                    <a:pt x="387" y="496"/>
                    <a:pt x="502" y="388"/>
                    <a:pt x="502" y="245"/>
                  </a:cubicBezTo>
                  <a:cubicBezTo>
                    <a:pt x="502"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5" name="Google Shape;14255;p31"/>
            <p:cNvSpPr/>
            <p:nvPr/>
          </p:nvSpPr>
          <p:spPr>
            <a:xfrm>
              <a:off x="2421325" y="5147025"/>
              <a:ext cx="12550" cy="12425"/>
            </a:xfrm>
            <a:custGeom>
              <a:avLst/>
              <a:gdLst/>
              <a:ahLst/>
              <a:cxnLst/>
              <a:rect l="l" t="t" r="r" b="b"/>
              <a:pathLst>
                <a:path w="502" h="497" extrusionOk="0">
                  <a:moveTo>
                    <a:pt x="250" y="1"/>
                  </a:moveTo>
                  <a:cubicBezTo>
                    <a:pt x="114" y="1"/>
                    <a:pt x="1" y="109"/>
                    <a:pt x="1" y="245"/>
                  </a:cubicBezTo>
                  <a:cubicBezTo>
                    <a:pt x="1" y="388"/>
                    <a:pt x="114" y="496"/>
                    <a:pt x="250" y="496"/>
                  </a:cubicBezTo>
                  <a:cubicBezTo>
                    <a:pt x="395" y="496"/>
                    <a:pt x="501" y="388"/>
                    <a:pt x="501" y="245"/>
                  </a:cubicBezTo>
                  <a:cubicBezTo>
                    <a:pt x="501" y="109"/>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6" name="Google Shape;14256;p31"/>
            <p:cNvSpPr/>
            <p:nvPr/>
          </p:nvSpPr>
          <p:spPr>
            <a:xfrm>
              <a:off x="2513250" y="5147025"/>
              <a:ext cx="12575" cy="12425"/>
            </a:xfrm>
            <a:custGeom>
              <a:avLst/>
              <a:gdLst/>
              <a:ahLst/>
              <a:cxnLst/>
              <a:rect l="l" t="t" r="r" b="b"/>
              <a:pathLst>
                <a:path w="503" h="497" extrusionOk="0">
                  <a:moveTo>
                    <a:pt x="252" y="1"/>
                  </a:moveTo>
                  <a:cubicBezTo>
                    <a:pt x="109" y="1"/>
                    <a:pt x="0" y="109"/>
                    <a:pt x="0" y="245"/>
                  </a:cubicBezTo>
                  <a:cubicBezTo>
                    <a:pt x="0" y="388"/>
                    <a:pt x="109"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7" name="Google Shape;14257;p31"/>
            <p:cNvSpPr/>
            <p:nvPr/>
          </p:nvSpPr>
          <p:spPr>
            <a:xfrm>
              <a:off x="2605000" y="5147025"/>
              <a:ext cx="12575" cy="12425"/>
            </a:xfrm>
            <a:custGeom>
              <a:avLst/>
              <a:gdLst/>
              <a:ahLst/>
              <a:cxnLst/>
              <a:rect l="l" t="t" r="r" b="b"/>
              <a:pathLst>
                <a:path w="503" h="497" extrusionOk="0">
                  <a:moveTo>
                    <a:pt x="252" y="1"/>
                  </a:moveTo>
                  <a:cubicBezTo>
                    <a:pt x="116" y="1"/>
                    <a:pt x="0" y="109"/>
                    <a:pt x="0" y="245"/>
                  </a:cubicBezTo>
                  <a:cubicBezTo>
                    <a:pt x="0" y="388"/>
                    <a:pt x="116" y="496"/>
                    <a:pt x="252" y="496"/>
                  </a:cubicBezTo>
                  <a:cubicBezTo>
                    <a:pt x="387" y="496"/>
                    <a:pt x="503" y="388"/>
                    <a:pt x="503" y="245"/>
                  </a:cubicBezTo>
                  <a:cubicBezTo>
                    <a:pt x="503"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8" name="Google Shape;14258;p31"/>
            <p:cNvSpPr/>
            <p:nvPr/>
          </p:nvSpPr>
          <p:spPr>
            <a:xfrm>
              <a:off x="2696950" y="5147025"/>
              <a:ext cx="12375" cy="12425"/>
            </a:xfrm>
            <a:custGeom>
              <a:avLst/>
              <a:gdLst/>
              <a:ahLst/>
              <a:cxnLst/>
              <a:rect l="l" t="t" r="r" b="b"/>
              <a:pathLst>
                <a:path w="495" h="497" extrusionOk="0">
                  <a:moveTo>
                    <a:pt x="252" y="1"/>
                  </a:moveTo>
                  <a:cubicBezTo>
                    <a:pt x="108" y="1"/>
                    <a:pt x="1" y="109"/>
                    <a:pt x="1" y="245"/>
                  </a:cubicBezTo>
                  <a:cubicBezTo>
                    <a:pt x="1" y="388"/>
                    <a:pt x="108" y="496"/>
                    <a:pt x="252" y="496"/>
                  </a:cubicBezTo>
                  <a:cubicBezTo>
                    <a:pt x="388" y="496"/>
                    <a:pt x="495" y="388"/>
                    <a:pt x="495" y="245"/>
                  </a:cubicBezTo>
                  <a:cubicBezTo>
                    <a:pt x="495"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9" name="Google Shape;14259;p31"/>
            <p:cNvSpPr/>
            <p:nvPr/>
          </p:nvSpPr>
          <p:spPr>
            <a:xfrm>
              <a:off x="2788700" y="5147025"/>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0" name="Google Shape;14260;p31"/>
            <p:cNvSpPr/>
            <p:nvPr/>
          </p:nvSpPr>
          <p:spPr>
            <a:xfrm>
              <a:off x="2880675" y="5147025"/>
              <a:ext cx="12375" cy="12425"/>
            </a:xfrm>
            <a:custGeom>
              <a:avLst/>
              <a:gdLst/>
              <a:ahLst/>
              <a:cxnLst/>
              <a:rect l="l" t="t" r="r" b="b"/>
              <a:pathLst>
                <a:path w="495" h="497" extrusionOk="0">
                  <a:moveTo>
                    <a:pt x="243" y="1"/>
                  </a:moveTo>
                  <a:cubicBezTo>
                    <a:pt x="107" y="1"/>
                    <a:pt x="0" y="109"/>
                    <a:pt x="0" y="245"/>
                  </a:cubicBezTo>
                  <a:cubicBezTo>
                    <a:pt x="0" y="388"/>
                    <a:pt x="107" y="496"/>
                    <a:pt x="243" y="496"/>
                  </a:cubicBezTo>
                  <a:cubicBezTo>
                    <a:pt x="387" y="496"/>
                    <a:pt x="494" y="388"/>
                    <a:pt x="494" y="245"/>
                  </a:cubicBezTo>
                  <a:cubicBezTo>
                    <a:pt x="494" y="109"/>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1" name="Google Shape;14261;p31"/>
            <p:cNvSpPr/>
            <p:nvPr/>
          </p:nvSpPr>
          <p:spPr>
            <a:xfrm>
              <a:off x="2972425" y="5147025"/>
              <a:ext cx="12575" cy="12425"/>
            </a:xfrm>
            <a:custGeom>
              <a:avLst/>
              <a:gdLst/>
              <a:ahLst/>
              <a:cxnLst/>
              <a:rect l="l" t="t" r="r" b="b"/>
              <a:pathLst>
                <a:path w="503" h="497" extrusionOk="0">
                  <a:moveTo>
                    <a:pt x="251" y="1"/>
                  </a:moveTo>
                  <a:cubicBezTo>
                    <a:pt x="115" y="1"/>
                    <a:pt x="0" y="109"/>
                    <a:pt x="0" y="245"/>
                  </a:cubicBezTo>
                  <a:cubicBezTo>
                    <a:pt x="0" y="388"/>
                    <a:pt x="115" y="496"/>
                    <a:pt x="251" y="496"/>
                  </a:cubicBezTo>
                  <a:cubicBezTo>
                    <a:pt x="387" y="496"/>
                    <a:pt x="503" y="388"/>
                    <a:pt x="503" y="245"/>
                  </a:cubicBezTo>
                  <a:cubicBezTo>
                    <a:pt x="503"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2" name="Google Shape;14262;p31"/>
            <p:cNvSpPr/>
            <p:nvPr/>
          </p:nvSpPr>
          <p:spPr>
            <a:xfrm>
              <a:off x="3064375" y="5147025"/>
              <a:ext cx="12375" cy="12425"/>
            </a:xfrm>
            <a:custGeom>
              <a:avLst/>
              <a:gdLst/>
              <a:ahLst/>
              <a:cxnLst/>
              <a:rect l="l" t="t" r="r" b="b"/>
              <a:pathLst>
                <a:path w="495" h="497" extrusionOk="0">
                  <a:moveTo>
                    <a:pt x="243" y="1"/>
                  </a:moveTo>
                  <a:cubicBezTo>
                    <a:pt x="107" y="1"/>
                    <a:pt x="1" y="109"/>
                    <a:pt x="1" y="245"/>
                  </a:cubicBezTo>
                  <a:cubicBezTo>
                    <a:pt x="1" y="388"/>
                    <a:pt x="107" y="496"/>
                    <a:pt x="243" y="496"/>
                  </a:cubicBezTo>
                  <a:cubicBezTo>
                    <a:pt x="388" y="496"/>
                    <a:pt x="495" y="388"/>
                    <a:pt x="495" y="245"/>
                  </a:cubicBezTo>
                  <a:cubicBezTo>
                    <a:pt x="495" y="109"/>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3" name="Google Shape;14263;p31"/>
            <p:cNvSpPr/>
            <p:nvPr/>
          </p:nvSpPr>
          <p:spPr>
            <a:xfrm>
              <a:off x="3156125" y="5147025"/>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4" name="Google Shape;14264;p31"/>
            <p:cNvSpPr/>
            <p:nvPr/>
          </p:nvSpPr>
          <p:spPr>
            <a:xfrm>
              <a:off x="3247875" y="5147025"/>
              <a:ext cx="12575" cy="12425"/>
            </a:xfrm>
            <a:custGeom>
              <a:avLst/>
              <a:gdLst/>
              <a:ahLst/>
              <a:cxnLst/>
              <a:rect l="l" t="t" r="r" b="b"/>
              <a:pathLst>
                <a:path w="503"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5" name="Google Shape;14265;p31"/>
            <p:cNvSpPr/>
            <p:nvPr/>
          </p:nvSpPr>
          <p:spPr>
            <a:xfrm>
              <a:off x="3339850" y="5147025"/>
              <a:ext cx="12525" cy="12425"/>
            </a:xfrm>
            <a:custGeom>
              <a:avLst/>
              <a:gdLst/>
              <a:ahLst/>
              <a:cxnLst/>
              <a:rect l="l" t="t" r="r" b="b"/>
              <a:pathLst>
                <a:path w="501" h="497" extrusionOk="0">
                  <a:moveTo>
                    <a:pt x="251" y="1"/>
                  </a:moveTo>
                  <a:cubicBezTo>
                    <a:pt x="107" y="1"/>
                    <a:pt x="0" y="109"/>
                    <a:pt x="0" y="245"/>
                  </a:cubicBezTo>
                  <a:cubicBezTo>
                    <a:pt x="0" y="388"/>
                    <a:pt x="107" y="496"/>
                    <a:pt x="251" y="496"/>
                  </a:cubicBezTo>
                  <a:cubicBezTo>
                    <a:pt x="387" y="496"/>
                    <a:pt x="501" y="388"/>
                    <a:pt x="501" y="245"/>
                  </a:cubicBezTo>
                  <a:cubicBezTo>
                    <a:pt x="501"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6" name="Google Shape;14266;p31"/>
            <p:cNvSpPr/>
            <p:nvPr/>
          </p:nvSpPr>
          <p:spPr>
            <a:xfrm>
              <a:off x="3431575" y="5147025"/>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7" name="Google Shape;14267;p31"/>
            <p:cNvSpPr/>
            <p:nvPr/>
          </p:nvSpPr>
          <p:spPr>
            <a:xfrm>
              <a:off x="3523550" y="5147025"/>
              <a:ext cx="12375" cy="12425"/>
            </a:xfrm>
            <a:custGeom>
              <a:avLst/>
              <a:gdLst/>
              <a:ahLst/>
              <a:cxnLst/>
              <a:rect l="l" t="t" r="r" b="b"/>
              <a:pathLst>
                <a:path w="495" h="497" extrusionOk="0">
                  <a:moveTo>
                    <a:pt x="250" y="1"/>
                  </a:moveTo>
                  <a:cubicBezTo>
                    <a:pt x="107" y="1"/>
                    <a:pt x="0" y="109"/>
                    <a:pt x="0" y="245"/>
                  </a:cubicBezTo>
                  <a:cubicBezTo>
                    <a:pt x="0" y="388"/>
                    <a:pt x="107" y="496"/>
                    <a:pt x="250" y="496"/>
                  </a:cubicBezTo>
                  <a:cubicBezTo>
                    <a:pt x="388" y="496"/>
                    <a:pt x="494" y="388"/>
                    <a:pt x="494" y="245"/>
                  </a:cubicBezTo>
                  <a:cubicBezTo>
                    <a:pt x="494"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8" name="Google Shape;14268;p31"/>
            <p:cNvSpPr/>
            <p:nvPr/>
          </p:nvSpPr>
          <p:spPr>
            <a:xfrm>
              <a:off x="676400" y="52387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9" name="Google Shape;14269;p31"/>
            <p:cNvSpPr/>
            <p:nvPr/>
          </p:nvSpPr>
          <p:spPr>
            <a:xfrm>
              <a:off x="768325" y="5238775"/>
              <a:ext cx="12400" cy="12600"/>
            </a:xfrm>
            <a:custGeom>
              <a:avLst/>
              <a:gdLst/>
              <a:ahLst/>
              <a:cxnLst/>
              <a:rect l="l" t="t" r="r" b="b"/>
              <a:pathLst>
                <a:path w="496" h="504"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0" name="Google Shape;14270;p31"/>
            <p:cNvSpPr/>
            <p:nvPr/>
          </p:nvSpPr>
          <p:spPr>
            <a:xfrm>
              <a:off x="860125" y="5238775"/>
              <a:ext cx="12525" cy="12600"/>
            </a:xfrm>
            <a:custGeom>
              <a:avLst/>
              <a:gdLst/>
              <a:ahLst/>
              <a:cxnLst/>
              <a:rect l="l" t="t" r="r" b="b"/>
              <a:pathLst>
                <a:path w="501" h="504"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1" name="Google Shape;14271;p31"/>
            <p:cNvSpPr/>
            <p:nvPr/>
          </p:nvSpPr>
          <p:spPr>
            <a:xfrm>
              <a:off x="951850" y="52387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2" name="Google Shape;14272;p31"/>
            <p:cNvSpPr/>
            <p:nvPr/>
          </p:nvSpPr>
          <p:spPr>
            <a:xfrm>
              <a:off x="1043825" y="5238775"/>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3" name="Google Shape;14273;p31"/>
            <p:cNvSpPr/>
            <p:nvPr/>
          </p:nvSpPr>
          <p:spPr>
            <a:xfrm>
              <a:off x="1135575" y="5238775"/>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4" name="Google Shape;14274;p31"/>
            <p:cNvSpPr/>
            <p:nvPr/>
          </p:nvSpPr>
          <p:spPr>
            <a:xfrm>
              <a:off x="1227500" y="5238775"/>
              <a:ext cx="12400" cy="12600"/>
            </a:xfrm>
            <a:custGeom>
              <a:avLst/>
              <a:gdLst/>
              <a:ahLst/>
              <a:cxnLst/>
              <a:rect l="l" t="t" r="r" b="b"/>
              <a:pathLst>
                <a:path w="496" h="504"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5" name="Google Shape;14275;p31"/>
            <p:cNvSpPr/>
            <p:nvPr/>
          </p:nvSpPr>
          <p:spPr>
            <a:xfrm>
              <a:off x="1319275" y="5238775"/>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6" name="Google Shape;14276;p31"/>
            <p:cNvSpPr/>
            <p:nvPr/>
          </p:nvSpPr>
          <p:spPr>
            <a:xfrm>
              <a:off x="1411200" y="5238775"/>
              <a:ext cx="12425" cy="12600"/>
            </a:xfrm>
            <a:custGeom>
              <a:avLst/>
              <a:gdLst/>
              <a:ahLst/>
              <a:cxnLst/>
              <a:rect l="l" t="t" r="r" b="b"/>
              <a:pathLst>
                <a:path w="497" h="504"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7" name="Google Shape;14277;p31"/>
            <p:cNvSpPr/>
            <p:nvPr/>
          </p:nvSpPr>
          <p:spPr>
            <a:xfrm>
              <a:off x="1503000" y="5238775"/>
              <a:ext cx="12525" cy="12600"/>
            </a:xfrm>
            <a:custGeom>
              <a:avLst/>
              <a:gdLst/>
              <a:ahLst/>
              <a:cxnLst/>
              <a:rect l="l" t="t" r="r" b="b"/>
              <a:pathLst>
                <a:path w="501" h="504"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8" name="Google Shape;14278;p31"/>
            <p:cNvSpPr/>
            <p:nvPr/>
          </p:nvSpPr>
          <p:spPr>
            <a:xfrm>
              <a:off x="1594750" y="5238775"/>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9" name="Google Shape;14279;p31"/>
            <p:cNvSpPr/>
            <p:nvPr/>
          </p:nvSpPr>
          <p:spPr>
            <a:xfrm>
              <a:off x="1686650" y="52387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0" name="Google Shape;14280;p31"/>
            <p:cNvSpPr/>
            <p:nvPr/>
          </p:nvSpPr>
          <p:spPr>
            <a:xfrm>
              <a:off x="1778450" y="5238775"/>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1" name="Google Shape;14281;p31"/>
            <p:cNvSpPr/>
            <p:nvPr/>
          </p:nvSpPr>
          <p:spPr>
            <a:xfrm>
              <a:off x="1870375" y="5238775"/>
              <a:ext cx="12400" cy="12600"/>
            </a:xfrm>
            <a:custGeom>
              <a:avLst/>
              <a:gdLst/>
              <a:ahLst/>
              <a:cxnLst/>
              <a:rect l="l" t="t" r="r" b="b"/>
              <a:pathLst>
                <a:path w="496" h="504"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2" name="Google Shape;14282;p31"/>
            <p:cNvSpPr/>
            <p:nvPr/>
          </p:nvSpPr>
          <p:spPr>
            <a:xfrm>
              <a:off x="1962150" y="5238775"/>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3" name="Google Shape;14283;p31"/>
            <p:cNvSpPr/>
            <p:nvPr/>
          </p:nvSpPr>
          <p:spPr>
            <a:xfrm>
              <a:off x="2054075" y="5238775"/>
              <a:ext cx="12425" cy="12600"/>
            </a:xfrm>
            <a:custGeom>
              <a:avLst/>
              <a:gdLst/>
              <a:ahLst/>
              <a:cxnLst/>
              <a:rect l="l" t="t" r="r" b="b"/>
              <a:pathLst>
                <a:path w="497" h="504"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4" name="Google Shape;14284;p31"/>
            <p:cNvSpPr/>
            <p:nvPr/>
          </p:nvSpPr>
          <p:spPr>
            <a:xfrm>
              <a:off x="2145825" y="52387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5" name="Google Shape;14285;p31"/>
            <p:cNvSpPr/>
            <p:nvPr/>
          </p:nvSpPr>
          <p:spPr>
            <a:xfrm>
              <a:off x="2237800" y="5238775"/>
              <a:ext cx="12350" cy="12600"/>
            </a:xfrm>
            <a:custGeom>
              <a:avLst/>
              <a:gdLst/>
              <a:ahLst/>
              <a:cxnLst/>
              <a:rect l="l" t="t" r="r" b="b"/>
              <a:pathLst>
                <a:path w="494" h="504"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6" name="Google Shape;14286;p31"/>
            <p:cNvSpPr/>
            <p:nvPr/>
          </p:nvSpPr>
          <p:spPr>
            <a:xfrm>
              <a:off x="2329550" y="5238775"/>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7" name="Google Shape;14287;p31"/>
            <p:cNvSpPr/>
            <p:nvPr/>
          </p:nvSpPr>
          <p:spPr>
            <a:xfrm>
              <a:off x="2421325" y="5238775"/>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8" name="Google Shape;14288;p31"/>
            <p:cNvSpPr/>
            <p:nvPr/>
          </p:nvSpPr>
          <p:spPr>
            <a:xfrm>
              <a:off x="2513250" y="5238775"/>
              <a:ext cx="12575" cy="12600"/>
            </a:xfrm>
            <a:custGeom>
              <a:avLst/>
              <a:gdLst/>
              <a:ahLst/>
              <a:cxnLst/>
              <a:rect l="l" t="t" r="r" b="b"/>
              <a:pathLst>
                <a:path w="503" h="504"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9" name="Google Shape;14289;p31"/>
            <p:cNvSpPr/>
            <p:nvPr/>
          </p:nvSpPr>
          <p:spPr>
            <a:xfrm>
              <a:off x="2605000" y="5238775"/>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0" name="Google Shape;14290;p31"/>
            <p:cNvSpPr/>
            <p:nvPr/>
          </p:nvSpPr>
          <p:spPr>
            <a:xfrm>
              <a:off x="2696950" y="5238775"/>
              <a:ext cx="12375" cy="12600"/>
            </a:xfrm>
            <a:custGeom>
              <a:avLst/>
              <a:gdLst/>
              <a:ahLst/>
              <a:cxnLst/>
              <a:rect l="l" t="t" r="r" b="b"/>
              <a:pathLst>
                <a:path w="495" h="504"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1" name="Google Shape;14291;p31"/>
            <p:cNvSpPr/>
            <p:nvPr/>
          </p:nvSpPr>
          <p:spPr>
            <a:xfrm>
              <a:off x="2788700" y="52387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2" name="Google Shape;14292;p31"/>
            <p:cNvSpPr/>
            <p:nvPr/>
          </p:nvSpPr>
          <p:spPr>
            <a:xfrm>
              <a:off x="2880675" y="5238775"/>
              <a:ext cx="12375" cy="12600"/>
            </a:xfrm>
            <a:custGeom>
              <a:avLst/>
              <a:gdLst/>
              <a:ahLst/>
              <a:cxnLst/>
              <a:rect l="l" t="t" r="r" b="b"/>
              <a:pathLst>
                <a:path w="495" h="504"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3" name="Google Shape;14293;p31"/>
            <p:cNvSpPr/>
            <p:nvPr/>
          </p:nvSpPr>
          <p:spPr>
            <a:xfrm>
              <a:off x="2972425" y="5238775"/>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4" name="Google Shape;14294;p31"/>
            <p:cNvSpPr/>
            <p:nvPr/>
          </p:nvSpPr>
          <p:spPr>
            <a:xfrm>
              <a:off x="3064375" y="5238775"/>
              <a:ext cx="12375" cy="12600"/>
            </a:xfrm>
            <a:custGeom>
              <a:avLst/>
              <a:gdLst/>
              <a:ahLst/>
              <a:cxnLst/>
              <a:rect l="l" t="t" r="r" b="b"/>
              <a:pathLst>
                <a:path w="495" h="504"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5" name="Google Shape;14295;p31"/>
            <p:cNvSpPr/>
            <p:nvPr/>
          </p:nvSpPr>
          <p:spPr>
            <a:xfrm>
              <a:off x="3156125" y="52387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6" name="Google Shape;14296;p31"/>
            <p:cNvSpPr/>
            <p:nvPr/>
          </p:nvSpPr>
          <p:spPr>
            <a:xfrm>
              <a:off x="3247875" y="5238775"/>
              <a:ext cx="12575" cy="12600"/>
            </a:xfrm>
            <a:custGeom>
              <a:avLst/>
              <a:gdLst/>
              <a:ahLst/>
              <a:cxnLst/>
              <a:rect l="l" t="t" r="r" b="b"/>
              <a:pathLst>
                <a:path w="503"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7" name="Google Shape;14297;p31"/>
            <p:cNvSpPr/>
            <p:nvPr/>
          </p:nvSpPr>
          <p:spPr>
            <a:xfrm>
              <a:off x="3339850" y="5238775"/>
              <a:ext cx="12525" cy="12600"/>
            </a:xfrm>
            <a:custGeom>
              <a:avLst/>
              <a:gdLst/>
              <a:ahLst/>
              <a:cxnLst/>
              <a:rect l="l" t="t" r="r" b="b"/>
              <a:pathLst>
                <a:path w="501" h="504"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8" name="Google Shape;14298;p31"/>
            <p:cNvSpPr/>
            <p:nvPr/>
          </p:nvSpPr>
          <p:spPr>
            <a:xfrm>
              <a:off x="3431575" y="52387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9" name="Google Shape;14299;p31"/>
            <p:cNvSpPr/>
            <p:nvPr/>
          </p:nvSpPr>
          <p:spPr>
            <a:xfrm>
              <a:off x="3523550" y="5238775"/>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0" name="Google Shape;14300;p31"/>
            <p:cNvSpPr/>
            <p:nvPr/>
          </p:nvSpPr>
          <p:spPr>
            <a:xfrm>
              <a:off x="676400" y="53305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1" name="Google Shape;14301;p31"/>
            <p:cNvSpPr/>
            <p:nvPr/>
          </p:nvSpPr>
          <p:spPr>
            <a:xfrm>
              <a:off x="768325" y="5330575"/>
              <a:ext cx="12400" cy="12550"/>
            </a:xfrm>
            <a:custGeom>
              <a:avLst/>
              <a:gdLst/>
              <a:ahLst/>
              <a:cxnLst/>
              <a:rect l="l" t="t" r="r" b="b"/>
              <a:pathLst>
                <a:path w="496" h="502" extrusionOk="0">
                  <a:moveTo>
                    <a:pt x="245" y="0"/>
                  </a:moveTo>
                  <a:cubicBezTo>
                    <a:pt x="109" y="0"/>
                    <a:pt x="0" y="114"/>
                    <a:pt x="0" y="252"/>
                  </a:cubicBezTo>
                  <a:cubicBezTo>
                    <a:pt x="0" y="388"/>
                    <a:pt x="109" y="501"/>
                    <a:pt x="245" y="501"/>
                  </a:cubicBezTo>
                  <a:cubicBezTo>
                    <a:pt x="388" y="501"/>
                    <a:pt x="496" y="388"/>
                    <a:pt x="496" y="252"/>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2" name="Google Shape;14302;p31"/>
            <p:cNvSpPr/>
            <p:nvPr/>
          </p:nvSpPr>
          <p:spPr>
            <a:xfrm>
              <a:off x="860125" y="5330575"/>
              <a:ext cx="12525" cy="12550"/>
            </a:xfrm>
            <a:custGeom>
              <a:avLst/>
              <a:gdLst/>
              <a:ahLst/>
              <a:cxnLst/>
              <a:rect l="l" t="t" r="r" b="b"/>
              <a:pathLst>
                <a:path w="501" h="502" extrusionOk="0">
                  <a:moveTo>
                    <a:pt x="251" y="0"/>
                  </a:moveTo>
                  <a:cubicBezTo>
                    <a:pt x="114" y="0"/>
                    <a:pt x="0" y="114"/>
                    <a:pt x="0" y="252"/>
                  </a:cubicBezTo>
                  <a:cubicBezTo>
                    <a:pt x="0" y="388"/>
                    <a:pt x="114" y="501"/>
                    <a:pt x="251" y="501"/>
                  </a:cubicBezTo>
                  <a:cubicBezTo>
                    <a:pt x="387" y="501"/>
                    <a:pt x="501" y="388"/>
                    <a:pt x="501" y="252"/>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3" name="Google Shape;14303;p31"/>
            <p:cNvSpPr/>
            <p:nvPr/>
          </p:nvSpPr>
          <p:spPr>
            <a:xfrm>
              <a:off x="951850" y="53305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4" name="Google Shape;14304;p31"/>
            <p:cNvSpPr/>
            <p:nvPr/>
          </p:nvSpPr>
          <p:spPr>
            <a:xfrm>
              <a:off x="1043825" y="5330575"/>
              <a:ext cx="12375" cy="12550"/>
            </a:xfrm>
            <a:custGeom>
              <a:avLst/>
              <a:gdLst/>
              <a:ahLst/>
              <a:cxnLst/>
              <a:rect l="l" t="t" r="r" b="b"/>
              <a:pathLst>
                <a:path w="495" h="502" extrusionOk="0">
                  <a:moveTo>
                    <a:pt x="250" y="0"/>
                  </a:moveTo>
                  <a:cubicBezTo>
                    <a:pt x="107" y="0"/>
                    <a:pt x="0" y="114"/>
                    <a:pt x="0" y="252"/>
                  </a:cubicBezTo>
                  <a:cubicBezTo>
                    <a:pt x="0" y="388"/>
                    <a:pt x="107" y="501"/>
                    <a:pt x="250" y="501"/>
                  </a:cubicBezTo>
                  <a:cubicBezTo>
                    <a:pt x="388" y="501"/>
                    <a:pt x="494" y="388"/>
                    <a:pt x="494" y="252"/>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5" name="Google Shape;14305;p31"/>
            <p:cNvSpPr/>
            <p:nvPr/>
          </p:nvSpPr>
          <p:spPr>
            <a:xfrm>
              <a:off x="1135575" y="5330575"/>
              <a:ext cx="12575" cy="12550"/>
            </a:xfrm>
            <a:custGeom>
              <a:avLst/>
              <a:gdLst/>
              <a:ahLst/>
              <a:cxnLst/>
              <a:rect l="l" t="t" r="r" b="b"/>
              <a:pathLst>
                <a:path w="503" h="502" extrusionOk="0">
                  <a:moveTo>
                    <a:pt x="252" y="0"/>
                  </a:moveTo>
                  <a:cubicBezTo>
                    <a:pt x="116" y="0"/>
                    <a:pt x="0" y="114"/>
                    <a:pt x="0" y="252"/>
                  </a:cubicBezTo>
                  <a:cubicBezTo>
                    <a:pt x="0" y="388"/>
                    <a:pt x="116" y="501"/>
                    <a:pt x="252" y="501"/>
                  </a:cubicBezTo>
                  <a:cubicBezTo>
                    <a:pt x="387" y="501"/>
                    <a:pt x="503" y="388"/>
                    <a:pt x="503" y="252"/>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6" name="Google Shape;14306;p31"/>
            <p:cNvSpPr/>
            <p:nvPr/>
          </p:nvSpPr>
          <p:spPr>
            <a:xfrm>
              <a:off x="1227500" y="5330575"/>
              <a:ext cx="12400" cy="12550"/>
            </a:xfrm>
            <a:custGeom>
              <a:avLst/>
              <a:gdLst/>
              <a:ahLst/>
              <a:cxnLst/>
              <a:rect l="l" t="t" r="r" b="b"/>
              <a:pathLst>
                <a:path w="496" h="502" extrusionOk="0">
                  <a:moveTo>
                    <a:pt x="251" y="0"/>
                  </a:moveTo>
                  <a:cubicBezTo>
                    <a:pt x="109" y="0"/>
                    <a:pt x="0" y="114"/>
                    <a:pt x="0" y="252"/>
                  </a:cubicBezTo>
                  <a:cubicBezTo>
                    <a:pt x="0" y="388"/>
                    <a:pt x="109" y="501"/>
                    <a:pt x="251" y="501"/>
                  </a:cubicBezTo>
                  <a:cubicBezTo>
                    <a:pt x="387" y="501"/>
                    <a:pt x="496" y="388"/>
                    <a:pt x="496" y="252"/>
                  </a:cubicBezTo>
                  <a:cubicBezTo>
                    <a:pt x="496"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7" name="Google Shape;14307;p31"/>
            <p:cNvSpPr/>
            <p:nvPr/>
          </p:nvSpPr>
          <p:spPr>
            <a:xfrm>
              <a:off x="1319275" y="5330575"/>
              <a:ext cx="12550" cy="12550"/>
            </a:xfrm>
            <a:custGeom>
              <a:avLst/>
              <a:gdLst/>
              <a:ahLst/>
              <a:cxnLst/>
              <a:rect l="l" t="t" r="r" b="b"/>
              <a:pathLst>
                <a:path w="502" h="502" extrusionOk="0">
                  <a:moveTo>
                    <a:pt x="252" y="0"/>
                  </a:moveTo>
                  <a:cubicBezTo>
                    <a:pt x="114" y="0"/>
                    <a:pt x="1" y="114"/>
                    <a:pt x="1" y="252"/>
                  </a:cubicBezTo>
                  <a:cubicBezTo>
                    <a:pt x="1" y="388"/>
                    <a:pt x="114" y="501"/>
                    <a:pt x="252" y="501"/>
                  </a:cubicBezTo>
                  <a:cubicBezTo>
                    <a:pt x="388" y="501"/>
                    <a:pt x="501" y="388"/>
                    <a:pt x="501" y="252"/>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8" name="Google Shape;14308;p31"/>
            <p:cNvSpPr/>
            <p:nvPr/>
          </p:nvSpPr>
          <p:spPr>
            <a:xfrm>
              <a:off x="1411200" y="5330575"/>
              <a:ext cx="12425" cy="12550"/>
            </a:xfrm>
            <a:custGeom>
              <a:avLst/>
              <a:gdLst/>
              <a:ahLst/>
              <a:cxnLst/>
              <a:rect l="l" t="t" r="r" b="b"/>
              <a:pathLst>
                <a:path w="497" h="502" extrusionOk="0">
                  <a:moveTo>
                    <a:pt x="245" y="0"/>
                  </a:moveTo>
                  <a:cubicBezTo>
                    <a:pt x="109" y="0"/>
                    <a:pt x="1" y="114"/>
                    <a:pt x="1" y="252"/>
                  </a:cubicBezTo>
                  <a:cubicBezTo>
                    <a:pt x="1" y="388"/>
                    <a:pt x="109" y="501"/>
                    <a:pt x="245" y="501"/>
                  </a:cubicBezTo>
                  <a:cubicBezTo>
                    <a:pt x="388" y="501"/>
                    <a:pt x="496" y="388"/>
                    <a:pt x="496" y="252"/>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9" name="Google Shape;14309;p31"/>
            <p:cNvSpPr/>
            <p:nvPr/>
          </p:nvSpPr>
          <p:spPr>
            <a:xfrm>
              <a:off x="1503000" y="5330575"/>
              <a:ext cx="12525" cy="12550"/>
            </a:xfrm>
            <a:custGeom>
              <a:avLst/>
              <a:gdLst/>
              <a:ahLst/>
              <a:cxnLst/>
              <a:rect l="l" t="t" r="r" b="b"/>
              <a:pathLst>
                <a:path w="501" h="502" extrusionOk="0">
                  <a:moveTo>
                    <a:pt x="250" y="0"/>
                  </a:moveTo>
                  <a:cubicBezTo>
                    <a:pt x="114" y="0"/>
                    <a:pt x="0" y="114"/>
                    <a:pt x="0" y="252"/>
                  </a:cubicBezTo>
                  <a:cubicBezTo>
                    <a:pt x="0" y="388"/>
                    <a:pt x="114" y="501"/>
                    <a:pt x="250" y="501"/>
                  </a:cubicBezTo>
                  <a:cubicBezTo>
                    <a:pt x="387" y="501"/>
                    <a:pt x="501" y="388"/>
                    <a:pt x="501" y="252"/>
                  </a:cubicBezTo>
                  <a:cubicBezTo>
                    <a:pt x="501" y="114"/>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0" name="Google Shape;14310;p31"/>
            <p:cNvSpPr/>
            <p:nvPr/>
          </p:nvSpPr>
          <p:spPr>
            <a:xfrm>
              <a:off x="1594750" y="5330575"/>
              <a:ext cx="12575" cy="12550"/>
            </a:xfrm>
            <a:custGeom>
              <a:avLst/>
              <a:gdLst/>
              <a:ahLst/>
              <a:cxnLst/>
              <a:rect l="l" t="t" r="r" b="b"/>
              <a:pathLst>
                <a:path w="503" h="502" extrusionOk="0">
                  <a:moveTo>
                    <a:pt x="251" y="0"/>
                  </a:moveTo>
                  <a:cubicBezTo>
                    <a:pt x="115" y="0"/>
                    <a:pt x="0" y="114"/>
                    <a:pt x="0" y="252"/>
                  </a:cubicBezTo>
                  <a:cubicBezTo>
                    <a:pt x="0" y="388"/>
                    <a:pt x="115" y="501"/>
                    <a:pt x="251" y="501"/>
                  </a:cubicBezTo>
                  <a:cubicBezTo>
                    <a:pt x="394" y="501"/>
                    <a:pt x="503" y="388"/>
                    <a:pt x="503" y="252"/>
                  </a:cubicBezTo>
                  <a:cubicBezTo>
                    <a:pt x="503" y="114"/>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1" name="Google Shape;14311;p31"/>
            <p:cNvSpPr/>
            <p:nvPr/>
          </p:nvSpPr>
          <p:spPr>
            <a:xfrm>
              <a:off x="1686650" y="53305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2" name="Google Shape;14312;p31"/>
            <p:cNvSpPr/>
            <p:nvPr/>
          </p:nvSpPr>
          <p:spPr>
            <a:xfrm>
              <a:off x="1778450" y="5330575"/>
              <a:ext cx="12550" cy="12550"/>
            </a:xfrm>
            <a:custGeom>
              <a:avLst/>
              <a:gdLst/>
              <a:ahLst/>
              <a:cxnLst/>
              <a:rect l="l" t="t" r="r" b="b"/>
              <a:pathLst>
                <a:path w="502" h="502" extrusionOk="0">
                  <a:moveTo>
                    <a:pt x="252" y="0"/>
                  </a:moveTo>
                  <a:cubicBezTo>
                    <a:pt x="114" y="0"/>
                    <a:pt x="1" y="114"/>
                    <a:pt x="1" y="252"/>
                  </a:cubicBezTo>
                  <a:cubicBezTo>
                    <a:pt x="1" y="388"/>
                    <a:pt x="114" y="501"/>
                    <a:pt x="252" y="501"/>
                  </a:cubicBezTo>
                  <a:cubicBezTo>
                    <a:pt x="388" y="501"/>
                    <a:pt x="501" y="388"/>
                    <a:pt x="501" y="252"/>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3" name="Google Shape;14313;p31"/>
            <p:cNvSpPr/>
            <p:nvPr/>
          </p:nvSpPr>
          <p:spPr>
            <a:xfrm>
              <a:off x="1870375" y="5330575"/>
              <a:ext cx="12400" cy="12550"/>
            </a:xfrm>
            <a:custGeom>
              <a:avLst/>
              <a:gdLst/>
              <a:ahLst/>
              <a:cxnLst/>
              <a:rect l="l" t="t" r="r" b="b"/>
              <a:pathLst>
                <a:path w="496" h="502" extrusionOk="0">
                  <a:moveTo>
                    <a:pt x="252" y="0"/>
                  </a:moveTo>
                  <a:cubicBezTo>
                    <a:pt x="109" y="0"/>
                    <a:pt x="0" y="114"/>
                    <a:pt x="0" y="252"/>
                  </a:cubicBezTo>
                  <a:cubicBezTo>
                    <a:pt x="0" y="388"/>
                    <a:pt x="109" y="501"/>
                    <a:pt x="252" y="501"/>
                  </a:cubicBezTo>
                  <a:cubicBezTo>
                    <a:pt x="387" y="501"/>
                    <a:pt x="496" y="388"/>
                    <a:pt x="496" y="252"/>
                  </a:cubicBezTo>
                  <a:cubicBezTo>
                    <a:pt x="496"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4" name="Google Shape;14314;p31"/>
            <p:cNvSpPr/>
            <p:nvPr/>
          </p:nvSpPr>
          <p:spPr>
            <a:xfrm>
              <a:off x="1962150" y="5330575"/>
              <a:ext cx="12550" cy="12550"/>
            </a:xfrm>
            <a:custGeom>
              <a:avLst/>
              <a:gdLst/>
              <a:ahLst/>
              <a:cxnLst/>
              <a:rect l="l" t="t" r="r" b="b"/>
              <a:pathLst>
                <a:path w="502" h="502" extrusionOk="0">
                  <a:moveTo>
                    <a:pt x="250" y="0"/>
                  </a:moveTo>
                  <a:cubicBezTo>
                    <a:pt x="114" y="0"/>
                    <a:pt x="1" y="114"/>
                    <a:pt x="1" y="252"/>
                  </a:cubicBezTo>
                  <a:cubicBezTo>
                    <a:pt x="1" y="388"/>
                    <a:pt x="114" y="501"/>
                    <a:pt x="250" y="501"/>
                  </a:cubicBezTo>
                  <a:cubicBezTo>
                    <a:pt x="388" y="501"/>
                    <a:pt x="502" y="388"/>
                    <a:pt x="502" y="252"/>
                  </a:cubicBezTo>
                  <a:cubicBezTo>
                    <a:pt x="502"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5" name="Google Shape;14315;p31"/>
            <p:cNvSpPr/>
            <p:nvPr/>
          </p:nvSpPr>
          <p:spPr>
            <a:xfrm>
              <a:off x="2054075" y="5330575"/>
              <a:ext cx="12425" cy="12550"/>
            </a:xfrm>
            <a:custGeom>
              <a:avLst/>
              <a:gdLst/>
              <a:ahLst/>
              <a:cxnLst/>
              <a:rect l="l" t="t" r="r" b="b"/>
              <a:pathLst>
                <a:path w="497" h="502" extrusionOk="0">
                  <a:moveTo>
                    <a:pt x="252" y="0"/>
                  </a:moveTo>
                  <a:cubicBezTo>
                    <a:pt x="109" y="0"/>
                    <a:pt x="1" y="114"/>
                    <a:pt x="1" y="252"/>
                  </a:cubicBezTo>
                  <a:cubicBezTo>
                    <a:pt x="1" y="388"/>
                    <a:pt x="109" y="501"/>
                    <a:pt x="252" y="501"/>
                  </a:cubicBezTo>
                  <a:cubicBezTo>
                    <a:pt x="388" y="501"/>
                    <a:pt x="496" y="388"/>
                    <a:pt x="496" y="252"/>
                  </a:cubicBezTo>
                  <a:cubicBezTo>
                    <a:pt x="496"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6" name="Google Shape;14316;p31"/>
            <p:cNvSpPr/>
            <p:nvPr/>
          </p:nvSpPr>
          <p:spPr>
            <a:xfrm>
              <a:off x="2145825" y="53305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7" name="Google Shape;14317;p31"/>
            <p:cNvSpPr/>
            <p:nvPr/>
          </p:nvSpPr>
          <p:spPr>
            <a:xfrm>
              <a:off x="2237800" y="5330575"/>
              <a:ext cx="12350" cy="12550"/>
            </a:xfrm>
            <a:custGeom>
              <a:avLst/>
              <a:gdLst/>
              <a:ahLst/>
              <a:cxnLst/>
              <a:rect l="l" t="t" r="r" b="b"/>
              <a:pathLst>
                <a:path w="494" h="502" extrusionOk="0">
                  <a:moveTo>
                    <a:pt x="244" y="0"/>
                  </a:moveTo>
                  <a:cubicBezTo>
                    <a:pt x="107" y="0"/>
                    <a:pt x="0" y="114"/>
                    <a:pt x="0" y="252"/>
                  </a:cubicBezTo>
                  <a:cubicBezTo>
                    <a:pt x="0" y="388"/>
                    <a:pt x="107" y="501"/>
                    <a:pt x="244" y="501"/>
                  </a:cubicBezTo>
                  <a:cubicBezTo>
                    <a:pt x="387" y="501"/>
                    <a:pt x="494" y="388"/>
                    <a:pt x="494" y="252"/>
                  </a:cubicBezTo>
                  <a:cubicBezTo>
                    <a:pt x="494" y="114"/>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8" name="Google Shape;14318;p31"/>
            <p:cNvSpPr/>
            <p:nvPr/>
          </p:nvSpPr>
          <p:spPr>
            <a:xfrm>
              <a:off x="2329550" y="5330575"/>
              <a:ext cx="12575" cy="12550"/>
            </a:xfrm>
            <a:custGeom>
              <a:avLst/>
              <a:gdLst/>
              <a:ahLst/>
              <a:cxnLst/>
              <a:rect l="l" t="t" r="r" b="b"/>
              <a:pathLst>
                <a:path w="503" h="502" extrusionOk="0">
                  <a:moveTo>
                    <a:pt x="251" y="0"/>
                  </a:moveTo>
                  <a:cubicBezTo>
                    <a:pt x="115" y="0"/>
                    <a:pt x="0" y="114"/>
                    <a:pt x="0" y="252"/>
                  </a:cubicBezTo>
                  <a:cubicBezTo>
                    <a:pt x="0" y="388"/>
                    <a:pt x="115" y="501"/>
                    <a:pt x="251" y="501"/>
                  </a:cubicBezTo>
                  <a:cubicBezTo>
                    <a:pt x="387" y="501"/>
                    <a:pt x="502" y="388"/>
                    <a:pt x="502" y="252"/>
                  </a:cubicBezTo>
                  <a:cubicBezTo>
                    <a:pt x="502"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9" name="Google Shape;14319;p31"/>
            <p:cNvSpPr/>
            <p:nvPr/>
          </p:nvSpPr>
          <p:spPr>
            <a:xfrm>
              <a:off x="2421325" y="5330575"/>
              <a:ext cx="12550" cy="12550"/>
            </a:xfrm>
            <a:custGeom>
              <a:avLst/>
              <a:gdLst/>
              <a:ahLst/>
              <a:cxnLst/>
              <a:rect l="l" t="t" r="r" b="b"/>
              <a:pathLst>
                <a:path w="502" h="502" extrusionOk="0">
                  <a:moveTo>
                    <a:pt x="250" y="0"/>
                  </a:moveTo>
                  <a:cubicBezTo>
                    <a:pt x="114" y="0"/>
                    <a:pt x="1" y="114"/>
                    <a:pt x="1" y="252"/>
                  </a:cubicBezTo>
                  <a:cubicBezTo>
                    <a:pt x="1" y="388"/>
                    <a:pt x="114" y="501"/>
                    <a:pt x="250" y="501"/>
                  </a:cubicBezTo>
                  <a:cubicBezTo>
                    <a:pt x="395" y="501"/>
                    <a:pt x="501" y="388"/>
                    <a:pt x="501" y="252"/>
                  </a:cubicBezTo>
                  <a:cubicBezTo>
                    <a:pt x="501" y="114"/>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0" name="Google Shape;14320;p31"/>
            <p:cNvSpPr/>
            <p:nvPr/>
          </p:nvSpPr>
          <p:spPr>
            <a:xfrm>
              <a:off x="2513250" y="5330575"/>
              <a:ext cx="12575" cy="12550"/>
            </a:xfrm>
            <a:custGeom>
              <a:avLst/>
              <a:gdLst/>
              <a:ahLst/>
              <a:cxnLst/>
              <a:rect l="l" t="t" r="r" b="b"/>
              <a:pathLst>
                <a:path w="503" h="502" extrusionOk="0">
                  <a:moveTo>
                    <a:pt x="252" y="0"/>
                  </a:moveTo>
                  <a:cubicBezTo>
                    <a:pt x="109" y="0"/>
                    <a:pt x="0" y="114"/>
                    <a:pt x="0" y="252"/>
                  </a:cubicBezTo>
                  <a:cubicBezTo>
                    <a:pt x="0" y="388"/>
                    <a:pt x="109"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1" name="Google Shape;14321;p31"/>
            <p:cNvSpPr/>
            <p:nvPr/>
          </p:nvSpPr>
          <p:spPr>
            <a:xfrm>
              <a:off x="2605000" y="5330575"/>
              <a:ext cx="12575" cy="12550"/>
            </a:xfrm>
            <a:custGeom>
              <a:avLst/>
              <a:gdLst/>
              <a:ahLst/>
              <a:cxnLst/>
              <a:rect l="l" t="t" r="r" b="b"/>
              <a:pathLst>
                <a:path w="503" h="502" extrusionOk="0">
                  <a:moveTo>
                    <a:pt x="252" y="0"/>
                  </a:moveTo>
                  <a:cubicBezTo>
                    <a:pt x="116" y="0"/>
                    <a:pt x="0" y="114"/>
                    <a:pt x="0" y="252"/>
                  </a:cubicBezTo>
                  <a:cubicBezTo>
                    <a:pt x="0" y="388"/>
                    <a:pt x="116" y="501"/>
                    <a:pt x="252" y="501"/>
                  </a:cubicBezTo>
                  <a:cubicBezTo>
                    <a:pt x="387" y="501"/>
                    <a:pt x="503" y="388"/>
                    <a:pt x="503" y="252"/>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2" name="Google Shape;14322;p31"/>
            <p:cNvSpPr/>
            <p:nvPr/>
          </p:nvSpPr>
          <p:spPr>
            <a:xfrm>
              <a:off x="2696950" y="5330575"/>
              <a:ext cx="12375" cy="12550"/>
            </a:xfrm>
            <a:custGeom>
              <a:avLst/>
              <a:gdLst/>
              <a:ahLst/>
              <a:cxnLst/>
              <a:rect l="l" t="t" r="r" b="b"/>
              <a:pathLst>
                <a:path w="495" h="502" extrusionOk="0">
                  <a:moveTo>
                    <a:pt x="252" y="0"/>
                  </a:moveTo>
                  <a:cubicBezTo>
                    <a:pt x="108" y="0"/>
                    <a:pt x="1" y="114"/>
                    <a:pt x="1" y="252"/>
                  </a:cubicBezTo>
                  <a:cubicBezTo>
                    <a:pt x="1" y="388"/>
                    <a:pt x="108" y="501"/>
                    <a:pt x="252" y="501"/>
                  </a:cubicBezTo>
                  <a:cubicBezTo>
                    <a:pt x="388" y="501"/>
                    <a:pt x="495" y="388"/>
                    <a:pt x="495" y="252"/>
                  </a:cubicBezTo>
                  <a:cubicBezTo>
                    <a:pt x="495"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3" name="Google Shape;14323;p31"/>
            <p:cNvSpPr/>
            <p:nvPr/>
          </p:nvSpPr>
          <p:spPr>
            <a:xfrm>
              <a:off x="2788700" y="53305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4" name="Google Shape;14324;p31"/>
            <p:cNvSpPr/>
            <p:nvPr/>
          </p:nvSpPr>
          <p:spPr>
            <a:xfrm>
              <a:off x="2880675" y="5330575"/>
              <a:ext cx="12375" cy="12550"/>
            </a:xfrm>
            <a:custGeom>
              <a:avLst/>
              <a:gdLst/>
              <a:ahLst/>
              <a:cxnLst/>
              <a:rect l="l" t="t" r="r" b="b"/>
              <a:pathLst>
                <a:path w="495" h="502" extrusionOk="0">
                  <a:moveTo>
                    <a:pt x="243" y="0"/>
                  </a:moveTo>
                  <a:cubicBezTo>
                    <a:pt x="107" y="0"/>
                    <a:pt x="0" y="114"/>
                    <a:pt x="0" y="252"/>
                  </a:cubicBezTo>
                  <a:cubicBezTo>
                    <a:pt x="0" y="388"/>
                    <a:pt x="107" y="501"/>
                    <a:pt x="243" y="501"/>
                  </a:cubicBezTo>
                  <a:cubicBezTo>
                    <a:pt x="387" y="501"/>
                    <a:pt x="494" y="388"/>
                    <a:pt x="494" y="252"/>
                  </a:cubicBezTo>
                  <a:cubicBezTo>
                    <a:pt x="494" y="114"/>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5" name="Google Shape;14325;p31"/>
            <p:cNvSpPr/>
            <p:nvPr/>
          </p:nvSpPr>
          <p:spPr>
            <a:xfrm>
              <a:off x="2972425" y="5330575"/>
              <a:ext cx="12575" cy="12550"/>
            </a:xfrm>
            <a:custGeom>
              <a:avLst/>
              <a:gdLst/>
              <a:ahLst/>
              <a:cxnLst/>
              <a:rect l="l" t="t" r="r" b="b"/>
              <a:pathLst>
                <a:path w="503" h="502" extrusionOk="0">
                  <a:moveTo>
                    <a:pt x="251" y="0"/>
                  </a:moveTo>
                  <a:cubicBezTo>
                    <a:pt x="115" y="0"/>
                    <a:pt x="0" y="114"/>
                    <a:pt x="0" y="252"/>
                  </a:cubicBezTo>
                  <a:cubicBezTo>
                    <a:pt x="0" y="388"/>
                    <a:pt x="115" y="501"/>
                    <a:pt x="251" y="501"/>
                  </a:cubicBezTo>
                  <a:cubicBezTo>
                    <a:pt x="387" y="501"/>
                    <a:pt x="503" y="388"/>
                    <a:pt x="503" y="252"/>
                  </a:cubicBezTo>
                  <a:cubicBezTo>
                    <a:pt x="503"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6" name="Google Shape;14326;p31"/>
            <p:cNvSpPr/>
            <p:nvPr/>
          </p:nvSpPr>
          <p:spPr>
            <a:xfrm>
              <a:off x="3064375" y="5330575"/>
              <a:ext cx="12375" cy="12550"/>
            </a:xfrm>
            <a:custGeom>
              <a:avLst/>
              <a:gdLst/>
              <a:ahLst/>
              <a:cxnLst/>
              <a:rect l="l" t="t" r="r" b="b"/>
              <a:pathLst>
                <a:path w="495" h="502" extrusionOk="0">
                  <a:moveTo>
                    <a:pt x="243" y="0"/>
                  </a:moveTo>
                  <a:cubicBezTo>
                    <a:pt x="107" y="0"/>
                    <a:pt x="1" y="114"/>
                    <a:pt x="1" y="252"/>
                  </a:cubicBezTo>
                  <a:cubicBezTo>
                    <a:pt x="1" y="388"/>
                    <a:pt x="107" y="501"/>
                    <a:pt x="243" y="501"/>
                  </a:cubicBezTo>
                  <a:cubicBezTo>
                    <a:pt x="388" y="501"/>
                    <a:pt x="495" y="388"/>
                    <a:pt x="495" y="252"/>
                  </a:cubicBezTo>
                  <a:cubicBezTo>
                    <a:pt x="495" y="114"/>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7" name="Google Shape;14327;p31"/>
            <p:cNvSpPr/>
            <p:nvPr/>
          </p:nvSpPr>
          <p:spPr>
            <a:xfrm>
              <a:off x="3156125" y="53305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8" name="Google Shape;14328;p31"/>
            <p:cNvSpPr/>
            <p:nvPr/>
          </p:nvSpPr>
          <p:spPr>
            <a:xfrm>
              <a:off x="3247875" y="5330575"/>
              <a:ext cx="12575" cy="12550"/>
            </a:xfrm>
            <a:custGeom>
              <a:avLst/>
              <a:gdLst/>
              <a:ahLst/>
              <a:cxnLst/>
              <a:rect l="l" t="t" r="r" b="b"/>
              <a:pathLst>
                <a:path w="503"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9" name="Google Shape;14329;p31"/>
            <p:cNvSpPr/>
            <p:nvPr/>
          </p:nvSpPr>
          <p:spPr>
            <a:xfrm>
              <a:off x="3339850" y="5330575"/>
              <a:ext cx="12525" cy="12550"/>
            </a:xfrm>
            <a:custGeom>
              <a:avLst/>
              <a:gdLst/>
              <a:ahLst/>
              <a:cxnLst/>
              <a:rect l="l" t="t" r="r" b="b"/>
              <a:pathLst>
                <a:path w="501" h="502" extrusionOk="0">
                  <a:moveTo>
                    <a:pt x="251" y="0"/>
                  </a:moveTo>
                  <a:cubicBezTo>
                    <a:pt x="107" y="0"/>
                    <a:pt x="0" y="114"/>
                    <a:pt x="0" y="252"/>
                  </a:cubicBezTo>
                  <a:cubicBezTo>
                    <a:pt x="0" y="388"/>
                    <a:pt x="107" y="501"/>
                    <a:pt x="251" y="501"/>
                  </a:cubicBezTo>
                  <a:cubicBezTo>
                    <a:pt x="387" y="501"/>
                    <a:pt x="501" y="388"/>
                    <a:pt x="501" y="252"/>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0" name="Google Shape;14330;p31"/>
            <p:cNvSpPr/>
            <p:nvPr/>
          </p:nvSpPr>
          <p:spPr>
            <a:xfrm>
              <a:off x="3431575" y="53305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1" name="Google Shape;14331;p31"/>
            <p:cNvSpPr/>
            <p:nvPr/>
          </p:nvSpPr>
          <p:spPr>
            <a:xfrm>
              <a:off x="3523550" y="5330575"/>
              <a:ext cx="12375" cy="12550"/>
            </a:xfrm>
            <a:custGeom>
              <a:avLst/>
              <a:gdLst/>
              <a:ahLst/>
              <a:cxnLst/>
              <a:rect l="l" t="t" r="r" b="b"/>
              <a:pathLst>
                <a:path w="495" h="502" extrusionOk="0">
                  <a:moveTo>
                    <a:pt x="250" y="0"/>
                  </a:moveTo>
                  <a:cubicBezTo>
                    <a:pt x="107" y="0"/>
                    <a:pt x="0" y="114"/>
                    <a:pt x="0" y="252"/>
                  </a:cubicBezTo>
                  <a:cubicBezTo>
                    <a:pt x="0" y="388"/>
                    <a:pt x="107" y="501"/>
                    <a:pt x="250" y="501"/>
                  </a:cubicBezTo>
                  <a:cubicBezTo>
                    <a:pt x="388" y="501"/>
                    <a:pt x="494" y="388"/>
                    <a:pt x="494" y="252"/>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2" name="Google Shape;14332;p31"/>
            <p:cNvSpPr/>
            <p:nvPr/>
          </p:nvSpPr>
          <p:spPr>
            <a:xfrm>
              <a:off x="676400" y="5422500"/>
              <a:ext cx="12600" cy="12575"/>
            </a:xfrm>
            <a:custGeom>
              <a:avLst/>
              <a:gdLst/>
              <a:ahLst/>
              <a:cxnLst/>
              <a:rect l="l" t="t" r="r" b="b"/>
              <a:pathLst>
                <a:path w="504" h="503" extrusionOk="0">
                  <a:moveTo>
                    <a:pt x="252" y="0"/>
                  </a:moveTo>
                  <a:cubicBezTo>
                    <a:pt x="116" y="0"/>
                    <a:pt x="1" y="109"/>
                    <a:pt x="1" y="251"/>
                  </a:cubicBezTo>
                  <a:cubicBezTo>
                    <a:pt x="1" y="387"/>
                    <a:pt x="116" y="503"/>
                    <a:pt x="252" y="503"/>
                  </a:cubicBezTo>
                  <a:cubicBezTo>
                    <a:pt x="388" y="503"/>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3" name="Google Shape;14333;p31"/>
            <p:cNvSpPr/>
            <p:nvPr/>
          </p:nvSpPr>
          <p:spPr>
            <a:xfrm>
              <a:off x="768325" y="5422500"/>
              <a:ext cx="12400" cy="12575"/>
            </a:xfrm>
            <a:custGeom>
              <a:avLst/>
              <a:gdLst/>
              <a:ahLst/>
              <a:cxnLst/>
              <a:rect l="l" t="t" r="r" b="b"/>
              <a:pathLst>
                <a:path w="496" h="503" extrusionOk="0">
                  <a:moveTo>
                    <a:pt x="245" y="0"/>
                  </a:moveTo>
                  <a:cubicBezTo>
                    <a:pt x="109" y="0"/>
                    <a:pt x="0" y="109"/>
                    <a:pt x="0" y="251"/>
                  </a:cubicBezTo>
                  <a:cubicBezTo>
                    <a:pt x="0" y="387"/>
                    <a:pt x="109" y="503"/>
                    <a:pt x="245" y="503"/>
                  </a:cubicBezTo>
                  <a:cubicBezTo>
                    <a:pt x="388" y="503"/>
                    <a:pt x="496" y="387"/>
                    <a:pt x="496" y="251"/>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4" name="Google Shape;14334;p31"/>
            <p:cNvSpPr/>
            <p:nvPr/>
          </p:nvSpPr>
          <p:spPr>
            <a:xfrm>
              <a:off x="860125" y="5422500"/>
              <a:ext cx="12525" cy="12575"/>
            </a:xfrm>
            <a:custGeom>
              <a:avLst/>
              <a:gdLst/>
              <a:ahLst/>
              <a:cxnLst/>
              <a:rect l="l" t="t" r="r" b="b"/>
              <a:pathLst>
                <a:path w="501" h="503" extrusionOk="0">
                  <a:moveTo>
                    <a:pt x="251" y="0"/>
                  </a:moveTo>
                  <a:cubicBezTo>
                    <a:pt x="114" y="0"/>
                    <a:pt x="0" y="109"/>
                    <a:pt x="0" y="251"/>
                  </a:cubicBezTo>
                  <a:cubicBezTo>
                    <a:pt x="0" y="387"/>
                    <a:pt x="114" y="503"/>
                    <a:pt x="251" y="503"/>
                  </a:cubicBezTo>
                  <a:cubicBezTo>
                    <a:pt x="387" y="503"/>
                    <a:pt x="501" y="387"/>
                    <a:pt x="501" y="251"/>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5" name="Google Shape;14335;p31"/>
            <p:cNvSpPr/>
            <p:nvPr/>
          </p:nvSpPr>
          <p:spPr>
            <a:xfrm>
              <a:off x="951850" y="5422500"/>
              <a:ext cx="12600" cy="12575"/>
            </a:xfrm>
            <a:custGeom>
              <a:avLst/>
              <a:gdLst/>
              <a:ahLst/>
              <a:cxnLst/>
              <a:rect l="l" t="t" r="r" b="b"/>
              <a:pathLst>
                <a:path w="504" h="503" extrusionOk="0">
                  <a:moveTo>
                    <a:pt x="252" y="0"/>
                  </a:moveTo>
                  <a:cubicBezTo>
                    <a:pt x="116" y="0"/>
                    <a:pt x="1" y="109"/>
                    <a:pt x="1" y="251"/>
                  </a:cubicBezTo>
                  <a:cubicBezTo>
                    <a:pt x="1" y="387"/>
                    <a:pt x="116" y="503"/>
                    <a:pt x="252" y="503"/>
                  </a:cubicBezTo>
                  <a:cubicBezTo>
                    <a:pt x="388" y="503"/>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6" name="Google Shape;14336;p31"/>
            <p:cNvSpPr/>
            <p:nvPr/>
          </p:nvSpPr>
          <p:spPr>
            <a:xfrm>
              <a:off x="1043825" y="5422500"/>
              <a:ext cx="12375" cy="12575"/>
            </a:xfrm>
            <a:custGeom>
              <a:avLst/>
              <a:gdLst/>
              <a:ahLst/>
              <a:cxnLst/>
              <a:rect l="l" t="t" r="r" b="b"/>
              <a:pathLst>
                <a:path w="495" h="503" extrusionOk="0">
                  <a:moveTo>
                    <a:pt x="250" y="0"/>
                  </a:moveTo>
                  <a:cubicBezTo>
                    <a:pt x="107" y="0"/>
                    <a:pt x="0" y="109"/>
                    <a:pt x="0" y="251"/>
                  </a:cubicBezTo>
                  <a:cubicBezTo>
                    <a:pt x="0" y="387"/>
                    <a:pt x="107" y="503"/>
                    <a:pt x="250" y="503"/>
                  </a:cubicBezTo>
                  <a:cubicBezTo>
                    <a:pt x="388" y="503"/>
                    <a:pt x="494" y="387"/>
                    <a:pt x="494" y="251"/>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7" name="Google Shape;14337;p31"/>
            <p:cNvSpPr/>
            <p:nvPr/>
          </p:nvSpPr>
          <p:spPr>
            <a:xfrm>
              <a:off x="1135575" y="5422500"/>
              <a:ext cx="12575" cy="12575"/>
            </a:xfrm>
            <a:custGeom>
              <a:avLst/>
              <a:gdLst/>
              <a:ahLst/>
              <a:cxnLst/>
              <a:rect l="l" t="t" r="r" b="b"/>
              <a:pathLst>
                <a:path w="503" h="503" extrusionOk="0">
                  <a:moveTo>
                    <a:pt x="252" y="0"/>
                  </a:moveTo>
                  <a:cubicBezTo>
                    <a:pt x="116" y="0"/>
                    <a:pt x="0" y="109"/>
                    <a:pt x="0" y="251"/>
                  </a:cubicBezTo>
                  <a:cubicBezTo>
                    <a:pt x="0" y="387"/>
                    <a:pt x="116" y="503"/>
                    <a:pt x="252" y="503"/>
                  </a:cubicBezTo>
                  <a:cubicBezTo>
                    <a:pt x="387" y="503"/>
                    <a:pt x="503" y="387"/>
                    <a:pt x="503" y="251"/>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8" name="Google Shape;14338;p31"/>
            <p:cNvSpPr/>
            <p:nvPr/>
          </p:nvSpPr>
          <p:spPr>
            <a:xfrm>
              <a:off x="1227500" y="5422500"/>
              <a:ext cx="12400" cy="12575"/>
            </a:xfrm>
            <a:custGeom>
              <a:avLst/>
              <a:gdLst/>
              <a:ahLst/>
              <a:cxnLst/>
              <a:rect l="l" t="t" r="r" b="b"/>
              <a:pathLst>
                <a:path w="496" h="503" extrusionOk="0">
                  <a:moveTo>
                    <a:pt x="251" y="0"/>
                  </a:moveTo>
                  <a:cubicBezTo>
                    <a:pt x="109" y="0"/>
                    <a:pt x="0" y="109"/>
                    <a:pt x="0" y="251"/>
                  </a:cubicBezTo>
                  <a:cubicBezTo>
                    <a:pt x="0" y="387"/>
                    <a:pt x="109" y="503"/>
                    <a:pt x="251" y="503"/>
                  </a:cubicBezTo>
                  <a:cubicBezTo>
                    <a:pt x="387" y="503"/>
                    <a:pt x="496" y="387"/>
                    <a:pt x="496" y="251"/>
                  </a:cubicBezTo>
                  <a:cubicBezTo>
                    <a:pt x="496"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9" name="Google Shape;14339;p31"/>
            <p:cNvSpPr/>
            <p:nvPr/>
          </p:nvSpPr>
          <p:spPr>
            <a:xfrm>
              <a:off x="1319275" y="5422500"/>
              <a:ext cx="12550" cy="12575"/>
            </a:xfrm>
            <a:custGeom>
              <a:avLst/>
              <a:gdLst/>
              <a:ahLst/>
              <a:cxnLst/>
              <a:rect l="l" t="t" r="r" b="b"/>
              <a:pathLst>
                <a:path w="502" h="503" extrusionOk="0">
                  <a:moveTo>
                    <a:pt x="252" y="0"/>
                  </a:moveTo>
                  <a:cubicBezTo>
                    <a:pt x="114" y="0"/>
                    <a:pt x="1" y="109"/>
                    <a:pt x="1" y="251"/>
                  </a:cubicBezTo>
                  <a:cubicBezTo>
                    <a:pt x="1" y="387"/>
                    <a:pt x="114" y="503"/>
                    <a:pt x="252" y="503"/>
                  </a:cubicBezTo>
                  <a:cubicBezTo>
                    <a:pt x="388" y="503"/>
                    <a:pt x="501" y="387"/>
                    <a:pt x="501" y="251"/>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0" name="Google Shape;14340;p31"/>
            <p:cNvSpPr/>
            <p:nvPr/>
          </p:nvSpPr>
          <p:spPr>
            <a:xfrm>
              <a:off x="1411200" y="5422500"/>
              <a:ext cx="12425" cy="12575"/>
            </a:xfrm>
            <a:custGeom>
              <a:avLst/>
              <a:gdLst/>
              <a:ahLst/>
              <a:cxnLst/>
              <a:rect l="l" t="t" r="r" b="b"/>
              <a:pathLst>
                <a:path w="497" h="503" extrusionOk="0">
                  <a:moveTo>
                    <a:pt x="245" y="0"/>
                  </a:moveTo>
                  <a:cubicBezTo>
                    <a:pt x="109" y="0"/>
                    <a:pt x="1" y="109"/>
                    <a:pt x="1" y="251"/>
                  </a:cubicBezTo>
                  <a:cubicBezTo>
                    <a:pt x="1" y="387"/>
                    <a:pt x="109" y="503"/>
                    <a:pt x="245" y="503"/>
                  </a:cubicBezTo>
                  <a:cubicBezTo>
                    <a:pt x="388" y="503"/>
                    <a:pt x="496" y="387"/>
                    <a:pt x="496" y="251"/>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1" name="Google Shape;14341;p31"/>
            <p:cNvSpPr/>
            <p:nvPr/>
          </p:nvSpPr>
          <p:spPr>
            <a:xfrm>
              <a:off x="1503000" y="5422500"/>
              <a:ext cx="12525" cy="12575"/>
            </a:xfrm>
            <a:custGeom>
              <a:avLst/>
              <a:gdLst/>
              <a:ahLst/>
              <a:cxnLst/>
              <a:rect l="l" t="t" r="r" b="b"/>
              <a:pathLst>
                <a:path w="501" h="503" extrusionOk="0">
                  <a:moveTo>
                    <a:pt x="250" y="0"/>
                  </a:moveTo>
                  <a:cubicBezTo>
                    <a:pt x="114" y="0"/>
                    <a:pt x="0" y="109"/>
                    <a:pt x="0" y="251"/>
                  </a:cubicBezTo>
                  <a:cubicBezTo>
                    <a:pt x="0" y="387"/>
                    <a:pt x="114" y="503"/>
                    <a:pt x="250" y="503"/>
                  </a:cubicBezTo>
                  <a:cubicBezTo>
                    <a:pt x="387" y="503"/>
                    <a:pt x="501" y="387"/>
                    <a:pt x="501" y="251"/>
                  </a:cubicBezTo>
                  <a:cubicBezTo>
                    <a:pt x="501" y="109"/>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2" name="Google Shape;14342;p31"/>
            <p:cNvSpPr/>
            <p:nvPr/>
          </p:nvSpPr>
          <p:spPr>
            <a:xfrm>
              <a:off x="1594750" y="5422500"/>
              <a:ext cx="12575" cy="12575"/>
            </a:xfrm>
            <a:custGeom>
              <a:avLst/>
              <a:gdLst/>
              <a:ahLst/>
              <a:cxnLst/>
              <a:rect l="l" t="t" r="r" b="b"/>
              <a:pathLst>
                <a:path w="503" h="503" extrusionOk="0">
                  <a:moveTo>
                    <a:pt x="251" y="0"/>
                  </a:moveTo>
                  <a:cubicBezTo>
                    <a:pt x="115" y="0"/>
                    <a:pt x="0" y="109"/>
                    <a:pt x="0" y="251"/>
                  </a:cubicBezTo>
                  <a:cubicBezTo>
                    <a:pt x="0" y="387"/>
                    <a:pt x="115" y="503"/>
                    <a:pt x="251" y="503"/>
                  </a:cubicBezTo>
                  <a:cubicBezTo>
                    <a:pt x="394" y="503"/>
                    <a:pt x="503" y="387"/>
                    <a:pt x="503" y="251"/>
                  </a:cubicBezTo>
                  <a:cubicBezTo>
                    <a:pt x="503" y="109"/>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3" name="Google Shape;14343;p31"/>
            <p:cNvSpPr/>
            <p:nvPr/>
          </p:nvSpPr>
          <p:spPr>
            <a:xfrm>
              <a:off x="1686650" y="5422500"/>
              <a:ext cx="12600" cy="12575"/>
            </a:xfrm>
            <a:custGeom>
              <a:avLst/>
              <a:gdLst/>
              <a:ahLst/>
              <a:cxnLst/>
              <a:rect l="l" t="t" r="r" b="b"/>
              <a:pathLst>
                <a:path w="504" h="503" extrusionOk="0">
                  <a:moveTo>
                    <a:pt x="252" y="0"/>
                  </a:moveTo>
                  <a:cubicBezTo>
                    <a:pt x="116" y="0"/>
                    <a:pt x="1" y="109"/>
                    <a:pt x="1" y="251"/>
                  </a:cubicBezTo>
                  <a:cubicBezTo>
                    <a:pt x="1" y="387"/>
                    <a:pt x="116" y="503"/>
                    <a:pt x="252" y="503"/>
                  </a:cubicBezTo>
                  <a:cubicBezTo>
                    <a:pt x="388" y="503"/>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4" name="Google Shape;14344;p31"/>
            <p:cNvSpPr/>
            <p:nvPr/>
          </p:nvSpPr>
          <p:spPr>
            <a:xfrm>
              <a:off x="1778450" y="5422500"/>
              <a:ext cx="12550" cy="12575"/>
            </a:xfrm>
            <a:custGeom>
              <a:avLst/>
              <a:gdLst/>
              <a:ahLst/>
              <a:cxnLst/>
              <a:rect l="l" t="t" r="r" b="b"/>
              <a:pathLst>
                <a:path w="502" h="503" extrusionOk="0">
                  <a:moveTo>
                    <a:pt x="252" y="0"/>
                  </a:moveTo>
                  <a:cubicBezTo>
                    <a:pt x="114" y="0"/>
                    <a:pt x="1" y="109"/>
                    <a:pt x="1" y="251"/>
                  </a:cubicBezTo>
                  <a:cubicBezTo>
                    <a:pt x="1" y="387"/>
                    <a:pt x="114" y="503"/>
                    <a:pt x="252" y="503"/>
                  </a:cubicBezTo>
                  <a:cubicBezTo>
                    <a:pt x="388" y="503"/>
                    <a:pt x="501" y="387"/>
                    <a:pt x="501" y="251"/>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5" name="Google Shape;14345;p31"/>
            <p:cNvSpPr/>
            <p:nvPr/>
          </p:nvSpPr>
          <p:spPr>
            <a:xfrm>
              <a:off x="1870375" y="5422500"/>
              <a:ext cx="12400" cy="12575"/>
            </a:xfrm>
            <a:custGeom>
              <a:avLst/>
              <a:gdLst/>
              <a:ahLst/>
              <a:cxnLst/>
              <a:rect l="l" t="t" r="r" b="b"/>
              <a:pathLst>
                <a:path w="496" h="503" extrusionOk="0">
                  <a:moveTo>
                    <a:pt x="252" y="0"/>
                  </a:moveTo>
                  <a:cubicBezTo>
                    <a:pt x="109" y="0"/>
                    <a:pt x="0" y="109"/>
                    <a:pt x="0" y="251"/>
                  </a:cubicBezTo>
                  <a:cubicBezTo>
                    <a:pt x="0" y="387"/>
                    <a:pt x="109" y="503"/>
                    <a:pt x="252" y="503"/>
                  </a:cubicBezTo>
                  <a:cubicBezTo>
                    <a:pt x="387" y="503"/>
                    <a:pt x="496" y="387"/>
                    <a:pt x="496" y="251"/>
                  </a:cubicBezTo>
                  <a:cubicBezTo>
                    <a:pt x="496"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6" name="Google Shape;14346;p31"/>
            <p:cNvSpPr/>
            <p:nvPr/>
          </p:nvSpPr>
          <p:spPr>
            <a:xfrm>
              <a:off x="1962150" y="5422500"/>
              <a:ext cx="12550" cy="12575"/>
            </a:xfrm>
            <a:custGeom>
              <a:avLst/>
              <a:gdLst/>
              <a:ahLst/>
              <a:cxnLst/>
              <a:rect l="l" t="t" r="r" b="b"/>
              <a:pathLst>
                <a:path w="502" h="503" extrusionOk="0">
                  <a:moveTo>
                    <a:pt x="250" y="0"/>
                  </a:moveTo>
                  <a:cubicBezTo>
                    <a:pt x="114" y="0"/>
                    <a:pt x="1" y="109"/>
                    <a:pt x="1" y="251"/>
                  </a:cubicBezTo>
                  <a:cubicBezTo>
                    <a:pt x="1" y="387"/>
                    <a:pt x="114" y="503"/>
                    <a:pt x="250" y="503"/>
                  </a:cubicBezTo>
                  <a:cubicBezTo>
                    <a:pt x="388" y="503"/>
                    <a:pt x="502" y="387"/>
                    <a:pt x="502" y="251"/>
                  </a:cubicBezTo>
                  <a:cubicBezTo>
                    <a:pt x="502"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7" name="Google Shape;14347;p31"/>
            <p:cNvSpPr/>
            <p:nvPr/>
          </p:nvSpPr>
          <p:spPr>
            <a:xfrm>
              <a:off x="2054075" y="5422500"/>
              <a:ext cx="12425" cy="12575"/>
            </a:xfrm>
            <a:custGeom>
              <a:avLst/>
              <a:gdLst/>
              <a:ahLst/>
              <a:cxnLst/>
              <a:rect l="l" t="t" r="r" b="b"/>
              <a:pathLst>
                <a:path w="497" h="503" extrusionOk="0">
                  <a:moveTo>
                    <a:pt x="252" y="0"/>
                  </a:moveTo>
                  <a:cubicBezTo>
                    <a:pt x="109" y="0"/>
                    <a:pt x="1" y="109"/>
                    <a:pt x="1" y="251"/>
                  </a:cubicBezTo>
                  <a:cubicBezTo>
                    <a:pt x="1" y="387"/>
                    <a:pt x="109" y="503"/>
                    <a:pt x="252" y="503"/>
                  </a:cubicBezTo>
                  <a:cubicBezTo>
                    <a:pt x="388" y="503"/>
                    <a:pt x="496" y="387"/>
                    <a:pt x="496" y="251"/>
                  </a:cubicBezTo>
                  <a:cubicBezTo>
                    <a:pt x="496"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8" name="Google Shape;14348;p31"/>
            <p:cNvSpPr/>
            <p:nvPr/>
          </p:nvSpPr>
          <p:spPr>
            <a:xfrm>
              <a:off x="2145825" y="5422500"/>
              <a:ext cx="12600" cy="12575"/>
            </a:xfrm>
            <a:custGeom>
              <a:avLst/>
              <a:gdLst/>
              <a:ahLst/>
              <a:cxnLst/>
              <a:rect l="l" t="t" r="r" b="b"/>
              <a:pathLst>
                <a:path w="504" h="503" extrusionOk="0">
                  <a:moveTo>
                    <a:pt x="252" y="0"/>
                  </a:moveTo>
                  <a:cubicBezTo>
                    <a:pt x="116" y="0"/>
                    <a:pt x="1" y="109"/>
                    <a:pt x="1" y="251"/>
                  </a:cubicBezTo>
                  <a:cubicBezTo>
                    <a:pt x="1" y="387"/>
                    <a:pt x="116" y="503"/>
                    <a:pt x="252" y="503"/>
                  </a:cubicBezTo>
                  <a:cubicBezTo>
                    <a:pt x="388" y="503"/>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9" name="Google Shape;14349;p31"/>
            <p:cNvSpPr/>
            <p:nvPr/>
          </p:nvSpPr>
          <p:spPr>
            <a:xfrm>
              <a:off x="2237800" y="5422500"/>
              <a:ext cx="12350" cy="12575"/>
            </a:xfrm>
            <a:custGeom>
              <a:avLst/>
              <a:gdLst/>
              <a:ahLst/>
              <a:cxnLst/>
              <a:rect l="l" t="t" r="r" b="b"/>
              <a:pathLst>
                <a:path w="494" h="503" extrusionOk="0">
                  <a:moveTo>
                    <a:pt x="244" y="0"/>
                  </a:moveTo>
                  <a:cubicBezTo>
                    <a:pt x="107" y="0"/>
                    <a:pt x="0" y="109"/>
                    <a:pt x="0" y="251"/>
                  </a:cubicBezTo>
                  <a:cubicBezTo>
                    <a:pt x="0" y="387"/>
                    <a:pt x="107" y="503"/>
                    <a:pt x="244" y="503"/>
                  </a:cubicBezTo>
                  <a:cubicBezTo>
                    <a:pt x="387" y="503"/>
                    <a:pt x="494" y="387"/>
                    <a:pt x="494" y="251"/>
                  </a:cubicBezTo>
                  <a:cubicBezTo>
                    <a:pt x="494" y="109"/>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0" name="Google Shape;14350;p31"/>
            <p:cNvSpPr/>
            <p:nvPr/>
          </p:nvSpPr>
          <p:spPr>
            <a:xfrm>
              <a:off x="2329550" y="5422500"/>
              <a:ext cx="12575" cy="12575"/>
            </a:xfrm>
            <a:custGeom>
              <a:avLst/>
              <a:gdLst/>
              <a:ahLst/>
              <a:cxnLst/>
              <a:rect l="l" t="t" r="r" b="b"/>
              <a:pathLst>
                <a:path w="503" h="503" extrusionOk="0">
                  <a:moveTo>
                    <a:pt x="251" y="0"/>
                  </a:moveTo>
                  <a:cubicBezTo>
                    <a:pt x="115" y="0"/>
                    <a:pt x="0" y="109"/>
                    <a:pt x="0" y="251"/>
                  </a:cubicBezTo>
                  <a:cubicBezTo>
                    <a:pt x="0" y="387"/>
                    <a:pt x="115" y="503"/>
                    <a:pt x="251" y="503"/>
                  </a:cubicBezTo>
                  <a:cubicBezTo>
                    <a:pt x="387" y="503"/>
                    <a:pt x="502" y="387"/>
                    <a:pt x="502" y="251"/>
                  </a:cubicBezTo>
                  <a:cubicBezTo>
                    <a:pt x="502"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1" name="Google Shape;14351;p31"/>
            <p:cNvSpPr/>
            <p:nvPr/>
          </p:nvSpPr>
          <p:spPr>
            <a:xfrm>
              <a:off x="2421325" y="5422500"/>
              <a:ext cx="12550" cy="12575"/>
            </a:xfrm>
            <a:custGeom>
              <a:avLst/>
              <a:gdLst/>
              <a:ahLst/>
              <a:cxnLst/>
              <a:rect l="l" t="t" r="r" b="b"/>
              <a:pathLst>
                <a:path w="502" h="503" extrusionOk="0">
                  <a:moveTo>
                    <a:pt x="250" y="0"/>
                  </a:moveTo>
                  <a:cubicBezTo>
                    <a:pt x="114" y="0"/>
                    <a:pt x="1" y="109"/>
                    <a:pt x="1" y="251"/>
                  </a:cubicBezTo>
                  <a:cubicBezTo>
                    <a:pt x="1" y="387"/>
                    <a:pt x="114" y="503"/>
                    <a:pt x="250" y="503"/>
                  </a:cubicBezTo>
                  <a:cubicBezTo>
                    <a:pt x="395" y="503"/>
                    <a:pt x="501" y="387"/>
                    <a:pt x="501" y="251"/>
                  </a:cubicBezTo>
                  <a:cubicBezTo>
                    <a:pt x="501" y="109"/>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2" name="Google Shape;14352;p31"/>
            <p:cNvSpPr/>
            <p:nvPr/>
          </p:nvSpPr>
          <p:spPr>
            <a:xfrm>
              <a:off x="2513250" y="5422500"/>
              <a:ext cx="12575" cy="12575"/>
            </a:xfrm>
            <a:custGeom>
              <a:avLst/>
              <a:gdLst/>
              <a:ahLst/>
              <a:cxnLst/>
              <a:rect l="l" t="t" r="r" b="b"/>
              <a:pathLst>
                <a:path w="503" h="503" extrusionOk="0">
                  <a:moveTo>
                    <a:pt x="252" y="0"/>
                  </a:moveTo>
                  <a:cubicBezTo>
                    <a:pt x="109" y="0"/>
                    <a:pt x="0" y="109"/>
                    <a:pt x="0" y="251"/>
                  </a:cubicBezTo>
                  <a:cubicBezTo>
                    <a:pt x="0" y="387"/>
                    <a:pt x="109" y="503"/>
                    <a:pt x="252" y="503"/>
                  </a:cubicBezTo>
                  <a:cubicBezTo>
                    <a:pt x="388" y="503"/>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3" name="Google Shape;14353;p31"/>
            <p:cNvSpPr/>
            <p:nvPr/>
          </p:nvSpPr>
          <p:spPr>
            <a:xfrm>
              <a:off x="2605000" y="5422500"/>
              <a:ext cx="12575" cy="12575"/>
            </a:xfrm>
            <a:custGeom>
              <a:avLst/>
              <a:gdLst/>
              <a:ahLst/>
              <a:cxnLst/>
              <a:rect l="l" t="t" r="r" b="b"/>
              <a:pathLst>
                <a:path w="503" h="503" extrusionOk="0">
                  <a:moveTo>
                    <a:pt x="252" y="0"/>
                  </a:moveTo>
                  <a:cubicBezTo>
                    <a:pt x="116" y="0"/>
                    <a:pt x="0" y="109"/>
                    <a:pt x="0" y="251"/>
                  </a:cubicBezTo>
                  <a:cubicBezTo>
                    <a:pt x="0" y="387"/>
                    <a:pt x="116" y="503"/>
                    <a:pt x="252" y="503"/>
                  </a:cubicBezTo>
                  <a:cubicBezTo>
                    <a:pt x="387" y="503"/>
                    <a:pt x="503" y="387"/>
                    <a:pt x="503" y="251"/>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4" name="Google Shape;14354;p31"/>
            <p:cNvSpPr/>
            <p:nvPr/>
          </p:nvSpPr>
          <p:spPr>
            <a:xfrm>
              <a:off x="2696950" y="5422500"/>
              <a:ext cx="12375" cy="12575"/>
            </a:xfrm>
            <a:custGeom>
              <a:avLst/>
              <a:gdLst/>
              <a:ahLst/>
              <a:cxnLst/>
              <a:rect l="l" t="t" r="r" b="b"/>
              <a:pathLst>
                <a:path w="495" h="503" extrusionOk="0">
                  <a:moveTo>
                    <a:pt x="252" y="0"/>
                  </a:moveTo>
                  <a:cubicBezTo>
                    <a:pt x="108" y="0"/>
                    <a:pt x="1" y="109"/>
                    <a:pt x="1" y="251"/>
                  </a:cubicBezTo>
                  <a:cubicBezTo>
                    <a:pt x="1" y="387"/>
                    <a:pt x="108" y="503"/>
                    <a:pt x="252" y="503"/>
                  </a:cubicBezTo>
                  <a:cubicBezTo>
                    <a:pt x="388" y="503"/>
                    <a:pt x="495" y="387"/>
                    <a:pt x="495" y="251"/>
                  </a:cubicBezTo>
                  <a:cubicBezTo>
                    <a:pt x="495"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5" name="Google Shape;14355;p31"/>
            <p:cNvSpPr/>
            <p:nvPr/>
          </p:nvSpPr>
          <p:spPr>
            <a:xfrm>
              <a:off x="2788700" y="5422500"/>
              <a:ext cx="12600" cy="12575"/>
            </a:xfrm>
            <a:custGeom>
              <a:avLst/>
              <a:gdLst/>
              <a:ahLst/>
              <a:cxnLst/>
              <a:rect l="l" t="t" r="r" b="b"/>
              <a:pathLst>
                <a:path w="504" h="503" extrusionOk="0">
                  <a:moveTo>
                    <a:pt x="252" y="0"/>
                  </a:moveTo>
                  <a:cubicBezTo>
                    <a:pt x="116" y="0"/>
                    <a:pt x="1" y="109"/>
                    <a:pt x="1" y="251"/>
                  </a:cubicBezTo>
                  <a:cubicBezTo>
                    <a:pt x="1" y="387"/>
                    <a:pt x="116" y="503"/>
                    <a:pt x="252" y="503"/>
                  </a:cubicBezTo>
                  <a:cubicBezTo>
                    <a:pt x="388" y="503"/>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6" name="Google Shape;14356;p31"/>
            <p:cNvSpPr/>
            <p:nvPr/>
          </p:nvSpPr>
          <p:spPr>
            <a:xfrm>
              <a:off x="2880675" y="5422500"/>
              <a:ext cx="12375" cy="12575"/>
            </a:xfrm>
            <a:custGeom>
              <a:avLst/>
              <a:gdLst/>
              <a:ahLst/>
              <a:cxnLst/>
              <a:rect l="l" t="t" r="r" b="b"/>
              <a:pathLst>
                <a:path w="495" h="503" extrusionOk="0">
                  <a:moveTo>
                    <a:pt x="243" y="0"/>
                  </a:moveTo>
                  <a:cubicBezTo>
                    <a:pt x="107" y="0"/>
                    <a:pt x="0" y="109"/>
                    <a:pt x="0" y="251"/>
                  </a:cubicBezTo>
                  <a:cubicBezTo>
                    <a:pt x="0" y="387"/>
                    <a:pt x="107" y="503"/>
                    <a:pt x="243" y="503"/>
                  </a:cubicBezTo>
                  <a:cubicBezTo>
                    <a:pt x="387" y="503"/>
                    <a:pt x="494" y="387"/>
                    <a:pt x="494" y="251"/>
                  </a:cubicBezTo>
                  <a:cubicBezTo>
                    <a:pt x="494" y="109"/>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7" name="Google Shape;14357;p31"/>
            <p:cNvSpPr/>
            <p:nvPr/>
          </p:nvSpPr>
          <p:spPr>
            <a:xfrm>
              <a:off x="2972425" y="5422500"/>
              <a:ext cx="12575" cy="12575"/>
            </a:xfrm>
            <a:custGeom>
              <a:avLst/>
              <a:gdLst/>
              <a:ahLst/>
              <a:cxnLst/>
              <a:rect l="l" t="t" r="r" b="b"/>
              <a:pathLst>
                <a:path w="503" h="503" extrusionOk="0">
                  <a:moveTo>
                    <a:pt x="251" y="0"/>
                  </a:moveTo>
                  <a:cubicBezTo>
                    <a:pt x="115" y="0"/>
                    <a:pt x="0" y="109"/>
                    <a:pt x="0" y="251"/>
                  </a:cubicBezTo>
                  <a:cubicBezTo>
                    <a:pt x="0" y="387"/>
                    <a:pt x="115" y="503"/>
                    <a:pt x="251" y="503"/>
                  </a:cubicBezTo>
                  <a:cubicBezTo>
                    <a:pt x="387" y="503"/>
                    <a:pt x="503" y="387"/>
                    <a:pt x="503" y="251"/>
                  </a:cubicBezTo>
                  <a:cubicBezTo>
                    <a:pt x="503"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8" name="Google Shape;14358;p31"/>
            <p:cNvSpPr/>
            <p:nvPr/>
          </p:nvSpPr>
          <p:spPr>
            <a:xfrm>
              <a:off x="3064375" y="5422500"/>
              <a:ext cx="12375" cy="12575"/>
            </a:xfrm>
            <a:custGeom>
              <a:avLst/>
              <a:gdLst/>
              <a:ahLst/>
              <a:cxnLst/>
              <a:rect l="l" t="t" r="r" b="b"/>
              <a:pathLst>
                <a:path w="495" h="503" extrusionOk="0">
                  <a:moveTo>
                    <a:pt x="243" y="0"/>
                  </a:moveTo>
                  <a:cubicBezTo>
                    <a:pt x="107" y="0"/>
                    <a:pt x="1" y="109"/>
                    <a:pt x="1" y="251"/>
                  </a:cubicBezTo>
                  <a:cubicBezTo>
                    <a:pt x="1" y="387"/>
                    <a:pt x="107" y="503"/>
                    <a:pt x="243" y="503"/>
                  </a:cubicBezTo>
                  <a:cubicBezTo>
                    <a:pt x="388" y="503"/>
                    <a:pt x="495" y="387"/>
                    <a:pt x="495" y="251"/>
                  </a:cubicBezTo>
                  <a:cubicBezTo>
                    <a:pt x="495" y="109"/>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9" name="Google Shape;14359;p31"/>
            <p:cNvSpPr/>
            <p:nvPr/>
          </p:nvSpPr>
          <p:spPr>
            <a:xfrm>
              <a:off x="3156125" y="5422500"/>
              <a:ext cx="12600" cy="12575"/>
            </a:xfrm>
            <a:custGeom>
              <a:avLst/>
              <a:gdLst/>
              <a:ahLst/>
              <a:cxnLst/>
              <a:rect l="l" t="t" r="r" b="b"/>
              <a:pathLst>
                <a:path w="504" h="503" extrusionOk="0">
                  <a:moveTo>
                    <a:pt x="252" y="0"/>
                  </a:moveTo>
                  <a:cubicBezTo>
                    <a:pt x="116" y="0"/>
                    <a:pt x="1" y="109"/>
                    <a:pt x="1" y="251"/>
                  </a:cubicBezTo>
                  <a:cubicBezTo>
                    <a:pt x="1" y="387"/>
                    <a:pt x="116" y="503"/>
                    <a:pt x="252" y="503"/>
                  </a:cubicBezTo>
                  <a:cubicBezTo>
                    <a:pt x="388" y="503"/>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0" name="Google Shape;14360;p31"/>
            <p:cNvSpPr/>
            <p:nvPr/>
          </p:nvSpPr>
          <p:spPr>
            <a:xfrm>
              <a:off x="3247875" y="5422500"/>
              <a:ext cx="12575" cy="12575"/>
            </a:xfrm>
            <a:custGeom>
              <a:avLst/>
              <a:gdLst/>
              <a:ahLst/>
              <a:cxnLst/>
              <a:rect l="l" t="t" r="r" b="b"/>
              <a:pathLst>
                <a:path w="503" h="503" extrusionOk="0">
                  <a:moveTo>
                    <a:pt x="252" y="0"/>
                  </a:moveTo>
                  <a:cubicBezTo>
                    <a:pt x="116" y="0"/>
                    <a:pt x="1" y="109"/>
                    <a:pt x="1" y="251"/>
                  </a:cubicBezTo>
                  <a:cubicBezTo>
                    <a:pt x="1" y="387"/>
                    <a:pt x="116" y="503"/>
                    <a:pt x="252" y="503"/>
                  </a:cubicBezTo>
                  <a:cubicBezTo>
                    <a:pt x="388" y="503"/>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1" name="Google Shape;14361;p31"/>
            <p:cNvSpPr/>
            <p:nvPr/>
          </p:nvSpPr>
          <p:spPr>
            <a:xfrm>
              <a:off x="3339850" y="5422500"/>
              <a:ext cx="12525" cy="12575"/>
            </a:xfrm>
            <a:custGeom>
              <a:avLst/>
              <a:gdLst/>
              <a:ahLst/>
              <a:cxnLst/>
              <a:rect l="l" t="t" r="r" b="b"/>
              <a:pathLst>
                <a:path w="501" h="503" extrusionOk="0">
                  <a:moveTo>
                    <a:pt x="251" y="0"/>
                  </a:moveTo>
                  <a:cubicBezTo>
                    <a:pt x="107" y="0"/>
                    <a:pt x="0" y="109"/>
                    <a:pt x="0" y="251"/>
                  </a:cubicBezTo>
                  <a:cubicBezTo>
                    <a:pt x="0" y="387"/>
                    <a:pt x="107" y="503"/>
                    <a:pt x="251" y="503"/>
                  </a:cubicBezTo>
                  <a:cubicBezTo>
                    <a:pt x="387" y="503"/>
                    <a:pt x="501" y="387"/>
                    <a:pt x="501" y="251"/>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2" name="Google Shape;14362;p31"/>
            <p:cNvSpPr/>
            <p:nvPr/>
          </p:nvSpPr>
          <p:spPr>
            <a:xfrm>
              <a:off x="3431575" y="5422500"/>
              <a:ext cx="12600" cy="12575"/>
            </a:xfrm>
            <a:custGeom>
              <a:avLst/>
              <a:gdLst/>
              <a:ahLst/>
              <a:cxnLst/>
              <a:rect l="l" t="t" r="r" b="b"/>
              <a:pathLst>
                <a:path w="504" h="503" extrusionOk="0">
                  <a:moveTo>
                    <a:pt x="252" y="0"/>
                  </a:moveTo>
                  <a:cubicBezTo>
                    <a:pt x="116" y="0"/>
                    <a:pt x="1" y="109"/>
                    <a:pt x="1" y="251"/>
                  </a:cubicBezTo>
                  <a:cubicBezTo>
                    <a:pt x="1" y="387"/>
                    <a:pt x="116" y="503"/>
                    <a:pt x="252" y="503"/>
                  </a:cubicBezTo>
                  <a:cubicBezTo>
                    <a:pt x="388" y="503"/>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3" name="Google Shape;14363;p31"/>
            <p:cNvSpPr/>
            <p:nvPr/>
          </p:nvSpPr>
          <p:spPr>
            <a:xfrm>
              <a:off x="3523550" y="5422500"/>
              <a:ext cx="12375" cy="12575"/>
            </a:xfrm>
            <a:custGeom>
              <a:avLst/>
              <a:gdLst/>
              <a:ahLst/>
              <a:cxnLst/>
              <a:rect l="l" t="t" r="r" b="b"/>
              <a:pathLst>
                <a:path w="495" h="503" extrusionOk="0">
                  <a:moveTo>
                    <a:pt x="250" y="0"/>
                  </a:moveTo>
                  <a:cubicBezTo>
                    <a:pt x="107" y="0"/>
                    <a:pt x="0" y="109"/>
                    <a:pt x="0" y="251"/>
                  </a:cubicBezTo>
                  <a:cubicBezTo>
                    <a:pt x="0" y="387"/>
                    <a:pt x="107" y="503"/>
                    <a:pt x="250" y="503"/>
                  </a:cubicBezTo>
                  <a:cubicBezTo>
                    <a:pt x="388" y="503"/>
                    <a:pt x="494" y="387"/>
                    <a:pt x="494" y="251"/>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4" name="Google Shape;14364;p31"/>
            <p:cNvSpPr/>
            <p:nvPr/>
          </p:nvSpPr>
          <p:spPr>
            <a:xfrm>
              <a:off x="635875" y="5336650"/>
              <a:ext cx="2940550" cy="1475"/>
            </a:xfrm>
            <a:custGeom>
              <a:avLst/>
              <a:gdLst/>
              <a:ahLst/>
              <a:cxnLst/>
              <a:rect l="l" t="t" r="r" b="b"/>
              <a:pathLst>
                <a:path w="117622" h="59" extrusionOk="0">
                  <a:moveTo>
                    <a:pt x="1" y="0"/>
                  </a:moveTo>
                  <a:lnTo>
                    <a:pt x="1" y="59"/>
                  </a:lnTo>
                  <a:lnTo>
                    <a:pt x="117622" y="59"/>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5" name="Google Shape;14365;p31"/>
            <p:cNvSpPr/>
            <p:nvPr/>
          </p:nvSpPr>
          <p:spPr>
            <a:xfrm>
              <a:off x="635875" y="5428425"/>
              <a:ext cx="2940550" cy="1450"/>
            </a:xfrm>
            <a:custGeom>
              <a:avLst/>
              <a:gdLst/>
              <a:ahLst/>
              <a:cxnLst/>
              <a:rect l="l" t="t" r="r" b="b"/>
              <a:pathLst>
                <a:path w="117622" h="58" extrusionOk="0">
                  <a:moveTo>
                    <a:pt x="1" y="1"/>
                  </a:moveTo>
                  <a:lnTo>
                    <a:pt x="1" y="57"/>
                  </a:lnTo>
                  <a:lnTo>
                    <a:pt x="117622" y="57"/>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6" name="Google Shape;14366;p31"/>
            <p:cNvSpPr/>
            <p:nvPr/>
          </p:nvSpPr>
          <p:spPr>
            <a:xfrm>
              <a:off x="635875" y="5244725"/>
              <a:ext cx="2940550" cy="1450"/>
            </a:xfrm>
            <a:custGeom>
              <a:avLst/>
              <a:gdLst/>
              <a:ahLst/>
              <a:cxnLst/>
              <a:rect l="l" t="t" r="r" b="b"/>
              <a:pathLst>
                <a:path w="117622" h="58"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7" name="Google Shape;14367;p31"/>
            <p:cNvSpPr/>
            <p:nvPr/>
          </p:nvSpPr>
          <p:spPr>
            <a:xfrm>
              <a:off x="635875" y="5152975"/>
              <a:ext cx="2940550" cy="1450"/>
            </a:xfrm>
            <a:custGeom>
              <a:avLst/>
              <a:gdLst/>
              <a:ahLst/>
              <a:cxnLst/>
              <a:rect l="l" t="t" r="r" b="b"/>
              <a:pathLst>
                <a:path w="117622" h="58"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8" name="Google Shape;14368;p31"/>
            <p:cNvSpPr/>
            <p:nvPr/>
          </p:nvSpPr>
          <p:spPr>
            <a:xfrm>
              <a:off x="635875" y="5061000"/>
              <a:ext cx="2940550" cy="1450"/>
            </a:xfrm>
            <a:custGeom>
              <a:avLst/>
              <a:gdLst/>
              <a:ahLst/>
              <a:cxnLst/>
              <a:rect l="l" t="t" r="r" b="b"/>
              <a:pathLst>
                <a:path w="117622" h="58" extrusionOk="0">
                  <a:moveTo>
                    <a:pt x="1" y="1"/>
                  </a:moveTo>
                  <a:lnTo>
                    <a:pt x="1" y="58"/>
                  </a:lnTo>
                  <a:lnTo>
                    <a:pt x="117622" y="58"/>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9" name="Google Shape;14369;p31"/>
            <p:cNvSpPr/>
            <p:nvPr/>
          </p:nvSpPr>
          <p:spPr>
            <a:xfrm>
              <a:off x="635875" y="4969250"/>
              <a:ext cx="2940550" cy="1450"/>
            </a:xfrm>
            <a:custGeom>
              <a:avLst/>
              <a:gdLst/>
              <a:ahLst/>
              <a:cxnLst/>
              <a:rect l="l" t="t" r="r" b="b"/>
              <a:pathLst>
                <a:path w="117622" h="58" extrusionOk="0">
                  <a:moveTo>
                    <a:pt x="1" y="1"/>
                  </a:moveTo>
                  <a:lnTo>
                    <a:pt x="1" y="58"/>
                  </a:lnTo>
                  <a:lnTo>
                    <a:pt x="117622" y="58"/>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0" name="Google Shape;14370;p31"/>
            <p:cNvSpPr/>
            <p:nvPr/>
          </p:nvSpPr>
          <p:spPr>
            <a:xfrm>
              <a:off x="635875" y="4877300"/>
              <a:ext cx="2940550" cy="1650"/>
            </a:xfrm>
            <a:custGeom>
              <a:avLst/>
              <a:gdLst/>
              <a:ahLst/>
              <a:cxnLst/>
              <a:rect l="l" t="t" r="r" b="b"/>
              <a:pathLst>
                <a:path w="117622" h="66" extrusionOk="0">
                  <a:moveTo>
                    <a:pt x="1" y="0"/>
                  </a:moveTo>
                  <a:lnTo>
                    <a:pt x="1" y="66"/>
                  </a:lnTo>
                  <a:lnTo>
                    <a:pt x="117622" y="66"/>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1" name="Google Shape;14371;p31"/>
            <p:cNvSpPr/>
            <p:nvPr/>
          </p:nvSpPr>
          <p:spPr>
            <a:xfrm>
              <a:off x="635875" y="4785550"/>
              <a:ext cx="2940550" cy="1450"/>
            </a:xfrm>
            <a:custGeom>
              <a:avLst/>
              <a:gdLst/>
              <a:ahLst/>
              <a:cxnLst/>
              <a:rect l="l" t="t" r="r" b="b"/>
              <a:pathLst>
                <a:path w="117622" h="58"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2" name="Google Shape;14372;p31"/>
            <p:cNvSpPr/>
            <p:nvPr/>
          </p:nvSpPr>
          <p:spPr>
            <a:xfrm>
              <a:off x="635875" y="4693575"/>
              <a:ext cx="2940550" cy="1675"/>
            </a:xfrm>
            <a:custGeom>
              <a:avLst/>
              <a:gdLst/>
              <a:ahLst/>
              <a:cxnLst/>
              <a:rect l="l" t="t" r="r" b="b"/>
              <a:pathLst>
                <a:path w="117622" h="67" extrusionOk="0">
                  <a:moveTo>
                    <a:pt x="1" y="1"/>
                  </a:moveTo>
                  <a:lnTo>
                    <a:pt x="1" y="66"/>
                  </a:lnTo>
                  <a:lnTo>
                    <a:pt x="117622" y="66"/>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3" name="Google Shape;14373;p31"/>
            <p:cNvSpPr/>
            <p:nvPr/>
          </p:nvSpPr>
          <p:spPr>
            <a:xfrm>
              <a:off x="635875" y="4601850"/>
              <a:ext cx="2940550" cy="1425"/>
            </a:xfrm>
            <a:custGeom>
              <a:avLst/>
              <a:gdLst/>
              <a:ahLst/>
              <a:cxnLst/>
              <a:rect l="l" t="t" r="r" b="b"/>
              <a:pathLst>
                <a:path w="117622" h="57"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4" name="Google Shape;14374;p31"/>
            <p:cNvSpPr/>
            <p:nvPr/>
          </p:nvSpPr>
          <p:spPr>
            <a:xfrm>
              <a:off x="635875" y="4510100"/>
              <a:ext cx="2940550" cy="1425"/>
            </a:xfrm>
            <a:custGeom>
              <a:avLst/>
              <a:gdLst/>
              <a:ahLst/>
              <a:cxnLst/>
              <a:rect l="l" t="t" r="r" b="b"/>
              <a:pathLst>
                <a:path w="117622" h="57"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5" name="Google Shape;14375;p31"/>
            <p:cNvSpPr/>
            <p:nvPr/>
          </p:nvSpPr>
          <p:spPr>
            <a:xfrm>
              <a:off x="635875" y="4418125"/>
              <a:ext cx="2940550" cy="1500"/>
            </a:xfrm>
            <a:custGeom>
              <a:avLst/>
              <a:gdLst/>
              <a:ahLst/>
              <a:cxnLst/>
              <a:rect l="l" t="t" r="r" b="b"/>
              <a:pathLst>
                <a:path w="117622" h="60" extrusionOk="0">
                  <a:moveTo>
                    <a:pt x="1" y="1"/>
                  </a:moveTo>
                  <a:lnTo>
                    <a:pt x="1" y="59"/>
                  </a:lnTo>
                  <a:lnTo>
                    <a:pt x="117622" y="59"/>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6" name="Google Shape;14376;p31"/>
            <p:cNvSpPr/>
            <p:nvPr/>
          </p:nvSpPr>
          <p:spPr>
            <a:xfrm>
              <a:off x="635875" y="4326375"/>
              <a:ext cx="2940550" cy="1450"/>
            </a:xfrm>
            <a:custGeom>
              <a:avLst/>
              <a:gdLst/>
              <a:ahLst/>
              <a:cxnLst/>
              <a:rect l="l" t="t" r="r" b="b"/>
              <a:pathLst>
                <a:path w="117622" h="58" extrusionOk="0">
                  <a:moveTo>
                    <a:pt x="1" y="1"/>
                  </a:moveTo>
                  <a:lnTo>
                    <a:pt x="1" y="57"/>
                  </a:lnTo>
                  <a:lnTo>
                    <a:pt x="117622" y="57"/>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7" name="Google Shape;14377;p31"/>
            <p:cNvSpPr/>
            <p:nvPr/>
          </p:nvSpPr>
          <p:spPr>
            <a:xfrm>
              <a:off x="635875" y="4234425"/>
              <a:ext cx="2940550" cy="1475"/>
            </a:xfrm>
            <a:custGeom>
              <a:avLst/>
              <a:gdLst/>
              <a:ahLst/>
              <a:cxnLst/>
              <a:rect l="l" t="t" r="r" b="b"/>
              <a:pathLst>
                <a:path w="117622" h="59" extrusionOk="0">
                  <a:moveTo>
                    <a:pt x="1" y="0"/>
                  </a:moveTo>
                  <a:lnTo>
                    <a:pt x="1" y="59"/>
                  </a:lnTo>
                  <a:lnTo>
                    <a:pt x="117622" y="59"/>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8" name="Google Shape;14378;p31"/>
            <p:cNvSpPr/>
            <p:nvPr/>
          </p:nvSpPr>
          <p:spPr>
            <a:xfrm>
              <a:off x="635875" y="4142675"/>
              <a:ext cx="2940550" cy="1425"/>
            </a:xfrm>
            <a:custGeom>
              <a:avLst/>
              <a:gdLst/>
              <a:ahLst/>
              <a:cxnLst/>
              <a:rect l="l" t="t" r="r" b="b"/>
              <a:pathLst>
                <a:path w="117622" h="57"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9" name="Google Shape;14379;p31"/>
            <p:cNvSpPr/>
            <p:nvPr/>
          </p:nvSpPr>
          <p:spPr>
            <a:xfrm>
              <a:off x="635875" y="4050750"/>
              <a:ext cx="2940550" cy="1625"/>
            </a:xfrm>
            <a:custGeom>
              <a:avLst/>
              <a:gdLst/>
              <a:ahLst/>
              <a:cxnLst/>
              <a:rect l="l" t="t" r="r" b="b"/>
              <a:pathLst>
                <a:path w="117622" h="65" extrusionOk="0">
                  <a:moveTo>
                    <a:pt x="1" y="0"/>
                  </a:moveTo>
                  <a:lnTo>
                    <a:pt x="1" y="64"/>
                  </a:lnTo>
                  <a:lnTo>
                    <a:pt x="117622" y="64"/>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0" name="Google Shape;14380;p31"/>
            <p:cNvSpPr/>
            <p:nvPr/>
          </p:nvSpPr>
          <p:spPr>
            <a:xfrm>
              <a:off x="635875" y="3958950"/>
              <a:ext cx="2940550" cy="1500"/>
            </a:xfrm>
            <a:custGeom>
              <a:avLst/>
              <a:gdLst/>
              <a:ahLst/>
              <a:cxnLst/>
              <a:rect l="l" t="t" r="r" b="b"/>
              <a:pathLst>
                <a:path w="117622" h="60" extrusionOk="0">
                  <a:moveTo>
                    <a:pt x="1" y="1"/>
                  </a:moveTo>
                  <a:lnTo>
                    <a:pt x="1" y="59"/>
                  </a:lnTo>
                  <a:lnTo>
                    <a:pt x="117622" y="59"/>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1" name="Google Shape;14381;p31"/>
            <p:cNvSpPr/>
            <p:nvPr/>
          </p:nvSpPr>
          <p:spPr>
            <a:xfrm>
              <a:off x="635875" y="3867025"/>
              <a:ext cx="2940550" cy="1625"/>
            </a:xfrm>
            <a:custGeom>
              <a:avLst/>
              <a:gdLst/>
              <a:ahLst/>
              <a:cxnLst/>
              <a:rect l="l" t="t" r="r" b="b"/>
              <a:pathLst>
                <a:path w="117622" h="65" extrusionOk="0">
                  <a:moveTo>
                    <a:pt x="1" y="1"/>
                  </a:moveTo>
                  <a:lnTo>
                    <a:pt x="1" y="65"/>
                  </a:lnTo>
                  <a:lnTo>
                    <a:pt x="117622" y="65"/>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2" name="Google Shape;14382;p31"/>
            <p:cNvSpPr/>
            <p:nvPr/>
          </p:nvSpPr>
          <p:spPr>
            <a:xfrm>
              <a:off x="635875" y="3775250"/>
              <a:ext cx="2940550" cy="1475"/>
            </a:xfrm>
            <a:custGeom>
              <a:avLst/>
              <a:gdLst/>
              <a:ahLst/>
              <a:cxnLst/>
              <a:rect l="l" t="t" r="r" b="b"/>
              <a:pathLst>
                <a:path w="117622" h="59" extrusionOk="0">
                  <a:moveTo>
                    <a:pt x="1" y="0"/>
                  </a:moveTo>
                  <a:lnTo>
                    <a:pt x="1" y="59"/>
                  </a:lnTo>
                  <a:lnTo>
                    <a:pt x="117622" y="59"/>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3" name="Google Shape;14383;p31"/>
            <p:cNvSpPr/>
            <p:nvPr/>
          </p:nvSpPr>
          <p:spPr>
            <a:xfrm>
              <a:off x="635875" y="3683500"/>
              <a:ext cx="2940550" cy="1450"/>
            </a:xfrm>
            <a:custGeom>
              <a:avLst/>
              <a:gdLst/>
              <a:ahLst/>
              <a:cxnLst/>
              <a:rect l="l" t="t" r="r" b="b"/>
              <a:pathLst>
                <a:path w="117622" h="58"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4" name="Google Shape;14384;p31"/>
            <p:cNvSpPr/>
            <p:nvPr/>
          </p:nvSpPr>
          <p:spPr>
            <a:xfrm>
              <a:off x="635875" y="3591575"/>
              <a:ext cx="2940550" cy="1450"/>
            </a:xfrm>
            <a:custGeom>
              <a:avLst/>
              <a:gdLst/>
              <a:ahLst/>
              <a:cxnLst/>
              <a:rect l="l" t="t" r="r" b="b"/>
              <a:pathLst>
                <a:path w="117622" h="58" extrusionOk="0">
                  <a:moveTo>
                    <a:pt x="1" y="1"/>
                  </a:moveTo>
                  <a:lnTo>
                    <a:pt x="1" y="57"/>
                  </a:lnTo>
                  <a:lnTo>
                    <a:pt x="117622" y="57"/>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5" name="Google Shape;14385;p31"/>
            <p:cNvSpPr/>
            <p:nvPr/>
          </p:nvSpPr>
          <p:spPr>
            <a:xfrm>
              <a:off x="635875" y="3499800"/>
              <a:ext cx="2940550" cy="1475"/>
            </a:xfrm>
            <a:custGeom>
              <a:avLst/>
              <a:gdLst/>
              <a:ahLst/>
              <a:cxnLst/>
              <a:rect l="l" t="t" r="r" b="b"/>
              <a:pathLst>
                <a:path w="117622" h="59" extrusionOk="0">
                  <a:moveTo>
                    <a:pt x="1" y="0"/>
                  </a:moveTo>
                  <a:lnTo>
                    <a:pt x="1" y="59"/>
                  </a:lnTo>
                  <a:lnTo>
                    <a:pt x="117622" y="59"/>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6" name="Google Shape;14386;p31"/>
            <p:cNvSpPr/>
            <p:nvPr/>
          </p:nvSpPr>
          <p:spPr>
            <a:xfrm>
              <a:off x="635875" y="3407875"/>
              <a:ext cx="2940550" cy="1425"/>
            </a:xfrm>
            <a:custGeom>
              <a:avLst/>
              <a:gdLst/>
              <a:ahLst/>
              <a:cxnLst/>
              <a:rect l="l" t="t" r="r" b="b"/>
              <a:pathLst>
                <a:path w="117622" h="57"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7" name="Google Shape;14387;p31"/>
            <p:cNvSpPr/>
            <p:nvPr/>
          </p:nvSpPr>
          <p:spPr>
            <a:xfrm>
              <a:off x="635875" y="3316075"/>
              <a:ext cx="2940550" cy="1500"/>
            </a:xfrm>
            <a:custGeom>
              <a:avLst/>
              <a:gdLst/>
              <a:ahLst/>
              <a:cxnLst/>
              <a:rect l="l" t="t" r="r" b="b"/>
              <a:pathLst>
                <a:path w="117622" h="60" extrusionOk="0">
                  <a:moveTo>
                    <a:pt x="1" y="1"/>
                  </a:moveTo>
                  <a:lnTo>
                    <a:pt x="1" y="59"/>
                  </a:lnTo>
                  <a:lnTo>
                    <a:pt x="117622" y="59"/>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8" name="Google Shape;14388;p31"/>
            <p:cNvSpPr/>
            <p:nvPr/>
          </p:nvSpPr>
          <p:spPr>
            <a:xfrm>
              <a:off x="635875" y="3224150"/>
              <a:ext cx="2940550" cy="1625"/>
            </a:xfrm>
            <a:custGeom>
              <a:avLst/>
              <a:gdLst/>
              <a:ahLst/>
              <a:cxnLst/>
              <a:rect l="l" t="t" r="r" b="b"/>
              <a:pathLst>
                <a:path w="117622" h="65" extrusionOk="0">
                  <a:moveTo>
                    <a:pt x="1" y="1"/>
                  </a:moveTo>
                  <a:lnTo>
                    <a:pt x="1" y="64"/>
                  </a:lnTo>
                  <a:lnTo>
                    <a:pt x="117622" y="64"/>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9" name="Google Shape;14389;p31"/>
            <p:cNvSpPr/>
            <p:nvPr/>
          </p:nvSpPr>
          <p:spPr>
            <a:xfrm>
              <a:off x="635875" y="3132400"/>
              <a:ext cx="2940550" cy="1450"/>
            </a:xfrm>
            <a:custGeom>
              <a:avLst/>
              <a:gdLst/>
              <a:ahLst/>
              <a:cxnLst/>
              <a:rect l="l" t="t" r="r" b="b"/>
              <a:pathLst>
                <a:path w="117622" h="58" extrusionOk="0">
                  <a:moveTo>
                    <a:pt x="1" y="1"/>
                  </a:moveTo>
                  <a:lnTo>
                    <a:pt x="1" y="58"/>
                  </a:lnTo>
                  <a:lnTo>
                    <a:pt x="117622" y="58"/>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0" name="Google Shape;14390;p31"/>
            <p:cNvSpPr/>
            <p:nvPr/>
          </p:nvSpPr>
          <p:spPr>
            <a:xfrm>
              <a:off x="635875" y="3040450"/>
              <a:ext cx="2940550" cy="1650"/>
            </a:xfrm>
            <a:custGeom>
              <a:avLst/>
              <a:gdLst/>
              <a:ahLst/>
              <a:cxnLst/>
              <a:rect l="l" t="t" r="r" b="b"/>
              <a:pathLst>
                <a:path w="117622" h="66" extrusionOk="0">
                  <a:moveTo>
                    <a:pt x="1" y="0"/>
                  </a:moveTo>
                  <a:lnTo>
                    <a:pt x="1" y="66"/>
                  </a:lnTo>
                  <a:lnTo>
                    <a:pt x="117622" y="66"/>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1" name="Google Shape;14391;p31"/>
            <p:cNvSpPr/>
            <p:nvPr/>
          </p:nvSpPr>
          <p:spPr>
            <a:xfrm>
              <a:off x="635875" y="2948700"/>
              <a:ext cx="2940550" cy="1450"/>
            </a:xfrm>
            <a:custGeom>
              <a:avLst/>
              <a:gdLst/>
              <a:ahLst/>
              <a:cxnLst/>
              <a:rect l="l" t="t" r="r" b="b"/>
              <a:pathLst>
                <a:path w="117622" h="58"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2" name="Google Shape;14392;p31"/>
            <p:cNvSpPr/>
            <p:nvPr/>
          </p:nvSpPr>
          <p:spPr>
            <a:xfrm>
              <a:off x="635875" y="2856900"/>
              <a:ext cx="2940550" cy="1500"/>
            </a:xfrm>
            <a:custGeom>
              <a:avLst/>
              <a:gdLst/>
              <a:ahLst/>
              <a:cxnLst/>
              <a:rect l="l" t="t" r="r" b="b"/>
              <a:pathLst>
                <a:path w="117622" h="60" extrusionOk="0">
                  <a:moveTo>
                    <a:pt x="1" y="1"/>
                  </a:moveTo>
                  <a:lnTo>
                    <a:pt x="1" y="59"/>
                  </a:lnTo>
                  <a:lnTo>
                    <a:pt x="117622" y="59"/>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3" name="Google Shape;14393;p31"/>
            <p:cNvSpPr/>
            <p:nvPr/>
          </p:nvSpPr>
          <p:spPr>
            <a:xfrm>
              <a:off x="635875" y="2764975"/>
              <a:ext cx="2940550" cy="1450"/>
            </a:xfrm>
            <a:custGeom>
              <a:avLst/>
              <a:gdLst/>
              <a:ahLst/>
              <a:cxnLst/>
              <a:rect l="l" t="t" r="r" b="b"/>
              <a:pathLst>
                <a:path w="117622" h="58" extrusionOk="0">
                  <a:moveTo>
                    <a:pt x="1" y="1"/>
                  </a:moveTo>
                  <a:lnTo>
                    <a:pt x="1" y="58"/>
                  </a:lnTo>
                  <a:lnTo>
                    <a:pt x="117622" y="58"/>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4" name="Google Shape;14394;p31"/>
            <p:cNvSpPr/>
            <p:nvPr/>
          </p:nvSpPr>
          <p:spPr>
            <a:xfrm>
              <a:off x="635875" y="2673250"/>
              <a:ext cx="2940550" cy="1425"/>
            </a:xfrm>
            <a:custGeom>
              <a:avLst/>
              <a:gdLst/>
              <a:ahLst/>
              <a:cxnLst/>
              <a:rect l="l" t="t" r="r" b="b"/>
              <a:pathLst>
                <a:path w="117622" h="57"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5" name="Google Shape;14395;p31"/>
            <p:cNvSpPr/>
            <p:nvPr/>
          </p:nvSpPr>
          <p:spPr>
            <a:xfrm>
              <a:off x="635875" y="2581275"/>
              <a:ext cx="2940550" cy="1450"/>
            </a:xfrm>
            <a:custGeom>
              <a:avLst/>
              <a:gdLst/>
              <a:ahLst/>
              <a:cxnLst/>
              <a:rect l="l" t="t" r="r" b="b"/>
              <a:pathLst>
                <a:path w="117622" h="58" extrusionOk="0">
                  <a:moveTo>
                    <a:pt x="1" y="1"/>
                  </a:moveTo>
                  <a:lnTo>
                    <a:pt x="1" y="57"/>
                  </a:lnTo>
                  <a:lnTo>
                    <a:pt x="117622" y="57"/>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6" name="Google Shape;14396;p31"/>
            <p:cNvSpPr/>
            <p:nvPr/>
          </p:nvSpPr>
          <p:spPr>
            <a:xfrm>
              <a:off x="635875" y="2489525"/>
              <a:ext cx="2940550" cy="1450"/>
            </a:xfrm>
            <a:custGeom>
              <a:avLst/>
              <a:gdLst/>
              <a:ahLst/>
              <a:cxnLst/>
              <a:rect l="l" t="t" r="r" b="b"/>
              <a:pathLst>
                <a:path w="117622" h="58" extrusionOk="0">
                  <a:moveTo>
                    <a:pt x="1" y="1"/>
                  </a:moveTo>
                  <a:lnTo>
                    <a:pt x="1" y="57"/>
                  </a:lnTo>
                  <a:lnTo>
                    <a:pt x="117622" y="57"/>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7" name="Google Shape;14397;p31"/>
            <p:cNvSpPr/>
            <p:nvPr/>
          </p:nvSpPr>
          <p:spPr>
            <a:xfrm>
              <a:off x="635875" y="2397575"/>
              <a:ext cx="2940550" cy="1650"/>
            </a:xfrm>
            <a:custGeom>
              <a:avLst/>
              <a:gdLst/>
              <a:ahLst/>
              <a:cxnLst/>
              <a:rect l="l" t="t" r="r" b="b"/>
              <a:pathLst>
                <a:path w="117622" h="66" extrusionOk="0">
                  <a:moveTo>
                    <a:pt x="1" y="0"/>
                  </a:moveTo>
                  <a:lnTo>
                    <a:pt x="1" y="65"/>
                  </a:lnTo>
                  <a:lnTo>
                    <a:pt x="117622" y="65"/>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8" name="Google Shape;14398;p31"/>
            <p:cNvSpPr/>
            <p:nvPr/>
          </p:nvSpPr>
          <p:spPr>
            <a:xfrm>
              <a:off x="635875" y="2305825"/>
              <a:ext cx="2940550" cy="1425"/>
            </a:xfrm>
            <a:custGeom>
              <a:avLst/>
              <a:gdLst/>
              <a:ahLst/>
              <a:cxnLst/>
              <a:rect l="l" t="t" r="r" b="b"/>
              <a:pathLst>
                <a:path w="117622" h="57"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9" name="Google Shape;14399;p31"/>
            <p:cNvSpPr/>
            <p:nvPr/>
          </p:nvSpPr>
          <p:spPr>
            <a:xfrm>
              <a:off x="635875" y="2213850"/>
              <a:ext cx="2940550" cy="1675"/>
            </a:xfrm>
            <a:custGeom>
              <a:avLst/>
              <a:gdLst/>
              <a:ahLst/>
              <a:cxnLst/>
              <a:rect l="l" t="t" r="r" b="b"/>
              <a:pathLst>
                <a:path w="117622" h="67" extrusionOk="0">
                  <a:moveTo>
                    <a:pt x="1" y="1"/>
                  </a:moveTo>
                  <a:lnTo>
                    <a:pt x="1" y="66"/>
                  </a:lnTo>
                  <a:lnTo>
                    <a:pt x="117622" y="66"/>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0" name="Google Shape;14400;p31"/>
            <p:cNvSpPr/>
            <p:nvPr/>
          </p:nvSpPr>
          <p:spPr>
            <a:xfrm>
              <a:off x="635875" y="2122100"/>
              <a:ext cx="2940550" cy="1450"/>
            </a:xfrm>
            <a:custGeom>
              <a:avLst/>
              <a:gdLst/>
              <a:ahLst/>
              <a:cxnLst/>
              <a:rect l="l" t="t" r="r" b="b"/>
              <a:pathLst>
                <a:path w="117622" h="58" extrusionOk="0">
                  <a:moveTo>
                    <a:pt x="1" y="1"/>
                  </a:moveTo>
                  <a:lnTo>
                    <a:pt x="1" y="58"/>
                  </a:lnTo>
                  <a:lnTo>
                    <a:pt x="117622" y="58"/>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1" name="Google Shape;14401;p31"/>
            <p:cNvSpPr/>
            <p:nvPr/>
          </p:nvSpPr>
          <p:spPr>
            <a:xfrm>
              <a:off x="635875" y="2030350"/>
              <a:ext cx="2940550" cy="1450"/>
            </a:xfrm>
            <a:custGeom>
              <a:avLst/>
              <a:gdLst/>
              <a:ahLst/>
              <a:cxnLst/>
              <a:rect l="l" t="t" r="r" b="b"/>
              <a:pathLst>
                <a:path w="117622" h="58" extrusionOk="0">
                  <a:moveTo>
                    <a:pt x="1" y="1"/>
                  </a:moveTo>
                  <a:lnTo>
                    <a:pt x="1" y="58"/>
                  </a:lnTo>
                  <a:lnTo>
                    <a:pt x="117622" y="58"/>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2" name="Google Shape;14402;p31"/>
            <p:cNvSpPr/>
            <p:nvPr/>
          </p:nvSpPr>
          <p:spPr>
            <a:xfrm>
              <a:off x="635875" y="1938400"/>
              <a:ext cx="2940550" cy="1475"/>
            </a:xfrm>
            <a:custGeom>
              <a:avLst/>
              <a:gdLst/>
              <a:ahLst/>
              <a:cxnLst/>
              <a:rect l="l" t="t" r="r" b="b"/>
              <a:pathLst>
                <a:path w="117622" h="59" extrusionOk="0">
                  <a:moveTo>
                    <a:pt x="1" y="0"/>
                  </a:moveTo>
                  <a:lnTo>
                    <a:pt x="1" y="59"/>
                  </a:lnTo>
                  <a:lnTo>
                    <a:pt x="117622" y="59"/>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3" name="Google Shape;14403;p31"/>
            <p:cNvSpPr/>
            <p:nvPr/>
          </p:nvSpPr>
          <p:spPr>
            <a:xfrm>
              <a:off x="635875" y="1846650"/>
              <a:ext cx="2940550" cy="1450"/>
            </a:xfrm>
            <a:custGeom>
              <a:avLst/>
              <a:gdLst/>
              <a:ahLst/>
              <a:cxnLst/>
              <a:rect l="l" t="t" r="r" b="b"/>
              <a:pathLst>
                <a:path w="117622" h="58"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4" name="Google Shape;14404;p31"/>
            <p:cNvSpPr/>
            <p:nvPr/>
          </p:nvSpPr>
          <p:spPr>
            <a:xfrm>
              <a:off x="635875" y="1754675"/>
              <a:ext cx="2940550" cy="1500"/>
            </a:xfrm>
            <a:custGeom>
              <a:avLst/>
              <a:gdLst/>
              <a:ahLst/>
              <a:cxnLst/>
              <a:rect l="l" t="t" r="r" b="b"/>
              <a:pathLst>
                <a:path w="117622" h="60" extrusionOk="0">
                  <a:moveTo>
                    <a:pt x="1" y="1"/>
                  </a:moveTo>
                  <a:lnTo>
                    <a:pt x="1" y="59"/>
                  </a:lnTo>
                  <a:lnTo>
                    <a:pt x="117622" y="59"/>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5" name="Google Shape;14405;p31"/>
            <p:cNvSpPr/>
            <p:nvPr/>
          </p:nvSpPr>
          <p:spPr>
            <a:xfrm>
              <a:off x="635875" y="1662925"/>
              <a:ext cx="2940550" cy="1450"/>
            </a:xfrm>
            <a:custGeom>
              <a:avLst/>
              <a:gdLst/>
              <a:ahLst/>
              <a:cxnLst/>
              <a:rect l="l" t="t" r="r" b="b"/>
              <a:pathLst>
                <a:path w="117622" h="58" extrusionOk="0">
                  <a:moveTo>
                    <a:pt x="1" y="1"/>
                  </a:moveTo>
                  <a:lnTo>
                    <a:pt x="1" y="58"/>
                  </a:lnTo>
                  <a:lnTo>
                    <a:pt x="117622" y="58"/>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6" name="Google Shape;14406;p31"/>
            <p:cNvSpPr/>
            <p:nvPr/>
          </p:nvSpPr>
          <p:spPr>
            <a:xfrm>
              <a:off x="635875" y="1571025"/>
              <a:ext cx="2940550" cy="1600"/>
            </a:xfrm>
            <a:custGeom>
              <a:avLst/>
              <a:gdLst/>
              <a:ahLst/>
              <a:cxnLst/>
              <a:rect l="l" t="t" r="r" b="b"/>
              <a:pathLst>
                <a:path w="117622" h="64" extrusionOk="0">
                  <a:moveTo>
                    <a:pt x="1" y="0"/>
                  </a:moveTo>
                  <a:lnTo>
                    <a:pt x="1" y="64"/>
                  </a:lnTo>
                  <a:lnTo>
                    <a:pt x="117622" y="64"/>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7" name="Google Shape;14407;p31"/>
            <p:cNvSpPr/>
            <p:nvPr/>
          </p:nvSpPr>
          <p:spPr>
            <a:xfrm>
              <a:off x="635875" y="1479225"/>
              <a:ext cx="2940550" cy="1500"/>
            </a:xfrm>
            <a:custGeom>
              <a:avLst/>
              <a:gdLst/>
              <a:ahLst/>
              <a:cxnLst/>
              <a:rect l="l" t="t" r="r" b="b"/>
              <a:pathLst>
                <a:path w="117622" h="60" extrusionOk="0">
                  <a:moveTo>
                    <a:pt x="1" y="1"/>
                  </a:moveTo>
                  <a:lnTo>
                    <a:pt x="1" y="59"/>
                  </a:lnTo>
                  <a:lnTo>
                    <a:pt x="117622" y="59"/>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8" name="Google Shape;14408;p31"/>
            <p:cNvSpPr/>
            <p:nvPr/>
          </p:nvSpPr>
          <p:spPr>
            <a:xfrm>
              <a:off x="635875" y="1387475"/>
              <a:ext cx="2940550" cy="1450"/>
            </a:xfrm>
            <a:custGeom>
              <a:avLst/>
              <a:gdLst/>
              <a:ahLst/>
              <a:cxnLst/>
              <a:rect l="l" t="t" r="r" b="b"/>
              <a:pathLst>
                <a:path w="117622" h="58" extrusionOk="0">
                  <a:moveTo>
                    <a:pt x="1" y="1"/>
                  </a:moveTo>
                  <a:lnTo>
                    <a:pt x="1" y="57"/>
                  </a:lnTo>
                  <a:lnTo>
                    <a:pt x="117622" y="57"/>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9" name="Google Shape;14409;p31"/>
            <p:cNvSpPr/>
            <p:nvPr/>
          </p:nvSpPr>
          <p:spPr>
            <a:xfrm>
              <a:off x="635875" y="1295525"/>
              <a:ext cx="2940550" cy="1475"/>
            </a:xfrm>
            <a:custGeom>
              <a:avLst/>
              <a:gdLst/>
              <a:ahLst/>
              <a:cxnLst/>
              <a:rect l="l" t="t" r="r" b="b"/>
              <a:pathLst>
                <a:path w="117622" h="59" extrusionOk="0">
                  <a:moveTo>
                    <a:pt x="1" y="0"/>
                  </a:moveTo>
                  <a:lnTo>
                    <a:pt x="1" y="59"/>
                  </a:lnTo>
                  <a:lnTo>
                    <a:pt x="117622" y="59"/>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0" name="Google Shape;14410;p31"/>
            <p:cNvSpPr/>
            <p:nvPr/>
          </p:nvSpPr>
          <p:spPr>
            <a:xfrm>
              <a:off x="635875" y="1203775"/>
              <a:ext cx="2940550" cy="1425"/>
            </a:xfrm>
            <a:custGeom>
              <a:avLst/>
              <a:gdLst/>
              <a:ahLst/>
              <a:cxnLst/>
              <a:rect l="l" t="t" r="r" b="b"/>
              <a:pathLst>
                <a:path w="117622" h="57"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1" name="Google Shape;14411;p31"/>
            <p:cNvSpPr/>
            <p:nvPr/>
          </p:nvSpPr>
          <p:spPr>
            <a:xfrm>
              <a:off x="635875" y="1111850"/>
              <a:ext cx="2940550" cy="1450"/>
            </a:xfrm>
            <a:custGeom>
              <a:avLst/>
              <a:gdLst/>
              <a:ahLst/>
              <a:cxnLst/>
              <a:rect l="l" t="t" r="r" b="b"/>
              <a:pathLst>
                <a:path w="117622" h="58"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2" name="Google Shape;14412;p31"/>
            <p:cNvSpPr/>
            <p:nvPr/>
          </p:nvSpPr>
          <p:spPr>
            <a:xfrm>
              <a:off x="773700" y="1065050"/>
              <a:ext cx="1475" cy="4410900"/>
            </a:xfrm>
            <a:custGeom>
              <a:avLst/>
              <a:gdLst/>
              <a:ahLst/>
              <a:cxnLst/>
              <a:rect l="l" t="t" r="r" b="b"/>
              <a:pathLst>
                <a:path w="59" h="176436" extrusionOk="0">
                  <a:moveTo>
                    <a:pt x="0" y="0"/>
                  </a:moveTo>
                  <a:lnTo>
                    <a:pt x="0" y="176435"/>
                  </a:lnTo>
                  <a:lnTo>
                    <a:pt x="59" y="176435"/>
                  </a:lnTo>
                  <a:lnTo>
                    <a:pt x="59"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3" name="Google Shape;14413;p31"/>
            <p:cNvSpPr/>
            <p:nvPr/>
          </p:nvSpPr>
          <p:spPr>
            <a:xfrm>
              <a:off x="681950" y="1065050"/>
              <a:ext cx="1450" cy="4410900"/>
            </a:xfrm>
            <a:custGeom>
              <a:avLst/>
              <a:gdLst/>
              <a:ahLst/>
              <a:cxnLst/>
              <a:rect l="l" t="t" r="r" b="b"/>
              <a:pathLst>
                <a:path w="58" h="176436" extrusionOk="0">
                  <a:moveTo>
                    <a:pt x="1" y="0"/>
                  </a:moveTo>
                  <a:lnTo>
                    <a:pt x="1"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4" name="Google Shape;14414;p31"/>
            <p:cNvSpPr/>
            <p:nvPr/>
          </p:nvSpPr>
          <p:spPr>
            <a:xfrm>
              <a:off x="865650" y="1065050"/>
              <a:ext cx="1450" cy="4410900"/>
            </a:xfrm>
            <a:custGeom>
              <a:avLst/>
              <a:gdLst/>
              <a:ahLst/>
              <a:cxnLst/>
              <a:rect l="l" t="t" r="r" b="b"/>
              <a:pathLst>
                <a:path w="58" h="176436" extrusionOk="0">
                  <a:moveTo>
                    <a:pt x="1" y="0"/>
                  </a:moveTo>
                  <a:lnTo>
                    <a:pt x="1" y="176435"/>
                  </a:lnTo>
                  <a:lnTo>
                    <a:pt x="58" y="176435"/>
                  </a:lnTo>
                  <a:lnTo>
                    <a:pt x="58"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5" name="Google Shape;14415;p31"/>
            <p:cNvSpPr/>
            <p:nvPr/>
          </p:nvSpPr>
          <p:spPr>
            <a:xfrm>
              <a:off x="957400" y="1065050"/>
              <a:ext cx="1500" cy="4410900"/>
            </a:xfrm>
            <a:custGeom>
              <a:avLst/>
              <a:gdLst/>
              <a:ahLst/>
              <a:cxnLst/>
              <a:rect l="l" t="t" r="r" b="b"/>
              <a:pathLst>
                <a:path w="60" h="176436" extrusionOk="0">
                  <a:moveTo>
                    <a:pt x="1" y="0"/>
                  </a:moveTo>
                  <a:lnTo>
                    <a:pt x="1" y="176435"/>
                  </a:lnTo>
                  <a:lnTo>
                    <a:pt x="59" y="176435"/>
                  </a:lnTo>
                  <a:lnTo>
                    <a:pt x="59"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6" name="Google Shape;14416;p31"/>
            <p:cNvSpPr/>
            <p:nvPr/>
          </p:nvSpPr>
          <p:spPr>
            <a:xfrm>
              <a:off x="1049375" y="1065050"/>
              <a:ext cx="1450" cy="4410900"/>
            </a:xfrm>
            <a:custGeom>
              <a:avLst/>
              <a:gdLst/>
              <a:ahLst/>
              <a:cxnLst/>
              <a:rect l="l" t="t" r="r" b="b"/>
              <a:pathLst>
                <a:path w="58" h="176436" extrusionOk="0">
                  <a:moveTo>
                    <a:pt x="0" y="0"/>
                  </a:moveTo>
                  <a:lnTo>
                    <a:pt x="0"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7" name="Google Shape;14417;p31"/>
            <p:cNvSpPr/>
            <p:nvPr/>
          </p:nvSpPr>
          <p:spPr>
            <a:xfrm>
              <a:off x="1141125" y="1065050"/>
              <a:ext cx="1450" cy="4410900"/>
            </a:xfrm>
            <a:custGeom>
              <a:avLst/>
              <a:gdLst/>
              <a:ahLst/>
              <a:cxnLst/>
              <a:rect l="l" t="t" r="r" b="b"/>
              <a:pathLst>
                <a:path w="58" h="176436" extrusionOk="0">
                  <a:moveTo>
                    <a:pt x="0" y="0"/>
                  </a:moveTo>
                  <a:lnTo>
                    <a:pt x="0"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8" name="Google Shape;14418;p31"/>
            <p:cNvSpPr/>
            <p:nvPr/>
          </p:nvSpPr>
          <p:spPr>
            <a:xfrm>
              <a:off x="1232875" y="1065050"/>
              <a:ext cx="1650" cy="4410900"/>
            </a:xfrm>
            <a:custGeom>
              <a:avLst/>
              <a:gdLst/>
              <a:ahLst/>
              <a:cxnLst/>
              <a:rect l="l" t="t" r="r" b="b"/>
              <a:pathLst>
                <a:path w="66" h="176436" extrusionOk="0">
                  <a:moveTo>
                    <a:pt x="0" y="0"/>
                  </a:moveTo>
                  <a:lnTo>
                    <a:pt x="0" y="176435"/>
                  </a:lnTo>
                  <a:lnTo>
                    <a:pt x="66" y="176435"/>
                  </a:lnTo>
                  <a:lnTo>
                    <a:pt x="66"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9" name="Google Shape;14419;p31"/>
            <p:cNvSpPr/>
            <p:nvPr/>
          </p:nvSpPr>
          <p:spPr>
            <a:xfrm>
              <a:off x="1324825" y="1065050"/>
              <a:ext cx="1450" cy="4410900"/>
            </a:xfrm>
            <a:custGeom>
              <a:avLst/>
              <a:gdLst/>
              <a:ahLst/>
              <a:cxnLst/>
              <a:rect l="l" t="t" r="r" b="b"/>
              <a:pathLst>
                <a:path w="58" h="176436" extrusionOk="0">
                  <a:moveTo>
                    <a:pt x="1" y="0"/>
                  </a:moveTo>
                  <a:lnTo>
                    <a:pt x="1" y="176435"/>
                  </a:lnTo>
                  <a:lnTo>
                    <a:pt x="58" y="176435"/>
                  </a:lnTo>
                  <a:lnTo>
                    <a:pt x="58"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0" name="Google Shape;14420;p31"/>
            <p:cNvSpPr/>
            <p:nvPr/>
          </p:nvSpPr>
          <p:spPr>
            <a:xfrm>
              <a:off x="1416575" y="1065050"/>
              <a:ext cx="1500" cy="4410900"/>
            </a:xfrm>
            <a:custGeom>
              <a:avLst/>
              <a:gdLst/>
              <a:ahLst/>
              <a:cxnLst/>
              <a:rect l="l" t="t" r="r" b="b"/>
              <a:pathLst>
                <a:path w="60" h="176436" extrusionOk="0">
                  <a:moveTo>
                    <a:pt x="1" y="0"/>
                  </a:moveTo>
                  <a:lnTo>
                    <a:pt x="1" y="176435"/>
                  </a:lnTo>
                  <a:lnTo>
                    <a:pt x="59" y="176435"/>
                  </a:lnTo>
                  <a:lnTo>
                    <a:pt x="59"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1" name="Google Shape;14421;p31"/>
            <p:cNvSpPr/>
            <p:nvPr/>
          </p:nvSpPr>
          <p:spPr>
            <a:xfrm>
              <a:off x="1508550" y="1065050"/>
              <a:ext cx="1425" cy="4410900"/>
            </a:xfrm>
            <a:custGeom>
              <a:avLst/>
              <a:gdLst/>
              <a:ahLst/>
              <a:cxnLst/>
              <a:rect l="l" t="t" r="r" b="b"/>
              <a:pathLst>
                <a:path w="57" h="176436" extrusionOk="0">
                  <a:moveTo>
                    <a:pt x="0" y="0"/>
                  </a:moveTo>
                  <a:lnTo>
                    <a:pt x="0"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2" name="Google Shape;14422;p31"/>
            <p:cNvSpPr/>
            <p:nvPr/>
          </p:nvSpPr>
          <p:spPr>
            <a:xfrm>
              <a:off x="1600300" y="1065050"/>
              <a:ext cx="1425" cy="4410900"/>
            </a:xfrm>
            <a:custGeom>
              <a:avLst/>
              <a:gdLst/>
              <a:ahLst/>
              <a:cxnLst/>
              <a:rect l="l" t="t" r="r" b="b"/>
              <a:pathLst>
                <a:path w="57" h="176436" extrusionOk="0">
                  <a:moveTo>
                    <a:pt x="0" y="0"/>
                  </a:moveTo>
                  <a:lnTo>
                    <a:pt x="0"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3" name="Google Shape;14423;p31"/>
            <p:cNvSpPr/>
            <p:nvPr/>
          </p:nvSpPr>
          <p:spPr>
            <a:xfrm>
              <a:off x="1692250" y="1065050"/>
              <a:ext cx="1450" cy="4410900"/>
            </a:xfrm>
            <a:custGeom>
              <a:avLst/>
              <a:gdLst/>
              <a:ahLst/>
              <a:cxnLst/>
              <a:rect l="l" t="t" r="r" b="b"/>
              <a:pathLst>
                <a:path w="58" h="176436" extrusionOk="0">
                  <a:moveTo>
                    <a:pt x="1" y="0"/>
                  </a:moveTo>
                  <a:lnTo>
                    <a:pt x="1"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4" name="Google Shape;14424;p31"/>
            <p:cNvSpPr/>
            <p:nvPr/>
          </p:nvSpPr>
          <p:spPr>
            <a:xfrm>
              <a:off x="1784000" y="1065050"/>
              <a:ext cx="1450" cy="4410900"/>
            </a:xfrm>
            <a:custGeom>
              <a:avLst/>
              <a:gdLst/>
              <a:ahLst/>
              <a:cxnLst/>
              <a:rect l="l" t="t" r="r" b="b"/>
              <a:pathLst>
                <a:path w="58" h="176436" extrusionOk="0">
                  <a:moveTo>
                    <a:pt x="0" y="0"/>
                  </a:moveTo>
                  <a:lnTo>
                    <a:pt x="0"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5" name="Google Shape;14425;p31"/>
            <p:cNvSpPr/>
            <p:nvPr/>
          </p:nvSpPr>
          <p:spPr>
            <a:xfrm>
              <a:off x="1875750" y="1065050"/>
              <a:ext cx="1650" cy="4410900"/>
            </a:xfrm>
            <a:custGeom>
              <a:avLst/>
              <a:gdLst/>
              <a:ahLst/>
              <a:cxnLst/>
              <a:rect l="l" t="t" r="r" b="b"/>
              <a:pathLst>
                <a:path w="66" h="176436" extrusionOk="0">
                  <a:moveTo>
                    <a:pt x="0" y="0"/>
                  </a:moveTo>
                  <a:lnTo>
                    <a:pt x="0" y="176435"/>
                  </a:lnTo>
                  <a:lnTo>
                    <a:pt x="66" y="176435"/>
                  </a:lnTo>
                  <a:lnTo>
                    <a:pt x="66"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6" name="Google Shape;14426;p31"/>
            <p:cNvSpPr/>
            <p:nvPr/>
          </p:nvSpPr>
          <p:spPr>
            <a:xfrm>
              <a:off x="1967700" y="1065050"/>
              <a:ext cx="1450" cy="4410900"/>
            </a:xfrm>
            <a:custGeom>
              <a:avLst/>
              <a:gdLst/>
              <a:ahLst/>
              <a:cxnLst/>
              <a:rect l="l" t="t" r="r" b="b"/>
              <a:pathLst>
                <a:path w="58" h="176436" extrusionOk="0">
                  <a:moveTo>
                    <a:pt x="1" y="0"/>
                  </a:moveTo>
                  <a:lnTo>
                    <a:pt x="1" y="176435"/>
                  </a:lnTo>
                  <a:lnTo>
                    <a:pt x="58" y="176435"/>
                  </a:lnTo>
                  <a:lnTo>
                    <a:pt x="58"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7" name="Google Shape;14427;p31"/>
            <p:cNvSpPr/>
            <p:nvPr/>
          </p:nvSpPr>
          <p:spPr>
            <a:xfrm>
              <a:off x="2059450" y="1065050"/>
              <a:ext cx="1675" cy="4410900"/>
            </a:xfrm>
            <a:custGeom>
              <a:avLst/>
              <a:gdLst/>
              <a:ahLst/>
              <a:cxnLst/>
              <a:rect l="l" t="t" r="r" b="b"/>
              <a:pathLst>
                <a:path w="67" h="176436" extrusionOk="0">
                  <a:moveTo>
                    <a:pt x="1" y="0"/>
                  </a:moveTo>
                  <a:lnTo>
                    <a:pt x="1" y="176435"/>
                  </a:lnTo>
                  <a:lnTo>
                    <a:pt x="66" y="176435"/>
                  </a:lnTo>
                  <a:lnTo>
                    <a:pt x="66"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8" name="Google Shape;14428;p31"/>
            <p:cNvSpPr/>
            <p:nvPr/>
          </p:nvSpPr>
          <p:spPr>
            <a:xfrm>
              <a:off x="2151425" y="1065050"/>
              <a:ext cx="1450" cy="4410900"/>
            </a:xfrm>
            <a:custGeom>
              <a:avLst/>
              <a:gdLst/>
              <a:ahLst/>
              <a:cxnLst/>
              <a:rect l="l" t="t" r="r" b="b"/>
              <a:pathLst>
                <a:path w="58" h="176436" extrusionOk="0">
                  <a:moveTo>
                    <a:pt x="0" y="0"/>
                  </a:moveTo>
                  <a:lnTo>
                    <a:pt x="0"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9" name="Google Shape;14429;p31"/>
            <p:cNvSpPr/>
            <p:nvPr/>
          </p:nvSpPr>
          <p:spPr>
            <a:xfrm>
              <a:off x="2243175" y="1065050"/>
              <a:ext cx="1425" cy="4410900"/>
            </a:xfrm>
            <a:custGeom>
              <a:avLst/>
              <a:gdLst/>
              <a:ahLst/>
              <a:cxnLst/>
              <a:rect l="l" t="t" r="r" b="b"/>
              <a:pathLst>
                <a:path w="57" h="176436" extrusionOk="0">
                  <a:moveTo>
                    <a:pt x="0" y="0"/>
                  </a:moveTo>
                  <a:lnTo>
                    <a:pt x="0"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0" name="Google Shape;14430;p31"/>
            <p:cNvSpPr/>
            <p:nvPr/>
          </p:nvSpPr>
          <p:spPr>
            <a:xfrm>
              <a:off x="2335075" y="1065050"/>
              <a:ext cx="1500" cy="4410900"/>
            </a:xfrm>
            <a:custGeom>
              <a:avLst/>
              <a:gdLst/>
              <a:ahLst/>
              <a:cxnLst/>
              <a:rect l="l" t="t" r="r" b="b"/>
              <a:pathLst>
                <a:path w="60" h="176436" extrusionOk="0">
                  <a:moveTo>
                    <a:pt x="1" y="0"/>
                  </a:moveTo>
                  <a:lnTo>
                    <a:pt x="1" y="176435"/>
                  </a:lnTo>
                  <a:lnTo>
                    <a:pt x="59" y="176435"/>
                  </a:lnTo>
                  <a:lnTo>
                    <a:pt x="59"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1" name="Google Shape;14431;p31"/>
            <p:cNvSpPr/>
            <p:nvPr/>
          </p:nvSpPr>
          <p:spPr>
            <a:xfrm>
              <a:off x="2426875" y="1065050"/>
              <a:ext cx="1450" cy="4410900"/>
            </a:xfrm>
            <a:custGeom>
              <a:avLst/>
              <a:gdLst/>
              <a:ahLst/>
              <a:cxnLst/>
              <a:rect l="l" t="t" r="r" b="b"/>
              <a:pathLst>
                <a:path w="58" h="176436" extrusionOk="0">
                  <a:moveTo>
                    <a:pt x="1" y="0"/>
                  </a:moveTo>
                  <a:lnTo>
                    <a:pt x="1"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2" name="Google Shape;14432;p31"/>
            <p:cNvSpPr/>
            <p:nvPr/>
          </p:nvSpPr>
          <p:spPr>
            <a:xfrm>
              <a:off x="2518800" y="1065050"/>
              <a:ext cx="1475" cy="4410900"/>
            </a:xfrm>
            <a:custGeom>
              <a:avLst/>
              <a:gdLst/>
              <a:ahLst/>
              <a:cxnLst/>
              <a:rect l="l" t="t" r="r" b="b"/>
              <a:pathLst>
                <a:path w="59" h="176436" extrusionOk="0">
                  <a:moveTo>
                    <a:pt x="0" y="0"/>
                  </a:moveTo>
                  <a:lnTo>
                    <a:pt x="0" y="176435"/>
                  </a:lnTo>
                  <a:lnTo>
                    <a:pt x="59" y="176435"/>
                  </a:lnTo>
                  <a:lnTo>
                    <a:pt x="59"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3" name="Google Shape;14433;p31"/>
            <p:cNvSpPr/>
            <p:nvPr/>
          </p:nvSpPr>
          <p:spPr>
            <a:xfrm>
              <a:off x="2610600" y="1065050"/>
              <a:ext cx="1425" cy="4410900"/>
            </a:xfrm>
            <a:custGeom>
              <a:avLst/>
              <a:gdLst/>
              <a:ahLst/>
              <a:cxnLst/>
              <a:rect l="l" t="t" r="r" b="b"/>
              <a:pathLst>
                <a:path w="57" h="176436" extrusionOk="0">
                  <a:moveTo>
                    <a:pt x="0" y="0"/>
                  </a:moveTo>
                  <a:lnTo>
                    <a:pt x="0"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4" name="Google Shape;14434;p31"/>
            <p:cNvSpPr/>
            <p:nvPr/>
          </p:nvSpPr>
          <p:spPr>
            <a:xfrm>
              <a:off x="2702325" y="1065050"/>
              <a:ext cx="1625" cy="4410900"/>
            </a:xfrm>
            <a:custGeom>
              <a:avLst/>
              <a:gdLst/>
              <a:ahLst/>
              <a:cxnLst/>
              <a:rect l="l" t="t" r="r" b="b"/>
              <a:pathLst>
                <a:path w="65" h="176436" extrusionOk="0">
                  <a:moveTo>
                    <a:pt x="1" y="0"/>
                  </a:moveTo>
                  <a:lnTo>
                    <a:pt x="1" y="176435"/>
                  </a:lnTo>
                  <a:lnTo>
                    <a:pt x="65" y="176435"/>
                  </a:lnTo>
                  <a:lnTo>
                    <a:pt x="65"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5" name="Google Shape;14435;p31"/>
            <p:cNvSpPr/>
            <p:nvPr/>
          </p:nvSpPr>
          <p:spPr>
            <a:xfrm>
              <a:off x="2794250" y="1065050"/>
              <a:ext cx="1500" cy="4410900"/>
            </a:xfrm>
            <a:custGeom>
              <a:avLst/>
              <a:gdLst/>
              <a:ahLst/>
              <a:cxnLst/>
              <a:rect l="l" t="t" r="r" b="b"/>
              <a:pathLst>
                <a:path w="60" h="176436" extrusionOk="0">
                  <a:moveTo>
                    <a:pt x="1" y="0"/>
                  </a:moveTo>
                  <a:lnTo>
                    <a:pt x="1" y="176435"/>
                  </a:lnTo>
                  <a:lnTo>
                    <a:pt x="59" y="176435"/>
                  </a:lnTo>
                  <a:lnTo>
                    <a:pt x="59"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6" name="Google Shape;14436;p31"/>
            <p:cNvSpPr/>
            <p:nvPr/>
          </p:nvSpPr>
          <p:spPr>
            <a:xfrm>
              <a:off x="2886050" y="1065050"/>
              <a:ext cx="1625" cy="4410900"/>
            </a:xfrm>
            <a:custGeom>
              <a:avLst/>
              <a:gdLst/>
              <a:ahLst/>
              <a:cxnLst/>
              <a:rect l="l" t="t" r="r" b="b"/>
              <a:pathLst>
                <a:path w="65" h="176436" extrusionOk="0">
                  <a:moveTo>
                    <a:pt x="0" y="0"/>
                  </a:moveTo>
                  <a:lnTo>
                    <a:pt x="0" y="176435"/>
                  </a:lnTo>
                  <a:lnTo>
                    <a:pt x="64" y="176435"/>
                  </a:lnTo>
                  <a:lnTo>
                    <a:pt x="64"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7" name="Google Shape;14437;p31"/>
            <p:cNvSpPr/>
            <p:nvPr/>
          </p:nvSpPr>
          <p:spPr>
            <a:xfrm>
              <a:off x="2977975" y="1065050"/>
              <a:ext cx="1475" cy="4410900"/>
            </a:xfrm>
            <a:custGeom>
              <a:avLst/>
              <a:gdLst/>
              <a:ahLst/>
              <a:cxnLst/>
              <a:rect l="l" t="t" r="r" b="b"/>
              <a:pathLst>
                <a:path w="59" h="176436" extrusionOk="0">
                  <a:moveTo>
                    <a:pt x="0" y="0"/>
                  </a:moveTo>
                  <a:lnTo>
                    <a:pt x="0" y="176435"/>
                  </a:lnTo>
                  <a:lnTo>
                    <a:pt x="59" y="176435"/>
                  </a:lnTo>
                  <a:lnTo>
                    <a:pt x="59"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8" name="Google Shape;14438;p31"/>
            <p:cNvSpPr/>
            <p:nvPr/>
          </p:nvSpPr>
          <p:spPr>
            <a:xfrm>
              <a:off x="3069750" y="1065050"/>
              <a:ext cx="1450" cy="4410900"/>
            </a:xfrm>
            <a:custGeom>
              <a:avLst/>
              <a:gdLst/>
              <a:ahLst/>
              <a:cxnLst/>
              <a:rect l="l" t="t" r="r" b="b"/>
              <a:pathLst>
                <a:path w="58" h="176436" extrusionOk="0">
                  <a:moveTo>
                    <a:pt x="1" y="0"/>
                  </a:moveTo>
                  <a:lnTo>
                    <a:pt x="1" y="176435"/>
                  </a:lnTo>
                  <a:lnTo>
                    <a:pt x="58" y="176435"/>
                  </a:lnTo>
                  <a:lnTo>
                    <a:pt x="58"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9" name="Google Shape;14439;p31"/>
            <p:cNvSpPr/>
            <p:nvPr/>
          </p:nvSpPr>
          <p:spPr>
            <a:xfrm>
              <a:off x="3161675" y="1065050"/>
              <a:ext cx="1450" cy="4410900"/>
            </a:xfrm>
            <a:custGeom>
              <a:avLst/>
              <a:gdLst/>
              <a:ahLst/>
              <a:cxnLst/>
              <a:rect l="l" t="t" r="r" b="b"/>
              <a:pathLst>
                <a:path w="58" h="176436" extrusionOk="0">
                  <a:moveTo>
                    <a:pt x="1" y="0"/>
                  </a:moveTo>
                  <a:lnTo>
                    <a:pt x="1"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0" name="Google Shape;14440;p31"/>
            <p:cNvSpPr/>
            <p:nvPr/>
          </p:nvSpPr>
          <p:spPr>
            <a:xfrm>
              <a:off x="3253425" y="1065050"/>
              <a:ext cx="1475" cy="4410900"/>
            </a:xfrm>
            <a:custGeom>
              <a:avLst/>
              <a:gdLst/>
              <a:ahLst/>
              <a:cxnLst/>
              <a:rect l="l" t="t" r="r" b="b"/>
              <a:pathLst>
                <a:path w="59" h="176436" extrusionOk="0">
                  <a:moveTo>
                    <a:pt x="0" y="0"/>
                  </a:moveTo>
                  <a:lnTo>
                    <a:pt x="0" y="176435"/>
                  </a:lnTo>
                  <a:lnTo>
                    <a:pt x="59" y="176435"/>
                  </a:lnTo>
                  <a:lnTo>
                    <a:pt x="59"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1" name="Google Shape;14441;p31"/>
            <p:cNvSpPr/>
            <p:nvPr/>
          </p:nvSpPr>
          <p:spPr>
            <a:xfrm>
              <a:off x="3345375" y="1065050"/>
              <a:ext cx="1450" cy="4410900"/>
            </a:xfrm>
            <a:custGeom>
              <a:avLst/>
              <a:gdLst/>
              <a:ahLst/>
              <a:cxnLst/>
              <a:rect l="l" t="t" r="r" b="b"/>
              <a:pathLst>
                <a:path w="58" h="176436" extrusionOk="0">
                  <a:moveTo>
                    <a:pt x="1" y="0"/>
                  </a:moveTo>
                  <a:lnTo>
                    <a:pt x="1" y="176435"/>
                  </a:lnTo>
                  <a:lnTo>
                    <a:pt x="58" y="176435"/>
                  </a:lnTo>
                  <a:lnTo>
                    <a:pt x="58"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2" name="Google Shape;14442;p31"/>
            <p:cNvSpPr/>
            <p:nvPr/>
          </p:nvSpPr>
          <p:spPr>
            <a:xfrm>
              <a:off x="3437125" y="1065050"/>
              <a:ext cx="1500" cy="4410900"/>
            </a:xfrm>
            <a:custGeom>
              <a:avLst/>
              <a:gdLst/>
              <a:ahLst/>
              <a:cxnLst/>
              <a:rect l="l" t="t" r="r" b="b"/>
              <a:pathLst>
                <a:path w="60" h="176436" extrusionOk="0">
                  <a:moveTo>
                    <a:pt x="1" y="0"/>
                  </a:moveTo>
                  <a:lnTo>
                    <a:pt x="1" y="176435"/>
                  </a:lnTo>
                  <a:lnTo>
                    <a:pt x="59" y="176435"/>
                  </a:lnTo>
                  <a:lnTo>
                    <a:pt x="59"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3" name="Google Shape;14443;p31"/>
            <p:cNvSpPr/>
            <p:nvPr/>
          </p:nvSpPr>
          <p:spPr>
            <a:xfrm>
              <a:off x="3528925" y="1065050"/>
              <a:ext cx="1625" cy="4410900"/>
            </a:xfrm>
            <a:custGeom>
              <a:avLst/>
              <a:gdLst/>
              <a:ahLst/>
              <a:cxnLst/>
              <a:rect l="l" t="t" r="r" b="b"/>
              <a:pathLst>
                <a:path w="65" h="176436" extrusionOk="0">
                  <a:moveTo>
                    <a:pt x="1" y="0"/>
                  </a:moveTo>
                  <a:lnTo>
                    <a:pt x="1" y="176435"/>
                  </a:lnTo>
                  <a:lnTo>
                    <a:pt x="64" y="176435"/>
                  </a:lnTo>
                  <a:lnTo>
                    <a:pt x="64"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44" name="Google Shape;14444;p31"/>
          <p:cNvGrpSpPr/>
          <p:nvPr/>
        </p:nvGrpSpPr>
        <p:grpSpPr>
          <a:xfrm rot="-5400000">
            <a:off x="5968319" y="-2113997"/>
            <a:ext cx="347597" cy="4345456"/>
            <a:chOff x="-136402" y="-175976"/>
            <a:chExt cx="347597" cy="4345456"/>
          </a:xfrm>
        </p:grpSpPr>
        <p:sp>
          <p:nvSpPr>
            <p:cNvPr id="14445" name="Google Shape;14445;p31"/>
            <p:cNvSpPr/>
            <p:nvPr/>
          </p:nvSpPr>
          <p:spPr>
            <a:xfrm>
              <a:off x="-136402" y="-175976"/>
              <a:ext cx="273965" cy="273814"/>
            </a:xfrm>
            <a:custGeom>
              <a:avLst/>
              <a:gdLst/>
              <a:ahLst/>
              <a:cxnLst/>
              <a:rect l="l" t="t" r="r" b="b"/>
              <a:pathLst>
                <a:path w="3624" h="3622" extrusionOk="0">
                  <a:moveTo>
                    <a:pt x="1515" y="0"/>
                  </a:moveTo>
                  <a:lnTo>
                    <a:pt x="1" y="1513"/>
                  </a:lnTo>
                  <a:lnTo>
                    <a:pt x="1" y="3621"/>
                  </a:lnTo>
                  <a:lnTo>
                    <a:pt x="36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6" name="Google Shape;14446;p31"/>
            <p:cNvSpPr/>
            <p:nvPr/>
          </p:nvSpPr>
          <p:spPr>
            <a:xfrm>
              <a:off x="-136402" y="1778994"/>
              <a:ext cx="347597" cy="506503"/>
            </a:xfrm>
            <a:custGeom>
              <a:avLst/>
              <a:gdLst/>
              <a:ahLst/>
              <a:cxnLst/>
              <a:rect l="l" t="t" r="r" b="b"/>
              <a:pathLst>
                <a:path w="4598" h="6700" extrusionOk="0">
                  <a:moveTo>
                    <a:pt x="4597" y="1"/>
                  </a:moveTo>
                  <a:lnTo>
                    <a:pt x="1" y="4597"/>
                  </a:lnTo>
                  <a:lnTo>
                    <a:pt x="1" y="6699"/>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7" name="Google Shape;14447;p31"/>
            <p:cNvSpPr/>
            <p:nvPr/>
          </p:nvSpPr>
          <p:spPr>
            <a:xfrm>
              <a:off x="-136402" y="2326153"/>
              <a:ext cx="347597" cy="506276"/>
            </a:xfrm>
            <a:custGeom>
              <a:avLst/>
              <a:gdLst/>
              <a:ahLst/>
              <a:cxnLst/>
              <a:rect l="l" t="t" r="r" b="b"/>
              <a:pathLst>
                <a:path w="4598" h="6697" extrusionOk="0">
                  <a:moveTo>
                    <a:pt x="4597" y="0"/>
                  </a:moveTo>
                  <a:lnTo>
                    <a:pt x="1" y="4597"/>
                  </a:lnTo>
                  <a:lnTo>
                    <a:pt x="1" y="6697"/>
                  </a:lnTo>
                  <a:lnTo>
                    <a:pt x="4597" y="2108"/>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8" name="Google Shape;14448;p31"/>
            <p:cNvSpPr/>
            <p:nvPr/>
          </p:nvSpPr>
          <p:spPr>
            <a:xfrm>
              <a:off x="-136402" y="-175976"/>
              <a:ext cx="91624" cy="91473"/>
            </a:xfrm>
            <a:custGeom>
              <a:avLst/>
              <a:gdLst/>
              <a:ahLst/>
              <a:cxnLst/>
              <a:rect l="l" t="t" r="r" b="b"/>
              <a:pathLst>
                <a:path w="1212" h="1210" extrusionOk="0">
                  <a:moveTo>
                    <a:pt x="1" y="0"/>
                  </a:moveTo>
                  <a:lnTo>
                    <a:pt x="1" y="1209"/>
                  </a:lnTo>
                  <a:lnTo>
                    <a:pt x="12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9" name="Google Shape;14449;p31"/>
            <p:cNvSpPr/>
            <p:nvPr/>
          </p:nvSpPr>
          <p:spPr>
            <a:xfrm>
              <a:off x="-136402" y="3602504"/>
              <a:ext cx="347597" cy="506428"/>
            </a:xfrm>
            <a:custGeom>
              <a:avLst/>
              <a:gdLst/>
              <a:ahLst/>
              <a:cxnLst/>
              <a:rect l="l" t="t" r="r" b="b"/>
              <a:pathLst>
                <a:path w="4598" h="6699" extrusionOk="0">
                  <a:moveTo>
                    <a:pt x="4597" y="1"/>
                  </a:moveTo>
                  <a:lnTo>
                    <a:pt x="1" y="4597"/>
                  </a:lnTo>
                  <a:lnTo>
                    <a:pt x="1" y="6699"/>
                  </a:lnTo>
                  <a:lnTo>
                    <a:pt x="4597" y="2102"/>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0" name="Google Shape;14450;p31"/>
            <p:cNvSpPr/>
            <p:nvPr/>
          </p:nvSpPr>
          <p:spPr>
            <a:xfrm>
              <a:off x="-136402" y="3420168"/>
              <a:ext cx="347597" cy="506352"/>
            </a:xfrm>
            <a:custGeom>
              <a:avLst/>
              <a:gdLst/>
              <a:ahLst/>
              <a:cxnLst/>
              <a:rect l="l" t="t" r="r" b="b"/>
              <a:pathLst>
                <a:path w="4598" h="6698" extrusionOk="0">
                  <a:moveTo>
                    <a:pt x="4597" y="1"/>
                  </a:moveTo>
                  <a:lnTo>
                    <a:pt x="1" y="4597"/>
                  </a:lnTo>
                  <a:lnTo>
                    <a:pt x="1" y="6697"/>
                  </a:lnTo>
                  <a:lnTo>
                    <a:pt x="4597" y="2103"/>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1" name="Google Shape;14451;p31"/>
            <p:cNvSpPr/>
            <p:nvPr/>
          </p:nvSpPr>
          <p:spPr>
            <a:xfrm>
              <a:off x="-136402" y="3237908"/>
              <a:ext cx="347597" cy="506276"/>
            </a:xfrm>
            <a:custGeom>
              <a:avLst/>
              <a:gdLst/>
              <a:ahLst/>
              <a:cxnLst/>
              <a:rect l="l" t="t" r="r" b="b"/>
              <a:pathLst>
                <a:path w="4598" h="6697" extrusionOk="0">
                  <a:moveTo>
                    <a:pt x="4597" y="0"/>
                  </a:moveTo>
                  <a:lnTo>
                    <a:pt x="1" y="4596"/>
                  </a:lnTo>
                  <a:lnTo>
                    <a:pt x="1" y="6696"/>
                  </a:lnTo>
                  <a:lnTo>
                    <a:pt x="4597" y="2100"/>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2" name="Google Shape;14452;p31"/>
            <p:cNvSpPr/>
            <p:nvPr/>
          </p:nvSpPr>
          <p:spPr>
            <a:xfrm>
              <a:off x="-136402" y="3055572"/>
              <a:ext cx="347597" cy="506276"/>
            </a:xfrm>
            <a:custGeom>
              <a:avLst/>
              <a:gdLst/>
              <a:ahLst/>
              <a:cxnLst/>
              <a:rect l="l" t="t" r="r" b="b"/>
              <a:pathLst>
                <a:path w="4598" h="6697" extrusionOk="0">
                  <a:moveTo>
                    <a:pt x="4597" y="0"/>
                  </a:moveTo>
                  <a:lnTo>
                    <a:pt x="1" y="4595"/>
                  </a:lnTo>
                  <a:lnTo>
                    <a:pt x="1" y="6697"/>
                  </a:lnTo>
                  <a:lnTo>
                    <a:pt x="4597" y="2107"/>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3" name="Google Shape;14453;p31"/>
            <p:cNvSpPr/>
            <p:nvPr/>
          </p:nvSpPr>
          <p:spPr>
            <a:xfrm>
              <a:off x="-136402" y="-175976"/>
              <a:ext cx="347597" cy="456155"/>
            </a:xfrm>
            <a:custGeom>
              <a:avLst/>
              <a:gdLst/>
              <a:ahLst/>
              <a:cxnLst/>
              <a:rect l="l" t="t" r="r" b="b"/>
              <a:pathLst>
                <a:path w="4598" h="6034" extrusionOk="0">
                  <a:moveTo>
                    <a:pt x="3927" y="0"/>
                  </a:moveTo>
                  <a:lnTo>
                    <a:pt x="1" y="3925"/>
                  </a:lnTo>
                  <a:lnTo>
                    <a:pt x="1" y="6033"/>
                  </a:lnTo>
                  <a:lnTo>
                    <a:pt x="4597" y="1437"/>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4" name="Google Shape;14454;p31"/>
            <p:cNvSpPr/>
            <p:nvPr/>
          </p:nvSpPr>
          <p:spPr>
            <a:xfrm>
              <a:off x="-136402" y="2690749"/>
              <a:ext cx="347597" cy="506428"/>
            </a:xfrm>
            <a:custGeom>
              <a:avLst/>
              <a:gdLst/>
              <a:ahLst/>
              <a:cxnLst/>
              <a:rect l="l" t="t" r="r" b="b"/>
              <a:pathLst>
                <a:path w="4598" h="6699" extrusionOk="0">
                  <a:moveTo>
                    <a:pt x="4597" y="1"/>
                  </a:moveTo>
                  <a:lnTo>
                    <a:pt x="1" y="4597"/>
                  </a:lnTo>
                  <a:lnTo>
                    <a:pt x="1" y="6699"/>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5" name="Google Shape;14455;p31"/>
            <p:cNvSpPr/>
            <p:nvPr/>
          </p:nvSpPr>
          <p:spPr>
            <a:xfrm>
              <a:off x="-136402" y="1232062"/>
              <a:ext cx="347597" cy="506957"/>
            </a:xfrm>
            <a:custGeom>
              <a:avLst/>
              <a:gdLst/>
              <a:ahLst/>
              <a:cxnLst/>
              <a:rect l="l" t="t" r="r" b="b"/>
              <a:pathLst>
                <a:path w="4598" h="6706" extrusionOk="0">
                  <a:moveTo>
                    <a:pt x="4597" y="0"/>
                  </a:moveTo>
                  <a:lnTo>
                    <a:pt x="1" y="4597"/>
                  </a:lnTo>
                  <a:lnTo>
                    <a:pt x="1" y="6705"/>
                  </a:lnTo>
                  <a:lnTo>
                    <a:pt x="4597" y="2109"/>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6" name="Google Shape;14456;p31"/>
            <p:cNvSpPr/>
            <p:nvPr/>
          </p:nvSpPr>
          <p:spPr>
            <a:xfrm>
              <a:off x="-136402" y="2508489"/>
              <a:ext cx="347597" cy="506428"/>
            </a:xfrm>
            <a:custGeom>
              <a:avLst/>
              <a:gdLst/>
              <a:ahLst/>
              <a:cxnLst/>
              <a:rect l="l" t="t" r="r" b="b"/>
              <a:pathLst>
                <a:path w="4598" h="6699" extrusionOk="0">
                  <a:moveTo>
                    <a:pt x="4597" y="0"/>
                  </a:moveTo>
                  <a:lnTo>
                    <a:pt x="1" y="4596"/>
                  </a:lnTo>
                  <a:lnTo>
                    <a:pt x="1" y="6698"/>
                  </a:lnTo>
                  <a:lnTo>
                    <a:pt x="4597" y="2108"/>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7" name="Google Shape;14457;p31"/>
            <p:cNvSpPr/>
            <p:nvPr/>
          </p:nvSpPr>
          <p:spPr>
            <a:xfrm>
              <a:off x="-136402" y="1049726"/>
              <a:ext cx="347597" cy="506806"/>
            </a:xfrm>
            <a:custGeom>
              <a:avLst/>
              <a:gdLst/>
              <a:ahLst/>
              <a:cxnLst/>
              <a:rect l="l" t="t" r="r" b="b"/>
              <a:pathLst>
                <a:path w="4598" h="6704" extrusionOk="0">
                  <a:moveTo>
                    <a:pt x="4597" y="1"/>
                  </a:moveTo>
                  <a:lnTo>
                    <a:pt x="1" y="4597"/>
                  </a:lnTo>
                  <a:lnTo>
                    <a:pt x="1" y="6704"/>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8" name="Google Shape;14458;p31"/>
            <p:cNvSpPr/>
            <p:nvPr/>
          </p:nvSpPr>
          <p:spPr>
            <a:xfrm>
              <a:off x="-136402" y="503172"/>
              <a:ext cx="347597" cy="506428"/>
            </a:xfrm>
            <a:custGeom>
              <a:avLst/>
              <a:gdLst/>
              <a:ahLst/>
              <a:cxnLst/>
              <a:rect l="l" t="t" r="r" b="b"/>
              <a:pathLst>
                <a:path w="4598" h="6699" extrusionOk="0">
                  <a:moveTo>
                    <a:pt x="4597" y="0"/>
                  </a:moveTo>
                  <a:lnTo>
                    <a:pt x="1" y="4590"/>
                  </a:lnTo>
                  <a:lnTo>
                    <a:pt x="1" y="6698"/>
                  </a:lnTo>
                  <a:lnTo>
                    <a:pt x="4597" y="2102"/>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9" name="Google Shape;14459;p31"/>
            <p:cNvSpPr/>
            <p:nvPr/>
          </p:nvSpPr>
          <p:spPr>
            <a:xfrm>
              <a:off x="-136402" y="2143817"/>
              <a:ext cx="347597" cy="506276"/>
            </a:xfrm>
            <a:custGeom>
              <a:avLst/>
              <a:gdLst/>
              <a:ahLst/>
              <a:cxnLst/>
              <a:rect l="l" t="t" r="r" b="b"/>
              <a:pathLst>
                <a:path w="4598" h="6697" extrusionOk="0">
                  <a:moveTo>
                    <a:pt x="4597" y="0"/>
                  </a:moveTo>
                  <a:lnTo>
                    <a:pt x="1" y="4597"/>
                  </a:lnTo>
                  <a:lnTo>
                    <a:pt x="1" y="6697"/>
                  </a:lnTo>
                  <a:lnTo>
                    <a:pt x="4597" y="2109"/>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0" name="Google Shape;14460;p31"/>
            <p:cNvSpPr/>
            <p:nvPr/>
          </p:nvSpPr>
          <p:spPr>
            <a:xfrm>
              <a:off x="-136402" y="1596734"/>
              <a:ext cx="347597" cy="506428"/>
            </a:xfrm>
            <a:custGeom>
              <a:avLst/>
              <a:gdLst/>
              <a:ahLst/>
              <a:cxnLst/>
              <a:rect l="l" t="t" r="r" b="b"/>
              <a:pathLst>
                <a:path w="4598" h="6699" extrusionOk="0">
                  <a:moveTo>
                    <a:pt x="4597" y="0"/>
                  </a:moveTo>
                  <a:lnTo>
                    <a:pt x="1" y="4597"/>
                  </a:lnTo>
                  <a:lnTo>
                    <a:pt x="1" y="6698"/>
                  </a:lnTo>
                  <a:lnTo>
                    <a:pt x="4597" y="2108"/>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1" name="Google Shape;14461;p31"/>
            <p:cNvSpPr/>
            <p:nvPr/>
          </p:nvSpPr>
          <p:spPr>
            <a:xfrm>
              <a:off x="-136402" y="320836"/>
              <a:ext cx="347597" cy="506428"/>
            </a:xfrm>
            <a:custGeom>
              <a:avLst/>
              <a:gdLst/>
              <a:ahLst/>
              <a:cxnLst/>
              <a:rect l="l" t="t" r="r" b="b"/>
              <a:pathLst>
                <a:path w="4598" h="6699" extrusionOk="0">
                  <a:moveTo>
                    <a:pt x="4597" y="0"/>
                  </a:moveTo>
                  <a:lnTo>
                    <a:pt x="1" y="4590"/>
                  </a:lnTo>
                  <a:lnTo>
                    <a:pt x="1" y="6698"/>
                  </a:lnTo>
                  <a:lnTo>
                    <a:pt x="4597" y="2102"/>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2" name="Google Shape;14462;p31"/>
            <p:cNvSpPr/>
            <p:nvPr/>
          </p:nvSpPr>
          <p:spPr>
            <a:xfrm>
              <a:off x="-136402" y="3784840"/>
              <a:ext cx="347597" cy="384640"/>
            </a:xfrm>
            <a:custGeom>
              <a:avLst/>
              <a:gdLst/>
              <a:ahLst/>
              <a:cxnLst/>
              <a:rect l="l" t="t" r="r" b="b"/>
              <a:pathLst>
                <a:path w="4598" h="5088" extrusionOk="0">
                  <a:moveTo>
                    <a:pt x="4597" y="1"/>
                  </a:moveTo>
                  <a:lnTo>
                    <a:pt x="1" y="4597"/>
                  </a:lnTo>
                  <a:lnTo>
                    <a:pt x="1" y="5088"/>
                  </a:lnTo>
                  <a:lnTo>
                    <a:pt x="1611" y="5088"/>
                  </a:lnTo>
                  <a:lnTo>
                    <a:pt x="4597" y="2102"/>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3" name="Google Shape;14463;p31"/>
            <p:cNvSpPr/>
            <p:nvPr/>
          </p:nvSpPr>
          <p:spPr>
            <a:xfrm>
              <a:off x="-136402" y="1414398"/>
              <a:ext cx="347597" cy="506957"/>
            </a:xfrm>
            <a:custGeom>
              <a:avLst/>
              <a:gdLst/>
              <a:ahLst/>
              <a:cxnLst/>
              <a:rect l="l" t="t" r="r" b="b"/>
              <a:pathLst>
                <a:path w="4598" h="6706" extrusionOk="0">
                  <a:moveTo>
                    <a:pt x="4597" y="0"/>
                  </a:moveTo>
                  <a:lnTo>
                    <a:pt x="1" y="4597"/>
                  </a:lnTo>
                  <a:lnTo>
                    <a:pt x="1" y="6705"/>
                  </a:lnTo>
                  <a:lnTo>
                    <a:pt x="4597" y="2109"/>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4" name="Google Shape;14464;p31"/>
            <p:cNvSpPr/>
            <p:nvPr/>
          </p:nvSpPr>
          <p:spPr>
            <a:xfrm>
              <a:off x="-136402" y="685583"/>
              <a:ext cx="347597" cy="506276"/>
            </a:xfrm>
            <a:custGeom>
              <a:avLst/>
              <a:gdLst/>
              <a:ahLst/>
              <a:cxnLst/>
              <a:rect l="l" t="t" r="r" b="b"/>
              <a:pathLst>
                <a:path w="4598" h="6697" extrusionOk="0">
                  <a:moveTo>
                    <a:pt x="4597" y="1"/>
                  </a:moveTo>
                  <a:lnTo>
                    <a:pt x="1" y="4589"/>
                  </a:lnTo>
                  <a:lnTo>
                    <a:pt x="1" y="6697"/>
                  </a:lnTo>
                  <a:lnTo>
                    <a:pt x="4597" y="2101"/>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5" name="Google Shape;14465;p31"/>
            <p:cNvSpPr/>
            <p:nvPr/>
          </p:nvSpPr>
          <p:spPr>
            <a:xfrm>
              <a:off x="-136402" y="2873085"/>
              <a:ext cx="347597" cy="506428"/>
            </a:xfrm>
            <a:custGeom>
              <a:avLst/>
              <a:gdLst/>
              <a:ahLst/>
              <a:cxnLst/>
              <a:rect l="l" t="t" r="r" b="b"/>
              <a:pathLst>
                <a:path w="4598" h="6699" extrusionOk="0">
                  <a:moveTo>
                    <a:pt x="4597" y="1"/>
                  </a:moveTo>
                  <a:lnTo>
                    <a:pt x="1" y="4597"/>
                  </a:lnTo>
                  <a:lnTo>
                    <a:pt x="1" y="6699"/>
                  </a:lnTo>
                  <a:lnTo>
                    <a:pt x="4597" y="2109"/>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6" name="Google Shape;14466;p31"/>
            <p:cNvSpPr/>
            <p:nvPr/>
          </p:nvSpPr>
          <p:spPr>
            <a:xfrm>
              <a:off x="-136402" y="-43836"/>
              <a:ext cx="347597" cy="506276"/>
            </a:xfrm>
            <a:custGeom>
              <a:avLst/>
              <a:gdLst/>
              <a:ahLst/>
              <a:cxnLst/>
              <a:rect l="l" t="t" r="r" b="b"/>
              <a:pathLst>
                <a:path w="4598" h="6697" extrusionOk="0">
                  <a:moveTo>
                    <a:pt x="4597" y="1"/>
                  </a:moveTo>
                  <a:lnTo>
                    <a:pt x="1" y="4590"/>
                  </a:lnTo>
                  <a:lnTo>
                    <a:pt x="1" y="6697"/>
                  </a:lnTo>
                  <a:lnTo>
                    <a:pt x="4597" y="2102"/>
                  </a:lnTo>
                  <a:lnTo>
                    <a:pt x="4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7" name="Google Shape;14467;p31"/>
            <p:cNvSpPr/>
            <p:nvPr/>
          </p:nvSpPr>
          <p:spPr>
            <a:xfrm>
              <a:off x="8971" y="3967175"/>
              <a:ext cx="202223" cy="202299"/>
            </a:xfrm>
            <a:custGeom>
              <a:avLst/>
              <a:gdLst/>
              <a:ahLst/>
              <a:cxnLst/>
              <a:rect l="l" t="t" r="r" b="b"/>
              <a:pathLst>
                <a:path w="2675" h="2676" extrusionOk="0">
                  <a:moveTo>
                    <a:pt x="2674" y="0"/>
                  </a:moveTo>
                  <a:lnTo>
                    <a:pt x="0" y="2676"/>
                  </a:lnTo>
                  <a:lnTo>
                    <a:pt x="2100" y="2676"/>
                  </a:lnTo>
                  <a:lnTo>
                    <a:pt x="2674" y="2102"/>
                  </a:lnTo>
                  <a:lnTo>
                    <a:pt x="267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8" name="Google Shape;14468;p31"/>
            <p:cNvSpPr/>
            <p:nvPr/>
          </p:nvSpPr>
          <p:spPr>
            <a:xfrm>
              <a:off x="-136402" y="1961481"/>
              <a:ext cx="347597" cy="506276"/>
            </a:xfrm>
            <a:custGeom>
              <a:avLst/>
              <a:gdLst/>
              <a:ahLst/>
              <a:cxnLst/>
              <a:rect l="l" t="t" r="r" b="b"/>
              <a:pathLst>
                <a:path w="4598" h="6697" extrusionOk="0">
                  <a:moveTo>
                    <a:pt x="4597" y="0"/>
                  </a:moveTo>
                  <a:lnTo>
                    <a:pt x="1" y="4595"/>
                  </a:lnTo>
                  <a:lnTo>
                    <a:pt x="1" y="6697"/>
                  </a:lnTo>
                  <a:lnTo>
                    <a:pt x="4597" y="2107"/>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9" name="Google Shape;14469;p31"/>
            <p:cNvSpPr/>
            <p:nvPr/>
          </p:nvSpPr>
          <p:spPr>
            <a:xfrm>
              <a:off x="-136402" y="867919"/>
              <a:ext cx="347597" cy="506276"/>
            </a:xfrm>
            <a:custGeom>
              <a:avLst/>
              <a:gdLst/>
              <a:ahLst/>
              <a:cxnLst/>
              <a:rect l="l" t="t" r="r" b="b"/>
              <a:pathLst>
                <a:path w="4598" h="6697" extrusionOk="0">
                  <a:moveTo>
                    <a:pt x="4597" y="0"/>
                  </a:moveTo>
                  <a:lnTo>
                    <a:pt x="1" y="4589"/>
                  </a:lnTo>
                  <a:lnTo>
                    <a:pt x="1" y="6697"/>
                  </a:lnTo>
                  <a:lnTo>
                    <a:pt x="4597" y="2100"/>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0" name="Google Shape;14470;p31"/>
            <p:cNvSpPr/>
            <p:nvPr/>
          </p:nvSpPr>
          <p:spPr>
            <a:xfrm>
              <a:off x="-136402" y="138500"/>
              <a:ext cx="347597" cy="506428"/>
            </a:xfrm>
            <a:custGeom>
              <a:avLst/>
              <a:gdLst/>
              <a:ahLst/>
              <a:cxnLst/>
              <a:rect l="l" t="t" r="r" b="b"/>
              <a:pathLst>
                <a:path w="4598" h="6699" extrusionOk="0">
                  <a:moveTo>
                    <a:pt x="4597" y="0"/>
                  </a:moveTo>
                  <a:lnTo>
                    <a:pt x="1" y="4590"/>
                  </a:lnTo>
                  <a:lnTo>
                    <a:pt x="1" y="6698"/>
                  </a:lnTo>
                  <a:lnTo>
                    <a:pt x="4597" y="2102"/>
                  </a:lnTo>
                  <a:lnTo>
                    <a:pt x="4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1" name="Google Shape;14471;p31"/>
            <p:cNvSpPr/>
            <p:nvPr/>
          </p:nvSpPr>
          <p:spPr>
            <a:xfrm>
              <a:off x="191311" y="4149587"/>
              <a:ext cx="19882" cy="19882"/>
            </a:xfrm>
            <a:custGeom>
              <a:avLst/>
              <a:gdLst/>
              <a:ahLst/>
              <a:cxnLst/>
              <a:rect l="l" t="t" r="r" b="b"/>
              <a:pathLst>
                <a:path w="263" h="263" extrusionOk="0">
                  <a:moveTo>
                    <a:pt x="262" y="1"/>
                  </a:moveTo>
                  <a:lnTo>
                    <a:pt x="0" y="263"/>
                  </a:lnTo>
                  <a:lnTo>
                    <a:pt x="262" y="263"/>
                  </a:lnTo>
                  <a:lnTo>
                    <a:pt x="26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72" name="Google Shape;14472;p31"/>
          <p:cNvGrpSpPr/>
          <p:nvPr/>
        </p:nvGrpSpPr>
        <p:grpSpPr>
          <a:xfrm rot="-5400000">
            <a:off x="5968316" y="-2113995"/>
            <a:ext cx="347597" cy="4345451"/>
            <a:chOff x="-136402" y="-175976"/>
            <a:chExt cx="347597" cy="4345451"/>
          </a:xfrm>
        </p:grpSpPr>
        <p:sp>
          <p:nvSpPr>
            <p:cNvPr id="14473" name="Google Shape;14473;p31"/>
            <p:cNvSpPr/>
            <p:nvPr/>
          </p:nvSpPr>
          <p:spPr>
            <a:xfrm>
              <a:off x="-136402" y="3579069"/>
              <a:ext cx="347597" cy="371033"/>
            </a:xfrm>
            <a:custGeom>
              <a:avLst/>
              <a:gdLst/>
              <a:ahLst/>
              <a:cxnLst/>
              <a:rect l="l" t="t" r="r" b="b"/>
              <a:pathLst>
                <a:path w="4598" h="4908" extrusionOk="0">
                  <a:moveTo>
                    <a:pt x="4597" y="1"/>
                  </a:moveTo>
                  <a:lnTo>
                    <a:pt x="1" y="4595"/>
                  </a:lnTo>
                  <a:lnTo>
                    <a:pt x="1" y="4907"/>
                  </a:lnTo>
                  <a:lnTo>
                    <a:pt x="4597" y="311"/>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4" name="Google Shape;14474;p31"/>
            <p:cNvSpPr/>
            <p:nvPr/>
          </p:nvSpPr>
          <p:spPr>
            <a:xfrm>
              <a:off x="-136402" y="2850179"/>
              <a:ext cx="347597" cy="370503"/>
            </a:xfrm>
            <a:custGeom>
              <a:avLst/>
              <a:gdLst/>
              <a:ahLst/>
              <a:cxnLst/>
              <a:rect l="l" t="t" r="r" b="b"/>
              <a:pathLst>
                <a:path w="4598" h="4901" extrusionOk="0">
                  <a:moveTo>
                    <a:pt x="4597" y="0"/>
                  </a:moveTo>
                  <a:lnTo>
                    <a:pt x="1" y="4590"/>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5" name="Google Shape;14475;p31"/>
            <p:cNvSpPr/>
            <p:nvPr/>
          </p:nvSpPr>
          <p:spPr>
            <a:xfrm>
              <a:off x="-14615" y="3943741"/>
              <a:ext cx="225810" cy="225734"/>
            </a:xfrm>
            <a:custGeom>
              <a:avLst/>
              <a:gdLst/>
              <a:ahLst/>
              <a:cxnLst/>
              <a:rect l="l" t="t" r="r" b="b"/>
              <a:pathLst>
                <a:path w="2987" h="2986" extrusionOk="0">
                  <a:moveTo>
                    <a:pt x="2986" y="0"/>
                  </a:moveTo>
                  <a:lnTo>
                    <a:pt x="0" y="2986"/>
                  </a:lnTo>
                  <a:lnTo>
                    <a:pt x="312" y="2986"/>
                  </a:lnTo>
                  <a:lnTo>
                    <a:pt x="2986" y="310"/>
                  </a:lnTo>
                  <a:lnTo>
                    <a:pt x="29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6" name="Google Shape;14476;p31"/>
            <p:cNvSpPr/>
            <p:nvPr/>
          </p:nvSpPr>
          <p:spPr>
            <a:xfrm>
              <a:off x="-136402" y="3214775"/>
              <a:ext cx="347597" cy="370655"/>
            </a:xfrm>
            <a:custGeom>
              <a:avLst/>
              <a:gdLst/>
              <a:ahLst/>
              <a:cxnLst/>
              <a:rect l="l" t="t" r="r" b="b"/>
              <a:pathLst>
                <a:path w="4598" h="4903" extrusionOk="0">
                  <a:moveTo>
                    <a:pt x="4597" y="1"/>
                  </a:moveTo>
                  <a:lnTo>
                    <a:pt x="1" y="4591"/>
                  </a:lnTo>
                  <a:lnTo>
                    <a:pt x="1" y="4902"/>
                  </a:lnTo>
                  <a:lnTo>
                    <a:pt x="4597" y="306"/>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7" name="Google Shape;14477;p31"/>
            <p:cNvSpPr/>
            <p:nvPr/>
          </p:nvSpPr>
          <p:spPr>
            <a:xfrm>
              <a:off x="-136402" y="2485508"/>
              <a:ext cx="347597" cy="370503"/>
            </a:xfrm>
            <a:custGeom>
              <a:avLst/>
              <a:gdLst/>
              <a:ahLst/>
              <a:cxnLst/>
              <a:rect l="l" t="t" r="r" b="b"/>
              <a:pathLst>
                <a:path w="4598" h="4901" extrusionOk="0">
                  <a:moveTo>
                    <a:pt x="4597" y="0"/>
                  </a:moveTo>
                  <a:lnTo>
                    <a:pt x="1" y="4589"/>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8" name="Google Shape;14478;p31"/>
            <p:cNvSpPr/>
            <p:nvPr/>
          </p:nvSpPr>
          <p:spPr>
            <a:xfrm>
              <a:off x="-136402" y="2120760"/>
              <a:ext cx="347597" cy="370579"/>
            </a:xfrm>
            <a:custGeom>
              <a:avLst/>
              <a:gdLst/>
              <a:ahLst/>
              <a:cxnLst/>
              <a:rect l="l" t="t" r="r" b="b"/>
              <a:pathLst>
                <a:path w="4598" h="4902" extrusionOk="0">
                  <a:moveTo>
                    <a:pt x="4597" y="0"/>
                  </a:moveTo>
                  <a:lnTo>
                    <a:pt x="1" y="4590"/>
                  </a:lnTo>
                  <a:lnTo>
                    <a:pt x="1" y="4902"/>
                  </a:lnTo>
                  <a:lnTo>
                    <a:pt x="4597" y="305"/>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9" name="Google Shape;14479;p31"/>
            <p:cNvSpPr/>
            <p:nvPr/>
          </p:nvSpPr>
          <p:spPr>
            <a:xfrm>
              <a:off x="-136402" y="1756088"/>
              <a:ext cx="347597" cy="370503"/>
            </a:xfrm>
            <a:custGeom>
              <a:avLst/>
              <a:gdLst/>
              <a:ahLst/>
              <a:cxnLst/>
              <a:rect l="l" t="t" r="r" b="b"/>
              <a:pathLst>
                <a:path w="4598" h="4901" extrusionOk="0">
                  <a:moveTo>
                    <a:pt x="4597" y="0"/>
                  </a:moveTo>
                  <a:lnTo>
                    <a:pt x="1" y="4590"/>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0" name="Google Shape;14480;p31"/>
            <p:cNvSpPr/>
            <p:nvPr/>
          </p:nvSpPr>
          <p:spPr>
            <a:xfrm>
              <a:off x="-136402" y="1391417"/>
              <a:ext cx="347597" cy="370503"/>
            </a:xfrm>
            <a:custGeom>
              <a:avLst/>
              <a:gdLst/>
              <a:ahLst/>
              <a:cxnLst/>
              <a:rect l="l" t="t" r="r" b="b"/>
              <a:pathLst>
                <a:path w="4598" h="4901" extrusionOk="0">
                  <a:moveTo>
                    <a:pt x="4597" y="1"/>
                  </a:moveTo>
                  <a:lnTo>
                    <a:pt x="1" y="4597"/>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1" name="Google Shape;14481;p31"/>
            <p:cNvSpPr/>
            <p:nvPr/>
          </p:nvSpPr>
          <p:spPr>
            <a:xfrm>
              <a:off x="-136402" y="1026669"/>
              <a:ext cx="347597" cy="370655"/>
            </a:xfrm>
            <a:custGeom>
              <a:avLst/>
              <a:gdLst/>
              <a:ahLst/>
              <a:cxnLst/>
              <a:rect l="l" t="t" r="r" b="b"/>
              <a:pathLst>
                <a:path w="4598" h="4903" extrusionOk="0">
                  <a:moveTo>
                    <a:pt x="4597" y="0"/>
                  </a:moveTo>
                  <a:lnTo>
                    <a:pt x="1" y="4597"/>
                  </a:lnTo>
                  <a:lnTo>
                    <a:pt x="1" y="4902"/>
                  </a:lnTo>
                  <a:lnTo>
                    <a:pt x="4597" y="306"/>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2" name="Google Shape;14482;p31"/>
            <p:cNvSpPr/>
            <p:nvPr/>
          </p:nvSpPr>
          <p:spPr>
            <a:xfrm>
              <a:off x="-136402" y="661998"/>
              <a:ext cx="347597" cy="370503"/>
            </a:xfrm>
            <a:custGeom>
              <a:avLst/>
              <a:gdLst/>
              <a:ahLst/>
              <a:cxnLst/>
              <a:rect l="l" t="t" r="r" b="b"/>
              <a:pathLst>
                <a:path w="4598" h="4901" extrusionOk="0">
                  <a:moveTo>
                    <a:pt x="4597" y="1"/>
                  </a:moveTo>
                  <a:lnTo>
                    <a:pt x="1" y="4597"/>
                  </a:lnTo>
                  <a:lnTo>
                    <a:pt x="1" y="4901"/>
                  </a:lnTo>
                  <a:lnTo>
                    <a:pt x="4597" y="313"/>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3" name="Google Shape;14483;p31"/>
            <p:cNvSpPr/>
            <p:nvPr/>
          </p:nvSpPr>
          <p:spPr>
            <a:xfrm>
              <a:off x="-136402" y="297402"/>
              <a:ext cx="347597" cy="370503"/>
            </a:xfrm>
            <a:custGeom>
              <a:avLst/>
              <a:gdLst/>
              <a:ahLst/>
              <a:cxnLst/>
              <a:rect l="l" t="t" r="r" b="b"/>
              <a:pathLst>
                <a:path w="4598" h="4901" extrusionOk="0">
                  <a:moveTo>
                    <a:pt x="4597" y="0"/>
                  </a:moveTo>
                  <a:lnTo>
                    <a:pt x="1" y="4596"/>
                  </a:lnTo>
                  <a:lnTo>
                    <a:pt x="1" y="4900"/>
                  </a:lnTo>
                  <a:lnTo>
                    <a:pt x="4597" y="310"/>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4" name="Google Shape;14484;p31"/>
            <p:cNvSpPr/>
            <p:nvPr/>
          </p:nvSpPr>
          <p:spPr>
            <a:xfrm>
              <a:off x="-136402" y="-67421"/>
              <a:ext cx="347597" cy="370655"/>
            </a:xfrm>
            <a:custGeom>
              <a:avLst/>
              <a:gdLst/>
              <a:ahLst/>
              <a:cxnLst/>
              <a:rect l="l" t="t" r="r" b="b"/>
              <a:pathLst>
                <a:path w="4598" h="4903" extrusionOk="0">
                  <a:moveTo>
                    <a:pt x="4597" y="1"/>
                  </a:moveTo>
                  <a:lnTo>
                    <a:pt x="1" y="4597"/>
                  </a:lnTo>
                  <a:lnTo>
                    <a:pt x="1" y="4902"/>
                  </a:lnTo>
                  <a:lnTo>
                    <a:pt x="4597" y="313"/>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5" name="Google Shape;14485;p31"/>
            <p:cNvSpPr/>
            <p:nvPr/>
          </p:nvSpPr>
          <p:spPr>
            <a:xfrm>
              <a:off x="-136402" y="-175976"/>
              <a:ext cx="114606" cy="114379"/>
            </a:xfrm>
            <a:custGeom>
              <a:avLst/>
              <a:gdLst/>
              <a:ahLst/>
              <a:cxnLst/>
              <a:rect l="l" t="t" r="r" b="b"/>
              <a:pathLst>
                <a:path w="1516" h="1513" extrusionOk="0">
                  <a:moveTo>
                    <a:pt x="1212" y="0"/>
                  </a:moveTo>
                  <a:lnTo>
                    <a:pt x="1" y="1209"/>
                  </a:lnTo>
                  <a:lnTo>
                    <a:pt x="1" y="1513"/>
                  </a:lnTo>
                  <a:lnTo>
                    <a:pt x="15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6" name="Google Shape;14486;p31"/>
            <p:cNvSpPr/>
            <p:nvPr/>
          </p:nvSpPr>
          <p:spPr>
            <a:xfrm>
              <a:off x="167725" y="4126077"/>
              <a:ext cx="43469" cy="43393"/>
            </a:xfrm>
            <a:custGeom>
              <a:avLst/>
              <a:gdLst/>
              <a:ahLst/>
              <a:cxnLst/>
              <a:rect l="l" t="t" r="r" b="b"/>
              <a:pathLst>
                <a:path w="575" h="574" extrusionOk="0">
                  <a:moveTo>
                    <a:pt x="574" y="0"/>
                  </a:moveTo>
                  <a:lnTo>
                    <a:pt x="0" y="574"/>
                  </a:lnTo>
                  <a:lnTo>
                    <a:pt x="312" y="574"/>
                  </a:lnTo>
                  <a:lnTo>
                    <a:pt x="574" y="312"/>
                  </a:lnTo>
                  <a:lnTo>
                    <a:pt x="57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7" name="Google Shape;14487;p31"/>
            <p:cNvSpPr/>
            <p:nvPr/>
          </p:nvSpPr>
          <p:spPr>
            <a:xfrm>
              <a:off x="-136402" y="3396658"/>
              <a:ext cx="347597" cy="371108"/>
            </a:xfrm>
            <a:custGeom>
              <a:avLst/>
              <a:gdLst/>
              <a:ahLst/>
              <a:cxnLst/>
              <a:rect l="l" t="t" r="r" b="b"/>
              <a:pathLst>
                <a:path w="4598" h="4909" extrusionOk="0">
                  <a:moveTo>
                    <a:pt x="4597" y="0"/>
                  </a:moveTo>
                  <a:lnTo>
                    <a:pt x="1" y="4596"/>
                  </a:lnTo>
                  <a:lnTo>
                    <a:pt x="1" y="4908"/>
                  </a:lnTo>
                  <a:lnTo>
                    <a:pt x="4597" y="312"/>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8" name="Google Shape;14488;p31"/>
            <p:cNvSpPr/>
            <p:nvPr/>
          </p:nvSpPr>
          <p:spPr>
            <a:xfrm>
              <a:off x="-136402" y="2667843"/>
              <a:ext cx="347597" cy="370503"/>
            </a:xfrm>
            <a:custGeom>
              <a:avLst/>
              <a:gdLst/>
              <a:ahLst/>
              <a:cxnLst/>
              <a:rect l="l" t="t" r="r" b="b"/>
              <a:pathLst>
                <a:path w="4598" h="4901" extrusionOk="0">
                  <a:moveTo>
                    <a:pt x="4597" y="0"/>
                  </a:moveTo>
                  <a:lnTo>
                    <a:pt x="1" y="4590"/>
                  </a:lnTo>
                  <a:lnTo>
                    <a:pt x="1" y="4900"/>
                  </a:lnTo>
                  <a:lnTo>
                    <a:pt x="4597" y="304"/>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9" name="Google Shape;14489;p31"/>
            <p:cNvSpPr/>
            <p:nvPr/>
          </p:nvSpPr>
          <p:spPr>
            <a:xfrm>
              <a:off x="-136402" y="1938424"/>
              <a:ext cx="347597" cy="370503"/>
            </a:xfrm>
            <a:custGeom>
              <a:avLst/>
              <a:gdLst/>
              <a:ahLst/>
              <a:cxnLst/>
              <a:rect l="l" t="t" r="r" b="b"/>
              <a:pathLst>
                <a:path w="4598" h="4901" extrusionOk="0">
                  <a:moveTo>
                    <a:pt x="4597" y="0"/>
                  </a:moveTo>
                  <a:lnTo>
                    <a:pt x="1" y="4590"/>
                  </a:lnTo>
                  <a:lnTo>
                    <a:pt x="1" y="4900"/>
                  </a:lnTo>
                  <a:lnTo>
                    <a:pt x="4597" y="305"/>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0" name="Google Shape;14490;p31"/>
            <p:cNvSpPr/>
            <p:nvPr/>
          </p:nvSpPr>
          <p:spPr>
            <a:xfrm>
              <a:off x="-136402" y="1209081"/>
              <a:ext cx="347597" cy="370503"/>
            </a:xfrm>
            <a:custGeom>
              <a:avLst/>
              <a:gdLst/>
              <a:ahLst/>
              <a:cxnLst/>
              <a:rect l="l" t="t" r="r" b="b"/>
              <a:pathLst>
                <a:path w="4598" h="4901" extrusionOk="0">
                  <a:moveTo>
                    <a:pt x="4597" y="1"/>
                  </a:moveTo>
                  <a:lnTo>
                    <a:pt x="1" y="4596"/>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1" name="Google Shape;14491;p31"/>
            <p:cNvSpPr/>
            <p:nvPr/>
          </p:nvSpPr>
          <p:spPr>
            <a:xfrm>
              <a:off x="-136402" y="479662"/>
              <a:ext cx="347597" cy="370503"/>
            </a:xfrm>
            <a:custGeom>
              <a:avLst/>
              <a:gdLst/>
              <a:ahLst/>
              <a:cxnLst/>
              <a:rect l="l" t="t" r="r" b="b"/>
              <a:pathLst>
                <a:path w="4598" h="4901" extrusionOk="0">
                  <a:moveTo>
                    <a:pt x="4597" y="1"/>
                  </a:moveTo>
                  <a:lnTo>
                    <a:pt x="1" y="4597"/>
                  </a:lnTo>
                  <a:lnTo>
                    <a:pt x="1" y="4901"/>
                  </a:lnTo>
                  <a:lnTo>
                    <a:pt x="4597" y="311"/>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2" name="Google Shape;14492;p31"/>
            <p:cNvSpPr/>
            <p:nvPr/>
          </p:nvSpPr>
          <p:spPr>
            <a:xfrm>
              <a:off x="-136402" y="3761405"/>
              <a:ext cx="347597" cy="370957"/>
            </a:xfrm>
            <a:custGeom>
              <a:avLst/>
              <a:gdLst/>
              <a:ahLst/>
              <a:cxnLst/>
              <a:rect l="l" t="t" r="r" b="b"/>
              <a:pathLst>
                <a:path w="4598" h="4907" extrusionOk="0">
                  <a:moveTo>
                    <a:pt x="4597" y="0"/>
                  </a:moveTo>
                  <a:lnTo>
                    <a:pt x="1" y="4597"/>
                  </a:lnTo>
                  <a:lnTo>
                    <a:pt x="1" y="4907"/>
                  </a:lnTo>
                  <a:lnTo>
                    <a:pt x="4597" y="311"/>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3" name="Google Shape;14493;p31"/>
            <p:cNvSpPr/>
            <p:nvPr/>
          </p:nvSpPr>
          <p:spPr>
            <a:xfrm>
              <a:off x="-136402" y="3032440"/>
              <a:ext cx="347597" cy="370503"/>
            </a:xfrm>
            <a:custGeom>
              <a:avLst/>
              <a:gdLst/>
              <a:ahLst/>
              <a:cxnLst/>
              <a:rect l="l" t="t" r="r" b="b"/>
              <a:pathLst>
                <a:path w="4598" h="4901" extrusionOk="0">
                  <a:moveTo>
                    <a:pt x="4597" y="1"/>
                  </a:moveTo>
                  <a:lnTo>
                    <a:pt x="1" y="4591"/>
                  </a:lnTo>
                  <a:lnTo>
                    <a:pt x="1" y="4901"/>
                  </a:lnTo>
                  <a:lnTo>
                    <a:pt x="4597" y="306"/>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4" name="Google Shape;14494;p31"/>
            <p:cNvSpPr/>
            <p:nvPr/>
          </p:nvSpPr>
          <p:spPr>
            <a:xfrm>
              <a:off x="-136402" y="2303172"/>
              <a:ext cx="347597" cy="370503"/>
            </a:xfrm>
            <a:custGeom>
              <a:avLst/>
              <a:gdLst/>
              <a:ahLst/>
              <a:cxnLst/>
              <a:rect l="l" t="t" r="r" b="b"/>
              <a:pathLst>
                <a:path w="4598" h="4901" extrusionOk="0">
                  <a:moveTo>
                    <a:pt x="4597" y="1"/>
                  </a:moveTo>
                  <a:lnTo>
                    <a:pt x="1" y="4589"/>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5" name="Google Shape;14495;p31"/>
            <p:cNvSpPr/>
            <p:nvPr/>
          </p:nvSpPr>
          <p:spPr>
            <a:xfrm>
              <a:off x="-136402" y="1573753"/>
              <a:ext cx="347597" cy="370503"/>
            </a:xfrm>
            <a:custGeom>
              <a:avLst/>
              <a:gdLst/>
              <a:ahLst/>
              <a:cxnLst/>
              <a:rect l="l" t="t" r="r" b="b"/>
              <a:pathLst>
                <a:path w="4598" h="4901" extrusionOk="0">
                  <a:moveTo>
                    <a:pt x="4597" y="1"/>
                  </a:moveTo>
                  <a:lnTo>
                    <a:pt x="1" y="4597"/>
                  </a:lnTo>
                  <a:lnTo>
                    <a:pt x="1" y="4901"/>
                  </a:lnTo>
                  <a:lnTo>
                    <a:pt x="4597" y="304"/>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6" name="Google Shape;14496;p31"/>
            <p:cNvSpPr/>
            <p:nvPr/>
          </p:nvSpPr>
          <p:spPr>
            <a:xfrm>
              <a:off x="-136402" y="844334"/>
              <a:ext cx="347597" cy="370503"/>
            </a:xfrm>
            <a:custGeom>
              <a:avLst/>
              <a:gdLst/>
              <a:ahLst/>
              <a:cxnLst/>
              <a:rect l="l" t="t" r="r" b="b"/>
              <a:pathLst>
                <a:path w="4598" h="4901" extrusionOk="0">
                  <a:moveTo>
                    <a:pt x="4597" y="1"/>
                  </a:moveTo>
                  <a:lnTo>
                    <a:pt x="1" y="4597"/>
                  </a:lnTo>
                  <a:lnTo>
                    <a:pt x="1" y="4901"/>
                  </a:lnTo>
                  <a:lnTo>
                    <a:pt x="4597" y="312"/>
                  </a:lnTo>
                  <a:lnTo>
                    <a:pt x="45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7" name="Google Shape;14497;p31"/>
            <p:cNvSpPr/>
            <p:nvPr/>
          </p:nvSpPr>
          <p:spPr>
            <a:xfrm>
              <a:off x="-136402" y="115066"/>
              <a:ext cx="347597" cy="370503"/>
            </a:xfrm>
            <a:custGeom>
              <a:avLst/>
              <a:gdLst/>
              <a:ahLst/>
              <a:cxnLst/>
              <a:rect l="l" t="t" r="r" b="b"/>
              <a:pathLst>
                <a:path w="4598" h="4901" extrusionOk="0">
                  <a:moveTo>
                    <a:pt x="4597" y="0"/>
                  </a:moveTo>
                  <a:lnTo>
                    <a:pt x="1" y="4595"/>
                  </a:lnTo>
                  <a:lnTo>
                    <a:pt x="1" y="4900"/>
                  </a:lnTo>
                  <a:lnTo>
                    <a:pt x="4597" y="310"/>
                  </a:lnTo>
                  <a:lnTo>
                    <a:pt x="45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8" name="Google Shape;14498;p31"/>
            <p:cNvSpPr/>
            <p:nvPr/>
          </p:nvSpPr>
          <p:spPr>
            <a:xfrm>
              <a:off x="-136402" y="-175976"/>
              <a:ext cx="296947" cy="296720"/>
            </a:xfrm>
            <a:custGeom>
              <a:avLst/>
              <a:gdLst/>
              <a:ahLst/>
              <a:cxnLst/>
              <a:rect l="l" t="t" r="r" b="b"/>
              <a:pathLst>
                <a:path w="3928" h="3925" extrusionOk="0">
                  <a:moveTo>
                    <a:pt x="3624" y="0"/>
                  </a:moveTo>
                  <a:lnTo>
                    <a:pt x="1" y="3621"/>
                  </a:lnTo>
                  <a:lnTo>
                    <a:pt x="1" y="3925"/>
                  </a:lnTo>
                  <a:lnTo>
                    <a:pt x="39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499" name="Google Shape;14499;p31"/>
          <p:cNvSpPr/>
          <p:nvPr/>
        </p:nvSpPr>
        <p:spPr>
          <a:xfrm rot="-5400000">
            <a:off x="5968241" y="-2114023"/>
            <a:ext cx="347700" cy="43455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0" name="Google Shape;14500;p31"/>
          <p:cNvSpPr txBox="1">
            <a:spLocks noGrp="1"/>
          </p:cNvSpPr>
          <p:nvPr>
            <p:ph type="title"/>
          </p:nvPr>
        </p:nvSpPr>
        <p:spPr>
          <a:xfrm>
            <a:off x="713226" y="540000"/>
            <a:ext cx="4634100" cy="13014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SzPts val="3500"/>
              <a:buNone/>
              <a:defRPr sz="85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r>
              <a:rPr lang="en-US"/>
              <a:t>Click to edit Master title style</a:t>
            </a:r>
            <a:endParaRPr/>
          </a:p>
        </p:txBody>
      </p:sp>
      <p:sp>
        <p:nvSpPr>
          <p:cNvPr id="14501" name="Google Shape;14501;p31"/>
          <p:cNvSpPr txBox="1">
            <a:spLocks noGrp="1"/>
          </p:cNvSpPr>
          <p:nvPr>
            <p:ph type="subTitle" idx="1"/>
          </p:nvPr>
        </p:nvSpPr>
        <p:spPr>
          <a:xfrm>
            <a:off x="713225" y="1938646"/>
            <a:ext cx="4448100" cy="1143900"/>
          </a:xfrm>
          <a:prstGeom prst="rect">
            <a:avLst/>
          </a:prstGeom>
        </p:spPr>
        <p:txBody>
          <a:bodyPr spcFirstLastPara="1" wrap="square" lIns="91425" tIns="91425" rIns="91425" bIns="91425" anchor="ctr" anchorCtr="0">
            <a:noAutofit/>
          </a:bodyPr>
          <a:lstStyle>
            <a:lvl1pPr lvl="0" rtl="0">
              <a:lnSpc>
                <a:spcPct val="115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r>
              <a:rPr lang="en-US"/>
              <a:t>Click to edit Master subtitle style</a:t>
            </a:r>
            <a:endParaRPr/>
          </a:p>
        </p:txBody>
      </p:sp>
      <p:sp>
        <p:nvSpPr>
          <p:cNvPr id="14502" name="Google Shape;14502;p31"/>
          <p:cNvSpPr txBox="1"/>
          <p:nvPr/>
        </p:nvSpPr>
        <p:spPr>
          <a:xfrm>
            <a:off x="713225" y="3657875"/>
            <a:ext cx="4634100" cy="5175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300"/>
              </a:spcBef>
              <a:spcAft>
                <a:spcPts val="0"/>
              </a:spcAft>
              <a:buNone/>
            </a:pPr>
            <a:r>
              <a:rPr lang="en" sz="1000">
                <a:solidFill>
                  <a:schemeClr val="dk2"/>
                </a:solidFill>
                <a:latin typeface="Poppins"/>
                <a:ea typeface="Poppins"/>
                <a:cs typeface="Poppins"/>
                <a:sym typeface="Poppins"/>
              </a:rPr>
              <a:t>CREDITS: This presentation template was created by </a:t>
            </a:r>
            <a:r>
              <a:rPr lang="en" sz="1000" b="1">
                <a:solidFill>
                  <a:schemeClr val="dk2"/>
                </a:solidFill>
                <a:uFill>
                  <a:noFill/>
                </a:uFill>
                <a:latin typeface="Poppins"/>
                <a:ea typeface="Poppins"/>
                <a:cs typeface="Poppins"/>
                <a:sym typeface="Poppins"/>
                <a:hlinkClick r:id="rId2">
                  <a:extLst>
                    <a:ext uri="{A12FA001-AC4F-418D-AE19-62706E023703}">
                      <ahyp:hlinkClr xmlns:ahyp="http://schemas.microsoft.com/office/drawing/2018/hyperlinkcolor" val="tx"/>
                    </a:ext>
                  </a:extLst>
                </a:hlinkClick>
              </a:rPr>
              <a:t>Slidesgo</a:t>
            </a:r>
            <a:r>
              <a:rPr lang="en" sz="1000">
                <a:solidFill>
                  <a:schemeClr val="dk2"/>
                </a:solidFill>
                <a:latin typeface="Poppins"/>
                <a:ea typeface="Poppins"/>
                <a:cs typeface="Poppins"/>
                <a:sym typeface="Poppins"/>
              </a:rPr>
              <a:t>, and includes icons by </a:t>
            </a:r>
            <a:r>
              <a:rPr lang="en" sz="1000" b="1">
                <a:solidFill>
                  <a:schemeClr val="dk2"/>
                </a:solidFill>
                <a:uFill>
                  <a:noFill/>
                </a:uFill>
                <a:latin typeface="Poppins"/>
                <a:ea typeface="Poppins"/>
                <a:cs typeface="Poppins"/>
                <a:sym typeface="Poppins"/>
                <a:hlinkClick r:id="rId3">
                  <a:extLst>
                    <a:ext uri="{A12FA001-AC4F-418D-AE19-62706E023703}">
                      <ahyp:hlinkClr xmlns:ahyp="http://schemas.microsoft.com/office/drawing/2018/hyperlinkcolor" val="tx"/>
                    </a:ext>
                  </a:extLst>
                </a:hlinkClick>
              </a:rPr>
              <a:t>Flaticon</a:t>
            </a:r>
            <a:r>
              <a:rPr lang="en" sz="1000">
                <a:solidFill>
                  <a:schemeClr val="dk2"/>
                </a:solidFill>
                <a:latin typeface="Poppins"/>
                <a:ea typeface="Poppins"/>
                <a:cs typeface="Poppins"/>
                <a:sym typeface="Poppins"/>
              </a:rPr>
              <a:t>, and infographics &amp; images by </a:t>
            </a:r>
            <a:r>
              <a:rPr lang="en" sz="1000" b="1">
                <a:solidFill>
                  <a:schemeClr val="dk2"/>
                </a:solidFill>
                <a:uFill>
                  <a:noFill/>
                </a:uFill>
                <a:latin typeface="Poppins"/>
                <a:ea typeface="Poppins"/>
                <a:cs typeface="Poppins"/>
                <a:sym typeface="Poppins"/>
                <a:hlinkClick r:id="rId4">
                  <a:extLst>
                    <a:ext uri="{A12FA001-AC4F-418D-AE19-62706E023703}">
                      <ahyp:hlinkClr xmlns:ahyp="http://schemas.microsoft.com/office/drawing/2018/hyperlinkcolor" val="tx"/>
                    </a:ext>
                  </a:extLst>
                </a:hlinkClick>
              </a:rPr>
              <a:t>Freepik</a:t>
            </a:r>
            <a:r>
              <a:rPr lang="en" sz="1000" b="1">
                <a:solidFill>
                  <a:schemeClr val="dk2"/>
                </a:solidFill>
                <a:latin typeface="Poppins"/>
                <a:ea typeface="Poppins"/>
                <a:cs typeface="Poppins"/>
                <a:sym typeface="Poppins"/>
              </a:rPr>
              <a:t> </a:t>
            </a:r>
            <a:endParaRPr sz="1000" b="1">
              <a:solidFill>
                <a:schemeClr val="dk2"/>
              </a:solidFill>
              <a:latin typeface="Poppins"/>
              <a:ea typeface="Poppins"/>
              <a:cs typeface="Poppins"/>
              <a:sym typeface="Poppins"/>
            </a:endParaRPr>
          </a:p>
        </p:txBody>
      </p:sp>
    </p:spTree>
    <p:extLst>
      <p:ext uri="{BB962C8B-B14F-4D97-AF65-F5344CB8AC3E}">
        <p14:creationId xmlns:p14="http://schemas.microsoft.com/office/powerpoint/2010/main" val="239649660"/>
      </p:ext>
    </p:extLst>
  </p:cSld>
  <p:clrMapOvr>
    <a:masterClrMapping/>
  </p:clrMapOvr>
  <p:hf sldNum="0" hdr="0" ftr="0" dt="0"/>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Background">
  <p:cSld name="Background">
    <p:spTree>
      <p:nvGrpSpPr>
        <p:cNvPr id="1" name="Shape 14503"/>
        <p:cNvGrpSpPr/>
        <p:nvPr/>
      </p:nvGrpSpPr>
      <p:grpSpPr>
        <a:xfrm>
          <a:off x="0" y="0"/>
          <a:ext cx="0" cy="0"/>
          <a:chOff x="0" y="0"/>
          <a:chExt cx="0" cy="0"/>
        </a:xfrm>
      </p:grpSpPr>
      <p:grpSp>
        <p:nvGrpSpPr>
          <p:cNvPr id="14504" name="Google Shape;14504;p32"/>
          <p:cNvGrpSpPr/>
          <p:nvPr/>
        </p:nvGrpSpPr>
        <p:grpSpPr>
          <a:xfrm rot="5400000">
            <a:off x="1416205" y="-2099758"/>
            <a:ext cx="6311597" cy="9467556"/>
            <a:chOff x="635875" y="1065050"/>
            <a:chExt cx="2940550" cy="4410900"/>
          </a:xfrm>
        </p:grpSpPr>
        <p:sp>
          <p:nvSpPr>
            <p:cNvPr id="14505" name="Google Shape;14505;p32"/>
            <p:cNvSpPr/>
            <p:nvPr/>
          </p:nvSpPr>
          <p:spPr>
            <a:xfrm>
              <a:off x="676400" y="11059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6" name="Google Shape;14506;p32"/>
            <p:cNvSpPr/>
            <p:nvPr/>
          </p:nvSpPr>
          <p:spPr>
            <a:xfrm>
              <a:off x="768325" y="1105900"/>
              <a:ext cx="12400" cy="12600"/>
            </a:xfrm>
            <a:custGeom>
              <a:avLst/>
              <a:gdLst/>
              <a:ahLst/>
              <a:cxnLst/>
              <a:rect l="l" t="t" r="r" b="b"/>
              <a:pathLst>
                <a:path w="496" h="504"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7" name="Google Shape;14507;p32"/>
            <p:cNvSpPr/>
            <p:nvPr/>
          </p:nvSpPr>
          <p:spPr>
            <a:xfrm>
              <a:off x="860125" y="1105900"/>
              <a:ext cx="12525" cy="12600"/>
            </a:xfrm>
            <a:custGeom>
              <a:avLst/>
              <a:gdLst/>
              <a:ahLst/>
              <a:cxnLst/>
              <a:rect l="l" t="t" r="r" b="b"/>
              <a:pathLst>
                <a:path w="501" h="504"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8" name="Google Shape;14508;p32"/>
            <p:cNvSpPr/>
            <p:nvPr/>
          </p:nvSpPr>
          <p:spPr>
            <a:xfrm>
              <a:off x="951850" y="11059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9" name="Google Shape;14509;p32"/>
            <p:cNvSpPr/>
            <p:nvPr/>
          </p:nvSpPr>
          <p:spPr>
            <a:xfrm>
              <a:off x="1043825" y="110590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0" name="Google Shape;14510;p32"/>
            <p:cNvSpPr/>
            <p:nvPr/>
          </p:nvSpPr>
          <p:spPr>
            <a:xfrm>
              <a:off x="1135575" y="110590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1" name="Google Shape;14511;p32"/>
            <p:cNvSpPr/>
            <p:nvPr/>
          </p:nvSpPr>
          <p:spPr>
            <a:xfrm>
              <a:off x="1227500" y="1105900"/>
              <a:ext cx="12400" cy="12600"/>
            </a:xfrm>
            <a:custGeom>
              <a:avLst/>
              <a:gdLst/>
              <a:ahLst/>
              <a:cxnLst/>
              <a:rect l="l" t="t" r="r" b="b"/>
              <a:pathLst>
                <a:path w="496" h="504"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2" name="Google Shape;14512;p32"/>
            <p:cNvSpPr/>
            <p:nvPr/>
          </p:nvSpPr>
          <p:spPr>
            <a:xfrm>
              <a:off x="1319275" y="110590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3" name="Google Shape;14513;p32"/>
            <p:cNvSpPr/>
            <p:nvPr/>
          </p:nvSpPr>
          <p:spPr>
            <a:xfrm>
              <a:off x="1411200" y="1105900"/>
              <a:ext cx="12425" cy="12600"/>
            </a:xfrm>
            <a:custGeom>
              <a:avLst/>
              <a:gdLst/>
              <a:ahLst/>
              <a:cxnLst/>
              <a:rect l="l" t="t" r="r" b="b"/>
              <a:pathLst>
                <a:path w="497" h="504"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4" name="Google Shape;14514;p32"/>
            <p:cNvSpPr/>
            <p:nvPr/>
          </p:nvSpPr>
          <p:spPr>
            <a:xfrm>
              <a:off x="1503000" y="1105900"/>
              <a:ext cx="12525" cy="12600"/>
            </a:xfrm>
            <a:custGeom>
              <a:avLst/>
              <a:gdLst/>
              <a:ahLst/>
              <a:cxnLst/>
              <a:rect l="l" t="t" r="r" b="b"/>
              <a:pathLst>
                <a:path w="501" h="504"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5" name="Google Shape;14515;p32"/>
            <p:cNvSpPr/>
            <p:nvPr/>
          </p:nvSpPr>
          <p:spPr>
            <a:xfrm>
              <a:off x="1594750" y="110590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6" name="Google Shape;14516;p32"/>
            <p:cNvSpPr/>
            <p:nvPr/>
          </p:nvSpPr>
          <p:spPr>
            <a:xfrm>
              <a:off x="1686650" y="11059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7" name="Google Shape;14517;p32"/>
            <p:cNvSpPr/>
            <p:nvPr/>
          </p:nvSpPr>
          <p:spPr>
            <a:xfrm>
              <a:off x="1778450" y="110590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8" name="Google Shape;14518;p32"/>
            <p:cNvSpPr/>
            <p:nvPr/>
          </p:nvSpPr>
          <p:spPr>
            <a:xfrm>
              <a:off x="1870375" y="1105900"/>
              <a:ext cx="12400" cy="12600"/>
            </a:xfrm>
            <a:custGeom>
              <a:avLst/>
              <a:gdLst/>
              <a:ahLst/>
              <a:cxnLst/>
              <a:rect l="l" t="t" r="r" b="b"/>
              <a:pathLst>
                <a:path w="496" h="504"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9" name="Google Shape;14519;p32"/>
            <p:cNvSpPr/>
            <p:nvPr/>
          </p:nvSpPr>
          <p:spPr>
            <a:xfrm>
              <a:off x="1962150" y="110590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0" name="Google Shape;14520;p32"/>
            <p:cNvSpPr/>
            <p:nvPr/>
          </p:nvSpPr>
          <p:spPr>
            <a:xfrm>
              <a:off x="2054075" y="1105900"/>
              <a:ext cx="12425" cy="12600"/>
            </a:xfrm>
            <a:custGeom>
              <a:avLst/>
              <a:gdLst/>
              <a:ahLst/>
              <a:cxnLst/>
              <a:rect l="l" t="t" r="r" b="b"/>
              <a:pathLst>
                <a:path w="497" h="504"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1" name="Google Shape;14521;p32"/>
            <p:cNvSpPr/>
            <p:nvPr/>
          </p:nvSpPr>
          <p:spPr>
            <a:xfrm>
              <a:off x="2145825" y="11059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2" name="Google Shape;14522;p32"/>
            <p:cNvSpPr/>
            <p:nvPr/>
          </p:nvSpPr>
          <p:spPr>
            <a:xfrm>
              <a:off x="2237800" y="1105900"/>
              <a:ext cx="12350" cy="12600"/>
            </a:xfrm>
            <a:custGeom>
              <a:avLst/>
              <a:gdLst/>
              <a:ahLst/>
              <a:cxnLst/>
              <a:rect l="l" t="t" r="r" b="b"/>
              <a:pathLst>
                <a:path w="494" h="504"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3" name="Google Shape;14523;p32"/>
            <p:cNvSpPr/>
            <p:nvPr/>
          </p:nvSpPr>
          <p:spPr>
            <a:xfrm>
              <a:off x="2329550" y="110590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4" name="Google Shape;14524;p32"/>
            <p:cNvSpPr/>
            <p:nvPr/>
          </p:nvSpPr>
          <p:spPr>
            <a:xfrm>
              <a:off x="2421325" y="110590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5" name="Google Shape;14525;p32"/>
            <p:cNvSpPr/>
            <p:nvPr/>
          </p:nvSpPr>
          <p:spPr>
            <a:xfrm>
              <a:off x="2513250" y="1105900"/>
              <a:ext cx="12575" cy="12600"/>
            </a:xfrm>
            <a:custGeom>
              <a:avLst/>
              <a:gdLst/>
              <a:ahLst/>
              <a:cxnLst/>
              <a:rect l="l" t="t" r="r" b="b"/>
              <a:pathLst>
                <a:path w="503" h="504"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6" name="Google Shape;14526;p32"/>
            <p:cNvSpPr/>
            <p:nvPr/>
          </p:nvSpPr>
          <p:spPr>
            <a:xfrm>
              <a:off x="2605000" y="110590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7" name="Google Shape;14527;p32"/>
            <p:cNvSpPr/>
            <p:nvPr/>
          </p:nvSpPr>
          <p:spPr>
            <a:xfrm>
              <a:off x="2696950" y="1105900"/>
              <a:ext cx="12375" cy="12600"/>
            </a:xfrm>
            <a:custGeom>
              <a:avLst/>
              <a:gdLst/>
              <a:ahLst/>
              <a:cxnLst/>
              <a:rect l="l" t="t" r="r" b="b"/>
              <a:pathLst>
                <a:path w="495" h="504"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8" name="Google Shape;14528;p32"/>
            <p:cNvSpPr/>
            <p:nvPr/>
          </p:nvSpPr>
          <p:spPr>
            <a:xfrm>
              <a:off x="2788700" y="11059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9" name="Google Shape;14529;p32"/>
            <p:cNvSpPr/>
            <p:nvPr/>
          </p:nvSpPr>
          <p:spPr>
            <a:xfrm>
              <a:off x="2880675" y="1105900"/>
              <a:ext cx="12375" cy="12600"/>
            </a:xfrm>
            <a:custGeom>
              <a:avLst/>
              <a:gdLst/>
              <a:ahLst/>
              <a:cxnLst/>
              <a:rect l="l" t="t" r="r" b="b"/>
              <a:pathLst>
                <a:path w="495" h="504"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0" name="Google Shape;14530;p32"/>
            <p:cNvSpPr/>
            <p:nvPr/>
          </p:nvSpPr>
          <p:spPr>
            <a:xfrm>
              <a:off x="2972425" y="110590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1" name="Google Shape;14531;p32"/>
            <p:cNvSpPr/>
            <p:nvPr/>
          </p:nvSpPr>
          <p:spPr>
            <a:xfrm>
              <a:off x="3064375" y="1105900"/>
              <a:ext cx="12375" cy="12600"/>
            </a:xfrm>
            <a:custGeom>
              <a:avLst/>
              <a:gdLst/>
              <a:ahLst/>
              <a:cxnLst/>
              <a:rect l="l" t="t" r="r" b="b"/>
              <a:pathLst>
                <a:path w="495" h="504"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2" name="Google Shape;14532;p32"/>
            <p:cNvSpPr/>
            <p:nvPr/>
          </p:nvSpPr>
          <p:spPr>
            <a:xfrm>
              <a:off x="3156125" y="11059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3" name="Google Shape;14533;p32"/>
            <p:cNvSpPr/>
            <p:nvPr/>
          </p:nvSpPr>
          <p:spPr>
            <a:xfrm>
              <a:off x="3247875" y="1105900"/>
              <a:ext cx="12575" cy="12600"/>
            </a:xfrm>
            <a:custGeom>
              <a:avLst/>
              <a:gdLst/>
              <a:ahLst/>
              <a:cxnLst/>
              <a:rect l="l" t="t" r="r" b="b"/>
              <a:pathLst>
                <a:path w="503"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4" name="Google Shape;14534;p32"/>
            <p:cNvSpPr/>
            <p:nvPr/>
          </p:nvSpPr>
          <p:spPr>
            <a:xfrm>
              <a:off x="3339850" y="1105900"/>
              <a:ext cx="12525" cy="12600"/>
            </a:xfrm>
            <a:custGeom>
              <a:avLst/>
              <a:gdLst/>
              <a:ahLst/>
              <a:cxnLst/>
              <a:rect l="l" t="t" r="r" b="b"/>
              <a:pathLst>
                <a:path w="501" h="504"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5" name="Google Shape;14535;p32"/>
            <p:cNvSpPr/>
            <p:nvPr/>
          </p:nvSpPr>
          <p:spPr>
            <a:xfrm>
              <a:off x="3431575" y="11059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6" name="Google Shape;14536;p32"/>
            <p:cNvSpPr/>
            <p:nvPr/>
          </p:nvSpPr>
          <p:spPr>
            <a:xfrm>
              <a:off x="3523550" y="110590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7" name="Google Shape;14537;p32"/>
            <p:cNvSpPr/>
            <p:nvPr/>
          </p:nvSpPr>
          <p:spPr>
            <a:xfrm>
              <a:off x="676400" y="1197875"/>
              <a:ext cx="12600" cy="12375"/>
            </a:xfrm>
            <a:custGeom>
              <a:avLst/>
              <a:gdLst/>
              <a:ahLst/>
              <a:cxnLst/>
              <a:rect l="l" t="t" r="r" b="b"/>
              <a:pathLst>
                <a:path w="504" h="495" extrusionOk="0">
                  <a:moveTo>
                    <a:pt x="252" y="0"/>
                  </a:moveTo>
                  <a:cubicBezTo>
                    <a:pt x="116" y="0"/>
                    <a:pt x="1" y="107"/>
                    <a:pt x="1" y="243"/>
                  </a:cubicBezTo>
                  <a:cubicBezTo>
                    <a:pt x="1" y="388"/>
                    <a:pt x="116" y="494"/>
                    <a:pt x="252" y="494"/>
                  </a:cubicBezTo>
                  <a:cubicBezTo>
                    <a:pt x="388" y="494"/>
                    <a:pt x="503" y="388"/>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8" name="Google Shape;14538;p32"/>
            <p:cNvSpPr/>
            <p:nvPr/>
          </p:nvSpPr>
          <p:spPr>
            <a:xfrm>
              <a:off x="768325" y="1197875"/>
              <a:ext cx="12400" cy="12375"/>
            </a:xfrm>
            <a:custGeom>
              <a:avLst/>
              <a:gdLst/>
              <a:ahLst/>
              <a:cxnLst/>
              <a:rect l="l" t="t" r="r" b="b"/>
              <a:pathLst>
                <a:path w="496" h="495" extrusionOk="0">
                  <a:moveTo>
                    <a:pt x="245" y="0"/>
                  </a:moveTo>
                  <a:cubicBezTo>
                    <a:pt x="109" y="0"/>
                    <a:pt x="0" y="107"/>
                    <a:pt x="0" y="243"/>
                  </a:cubicBezTo>
                  <a:cubicBezTo>
                    <a:pt x="0" y="388"/>
                    <a:pt x="109" y="494"/>
                    <a:pt x="245" y="494"/>
                  </a:cubicBezTo>
                  <a:cubicBezTo>
                    <a:pt x="388" y="494"/>
                    <a:pt x="496" y="388"/>
                    <a:pt x="496" y="243"/>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9" name="Google Shape;14539;p32"/>
            <p:cNvSpPr/>
            <p:nvPr/>
          </p:nvSpPr>
          <p:spPr>
            <a:xfrm>
              <a:off x="860125" y="1197875"/>
              <a:ext cx="12525" cy="12375"/>
            </a:xfrm>
            <a:custGeom>
              <a:avLst/>
              <a:gdLst/>
              <a:ahLst/>
              <a:cxnLst/>
              <a:rect l="l" t="t" r="r" b="b"/>
              <a:pathLst>
                <a:path w="501" h="495" extrusionOk="0">
                  <a:moveTo>
                    <a:pt x="251" y="0"/>
                  </a:moveTo>
                  <a:cubicBezTo>
                    <a:pt x="114" y="0"/>
                    <a:pt x="0" y="107"/>
                    <a:pt x="0" y="243"/>
                  </a:cubicBezTo>
                  <a:cubicBezTo>
                    <a:pt x="0" y="388"/>
                    <a:pt x="114" y="494"/>
                    <a:pt x="251" y="494"/>
                  </a:cubicBezTo>
                  <a:cubicBezTo>
                    <a:pt x="387" y="494"/>
                    <a:pt x="501" y="388"/>
                    <a:pt x="501" y="243"/>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0" name="Google Shape;14540;p32"/>
            <p:cNvSpPr/>
            <p:nvPr/>
          </p:nvSpPr>
          <p:spPr>
            <a:xfrm>
              <a:off x="951850" y="1197875"/>
              <a:ext cx="12600" cy="12375"/>
            </a:xfrm>
            <a:custGeom>
              <a:avLst/>
              <a:gdLst/>
              <a:ahLst/>
              <a:cxnLst/>
              <a:rect l="l" t="t" r="r" b="b"/>
              <a:pathLst>
                <a:path w="504" h="495" extrusionOk="0">
                  <a:moveTo>
                    <a:pt x="252" y="0"/>
                  </a:moveTo>
                  <a:cubicBezTo>
                    <a:pt x="116" y="0"/>
                    <a:pt x="1" y="107"/>
                    <a:pt x="1" y="243"/>
                  </a:cubicBezTo>
                  <a:cubicBezTo>
                    <a:pt x="1" y="388"/>
                    <a:pt x="116" y="494"/>
                    <a:pt x="252" y="494"/>
                  </a:cubicBezTo>
                  <a:cubicBezTo>
                    <a:pt x="388" y="494"/>
                    <a:pt x="503" y="388"/>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1" name="Google Shape;14541;p32"/>
            <p:cNvSpPr/>
            <p:nvPr/>
          </p:nvSpPr>
          <p:spPr>
            <a:xfrm>
              <a:off x="1043825" y="1197875"/>
              <a:ext cx="12375" cy="12375"/>
            </a:xfrm>
            <a:custGeom>
              <a:avLst/>
              <a:gdLst/>
              <a:ahLst/>
              <a:cxnLst/>
              <a:rect l="l" t="t" r="r" b="b"/>
              <a:pathLst>
                <a:path w="495" h="495" extrusionOk="0">
                  <a:moveTo>
                    <a:pt x="250" y="0"/>
                  </a:moveTo>
                  <a:cubicBezTo>
                    <a:pt x="107" y="0"/>
                    <a:pt x="0" y="107"/>
                    <a:pt x="0" y="243"/>
                  </a:cubicBezTo>
                  <a:cubicBezTo>
                    <a:pt x="0" y="388"/>
                    <a:pt x="107" y="494"/>
                    <a:pt x="250" y="494"/>
                  </a:cubicBezTo>
                  <a:cubicBezTo>
                    <a:pt x="388" y="494"/>
                    <a:pt x="494" y="388"/>
                    <a:pt x="494" y="243"/>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2" name="Google Shape;14542;p32"/>
            <p:cNvSpPr/>
            <p:nvPr/>
          </p:nvSpPr>
          <p:spPr>
            <a:xfrm>
              <a:off x="1135575" y="1197875"/>
              <a:ext cx="12575" cy="12375"/>
            </a:xfrm>
            <a:custGeom>
              <a:avLst/>
              <a:gdLst/>
              <a:ahLst/>
              <a:cxnLst/>
              <a:rect l="l" t="t" r="r" b="b"/>
              <a:pathLst>
                <a:path w="503" h="495" extrusionOk="0">
                  <a:moveTo>
                    <a:pt x="252" y="0"/>
                  </a:moveTo>
                  <a:cubicBezTo>
                    <a:pt x="116" y="0"/>
                    <a:pt x="0" y="107"/>
                    <a:pt x="0" y="243"/>
                  </a:cubicBezTo>
                  <a:cubicBezTo>
                    <a:pt x="0" y="388"/>
                    <a:pt x="116" y="494"/>
                    <a:pt x="252" y="494"/>
                  </a:cubicBezTo>
                  <a:cubicBezTo>
                    <a:pt x="387" y="494"/>
                    <a:pt x="503" y="388"/>
                    <a:pt x="503" y="243"/>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3" name="Google Shape;14543;p32"/>
            <p:cNvSpPr/>
            <p:nvPr/>
          </p:nvSpPr>
          <p:spPr>
            <a:xfrm>
              <a:off x="1227500" y="1197875"/>
              <a:ext cx="12400" cy="12375"/>
            </a:xfrm>
            <a:custGeom>
              <a:avLst/>
              <a:gdLst/>
              <a:ahLst/>
              <a:cxnLst/>
              <a:rect l="l" t="t" r="r" b="b"/>
              <a:pathLst>
                <a:path w="496" h="495" extrusionOk="0">
                  <a:moveTo>
                    <a:pt x="251" y="0"/>
                  </a:moveTo>
                  <a:cubicBezTo>
                    <a:pt x="109" y="0"/>
                    <a:pt x="0" y="107"/>
                    <a:pt x="0" y="243"/>
                  </a:cubicBezTo>
                  <a:cubicBezTo>
                    <a:pt x="0" y="388"/>
                    <a:pt x="109" y="494"/>
                    <a:pt x="251" y="494"/>
                  </a:cubicBezTo>
                  <a:cubicBezTo>
                    <a:pt x="387" y="494"/>
                    <a:pt x="496" y="388"/>
                    <a:pt x="496" y="243"/>
                  </a:cubicBezTo>
                  <a:cubicBezTo>
                    <a:pt x="496"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4" name="Google Shape;14544;p32"/>
            <p:cNvSpPr/>
            <p:nvPr/>
          </p:nvSpPr>
          <p:spPr>
            <a:xfrm>
              <a:off x="1319275" y="1197875"/>
              <a:ext cx="12550" cy="12375"/>
            </a:xfrm>
            <a:custGeom>
              <a:avLst/>
              <a:gdLst/>
              <a:ahLst/>
              <a:cxnLst/>
              <a:rect l="l" t="t" r="r" b="b"/>
              <a:pathLst>
                <a:path w="502" h="495" extrusionOk="0">
                  <a:moveTo>
                    <a:pt x="252" y="0"/>
                  </a:moveTo>
                  <a:cubicBezTo>
                    <a:pt x="114" y="0"/>
                    <a:pt x="1" y="107"/>
                    <a:pt x="1" y="243"/>
                  </a:cubicBezTo>
                  <a:cubicBezTo>
                    <a:pt x="1" y="388"/>
                    <a:pt x="114" y="494"/>
                    <a:pt x="252" y="494"/>
                  </a:cubicBezTo>
                  <a:cubicBezTo>
                    <a:pt x="388" y="494"/>
                    <a:pt x="501" y="388"/>
                    <a:pt x="501" y="243"/>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5" name="Google Shape;14545;p32"/>
            <p:cNvSpPr/>
            <p:nvPr/>
          </p:nvSpPr>
          <p:spPr>
            <a:xfrm>
              <a:off x="1411200" y="1197875"/>
              <a:ext cx="12425" cy="12375"/>
            </a:xfrm>
            <a:custGeom>
              <a:avLst/>
              <a:gdLst/>
              <a:ahLst/>
              <a:cxnLst/>
              <a:rect l="l" t="t" r="r" b="b"/>
              <a:pathLst>
                <a:path w="497" h="495" extrusionOk="0">
                  <a:moveTo>
                    <a:pt x="245" y="0"/>
                  </a:moveTo>
                  <a:cubicBezTo>
                    <a:pt x="109" y="0"/>
                    <a:pt x="1" y="107"/>
                    <a:pt x="1" y="243"/>
                  </a:cubicBezTo>
                  <a:cubicBezTo>
                    <a:pt x="1" y="388"/>
                    <a:pt x="109" y="494"/>
                    <a:pt x="245" y="494"/>
                  </a:cubicBezTo>
                  <a:cubicBezTo>
                    <a:pt x="388" y="494"/>
                    <a:pt x="496" y="388"/>
                    <a:pt x="496" y="243"/>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6" name="Google Shape;14546;p32"/>
            <p:cNvSpPr/>
            <p:nvPr/>
          </p:nvSpPr>
          <p:spPr>
            <a:xfrm>
              <a:off x="1503000" y="1197875"/>
              <a:ext cx="12525" cy="12375"/>
            </a:xfrm>
            <a:custGeom>
              <a:avLst/>
              <a:gdLst/>
              <a:ahLst/>
              <a:cxnLst/>
              <a:rect l="l" t="t" r="r" b="b"/>
              <a:pathLst>
                <a:path w="501" h="495" extrusionOk="0">
                  <a:moveTo>
                    <a:pt x="250" y="0"/>
                  </a:moveTo>
                  <a:cubicBezTo>
                    <a:pt x="114" y="0"/>
                    <a:pt x="0" y="107"/>
                    <a:pt x="0" y="243"/>
                  </a:cubicBezTo>
                  <a:cubicBezTo>
                    <a:pt x="0" y="388"/>
                    <a:pt x="114" y="494"/>
                    <a:pt x="250" y="494"/>
                  </a:cubicBezTo>
                  <a:cubicBezTo>
                    <a:pt x="387" y="494"/>
                    <a:pt x="501" y="388"/>
                    <a:pt x="501" y="243"/>
                  </a:cubicBezTo>
                  <a:cubicBezTo>
                    <a:pt x="501" y="107"/>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7" name="Google Shape;14547;p32"/>
            <p:cNvSpPr/>
            <p:nvPr/>
          </p:nvSpPr>
          <p:spPr>
            <a:xfrm>
              <a:off x="1594750" y="1197875"/>
              <a:ext cx="12575" cy="12375"/>
            </a:xfrm>
            <a:custGeom>
              <a:avLst/>
              <a:gdLst/>
              <a:ahLst/>
              <a:cxnLst/>
              <a:rect l="l" t="t" r="r" b="b"/>
              <a:pathLst>
                <a:path w="503" h="495" extrusionOk="0">
                  <a:moveTo>
                    <a:pt x="251" y="0"/>
                  </a:moveTo>
                  <a:cubicBezTo>
                    <a:pt x="115" y="0"/>
                    <a:pt x="0" y="107"/>
                    <a:pt x="0" y="243"/>
                  </a:cubicBezTo>
                  <a:cubicBezTo>
                    <a:pt x="0" y="388"/>
                    <a:pt x="115" y="494"/>
                    <a:pt x="251" y="494"/>
                  </a:cubicBezTo>
                  <a:cubicBezTo>
                    <a:pt x="394" y="494"/>
                    <a:pt x="503" y="388"/>
                    <a:pt x="503" y="243"/>
                  </a:cubicBezTo>
                  <a:cubicBezTo>
                    <a:pt x="503" y="107"/>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8" name="Google Shape;14548;p32"/>
            <p:cNvSpPr/>
            <p:nvPr/>
          </p:nvSpPr>
          <p:spPr>
            <a:xfrm>
              <a:off x="1686650" y="1197875"/>
              <a:ext cx="12600" cy="12375"/>
            </a:xfrm>
            <a:custGeom>
              <a:avLst/>
              <a:gdLst/>
              <a:ahLst/>
              <a:cxnLst/>
              <a:rect l="l" t="t" r="r" b="b"/>
              <a:pathLst>
                <a:path w="504" h="495" extrusionOk="0">
                  <a:moveTo>
                    <a:pt x="252" y="0"/>
                  </a:moveTo>
                  <a:cubicBezTo>
                    <a:pt x="116" y="0"/>
                    <a:pt x="1" y="107"/>
                    <a:pt x="1" y="243"/>
                  </a:cubicBezTo>
                  <a:cubicBezTo>
                    <a:pt x="1" y="388"/>
                    <a:pt x="116" y="494"/>
                    <a:pt x="252" y="494"/>
                  </a:cubicBezTo>
                  <a:cubicBezTo>
                    <a:pt x="388" y="494"/>
                    <a:pt x="503" y="388"/>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9" name="Google Shape;14549;p32"/>
            <p:cNvSpPr/>
            <p:nvPr/>
          </p:nvSpPr>
          <p:spPr>
            <a:xfrm>
              <a:off x="1778450" y="1197875"/>
              <a:ext cx="12550" cy="12375"/>
            </a:xfrm>
            <a:custGeom>
              <a:avLst/>
              <a:gdLst/>
              <a:ahLst/>
              <a:cxnLst/>
              <a:rect l="l" t="t" r="r" b="b"/>
              <a:pathLst>
                <a:path w="502" h="495" extrusionOk="0">
                  <a:moveTo>
                    <a:pt x="252" y="0"/>
                  </a:moveTo>
                  <a:cubicBezTo>
                    <a:pt x="114" y="0"/>
                    <a:pt x="1" y="107"/>
                    <a:pt x="1" y="243"/>
                  </a:cubicBezTo>
                  <a:cubicBezTo>
                    <a:pt x="1" y="388"/>
                    <a:pt x="114" y="494"/>
                    <a:pt x="252" y="494"/>
                  </a:cubicBezTo>
                  <a:cubicBezTo>
                    <a:pt x="388" y="494"/>
                    <a:pt x="501" y="388"/>
                    <a:pt x="501" y="243"/>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0" name="Google Shape;14550;p32"/>
            <p:cNvSpPr/>
            <p:nvPr/>
          </p:nvSpPr>
          <p:spPr>
            <a:xfrm>
              <a:off x="1870375" y="1197875"/>
              <a:ext cx="12400" cy="12375"/>
            </a:xfrm>
            <a:custGeom>
              <a:avLst/>
              <a:gdLst/>
              <a:ahLst/>
              <a:cxnLst/>
              <a:rect l="l" t="t" r="r" b="b"/>
              <a:pathLst>
                <a:path w="496" h="495" extrusionOk="0">
                  <a:moveTo>
                    <a:pt x="252" y="0"/>
                  </a:moveTo>
                  <a:cubicBezTo>
                    <a:pt x="109" y="0"/>
                    <a:pt x="0" y="107"/>
                    <a:pt x="0" y="243"/>
                  </a:cubicBezTo>
                  <a:cubicBezTo>
                    <a:pt x="0" y="388"/>
                    <a:pt x="109" y="494"/>
                    <a:pt x="252" y="494"/>
                  </a:cubicBezTo>
                  <a:cubicBezTo>
                    <a:pt x="387" y="494"/>
                    <a:pt x="496" y="388"/>
                    <a:pt x="496" y="243"/>
                  </a:cubicBezTo>
                  <a:cubicBezTo>
                    <a:pt x="496"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1" name="Google Shape;14551;p32"/>
            <p:cNvSpPr/>
            <p:nvPr/>
          </p:nvSpPr>
          <p:spPr>
            <a:xfrm>
              <a:off x="1962150" y="1197875"/>
              <a:ext cx="12550" cy="12375"/>
            </a:xfrm>
            <a:custGeom>
              <a:avLst/>
              <a:gdLst/>
              <a:ahLst/>
              <a:cxnLst/>
              <a:rect l="l" t="t" r="r" b="b"/>
              <a:pathLst>
                <a:path w="502" h="495" extrusionOk="0">
                  <a:moveTo>
                    <a:pt x="250" y="0"/>
                  </a:moveTo>
                  <a:cubicBezTo>
                    <a:pt x="114" y="0"/>
                    <a:pt x="1" y="107"/>
                    <a:pt x="1" y="243"/>
                  </a:cubicBezTo>
                  <a:cubicBezTo>
                    <a:pt x="1" y="388"/>
                    <a:pt x="114" y="494"/>
                    <a:pt x="250" y="494"/>
                  </a:cubicBezTo>
                  <a:cubicBezTo>
                    <a:pt x="388" y="494"/>
                    <a:pt x="502" y="388"/>
                    <a:pt x="502" y="243"/>
                  </a:cubicBezTo>
                  <a:cubicBezTo>
                    <a:pt x="502"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2" name="Google Shape;14552;p32"/>
            <p:cNvSpPr/>
            <p:nvPr/>
          </p:nvSpPr>
          <p:spPr>
            <a:xfrm>
              <a:off x="2054075" y="1197875"/>
              <a:ext cx="12425" cy="12375"/>
            </a:xfrm>
            <a:custGeom>
              <a:avLst/>
              <a:gdLst/>
              <a:ahLst/>
              <a:cxnLst/>
              <a:rect l="l" t="t" r="r" b="b"/>
              <a:pathLst>
                <a:path w="497" h="495" extrusionOk="0">
                  <a:moveTo>
                    <a:pt x="252" y="0"/>
                  </a:moveTo>
                  <a:cubicBezTo>
                    <a:pt x="109" y="0"/>
                    <a:pt x="1" y="107"/>
                    <a:pt x="1" y="243"/>
                  </a:cubicBezTo>
                  <a:cubicBezTo>
                    <a:pt x="1" y="388"/>
                    <a:pt x="109" y="494"/>
                    <a:pt x="252" y="494"/>
                  </a:cubicBezTo>
                  <a:cubicBezTo>
                    <a:pt x="388" y="494"/>
                    <a:pt x="496" y="388"/>
                    <a:pt x="496" y="243"/>
                  </a:cubicBezTo>
                  <a:cubicBezTo>
                    <a:pt x="496"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3" name="Google Shape;14553;p32"/>
            <p:cNvSpPr/>
            <p:nvPr/>
          </p:nvSpPr>
          <p:spPr>
            <a:xfrm>
              <a:off x="2145825" y="1197875"/>
              <a:ext cx="12600" cy="12375"/>
            </a:xfrm>
            <a:custGeom>
              <a:avLst/>
              <a:gdLst/>
              <a:ahLst/>
              <a:cxnLst/>
              <a:rect l="l" t="t" r="r" b="b"/>
              <a:pathLst>
                <a:path w="504" h="495" extrusionOk="0">
                  <a:moveTo>
                    <a:pt x="252" y="0"/>
                  </a:moveTo>
                  <a:cubicBezTo>
                    <a:pt x="116" y="0"/>
                    <a:pt x="1" y="107"/>
                    <a:pt x="1" y="243"/>
                  </a:cubicBezTo>
                  <a:cubicBezTo>
                    <a:pt x="1" y="388"/>
                    <a:pt x="116" y="494"/>
                    <a:pt x="252" y="494"/>
                  </a:cubicBezTo>
                  <a:cubicBezTo>
                    <a:pt x="388" y="494"/>
                    <a:pt x="503" y="388"/>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4" name="Google Shape;14554;p32"/>
            <p:cNvSpPr/>
            <p:nvPr/>
          </p:nvSpPr>
          <p:spPr>
            <a:xfrm>
              <a:off x="2237800" y="1197875"/>
              <a:ext cx="12350" cy="12375"/>
            </a:xfrm>
            <a:custGeom>
              <a:avLst/>
              <a:gdLst/>
              <a:ahLst/>
              <a:cxnLst/>
              <a:rect l="l" t="t" r="r" b="b"/>
              <a:pathLst>
                <a:path w="494" h="495" extrusionOk="0">
                  <a:moveTo>
                    <a:pt x="244" y="0"/>
                  </a:moveTo>
                  <a:cubicBezTo>
                    <a:pt x="107" y="0"/>
                    <a:pt x="0" y="107"/>
                    <a:pt x="0" y="243"/>
                  </a:cubicBezTo>
                  <a:cubicBezTo>
                    <a:pt x="0" y="388"/>
                    <a:pt x="107" y="494"/>
                    <a:pt x="244" y="494"/>
                  </a:cubicBezTo>
                  <a:cubicBezTo>
                    <a:pt x="387" y="494"/>
                    <a:pt x="494" y="388"/>
                    <a:pt x="494" y="243"/>
                  </a:cubicBezTo>
                  <a:cubicBezTo>
                    <a:pt x="494" y="107"/>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5" name="Google Shape;14555;p32"/>
            <p:cNvSpPr/>
            <p:nvPr/>
          </p:nvSpPr>
          <p:spPr>
            <a:xfrm>
              <a:off x="2329550" y="1197875"/>
              <a:ext cx="12575" cy="12375"/>
            </a:xfrm>
            <a:custGeom>
              <a:avLst/>
              <a:gdLst/>
              <a:ahLst/>
              <a:cxnLst/>
              <a:rect l="l" t="t" r="r" b="b"/>
              <a:pathLst>
                <a:path w="503" h="495" extrusionOk="0">
                  <a:moveTo>
                    <a:pt x="251" y="0"/>
                  </a:moveTo>
                  <a:cubicBezTo>
                    <a:pt x="115" y="0"/>
                    <a:pt x="0" y="107"/>
                    <a:pt x="0" y="243"/>
                  </a:cubicBezTo>
                  <a:cubicBezTo>
                    <a:pt x="0" y="388"/>
                    <a:pt x="115" y="494"/>
                    <a:pt x="251" y="494"/>
                  </a:cubicBezTo>
                  <a:cubicBezTo>
                    <a:pt x="387" y="494"/>
                    <a:pt x="502" y="388"/>
                    <a:pt x="502" y="243"/>
                  </a:cubicBezTo>
                  <a:cubicBezTo>
                    <a:pt x="502"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6" name="Google Shape;14556;p32"/>
            <p:cNvSpPr/>
            <p:nvPr/>
          </p:nvSpPr>
          <p:spPr>
            <a:xfrm>
              <a:off x="2421325" y="1197875"/>
              <a:ext cx="12550" cy="12375"/>
            </a:xfrm>
            <a:custGeom>
              <a:avLst/>
              <a:gdLst/>
              <a:ahLst/>
              <a:cxnLst/>
              <a:rect l="l" t="t" r="r" b="b"/>
              <a:pathLst>
                <a:path w="502" h="495" extrusionOk="0">
                  <a:moveTo>
                    <a:pt x="250" y="0"/>
                  </a:moveTo>
                  <a:cubicBezTo>
                    <a:pt x="114" y="0"/>
                    <a:pt x="1" y="107"/>
                    <a:pt x="1" y="243"/>
                  </a:cubicBezTo>
                  <a:cubicBezTo>
                    <a:pt x="1" y="388"/>
                    <a:pt x="114" y="494"/>
                    <a:pt x="250" y="494"/>
                  </a:cubicBezTo>
                  <a:cubicBezTo>
                    <a:pt x="395" y="494"/>
                    <a:pt x="501" y="388"/>
                    <a:pt x="501" y="243"/>
                  </a:cubicBezTo>
                  <a:cubicBezTo>
                    <a:pt x="501" y="107"/>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7" name="Google Shape;14557;p32"/>
            <p:cNvSpPr/>
            <p:nvPr/>
          </p:nvSpPr>
          <p:spPr>
            <a:xfrm>
              <a:off x="2513250" y="1197875"/>
              <a:ext cx="12575" cy="12375"/>
            </a:xfrm>
            <a:custGeom>
              <a:avLst/>
              <a:gdLst/>
              <a:ahLst/>
              <a:cxnLst/>
              <a:rect l="l" t="t" r="r" b="b"/>
              <a:pathLst>
                <a:path w="503" h="495" extrusionOk="0">
                  <a:moveTo>
                    <a:pt x="252" y="0"/>
                  </a:moveTo>
                  <a:cubicBezTo>
                    <a:pt x="109" y="0"/>
                    <a:pt x="0" y="107"/>
                    <a:pt x="0" y="243"/>
                  </a:cubicBezTo>
                  <a:cubicBezTo>
                    <a:pt x="0" y="388"/>
                    <a:pt x="109" y="494"/>
                    <a:pt x="252" y="494"/>
                  </a:cubicBezTo>
                  <a:cubicBezTo>
                    <a:pt x="388" y="494"/>
                    <a:pt x="503" y="388"/>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8" name="Google Shape;14558;p32"/>
            <p:cNvSpPr/>
            <p:nvPr/>
          </p:nvSpPr>
          <p:spPr>
            <a:xfrm>
              <a:off x="2605000" y="1197875"/>
              <a:ext cx="12575" cy="12375"/>
            </a:xfrm>
            <a:custGeom>
              <a:avLst/>
              <a:gdLst/>
              <a:ahLst/>
              <a:cxnLst/>
              <a:rect l="l" t="t" r="r" b="b"/>
              <a:pathLst>
                <a:path w="503" h="495" extrusionOk="0">
                  <a:moveTo>
                    <a:pt x="252" y="0"/>
                  </a:moveTo>
                  <a:cubicBezTo>
                    <a:pt x="116" y="0"/>
                    <a:pt x="0" y="107"/>
                    <a:pt x="0" y="243"/>
                  </a:cubicBezTo>
                  <a:cubicBezTo>
                    <a:pt x="0" y="388"/>
                    <a:pt x="116" y="494"/>
                    <a:pt x="252" y="494"/>
                  </a:cubicBezTo>
                  <a:cubicBezTo>
                    <a:pt x="387" y="494"/>
                    <a:pt x="503" y="388"/>
                    <a:pt x="503" y="243"/>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9" name="Google Shape;14559;p32"/>
            <p:cNvSpPr/>
            <p:nvPr/>
          </p:nvSpPr>
          <p:spPr>
            <a:xfrm>
              <a:off x="2696950" y="1197875"/>
              <a:ext cx="12375" cy="12375"/>
            </a:xfrm>
            <a:custGeom>
              <a:avLst/>
              <a:gdLst/>
              <a:ahLst/>
              <a:cxnLst/>
              <a:rect l="l" t="t" r="r" b="b"/>
              <a:pathLst>
                <a:path w="495" h="495" extrusionOk="0">
                  <a:moveTo>
                    <a:pt x="252" y="0"/>
                  </a:moveTo>
                  <a:cubicBezTo>
                    <a:pt x="108" y="0"/>
                    <a:pt x="1" y="107"/>
                    <a:pt x="1" y="243"/>
                  </a:cubicBezTo>
                  <a:cubicBezTo>
                    <a:pt x="1" y="388"/>
                    <a:pt x="108" y="494"/>
                    <a:pt x="252" y="494"/>
                  </a:cubicBezTo>
                  <a:cubicBezTo>
                    <a:pt x="388" y="494"/>
                    <a:pt x="495" y="388"/>
                    <a:pt x="495" y="243"/>
                  </a:cubicBezTo>
                  <a:cubicBezTo>
                    <a:pt x="495"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0" name="Google Shape;14560;p32"/>
            <p:cNvSpPr/>
            <p:nvPr/>
          </p:nvSpPr>
          <p:spPr>
            <a:xfrm>
              <a:off x="2788700" y="1197875"/>
              <a:ext cx="12600" cy="12375"/>
            </a:xfrm>
            <a:custGeom>
              <a:avLst/>
              <a:gdLst/>
              <a:ahLst/>
              <a:cxnLst/>
              <a:rect l="l" t="t" r="r" b="b"/>
              <a:pathLst>
                <a:path w="504" h="495" extrusionOk="0">
                  <a:moveTo>
                    <a:pt x="252" y="0"/>
                  </a:moveTo>
                  <a:cubicBezTo>
                    <a:pt x="116" y="0"/>
                    <a:pt x="1" y="107"/>
                    <a:pt x="1" y="243"/>
                  </a:cubicBezTo>
                  <a:cubicBezTo>
                    <a:pt x="1" y="388"/>
                    <a:pt x="116" y="494"/>
                    <a:pt x="252" y="494"/>
                  </a:cubicBezTo>
                  <a:cubicBezTo>
                    <a:pt x="388" y="494"/>
                    <a:pt x="503" y="388"/>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1" name="Google Shape;14561;p32"/>
            <p:cNvSpPr/>
            <p:nvPr/>
          </p:nvSpPr>
          <p:spPr>
            <a:xfrm>
              <a:off x="2880675" y="1197875"/>
              <a:ext cx="12375" cy="12375"/>
            </a:xfrm>
            <a:custGeom>
              <a:avLst/>
              <a:gdLst/>
              <a:ahLst/>
              <a:cxnLst/>
              <a:rect l="l" t="t" r="r" b="b"/>
              <a:pathLst>
                <a:path w="495" h="495" extrusionOk="0">
                  <a:moveTo>
                    <a:pt x="243" y="0"/>
                  </a:moveTo>
                  <a:cubicBezTo>
                    <a:pt x="107" y="0"/>
                    <a:pt x="0" y="107"/>
                    <a:pt x="0" y="243"/>
                  </a:cubicBezTo>
                  <a:cubicBezTo>
                    <a:pt x="0" y="388"/>
                    <a:pt x="107" y="494"/>
                    <a:pt x="243" y="494"/>
                  </a:cubicBezTo>
                  <a:cubicBezTo>
                    <a:pt x="387" y="494"/>
                    <a:pt x="494" y="388"/>
                    <a:pt x="494" y="243"/>
                  </a:cubicBezTo>
                  <a:cubicBezTo>
                    <a:pt x="494" y="107"/>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2" name="Google Shape;14562;p32"/>
            <p:cNvSpPr/>
            <p:nvPr/>
          </p:nvSpPr>
          <p:spPr>
            <a:xfrm>
              <a:off x="2972425" y="1197875"/>
              <a:ext cx="12575" cy="12375"/>
            </a:xfrm>
            <a:custGeom>
              <a:avLst/>
              <a:gdLst/>
              <a:ahLst/>
              <a:cxnLst/>
              <a:rect l="l" t="t" r="r" b="b"/>
              <a:pathLst>
                <a:path w="503" h="495" extrusionOk="0">
                  <a:moveTo>
                    <a:pt x="251" y="0"/>
                  </a:moveTo>
                  <a:cubicBezTo>
                    <a:pt x="115" y="0"/>
                    <a:pt x="0" y="107"/>
                    <a:pt x="0" y="243"/>
                  </a:cubicBezTo>
                  <a:cubicBezTo>
                    <a:pt x="0" y="388"/>
                    <a:pt x="115" y="494"/>
                    <a:pt x="251" y="494"/>
                  </a:cubicBezTo>
                  <a:cubicBezTo>
                    <a:pt x="387" y="494"/>
                    <a:pt x="503" y="388"/>
                    <a:pt x="503" y="243"/>
                  </a:cubicBezTo>
                  <a:cubicBezTo>
                    <a:pt x="503"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3" name="Google Shape;14563;p32"/>
            <p:cNvSpPr/>
            <p:nvPr/>
          </p:nvSpPr>
          <p:spPr>
            <a:xfrm>
              <a:off x="3064375" y="1197875"/>
              <a:ext cx="12375" cy="12375"/>
            </a:xfrm>
            <a:custGeom>
              <a:avLst/>
              <a:gdLst/>
              <a:ahLst/>
              <a:cxnLst/>
              <a:rect l="l" t="t" r="r" b="b"/>
              <a:pathLst>
                <a:path w="495" h="495" extrusionOk="0">
                  <a:moveTo>
                    <a:pt x="243" y="0"/>
                  </a:moveTo>
                  <a:cubicBezTo>
                    <a:pt x="107" y="0"/>
                    <a:pt x="1" y="107"/>
                    <a:pt x="1" y="243"/>
                  </a:cubicBezTo>
                  <a:cubicBezTo>
                    <a:pt x="1" y="388"/>
                    <a:pt x="107" y="494"/>
                    <a:pt x="243" y="494"/>
                  </a:cubicBezTo>
                  <a:cubicBezTo>
                    <a:pt x="388" y="494"/>
                    <a:pt x="495" y="388"/>
                    <a:pt x="495" y="243"/>
                  </a:cubicBezTo>
                  <a:cubicBezTo>
                    <a:pt x="495" y="107"/>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4" name="Google Shape;14564;p32"/>
            <p:cNvSpPr/>
            <p:nvPr/>
          </p:nvSpPr>
          <p:spPr>
            <a:xfrm>
              <a:off x="3156125" y="1197875"/>
              <a:ext cx="12600" cy="12375"/>
            </a:xfrm>
            <a:custGeom>
              <a:avLst/>
              <a:gdLst/>
              <a:ahLst/>
              <a:cxnLst/>
              <a:rect l="l" t="t" r="r" b="b"/>
              <a:pathLst>
                <a:path w="504" h="495" extrusionOk="0">
                  <a:moveTo>
                    <a:pt x="252" y="0"/>
                  </a:moveTo>
                  <a:cubicBezTo>
                    <a:pt x="116" y="0"/>
                    <a:pt x="1" y="107"/>
                    <a:pt x="1" y="243"/>
                  </a:cubicBezTo>
                  <a:cubicBezTo>
                    <a:pt x="1" y="388"/>
                    <a:pt x="116" y="494"/>
                    <a:pt x="252" y="494"/>
                  </a:cubicBezTo>
                  <a:cubicBezTo>
                    <a:pt x="388" y="494"/>
                    <a:pt x="503" y="388"/>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5" name="Google Shape;14565;p32"/>
            <p:cNvSpPr/>
            <p:nvPr/>
          </p:nvSpPr>
          <p:spPr>
            <a:xfrm>
              <a:off x="3247875" y="1197875"/>
              <a:ext cx="12575" cy="12375"/>
            </a:xfrm>
            <a:custGeom>
              <a:avLst/>
              <a:gdLst/>
              <a:ahLst/>
              <a:cxnLst/>
              <a:rect l="l" t="t" r="r" b="b"/>
              <a:pathLst>
                <a:path w="503" h="495" extrusionOk="0">
                  <a:moveTo>
                    <a:pt x="252" y="0"/>
                  </a:moveTo>
                  <a:cubicBezTo>
                    <a:pt x="116" y="0"/>
                    <a:pt x="1" y="107"/>
                    <a:pt x="1" y="243"/>
                  </a:cubicBezTo>
                  <a:cubicBezTo>
                    <a:pt x="1" y="388"/>
                    <a:pt x="116" y="494"/>
                    <a:pt x="252" y="494"/>
                  </a:cubicBezTo>
                  <a:cubicBezTo>
                    <a:pt x="388" y="494"/>
                    <a:pt x="503" y="388"/>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6" name="Google Shape;14566;p32"/>
            <p:cNvSpPr/>
            <p:nvPr/>
          </p:nvSpPr>
          <p:spPr>
            <a:xfrm>
              <a:off x="3339850" y="1197875"/>
              <a:ext cx="12525" cy="12375"/>
            </a:xfrm>
            <a:custGeom>
              <a:avLst/>
              <a:gdLst/>
              <a:ahLst/>
              <a:cxnLst/>
              <a:rect l="l" t="t" r="r" b="b"/>
              <a:pathLst>
                <a:path w="501" h="495" extrusionOk="0">
                  <a:moveTo>
                    <a:pt x="251" y="0"/>
                  </a:moveTo>
                  <a:cubicBezTo>
                    <a:pt x="107" y="0"/>
                    <a:pt x="0" y="107"/>
                    <a:pt x="0" y="243"/>
                  </a:cubicBezTo>
                  <a:cubicBezTo>
                    <a:pt x="0" y="388"/>
                    <a:pt x="107" y="494"/>
                    <a:pt x="251" y="494"/>
                  </a:cubicBezTo>
                  <a:cubicBezTo>
                    <a:pt x="387" y="494"/>
                    <a:pt x="501" y="388"/>
                    <a:pt x="501" y="243"/>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7" name="Google Shape;14567;p32"/>
            <p:cNvSpPr/>
            <p:nvPr/>
          </p:nvSpPr>
          <p:spPr>
            <a:xfrm>
              <a:off x="3431575" y="1197875"/>
              <a:ext cx="12600" cy="12375"/>
            </a:xfrm>
            <a:custGeom>
              <a:avLst/>
              <a:gdLst/>
              <a:ahLst/>
              <a:cxnLst/>
              <a:rect l="l" t="t" r="r" b="b"/>
              <a:pathLst>
                <a:path w="504" h="495" extrusionOk="0">
                  <a:moveTo>
                    <a:pt x="252" y="0"/>
                  </a:moveTo>
                  <a:cubicBezTo>
                    <a:pt x="116" y="0"/>
                    <a:pt x="1" y="107"/>
                    <a:pt x="1" y="243"/>
                  </a:cubicBezTo>
                  <a:cubicBezTo>
                    <a:pt x="1" y="388"/>
                    <a:pt x="116" y="494"/>
                    <a:pt x="252" y="494"/>
                  </a:cubicBezTo>
                  <a:cubicBezTo>
                    <a:pt x="388" y="494"/>
                    <a:pt x="503" y="388"/>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8" name="Google Shape;14568;p32"/>
            <p:cNvSpPr/>
            <p:nvPr/>
          </p:nvSpPr>
          <p:spPr>
            <a:xfrm>
              <a:off x="3523550" y="1197875"/>
              <a:ext cx="12375" cy="12375"/>
            </a:xfrm>
            <a:custGeom>
              <a:avLst/>
              <a:gdLst/>
              <a:ahLst/>
              <a:cxnLst/>
              <a:rect l="l" t="t" r="r" b="b"/>
              <a:pathLst>
                <a:path w="495" h="495" extrusionOk="0">
                  <a:moveTo>
                    <a:pt x="250" y="0"/>
                  </a:moveTo>
                  <a:cubicBezTo>
                    <a:pt x="107" y="0"/>
                    <a:pt x="0" y="107"/>
                    <a:pt x="0" y="243"/>
                  </a:cubicBezTo>
                  <a:cubicBezTo>
                    <a:pt x="0" y="388"/>
                    <a:pt x="107" y="494"/>
                    <a:pt x="250" y="494"/>
                  </a:cubicBezTo>
                  <a:cubicBezTo>
                    <a:pt x="388" y="494"/>
                    <a:pt x="494" y="388"/>
                    <a:pt x="494" y="243"/>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9" name="Google Shape;14569;p32"/>
            <p:cNvSpPr/>
            <p:nvPr/>
          </p:nvSpPr>
          <p:spPr>
            <a:xfrm>
              <a:off x="676400" y="12896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0" name="Google Shape;14570;p32"/>
            <p:cNvSpPr/>
            <p:nvPr/>
          </p:nvSpPr>
          <p:spPr>
            <a:xfrm>
              <a:off x="768325" y="1289625"/>
              <a:ext cx="12400" cy="12575"/>
            </a:xfrm>
            <a:custGeom>
              <a:avLst/>
              <a:gdLst/>
              <a:ahLst/>
              <a:cxnLst/>
              <a:rect l="l" t="t" r="r" b="b"/>
              <a:pathLst>
                <a:path w="496" h="503" extrusionOk="0">
                  <a:moveTo>
                    <a:pt x="245" y="0"/>
                  </a:moveTo>
                  <a:cubicBezTo>
                    <a:pt x="109" y="0"/>
                    <a:pt x="0" y="116"/>
                    <a:pt x="0" y="252"/>
                  </a:cubicBezTo>
                  <a:cubicBezTo>
                    <a:pt x="0" y="387"/>
                    <a:pt x="109" y="503"/>
                    <a:pt x="245" y="503"/>
                  </a:cubicBezTo>
                  <a:cubicBezTo>
                    <a:pt x="388" y="503"/>
                    <a:pt x="496" y="387"/>
                    <a:pt x="496" y="252"/>
                  </a:cubicBezTo>
                  <a:cubicBezTo>
                    <a:pt x="496" y="116"/>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1" name="Google Shape;14571;p32"/>
            <p:cNvSpPr/>
            <p:nvPr/>
          </p:nvSpPr>
          <p:spPr>
            <a:xfrm>
              <a:off x="860125" y="1289625"/>
              <a:ext cx="12525" cy="12575"/>
            </a:xfrm>
            <a:custGeom>
              <a:avLst/>
              <a:gdLst/>
              <a:ahLst/>
              <a:cxnLst/>
              <a:rect l="l" t="t" r="r" b="b"/>
              <a:pathLst>
                <a:path w="501" h="503" extrusionOk="0">
                  <a:moveTo>
                    <a:pt x="251" y="0"/>
                  </a:moveTo>
                  <a:cubicBezTo>
                    <a:pt x="114" y="0"/>
                    <a:pt x="0" y="116"/>
                    <a:pt x="0" y="252"/>
                  </a:cubicBezTo>
                  <a:cubicBezTo>
                    <a:pt x="0" y="387"/>
                    <a:pt x="114" y="503"/>
                    <a:pt x="251" y="503"/>
                  </a:cubicBezTo>
                  <a:cubicBezTo>
                    <a:pt x="387" y="503"/>
                    <a:pt x="501" y="387"/>
                    <a:pt x="501" y="252"/>
                  </a:cubicBezTo>
                  <a:cubicBezTo>
                    <a:pt x="501"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2" name="Google Shape;14572;p32"/>
            <p:cNvSpPr/>
            <p:nvPr/>
          </p:nvSpPr>
          <p:spPr>
            <a:xfrm>
              <a:off x="951850" y="12896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3" name="Google Shape;14573;p32"/>
            <p:cNvSpPr/>
            <p:nvPr/>
          </p:nvSpPr>
          <p:spPr>
            <a:xfrm>
              <a:off x="1043825" y="1289625"/>
              <a:ext cx="12375" cy="12575"/>
            </a:xfrm>
            <a:custGeom>
              <a:avLst/>
              <a:gdLst/>
              <a:ahLst/>
              <a:cxnLst/>
              <a:rect l="l" t="t" r="r" b="b"/>
              <a:pathLst>
                <a:path w="495" h="503" extrusionOk="0">
                  <a:moveTo>
                    <a:pt x="250" y="0"/>
                  </a:moveTo>
                  <a:cubicBezTo>
                    <a:pt x="107" y="0"/>
                    <a:pt x="0" y="116"/>
                    <a:pt x="0" y="252"/>
                  </a:cubicBezTo>
                  <a:cubicBezTo>
                    <a:pt x="0" y="387"/>
                    <a:pt x="107" y="503"/>
                    <a:pt x="250" y="503"/>
                  </a:cubicBezTo>
                  <a:cubicBezTo>
                    <a:pt x="388" y="503"/>
                    <a:pt x="494" y="387"/>
                    <a:pt x="494" y="252"/>
                  </a:cubicBezTo>
                  <a:cubicBezTo>
                    <a:pt x="494"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4" name="Google Shape;14574;p32"/>
            <p:cNvSpPr/>
            <p:nvPr/>
          </p:nvSpPr>
          <p:spPr>
            <a:xfrm>
              <a:off x="1135575" y="1289625"/>
              <a:ext cx="12575" cy="12575"/>
            </a:xfrm>
            <a:custGeom>
              <a:avLst/>
              <a:gdLst/>
              <a:ahLst/>
              <a:cxnLst/>
              <a:rect l="l" t="t" r="r" b="b"/>
              <a:pathLst>
                <a:path w="503" h="503" extrusionOk="0">
                  <a:moveTo>
                    <a:pt x="252" y="0"/>
                  </a:moveTo>
                  <a:cubicBezTo>
                    <a:pt x="116" y="0"/>
                    <a:pt x="0" y="116"/>
                    <a:pt x="0" y="252"/>
                  </a:cubicBezTo>
                  <a:cubicBezTo>
                    <a:pt x="0" y="387"/>
                    <a:pt x="116" y="503"/>
                    <a:pt x="252" y="503"/>
                  </a:cubicBezTo>
                  <a:cubicBezTo>
                    <a:pt x="387" y="503"/>
                    <a:pt x="503" y="387"/>
                    <a:pt x="503" y="252"/>
                  </a:cubicBezTo>
                  <a:cubicBezTo>
                    <a:pt x="503"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5" name="Google Shape;14575;p32"/>
            <p:cNvSpPr/>
            <p:nvPr/>
          </p:nvSpPr>
          <p:spPr>
            <a:xfrm>
              <a:off x="1227500" y="1289625"/>
              <a:ext cx="12400" cy="12575"/>
            </a:xfrm>
            <a:custGeom>
              <a:avLst/>
              <a:gdLst/>
              <a:ahLst/>
              <a:cxnLst/>
              <a:rect l="l" t="t" r="r" b="b"/>
              <a:pathLst>
                <a:path w="496" h="503" extrusionOk="0">
                  <a:moveTo>
                    <a:pt x="251" y="0"/>
                  </a:moveTo>
                  <a:cubicBezTo>
                    <a:pt x="109" y="0"/>
                    <a:pt x="0" y="116"/>
                    <a:pt x="0" y="252"/>
                  </a:cubicBezTo>
                  <a:cubicBezTo>
                    <a:pt x="0" y="387"/>
                    <a:pt x="109" y="503"/>
                    <a:pt x="251" y="503"/>
                  </a:cubicBezTo>
                  <a:cubicBezTo>
                    <a:pt x="387" y="503"/>
                    <a:pt x="496" y="387"/>
                    <a:pt x="496" y="252"/>
                  </a:cubicBezTo>
                  <a:cubicBezTo>
                    <a:pt x="496"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6" name="Google Shape;14576;p32"/>
            <p:cNvSpPr/>
            <p:nvPr/>
          </p:nvSpPr>
          <p:spPr>
            <a:xfrm>
              <a:off x="1319275" y="1289625"/>
              <a:ext cx="12550" cy="12575"/>
            </a:xfrm>
            <a:custGeom>
              <a:avLst/>
              <a:gdLst/>
              <a:ahLst/>
              <a:cxnLst/>
              <a:rect l="l" t="t" r="r" b="b"/>
              <a:pathLst>
                <a:path w="502" h="503" extrusionOk="0">
                  <a:moveTo>
                    <a:pt x="252" y="0"/>
                  </a:moveTo>
                  <a:cubicBezTo>
                    <a:pt x="114" y="0"/>
                    <a:pt x="1" y="116"/>
                    <a:pt x="1" y="252"/>
                  </a:cubicBezTo>
                  <a:cubicBezTo>
                    <a:pt x="1" y="387"/>
                    <a:pt x="114" y="503"/>
                    <a:pt x="252" y="503"/>
                  </a:cubicBezTo>
                  <a:cubicBezTo>
                    <a:pt x="388" y="503"/>
                    <a:pt x="501" y="387"/>
                    <a:pt x="501" y="252"/>
                  </a:cubicBezTo>
                  <a:cubicBezTo>
                    <a:pt x="501"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7" name="Google Shape;14577;p32"/>
            <p:cNvSpPr/>
            <p:nvPr/>
          </p:nvSpPr>
          <p:spPr>
            <a:xfrm>
              <a:off x="1411200" y="1289625"/>
              <a:ext cx="12425" cy="12575"/>
            </a:xfrm>
            <a:custGeom>
              <a:avLst/>
              <a:gdLst/>
              <a:ahLst/>
              <a:cxnLst/>
              <a:rect l="l" t="t" r="r" b="b"/>
              <a:pathLst>
                <a:path w="497" h="503" extrusionOk="0">
                  <a:moveTo>
                    <a:pt x="245" y="0"/>
                  </a:moveTo>
                  <a:cubicBezTo>
                    <a:pt x="109" y="0"/>
                    <a:pt x="1" y="116"/>
                    <a:pt x="1" y="252"/>
                  </a:cubicBezTo>
                  <a:cubicBezTo>
                    <a:pt x="1" y="387"/>
                    <a:pt x="109" y="503"/>
                    <a:pt x="245" y="503"/>
                  </a:cubicBezTo>
                  <a:cubicBezTo>
                    <a:pt x="388" y="503"/>
                    <a:pt x="496" y="387"/>
                    <a:pt x="496" y="252"/>
                  </a:cubicBezTo>
                  <a:cubicBezTo>
                    <a:pt x="496" y="116"/>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8" name="Google Shape;14578;p32"/>
            <p:cNvSpPr/>
            <p:nvPr/>
          </p:nvSpPr>
          <p:spPr>
            <a:xfrm>
              <a:off x="1503000" y="1289625"/>
              <a:ext cx="12525" cy="12575"/>
            </a:xfrm>
            <a:custGeom>
              <a:avLst/>
              <a:gdLst/>
              <a:ahLst/>
              <a:cxnLst/>
              <a:rect l="l" t="t" r="r" b="b"/>
              <a:pathLst>
                <a:path w="501" h="503" extrusionOk="0">
                  <a:moveTo>
                    <a:pt x="250" y="0"/>
                  </a:moveTo>
                  <a:cubicBezTo>
                    <a:pt x="114" y="0"/>
                    <a:pt x="0" y="116"/>
                    <a:pt x="0" y="252"/>
                  </a:cubicBezTo>
                  <a:cubicBezTo>
                    <a:pt x="0" y="387"/>
                    <a:pt x="114" y="503"/>
                    <a:pt x="250" y="503"/>
                  </a:cubicBezTo>
                  <a:cubicBezTo>
                    <a:pt x="387" y="503"/>
                    <a:pt x="501" y="387"/>
                    <a:pt x="501" y="252"/>
                  </a:cubicBezTo>
                  <a:cubicBezTo>
                    <a:pt x="501" y="116"/>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9" name="Google Shape;14579;p32"/>
            <p:cNvSpPr/>
            <p:nvPr/>
          </p:nvSpPr>
          <p:spPr>
            <a:xfrm>
              <a:off x="1594750" y="1289625"/>
              <a:ext cx="12575" cy="12575"/>
            </a:xfrm>
            <a:custGeom>
              <a:avLst/>
              <a:gdLst/>
              <a:ahLst/>
              <a:cxnLst/>
              <a:rect l="l" t="t" r="r" b="b"/>
              <a:pathLst>
                <a:path w="503" h="503" extrusionOk="0">
                  <a:moveTo>
                    <a:pt x="251" y="0"/>
                  </a:moveTo>
                  <a:cubicBezTo>
                    <a:pt x="115" y="0"/>
                    <a:pt x="0" y="116"/>
                    <a:pt x="0" y="252"/>
                  </a:cubicBezTo>
                  <a:cubicBezTo>
                    <a:pt x="0" y="387"/>
                    <a:pt x="115" y="503"/>
                    <a:pt x="251" y="503"/>
                  </a:cubicBezTo>
                  <a:cubicBezTo>
                    <a:pt x="394" y="503"/>
                    <a:pt x="503" y="387"/>
                    <a:pt x="503" y="252"/>
                  </a:cubicBezTo>
                  <a:cubicBezTo>
                    <a:pt x="503" y="116"/>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0" name="Google Shape;14580;p32"/>
            <p:cNvSpPr/>
            <p:nvPr/>
          </p:nvSpPr>
          <p:spPr>
            <a:xfrm>
              <a:off x="1686650" y="12896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1" name="Google Shape;14581;p32"/>
            <p:cNvSpPr/>
            <p:nvPr/>
          </p:nvSpPr>
          <p:spPr>
            <a:xfrm>
              <a:off x="1778450" y="1289625"/>
              <a:ext cx="12550" cy="12575"/>
            </a:xfrm>
            <a:custGeom>
              <a:avLst/>
              <a:gdLst/>
              <a:ahLst/>
              <a:cxnLst/>
              <a:rect l="l" t="t" r="r" b="b"/>
              <a:pathLst>
                <a:path w="502" h="503" extrusionOk="0">
                  <a:moveTo>
                    <a:pt x="252" y="0"/>
                  </a:moveTo>
                  <a:cubicBezTo>
                    <a:pt x="114" y="0"/>
                    <a:pt x="1" y="116"/>
                    <a:pt x="1" y="252"/>
                  </a:cubicBezTo>
                  <a:cubicBezTo>
                    <a:pt x="1" y="387"/>
                    <a:pt x="114" y="503"/>
                    <a:pt x="252" y="503"/>
                  </a:cubicBezTo>
                  <a:cubicBezTo>
                    <a:pt x="388" y="503"/>
                    <a:pt x="501" y="387"/>
                    <a:pt x="501" y="252"/>
                  </a:cubicBezTo>
                  <a:cubicBezTo>
                    <a:pt x="501"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2" name="Google Shape;14582;p32"/>
            <p:cNvSpPr/>
            <p:nvPr/>
          </p:nvSpPr>
          <p:spPr>
            <a:xfrm>
              <a:off x="1870375" y="1289625"/>
              <a:ext cx="12400" cy="12575"/>
            </a:xfrm>
            <a:custGeom>
              <a:avLst/>
              <a:gdLst/>
              <a:ahLst/>
              <a:cxnLst/>
              <a:rect l="l" t="t" r="r" b="b"/>
              <a:pathLst>
                <a:path w="496" h="503" extrusionOk="0">
                  <a:moveTo>
                    <a:pt x="252" y="0"/>
                  </a:moveTo>
                  <a:cubicBezTo>
                    <a:pt x="109" y="0"/>
                    <a:pt x="0" y="116"/>
                    <a:pt x="0" y="252"/>
                  </a:cubicBezTo>
                  <a:cubicBezTo>
                    <a:pt x="0" y="387"/>
                    <a:pt x="109" y="503"/>
                    <a:pt x="252" y="503"/>
                  </a:cubicBezTo>
                  <a:cubicBezTo>
                    <a:pt x="387" y="503"/>
                    <a:pt x="496" y="387"/>
                    <a:pt x="496" y="252"/>
                  </a:cubicBezTo>
                  <a:cubicBezTo>
                    <a:pt x="496"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3" name="Google Shape;14583;p32"/>
            <p:cNvSpPr/>
            <p:nvPr/>
          </p:nvSpPr>
          <p:spPr>
            <a:xfrm>
              <a:off x="1962150" y="1289625"/>
              <a:ext cx="12550" cy="12575"/>
            </a:xfrm>
            <a:custGeom>
              <a:avLst/>
              <a:gdLst/>
              <a:ahLst/>
              <a:cxnLst/>
              <a:rect l="l" t="t" r="r" b="b"/>
              <a:pathLst>
                <a:path w="502" h="503" extrusionOk="0">
                  <a:moveTo>
                    <a:pt x="250" y="0"/>
                  </a:moveTo>
                  <a:cubicBezTo>
                    <a:pt x="114" y="0"/>
                    <a:pt x="1" y="116"/>
                    <a:pt x="1" y="252"/>
                  </a:cubicBezTo>
                  <a:cubicBezTo>
                    <a:pt x="1" y="387"/>
                    <a:pt x="114" y="503"/>
                    <a:pt x="250" y="503"/>
                  </a:cubicBezTo>
                  <a:cubicBezTo>
                    <a:pt x="388" y="503"/>
                    <a:pt x="502" y="387"/>
                    <a:pt x="502" y="252"/>
                  </a:cubicBezTo>
                  <a:cubicBezTo>
                    <a:pt x="502"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4" name="Google Shape;14584;p32"/>
            <p:cNvSpPr/>
            <p:nvPr/>
          </p:nvSpPr>
          <p:spPr>
            <a:xfrm>
              <a:off x="2054075" y="1289625"/>
              <a:ext cx="12425" cy="12575"/>
            </a:xfrm>
            <a:custGeom>
              <a:avLst/>
              <a:gdLst/>
              <a:ahLst/>
              <a:cxnLst/>
              <a:rect l="l" t="t" r="r" b="b"/>
              <a:pathLst>
                <a:path w="497" h="503" extrusionOk="0">
                  <a:moveTo>
                    <a:pt x="252" y="0"/>
                  </a:moveTo>
                  <a:cubicBezTo>
                    <a:pt x="109" y="0"/>
                    <a:pt x="1" y="116"/>
                    <a:pt x="1" y="252"/>
                  </a:cubicBezTo>
                  <a:cubicBezTo>
                    <a:pt x="1" y="387"/>
                    <a:pt x="109" y="503"/>
                    <a:pt x="252" y="503"/>
                  </a:cubicBezTo>
                  <a:cubicBezTo>
                    <a:pt x="388" y="503"/>
                    <a:pt x="496" y="387"/>
                    <a:pt x="496" y="252"/>
                  </a:cubicBezTo>
                  <a:cubicBezTo>
                    <a:pt x="496"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5" name="Google Shape;14585;p32"/>
            <p:cNvSpPr/>
            <p:nvPr/>
          </p:nvSpPr>
          <p:spPr>
            <a:xfrm>
              <a:off x="2145825" y="12896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6" name="Google Shape;14586;p32"/>
            <p:cNvSpPr/>
            <p:nvPr/>
          </p:nvSpPr>
          <p:spPr>
            <a:xfrm>
              <a:off x="2237800" y="1289625"/>
              <a:ext cx="12350" cy="12575"/>
            </a:xfrm>
            <a:custGeom>
              <a:avLst/>
              <a:gdLst/>
              <a:ahLst/>
              <a:cxnLst/>
              <a:rect l="l" t="t" r="r" b="b"/>
              <a:pathLst>
                <a:path w="494" h="503" extrusionOk="0">
                  <a:moveTo>
                    <a:pt x="244" y="0"/>
                  </a:moveTo>
                  <a:cubicBezTo>
                    <a:pt x="107" y="0"/>
                    <a:pt x="0" y="116"/>
                    <a:pt x="0" y="252"/>
                  </a:cubicBezTo>
                  <a:cubicBezTo>
                    <a:pt x="0" y="387"/>
                    <a:pt x="107" y="503"/>
                    <a:pt x="244" y="503"/>
                  </a:cubicBezTo>
                  <a:cubicBezTo>
                    <a:pt x="387" y="503"/>
                    <a:pt x="494" y="387"/>
                    <a:pt x="494" y="252"/>
                  </a:cubicBezTo>
                  <a:cubicBezTo>
                    <a:pt x="494" y="116"/>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7" name="Google Shape;14587;p32"/>
            <p:cNvSpPr/>
            <p:nvPr/>
          </p:nvSpPr>
          <p:spPr>
            <a:xfrm>
              <a:off x="2329550" y="1289625"/>
              <a:ext cx="12575" cy="12575"/>
            </a:xfrm>
            <a:custGeom>
              <a:avLst/>
              <a:gdLst/>
              <a:ahLst/>
              <a:cxnLst/>
              <a:rect l="l" t="t" r="r" b="b"/>
              <a:pathLst>
                <a:path w="503" h="503" extrusionOk="0">
                  <a:moveTo>
                    <a:pt x="251" y="0"/>
                  </a:moveTo>
                  <a:cubicBezTo>
                    <a:pt x="115" y="0"/>
                    <a:pt x="0" y="116"/>
                    <a:pt x="0" y="252"/>
                  </a:cubicBezTo>
                  <a:cubicBezTo>
                    <a:pt x="0" y="387"/>
                    <a:pt x="115" y="503"/>
                    <a:pt x="251" y="503"/>
                  </a:cubicBezTo>
                  <a:cubicBezTo>
                    <a:pt x="387" y="503"/>
                    <a:pt x="502" y="387"/>
                    <a:pt x="502" y="252"/>
                  </a:cubicBezTo>
                  <a:cubicBezTo>
                    <a:pt x="502"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8" name="Google Shape;14588;p32"/>
            <p:cNvSpPr/>
            <p:nvPr/>
          </p:nvSpPr>
          <p:spPr>
            <a:xfrm>
              <a:off x="2421325" y="1289625"/>
              <a:ext cx="12550" cy="12575"/>
            </a:xfrm>
            <a:custGeom>
              <a:avLst/>
              <a:gdLst/>
              <a:ahLst/>
              <a:cxnLst/>
              <a:rect l="l" t="t" r="r" b="b"/>
              <a:pathLst>
                <a:path w="502" h="503" extrusionOk="0">
                  <a:moveTo>
                    <a:pt x="250" y="0"/>
                  </a:moveTo>
                  <a:cubicBezTo>
                    <a:pt x="114" y="0"/>
                    <a:pt x="1" y="116"/>
                    <a:pt x="1" y="252"/>
                  </a:cubicBezTo>
                  <a:cubicBezTo>
                    <a:pt x="1" y="387"/>
                    <a:pt x="114" y="503"/>
                    <a:pt x="250" y="503"/>
                  </a:cubicBezTo>
                  <a:cubicBezTo>
                    <a:pt x="395" y="503"/>
                    <a:pt x="501" y="387"/>
                    <a:pt x="501" y="252"/>
                  </a:cubicBezTo>
                  <a:cubicBezTo>
                    <a:pt x="501" y="116"/>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9" name="Google Shape;14589;p32"/>
            <p:cNvSpPr/>
            <p:nvPr/>
          </p:nvSpPr>
          <p:spPr>
            <a:xfrm>
              <a:off x="2513250" y="1289625"/>
              <a:ext cx="12575" cy="12575"/>
            </a:xfrm>
            <a:custGeom>
              <a:avLst/>
              <a:gdLst/>
              <a:ahLst/>
              <a:cxnLst/>
              <a:rect l="l" t="t" r="r" b="b"/>
              <a:pathLst>
                <a:path w="503" h="503" extrusionOk="0">
                  <a:moveTo>
                    <a:pt x="252" y="0"/>
                  </a:moveTo>
                  <a:cubicBezTo>
                    <a:pt x="109" y="0"/>
                    <a:pt x="0" y="116"/>
                    <a:pt x="0" y="252"/>
                  </a:cubicBezTo>
                  <a:cubicBezTo>
                    <a:pt x="0" y="387"/>
                    <a:pt x="109"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0" name="Google Shape;14590;p32"/>
            <p:cNvSpPr/>
            <p:nvPr/>
          </p:nvSpPr>
          <p:spPr>
            <a:xfrm>
              <a:off x="2605000" y="1289625"/>
              <a:ext cx="12575" cy="12575"/>
            </a:xfrm>
            <a:custGeom>
              <a:avLst/>
              <a:gdLst/>
              <a:ahLst/>
              <a:cxnLst/>
              <a:rect l="l" t="t" r="r" b="b"/>
              <a:pathLst>
                <a:path w="503" h="503" extrusionOk="0">
                  <a:moveTo>
                    <a:pt x="252" y="0"/>
                  </a:moveTo>
                  <a:cubicBezTo>
                    <a:pt x="116" y="0"/>
                    <a:pt x="0" y="116"/>
                    <a:pt x="0" y="252"/>
                  </a:cubicBezTo>
                  <a:cubicBezTo>
                    <a:pt x="0" y="387"/>
                    <a:pt x="116" y="503"/>
                    <a:pt x="252" y="503"/>
                  </a:cubicBezTo>
                  <a:cubicBezTo>
                    <a:pt x="387" y="503"/>
                    <a:pt x="503" y="387"/>
                    <a:pt x="503" y="252"/>
                  </a:cubicBezTo>
                  <a:cubicBezTo>
                    <a:pt x="503"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1" name="Google Shape;14591;p32"/>
            <p:cNvSpPr/>
            <p:nvPr/>
          </p:nvSpPr>
          <p:spPr>
            <a:xfrm>
              <a:off x="2696950" y="1289625"/>
              <a:ext cx="12375" cy="12575"/>
            </a:xfrm>
            <a:custGeom>
              <a:avLst/>
              <a:gdLst/>
              <a:ahLst/>
              <a:cxnLst/>
              <a:rect l="l" t="t" r="r" b="b"/>
              <a:pathLst>
                <a:path w="495" h="503" extrusionOk="0">
                  <a:moveTo>
                    <a:pt x="252" y="0"/>
                  </a:moveTo>
                  <a:cubicBezTo>
                    <a:pt x="108" y="0"/>
                    <a:pt x="1" y="116"/>
                    <a:pt x="1" y="252"/>
                  </a:cubicBezTo>
                  <a:cubicBezTo>
                    <a:pt x="1" y="387"/>
                    <a:pt x="108" y="503"/>
                    <a:pt x="252" y="503"/>
                  </a:cubicBezTo>
                  <a:cubicBezTo>
                    <a:pt x="388" y="503"/>
                    <a:pt x="495" y="387"/>
                    <a:pt x="495" y="252"/>
                  </a:cubicBezTo>
                  <a:cubicBezTo>
                    <a:pt x="495"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2" name="Google Shape;14592;p32"/>
            <p:cNvSpPr/>
            <p:nvPr/>
          </p:nvSpPr>
          <p:spPr>
            <a:xfrm>
              <a:off x="2788700" y="12896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3" name="Google Shape;14593;p32"/>
            <p:cNvSpPr/>
            <p:nvPr/>
          </p:nvSpPr>
          <p:spPr>
            <a:xfrm>
              <a:off x="2880675" y="1289625"/>
              <a:ext cx="12375" cy="12575"/>
            </a:xfrm>
            <a:custGeom>
              <a:avLst/>
              <a:gdLst/>
              <a:ahLst/>
              <a:cxnLst/>
              <a:rect l="l" t="t" r="r" b="b"/>
              <a:pathLst>
                <a:path w="495" h="503" extrusionOk="0">
                  <a:moveTo>
                    <a:pt x="243" y="0"/>
                  </a:moveTo>
                  <a:cubicBezTo>
                    <a:pt x="107" y="0"/>
                    <a:pt x="0" y="116"/>
                    <a:pt x="0" y="252"/>
                  </a:cubicBezTo>
                  <a:cubicBezTo>
                    <a:pt x="0" y="387"/>
                    <a:pt x="107" y="503"/>
                    <a:pt x="243" y="503"/>
                  </a:cubicBezTo>
                  <a:cubicBezTo>
                    <a:pt x="387" y="503"/>
                    <a:pt x="494" y="387"/>
                    <a:pt x="494" y="252"/>
                  </a:cubicBezTo>
                  <a:cubicBezTo>
                    <a:pt x="494" y="116"/>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4" name="Google Shape;14594;p32"/>
            <p:cNvSpPr/>
            <p:nvPr/>
          </p:nvSpPr>
          <p:spPr>
            <a:xfrm>
              <a:off x="2972425" y="1289625"/>
              <a:ext cx="12575" cy="12575"/>
            </a:xfrm>
            <a:custGeom>
              <a:avLst/>
              <a:gdLst/>
              <a:ahLst/>
              <a:cxnLst/>
              <a:rect l="l" t="t" r="r" b="b"/>
              <a:pathLst>
                <a:path w="503" h="503" extrusionOk="0">
                  <a:moveTo>
                    <a:pt x="251" y="0"/>
                  </a:moveTo>
                  <a:cubicBezTo>
                    <a:pt x="115" y="0"/>
                    <a:pt x="0" y="116"/>
                    <a:pt x="0" y="252"/>
                  </a:cubicBezTo>
                  <a:cubicBezTo>
                    <a:pt x="0" y="387"/>
                    <a:pt x="115" y="503"/>
                    <a:pt x="251" y="503"/>
                  </a:cubicBezTo>
                  <a:cubicBezTo>
                    <a:pt x="387" y="503"/>
                    <a:pt x="503" y="387"/>
                    <a:pt x="503" y="252"/>
                  </a:cubicBezTo>
                  <a:cubicBezTo>
                    <a:pt x="503"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5" name="Google Shape;14595;p32"/>
            <p:cNvSpPr/>
            <p:nvPr/>
          </p:nvSpPr>
          <p:spPr>
            <a:xfrm>
              <a:off x="3064375" y="1289625"/>
              <a:ext cx="12375" cy="12575"/>
            </a:xfrm>
            <a:custGeom>
              <a:avLst/>
              <a:gdLst/>
              <a:ahLst/>
              <a:cxnLst/>
              <a:rect l="l" t="t" r="r" b="b"/>
              <a:pathLst>
                <a:path w="495" h="503" extrusionOk="0">
                  <a:moveTo>
                    <a:pt x="243" y="0"/>
                  </a:moveTo>
                  <a:cubicBezTo>
                    <a:pt x="107" y="0"/>
                    <a:pt x="1" y="116"/>
                    <a:pt x="1" y="252"/>
                  </a:cubicBezTo>
                  <a:cubicBezTo>
                    <a:pt x="1" y="387"/>
                    <a:pt x="107" y="503"/>
                    <a:pt x="243" y="503"/>
                  </a:cubicBezTo>
                  <a:cubicBezTo>
                    <a:pt x="388" y="503"/>
                    <a:pt x="495" y="387"/>
                    <a:pt x="495" y="252"/>
                  </a:cubicBezTo>
                  <a:cubicBezTo>
                    <a:pt x="495" y="116"/>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6" name="Google Shape;14596;p32"/>
            <p:cNvSpPr/>
            <p:nvPr/>
          </p:nvSpPr>
          <p:spPr>
            <a:xfrm>
              <a:off x="3156125" y="12896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7" name="Google Shape;14597;p32"/>
            <p:cNvSpPr/>
            <p:nvPr/>
          </p:nvSpPr>
          <p:spPr>
            <a:xfrm>
              <a:off x="3247875" y="1289625"/>
              <a:ext cx="12575" cy="12575"/>
            </a:xfrm>
            <a:custGeom>
              <a:avLst/>
              <a:gdLst/>
              <a:ahLst/>
              <a:cxnLst/>
              <a:rect l="l" t="t" r="r" b="b"/>
              <a:pathLst>
                <a:path w="503"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8" name="Google Shape;14598;p32"/>
            <p:cNvSpPr/>
            <p:nvPr/>
          </p:nvSpPr>
          <p:spPr>
            <a:xfrm>
              <a:off x="3339850" y="1289625"/>
              <a:ext cx="12525" cy="12575"/>
            </a:xfrm>
            <a:custGeom>
              <a:avLst/>
              <a:gdLst/>
              <a:ahLst/>
              <a:cxnLst/>
              <a:rect l="l" t="t" r="r" b="b"/>
              <a:pathLst>
                <a:path w="501" h="503" extrusionOk="0">
                  <a:moveTo>
                    <a:pt x="251" y="0"/>
                  </a:moveTo>
                  <a:cubicBezTo>
                    <a:pt x="107" y="0"/>
                    <a:pt x="0" y="116"/>
                    <a:pt x="0" y="252"/>
                  </a:cubicBezTo>
                  <a:cubicBezTo>
                    <a:pt x="0" y="387"/>
                    <a:pt x="107" y="503"/>
                    <a:pt x="251" y="503"/>
                  </a:cubicBezTo>
                  <a:cubicBezTo>
                    <a:pt x="387" y="503"/>
                    <a:pt x="501" y="387"/>
                    <a:pt x="501" y="252"/>
                  </a:cubicBezTo>
                  <a:cubicBezTo>
                    <a:pt x="501"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9" name="Google Shape;14599;p32"/>
            <p:cNvSpPr/>
            <p:nvPr/>
          </p:nvSpPr>
          <p:spPr>
            <a:xfrm>
              <a:off x="3431575" y="12896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0" name="Google Shape;14600;p32"/>
            <p:cNvSpPr/>
            <p:nvPr/>
          </p:nvSpPr>
          <p:spPr>
            <a:xfrm>
              <a:off x="3523550" y="1289625"/>
              <a:ext cx="12375" cy="12575"/>
            </a:xfrm>
            <a:custGeom>
              <a:avLst/>
              <a:gdLst/>
              <a:ahLst/>
              <a:cxnLst/>
              <a:rect l="l" t="t" r="r" b="b"/>
              <a:pathLst>
                <a:path w="495" h="503" extrusionOk="0">
                  <a:moveTo>
                    <a:pt x="250" y="0"/>
                  </a:moveTo>
                  <a:cubicBezTo>
                    <a:pt x="107" y="0"/>
                    <a:pt x="0" y="116"/>
                    <a:pt x="0" y="252"/>
                  </a:cubicBezTo>
                  <a:cubicBezTo>
                    <a:pt x="0" y="387"/>
                    <a:pt x="107" y="503"/>
                    <a:pt x="250" y="503"/>
                  </a:cubicBezTo>
                  <a:cubicBezTo>
                    <a:pt x="388" y="503"/>
                    <a:pt x="494" y="387"/>
                    <a:pt x="494" y="252"/>
                  </a:cubicBezTo>
                  <a:cubicBezTo>
                    <a:pt x="494"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1" name="Google Shape;14601;p32"/>
            <p:cNvSpPr/>
            <p:nvPr/>
          </p:nvSpPr>
          <p:spPr>
            <a:xfrm>
              <a:off x="676400" y="1381375"/>
              <a:ext cx="12600" cy="12575"/>
            </a:xfrm>
            <a:custGeom>
              <a:avLst/>
              <a:gdLst/>
              <a:ahLst/>
              <a:cxnLst/>
              <a:rect l="l" t="t" r="r" b="b"/>
              <a:pathLst>
                <a:path w="504" h="503" extrusionOk="0">
                  <a:moveTo>
                    <a:pt x="252" y="0"/>
                  </a:moveTo>
                  <a:cubicBezTo>
                    <a:pt x="116" y="0"/>
                    <a:pt x="1" y="116"/>
                    <a:pt x="1" y="251"/>
                  </a:cubicBezTo>
                  <a:cubicBezTo>
                    <a:pt x="1" y="394"/>
                    <a:pt x="116" y="503"/>
                    <a:pt x="252" y="503"/>
                  </a:cubicBezTo>
                  <a:cubicBezTo>
                    <a:pt x="388" y="503"/>
                    <a:pt x="503" y="394"/>
                    <a:pt x="503" y="251"/>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2" name="Google Shape;14602;p32"/>
            <p:cNvSpPr/>
            <p:nvPr/>
          </p:nvSpPr>
          <p:spPr>
            <a:xfrm>
              <a:off x="768325" y="1381375"/>
              <a:ext cx="12400" cy="12575"/>
            </a:xfrm>
            <a:custGeom>
              <a:avLst/>
              <a:gdLst/>
              <a:ahLst/>
              <a:cxnLst/>
              <a:rect l="l" t="t" r="r" b="b"/>
              <a:pathLst>
                <a:path w="496" h="503" extrusionOk="0">
                  <a:moveTo>
                    <a:pt x="245" y="0"/>
                  </a:moveTo>
                  <a:cubicBezTo>
                    <a:pt x="109" y="0"/>
                    <a:pt x="0" y="116"/>
                    <a:pt x="0" y="251"/>
                  </a:cubicBezTo>
                  <a:cubicBezTo>
                    <a:pt x="0" y="394"/>
                    <a:pt x="109" y="503"/>
                    <a:pt x="245" y="503"/>
                  </a:cubicBezTo>
                  <a:cubicBezTo>
                    <a:pt x="388" y="503"/>
                    <a:pt x="496" y="394"/>
                    <a:pt x="496" y="251"/>
                  </a:cubicBezTo>
                  <a:cubicBezTo>
                    <a:pt x="496" y="116"/>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3" name="Google Shape;14603;p32"/>
            <p:cNvSpPr/>
            <p:nvPr/>
          </p:nvSpPr>
          <p:spPr>
            <a:xfrm>
              <a:off x="860125" y="1381375"/>
              <a:ext cx="12525" cy="12575"/>
            </a:xfrm>
            <a:custGeom>
              <a:avLst/>
              <a:gdLst/>
              <a:ahLst/>
              <a:cxnLst/>
              <a:rect l="l" t="t" r="r" b="b"/>
              <a:pathLst>
                <a:path w="501" h="503" extrusionOk="0">
                  <a:moveTo>
                    <a:pt x="251" y="0"/>
                  </a:moveTo>
                  <a:cubicBezTo>
                    <a:pt x="114" y="0"/>
                    <a:pt x="0" y="116"/>
                    <a:pt x="0" y="251"/>
                  </a:cubicBezTo>
                  <a:cubicBezTo>
                    <a:pt x="0" y="394"/>
                    <a:pt x="114" y="503"/>
                    <a:pt x="251" y="503"/>
                  </a:cubicBezTo>
                  <a:cubicBezTo>
                    <a:pt x="387" y="503"/>
                    <a:pt x="501" y="394"/>
                    <a:pt x="501" y="251"/>
                  </a:cubicBezTo>
                  <a:cubicBezTo>
                    <a:pt x="501"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4" name="Google Shape;14604;p32"/>
            <p:cNvSpPr/>
            <p:nvPr/>
          </p:nvSpPr>
          <p:spPr>
            <a:xfrm>
              <a:off x="951850" y="1381375"/>
              <a:ext cx="12600" cy="12575"/>
            </a:xfrm>
            <a:custGeom>
              <a:avLst/>
              <a:gdLst/>
              <a:ahLst/>
              <a:cxnLst/>
              <a:rect l="l" t="t" r="r" b="b"/>
              <a:pathLst>
                <a:path w="504" h="503" extrusionOk="0">
                  <a:moveTo>
                    <a:pt x="252" y="0"/>
                  </a:moveTo>
                  <a:cubicBezTo>
                    <a:pt x="116" y="0"/>
                    <a:pt x="1" y="116"/>
                    <a:pt x="1" y="251"/>
                  </a:cubicBezTo>
                  <a:cubicBezTo>
                    <a:pt x="1" y="394"/>
                    <a:pt x="116" y="503"/>
                    <a:pt x="252" y="503"/>
                  </a:cubicBezTo>
                  <a:cubicBezTo>
                    <a:pt x="388" y="503"/>
                    <a:pt x="503" y="394"/>
                    <a:pt x="503" y="251"/>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5" name="Google Shape;14605;p32"/>
            <p:cNvSpPr/>
            <p:nvPr/>
          </p:nvSpPr>
          <p:spPr>
            <a:xfrm>
              <a:off x="1043825" y="1381375"/>
              <a:ext cx="12375" cy="12575"/>
            </a:xfrm>
            <a:custGeom>
              <a:avLst/>
              <a:gdLst/>
              <a:ahLst/>
              <a:cxnLst/>
              <a:rect l="l" t="t" r="r" b="b"/>
              <a:pathLst>
                <a:path w="495" h="503" extrusionOk="0">
                  <a:moveTo>
                    <a:pt x="250" y="0"/>
                  </a:moveTo>
                  <a:cubicBezTo>
                    <a:pt x="107" y="0"/>
                    <a:pt x="0" y="116"/>
                    <a:pt x="0" y="251"/>
                  </a:cubicBezTo>
                  <a:cubicBezTo>
                    <a:pt x="0" y="394"/>
                    <a:pt x="107" y="503"/>
                    <a:pt x="250" y="503"/>
                  </a:cubicBezTo>
                  <a:cubicBezTo>
                    <a:pt x="388" y="503"/>
                    <a:pt x="494" y="394"/>
                    <a:pt x="494" y="251"/>
                  </a:cubicBezTo>
                  <a:cubicBezTo>
                    <a:pt x="494"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6" name="Google Shape;14606;p32"/>
            <p:cNvSpPr/>
            <p:nvPr/>
          </p:nvSpPr>
          <p:spPr>
            <a:xfrm>
              <a:off x="1135575" y="1381375"/>
              <a:ext cx="12575" cy="12575"/>
            </a:xfrm>
            <a:custGeom>
              <a:avLst/>
              <a:gdLst/>
              <a:ahLst/>
              <a:cxnLst/>
              <a:rect l="l" t="t" r="r" b="b"/>
              <a:pathLst>
                <a:path w="503" h="503" extrusionOk="0">
                  <a:moveTo>
                    <a:pt x="252" y="0"/>
                  </a:moveTo>
                  <a:cubicBezTo>
                    <a:pt x="116" y="0"/>
                    <a:pt x="0" y="116"/>
                    <a:pt x="0" y="251"/>
                  </a:cubicBezTo>
                  <a:cubicBezTo>
                    <a:pt x="0" y="394"/>
                    <a:pt x="116" y="503"/>
                    <a:pt x="252" y="503"/>
                  </a:cubicBezTo>
                  <a:cubicBezTo>
                    <a:pt x="387" y="503"/>
                    <a:pt x="503" y="394"/>
                    <a:pt x="503" y="251"/>
                  </a:cubicBezTo>
                  <a:cubicBezTo>
                    <a:pt x="503"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7" name="Google Shape;14607;p32"/>
            <p:cNvSpPr/>
            <p:nvPr/>
          </p:nvSpPr>
          <p:spPr>
            <a:xfrm>
              <a:off x="1227500" y="1381375"/>
              <a:ext cx="12400" cy="12575"/>
            </a:xfrm>
            <a:custGeom>
              <a:avLst/>
              <a:gdLst/>
              <a:ahLst/>
              <a:cxnLst/>
              <a:rect l="l" t="t" r="r" b="b"/>
              <a:pathLst>
                <a:path w="496" h="503" extrusionOk="0">
                  <a:moveTo>
                    <a:pt x="251" y="0"/>
                  </a:moveTo>
                  <a:cubicBezTo>
                    <a:pt x="109" y="0"/>
                    <a:pt x="0" y="116"/>
                    <a:pt x="0" y="251"/>
                  </a:cubicBezTo>
                  <a:cubicBezTo>
                    <a:pt x="0" y="394"/>
                    <a:pt x="109" y="503"/>
                    <a:pt x="251" y="503"/>
                  </a:cubicBezTo>
                  <a:cubicBezTo>
                    <a:pt x="387" y="503"/>
                    <a:pt x="496" y="394"/>
                    <a:pt x="496" y="251"/>
                  </a:cubicBezTo>
                  <a:cubicBezTo>
                    <a:pt x="496"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8" name="Google Shape;14608;p32"/>
            <p:cNvSpPr/>
            <p:nvPr/>
          </p:nvSpPr>
          <p:spPr>
            <a:xfrm>
              <a:off x="1319275" y="1381375"/>
              <a:ext cx="12550" cy="12575"/>
            </a:xfrm>
            <a:custGeom>
              <a:avLst/>
              <a:gdLst/>
              <a:ahLst/>
              <a:cxnLst/>
              <a:rect l="l" t="t" r="r" b="b"/>
              <a:pathLst>
                <a:path w="502" h="503" extrusionOk="0">
                  <a:moveTo>
                    <a:pt x="252" y="0"/>
                  </a:moveTo>
                  <a:cubicBezTo>
                    <a:pt x="114" y="0"/>
                    <a:pt x="1" y="116"/>
                    <a:pt x="1" y="251"/>
                  </a:cubicBezTo>
                  <a:cubicBezTo>
                    <a:pt x="1" y="394"/>
                    <a:pt x="114" y="503"/>
                    <a:pt x="252" y="503"/>
                  </a:cubicBezTo>
                  <a:cubicBezTo>
                    <a:pt x="388" y="503"/>
                    <a:pt x="501" y="394"/>
                    <a:pt x="501" y="251"/>
                  </a:cubicBezTo>
                  <a:cubicBezTo>
                    <a:pt x="501"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9" name="Google Shape;14609;p32"/>
            <p:cNvSpPr/>
            <p:nvPr/>
          </p:nvSpPr>
          <p:spPr>
            <a:xfrm>
              <a:off x="1411200" y="1381375"/>
              <a:ext cx="12425" cy="12575"/>
            </a:xfrm>
            <a:custGeom>
              <a:avLst/>
              <a:gdLst/>
              <a:ahLst/>
              <a:cxnLst/>
              <a:rect l="l" t="t" r="r" b="b"/>
              <a:pathLst>
                <a:path w="497" h="503" extrusionOk="0">
                  <a:moveTo>
                    <a:pt x="245" y="0"/>
                  </a:moveTo>
                  <a:cubicBezTo>
                    <a:pt x="109" y="0"/>
                    <a:pt x="1" y="116"/>
                    <a:pt x="1" y="251"/>
                  </a:cubicBezTo>
                  <a:cubicBezTo>
                    <a:pt x="1" y="394"/>
                    <a:pt x="109" y="503"/>
                    <a:pt x="245" y="503"/>
                  </a:cubicBezTo>
                  <a:cubicBezTo>
                    <a:pt x="388" y="503"/>
                    <a:pt x="496" y="394"/>
                    <a:pt x="496" y="251"/>
                  </a:cubicBezTo>
                  <a:cubicBezTo>
                    <a:pt x="496" y="116"/>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0" name="Google Shape;14610;p32"/>
            <p:cNvSpPr/>
            <p:nvPr/>
          </p:nvSpPr>
          <p:spPr>
            <a:xfrm>
              <a:off x="1503000" y="1381375"/>
              <a:ext cx="12525" cy="12575"/>
            </a:xfrm>
            <a:custGeom>
              <a:avLst/>
              <a:gdLst/>
              <a:ahLst/>
              <a:cxnLst/>
              <a:rect l="l" t="t" r="r" b="b"/>
              <a:pathLst>
                <a:path w="501" h="503" extrusionOk="0">
                  <a:moveTo>
                    <a:pt x="250" y="0"/>
                  </a:moveTo>
                  <a:cubicBezTo>
                    <a:pt x="114" y="0"/>
                    <a:pt x="0" y="116"/>
                    <a:pt x="0" y="251"/>
                  </a:cubicBezTo>
                  <a:cubicBezTo>
                    <a:pt x="0" y="394"/>
                    <a:pt x="114" y="503"/>
                    <a:pt x="250" y="503"/>
                  </a:cubicBezTo>
                  <a:cubicBezTo>
                    <a:pt x="387" y="503"/>
                    <a:pt x="501" y="394"/>
                    <a:pt x="501" y="251"/>
                  </a:cubicBezTo>
                  <a:cubicBezTo>
                    <a:pt x="501" y="116"/>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1" name="Google Shape;14611;p32"/>
            <p:cNvSpPr/>
            <p:nvPr/>
          </p:nvSpPr>
          <p:spPr>
            <a:xfrm>
              <a:off x="1594750" y="1381375"/>
              <a:ext cx="12575" cy="12575"/>
            </a:xfrm>
            <a:custGeom>
              <a:avLst/>
              <a:gdLst/>
              <a:ahLst/>
              <a:cxnLst/>
              <a:rect l="l" t="t" r="r" b="b"/>
              <a:pathLst>
                <a:path w="503" h="503" extrusionOk="0">
                  <a:moveTo>
                    <a:pt x="251" y="0"/>
                  </a:moveTo>
                  <a:cubicBezTo>
                    <a:pt x="115" y="0"/>
                    <a:pt x="0" y="116"/>
                    <a:pt x="0" y="251"/>
                  </a:cubicBezTo>
                  <a:cubicBezTo>
                    <a:pt x="0" y="394"/>
                    <a:pt x="115" y="503"/>
                    <a:pt x="251" y="503"/>
                  </a:cubicBezTo>
                  <a:cubicBezTo>
                    <a:pt x="394" y="503"/>
                    <a:pt x="503" y="394"/>
                    <a:pt x="503" y="251"/>
                  </a:cubicBezTo>
                  <a:cubicBezTo>
                    <a:pt x="503" y="116"/>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2" name="Google Shape;14612;p32"/>
            <p:cNvSpPr/>
            <p:nvPr/>
          </p:nvSpPr>
          <p:spPr>
            <a:xfrm>
              <a:off x="1686650" y="1381375"/>
              <a:ext cx="12600" cy="12575"/>
            </a:xfrm>
            <a:custGeom>
              <a:avLst/>
              <a:gdLst/>
              <a:ahLst/>
              <a:cxnLst/>
              <a:rect l="l" t="t" r="r" b="b"/>
              <a:pathLst>
                <a:path w="504" h="503" extrusionOk="0">
                  <a:moveTo>
                    <a:pt x="252" y="0"/>
                  </a:moveTo>
                  <a:cubicBezTo>
                    <a:pt x="116" y="0"/>
                    <a:pt x="1" y="116"/>
                    <a:pt x="1" y="251"/>
                  </a:cubicBezTo>
                  <a:cubicBezTo>
                    <a:pt x="1" y="394"/>
                    <a:pt x="116" y="503"/>
                    <a:pt x="252" y="503"/>
                  </a:cubicBezTo>
                  <a:cubicBezTo>
                    <a:pt x="388" y="503"/>
                    <a:pt x="503" y="394"/>
                    <a:pt x="503" y="251"/>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3" name="Google Shape;14613;p32"/>
            <p:cNvSpPr/>
            <p:nvPr/>
          </p:nvSpPr>
          <p:spPr>
            <a:xfrm>
              <a:off x="1778450" y="1381375"/>
              <a:ext cx="12550" cy="12575"/>
            </a:xfrm>
            <a:custGeom>
              <a:avLst/>
              <a:gdLst/>
              <a:ahLst/>
              <a:cxnLst/>
              <a:rect l="l" t="t" r="r" b="b"/>
              <a:pathLst>
                <a:path w="502" h="503" extrusionOk="0">
                  <a:moveTo>
                    <a:pt x="252" y="0"/>
                  </a:moveTo>
                  <a:cubicBezTo>
                    <a:pt x="114" y="0"/>
                    <a:pt x="1" y="116"/>
                    <a:pt x="1" y="251"/>
                  </a:cubicBezTo>
                  <a:cubicBezTo>
                    <a:pt x="1" y="394"/>
                    <a:pt x="114" y="503"/>
                    <a:pt x="252" y="503"/>
                  </a:cubicBezTo>
                  <a:cubicBezTo>
                    <a:pt x="388" y="503"/>
                    <a:pt x="501" y="394"/>
                    <a:pt x="501" y="251"/>
                  </a:cubicBezTo>
                  <a:cubicBezTo>
                    <a:pt x="501"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4" name="Google Shape;14614;p32"/>
            <p:cNvSpPr/>
            <p:nvPr/>
          </p:nvSpPr>
          <p:spPr>
            <a:xfrm>
              <a:off x="1870375" y="1381375"/>
              <a:ext cx="12400" cy="12575"/>
            </a:xfrm>
            <a:custGeom>
              <a:avLst/>
              <a:gdLst/>
              <a:ahLst/>
              <a:cxnLst/>
              <a:rect l="l" t="t" r="r" b="b"/>
              <a:pathLst>
                <a:path w="496" h="503" extrusionOk="0">
                  <a:moveTo>
                    <a:pt x="252" y="0"/>
                  </a:moveTo>
                  <a:cubicBezTo>
                    <a:pt x="109" y="0"/>
                    <a:pt x="0" y="116"/>
                    <a:pt x="0" y="251"/>
                  </a:cubicBezTo>
                  <a:cubicBezTo>
                    <a:pt x="0" y="394"/>
                    <a:pt x="109" y="503"/>
                    <a:pt x="252" y="503"/>
                  </a:cubicBezTo>
                  <a:cubicBezTo>
                    <a:pt x="387" y="503"/>
                    <a:pt x="496" y="394"/>
                    <a:pt x="496" y="251"/>
                  </a:cubicBezTo>
                  <a:cubicBezTo>
                    <a:pt x="496"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5" name="Google Shape;14615;p32"/>
            <p:cNvSpPr/>
            <p:nvPr/>
          </p:nvSpPr>
          <p:spPr>
            <a:xfrm>
              <a:off x="1962150" y="1381375"/>
              <a:ext cx="12550" cy="12575"/>
            </a:xfrm>
            <a:custGeom>
              <a:avLst/>
              <a:gdLst/>
              <a:ahLst/>
              <a:cxnLst/>
              <a:rect l="l" t="t" r="r" b="b"/>
              <a:pathLst>
                <a:path w="502" h="503" extrusionOk="0">
                  <a:moveTo>
                    <a:pt x="250" y="0"/>
                  </a:moveTo>
                  <a:cubicBezTo>
                    <a:pt x="114" y="0"/>
                    <a:pt x="1" y="116"/>
                    <a:pt x="1" y="251"/>
                  </a:cubicBezTo>
                  <a:cubicBezTo>
                    <a:pt x="1" y="394"/>
                    <a:pt x="114" y="503"/>
                    <a:pt x="250" y="503"/>
                  </a:cubicBezTo>
                  <a:cubicBezTo>
                    <a:pt x="388" y="503"/>
                    <a:pt x="502" y="394"/>
                    <a:pt x="502" y="251"/>
                  </a:cubicBezTo>
                  <a:cubicBezTo>
                    <a:pt x="502"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6" name="Google Shape;14616;p32"/>
            <p:cNvSpPr/>
            <p:nvPr/>
          </p:nvSpPr>
          <p:spPr>
            <a:xfrm>
              <a:off x="2054075" y="1381375"/>
              <a:ext cx="12425" cy="12575"/>
            </a:xfrm>
            <a:custGeom>
              <a:avLst/>
              <a:gdLst/>
              <a:ahLst/>
              <a:cxnLst/>
              <a:rect l="l" t="t" r="r" b="b"/>
              <a:pathLst>
                <a:path w="497" h="503" extrusionOk="0">
                  <a:moveTo>
                    <a:pt x="252" y="0"/>
                  </a:moveTo>
                  <a:cubicBezTo>
                    <a:pt x="109" y="0"/>
                    <a:pt x="1" y="116"/>
                    <a:pt x="1" y="251"/>
                  </a:cubicBezTo>
                  <a:cubicBezTo>
                    <a:pt x="1" y="394"/>
                    <a:pt x="109" y="503"/>
                    <a:pt x="252" y="503"/>
                  </a:cubicBezTo>
                  <a:cubicBezTo>
                    <a:pt x="388" y="503"/>
                    <a:pt x="496" y="394"/>
                    <a:pt x="496" y="251"/>
                  </a:cubicBezTo>
                  <a:cubicBezTo>
                    <a:pt x="496"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7" name="Google Shape;14617;p32"/>
            <p:cNvSpPr/>
            <p:nvPr/>
          </p:nvSpPr>
          <p:spPr>
            <a:xfrm>
              <a:off x="2145825" y="1381375"/>
              <a:ext cx="12600" cy="12575"/>
            </a:xfrm>
            <a:custGeom>
              <a:avLst/>
              <a:gdLst/>
              <a:ahLst/>
              <a:cxnLst/>
              <a:rect l="l" t="t" r="r" b="b"/>
              <a:pathLst>
                <a:path w="504" h="503" extrusionOk="0">
                  <a:moveTo>
                    <a:pt x="252" y="0"/>
                  </a:moveTo>
                  <a:cubicBezTo>
                    <a:pt x="116" y="0"/>
                    <a:pt x="1" y="116"/>
                    <a:pt x="1" y="251"/>
                  </a:cubicBezTo>
                  <a:cubicBezTo>
                    <a:pt x="1" y="394"/>
                    <a:pt x="116" y="503"/>
                    <a:pt x="252" y="503"/>
                  </a:cubicBezTo>
                  <a:cubicBezTo>
                    <a:pt x="388" y="503"/>
                    <a:pt x="503" y="394"/>
                    <a:pt x="503" y="251"/>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8" name="Google Shape;14618;p32"/>
            <p:cNvSpPr/>
            <p:nvPr/>
          </p:nvSpPr>
          <p:spPr>
            <a:xfrm>
              <a:off x="2237800" y="1381375"/>
              <a:ext cx="12350" cy="12575"/>
            </a:xfrm>
            <a:custGeom>
              <a:avLst/>
              <a:gdLst/>
              <a:ahLst/>
              <a:cxnLst/>
              <a:rect l="l" t="t" r="r" b="b"/>
              <a:pathLst>
                <a:path w="494" h="503" extrusionOk="0">
                  <a:moveTo>
                    <a:pt x="244" y="0"/>
                  </a:moveTo>
                  <a:cubicBezTo>
                    <a:pt x="107" y="0"/>
                    <a:pt x="0" y="116"/>
                    <a:pt x="0" y="251"/>
                  </a:cubicBezTo>
                  <a:cubicBezTo>
                    <a:pt x="0" y="394"/>
                    <a:pt x="107" y="503"/>
                    <a:pt x="244" y="503"/>
                  </a:cubicBezTo>
                  <a:cubicBezTo>
                    <a:pt x="387" y="503"/>
                    <a:pt x="494" y="394"/>
                    <a:pt x="494" y="251"/>
                  </a:cubicBezTo>
                  <a:cubicBezTo>
                    <a:pt x="494" y="116"/>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9" name="Google Shape;14619;p32"/>
            <p:cNvSpPr/>
            <p:nvPr/>
          </p:nvSpPr>
          <p:spPr>
            <a:xfrm>
              <a:off x="2329550" y="1381375"/>
              <a:ext cx="12575" cy="12575"/>
            </a:xfrm>
            <a:custGeom>
              <a:avLst/>
              <a:gdLst/>
              <a:ahLst/>
              <a:cxnLst/>
              <a:rect l="l" t="t" r="r" b="b"/>
              <a:pathLst>
                <a:path w="503" h="503" extrusionOk="0">
                  <a:moveTo>
                    <a:pt x="251" y="0"/>
                  </a:moveTo>
                  <a:cubicBezTo>
                    <a:pt x="115" y="0"/>
                    <a:pt x="0" y="116"/>
                    <a:pt x="0" y="251"/>
                  </a:cubicBezTo>
                  <a:cubicBezTo>
                    <a:pt x="0" y="394"/>
                    <a:pt x="115" y="503"/>
                    <a:pt x="251" y="503"/>
                  </a:cubicBezTo>
                  <a:cubicBezTo>
                    <a:pt x="387" y="503"/>
                    <a:pt x="502" y="394"/>
                    <a:pt x="502" y="251"/>
                  </a:cubicBezTo>
                  <a:cubicBezTo>
                    <a:pt x="502"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0" name="Google Shape;14620;p32"/>
            <p:cNvSpPr/>
            <p:nvPr/>
          </p:nvSpPr>
          <p:spPr>
            <a:xfrm>
              <a:off x="2421325" y="1381375"/>
              <a:ext cx="12550" cy="12575"/>
            </a:xfrm>
            <a:custGeom>
              <a:avLst/>
              <a:gdLst/>
              <a:ahLst/>
              <a:cxnLst/>
              <a:rect l="l" t="t" r="r" b="b"/>
              <a:pathLst>
                <a:path w="502" h="503" extrusionOk="0">
                  <a:moveTo>
                    <a:pt x="250" y="0"/>
                  </a:moveTo>
                  <a:cubicBezTo>
                    <a:pt x="114" y="0"/>
                    <a:pt x="1" y="116"/>
                    <a:pt x="1" y="251"/>
                  </a:cubicBezTo>
                  <a:cubicBezTo>
                    <a:pt x="1" y="394"/>
                    <a:pt x="114" y="503"/>
                    <a:pt x="250" y="503"/>
                  </a:cubicBezTo>
                  <a:cubicBezTo>
                    <a:pt x="395" y="503"/>
                    <a:pt x="501" y="394"/>
                    <a:pt x="501" y="251"/>
                  </a:cubicBezTo>
                  <a:cubicBezTo>
                    <a:pt x="501" y="116"/>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1" name="Google Shape;14621;p32"/>
            <p:cNvSpPr/>
            <p:nvPr/>
          </p:nvSpPr>
          <p:spPr>
            <a:xfrm>
              <a:off x="2513250" y="1381375"/>
              <a:ext cx="12575" cy="12575"/>
            </a:xfrm>
            <a:custGeom>
              <a:avLst/>
              <a:gdLst/>
              <a:ahLst/>
              <a:cxnLst/>
              <a:rect l="l" t="t" r="r" b="b"/>
              <a:pathLst>
                <a:path w="503" h="503" extrusionOk="0">
                  <a:moveTo>
                    <a:pt x="252" y="0"/>
                  </a:moveTo>
                  <a:cubicBezTo>
                    <a:pt x="109" y="0"/>
                    <a:pt x="0" y="116"/>
                    <a:pt x="0" y="251"/>
                  </a:cubicBezTo>
                  <a:cubicBezTo>
                    <a:pt x="0" y="394"/>
                    <a:pt x="109" y="503"/>
                    <a:pt x="252" y="503"/>
                  </a:cubicBezTo>
                  <a:cubicBezTo>
                    <a:pt x="388" y="503"/>
                    <a:pt x="503" y="394"/>
                    <a:pt x="503" y="251"/>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2" name="Google Shape;14622;p32"/>
            <p:cNvSpPr/>
            <p:nvPr/>
          </p:nvSpPr>
          <p:spPr>
            <a:xfrm>
              <a:off x="2605000" y="1381375"/>
              <a:ext cx="12575" cy="12575"/>
            </a:xfrm>
            <a:custGeom>
              <a:avLst/>
              <a:gdLst/>
              <a:ahLst/>
              <a:cxnLst/>
              <a:rect l="l" t="t" r="r" b="b"/>
              <a:pathLst>
                <a:path w="503" h="503" extrusionOk="0">
                  <a:moveTo>
                    <a:pt x="252" y="0"/>
                  </a:moveTo>
                  <a:cubicBezTo>
                    <a:pt x="116" y="0"/>
                    <a:pt x="0" y="116"/>
                    <a:pt x="0" y="251"/>
                  </a:cubicBezTo>
                  <a:cubicBezTo>
                    <a:pt x="0" y="394"/>
                    <a:pt x="116" y="503"/>
                    <a:pt x="252" y="503"/>
                  </a:cubicBezTo>
                  <a:cubicBezTo>
                    <a:pt x="387" y="503"/>
                    <a:pt x="503" y="394"/>
                    <a:pt x="503" y="251"/>
                  </a:cubicBezTo>
                  <a:cubicBezTo>
                    <a:pt x="503"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3" name="Google Shape;14623;p32"/>
            <p:cNvSpPr/>
            <p:nvPr/>
          </p:nvSpPr>
          <p:spPr>
            <a:xfrm>
              <a:off x="2696950" y="1381375"/>
              <a:ext cx="12375" cy="12575"/>
            </a:xfrm>
            <a:custGeom>
              <a:avLst/>
              <a:gdLst/>
              <a:ahLst/>
              <a:cxnLst/>
              <a:rect l="l" t="t" r="r" b="b"/>
              <a:pathLst>
                <a:path w="495" h="503" extrusionOk="0">
                  <a:moveTo>
                    <a:pt x="252" y="0"/>
                  </a:moveTo>
                  <a:cubicBezTo>
                    <a:pt x="108" y="0"/>
                    <a:pt x="1" y="116"/>
                    <a:pt x="1" y="251"/>
                  </a:cubicBezTo>
                  <a:cubicBezTo>
                    <a:pt x="1" y="394"/>
                    <a:pt x="108" y="503"/>
                    <a:pt x="252" y="503"/>
                  </a:cubicBezTo>
                  <a:cubicBezTo>
                    <a:pt x="388" y="503"/>
                    <a:pt x="495" y="394"/>
                    <a:pt x="495" y="251"/>
                  </a:cubicBezTo>
                  <a:cubicBezTo>
                    <a:pt x="495"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4" name="Google Shape;14624;p32"/>
            <p:cNvSpPr/>
            <p:nvPr/>
          </p:nvSpPr>
          <p:spPr>
            <a:xfrm>
              <a:off x="2788700" y="1381375"/>
              <a:ext cx="12600" cy="12575"/>
            </a:xfrm>
            <a:custGeom>
              <a:avLst/>
              <a:gdLst/>
              <a:ahLst/>
              <a:cxnLst/>
              <a:rect l="l" t="t" r="r" b="b"/>
              <a:pathLst>
                <a:path w="504" h="503" extrusionOk="0">
                  <a:moveTo>
                    <a:pt x="252" y="0"/>
                  </a:moveTo>
                  <a:cubicBezTo>
                    <a:pt x="116" y="0"/>
                    <a:pt x="1" y="116"/>
                    <a:pt x="1" y="251"/>
                  </a:cubicBezTo>
                  <a:cubicBezTo>
                    <a:pt x="1" y="394"/>
                    <a:pt x="116" y="503"/>
                    <a:pt x="252" y="503"/>
                  </a:cubicBezTo>
                  <a:cubicBezTo>
                    <a:pt x="388" y="503"/>
                    <a:pt x="503" y="394"/>
                    <a:pt x="503" y="251"/>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5" name="Google Shape;14625;p32"/>
            <p:cNvSpPr/>
            <p:nvPr/>
          </p:nvSpPr>
          <p:spPr>
            <a:xfrm>
              <a:off x="2880675" y="1381375"/>
              <a:ext cx="12375" cy="12575"/>
            </a:xfrm>
            <a:custGeom>
              <a:avLst/>
              <a:gdLst/>
              <a:ahLst/>
              <a:cxnLst/>
              <a:rect l="l" t="t" r="r" b="b"/>
              <a:pathLst>
                <a:path w="495" h="503" extrusionOk="0">
                  <a:moveTo>
                    <a:pt x="243" y="0"/>
                  </a:moveTo>
                  <a:cubicBezTo>
                    <a:pt x="107" y="0"/>
                    <a:pt x="0" y="116"/>
                    <a:pt x="0" y="251"/>
                  </a:cubicBezTo>
                  <a:cubicBezTo>
                    <a:pt x="0" y="394"/>
                    <a:pt x="107" y="503"/>
                    <a:pt x="243" y="503"/>
                  </a:cubicBezTo>
                  <a:cubicBezTo>
                    <a:pt x="387" y="503"/>
                    <a:pt x="494" y="394"/>
                    <a:pt x="494" y="251"/>
                  </a:cubicBezTo>
                  <a:cubicBezTo>
                    <a:pt x="494" y="116"/>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6" name="Google Shape;14626;p32"/>
            <p:cNvSpPr/>
            <p:nvPr/>
          </p:nvSpPr>
          <p:spPr>
            <a:xfrm>
              <a:off x="2972425" y="1381375"/>
              <a:ext cx="12575" cy="12575"/>
            </a:xfrm>
            <a:custGeom>
              <a:avLst/>
              <a:gdLst/>
              <a:ahLst/>
              <a:cxnLst/>
              <a:rect l="l" t="t" r="r" b="b"/>
              <a:pathLst>
                <a:path w="503" h="503" extrusionOk="0">
                  <a:moveTo>
                    <a:pt x="251" y="0"/>
                  </a:moveTo>
                  <a:cubicBezTo>
                    <a:pt x="115" y="0"/>
                    <a:pt x="0" y="116"/>
                    <a:pt x="0" y="251"/>
                  </a:cubicBezTo>
                  <a:cubicBezTo>
                    <a:pt x="0" y="394"/>
                    <a:pt x="115" y="503"/>
                    <a:pt x="251" y="503"/>
                  </a:cubicBezTo>
                  <a:cubicBezTo>
                    <a:pt x="387" y="503"/>
                    <a:pt x="503" y="394"/>
                    <a:pt x="503" y="251"/>
                  </a:cubicBezTo>
                  <a:cubicBezTo>
                    <a:pt x="503"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7" name="Google Shape;14627;p32"/>
            <p:cNvSpPr/>
            <p:nvPr/>
          </p:nvSpPr>
          <p:spPr>
            <a:xfrm>
              <a:off x="3064375" y="1381375"/>
              <a:ext cx="12375" cy="12575"/>
            </a:xfrm>
            <a:custGeom>
              <a:avLst/>
              <a:gdLst/>
              <a:ahLst/>
              <a:cxnLst/>
              <a:rect l="l" t="t" r="r" b="b"/>
              <a:pathLst>
                <a:path w="495" h="503" extrusionOk="0">
                  <a:moveTo>
                    <a:pt x="243" y="0"/>
                  </a:moveTo>
                  <a:cubicBezTo>
                    <a:pt x="107" y="0"/>
                    <a:pt x="1" y="116"/>
                    <a:pt x="1" y="251"/>
                  </a:cubicBezTo>
                  <a:cubicBezTo>
                    <a:pt x="1" y="394"/>
                    <a:pt x="107" y="503"/>
                    <a:pt x="243" y="503"/>
                  </a:cubicBezTo>
                  <a:cubicBezTo>
                    <a:pt x="388" y="503"/>
                    <a:pt x="495" y="394"/>
                    <a:pt x="495" y="251"/>
                  </a:cubicBezTo>
                  <a:cubicBezTo>
                    <a:pt x="495" y="116"/>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8" name="Google Shape;14628;p32"/>
            <p:cNvSpPr/>
            <p:nvPr/>
          </p:nvSpPr>
          <p:spPr>
            <a:xfrm>
              <a:off x="3156125" y="1381375"/>
              <a:ext cx="12600" cy="12575"/>
            </a:xfrm>
            <a:custGeom>
              <a:avLst/>
              <a:gdLst/>
              <a:ahLst/>
              <a:cxnLst/>
              <a:rect l="l" t="t" r="r" b="b"/>
              <a:pathLst>
                <a:path w="504" h="503" extrusionOk="0">
                  <a:moveTo>
                    <a:pt x="252" y="0"/>
                  </a:moveTo>
                  <a:cubicBezTo>
                    <a:pt x="116" y="0"/>
                    <a:pt x="1" y="116"/>
                    <a:pt x="1" y="251"/>
                  </a:cubicBezTo>
                  <a:cubicBezTo>
                    <a:pt x="1" y="394"/>
                    <a:pt x="116" y="503"/>
                    <a:pt x="252" y="503"/>
                  </a:cubicBezTo>
                  <a:cubicBezTo>
                    <a:pt x="388" y="503"/>
                    <a:pt x="503" y="394"/>
                    <a:pt x="503" y="251"/>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9" name="Google Shape;14629;p32"/>
            <p:cNvSpPr/>
            <p:nvPr/>
          </p:nvSpPr>
          <p:spPr>
            <a:xfrm>
              <a:off x="3247875" y="1381375"/>
              <a:ext cx="12575" cy="12575"/>
            </a:xfrm>
            <a:custGeom>
              <a:avLst/>
              <a:gdLst/>
              <a:ahLst/>
              <a:cxnLst/>
              <a:rect l="l" t="t" r="r" b="b"/>
              <a:pathLst>
                <a:path w="503" h="503" extrusionOk="0">
                  <a:moveTo>
                    <a:pt x="252" y="0"/>
                  </a:moveTo>
                  <a:cubicBezTo>
                    <a:pt x="116" y="0"/>
                    <a:pt x="1" y="116"/>
                    <a:pt x="1" y="251"/>
                  </a:cubicBezTo>
                  <a:cubicBezTo>
                    <a:pt x="1" y="394"/>
                    <a:pt x="116" y="503"/>
                    <a:pt x="252" y="503"/>
                  </a:cubicBezTo>
                  <a:cubicBezTo>
                    <a:pt x="388" y="503"/>
                    <a:pt x="503" y="394"/>
                    <a:pt x="503" y="251"/>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0" name="Google Shape;14630;p32"/>
            <p:cNvSpPr/>
            <p:nvPr/>
          </p:nvSpPr>
          <p:spPr>
            <a:xfrm>
              <a:off x="3339850" y="1381375"/>
              <a:ext cx="12525" cy="12575"/>
            </a:xfrm>
            <a:custGeom>
              <a:avLst/>
              <a:gdLst/>
              <a:ahLst/>
              <a:cxnLst/>
              <a:rect l="l" t="t" r="r" b="b"/>
              <a:pathLst>
                <a:path w="501" h="503" extrusionOk="0">
                  <a:moveTo>
                    <a:pt x="251" y="0"/>
                  </a:moveTo>
                  <a:cubicBezTo>
                    <a:pt x="107" y="0"/>
                    <a:pt x="0" y="116"/>
                    <a:pt x="0" y="251"/>
                  </a:cubicBezTo>
                  <a:cubicBezTo>
                    <a:pt x="0" y="394"/>
                    <a:pt x="107" y="503"/>
                    <a:pt x="251" y="503"/>
                  </a:cubicBezTo>
                  <a:cubicBezTo>
                    <a:pt x="387" y="503"/>
                    <a:pt x="501" y="394"/>
                    <a:pt x="501" y="251"/>
                  </a:cubicBezTo>
                  <a:cubicBezTo>
                    <a:pt x="501"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1" name="Google Shape;14631;p32"/>
            <p:cNvSpPr/>
            <p:nvPr/>
          </p:nvSpPr>
          <p:spPr>
            <a:xfrm>
              <a:off x="3431575" y="1381375"/>
              <a:ext cx="12600" cy="12575"/>
            </a:xfrm>
            <a:custGeom>
              <a:avLst/>
              <a:gdLst/>
              <a:ahLst/>
              <a:cxnLst/>
              <a:rect l="l" t="t" r="r" b="b"/>
              <a:pathLst>
                <a:path w="504" h="503" extrusionOk="0">
                  <a:moveTo>
                    <a:pt x="252" y="0"/>
                  </a:moveTo>
                  <a:cubicBezTo>
                    <a:pt x="116" y="0"/>
                    <a:pt x="1" y="116"/>
                    <a:pt x="1" y="251"/>
                  </a:cubicBezTo>
                  <a:cubicBezTo>
                    <a:pt x="1" y="394"/>
                    <a:pt x="116" y="503"/>
                    <a:pt x="252" y="503"/>
                  </a:cubicBezTo>
                  <a:cubicBezTo>
                    <a:pt x="388" y="503"/>
                    <a:pt x="503" y="394"/>
                    <a:pt x="503" y="251"/>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2" name="Google Shape;14632;p32"/>
            <p:cNvSpPr/>
            <p:nvPr/>
          </p:nvSpPr>
          <p:spPr>
            <a:xfrm>
              <a:off x="3523550" y="1381375"/>
              <a:ext cx="12375" cy="12575"/>
            </a:xfrm>
            <a:custGeom>
              <a:avLst/>
              <a:gdLst/>
              <a:ahLst/>
              <a:cxnLst/>
              <a:rect l="l" t="t" r="r" b="b"/>
              <a:pathLst>
                <a:path w="495" h="503" extrusionOk="0">
                  <a:moveTo>
                    <a:pt x="250" y="0"/>
                  </a:moveTo>
                  <a:cubicBezTo>
                    <a:pt x="107" y="0"/>
                    <a:pt x="0" y="116"/>
                    <a:pt x="0" y="251"/>
                  </a:cubicBezTo>
                  <a:cubicBezTo>
                    <a:pt x="0" y="394"/>
                    <a:pt x="107" y="503"/>
                    <a:pt x="250" y="503"/>
                  </a:cubicBezTo>
                  <a:cubicBezTo>
                    <a:pt x="388" y="503"/>
                    <a:pt x="494" y="394"/>
                    <a:pt x="494" y="251"/>
                  </a:cubicBezTo>
                  <a:cubicBezTo>
                    <a:pt x="494"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3" name="Google Shape;14633;p32"/>
            <p:cNvSpPr/>
            <p:nvPr/>
          </p:nvSpPr>
          <p:spPr>
            <a:xfrm>
              <a:off x="676400" y="1473325"/>
              <a:ext cx="12600" cy="12550"/>
            </a:xfrm>
            <a:custGeom>
              <a:avLst/>
              <a:gdLst/>
              <a:ahLst/>
              <a:cxnLst/>
              <a:rect l="l" t="t" r="r" b="b"/>
              <a:pathLst>
                <a:path w="504" h="502" extrusionOk="0">
                  <a:moveTo>
                    <a:pt x="252" y="1"/>
                  </a:moveTo>
                  <a:cubicBezTo>
                    <a:pt x="116" y="1"/>
                    <a:pt x="1" y="107"/>
                    <a:pt x="1" y="252"/>
                  </a:cubicBezTo>
                  <a:cubicBezTo>
                    <a:pt x="1" y="388"/>
                    <a:pt x="116" y="501"/>
                    <a:pt x="252" y="501"/>
                  </a:cubicBezTo>
                  <a:cubicBezTo>
                    <a:pt x="388" y="501"/>
                    <a:pt x="503" y="388"/>
                    <a:pt x="503" y="252"/>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4" name="Google Shape;14634;p32"/>
            <p:cNvSpPr/>
            <p:nvPr/>
          </p:nvSpPr>
          <p:spPr>
            <a:xfrm>
              <a:off x="768325" y="1473325"/>
              <a:ext cx="12400" cy="12550"/>
            </a:xfrm>
            <a:custGeom>
              <a:avLst/>
              <a:gdLst/>
              <a:ahLst/>
              <a:cxnLst/>
              <a:rect l="l" t="t" r="r" b="b"/>
              <a:pathLst>
                <a:path w="496" h="502" extrusionOk="0">
                  <a:moveTo>
                    <a:pt x="245" y="1"/>
                  </a:moveTo>
                  <a:cubicBezTo>
                    <a:pt x="109" y="1"/>
                    <a:pt x="0" y="107"/>
                    <a:pt x="0" y="252"/>
                  </a:cubicBezTo>
                  <a:cubicBezTo>
                    <a:pt x="0" y="388"/>
                    <a:pt x="109" y="501"/>
                    <a:pt x="245" y="501"/>
                  </a:cubicBezTo>
                  <a:cubicBezTo>
                    <a:pt x="388" y="501"/>
                    <a:pt x="496" y="388"/>
                    <a:pt x="496" y="252"/>
                  </a:cubicBezTo>
                  <a:cubicBezTo>
                    <a:pt x="496" y="107"/>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5" name="Google Shape;14635;p32"/>
            <p:cNvSpPr/>
            <p:nvPr/>
          </p:nvSpPr>
          <p:spPr>
            <a:xfrm>
              <a:off x="860125" y="1473325"/>
              <a:ext cx="12525" cy="12550"/>
            </a:xfrm>
            <a:custGeom>
              <a:avLst/>
              <a:gdLst/>
              <a:ahLst/>
              <a:cxnLst/>
              <a:rect l="l" t="t" r="r" b="b"/>
              <a:pathLst>
                <a:path w="501" h="502" extrusionOk="0">
                  <a:moveTo>
                    <a:pt x="251" y="1"/>
                  </a:moveTo>
                  <a:cubicBezTo>
                    <a:pt x="114" y="1"/>
                    <a:pt x="0" y="107"/>
                    <a:pt x="0" y="252"/>
                  </a:cubicBezTo>
                  <a:cubicBezTo>
                    <a:pt x="0" y="388"/>
                    <a:pt x="114" y="501"/>
                    <a:pt x="251" y="501"/>
                  </a:cubicBezTo>
                  <a:cubicBezTo>
                    <a:pt x="387" y="501"/>
                    <a:pt x="501" y="388"/>
                    <a:pt x="501" y="252"/>
                  </a:cubicBezTo>
                  <a:cubicBezTo>
                    <a:pt x="501"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6" name="Google Shape;14636;p32"/>
            <p:cNvSpPr/>
            <p:nvPr/>
          </p:nvSpPr>
          <p:spPr>
            <a:xfrm>
              <a:off x="951850" y="1473325"/>
              <a:ext cx="12600" cy="12550"/>
            </a:xfrm>
            <a:custGeom>
              <a:avLst/>
              <a:gdLst/>
              <a:ahLst/>
              <a:cxnLst/>
              <a:rect l="l" t="t" r="r" b="b"/>
              <a:pathLst>
                <a:path w="504" h="502" extrusionOk="0">
                  <a:moveTo>
                    <a:pt x="252" y="1"/>
                  </a:moveTo>
                  <a:cubicBezTo>
                    <a:pt x="116" y="1"/>
                    <a:pt x="1" y="107"/>
                    <a:pt x="1" y="252"/>
                  </a:cubicBezTo>
                  <a:cubicBezTo>
                    <a:pt x="1" y="388"/>
                    <a:pt x="116" y="501"/>
                    <a:pt x="252" y="501"/>
                  </a:cubicBezTo>
                  <a:cubicBezTo>
                    <a:pt x="388" y="501"/>
                    <a:pt x="503" y="388"/>
                    <a:pt x="503" y="252"/>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7" name="Google Shape;14637;p32"/>
            <p:cNvSpPr/>
            <p:nvPr/>
          </p:nvSpPr>
          <p:spPr>
            <a:xfrm>
              <a:off x="1043825" y="1473325"/>
              <a:ext cx="12375" cy="12550"/>
            </a:xfrm>
            <a:custGeom>
              <a:avLst/>
              <a:gdLst/>
              <a:ahLst/>
              <a:cxnLst/>
              <a:rect l="l" t="t" r="r" b="b"/>
              <a:pathLst>
                <a:path w="495" h="502" extrusionOk="0">
                  <a:moveTo>
                    <a:pt x="250" y="1"/>
                  </a:moveTo>
                  <a:cubicBezTo>
                    <a:pt x="107" y="1"/>
                    <a:pt x="0" y="107"/>
                    <a:pt x="0" y="252"/>
                  </a:cubicBezTo>
                  <a:cubicBezTo>
                    <a:pt x="0" y="388"/>
                    <a:pt x="107" y="501"/>
                    <a:pt x="250" y="501"/>
                  </a:cubicBezTo>
                  <a:cubicBezTo>
                    <a:pt x="388" y="501"/>
                    <a:pt x="494" y="388"/>
                    <a:pt x="494" y="252"/>
                  </a:cubicBezTo>
                  <a:cubicBezTo>
                    <a:pt x="494" y="107"/>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8" name="Google Shape;14638;p32"/>
            <p:cNvSpPr/>
            <p:nvPr/>
          </p:nvSpPr>
          <p:spPr>
            <a:xfrm>
              <a:off x="1135575" y="1473325"/>
              <a:ext cx="12575" cy="12550"/>
            </a:xfrm>
            <a:custGeom>
              <a:avLst/>
              <a:gdLst/>
              <a:ahLst/>
              <a:cxnLst/>
              <a:rect l="l" t="t" r="r" b="b"/>
              <a:pathLst>
                <a:path w="503" h="502" extrusionOk="0">
                  <a:moveTo>
                    <a:pt x="252" y="1"/>
                  </a:moveTo>
                  <a:cubicBezTo>
                    <a:pt x="116" y="1"/>
                    <a:pt x="0" y="107"/>
                    <a:pt x="0" y="252"/>
                  </a:cubicBezTo>
                  <a:cubicBezTo>
                    <a:pt x="0" y="388"/>
                    <a:pt x="116" y="501"/>
                    <a:pt x="252" y="501"/>
                  </a:cubicBezTo>
                  <a:cubicBezTo>
                    <a:pt x="387" y="501"/>
                    <a:pt x="503" y="388"/>
                    <a:pt x="503" y="252"/>
                  </a:cubicBezTo>
                  <a:cubicBezTo>
                    <a:pt x="503" y="107"/>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9" name="Google Shape;14639;p32"/>
            <p:cNvSpPr/>
            <p:nvPr/>
          </p:nvSpPr>
          <p:spPr>
            <a:xfrm>
              <a:off x="1227500" y="1473325"/>
              <a:ext cx="12400" cy="12550"/>
            </a:xfrm>
            <a:custGeom>
              <a:avLst/>
              <a:gdLst/>
              <a:ahLst/>
              <a:cxnLst/>
              <a:rect l="l" t="t" r="r" b="b"/>
              <a:pathLst>
                <a:path w="496" h="502" extrusionOk="0">
                  <a:moveTo>
                    <a:pt x="251" y="1"/>
                  </a:moveTo>
                  <a:cubicBezTo>
                    <a:pt x="109" y="1"/>
                    <a:pt x="0" y="107"/>
                    <a:pt x="0" y="252"/>
                  </a:cubicBezTo>
                  <a:cubicBezTo>
                    <a:pt x="0" y="388"/>
                    <a:pt x="109" y="501"/>
                    <a:pt x="251" y="501"/>
                  </a:cubicBezTo>
                  <a:cubicBezTo>
                    <a:pt x="387" y="501"/>
                    <a:pt x="496" y="388"/>
                    <a:pt x="496" y="252"/>
                  </a:cubicBezTo>
                  <a:cubicBezTo>
                    <a:pt x="496"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0" name="Google Shape;14640;p32"/>
            <p:cNvSpPr/>
            <p:nvPr/>
          </p:nvSpPr>
          <p:spPr>
            <a:xfrm>
              <a:off x="1319275" y="1473325"/>
              <a:ext cx="12550" cy="12550"/>
            </a:xfrm>
            <a:custGeom>
              <a:avLst/>
              <a:gdLst/>
              <a:ahLst/>
              <a:cxnLst/>
              <a:rect l="l" t="t" r="r" b="b"/>
              <a:pathLst>
                <a:path w="502" h="502" extrusionOk="0">
                  <a:moveTo>
                    <a:pt x="252" y="1"/>
                  </a:moveTo>
                  <a:cubicBezTo>
                    <a:pt x="114" y="1"/>
                    <a:pt x="1" y="107"/>
                    <a:pt x="1" y="252"/>
                  </a:cubicBezTo>
                  <a:cubicBezTo>
                    <a:pt x="1" y="388"/>
                    <a:pt x="114" y="501"/>
                    <a:pt x="252" y="501"/>
                  </a:cubicBezTo>
                  <a:cubicBezTo>
                    <a:pt x="388" y="501"/>
                    <a:pt x="501" y="388"/>
                    <a:pt x="501" y="252"/>
                  </a:cubicBezTo>
                  <a:cubicBezTo>
                    <a:pt x="501"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1" name="Google Shape;14641;p32"/>
            <p:cNvSpPr/>
            <p:nvPr/>
          </p:nvSpPr>
          <p:spPr>
            <a:xfrm>
              <a:off x="1411200" y="1473325"/>
              <a:ext cx="12425" cy="12550"/>
            </a:xfrm>
            <a:custGeom>
              <a:avLst/>
              <a:gdLst/>
              <a:ahLst/>
              <a:cxnLst/>
              <a:rect l="l" t="t" r="r" b="b"/>
              <a:pathLst>
                <a:path w="497" h="502" extrusionOk="0">
                  <a:moveTo>
                    <a:pt x="245" y="1"/>
                  </a:moveTo>
                  <a:cubicBezTo>
                    <a:pt x="109" y="1"/>
                    <a:pt x="1" y="107"/>
                    <a:pt x="1" y="252"/>
                  </a:cubicBezTo>
                  <a:cubicBezTo>
                    <a:pt x="1" y="388"/>
                    <a:pt x="109" y="501"/>
                    <a:pt x="245" y="501"/>
                  </a:cubicBezTo>
                  <a:cubicBezTo>
                    <a:pt x="388" y="501"/>
                    <a:pt x="496" y="388"/>
                    <a:pt x="496" y="252"/>
                  </a:cubicBezTo>
                  <a:cubicBezTo>
                    <a:pt x="496" y="107"/>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2" name="Google Shape;14642;p32"/>
            <p:cNvSpPr/>
            <p:nvPr/>
          </p:nvSpPr>
          <p:spPr>
            <a:xfrm>
              <a:off x="1503000" y="1473325"/>
              <a:ext cx="12525" cy="12550"/>
            </a:xfrm>
            <a:custGeom>
              <a:avLst/>
              <a:gdLst/>
              <a:ahLst/>
              <a:cxnLst/>
              <a:rect l="l" t="t" r="r" b="b"/>
              <a:pathLst>
                <a:path w="501" h="502" extrusionOk="0">
                  <a:moveTo>
                    <a:pt x="250" y="1"/>
                  </a:moveTo>
                  <a:cubicBezTo>
                    <a:pt x="114" y="1"/>
                    <a:pt x="0" y="107"/>
                    <a:pt x="0" y="252"/>
                  </a:cubicBezTo>
                  <a:cubicBezTo>
                    <a:pt x="0" y="388"/>
                    <a:pt x="114" y="501"/>
                    <a:pt x="250" y="501"/>
                  </a:cubicBezTo>
                  <a:cubicBezTo>
                    <a:pt x="387" y="501"/>
                    <a:pt x="501" y="388"/>
                    <a:pt x="501" y="252"/>
                  </a:cubicBezTo>
                  <a:cubicBezTo>
                    <a:pt x="501" y="107"/>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3" name="Google Shape;14643;p32"/>
            <p:cNvSpPr/>
            <p:nvPr/>
          </p:nvSpPr>
          <p:spPr>
            <a:xfrm>
              <a:off x="1594750" y="1473325"/>
              <a:ext cx="12575" cy="12550"/>
            </a:xfrm>
            <a:custGeom>
              <a:avLst/>
              <a:gdLst/>
              <a:ahLst/>
              <a:cxnLst/>
              <a:rect l="l" t="t" r="r" b="b"/>
              <a:pathLst>
                <a:path w="503" h="502" extrusionOk="0">
                  <a:moveTo>
                    <a:pt x="251" y="1"/>
                  </a:moveTo>
                  <a:cubicBezTo>
                    <a:pt x="115" y="1"/>
                    <a:pt x="0" y="107"/>
                    <a:pt x="0" y="252"/>
                  </a:cubicBezTo>
                  <a:cubicBezTo>
                    <a:pt x="0" y="388"/>
                    <a:pt x="115" y="501"/>
                    <a:pt x="251" y="501"/>
                  </a:cubicBezTo>
                  <a:cubicBezTo>
                    <a:pt x="394" y="501"/>
                    <a:pt x="503" y="388"/>
                    <a:pt x="503" y="252"/>
                  </a:cubicBezTo>
                  <a:cubicBezTo>
                    <a:pt x="503" y="107"/>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4" name="Google Shape;14644;p32"/>
            <p:cNvSpPr/>
            <p:nvPr/>
          </p:nvSpPr>
          <p:spPr>
            <a:xfrm>
              <a:off x="1686650" y="1473325"/>
              <a:ext cx="12600" cy="12550"/>
            </a:xfrm>
            <a:custGeom>
              <a:avLst/>
              <a:gdLst/>
              <a:ahLst/>
              <a:cxnLst/>
              <a:rect l="l" t="t" r="r" b="b"/>
              <a:pathLst>
                <a:path w="504" h="502" extrusionOk="0">
                  <a:moveTo>
                    <a:pt x="252" y="1"/>
                  </a:moveTo>
                  <a:cubicBezTo>
                    <a:pt x="116" y="1"/>
                    <a:pt x="1" y="107"/>
                    <a:pt x="1" y="252"/>
                  </a:cubicBezTo>
                  <a:cubicBezTo>
                    <a:pt x="1" y="388"/>
                    <a:pt x="116" y="501"/>
                    <a:pt x="252" y="501"/>
                  </a:cubicBezTo>
                  <a:cubicBezTo>
                    <a:pt x="388" y="501"/>
                    <a:pt x="503" y="388"/>
                    <a:pt x="503" y="252"/>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5" name="Google Shape;14645;p32"/>
            <p:cNvSpPr/>
            <p:nvPr/>
          </p:nvSpPr>
          <p:spPr>
            <a:xfrm>
              <a:off x="1778450" y="1473325"/>
              <a:ext cx="12550" cy="12550"/>
            </a:xfrm>
            <a:custGeom>
              <a:avLst/>
              <a:gdLst/>
              <a:ahLst/>
              <a:cxnLst/>
              <a:rect l="l" t="t" r="r" b="b"/>
              <a:pathLst>
                <a:path w="502" h="502" extrusionOk="0">
                  <a:moveTo>
                    <a:pt x="252" y="1"/>
                  </a:moveTo>
                  <a:cubicBezTo>
                    <a:pt x="114" y="1"/>
                    <a:pt x="1" y="107"/>
                    <a:pt x="1" y="252"/>
                  </a:cubicBezTo>
                  <a:cubicBezTo>
                    <a:pt x="1" y="388"/>
                    <a:pt x="114" y="501"/>
                    <a:pt x="252" y="501"/>
                  </a:cubicBezTo>
                  <a:cubicBezTo>
                    <a:pt x="388" y="501"/>
                    <a:pt x="501" y="388"/>
                    <a:pt x="501" y="252"/>
                  </a:cubicBezTo>
                  <a:cubicBezTo>
                    <a:pt x="501"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6" name="Google Shape;14646;p32"/>
            <p:cNvSpPr/>
            <p:nvPr/>
          </p:nvSpPr>
          <p:spPr>
            <a:xfrm>
              <a:off x="1870375" y="1473325"/>
              <a:ext cx="12400" cy="12550"/>
            </a:xfrm>
            <a:custGeom>
              <a:avLst/>
              <a:gdLst/>
              <a:ahLst/>
              <a:cxnLst/>
              <a:rect l="l" t="t" r="r" b="b"/>
              <a:pathLst>
                <a:path w="496" h="502" extrusionOk="0">
                  <a:moveTo>
                    <a:pt x="252" y="1"/>
                  </a:moveTo>
                  <a:cubicBezTo>
                    <a:pt x="109" y="1"/>
                    <a:pt x="0" y="107"/>
                    <a:pt x="0" y="252"/>
                  </a:cubicBezTo>
                  <a:cubicBezTo>
                    <a:pt x="0" y="388"/>
                    <a:pt x="109" y="501"/>
                    <a:pt x="252" y="501"/>
                  </a:cubicBezTo>
                  <a:cubicBezTo>
                    <a:pt x="387" y="501"/>
                    <a:pt x="496" y="388"/>
                    <a:pt x="496" y="252"/>
                  </a:cubicBezTo>
                  <a:cubicBezTo>
                    <a:pt x="496" y="107"/>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7" name="Google Shape;14647;p32"/>
            <p:cNvSpPr/>
            <p:nvPr/>
          </p:nvSpPr>
          <p:spPr>
            <a:xfrm>
              <a:off x="1962150" y="1473325"/>
              <a:ext cx="12550" cy="12550"/>
            </a:xfrm>
            <a:custGeom>
              <a:avLst/>
              <a:gdLst/>
              <a:ahLst/>
              <a:cxnLst/>
              <a:rect l="l" t="t" r="r" b="b"/>
              <a:pathLst>
                <a:path w="502" h="502" extrusionOk="0">
                  <a:moveTo>
                    <a:pt x="250" y="1"/>
                  </a:moveTo>
                  <a:cubicBezTo>
                    <a:pt x="114" y="1"/>
                    <a:pt x="1" y="107"/>
                    <a:pt x="1" y="252"/>
                  </a:cubicBezTo>
                  <a:cubicBezTo>
                    <a:pt x="1" y="388"/>
                    <a:pt x="114" y="501"/>
                    <a:pt x="250" y="501"/>
                  </a:cubicBezTo>
                  <a:cubicBezTo>
                    <a:pt x="388" y="501"/>
                    <a:pt x="502" y="388"/>
                    <a:pt x="502" y="252"/>
                  </a:cubicBezTo>
                  <a:cubicBezTo>
                    <a:pt x="502" y="107"/>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8" name="Google Shape;14648;p32"/>
            <p:cNvSpPr/>
            <p:nvPr/>
          </p:nvSpPr>
          <p:spPr>
            <a:xfrm>
              <a:off x="2054075" y="1473325"/>
              <a:ext cx="12425" cy="12550"/>
            </a:xfrm>
            <a:custGeom>
              <a:avLst/>
              <a:gdLst/>
              <a:ahLst/>
              <a:cxnLst/>
              <a:rect l="l" t="t" r="r" b="b"/>
              <a:pathLst>
                <a:path w="497" h="502" extrusionOk="0">
                  <a:moveTo>
                    <a:pt x="252" y="1"/>
                  </a:moveTo>
                  <a:cubicBezTo>
                    <a:pt x="109" y="1"/>
                    <a:pt x="1" y="107"/>
                    <a:pt x="1" y="252"/>
                  </a:cubicBezTo>
                  <a:cubicBezTo>
                    <a:pt x="1" y="388"/>
                    <a:pt x="109" y="501"/>
                    <a:pt x="252" y="501"/>
                  </a:cubicBezTo>
                  <a:cubicBezTo>
                    <a:pt x="388" y="501"/>
                    <a:pt x="496" y="388"/>
                    <a:pt x="496" y="252"/>
                  </a:cubicBezTo>
                  <a:cubicBezTo>
                    <a:pt x="496"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9" name="Google Shape;14649;p32"/>
            <p:cNvSpPr/>
            <p:nvPr/>
          </p:nvSpPr>
          <p:spPr>
            <a:xfrm>
              <a:off x="2145825" y="1473325"/>
              <a:ext cx="12600" cy="12550"/>
            </a:xfrm>
            <a:custGeom>
              <a:avLst/>
              <a:gdLst/>
              <a:ahLst/>
              <a:cxnLst/>
              <a:rect l="l" t="t" r="r" b="b"/>
              <a:pathLst>
                <a:path w="504" h="502" extrusionOk="0">
                  <a:moveTo>
                    <a:pt x="252" y="1"/>
                  </a:moveTo>
                  <a:cubicBezTo>
                    <a:pt x="116" y="1"/>
                    <a:pt x="1" y="107"/>
                    <a:pt x="1" y="252"/>
                  </a:cubicBezTo>
                  <a:cubicBezTo>
                    <a:pt x="1" y="388"/>
                    <a:pt x="116" y="501"/>
                    <a:pt x="252" y="501"/>
                  </a:cubicBezTo>
                  <a:cubicBezTo>
                    <a:pt x="388" y="501"/>
                    <a:pt x="503" y="388"/>
                    <a:pt x="503" y="252"/>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0" name="Google Shape;14650;p32"/>
            <p:cNvSpPr/>
            <p:nvPr/>
          </p:nvSpPr>
          <p:spPr>
            <a:xfrm>
              <a:off x="2237800" y="1473325"/>
              <a:ext cx="12350" cy="12550"/>
            </a:xfrm>
            <a:custGeom>
              <a:avLst/>
              <a:gdLst/>
              <a:ahLst/>
              <a:cxnLst/>
              <a:rect l="l" t="t" r="r" b="b"/>
              <a:pathLst>
                <a:path w="494" h="502" extrusionOk="0">
                  <a:moveTo>
                    <a:pt x="244" y="1"/>
                  </a:moveTo>
                  <a:cubicBezTo>
                    <a:pt x="107" y="1"/>
                    <a:pt x="0" y="107"/>
                    <a:pt x="0" y="252"/>
                  </a:cubicBezTo>
                  <a:cubicBezTo>
                    <a:pt x="0" y="388"/>
                    <a:pt x="107" y="501"/>
                    <a:pt x="244" y="501"/>
                  </a:cubicBezTo>
                  <a:cubicBezTo>
                    <a:pt x="387" y="501"/>
                    <a:pt x="494" y="388"/>
                    <a:pt x="494" y="252"/>
                  </a:cubicBezTo>
                  <a:cubicBezTo>
                    <a:pt x="494" y="107"/>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1" name="Google Shape;14651;p32"/>
            <p:cNvSpPr/>
            <p:nvPr/>
          </p:nvSpPr>
          <p:spPr>
            <a:xfrm>
              <a:off x="2329550" y="1473325"/>
              <a:ext cx="12575" cy="12550"/>
            </a:xfrm>
            <a:custGeom>
              <a:avLst/>
              <a:gdLst/>
              <a:ahLst/>
              <a:cxnLst/>
              <a:rect l="l" t="t" r="r" b="b"/>
              <a:pathLst>
                <a:path w="503" h="502" extrusionOk="0">
                  <a:moveTo>
                    <a:pt x="251" y="1"/>
                  </a:moveTo>
                  <a:cubicBezTo>
                    <a:pt x="115" y="1"/>
                    <a:pt x="0" y="107"/>
                    <a:pt x="0" y="252"/>
                  </a:cubicBezTo>
                  <a:cubicBezTo>
                    <a:pt x="0" y="388"/>
                    <a:pt x="115" y="501"/>
                    <a:pt x="251" y="501"/>
                  </a:cubicBezTo>
                  <a:cubicBezTo>
                    <a:pt x="387" y="501"/>
                    <a:pt x="502" y="388"/>
                    <a:pt x="502" y="252"/>
                  </a:cubicBezTo>
                  <a:cubicBezTo>
                    <a:pt x="502"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2" name="Google Shape;14652;p32"/>
            <p:cNvSpPr/>
            <p:nvPr/>
          </p:nvSpPr>
          <p:spPr>
            <a:xfrm>
              <a:off x="2421325" y="1473325"/>
              <a:ext cx="12550" cy="12550"/>
            </a:xfrm>
            <a:custGeom>
              <a:avLst/>
              <a:gdLst/>
              <a:ahLst/>
              <a:cxnLst/>
              <a:rect l="l" t="t" r="r" b="b"/>
              <a:pathLst>
                <a:path w="502" h="502" extrusionOk="0">
                  <a:moveTo>
                    <a:pt x="250" y="1"/>
                  </a:moveTo>
                  <a:cubicBezTo>
                    <a:pt x="114" y="1"/>
                    <a:pt x="1" y="107"/>
                    <a:pt x="1" y="252"/>
                  </a:cubicBezTo>
                  <a:cubicBezTo>
                    <a:pt x="1" y="388"/>
                    <a:pt x="114" y="501"/>
                    <a:pt x="250" y="501"/>
                  </a:cubicBezTo>
                  <a:cubicBezTo>
                    <a:pt x="395" y="501"/>
                    <a:pt x="501" y="388"/>
                    <a:pt x="501" y="252"/>
                  </a:cubicBezTo>
                  <a:cubicBezTo>
                    <a:pt x="501" y="107"/>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3" name="Google Shape;14653;p32"/>
            <p:cNvSpPr/>
            <p:nvPr/>
          </p:nvSpPr>
          <p:spPr>
            <a:xfrm>
              <a:off x="2513250" y="1473325"/>
              <a:ext cx="12575" cy="12550"/>
            </a:xfrm>
            <a:custGeom>
              <a:avLst/>
              <a:gdLst/>
              <a:ahLst/>
              <a:cxnLst/>
              <a:rect l="l" t="t" r="r" b="b"/>
              <a:pathLst>
                <a:path w="503" h="502" extrusionOk="0">
                  <a:moveTo>
                    <a:pt x="252" y="1"/>
                  </a:moveTo>
                  <a:cubicBezTo>
                    <a:pt x="109" y="1"/>
                    <a:pt x="0" y="107"/>
                    <a:pt x="0" y="252"/>
                  </a:cubicBezTo>
                  <a:cubicBezTo>
                    <a:pt x="0" y="388"/>
                    <a:pt x="109" y="501"/>
                    <a:pt x="252" y="501"/>
                  </a:cubicBezTo>
                  <a:cubicBezTo>
                    <a:pt x="388" y="501"/>
                    <a:pt x="503" y="388"/>
                    <a:pt x="503" y="252"/>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4" name="Google Shape;14654;p32"/>
            <p:cNvSpPr/>
            <p:nvPr/>
          </p:nvSpPr>
          <p:spPr>
            <a:xfrm>
              <a:off x="2605000" y="1473325"/>
              <a:ext cx="12575" cy="12550"/>
            </a:xfrm>
            <a:custGeom>
              <a:avLst/>
              <a:gdLst/>
              <a:ahLst/>
              <a:cxnLst/>
              <a:rect l="l" t="t" r="r" b="b"/>
              <a:pathLst>
                <a:path w="503" h="502" extrusionOk="0">
                  <a:moveTo>
                    <a:pt x="252" y="1"/>
                  </a:moveTo>
                  <a:cubicBezTo>
                    <a:pt x="116" y="1"/>
                    <a:pt x="0" y="107"/>
                    <a:pt x="0" y="252"/>
                  </a:cubicBezTo>
                  <a:cubicBezTo>
                    <a:pt x="0" y="388"/>
                    <a:pt x="116" y="501"/>
                    <a:pt x="252" y="501"/>
                  </a:cubicBezTo>
                  <a:cubicBezTo>
                    <a:pt x="387" y="501"/>
                    <a:pt x="503" y="388"/>
                    <a:pt x="503" y="252"/>
                  </a:cubicBezTo>
                  <a:cubicBezTo>
                    <a:pt x="503" y="107"/>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5" name="Google Shape;14655;p32"/>
            <p:cNvSpPr/>
            <p:nvPr/>
          </p:nvSpPr>
          <p:spPr>
            <a:xfrm>
              <a:off x="2696950" y="1473325"/>
              <a:ext cx="12375" cy="12550"/>
            </a:xfrm>
            <a:custGeom>
              <a:avLst/>
              <a:gdLst/>
              <a:ahLst/>
              <a:cxnLst/>
              <a:rect l="l" t="t" r="r" b="b"/>
              <a:pathLst>
                <a:path w="495" h="502" extrusionOk="0">
                  <a:moveTo>
                    <a:pt x="252" y="1"/>
                  </a:moveTo>
                  <a:cubicBezTo>
                    <a:pt x="108" y="1"/>
                    <a:pt x="1" y="107"/>
                    <a:pt x="1" y="252"/>
                  </a:cubicBezTo>
                  <a:cubicBezTo>
                    <a:pt x="1" y="388"/>
                    <a:pt x="108" y="501"/>
                    <a:pt x="252" y="501"/>
                  </a:cubicBezTo>
                  <a:cubicBezTo>
                    <a:pt x="388" y="501"/>
                    <a:pt x="495" y="388"/>
                    <a:pt x="495" y="252"/>
                  </a:cubicBezTo>
                  <a:cubicBezTo>
                    <a:pt x="495"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6" name="Google Shape;14656;p32"/>
            <p:cNvSpPr/>
            <p:nvPr/>
          </p:nvSpPr>
          <p:spPr>
            <a:xfrm>
              <a:off x="2788700" y="1473325"/>
              <a:ext cx="12600" cy="12550"/>
            </a:xfrm>
            <a:custGeom>
              <a:avLst/>
              <a:gdLst/>
              <a:ahLst/>
              <a:cxnLst/>
              <a:rect l="l" t="t" r="r" b="b"/>
              <a:pathLst>
                <a:path w="504" h="502" extrusionOk="0">
                  <a:moveTo>
                    <a:pt x="252" y="1"/>
                  </a:moveTo>
                  <a:cubicBezTo>
                    <a:pt x="116" y="1"/>
                    <a:pt x="1" y="107"/>
                    <a:pt x="1" y="252"/>
                  </a:cubicBezTo>
                  <a:cubicBezTo>
                    <a:pt x="1" y="388"/>
                    <a:pt x="116" y="501"/>
                    <a:pt x="252" y="501"/>
                  </a:cubicBezTo>
                  <a:cubicBezTo>
                    <a:pt x="388" y="501"/>
                    <a:pt x="503" y="388"/>
                    <a:pt x="503" y="252"/>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7" name="Google Shape;14657;p32"/>
            <p:cNvSpPr/>
            <p:nvPr/>
          </p:nvSpPr>
          <p:spPr>
            <a:xfrm>
              <a:off x="2880675" y="1473325"/>
              <a:ext cx="12375" cy="12550"/>
            </a:xfrm>
            <a:custGeom>
              <a:avLst/>
              <a:gdLst/>
              <a:ahLst/>
              <a:cxnLst/>
              <a:rect l="l" t="t" r="r" b="b"/>
              <a:pathLst>
                <a:path w="495" h="502" extrusionOk="0">
                  <a:moveTo>
                    <a:pt x="243" y="1"/>
                  </a:moveTo>
                  <a:cubicBezTo>
                    <a:pt x="107" y="1"/>
                    <a:pt x="0" y="107"/>
                    <a:pt x="0" y="252"/>
                  </a:cubicBezTo>
                  <a:cubicBezTo>
                    <a:pt x="0" y="388"/>
                    <a:pt x="107" y="501"/>
                    <a:pt x="243" y="501"/>
                  </a:cubicBezTo>
                  <a:cubicBezTo>
                    <a:pt x="387" y="501"/>
                    <a:pt x="494" y="388"/>
                    <a:pt x="494" y="252"/>
                  </a:cubicBezTo>
                  <a:cubicBezTo>
                    <a:pt x="494" y="107"/>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8" name="Google Shape;14658;p32"/>
            <p:cNvSpPr/>
            <p:nvPr/>
          </p:nvSpPr>
          <p:spPr>
            <a:xfrm>
              <a:off x="2972425" y="1473325"/>
              <a:ext cx="12575" cy="12550"/>
            </a:xfrm>
            <a:custGeom>
              <a:avLst/>
              <a:gdLst/>
              <a:ahLst/>
              <a:cxnLst/>
              <a:rect l="l" t="t" r="r" b="b"/>
              <a:pathLst>
                <a:path w="503" h="502" extrusionOk="0">
                  <a:moveTo>
                    <a:pt x="251" y="1"/>
                  </a:moveTo>
                  <a:cubicBezTo>
                    <a:pt x="115" y="1"/>
                    <a:pt x="0" y="107"/>
                    <a:pt x="0" y="252"/>
                  </a:cubicBezTo>
                  <a:cubicBezTo>
                    <a:pt x="0" y="388"/>
                    <a:pt x="115" y="501"/>
                    <a:pt x="251" y="501"/>
                  </a:cubicBezTo>
                  <a:cubicBezTo>
                    <a:pt x="387" y="501"/>
                    <a:pt x="503" y="388"/>
                    <a:pt x="503" y="252"/>
                  </a:cubicBezTo>
                  <a:cubicBezTo>
                    <a:pt x="503"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9" name="Google Shape;14659;p32"/>
            <p:cNvSpPr/>
            <p:nvPr/>
          </p:nvSpPr>
          <p:spPr>
            <a:xfrm>
              <a:off x="3064375" y="1473325"/>
              <a:ext cx="12375" cy="12550"/>
            </a:xfrm>
            <a:custGeom>
              <a:avLst/>
              <a:gdLst/>
              <a:ahLst/>
              <a:cxnLst/>
              <a:rect l="l" t="t" r="r" b="b"/>
              <a:pathLst>
                <a:path w="495" h="502" extrusionOk="0">
                  <a:moveTo>
                    <a:pt x="243" y="1"/>
                  </a:moveTo>
                  <a:cubicBezTo>
                    <a:pt x="107" y="1"/>
                    <a:pt x="1" y="107"/>
                    <a:pt x="1" y="252"/>
                  </a:cubicBezTo>
                  <a:cubicBezTo>
                    <a:pt x="1" y="388"/>
                    <a:pt x="107" y="501"/>
                    <a:pt x="243" y="501"/>
                  </a:cubicBezTo>
                  <a:cubicBezTo>
                    <a:pt x="388" y="501"/>
                    <a:pt x="495" y="388"/>
                    <a:pt x="495" y="252"/>
                  </a:cubicBezTo>
                  <a:cubicBezTo>
                    <a:pt x="495" y="107"/>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0" name="Google Shape;14660;p32"/>
            <p:cNvSpPr/>
            <p:nvPr/>
          </p:nvSpPr>
          <p:spPr>
            <a:xfrm>
              <a:off x="3156125" y="1473325"/>
              <a:ext cx="12600" cy="12550"/>
            </a:xfrm>
            <a:custGeom>
              <a:avLst/>
              <a:gdLst/>
              <a:ahLst/>
              <a:cxnLst/>
              <a:rect l="l" t="t" r="r" b="b"/>
              <a:pathLst>
                <a:path w="504" h="502" extrusionOk="0">
                  <a:moveTo>
                    <a:pt x="252" y="1"/>
                  </a:moveTo>
                  <a:cubicBezTo>
                    <a:pt x="116" y="1"/>
                    <a:pt x="1" y="107"/>
                    <a:pt x="1" y="252"/>
                  </a:cubicBezTo>
                  <a:cubicBezTo>
                    <a:pt x="1" y="388"/>
                    <a:pt x="116" y="501"/>
                    <a:pt x="252" y="501"/>
                  </a:cubicBezTo>
                  <a:cubicBezTo>
                    <a:pt x="388" y="501"/>
                    <a:pt x="503" y="388"/>
                    <a:pt x="503" y="252"/>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1" name="Google Shape;14661;p32"/>
            <p:cNvSpPr/>
            <p:nvPr/>
          </p:nvSpPr>
          <p:spPr>
            <a:xfrm>
              <a:off x="3247875" y="1473325"/>
              <a:ext cx="12575" cy="12550"/>
            </a:xfrm>
            <a:custGeom>
              <a:avLst/>
              <a:gdLst/>
              <a:ahLst/>
              <a:cxnLst/>
              <a:rect l="l" t="t" r="r" b="b"/>
              <a:pathLst>
                <a:path w="503" h="502" extrusionOk="0">
                  <a:moveTo>
                    <a:pt x="252" y="1"/>
                  </a:moveTo>
                  <a:cubicBezTo>
                    <a:pt x="116" y="1"/>
                    <a:pt x="1" y="107"/>
                    <a:pt x="1" y="252"/>
                  </a:cubicBezTo>
                  <a:cubicBezTo>
                    <a:pt x="1" y="388"/>
                    <a:pt x="116" y="501"/>
                    <a:pt x="252" y="501"/>
                  </a:cubicBezTo>
                  <a:cubicBezTo>
                    <a:pt x="388" y="501"/>
                    <a:pt x="503" y="388"/>
                    <a:pt x="503" y="252"/>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2" name="Google Shape;14662;p32"/>
            <p:cNvSpPr/>
            <p:nvPr/>
          </p:nvSpPr>
          <p:spPr>
            <a:xfrm>
              <a:off x="3339850" y="1473325"/>
              <a:ext cx="12525" cy="12550"/>
            </a:xfrm>
            <a:custGeom>
              <a:avLst/>
              <a:gdLst/>
              <a:ahLst/>
              <a:cxnLst/>
              <a:rect l="l" t="t" r="r" b="b"/>
              <a:pathLst>
                <a:path w="501" h="502" extrusionOk="0">
                  <a:moveTo>
                    <a:pt x="251" y="1"/>
                  </a:moveTo>
                  <a:cubicBezTo>
                    <a:pt x="107" y="1"/>
                    <a:pt x="0" y="107"/>
                    <a:pt x="0" y="252"/>
                  </a:cubicBezTo>
                  <a:cubicBezTo>
                    <a:pt x="0" y="388"/>
                    <a:pt x="107" y="501"/>
                    <a:pt x="251" y="501"/>
                  </a:cubicBezTo>
                  <a:cubicBezTo>
                    <a:pt x="387" y="501"/>
                    <a:pt x="501" y="388"/>
                    <a:pt x="501" y="252"/>
                  </a:cubicBezTo>
                  <a:cubicBezTo>
                    <a:pt x="501"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3" name="Google Shape;14663;p32"/>
            <p:cNvSpPr/>
            <p:nvPr/>
          </p:nvSpPr>
          <p:spPr>
            <a:xfrm>
              <a:off x="3431575" y="1473325"/>
              <a:ext cx="12600" cy="12550"/>
            </a:xfrm>
            <a:custGeom>
              <a:avLst/>
              <a:gdLst/>
              <a:ahLst/>
              <a:cxnLst/>
              <a:rect l="l" t="t" r="r" b="b"/>
              <a:pathLst>
                <a:path w="504" h="502" extrusionOk="0">
                  <a:moveTo>
                    <a:pt x="252" y="1"/>
                  </a:moveTo>
                  <a:cubicBezTo>
                    <a:pt x="116" y="1"/>
                    <a:pt x="1" y="107"/>
                    <a:pt x="1" y="252"/>
                  </a:cubicBezTo>
                  <a:cubicBezTo>
                    <a:pt x="1" y="388"/>
                    <a:pt x="116" y="501"/>
                    <a:pt x="252" y="501"/>
                  </a:cubicBezTo>
                  <a:cubicBezTo>
                    <a:pt x="388" y="501"/>
                    <a:pt x="503" y="388"/>
                    <a:pt x="503" y="252"/>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4" name="Google Shape;14664;p32"/>
            <p:cNvSpPr/>
            <p:nvPr/>
          </p:nvSpPr>
          <p:spPr>
            <a:xfrm>
              <a:off x="3523550" y="1473325"/>
              <a:ext cx="12375" cy="12550"/>
            </a:xfrm>
            <a:custGeom>
              <a:avLst/>
              <a:gdLst/>
              <a:ahLst/>
              <a:cxnLst/>
              <a:rect l="l" t="t" r="r" b="b"/>
              <a:pathLst>
                <a:path w="495" h="502" extrusionOk="0">
                  <a:moveTo>
                    <a:pt x="250" y="1"/>
                  </a:moveTo>
                  <a:cubicBezTo>
                    <a:pt x="107" y="1"/>
                    <a:pt x="0" y="107"/>
                    <a:pt x="0" y="252"/>
                  </a:cubicBezTo>
                  <a:cubicBezTo>
                    <a:pt x="0" y="388"/>
                    <a:pt x="107" y="501"/>
                    <a:pt x="250" y="501"/>
                  </a:cubicBezTo>
                  <a:cubicBezTo>
                    <a:pt x="388" y="501"/>
                    <a:pt x="494" y="388"/>
                    <a:pt x="494" y="252"/>
                  </a:cubicBezTo>
                  <a:cubicBezTo>
                    <a:pt x="494" y="107"/>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5" name="Google Shape;14665;p32"/>
            <p:cNvSpPr/>
            <p:nvPr/>
          </p:nvSpPr>
          <p:spPr>
            <a:xfrm>
              <a:off x="676400" y="15650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6" name="Google Shape;14666;p32"/>
            <p:cNvSpPr/>
            <p:nvPr/>
          </p:nvSpPr>
          <p:spPr>
            <a:xfrm>
              <a:off x="768325" y="1565075"/>
              <a:ext cx="12400" cy="12600"/>
            </a:xfrm>
            <a:custGeom>
              <a:avLst/>
              <a:gdLst/>
              <a:ahLst/>
              <a:cxnLst/>
              <a:rect l="l" t="t" r="r" b="b"/>
              <a:pathLst>
                <a:path w="496" h="504"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7" name="Google Shape;14667;p32"/>
            <p:cNvSpPr/>
            <p:nvPr/>
          </p:nvSpPr>
          <p:spPr>
            <a:xfrm>
              <a:off x="860125" y="1565075"/>
              <a:ext cx="12525" cy="12600"/>
            </a:xfrm>
            <a:custGeom>
              <a:avLst/>
              <a:gdLst/>
              <a:ahLst/>
              <a:cxnLst/>
              <a:rect l="l" t="t" r="r" b="b"/>
              <a:pathLst>
                <a:path w="501" h="504"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8" name="Google Shape;14668;p32"/>
            <p:cNvSpPr/>
            <p:nvPr/>
          </p:nvSpPr>
          <p:spPr>
            <a:xfrm>
              <a:off x="951850" y="15650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9" name="Google Shape;14669;p32"/>
            <p:cNvSpPr/>
            <p:nvPr/>
          </p:nvSpPr>
          <p:spPr>
            <a:xfrm>
              <a:off x="1043825" y="1565075"/>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0" name="Google Shape;14670;p32"/>
            <p:cNvSpPr/>
            <p:nvPr/>
          </p:nvSpPr>
          <p:spPr>
            <a:xfrm>
              <a:off x="1135575" y="1565075"/>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1" name="Google Shape;14671;p32"/>
            <p:cNvSpPr/>
            <p:nvPr/>
          </p:nvSpPr>
          <p:spPr>
            <a:xfrm>
              <a:off x="1227500" y="1565075"/>
              <a:ext cx="12400" cy="12600"/>
            </a:xfrm>
            <a:custGeom>
              <a:avLst/>
              <a:gdLst/>
              <a:ahLst/>
              <a:cxnLst/>
              <a:rect l="l" t="t" r="r" b="b"/>
              <a:pathLst>
                <a:path w="496" h="504"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2" name="Google Shape;14672;p32"/>
            <p:cNvSpPr/>
            <p:nvPr/>
          </p:nvSpPr>
          <p:spPr>
            <a:xfrm>
              <a:off x="1319275" y="1565075"/>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3" name="Google Shape;14673;p32"/>
            <p:cNvSpPr/>
            <p:nvPr/>
          </p:nvSpPr>
          <p:spPr>
            <a:xfrm>
              <a:off x="1411200" y="1565075"/>
              <a:ext cx="12425" cy="12600"/>
            </a:xfrm>
            <a:custGeom>
              <a:avLst/>
              <a:gdLst/>
              <a:ahLst/>
              <a:cxnLst/>
              <a:rect l="l" t="t" r="r" b="b"/>
              <a:pathLst>
                <a:path w="497" h="504"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4" name="Google Shape;14674;p32"/>
            <p:cNvSpPr/>
            <p:nvPr/>
          </p:nvSpPr>
          <p:spPr>
            <a:xfrm>
              <a:off x="1503000" y="1565075"/>
              <a:ext cx="12525" cy="12600"/>
            </a:xfrm>
            <a:custGeom>
              <a:avLst/>
              <a:gdLst/>
              <a:ahLst/>
              <a:cxnLst/>
              <a:rect l="l" t="t" r="r" b="b"/>
              <a:pathLst>
                <a:path w="501" h="504"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5" name="Google Shape;14675;p32"/>
            <p:cNvSpPr/>
            <p:nvPr/>
          </p:nvSpPr>
          <p:spPr>
            <a:xfrm>
              <a:off x="1594750" y="1565075"/>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6" name="Google Shape;14676;p32"/>
            <p:cNvSpPr/>
            <p:nvPr/>
          </p:nvSpPr>
          <p:spPr>
            <a:xfrm>
              <a:off x="1686650" y="15650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7" name="Google Shape;14677;p32"/>
            <p:cNvSpPr/>
            <p:nvPr/>
          </p:nvSpPr>
          <p:spPr>
            <a:xfrm>
              <a:off x="1778450" y="1565075"/>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8" name="Google Shape;14678;p32"/>
            <p:cNvSpPr/>
            <p:nvPr/>
          </p:nvSpPr>
          <p:spPr>
            <a:xfrm>
              <a:off x="1870375" y="1565075"/>
              <a:ext cx="12400" cy="12600"/>
            </a:xfrm>
            <a:custGeom>
              <a:avLst/>
              <a:gdLst/>
              <a:ahLst/>
              <a:cxnLst/>
              <a:rect l="l" t="t" r="r" b="b"/>
              <a:pathLst>
                <a:path w="496" h="504"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9" name="Google Shape;14679;p32"/>
            <p:cNvSpPr/>
            <p:nvPr/>
          </p:nvSpPr>
          <p:spPr>
            <a:xfrm>
              <a:off x="1962150" y="1565075"/>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0" name="Google Shape;14680;p32"/>
            <p:cNvSpPr/>
            <p:nvPr/>
          </p:nvSpPr>
          <p:spPr>
            <a:xfrm>
              <a:off x="2054075" y="1565075"/>
              <a:ext cx="12425" cy="12600"/>
            </a:xfrm>
            <a:custGeom>
              <a:avLst/>
              <a:gdLst/>
              <a:ahLst/>
              <a:cxnLst/>
              <a:rect l="l" t="t" r="r" b="b"/>
              <a:pathLst>
                <a:path w="497" h="504"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1" name="Google Shape;14681;p32"/>
            <p:cNvSpPr/>
            <p:nvPr/>
          </p:nvSpPr>
          <p:spPr>
            <a:xfrm>
              <a:off x="2145825" y="15650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2" name="Google Shape;14682;p32"/>
            <p:cNvSpPr/>
            <p:nvPr/>
          </p:nvSpPr>
          <p:spPr>
            <a:xfrm>
              <a:off x="2237800" y="1565075"/>
              <a:ext cx="12350" cy="12600"/>
            </a:xfrm>
            <a:custGeom>
              <a:avLst/>
              <a:gdLst/>
              <a:ahLst/>
              <a:cxnLst/>
              <a:rect l="l" t="t" r="r" b="b"/>
              <a:pathLst>
                <a:path w="494" h="504"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3" name="Google Shape;14683;p32"/>
            <p:cNvSpPr/>
            <p:nvPr/>
          </p:nvSpPr>
          <p:spPr>
            <a:xfrm>
              <a:off x="2329550" y="1565075"/>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4" name="Google Shape;14684;p32"/>
            <p:cNvSpPr/>
            <p:nvPr/>
          </p:nvSpPr>
          <p:spPr>
            <a:xfrm>
              <a:off x="2421325" y="1565075"/>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5" name="Google Shape;14685;p32"/>
            <p:cNvSpPr/>
            <p:nvPr/>
          </p:nvSpPr>
          <p:spPr>
            <a:xfrm>
              <a:off x="2513250" y="1565075"/>
              <a:ext cx="12575" cy="12600"/>
            </a:xfrm>
            <a:custGeom>
              <a:avLst/>
              <a:gdLst/>
              <a:ahLst/>
              <a:cxnLst/>
              <a:rect l="l" t="t" r="r" b="b"/>
              <a:pathLst>
                <a:path w="503" h="504"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6" name="Google Shape;14686;p32"/>
            <p:cNvSpPr/>
            <p:nvPr/>
          </p:nvSpPr>
          <p:spPr>
            <a:xfrm>
              <a:off x="2605000" y="1565075"/>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7" name="Google Shape;14687;p32"/>
            <p:cNvSpPr/>
            <p:nvPr/>
          </p:nvSpPr>
          <p:spPr>
            <a:xfrm>
              <a:off x="2696950" y="1565075"/>
              <a:ext cx="12375" cy="12600"/>
            </a:xfrm>
            <a:custGeom>
              <a:avLst/>
              <a:gdLst/>
              <a:ahLst/>
              <a:cxnLst/>
              <a:rect l="l" t="t" r="r" b="b"/>
              <a:pathLst>
                <a:path w="495" h="504"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8" name="Google Shape;14688;p32"/>
            <p:cNvSpPr/>
            <p:nvPr/>
          </p:nvSpPr>
          <p:spPr>
            <a:xfrm>
              <a:off x="2788700" y="15650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9" name="Google Shape;14689;p32"/>
            <p:cNvSpPr/>
            <p:nvPr/>
          </p:nvSpPr>
          <p:spPr>
            <a:xfrm>
              <a:off x="2880675" y="1565075"/>
              <a:ext cx="12375" cy="12600"/>
            </a:xfrm>
            <a:custGeom>
              <a:avLst/>
              <a:gdLst/>
              <a:ahLst/>
              <a:cxnLst/>
              <a:rect l="l" t="t" r="r" b="b"/>
              <a:pathLst>
                <a:path w="495" h="504"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0" name="Google Shape;14690;p32"/>
            <p:cNvSpPr/>
            <p:nvPr/>
          </p:nvSpPr>
          <p:spPr>
            <a:xfrm>
              <a:off x="2972425" y="1565075"/>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1" name="Google Shape;14691;p32"/>
            <p:cNvSpPr/>
            <p:nvPr/>
          </p:nvSpPr>
          <p:spPr>
            <a:xfrm>
              <a:off x="3064375" y="1565075"/>
              <a:ext cx="12375" cy="12600"/>
            </a:xfrm>
            <a:custGeom>
              <a:avLst/>
              <a:gdLst/>
              <a:ahLst/>
              <a:cxnLst/>
              <a:rect l="l" t="t" r="r" b="b"/>
              <a:pathLst>
                <a:path w="495" h="504"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2" name="Google Shape;14692;p32"/>
            <p:cNvSpPr/>
            <p:nvPr/>
          </p:nvSpPr>
          <p:spPr>
            <a:xfrm>
              <a:off x="3156125" y="15650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3" name="Google Shape;14693;p32"/>
            <p:cNvSpPr/>
            <p:nvPr/>
          </p:nvSpPr>
          <p:spPr>
            <a:xfrm>
              <a:off x="3247875" y="1565075"/>
              <a:ext cx="12575" cy="12600"/>
            </a:xfrm>
            <a:custGeom>
              <a:avLst/>
              <a:gdLst/>
              <a:ahLst/>
              <a:cxnLst/>
              <a:rect l="l" t="t" r="r" b="b"/>
              <a:pathLst>
                <a:path w="503"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4" name="Google Shape;14694;p32"/>
            <p:cNvSpPr/>
            <p:nvPr/>
          </p:nvSpPr>
          <p:spPr>
            <a:xfrm>
              <a:off x="3339850" y="1565075"/>
              <a:ext cx="12525" cy="12600"/>
            </a:xfrm>
            <a:custGeom>
              <a:avLst/>
              <a:gdLst/>
              <a:ahLst/>
              <a:cxnLst/>
              <a:rect l="l" t="t" r="r" b="b"/>
              <a:pathLst>
                <a:path w="501" h="504"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5" name="Google Shape;14695;p32"/>
            <p:cNvSpPr/>
            <p:nvPr/>
          </p:nvSpPr>
          <p:spPr>
            <a:xfrm>
              <a:off x="3431575" y="15650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6" name="Google Shape;14696;p32"/>
            <p:cNvSpPr/>
            <p:nvPr/>
          </p:nvSpPr>
          <p:spPr>
            <a:xfrm>
              <a:off x="3523550" y="1565075"/>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7" name="Google Shape;14697;p32"/>
            <p:cNvSpPr/>
            <p:nvPr/>
          </p:nvSpPr>
          <p:spPr>
            <a:xfrm>
              <a:off x="676400" y="1657050"/>
              <a:ext cx="12600" cy="12375"/>
            </a:xfrm>
            <a:custGeom>
              <a:avLst/>
              <a:gdLst/>
              <a:ahLst/>
              <a:cxnLst/>
              <a:rect l="l" t="t" r="r" b="b"/>
              <a:pathLst>
                <a:path w="504" h="495" extrusionOk="0">
                  <a:moveTo>
                    <a:pt x="252" y="0"/>
                  </a:moveTo>
                  <a:cubicBezTo>
                    <a:pt x="116" y="0"/>
                    <a:pt x="1" y="107"/>
                    <a:pt x="1" y="250"/>
                  </a:cubicBezTo>
                  <a:cubicBezTo>
                    <a:pt x="1" y="387"/>
                    <a:pt x="116" y="494"/>
                    <a:pt x="252" y="494"/>
                  </a:cubicBezTo>
                  <a:cubicBezTo>
                    <a:pt x="388" y="494"/>
                    <a:pt x="503" y="387"/>
                    <a:pt x="503" y="250"/>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8" name="Google Shape;14698;p32"/>
            <p:cNvSpPr/>
            <p:nvPr/>
          </p:nvSpPr>
          <p:spPr>
            <a:xfrm>
              <a:off x="768325" y="1657050"/>
              <a:ext cx="12400" cy="12375"/>
            </a:xfrm>
            <a:custGeom>
              <a:avLst/>
              <a:gdLst/>
              <a:ahLst/>
              <a:cxnLst/>
              <a:rect l="l" t="t" r="r" b="b"/>
              <a:pathLst>
                <a:path w="496" h="495" extrusionOk="0">
                  <a:moveTo>
                    <a:pt x="245" y="0"/>
                  </a:moveTo>
                  <a:cubicBezTo>
                    <a:pt x="109" y="0"/>
                    <a:pt x="0" y="107"/>
                    <a:pt x="0" y="250"/>
                  </a:cubicBezTo>
                  <a:cubicBezTo>
                    <a:pt x="0" y="387"/>
                    <a:pt x="109" y="494"/>
                    <a:pt x="245" y="494"/>
                  </a:cubicBezTo>
                  <a:cubicBezTo>
                    <a:pt x="388" y="494"/>
                    <a:pt x="496" y="387"/>
                    <a:pt x="496" y="250"/>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9" name="Google Shape;14699;p32"/>
            <p:cNvSpPr/>
            <p:nvPr/>
          </p:nvSpPr>
          <p:spPr>
            <a:xfrm>
              <a:off x="860125" y="1657050"/>
              <a:ext cx="12525" cy="12375"/>
            </a:xfrm>
            <a:custGeom>
              <a:avLst/>
              <a:gdLst/>
              <a:ahLst/>
              <a:cxnLst/>
              <a:rect l="l" t="t" r="r" b="b"/>
              <a:pathLst>
                <a:path w="501" h="495" extrusionOk="0">
                  <a:moveTo>
                    <a:pt x="251" y="0"/>
                  </a:moveTo>
                  <a:cubicBezTo>
                    <a:pt x="114" y="0"/>
                    <a:pt x="0" y="107"/>
                    <a:pt x="0" y="250"/>
                  </a:cubicBezTo>
                  <a:cubicBezTo>
                    <a:pt x="0" y="387"/>
                    <a:pt x="114" y="494"/>
                    <a:pt x="251" y="494"/>
                  </a:cubicBezTo>
                  <a:cubicBezTo>
                    <a:pt x="387" y="494"/>
                    <a:pt x="501" y="387"/>
                    <a:pt x="501" y="250"/>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0" name="Google Shape;14700;p32"/>
            <p:cNvSpPr/>
            <p:nvPr/>
          </p:nvSpPr>
          <p:spPr>
            <a:xfrm>
              <a:off x="951850" y="1657050"/>
              <a:ext cx="12600" cy="12375"/>
            </a:xfrm>
            <a:custGeom>
              <a:avLst/>
              <a:gdLst/>
              <a:ahLst/>
              <a:cxnLst/>
              <a:rect l="l" t="t" r="r" b="b"/>
              <a:pathLst>
                <a:path w="504" h="495" extrusionOk="0">
                  <a:moveTo>
                    <a:pt x="252" y="0"/>
                  </a:moveTo>
                  <a:cubicBezTo>
                    <a:pt x="116" y="0"/>
                    <a:pt x="1" y="107"/>
                    <a:pt x="1" y="250"/>
                  </a:cubicBezTo>
                  <a:cubicBezTo>
                    <a:pt x="1" y="387"/>
                    <a:pt x="116" y="494"/>
                    <a:pt x="252" y="494"/>
                  </a:cubicBezTo>
                  <a:cubicBezTo>
                    <a:pt x="388" y="494"/>
                    <a:pt x="503" y="387"/>
                    <a:pt x="503" y="250"/>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1" name="Google Shape;14701;p32"/>
            <p:cNvSpPr/>
            <p:nvPr/>
          </p:nvSpPr>
          <p:spPr>
            <a:xfrm>
              <a:off x="1043825" y="1657050"/>
              <a:ext cx="12375" cy="12375"/>
            </a:xfrm>
            <a:custGeom>
              <a:avLst/>
              <a:gdLst/>
              <a:ahLst/>
              <a:cxnLst/>
              <a:rect l="l" t="t" r="r" b="b"/>
              <a:pathLst>
                <a:path w="495" h="495" extrusionOk="0">
                  <a:moveTo>
                    <a:pt x="250" y="0"/>
                  </a:moveTo>
                  <a:cubicBezTo>
                    <a:pt x="107" y="0"/>
                    <a:pt x="0" y="107"/>
                    <a:pt x="0" y="250"/>
                  </a:cubicBezTo>
                  <a:cubicBezTo>
                    <a:pt x="0" y="387"/>
                    <a:pt x="107" y="494"/>
                    <a:pt x="250" y="494"/>
                  </a:cubicBezTo>
                  <a:cubicBezTo>
                    <a:pt x="388" y="494"/>
                    <a:pt x="494" y="387"/>
                    <a:pt x="494" y="250"/>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2" name="Google Shape;14702;p32"/>
            <p:cNvSpPr/>
            <p:nvPr/>
          </p:nvSpPr>
          <p:spPr>
            <a:xfrm>
              <a:off x="1135575" y="1657050"/>
              <a:ext cx="12575" cy="12375"/>
            </a:xfrm>
            <a:custGeom>
              <a:avLst/>
              <a:gdLst/>
              <a:ahLst/>
              <a:cxnLst/>
              <a:rect l="l" t="t" r="r" b="b"/>
              <a:pathLst>
                <a:path w="503" h="495" extrusionOk="0">
                  <a:moveTo>
                    <a:pt x="252" y="0"/>
                  </a:moveTo>
                  <a:cubicBezTo>
                    <a:pt x="116" y="0"/>
                    <a:pt x="0" y="107"/>
                    <a:pt x="0" y="250"/>
                  </a:cubicBezTo>
                  <a:cubicBezTo>
                    <a:pt x="0" y="387"/>
                    <a:pt x="116" y="494"/>
                    <a:pt x="252" y="494"/>
                  </a:cubicBezTo>
                  <a:cubicBezTo>
                    <a:pt x="387" y="494"/>
                    <a:pt x="503" y="387"/>
                    <a:pt x="503" y="250"/>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3" name="Google Shape;14703;p32"/>
            <p:cNvSpPr/>
            <p:nvPr/>
          </p:nvSpPr>
          <p:spPr>
            <a:xfrm>
              <a:off x="1227500" y="1657050"/>
              <a:ext cx="12400" cy="12375"/>
            </a:xfrm>
            <a:custGeom>
              <a:avLst/>
              <a:gdLst/>
              <a:ahLst/>
              <a:cxnLst/>
              <a:rect l="l" t="t" r="r" b="b"/>
              <a:pathLst>
                <a:path w="496" h="495" extrusionOk="0">
                  <a:moveTo>
                    <a:pt x="251" y="0"/>
                  </a:moveTo>
                  <a:cubicBezTo>
                    <a:pt x="109" y="0"/>
                    <a:pt x="0" y="107"/>
                    <a:pt x="0" y="250"/>
                  </a:cubicBezTo>
                  <a:cubicBezTo>
                    <a:pt x="0" y="387"/>
                    <a:pt x="109" y="494"/>
                    <a:pt x="251" y="494"/>
                  </a:cubicBezTo>
                  <a:cubicBezTo>
                    <a:pt x="387" y="494"/>
                    <a:pt x="496" y="387"/>
                    <a:pt x="496" y="250"/>
                  </a:cubicBezTo>
                  <a:cubicBezTo>
                    <a:pt x="496"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4" name="Google Shape;14704;p32"/>
            <p:cNvSpPr/>
            <p:nvPr/>
          </p:nvSpPr>
          <p:spPr>
            <a:xfrm>
              <a:off x="1319275" y="1657050"/>
              <a:ext cx="12550" cy="12375"/>
            </a:xfrm>
            <a:custGeom>
              <a:avLst/>
              <a:gdLst/>
              <a:ahLst/>
              <a:cxnLst/>
              <a:rect l="l" t="t" r="r" b="b"/>
              <a:pathLst>
                <a:path w="502" h="495" extrusionOk="0">
                  <a:moveTo>
                    <a:pt x="252" y="0"/>
                  </a:moveTo>
                  <a:cubicBezTo>
                    <a:pt x="114" y="0"/>
                    <a:pt x="1" y="107"/>
                    <a:pt x="1" y="250"/>
                  </a:cubicBezTo>
                  <a:cubicBezTo>
                    <a:pt x="1" y="387"/>
                    <a:pt x="114" y="494"/>
                    <a:pt x="252" y="494"/>
                  </a:cubicBezTo>
                  <a:cubicBezTo>
                    <a:pt x="388" y="494"/>
                    <a:pt x="501" y="387"/>
                    <a:pt x="501" y="250"/>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5" name="Google Shape;14705;p32"/>
            <p:cNvSpPr/>
            <p:nvPr/>
          </p:nvSpPr>
          <p:spPr>
            <a:xfrm>
              <a:off x="1411200" y="1657050"/>
              <a:ext cx="12425" cy="12375"/>
            </a:xfrm>
            <a:custGeom>
              <a:avLst/>
              <a:gdLst/>
              <a:ahLst/>
              <a:cxnLst/>
              <a:rect l="l" t="t" r="r" b="b"/>
              <a:pathLst>
                <a:path w="497" h="495" extrusionOk="0">
                  <a:moveTo>
                    <a:pt x="245" y="0"/>
                  </a:moveTo>
                  <a:cubicBezTo>
                    <a:pt x="109" y="0"/>
                    <a:pt x="1" y="107"/>
                    <a:pt x="1" y="250"/>
                  </a:cubicBezTo>
                  <a:cubicBezTo>
                    <a:pt x="1" y="387"/>
                    <a:pt x="109" y="494"/>
                    <a:pt x="245" y="494"/>
                  </a:cubicBezTo>
                  <a:cubicBezTo>
                    <a:pt x="388" y="494"/>
                    <a:pt x="496" y="387"/>
                    <a:pt x="496" y="250"/>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6" name="Google Shape;14706;p32"/>
            <p:cNvSpPr/>
            <p:nvPr/>
          </p:nvSpPr>
          <p:spPr>
            <a:xfrm>
              <a:off x="1503000" y="1657050"/>
              <a:ext cx="12525" cy="12375"/>
            </a:xfrm>
            <a:custGeom>
              <a:avLst/>
              <a:gdLst/>
              <a:ahLst/>
              <a:cxnLst/>
              <a:rect l="l" t="t" r="r" b="b"/>
              <a:pathLst>
                <a:path w="501" h="495" extrusionOk="0">
                  <a:moveTo>
                    <a:pt x="250" y="0"/>
                  </a:moveTo>
                  <a:cubicBezTo>
                    <a:pt x="114" y="0"/>
                    <a:pt x="0" y="107"/>
                    <a:pt x="0" y="250"/>
                  </a:cubicBezTo>
                  <a:cubicBezTo>
                    <a:pt x="0" y="387"/>
                    <a:pt x="114" y="494"/>
                    <a:pt x="250" y="494"/>
                  </a:cubicBezTo>
                  <a:cubicBezTo>
                    <a:pt x="387" y="494"/>
                    <a:pt x="501" y="387"/>
                    <a:pt x="501" y="250"/>
                  </a:cubicBezTo>
                  <a:cubicBezTo>
                    <a:pt x="501" y="107"/>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7" name="Google Shape;14707;p32"/>
            <p:cNvSpPr/>
            <p:nvPr/>
          </p:nvSpPr>
          <p:spPr>
            <a:xfrm>
              <a:off x="1594750" y="1657050"/>
              <a:ext cx="12575" cy="12375"/>
            </a:xfrm>
            <a:custGeom>
              <a:avLst/>
              <a:gdLst/>
              <a:ahLst/>
              <a:cxnLst/>
              <a:rect l="l" t="t" r="r" b="b"/>
              <a:pathLst>
                <a:path w="503" h="495" extrusionOk="0">
                  <a:moveTo>
                    <a:pt x="251" y="0"/>
                  </a:moveTo>
                  <a:cubicBezTo>
                    <a:pt x="115" y="0"/>
                    <a:pt x="0" y="107"/>
                    <a:pt x="0" y="250"/>
                  </a:cubicBezTo>
                  <a:cubicBezTo>
                    <a:pt x="0" y="387"/>
                    <a:pt x="115" y="494"/>
                    <a:pt x="251" y="494"/>
                  </a:cubicBezTo>
                  <a:cubicBezTo>
                    <a:pt x="394" y="494"/>
                    <a:pt x="503" y="387"/>
                    <a:pt x="503" y="250"/>
                  </a:cubicBezTo>
                  <a:cubicBezTo>
                    <a:pt x="503" y="107"/>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8" name="Google Shape;14708;p32"/>
            <p:cNvSpPr/>
            <p:nvPr/>
          </p:nvSpPr>
          <p:spPr>
            <a:xfrm>
              <a:off x="1686650" y="1657050"/>
              <a:ext cx="12600" cy="12375"/>
            </a:xfrm>
            <a:custGeom>
              <a:avLst/>
              <a:gdLst/>
              <a:ahLst/>
              <a:cxnLst/>
              <a:rect l="l" t="t" r="r" b="b"/>
              <a:pathLst>
                <a:path w="504" h="495" extrusionOk="0">
                  <a:moveTo>
                    <a:pt x="252" y="0"/>
                  </a:moveTo>
                  <a:cubicBezTo>
                    <a:pt x="116" y="0"/>
                    <a:pt x="1" y="107"/>
                    <a:pt x="1" y="250"/>
                  </a:cubicBezTo>
                  <a:cubicBezTo>
                    <a:pt x="1" y="387"/>
                    <a:pt x="116" y="494"/>
                    <a:pt x="252" y="494"/>
                  </a:cubicBezTo>
                  <a:cubicBezTo>
                    <a:pt x="388" y="494"/>
                    <a:pt x="503" y="387"/>
                    <a:pt x="503" y="250"/>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9" name="Google Shape;14709;p32"/>
            <p:cNvSpPr/>
            <p:nvPr/>
          </p:nvSpPr>
          <p:spPr>
            <a:xfrm>
              <a:off x="1778450" y="1657050"/>
              <a:ext cx="12550" cy="12375"/>
            </a:xfrm>
            <a:custGeom>
              <a:avLst/>
              <a:gdLst/>
              <a:ahLst/>
              <a:cxnLst/>
              <a:rect l="l" t="t" r="r" b="b"/>
              <a:pathLst>
                <a:path w="502" h="495" extrusionOk="0">
                  <a:moveTo>
                    <a:pt x="252" y="0"/>
                  </a:moveTo>
                  <a:cubicBezTo>
                    <a:pt x="114" y="0"/>
                    <a:pt x="1" y="107"/>
                    <a:pt x="1" y="250"/>
                  </a:cubicBezTo>
                  <a:cubicBezTo>
                    <a:pt x="1" y="387"/>
                    <a:pt x="114" y="494"/>
                    <a:pt x="252" y="494"/>
                  </a:cubicBezTo>
                  <a:cubicBezTo>
                    <a:pt x="388" y="494"/>
                    <a:pt x="501" y="387"/>
                    <a:pt x="501" y="250"/>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0" name="Google Shape;14710;p32"/>
            <p:cNvSpPr/>
            <p:nvPr/>
          </p:nvSpPr>
          <p:spPr>
            <a:xfrm>
              <a:off x="1870375" y="1657050"/>
              <a:ext cx="12400" cy="12375"/>
            </a:xfrm>
            <a:custGeom>
              <a:avLst/>
              <a:gdLst/>
              <a:ahLst/>
              <a:cxnLst/>
              <a:rect l="l" t="t" r="r" b="b"/>
              <a:pathLst>
                <a:path w="496" h="495" extrusionOk="0">
                  <a:moveTo>
                    <a:pt x="252" y="0"/>
                  </a:moveTo>
                  <a:cubicBezTo>
                    <a:pt x="109" y="0"/>
                    <a:pt x="0" y="107"/>
                    <a:pt x="0" y="250"/>
                  </a:cubicBezTo>
                  <a:cubicBezTo>
                    <a:pt x="0" y="387"/>
                    <a:pt x="109" y="494"/>
                    <a:pt x="252" y="494"/>
                  </a:cubicBezTo>
                  <a:cubicBezTo>
                    <a:pt x="387" y="494"/>
                    <a:pt x="496" y="387"/>
                    <a:pt x="496" y="250"/>
                  </a:cubicBezTo>
                  <a:cubicBezTo>
                    <a:pt x="496"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1" name="Google Shape;14711;p32"/>
            <p:cNvSpPr/>
            <p:nvPr/>
          </p:nvSpPr>
          <p:spPr>
            <a:xfrm>
              <a:off x="1962150" y="1657050"/>
              <a:ext cx="12550" cy="12375"/>
            </a:xfrm>
            <a:custGeom>
              <a:avLst/>
              <a:gdLst/>
              <a:ahLst/>
              <a:cxnLst/>
              <a:rect l="l" t="t" r="r" b="b"/>
              <a:pathLst>
                <a:path w="502" h="495" extrusionOk="0">
                  <a:moveTo>
                    <a:pt x="250" y="0"/>
                  </a:moveTo>
                  <a:cubicBezTo>
                    <a:pt x="114" y="0"/>
                    <a:pt x="1" y="107"/>
                    <a:pt x="1" y="250"/>
                  </a:cubicBezTo>
                  <a:cubicBezTo>
                    <a:pt x="1" y="387"/>
                    <a:pt x="114" y="494"/>
                    <a:pt x="250" y="494"/>
                  </a:cubicBezTo>
                  <a:cubicBezTo>
                    <a:pt x="388" y="494"/>
                    <a:pt x="502" y="387"/>
                    <a:pt x="502" y="250"/>
                  </a:cubicBezTo>
                  <a:cubicBezTo>
                    <a:pt x="502"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2" name="Google Shape;14712;p32"/>
            <p:cNvSpPr/>
            <p:nvPr/>
          </p:nvSpPr>
          <p:spPr>
            <a:xfrm>
              <a:off x="2054075" y="1657050"/>
              <a:ext cx="12425" cy="12375"/>
            </a:xfrm>
            <a:custGeom>
              <a:avLst/>
              <a:gdLst/>
              <a:ahLst/>
              <a:cxnLst/>
              <a:rect l="l" t="t" r="r" b="b"/>
              <a:pathLst>
                <a:path w="497" h="495" extrusionOk="0">
                  <a:moveTo>
                    <a:pt x="252" y="0"/>
                  </a:moveTo>
                  <a:cubicBezTo>
                    <a:pt x="109" y="0"/>
                    <a:pt x="1" y="107"/>
                    <a:pt x="1" y="250"/>
                  </a:cubicBezTo>
                  <a:cubicBezTo>
                    <a:pt x="1" y="387"/>
                    <a:pt x="109" y="494"/>
                    <a:pt x="252" y="494"/>
                  </a:cubicBezTo>
                  <a:cubicBezTo>
                    <a:pt x="388" y="494"/>
                    <a:pt x="496" y="387"/>
                    <a:pt x="496" y="250"/>
                  </a:cubicBezTo>
                  <a:cubicBezTo>
                    <a:pt x="496"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3" name="Google Shape;14713;p32"/>
            <p:cNvSpPr/>
            <p:nvPr/>
          </p:nvSpPr>
          <p:spPr>
            <a:xfrm>
              <a:off x="2145825" y="1657050"/>
              <a:ext cx="12600" cy="12375"/>
            </a:xfrm>
            <a:custGeom>
              <a:avLst/>
              <a:gdLst/>
              <a:ahLst/>
              <a:cxnLst/>
              <a:rect l="l" t="t" r="r" b="b"/>
              <a:pathLst>
                <a:path w="504" h="495" extrusionOk="0">
                  <a:moveTo>
                    <a:pt x="252" y="0"/>
                  </a:moveTo>
                  <a:cubicBezTo>
                    <a:pt x="116" y="0"/>
                    <a:pt x="1" y="107"/>
                    <a:pt x="1" y="250"/>
                  </a:cubicBezTo>
                  <a:cubicBezTo>
                    <a:pt x="1" y="387"/>
                    <a:pt x="116" y="494"/>
                    <a:pt x="252" y="494"/>
                  </a:cubicBezTo>
                  <a:cubicBezTo>
                    <a:pt x="388" y="494"/>
                    <a:pt x="503" y="387"/>
                    <a:pt x="503" y="250"/>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4" name="Google Shape;14714;p32"/>
            <p:cNvSpPr/>
            <p:nvPr/>
          </p:nvSpPr>
          <p:spPr>
            <a:xfrm>
              <a:off x="2237800" y="1657050"/>
              <a:ext cx="12350" cy="12375"/>
            </a:xfrm>
            <a:custGeom>
              <a:avLst/>
              <a:gdLst/>
              <a:ahLst/>
              <a:cxnLst/>
              <a:rect l="l" t="t" r="r" b="b"/>
              <a:pathLst>
                <a:path w="494" h="495" extrusionOk="0">
                  <a:moveTo>
                    <a:pt x="244" y="0"/>
                  </a:moveTo>
                  <a:cubicBezTo>
                    <a:pt x="107" y="0"/>
                    <a:pt x="0" y="107"/>
                    <a:pt x="0" y="250"/>
                  </a:cubicBezTo>
                  <a:cubicBezTo>
                    <a:pt x="0" y="387"/>
                    <a:pt x="107" y="494"/>
                    <a:pt x="244" y="494"/>
                  </a:cubicBezTo>
                  <a:cubicBezTo>
                    <a:pt x="387" y="494"/>
                    <a:pt x="494" y="387"/>
                    <a:pt x="494" y="250"/>
                  </a:cubicBezTo>
                  <a:cubicBezTo>
                    <a:pt x="494" y="107"/>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5" name="Google Shape;14715;p32"/>
            <p:cNvSpPr/>
            <p:nvPr/>
          </p:nvSpPr>
          <p:spPr>
            <a:xfrm>
              <a:off x="2329550" y="1657050"/>
              <a:ext cx="12575" cy="12375"/>
            </a:xfrm>
            <a:custGeom>
              <a:avLst/>
              <a:gdLst/>
              <a:ahLst/>
              <a:cxnLst/>
              <a:rect l="l" t="t" r="r" b="b"/>
              <a:pathLst>
                <a:path w="503" h="495" extrusionOk="0">
                  <a:moveTo>
                    <a:pt x="251" y="0"/>
                  </a:moveTo>
                  <a:cubicBezTo>
                    <a:pt x="115" y="0"/>
                    <a:pt x="0" y="107"/>
                    <a:pt x="0" y="250"/>
                  </a:cubicBezTo>
                  <a:cubicBezTo>
                    <a:pt x="0" y="387"/>
                    <a:pt x="115" y="494"/>
                    <a:pt x="251" y="494"/>
                  </a:cubicBezTo>
                  <a:cubicBezTo>
                    <a:pt x="387" y="494"/>
                    <a:pt x="502" y="387"/>
                    <a:pt x="502" y="250"/>
                  </a:cubicBezTo>
                  <a:cubicBezTo>
                    <a:pt x="502"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6" name="Google Shape;14716;p32"/>
            <p:cNvSpPr/>
            <p:nvPr/>
          </p:nvSpPr>
          <p:spPr>
            <a:xfrm>
              <a:off x="2421325" y="1657050"/>
              <a:ext cx="12550" cy="12375"/>
            </a:xfrm>
            <a:custGeom>
              <a:avLst/>
              <a:gdLst/>
              <a:ahLst/>
              <a:cxnLst/>
              <a:rect l="l" t="t" r="r" b="b"/>
              <a:pathLst>
                <a:path w="502" h="495" extrusionOk="0">
                  <a:moveTo>
                    <a:pt x="250" y="0"/>
                  </a:moveTo>
                  <a:cubicBezTo>
                    <a:pt x="114" y="0"/>
                    <a:pt x="1" y="107"/>
                    <a:pt x="1" y="250"/>
                  </a:cubicBezTo>
                  <a:cubicBezTo>
                    <a:pt x="1" y="387"/>
                    <a:pt x="114" y="494"/>
                    <a:pt x="250" y="494"/>
                  </a:cubicBezTo>
                  <a:cubicBezTo>
                    <a:pt x="395" y="494"/>
                    <a:pt x="501" y="387"/>
                    <a:pt x="501" y="250"/>
                  </a:cubicBezTo>
                  <a:cubicBezTo>
                    <a:pt x="501" y="107"/>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7" name="Google Shape;14717;p32"/>
            <p:cNvSpPr/>
            <p:nvPr/>
          </p:nvSpPr>
          <p:spPr>
            <a:xfrm>
              <a:off x="2513250" y="1657050"/>
              <a:ext cx="12575" cy="12375"/>
            </a:xfrm>
            <a:custGeom>
              <a:avLst/>
              <a:gdLst/>
              <a:ahLst/>
              <a:cxnLst/>
              <a:rect l="l" t="t" r="r" b="b"/>
              <a:pathLst>
                <a:path w="503" h="495" extrusionOk="0">
                  <a:moveTo>
                    <a:pt x="252" y="0"/>
                  </a:moveTo>
                  <a:cubicBezTo>
                    <a:pt x="109" y="0"/>
                    <a:pt x="0" y="107"/>
                    <a:pt x="0" y="250"/>
                  </a:cubicBezTo>
                  <a:cubicBezTo>
                    <a:pt x="0" y="387"/>
                    <a:pt x="109" y="494"/>
                    <a:pt x="252" y="494"/>
                  </a:cubicBezTo>
                  <a:cubicBezTo>
                    <a:pt x="388" y="494"/>
                    <a:pt x="503" y="387"/>
                    <a:pt x="503" y="250"/>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8" name="Google Shape;14718;p32"/>
            <p:cNvSpPr/>
            <p:nvPr/>
          </p:nvSpPr>
          <p:spPr>
            <a:xfrm>
              <a:off x="2605000" y="1657050"/>
              <a:ext cx="12575" cy="12375"/>
            </a:xfrm>
            <a:custGeom>
              <a:avLst/>
              <a:gdLst/>
              <a:ahLst/>
              <a:cxnLst/>
              <a:rect l="l" t="t" r="r" b="b"/>
              <a:pathLst>
                <a:path w="503" h="495" extrusionOk="0">
                  <a:moveTo>
                    <a:pt x="252" y="0"/>
                  </a:moveTo>
                  <a:cubicBezTo>
                    <a:pt x="116" y="0"/>
                    <a:pt x="0" y="107"/>
                    <a:pt x="0" y="250"/>
                  </a:cubicBezTo>
                  <a:cubicBezTo>
                    <a:pt x="0" y="387"/>
                    <a:pt x="116" y="494"/>
                    <a:pt x="252" y="494"/>
                  </a:cubicBezTo>
                  <a:cubicBezTo>
                    <a:pt x="387" y="494"/>
                    <a:pt x="503" y="387"/>
                    <a:pt x="503" y="250"/>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9" name="Google Shape;14719;p32"/>
            <p:cNvSpPr/>
            <p:nvPr/>
          </p:nvSpPr>
          <p:spPr>
            <a:xfrm>
              <a:off x="2696950" y="1657050"/>
              <a:ext cx="12375" cy="12375"/>
            </a:xfrm>
            <a:custGeom>
              <a:avLst/>
              <a:gdLst/>
              <a:ahLst/>
              <a:cxnLst/>
              <a:rect l="l" t="t" r="r" b="b"/>
              <a:pathLst>
                <a:path w="495" h="495" extrusionOk="0">
                  <a:moveTo>
                    <a:pt x="252" y="0"/>
                  </a:moveTo>
                  <a:cubicBezTo>
                    <a:pt x="108" y="0"/>
                    <a:pt x="1" y="107"/>
                    <a:pt x="1" y="250"/>
                  </a:cubicBezTo>
                  <a:cubicBezTo>
                    <a:pt x="1" y="387"/>
                    <a:pt x="108" y="494"/>
                    <a:pt x="252" y="494"/>
                  </a:cubicBezTo>
                  <a:cubicBezTo>
                    <a:pt x="388" y="494"/>
                    <a:pt x="495" y="387"/>
                    <a:pt x="495" y="250"/>
                  </a:cubicBezTo>
                  <a:cubicBezTo>
                    <a:pt x="495"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0" name="Google Shape;14720;p32"/>
            <p:cNvSpPr/>
            <p:nvPr/>
          </p:nvSpPr>
          <p:spPr>
            <a:xfrm>
              <a:off x="2788700" y="1657050"/>
              <a:ext cx="12600" cy="12375"/>
            </a:xfrm>
            <a:custGeom>
              <a:avLst/>
              <a:gdLst/>
              <a:ahLst/>
              <a:cxnLst/>
              <a:rect l="l" t="t" r="r" b="b"/>
              <a:pathLst>
                <a:path w="504" h="495" extrusionOk="0">
                  <a:moveTo>
                    <a:pt x="252" y="0"/>
                  </a:moveTo>
                  <a:cubicBezTo>
                    <a:pt x="116" y="0"/>
                    <a:pt x="1" y="107"/>
                    <a:pt x="1" y="250"/>
                  </a:cubicBezTo>
                  <a:cubicBezTo>
                    <a:pt x="1" y="387"/>
                    <a:pt x="116" y="494"/>
                    <a:pt x="252" y="494"/>
                  </a:cubicBezTo>
                  <a:cubicBezTo>
                    <a:pt x="388" y="494"/>
                    <a:pt x="503" y="387"/>
                    <a:pt x="503" y="250"/>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1" name="Google Shape;14721;p32"/>
            <p:cNvSpPr/>
            <p:nvPr/>
          </p:nvSpPr>
          <p:spPr>
            <a:xfrm>
              <a:off x="2880675" y="1657050"/>
              <a:ext cx="12375" cy="12375"/>
            </a:xfrm>
            <a:custGeom>
              <a:avLst/>
              <a:gdLst/>
              <a:ahLst/>
              <a:cxnLst/>
              <a:rect l="l" t="t" r="r" b="b"/>
              <a:pathLst>
                <a:path w="495" h="495" extrusionOk="0">
                  <a:moveTo>
                    <a:pt x="243" y="0"/>
                  </a:moveTo>
                  <a:cubicBezTo>
                    <a:pt x="107" y="0"/>
                    <a:pt x="0" y="107"/>
                    <a:pt x="0" y="250"/>
                  </a:cubicBezTo>
                  <a:cubicBezTo>
                    <a:pt x="0" y="387"/>
                    <a:pt x="107" y="494"/>
                    <a:pt x="243" y="494"/>
                  </a:cubicBezTo>
                  <a:cubicBezTo>
                    <a:pt x="387" y="494"/>
                    <a:pt x="494" y="387"/>
                    <a:pt x="494" y="250"/>
                  </a:cubicBezTo>
                  <a:cubicBezTo>
                    <a:pt x="494" y="107"/>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2" name="Google Shape;14722;p32"/>
            <p:cNvSpPr/>
            <p:nvPr/>
          </p:nvSpPr>
          <p:spPr>
            <a:xfrm>
              <a:off x="2972425" y="1657050"/>
              <a:ext cx="12575" cy="12375"/>
            </a:xfrm>
            <a:custGeom>
              <a:avLst/>
              <a:gdLst/>
              <a:ahLst/>
              <a:cxnLst/>
              <a:rect l="l" t="t" r="r" b="b"/>
              <a:pathLst>
                <a:path w="503" h="495" extrusionOk="0">
                  <a:moveTo>
                    <a:pt x="251" y="0"/>
                  </a:moveTo>
                  <a:cubicBezTo>
                    <a:pt x="115" y="0"/>
                    <a:pt x="0" y="107"/>
                    <a:pt x="0" y="250"/>
                  </a:cubicBezTo>
                  <a:cubicBezTo>
                    <a:pt x="0" y="387"/>
                    <a:pt x="115" y="494"/>
                    <a:pt x="251" y="494"/>
                  </a:cubicBezTo>
                  <a:cubicBezTo>
                    <a:pt x="387" y="494"/>
                    <a:pt x="503" y="387"/>
                    <a:pt x="503" y="250"/>
                  </a:cubicBezTo>
                  <a:cubicBezTo>
                    <a:pt x="503"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3" name="Google Shape;14723;p32"/>
            <p:cNvSpPr/>
            <p:nvPr/>
          </p:nvSpPr>
          <p:spPr>
            <a:xfrm>
              <a:off x="3064375" y="1657050"/>
              <a:ext cx="12375" cy="12375"/>
            </a:xfrm>
            <a:custGeom>
              <a:avLst/>
              <a:gdLst/>
              <a:ahLst/>
              <a:cxnLst/>
              <a:rect l="l" t="t" r="r" b="b"/>
              <a:pathLst>
                <a:path w="495" h="495" extrusionOk="0">
                  <a:moveTo>
                    <a:pt x="243" y="0"/>
                  </a:moveTo>
                  <a:cubicBezTo>
                    <a:pt x="107" y="0"/>
                    <a:pt x="1" y="107"/>
                    <a:pt x="1" y="250"/>
                  </a:cubicBezTo>
                  <a:cubicBezTo>
                    <a:pt x="1" y="387"/>
                    <a:pt x="107" y="494"/>
                    <a:pt x="243" y="494"/>
                  </a:cubicBezTo>
                  <a:cubicBezTo>
                    <a:pt x="388" y="494"/>
                    <a:pt x="495" y="387"/>
                    <a:pt x="495" y="250"/>
                  </a:cubicBezTo>
                  <a:cubicBezTo>
                    <a:pt x="495" y="107"/>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4" name="Google Shape;14724;p32"/>
            <p:cNvSpPr/>
            <p:nvPr/>
          </p:nvSpPr>
          <p:spPr>
            <a:xfrm>
              <a:off x="3156125" y="1657050"/>
              <a:ext cx="12600" cy="12375"/>
            </a:xfrm>
            <a:custGeom>
              <a:avLst/>
              <a:gdLst/>
              <a:ahLst/>
              <a:cxnLst/>
              <a:rect l="l" t="t" r="r" b="b"/>
              <a:pathLst>
                <a:path w="504" h="495" extrusionOk="0">
                  <a:moveTo>
                    <a:pt x="252" y="0"/>
                  </a:moveTo>
                  <a:cubicBezTo>
                    <a:pt x="116" y="0"/>
                    <a:pt x="1" y="107"/>
                    <a:pt x="1" y="250"/>
                  </a:cubicBezTo>
                  <a:cubicBezTo>
                    <a:pt x="1" y="387"/>
                    <a:pt x="116" y="494"/>
                    <a:pt x="252" y="494"/>
                  </a:cubicBezTo>
                  <a:cubicBezTo>
                    <a:pt x="388" y="494"/>
                    <a:pt x="503" y="387"/>
                    <a:pt x="503" y="250"/>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5" name="Google Shape;14725;p32"/>
            <p:cNvSpPr/>
            <p:nvPr/>
          </p:nvSpPr>
          <p:spPr>
            <a:xfrm>
              <a:off x="3247875" y="1657050"/>
              <a:ext cx="12575" cy="12375"/>
            </a:xfrm>
            <a:custGeom>
              <a:avLst/>
              <a:gdLst/>
              <a:ahLst/>
              <a:cxnLst/>
              <a:rect l="l" t="t" r="r" b="b"/>
              <a:pathLst>
                <a:path w="503" h="495" extrusionOk="0">
                  <a:moveTo>
                    <a:pt x="252" y="0"/>
                  </a:moveTo>
                  <a:cubicBezTo>
                    <a:pt x="116" y="0"/>
                    <a:pt x="1" y="107"/>
                    <a:pt x="1" y="250"/>
                  </a:cubicBezTo>
                  <a:cubicBezTo>
                    <a:pt x="1" y="387"/>
                    <a:pt x="116" y="494"/>
                    <a:pt x="252" y="494"/>
                  </a:cubicBezTo>
                  <a:cubicBezTo>
                    <a:pt x="388" y="494"/>
                    <a:pt x="503" y="387"/>
                    <a:pt x="503" y="250"/>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6" name="Google Shape;14726;p32"/>
            <p:cNvSpPr/>
            <p:nvPr/>
          </p:nvSpPr>
          <p:spPr>
            <a:xfrm>
              <a:off x="3339850" y="1657050"/>
              <a:ext cx="12525" cy="12375"/>
            </a:xfrm>
            <a:custGeom>
              <a:avLst/>
              <a:gdLst/>
              <a:ahLst/>
              <a:cxnLst/>
              <a:rect l="l" t="t" r="r" b="b"/>
              <a:pathLst>
                <a:path w="501" h="495" extrusionOk="0">
                  <a:moveTo>
                    <a:pt x="251" y="0"/>
                  </a:moveTo>
                  <a:cubicBezTo>
                    <a:pt x="107" y="0"/>
                    <a:pt x="0" y="107"/>
                    <a:pt x="0" y="250"/>
                  </a:cubicBezTo>
                  <a:cubicBezTo>
                    <a:pt x="0" y="387"/>
                    <a:pt x="107" y="494"/>
                    <a:pt x="251" y="494"/>
                  </a:cubicBezTo>
                  <a:cubicBezTo>
                    <a:pt x="387" y="494"/>
                    <a:pt x="501" y="387"/>
                    <a:pt x="501" y="250"/>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7" name="Google Shape;14727;p32"/>
            <p:cNvSpPr/>
            <p:nvPr/>
          </p:nvSpPr>
          <p:spPr>
            <a:xfrm>
              <a:off x="3431575" y="1657050"/>
              <a:ext cx="12600" cy="12375"/>
            </a:xfrm>
            <a:custGeom>
              <a:avLst/>
              <a:gdLst/>
              <a:ahLst/>
              <a:cxnLst/>
              <a:rect l="l" t="t" r="r" b="b"/>
              <a:pathLst>
                <a:path w="504" h="495" extrusionOk="0">
                  <a:moveTo>
                    <a:pt x="252" y="0"/>
                  </a:moveTo>
                  <a:cubicBezTo>
                    <a:pt x="116" y="0"/>
                    <a:pt x="1" y="107"/>
                    <a:pt x="1" y="250"/>
                  </a:cubicBezTo>
                  <a:cubicBezTo>
                    <a:pt x="1" y="387"/>
                    <a:pt x="116" y="494"/>
                    <a:pt x="252" y="494"/>
                  </a:cubicBezTo>
                  <a:cubicBezTo>
                    <a:pt x="388" y="494"/>
                    <a:pt x="503" y="387"/>
                    <a:pt x="503" y="250"/>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8" name="Google Shape;14728;p32"/>
            <p:cNvSpPr/>
            <p:nvPr/>
          </p:nvSpPr>
          <p:spPr>
            <a:xfrm>
              <a:off x="3523550" y="1657050"/>
              <a:ext cx="12375" cy="12375"/>
            </a:xfrm>
            <a:custGeom>
              <a:avLst/>
              <a:gdLst/>
              <a:ahLst/>
              <a:cxnLst/>
              <a:rect l="l" t="t" r="r" b="b"/>
              <a:pathLst>
                <a:path w="495" h="495" extrusionOk="0">
                  <a:moveTo>
                    <a:pt x="250" y="0"/>
                  </a:moveTo>
                  <a:cubicBezTo>
                    <a:pt x="107" y="0"/>
                    <a:pt x="0" y="107"/>
                    <a:pt x="0" y="250"/>
                  </a:cubicBezTo>
                  <a:cubicBezTo>
                    <a:pt x="0" y="387"/>
                    <a:pt x="107" y="494"/>
                    <a:pt x="250" y="494"/>
                  </a:cubicBezTo>
                  <a:cubicBezTo>
                    <a:pt x="388" y="494"/>
                    <a:pt x="494" y="387"/>
                    <a:pt x="494" y="250"/>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9" name="Google Shape;14729;p32"/>
            <p:cNvSpPr/>
            <p:nvPr/>
          </p:nvSpPr>
          <p:spPr>
            <a:xfrm>
              <a:off x="676400" y="17488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0" name="Google Shape;14730;p32"/>
            <p:cNvSpPr/>
            <p:nvPr/>
          </p:nvSpPr>
          <p:spPr>
            <a:xfrm>
              <a:off x="768325" y="1748800"/>
              <a:ext cx="12400" cy="12575"/>
            </a:xfrm>
            <a:custGeom>
              <a:avLst/>
              <a:gdLst/>
              <a:ahLst/>
              <a:cxnLst/>
              <a:rect l="l" t="t" r="r" b="b"/>
              <a:pathLst>
                <a:path w="496" h="503" extrusionOk="0">
                  <a:moveTo>
                    <a:pt x="245" y="0"/>
                  </a:moveTo>
                  <a:cubicBezTo>
                    <a:pt x="109" y="0"/>
                    <a:pt x="0" y="115"/>
                    <a:pt x="0" y="251"/>
                  </a:cubicBezTo>
                  <a:cubicBezTo>
                    <a:pt x="0" y="387"/>
                    <a:pt x="109" y="503"/>
                    <a:pt x="245" y="503"/>
                  </a:cubicBezTo>
                  <a:cubicBezTo>
                    <a:pt x="388" y="503"/>
                    <a:pt x="496" y="387"/>
                    <a:pt x="496" y="251"/>
                  </a:cubicBezTo>
                  <a:cubicBezTo>
                    <a:pt x="496" y="115"/>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1" name="Google Shape;14731;p32"/>
            <p:cNvSpPr/>
            <p:nvPr/>
          </p:nvSpPr>
          <p:spPr>
            <a:xfrm>
              <a:off x="860125" y="1748800"/>
              <a:ext cx="12525" cy="12575"/>
            </a:xfrm>
            <a:custGeom>
              <a:avLst/>
              <a:gdLst/>
              <a:ahLst/>
              <a:cxnLst/>
              <a:rect l="l" t="t" r="r" b="b"/>
              <a:pathLst>
                <a:path w="501" h="503" extrusionOk="0">
                  <a:moveTo>
                    <a:pt x="251" y="0"/>
                  </a:moveTo>
                  <a:cubicBezTo>
                    <a:pt x="114" y="0"/>
                    <a:pt x="0" y="115"/>
                    <a:pt x="0" y="251"/>
                  </a:cubicBezTo>
                  <a:cubicBezTo>
                    <a:pt x="0" y="387"/>
                    <a:pt x="114" y="503"/>
                    <a:pt x="251" y="503"/>
                  </a:cubicBezTo>
                  <a:cubicBezTo>
                    <a:pt x="387" y="503"/>
                    <a:pt x="501" y="387"/>
                    <a:pt x="501" y="251"/>
                  </a:cubicBezTo>
                  <a:cubicBezTo>
                    <a:pt x="501"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2" name="Google Shape;14732;p32"/>
            <p:cNvSpPr/>
            <p:nvPr/>
          </p:nvSpPr>
          <p:spPr>
            <a:xfrm>
              <a:off x="951850" y="17488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3" name="Google Shape;14733;p32"/>
            <p:cNvSpPr/>
            <p:nvPr/>
          </p:nvSpPr>
          <p:spPr>
            <a:xfrm>
              <a:off x="1043825" y="1748800"/>
              <a:ext cx="12375" cy="12575"/>
            </a:xfrm>
            <a:custGeom>
              <a:avLst/>
              <a:gdLst/>
              <a:ahLst/>
              <a:cxnLst/>
              <a:rect l="l" t="t" r="r" b="b"/>
              <a:pathLst>
                <a:path w="495" h="503" extrusionOk="0">
                  <a:moveTo>
                    <a:pt x="250" y="0"/>
                  </a:moveTo>
                  <a:cubicBezTo>
                    <a:pt x="107" y="0"/>
                    <a:pt x="0" y="115"/>
                    <a:pt x="0" y="251"/>
                  </a:cubicBezTo>
                  <a:cubicBezTo>
                    <a:pt x="0" y="387"/>
                    <a:pt x="107" y="503"/>
                    <a:pt x="250" y="503"/>
                  </a:cubicBezTo>
                  <a:cubicBezTo>
                    <a:pt x="388" y="503"/>
                    <a:pt x="494" y="387"/>
                    <a:pt x="494" y="251"/>
                  </a:cubicBezTo>
                  <a:cubicBezTo>
                    <a:pt x="494" y="115"/>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4" name="Google Shape;14734;p32"/>
            <p:cNvSpPr/>
            <p:nvPr/>
          </p:nvSpPr>
          <p:spPr>
            <a:xfrm>
              <a:off x="1135575" y="1748800"/>
              <a:ext cx="12575" cy="12575"/>
            </a:xfrm>
            <a:custGeom>
              <a:avLst/>
              <a:gdLst/>
              <a:ahLst/>
              <a:cxnLst/>
              <a:rect l="l" t="t" r="r" b="b"/>
              <a:pathLst>
                <a:path w="503" h="503" extrusionOk="0">
                  <a:moveTo>
                    <a:pt x="252" y="0"/>
                  </a:moveTo>
                  <a:cubicBezTo>
                    <a:pt x="116" y="0"/>
                    <a:pt x="0" y="115"/>
                    <a:pt x="0" y="251"/>
                  </a:cubicBezTo>
                  <a:cubicBezTo>
                    <a:pt x="0" y="387"/>
                    <a:pt x="116" y="503"/>
                    <a:pt x="252" y="503"/>
                  </a:cubicBezTo>
                  <a:cubicBezTo>
                    <a:pt x="387" y="503"/>
                    <a:pt x="503" y="387"/>
                    <a:pt x="503" y="251"/>
                  </a:cubicBezTo>
                  <a:cubicBezTo>
                    <a:pt x="503" y="115"/>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5" name="Google Shape;14735;p32"/>
            <p:cNvSpPr/>
            <p:nvPr/>
          </p:nvSpPr>
          <p:spPr>
            <a:xfrm>
              <a:off x="1227500" y="1748800"/>
              <a:ext cx="12400" cy="12575"/>
            </a:xfrm>
            <a:custGeom>
              <a:avLst/>
              <a:gdLst/>
              <a:ahLst/>
              <a:cxnLst/>
              <a:rect l="l" t="t" r="r" b="b"/>
              <a:pathLst>
                <a:path w="496" h="503" extrusionOk="0">
                  <a:moveTo>
                    <a:pt x="251" y="0"/>
                  </a:moveTo>
                  <a:cubicBezTo>
                    <a:pt x="109" y="0"/>
                    <a:pt x="0" y="115"/>
                    <a:pt x="0" y="251"/>
                  </a:cubicBezTo>
                  <a:cubicBezTo>
                    <a:pt x="0" y="387"/>
                    <a:pt x="109" y="503"/>
                    <a:pt x="251" y="503"/>
                  </a:cubicBezTo>
                  <a:cubicBezTo>
                    <a:pt x="387" y="503"/>
                    <a:pt x="496" y="387"/>
                    <a:pt x="496" y="251"/>
                  </a:cubicBezTo>
                  <a:cubicBezTo>
                    <a:pt x="496"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6" name="Google Shape;14736;p32"/>
            <p:cNvSpPr/>
            <p:nvPr/>
          </p:nvSpPr>
          <p:spPr>
            <a:xfrm>
              <a:off x="1319275" y="1748800"/>
              <a:ext cx="12550" cy="12575"/>
            </a:xfrm>
            <a:custGeom>
              <a:avLst/>
              <a:gdLst/>
              <a:ahLst/>
              <a:cxnLst/>
              <a:rect l="l" t="t" r="r" b="b"/>
              <a:pathLst>
                <a:path w="502" h="503" extrusionOk="0">
                  <a:moveTo>
                    <a:pt x="252" y="0"/>
                  </a:moveTo>
                  <a:cubicBezTo>
                    <a:pt x="114" y="0"/>
                    <a:pt x="1" y="115"/>
                    <a:pt x="1" y="251"/>
                  </a:cubicBezTo>
                  <a:cubicBezTo>
                    <a:pt x="1" y="387"/>
                    <a:pt x="114" y="503"/>
                    <a:pt x="252" y="503"/>
                  </a:cubicBezTo>
                  <a:cubicBezTo>
                    <a:pt x="388" y="503"/>
                    <a:pt x="501" y="387"/>
                    <a:pt x="501" y="251"/>
                  </a:cubicBezTo>
                  <a:cubicBezTo>
                    <a:pt x="501"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7" name="Google Shape;14737;p32"/>
            <p:cNvSpPr/>
            <p:nvPr/>
          </p:nvSpPr>
          <p:spPr>
            <a:xfrm>
              <a:off x="1411200" y="1748800"/>
              <a:ext cx="12425" cy="12575"/>
            </a:xfrm>
            <a:custGeom>
              <a:avLst/>
              <a:gdLst/>
              <a:ahLst/>
              <a:cxnLst/>
              <a:rect l="l" t="t" r="r" b="b"/>
              <a:pathLst>
                <a:path w="497" h="503" extrusionOk="0">
                  <a:moveTo>
                    <a:pt x="245" y="0"/>
                  </a:moveTo>
                  <a:cubicBezTo>
                    <a:pt x="109" y="0"/>
                    <a:pt x="1" y="115"/>
                    <a:pt x="1" y="251"/>
                  </a:cubicBezTo>
                  <a:cubicBezTo>
                    <a:pt x="1" y="387"/>
                    <a:pt x="109" y="503"/>
                    <a:pt x="245" y="503"/>
                  </a:cubicBezTo>
                  <a:cubicBezTo>
                    <a:pt x="388" y="503"/>
                    <a:pt x="496" y="387"/>
                    <a:pt x="496" y="251"/>
                  </a:cubicBezTo>
                  <a:cubicBezTo>
                    <a:pt x="496" y="115"/>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8" name="Google Shape;14738;p32"/>
            <p:cNvSpPr/>
            <p:nvPr/>
          </p:nvSpPr>
          <p:spPr>
            <a:xfrm>
              <a:off x="1503000" y="1748800"/>
              <a:ext cx="12525" cy="12575"/>
            </a:xfrm>
            <a:custGeom>
              <a:avLst/>
              <a:gdLst/>
              <a:ahLst/>
              <a:cxnLst/>
              <a:rect l="l" t="t" r="r" b="b"/>
              <a:pathLst>
                <a:path w="501" h="503" extrusionOk="0">
                  <a:moveTo>
                    <a:pt x="250" y="0"/>
                  </a:moveTo>
                  <a:cubicBezTo>
                    <a:pt x="114" y="0"/>
                    <a:pt x="0" y="115"/>
                    <a:pt x="0" y="251"/>
                  </a:cubicBezTo>
                  <a:cubicBezTo>
                    <a:pt x="0" y="387"/>
                    <a:pt x="114" y="503"/>
                    <a:pt x="250" y="503"/>
                  </a:cubicBezTo>
                  <a:cubicBezTo>
                    <a:pt x="387" y="503"/>
                    <a:pt x="501" y="387"/>
                    <a:pt x="501" y="251"/>
                  </a:cubicBezTo>
                  <a:cubicBezTo>
                    <a:pt x="501" y="115"/>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9" name="Google Shape;14739;p32"/>
            <p:cNvSpPr/>
            <p:nvPr/>
          </p:nvSpPr>
          <p:spPr>
            <a:xfrm>
              <a:off x="1594750" y="1748800"/>
              <a:ext cx="12575" cy="12575"/>
            </a:xfrm>
            <a:custGeom>
              <a:avLst/>
              <a:gdLst/>
              <a:ahLst/>
              <a:cxnLst/>
              <a:rect l="l" t="t" r="r" b="b"/>
              <a:pathLst>
                <a:path w="503" h="503" extrusionOk="0">
                  <a:moveTo>
                    <a:pt x="251" y="0"/>
                  </a:moveTo>
                  <a:cubicBezTo>
                    <a:pt x="115" y="0"/>
                    <a:pt x="0" y="115"/>
                    <a:pt x="0" y="251"/>
                  </a:cubicBezTo>
                  <a:cubicBezTo>
                    <a:pt x="0" y="387"/>
                    <a:pt x="115" y="503"/>
                    <a:pt x="251" y="503"/>
                  </a:cubicBezTo>
                  <a:cubicBezTo>
                    <a:pt x="394" y="503"/>
                    <a:pt x="503" y="387"/>
                    <a:pt x="503" y="251"/>
                  </a:cubicBezTo>
                  <a:cubicBezTo>
                    <a:pt x="503" y="115"/>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0" name="Google Shape;14740;p32"/>
            <p:cNvSpPr/>
            <p:nvPr/>
          </p:nvSpPr>
          <p:spPr>
            <a:xfrm>
              <a:off x="1686650" y="17488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1" name="Google Shape;14741;p32"/>
            <p:cNvSpPr/>
            <p:nvPr/>
          </p:nvSpPr>
          <p:spPr>
            <a:xfrm>
              <a:off x="1778450" y="1748800"/>
              <a:ext cx="12550" cy="12575"/>
            </a:xfrm>
            <a:custGeom>
              <a:avLst/>
              <a:gdLst/>
              <a:ahLst/>
              <a:cxnLst/>
              <a:rect l="l" t="t" r="r" b="b"/>
              <a:pathLst>
                <a:path w="502" h="503" extrusionOk="0">
                  <a:moveTo>
                    <a:pt x="252" y="0"/>
                  </a:moveTo>
                  <a:cubicBezTo>
                    <a:pt x="114" y="0"/>
                    <a:pt x="1" y="115"/>
                    <a:pt x="1" y="251"/>
                  </a:cubicBezTo>
                  <a:cubicBezTo>
                    <a:pt x="1" y="387"/>
                    <a:pt x="114" y="503"/>
                    <a:pt x="252" y="503"/>
                  </a:cubicBezTo>
                  <a:cubicBezTo>
                    <a:pt x="388" y="503"/>
                    <a:pt x="501" y="387"/>
                    <a:pt x="501" y="251"/>
                  </a:cubicBezTo>
                  <a:cubicBezTo>
                    <a:pt x="501"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2" name="Google Shape;14742;p32"/>
            <p:cNvSpPr/>
            <p:nvPr/>
          </p:nvSpPr>
          <p:spPr>
            <a:xfrm>
              <a:off x="1870375" y="1748800"/>
              <a:ext cx="12400" cy="12575"/>
            </a:xfrm>
            <a:custGeom>
              <a:avLst/>
              <a:gdLst/>
              <a:ahLst/>
              <a:cxnLst/>
              <a:rect l="l" t="t" r="r" b="b"/>
              <a:pathLst>
                <a:path w="496" h="503" extrusionOk="0">
                  <a:moveTo>
                    <a:pt x="252" y="0"/>
                  </a:moveTo>
                  <a:cubicBezTo>
                    <a:pt x="109" y="0"/>
                    <a:pt x="0" y="115"/>
                    <a:pt x="0" y="251"/>
                  </a:cubicBezTo>
                  <a:cubicBezTo>
                    <a:pt x="0" y="387"/>
                    <a:pt x="109" y="503"/>
                    <a:pt x="252" y="503"/>
                  </a:cubicBezTo>
                  <a:cubicBezTo>
                    <a:pt x="387" y="503"/>
                    <a:pt x="496" y="387"/>
                    <a:pt x="496" y="251"/>
                  </a:cubicBezTo>
                  <a:cubicBezTo>
                    <a:pt x="496" y="115"/>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3" name="Google Shape;14743;p32"/>
            <p:cNvSpPr/>
            <p:nvPr/>
          </p:nvSpPr>
          <p:spPr>
            <a:xfrm>
              <a:off x="1962150" y="1748800"/>
              <a:ext cx="12550" cy="12575"/>
            </a:xfrm>
            <a:custGeom>
              <a:avLst/>
              <a:gdLst/>
              <a:ahLst/>
              <a:cxnLst/>
              <a:rect l="l" t="t" r="r" b="b"/>
              <a:pathLst>
                <a:path w="502" h="503" extrusionOk="0">
                  <a:moveTo>
                    <a:pt x="250" y="0"/>
                  </a:moveTo>
                  <a:cubicBezTo>
                    <a:pt x="114" y="0"/>
                    <a:pt x="1" y="115"/>
                    <a:pt x="1" y="251"/>
                  </a:cubicBezTo>
                  <a:cubicBezTo>
                    <a:pt x="1" y="387"/>
                    <a:pt x="114" y="503"/>
                    <a:pt x="250" y="503"/>
                  </a:cubicBezTo>
                  <a:cubicBezTo>
                    <a:pt x="388" y="503"/>
                    <a:pt x="502" y="387"/>
                    <a:pt x="502" y="251"/>
                  </a:cubicBezTo>
                  <a:cubicBezTo>
                    <a:pt x="502" y="115"/>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4" name="Google Shape;14744;p32"/>
            <p:cNvSpPr/>
            <p:nvPr/>
          </p:nvSpPr>
          <p:spPr>
            <a:xfrm>
              <a:off x="2054075" y="1748800"/>
              <a:ext cx="12425" cy="12575"/>
            </a:xfrm>
            <a:custGeom>
              <a:avLst/>
              <a:gdLst/>
              <a:ahLst/>
              <a:cxnLst/>
              <a:rect l="l" t="t" r="r" b="b"/>
              <a:pathLst>
                <a:path w="497" h="503" extrusionOk="0">
                  <a:moveTo>
                    <a:pt x="252" y="0"/>
                  </a:moveTo>
                  <a:cubicBezTo>
                    <a:pt x="109" y="0"/>
                    <a:pt x="1" y="115"/>
                    <a:pt x="1" y="251"/>
                  </a:cubicBezTo>
                  <a:cubicBezTo>
                    <a:pt x="1" y="387"/>
                    <a:pt x="109" y="503"/>
                    <a:pt x="252" y="503"/>
                  </a:cubicBezTo>
                  <a:cubicBezTo>
                    <a:pt x="388" y="503"/>
                    <a:pt x="496" y="387"/>
                    <a:pt x="496" y="251"/>
                  </a:cubicBezTo>
                  <a:cubicBezTo>
                    <a:pt x="496"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5" name="Google Shape;14745;p32"/>
            <p:cNvSpPr/>
            <p:nvPr/>
          </p:nvSpPr>
          <p:spPr>
            <a:xfrm>
              <a:off x="2145825" y="17488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6" name="Google Shape;14746;p32"/>
            <p:cNvSpPr/>
            <p:nvPr/>
          </p:nvSpPr>
          <p:spPr>
            <a:xfrm>
              <a:off x="2237800" y="1748800"/>
              <a:ext cx="12350" cy="12575"/>
            </a:xfrm>
            <a:custGeom>
              <a:avLst/>
              <a:gdLst/>
              <a:ahLst/>
              <a:cxnLst/>
              <a:rect l="l" t="t" r="r" b="b"/>
              <a:pathLst>
                <a:path w="494" h="503" extrusionOk="0">
                  <a:moveTo>
                    <a:pt x="244" y="0"/>
                  </a:moveTo>
                  <a:cubicBezTo>
                    <a:pt x="107" y="0"/>
                    <a:pt x="0" y="115"/>
                    <a:pt x="0" y="251"/>
                  </a:cubicBezTo>
                  <a:cubicBezTo>
                    <a:pt x="0" y="387"/>
                    <a:pt x="107" y="503"/>
                    <a:pt x="244" y="503"/>
                  </a:cubicBezTo>
                  <a:cubicBezTo>
                    <a:pt x="387" y="503"/>
                    <a:pt x="494" y="387"/>
                    <a:pt x="494" y="251"/>
                  </a:cubicBezTo>
                  <a:cubicBezTo>
                    <a:pt x="494" y="115"/>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7" name="Google Shape;14747;p32"/>
            <p:cNvSpPr/>
            <p:nvPr/>
          </p:nvSpPr>
          <p:spPr>
            <a:xfrm>
              <a:off x="2329550" y="1748800"/>
              <a:ext cx="12575" cy="12575"/>
            </a:xfrm>
            <a:custGeom>
              <a:avLst/>
              <a:gdLst/>
              <a:ahLst/>
              <a:cxnLst/>
              <a:rect l="l" t="t" r="r" b="b"/>
              <a:pathLst>
                <a:path w="503" h="503" extrusionOk="0">
                  <a:moveTo>
                    <a:pt x="251" y="0"/>
                  </a:moveTo>
                  <a:cubicBezTo>
                    <a:pt x="115" y="0"/>
                    <a:pt x="0" y="115"/>
                    <a:pt x="0" y="251"/>
                  </a:cubicBezTo>
                  <a:cubicBezTo>
                    <a:pt x="0" y="387"/>
                    <a:pt x="115" y="503"/>
                    <a:pt x="251" y="503"/>
                  </a:cubicBezTo>
                  <a:cubicBezTo>
                    <a:pt x="387" y="503"/>
                    <a:pt x="502" y="387"/>
                    <a:pt x="502" y="251"/>
                  </a:cubicBezTo>
                  <a:cubicBezTo>
                    <a:pt x="502"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8" name="Google Shape;14748;p32"/>
            <p:cNvSpPr/>
            <p:nvPr/>
          </p:nvSpPr>
          <p:spPr>
            <a:xfrm>
              <a:off x="2421325" y="1748800"/>
              <a:ext cx="12550" cy="12575"/>
            </a:xfrm>
            <a:custGeom>
              <a:avLst/>
              <a:gdLst/>
              <a:ahLst/>
              <a:cxnLst/>
              <a:rect l="l" t="t" r="r" b="b"/>
              <a:pathLst>
                <a:path w="502" h="503" extrusionOk="0">
                  <a:moveTo>
                    <a:pt x="250" y="0"/>
                  </a:moveTo>
                  <a:cubicBezTo>
                    <a:pt x="114" y="0"/>
                    <a:pt x="1" y="115"/>
                    <a:pt x="1" y="251"/>
                  </a:cubicBezTo>
                  <a:cubicBezTo>
                    <a:pt x="1" y="387"/>
                    <a:pt x="114" y="503"/>
                    <a:pt x="250" y="503"/>
                  </a:cubicBezTo>
                  <a:cubicBezTo>
                    <a:pt x="395" y="503"/>
                    <a:pt x="501" y="387"/>
                    <a:pt x="501" y="251"/>
                  </a:cubicBezTo>
                  <a:cubicBezTo>
                    <a:pt x="501" y="115"/>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9" name="Google Shape;14749;p32"/>
            <p:cNvSpPr/>
            <p:nvPr/>
          </p:nvSpPr>
          <p:spPr>
            <a:xfrm>
              <a:off x="2513250" y="1748800"/>
              <a:ext cx="12575" cy="12575"/>
            </a:xfrm>
            <a:custGeom>
              <a:avLst/>
              <a:gdLst/>
              <a:ahLst/>
              <a:cxnLst/>
              <a:rect l="l" t="t" r="r" b="b"/>
              <a:pathLst>
                <a:path w="503" h="503" extrusionOk="0">
                  <a:moveTo>
                    <a:pt x="252" y="0"/>
                  </a:moveTo>
                  <a:cubicBezTo>
                    <a:pt x="109" y="0"/>
                    <a:pt x="0" y="115"/>
                    <a:pt x="0" y="251"/>
                  </a:cubicBezTo>
                  <a:cubicBezTo>
                    <a:pt x="0" y="387"/>
                    <a:pt x="109"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0" name="Google Shape;14750;p32"/>
            <p:cNvSpPr/>
            <p:nvPr/>
          </p:nvSpPr>
          <p:spPr>
            <a:xfrm>
              <a:off x="2605000" y="1748800"/>
              <a:ext cx="12575" cy="12575"/>
            </a:xfrm>
            <a:custGeom>
              <a:avLst/>
              <a:gdLst/>
              <a:ahLst/>
              <a:cxnLst/>
              <a:rect l="l" t="t" r="r" b="b"/>
              <a:pathLst>
                <a:path w="503" h="503" extrusionOk="0">
                  <a:moveTo>
                    <a:pt x="252" y="0"/>
                  </a:moveTo>
                  <a:cubicBezTo>
                    <a:pt x="116" y="0"/>
                    <a:pt x="0" y="115"/>
                    <a:pt x="0" y="251"/>
                  </a:cubicBezTo>
                  <a:cubicBezTo>
                    <a:pt x="0" y="387"/>
                    <a:pt x="116" y="503"/>
                    <a:pt x="252" y="503"/>
                  </a:cubicBezTo>
                  <a:cubicBezTo>
                    <a:pt x="387" y="503"/>
                    <a:pt x="503" y="387"/>
                    <a:pt x="503" y="251"/>
                  </a:cubicBezTo>
                  <a:cubicBezTo>
                    <a:pt x="503" y="115"/>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1" name="Google Shape;14751;p32"/>
            <p:cNvSpPr/>
            <p:nvPr/>
          </p:nvSpPr>
          <p:spPr>
            <a:xfrm>
              <a:off x="2696950" y="1748800"/>
              <a:ext cx="12375" cy="12575"/>
            </a:xfrm>
            <a:custGeom>
              <a:avLst/>
              <a:gdLst/>
              <a:ahLst/>
              <a:cxnLst/>
              <a:rect l="l" t="t" r="r" b="b"/>
              <a:pathLst>
                <a:path w="495" h="503" extrusionOk="0">
                  <a:moveTo>
                    <a:pt x="252" y="0"/>
                  </a:moveTo>
                  <a:cubicBezTo>
                    <a:pt x="108" y="0"/>
                    <a:pt x="1" y="115"/>
                    <a:pt x="1" y="251"/>
                  </a:cubicBezTo>
                  <a:cubicBezTo>
                    <a:pt x="1" y="387"/>
                    <a:pt x="108" y="503"/>
                    <a:pt x="252" y="503"/>
                  </a:cubicBezTo>
                  <a:cubicBezTo>
                    <a:pt x="388" y="503"/>
                    <a:pt x="495" y="387"/>
                    <a:pt x="495" y="251"/>
                  </a:cubicBezTo>
                  <a:cubicBezTo>
                    <a:pt x="495"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2" name="Google Shape;14752;p32"/>
            <p:cNvSpPr/>
            <p:nvPr/>
          </p:nvSpPr>
          <p:spPr>
            <a:xfrm>
              <a:off x="2788700" y="17488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3" name="Google Shape;14753;p32"/>
            <p:cNvSpPr/>
            <p:nvPr/>
          </p:nvSpPr>
          <p:spPr>
            <a:xfrm>
              <a:off x="2880675" y="1748800"/>
              <a:ext cx="12375" cy="12575"/>
            </a:xfrm>
            <a:custGeom>
              <a:avLst/>
              <a:gdLst/>
              <a:ahLst/>
              <a:cxnLst/>
              <a:rect l="l" t="t" r="r" b="b"/>
              <a:pathLst>
                <a:path w="495" h="503" extrusionOk="0">
                  <a:moveTo>
                    <a:pt x="243" y="0"/>
                  </a:moveTo>
                  <a:cubicBezTo>
                    <a:pt x="107" y="0"/>
                    <a:pt x="0" y="115"/>
                    <a:pt x="0" y="251"/>
                  </a:cubicBezTo>
                  <a:cubicBezTo>
                    <a:pt x="0" y="387"/>
                    <a:pt x="107" y="503"/>
                    <a:pt x="243" y="503"/>
                  </a:cubicBezTo>
                  <a:cubicBezTo>
                    <a:pt x="387" y="503"/>
                    <a:pt x="494" y="387"/>
                    <a:pt x="494" y="251"/>
                  </a:cubicBezTo>
                  <a:cubicBezTo>
                    <a:pt x="494" y="115"/>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4" name="Google Shape;14754;p32"/>
            <p:cNvSpPr/>
            <p:nvPr/>
          </p:nvSpPr>
          <p:spPr>
            <a:xfrm>
              <a:off x="2972425" y="1748800"/>
              <a:ext cx="12575" cy="12575"/>
            </a:xfrm>
            <a:custGeom>
              <a:avLst/>
              <a:gdLst/>
              <a:ahLst/>
              <a:cxnLst/>
              <a:rect l="l" t="t" r="r" b="b"/>
              <a:pathLst>
                <a:path w="503" h="503" extrusionOk="0">
                  <a:moveTo>
                    <a:pt x="251" y="0"/>
                  </a:moveTo>
                  <a:cubicBezTo>
                    <a:pt x="115" y="0"/>
                    <a:pt x="0" y="115"/>
                    <a:pt x="0" y="251"/>
                  </a:cubicBezTo>
                  <a:cubicBezTo>
                    <a:pt x="0" y="387"/>
                    <a:pt x="115" y="503"/>
                    <a:pt x="251" y="503"/>
                  </a:cubicBezTo>
                  <a:cubicBezTo>
                    <a:pt x="387" y="503"/>
                    <a:pt x="503" y="387"/>
                    <a:pt x="503" y="251"/>
                  </a:cubicBezTo>
                  <a:cubicBezTo>
                    <a:pt x="503"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5" name="Google Shape;14755;p32"/>
            <p:cNvSpPr/>
            <p:nvPr/>
          </p:nvSpPr>
          <p:spPr>
            <a:xfrm>
              <a:off x="3064375" y="1748800"/>
              <a:ext cx="12375" cy="12575"/>
            </a:xfrm>
            <a:custGeom>
              <a:avLst/>
              <a:gdLst/>
              <a:ahLst/>
              <a:cxnLst/>
              <a:rect l="l" t="t" r="r" b="b"/>
              <a:pathLst>
                <a:path w="495" h="503" extrusionOk="0">
                  <a:moveTo>
                    <a:pt x="243" y="0"/>
                  </a:moveTo>
                  <a:cubicBezTo>
                    <a:pt x="107" y="0"/>
                    <a:pt x="1" y="115"/>
                    <a:pt x="1" y="251"/>
                  </a:cubicBezTo>
                  <a:cubicBezTo>
                    <a:pt x="1" y="387"/>
                    <a:pt x="107" y="503"/>
                    <a:pt x="243" y="503"/>
                  </a:cubicBezTo>
                  <a:cubicBezTo>
                    <a:pt x="388" y="503"/>
                    <a:pt x="495" y="387"/>
                    <a:pt x="495" y="251"/>
                  </a:cubicBezTo>
                  <a:cubicBezTo>
                    <a:pt x="495" y="115"/>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6" name="Google Shape;14756;p32"/>
            <p:cNvSpPr/>
            <p:nvPr/>
          </p:nvSpPr>
          <p:spPr>
            <a:xfrm>
              <a:off x="3156125" y="17488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7" name="Google Shape;14757;p32"/>
            <p:cNvSpPr/>
            <p:nvPr/>
          </p:nvSpPr>
          <p:spPr>
            <a:xfrm>
              <a:off x="3247875" y="1748800"/>
              <a:ext cx="12575" cy="12575"/>
            </a:xfrm>
            <a:custGeom>
              <a:avLst/>
              <a:gdLst/>
              <a:ahLst/>
              <a:cxnLst/>
              <a:rect l="l" t="t" r="r" b="b"/>
              <a:pathLst>
                <a:path w="503"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8" name="Google Shape;14758;p32"/>
            <p:cNvSpPr/>
            <p:nvPr/>
          </p:nvSpPr>
          <p:spPr>
            <a:xfrm>
              <a:off x="3339850" y="1748800"/>
              <a:ext cx="12525" cy="12575"/>
            </a:xfrm>
            <a:custGeom>
              <a:avLst/>
              <a:gdLst/>
              <a:ahLst/>
              <a:cxnLst/>
              <a:rect l="l" t="t" r="r" b="b"/>
              <a:pathLst>
                <a:path w="501" h="503" extrusionOk="0">
                  <a:moveTo>
                    <a:pt x="251" y="0"/>
                  </a:moveTo>
                  <a:cubicBezTo>
                    <a:pt x="107" y="0"/>
                    <a:pt x="0" y="115"/>
                    <a:pt x="0" y="251"/>
                  </a:cubicBezTo>
                  <a:cubicBezTo>
                    <a:pt x="0" y="387"/>
                    <a:pt x="107" y="503"/>
                    <a:pt x="251" y="503"/>
                  </a:cubicBezTo>
                  <a:cubicBezTo>
                    <a:pt x="387" y="503"/>
                    <a:pt x="501" y="387"/>
                    <a:pt x="501" y="251"/>
                  </a:cubicBezTo>
                  <a:cubicBezTo>
                    <a:pt x="501"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9" name="Google Shape;14759;p32"/>
            <p:cNvSpPr/>
            <p:nvPr/>
          </p:nvSpPr>
          <p:spPr>
            <a:xfrm>
              <a:off x="3431575" y="17488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0" name="Google Shape;14760;p32"/>
            <p:cNvSpPr/>
            <p:nvPr/>
          </p:nvSpPr>
          <p:spPr>
            <a:xfrm>
              <a:off x="3523550" y="1748800"/>
              <a:ext cx="12375" cy="12575"/>
            </a:xfrm>
            <a:custGeom>
              <a:avLst/>
              <a:gdLst/>
              <a:ahLst/>
              <a:cxnLst/>
              <a:rect l="l" t="t" r="r" b="b"/>
              <a:pathLst>
                <a:path w="495" h="503" extrusionOk="0">
                  <a:moveTo>
                    <a:pt x="250" y="0"/>
                  </a:moveTo>
                  <a:cubicBezTo>
                    <a:pt x="107" y="0"/>
                    <a:pt x="0" y="115"/>
                    <a:pt x="0" y="251"/>
                  </a:cubicBezTo>
                  <a:cubicBezTo>
                    <a:pt x="0" y="387"/>
                    <a:pt x="107" y="503"/>
                    <a:pt x="250" y="503"/>
                  </a:cubicBezTo>
                  <a:cubicBezTo>
                    <a:pt x="388" y="503"/>
                    <a:pt x="494" y="387"/>
                    <a:pt x="494" y="251"/>
                  </a:cubicBezTo>
                  <a:cubicBezTo>
                    <a:pt x="494" y="115"/>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1" name="Google Shape;14761;p32"/>
            <p:cNvSpPr/>
            <p:nvPr/>
          </p:nvSpPr>
          <p:spPr>
            <a:xfrm>
              <a:off x="676400" y="18407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2" name="Google Shape;14762;p32"/>
            <p:cNvSpPr/>
            <p:nvPr/>
          </p:nvSpPr>
          <p:spPr>
            <a:xfrm>
              <a:off x="768325" y="1840700"/>
              <a:ext cx="12400" cy="12425"/>
            </a:xfrm>
            <a:custGeom>
              <a:avLst/>
              <a:gdLst/>
              <a:ahLst/>
              <a:cxnLst/>
              <a:rect l="l" t="t" r="r" b="b"/>
              <a:pathLst>
                <a:path w="496" h="497" extrusionOk="0">
                  <a:moveTo>
                    <a:pt x="245" y="1"/>
                  </a:moveTo>
                  <a:cubicBezTo>
                    <a:pt x="109" y="1"/>
                    <a:pt x="0" y="109"/>
                    <a:pt x="0" y="245"/>
                  </a:cubicBezTo>
                  <a:cubicBezTo>
                    <a:pt x="0" y="388"/>
                    <a:pt x="109" y="496"/>
                    <a:pt x="245" y="496"/>
                  </a:cubicBezTo>
                  <a:cubicBezTo>
                    <a:pt x="388" y="496"/>
                    <a:pt x="496" y="388"/>
                    <a:pt x="496" y="245"/>
                  </a:cubicBezTo>
                  <a:cubicBezTo>
                    <a:pt x="496" y="109"/>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3" name="Google Shape;14763;p32"/>
            <p:cNvSpPr/>
            <p:nvPr/>
          </p:nvSpPr>
          <p:spPr>
            <a:xfrm>
              <a:off x="860125" y="1840700"/>
              <a:ext cx="12525" cy="12425"/>
            </a:xfrm>
            <a:custGeom>
              <a:avLst/>
              <a:gdLst/>
              <a:ahLst/>
              <a:cxnLst/>
              <a:rect l="l" t="t" r="r" b="b"/>
              <a:pathLst>
                <a:path w="501" h="497" extrusionOk="0">
                  <a:moveTo>
                    <a:pt x="251" y="1"/>
                  </a:moveTo>
                  <a:cubicBezTo>
                    <a:pt x="114" y="1"/>
                    <a:pt x="0" y="109"/>
                    <a:pt x="0" y="245"/>
                  </a:cubicBezTo>
                  <a:cubicBezTo>
                    <a:pt x="0" y="388"/>
                    <a:pt x="114" y="496"/>
                    <a:pt x="251" y="496"/>
                  </a:cubicBezTo>
                  <a:cubicBezTo>
                    <a:pt x="387" y="496"/>
                    <a:pt x="501" y="388"/>
                    <a:pt x="501" y="245"/>
                  </a:cubicBezTo>
                  <a:cubicBezTo>
                    <a:pt x="501"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4" name="Google Shape;14764;p32"/>
            <p:cNvSpPr/>
            <p:nvPr/>
          </p:nvSpPr>
          <p:spPr>
            <a:xfrm>
              <a:off x="951850" y="18407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5" name="Google Shape;14765;p32"/>
            <p:cNvSpPr/>
            <p:nvPr/>
          </p:nvSpPr>
          <p:spPr>
            <a:xfrm>
              <a:off x="1043825" y="1840700"/>
              <a:ext cx="12375" cy="12425"/>
            </a:xfrm>
            <a:custGeom>
              <a:avLst/>
              <a:gdLst/>
              <a:ahLst/>
              <a:cxnLst/>
              <a:rect l="l" t="t" r="r" b="b"/>
              <a:pathLst>
                <a:path w="495" h="497" extrusionOk="0">
                  <a:moveTo>
                    <a:pt x="250" y="1"/>
                  </a:moveTo>
                  <a:cubicBezTo>
                    <a:pt x="107" y="1"/>
                    <a:pt x="0" y="109"/>
                    <a:pt x="0" y="245"/>
                  </a:cubicBezTo>
                  <a:cubicBezTo>
                    <a:pt x="0" y="388"/>
                    <a:pt x="107" y="496"/>
                    <a:pt x="250" y="496"/>
                  </a:cubicBezTo>
                  <a:cubicBezTo>
                    <a:pt x="388" y="496"/>
                    <a:pt x="494" y="388"/>
                    <a:pt x="494" y="245"/>
                  </a:cubicBezTo>
                  <a:cubicBezTo>
                    <a:pt x="494"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6" name="Google Shape;14766;p32"/>
            <p:cNvSpPr/>
            <p:nvPr/>
          </p:nvSpPr>
          <p:spPr>
            <a:xfrm>
              <a:off x="1135575" y="1840700"/>
              <a:ext cx="12575" cy="12425"/>
            </a:xfrm>
            <a:custGeom>
              <a:avLst/>
              <a:gdLst/>
              <a:ahLst/>
              <a:cxnLst/>
              <a:rect l="l" t="t" r="r" b="b"/>
              <a:pathLst>
                <a:path w="503" h="497" extrusionOk="0">
                  <a:moveTo>
                    <a:pt x="252" y="1"/>
                  </a:moveTo>
                  <a:cubicBezTo>
                    <a:pt x="116" y="1"/>
                    <a:pt x="0" y="109"/>
                    <a:pt x="0" y="245"/>
                  </a:cubicBezTo>
                  <a:cubicBezTo>
                    <a:pt x="0" y="388"/>
                    <a:pt x="116" y="496"/>
                    <a:pt x="252" y="496"/>
                  </a:cubicBezTo>
                  <a:cubicBezTo>
                    <a:pt x="387" y="496"/>
                    <a:pt x="503" y="388"/>
                    <a:pt x="503" y="245"/>
                  </a:cubicBezTo>
                  <a:cubicBezTo>
                    <a:pt x="503"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7" name="Google Shape;14767;p32"/>
            <p:cNvSpPr/>
            <p:nvPr/>
          </p:nvSpPr>
          <p:spPr>
            <a:xfrm>
              <a:off x="1227500" y="1840700"/>
              <a:ext cx="12400" cy="12425"/>
            </a:xfrm>
            <a:custGeom>
              <a:avLst/>
              <a:gdLst/>
              <a:ahLst/>
              <a:cxnLst/>
              <a:rect l="l" t="t" r="r" b="b"/>
              <a:pathLst>
                <a:path w="496" h="497" extrusionOk="0">
                  <a:moveTo>
                    <a:pt x="251" y="1"/>
                  </a:moveTo>
                  <a:cubicBezTo>
                    <a:pt x="109" y="1"/>
                    <a:pt x="0" y="109"/>
                    <a:pt x="0" y="245"/>
                  </a:cubicBezTo>
                  <a:cubicBezTo>
                    <a:pt x="0" y="388"/>
                    <a:pt x="109" y="496"/>
                    <a:pt x="251" y="496"/>
                  </a:cubicBezTo>
                  <a:cubicBezTo>
                    <a:pt x="387" y="496"/>
                    <a:pt x="496" y="388"/>
                    <a:pt x="496" y="245"/>
                  </a:cubicBezTo>
                  <a:cubicBezTo>
                    <a:pt x="496"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8" name="Google Shape;14768;p32"/>
            <p:cNvSpPr/>
            <p:nvPr/>
          </p:nvSpPr>
          <p:spPr>
            <a:xfrm>
              <a:off x="1319275" y="1840700"/>
              <a:ext cx="12550" cy="12425"/>
            </a:xfrm>
            <a:custGeom>
              <a:avLst/>
              <a:gdLst/>
              <a:ahLst/>
              <a:cxnLst/>
              <a:rect l="l" t="t" r="r" b="b"/>
              <a:pathLst>
                <a:path w="502" h="497" extrusionOk="0">
                  <a:moveTo>
                    <a:pt x="252" y="1"/>
                  </a:moveTo>
                  <a:cubicBezTo>
                    <a:pt x="114" y="1"/>
                    <a:pt x="1" y="109"/>
                    <a:pt x="1" y="245"/>
                  </a:cubicBezTo>
                  <a:cubicBezTo>
                    <a:pt x="1" y="388"/>
                    <a:pt x="114" y="496"/>
                    <a:pt x="252" y="496"/>
                  </a:cubicBezTo>
                  <a:cubicBezTo>
                    <a:pt x="388" y="496"/>
                    <a:pt x="501" y="388"/>
                    <a:pt x="501" y="245"/>
                  </a:cubicBezTo>
                  <a:cubicBezTo>
                    <a:pt x="501"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9" name="Google Shape;14769;p32"/>
            <p:cNvSpPr/>
            <p:nvPr/>
          </p:nvSpPr>
          <p:spPr>
            <a:xfrm>
              <a:off x="1411200" y="1840700"/>
              <a:ext cx="12425" cy="12425"/>
            </a:xfrm>
            <a:custGeom>
              <a:avLst/>
              <a:gdLst/>
              <a:ahLst/>
              <a:cxnLst/>
              <a:rect l="l" t="t" r="r" b="b"/>
              <a:pathLst>
                <a:path w="497" h="497" extrusionOk="0">
                  <a:moveTo>
                    <a:pt x="245" y="1"/>
                  </a:moveTo>
                  <a:cubicBezTo>
                    <a:pt x="109" y="1"/>
                    <a:pt x="1" y="109"/>
                    <a:pt x="1" y="245"/>
                  </a:cubicBezTo>
                  <a:cubicBezTo>
                    <a:pt x="1" y="388"/>
                    <a:pt x="109" y="496"/>
                    <a:pt x="245" y="496"/>
                  </a:cubicBezTo>
                  <a:cubicBezTo>
                    <a:pt x="388" y="496"/>
                    <a:pt x="496" y="388"/>
                    <a:pt x="496" y="245"/>
                  </a:cubicBezTo>
                  <a:cubicBezTo>
                    <a:pt x="496" y="109"/>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0" name="Google Shape;14770;p32"/>
            <p:cNvSpPr/>
            <p:nvPr/>
          </p:nvSpPr>
          <p:spPr>
            <a:xfrm>
              <a:off x="1503000" y="1840700"/>
              <a:ext cx="12525" cy="12425"/>
            </a:xfrm>
            <a:custGeom>
              <a:avLst/>
              <a:gdLst/>
              <a:ahLst/>
              <a:cxnLst/>
              <a:rect l="l" t="t" r="r" b="b"/>
              <a:pathLst>
                <a:path w="501" h="497" extrusionOk="0">
                  <a:moveTo>
                    <a:pt x="250" y="1"/>
                  </a:moveTo>
                  <a:cubicBezTo>
                    <a:pt x="114" y="1"/>
                    <a:pt x="0" y="109"/>
                    <a:pt x="0" y="245"/>
                  </a:cubicBezTo>
                  <a:cubicBezTo>
                    <a:pt x="0" y="388"/>
                    <a:pt x="114" y="496"/>
                    <a:pt x="250" y="496"/>
                  </a:cubicBezTo>
                  <a:cubicBezTo>
                    <a:pt x="387" y="496"/>
                    <a:pt x="501" y="388"/>
                    <a:pt x="501" y="245"/>
                  </a:cubicBezTo>
                  <a:cubicBezTo>
                    <a:pt x="501" y="109"/>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1" name="Google Shape;14771;p32"/>
            <p:cNvSpPr/>
            <p:nvPr/>
          </p:nvSpPr>
          <p:spPr>
            <a:xfrm>
              <a:off x="1594750" y="1840700"/>
              <a:ext cx="12575" cy="12425"/>
            </a:xfrm>
            <a:custGeom>
              <a:avLst/>
              <a:gdLst/>
              <a:ahLst/>
              <a:cxnLst/>
              <a:rect l="l" t="t" r="r" b="b"/>
              <a:pathLst>
                <a:path w="503" h="497" extrusionOk="0">
                  <a:moveTo>
                    <a:pt x="251" y="1"/>
                  </a:moveTo>
                  <a:cubicBezTo>
                    <a:pt x="115" y="1"/>
                    <a:pt x="0" y="109"/>
                    <a:pt x="0" y="245"/>
                  </a:cubicBezTo>
                  <a:cubicBezTo>
                    <a:pt x="0" y="388"/>
                    <a:pt x="115" y="496"/>
                    <a:pt x="251" y="496"/>
                  </a:cubicBezTo>
                  <a:cubicBezTo>
                    <a:pt x="394" y="496"/>
                    <a:pt x="503" y="388"/>
                    <a:pt x="503" y="245"/>
                  </a:cubicBezTo>
                  <a:cubicBezTo>
                    <a:pt x="503" y="109"/>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2" name="Google Shape;14772;p32"/>
            <p:cNvSpPr/>
            <p:nvPr/>
          </p:nvSpPr>
          <p:spPr>
            <a:xfrm>
              <a:off x="1686650" y="18407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3" name="Google Shape;14773;p32"/>
            <p:cNvSpPr/>
            <p:nvPr/>
          </p:nvSpPr>
          <p:spPr>
            <a:xfrm>
              <a:off x="1778450" y="1840700"/>
              <a:ext cx="12550" cy="12425"/>
            </a:xfrm>
            <a:custGeom>
              <a:avLst/>
              <a:gdLst/>
              <a:ahLst/>
              <a:cxnLst/>
              <a:rect l="l" t="t" r="r" b="b"/>
              <a:pathLst>
                <a:path w="502" h="497" extrusionOk="0">
                  <a:moveTo>
                    <a:pt x="252" y="1"/>
                  </a:moveTo>
                  <a:cubicBezTo>
                    <a:pt x="114" y="1"/>
                    <a:pt x="1" y="109"/>
                    <a:pt x="1" y="245"/>
                  </a:cubicBezTo>
                  <a:cubicBezTo>
                    <a:pt x="1" y="388"/>
                    <a:pt x="114" y="496"/>
                    <a:pt x="252" y="496"/>
                  </a:cubicBezTo>
                  <a:cubicBezTo>
                    <a:pt x="388" y="496"/>
                    <a:pt x="501" y="388"/>
                    <a:pt x="501" y="245"/>
                  </a:cubicBezTo>
                  <a:cubicBezTo>
                    <a:pt x="501"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4" name="Google Shape;14774;p32"/>
            <p:cNvSpPr/>
            <p:nvPr/>
          </p:nvSpPr>
          <p:spPr>
            <a:xfrm>
              <a:off x="1870375" y="1840700"/>
              <a:ext cx="12400" cy="12425"/>
            </a:xfrm>
            <a:custGeom>
              <a:avLst/>
              <a:gdLst/>
              <a:ahLst/>
              <a:cxnLst/>
              <a:rect l="l" t="t" r="r" b="b"/>
              <a:pathLst>
                <a:path w="496" h="497" extrusionOk="0">
                  <a:moveTo>
                    <a:pt x="252" y="1"/>
                  </a:moveTo>
                  <a:cubicBezTo>
                    <a:pt x="109" y="1"/>
                    <a:pt x="0" y="109"/>
                    <a:pt x="0" y="245"/>
                  </a:cubicBezTo>
                  <a:cubicBezTo>
                    <a:pt x="0" y="388"/>
                    <a:pt x="109" y="496"/>
                    <a:pt x="252" y="496"/>
                  </a:cubicBezTo>
                  <a:cubicBezTo>
                    <a:pt x="387" y="496"/>
                    <a:pt x="496" y="388"/>
                    <a:pt x="496" y="245"/>
                  </a:cubicBezTo>
                  <a:cubicBezTo>
                    <a:pt x="496"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5" name="Google Shape;14775;p32"/>
            <p:cNvSpPr/>
            <p:nvPr/>
          </p:nvSpPr>
          <p:spPr>
            <a:xfrm>
              <a:off x="1962150" y="1840700"/>
              <a:ext cx="12550" cy="12425"/>
            </a:xfrm>
            <a:custGeom>
              <a:avLst/>
              <a:gdLst/>
              <a:ahLst/>
              <a:cxnLst/>
              <a:rect l="l" t="t" r="r" b="b"/>
              <a:pathLst>
                <a:path w="502" h="497" extrusionOk="0">
                  <a:moveTo>
                    <a:pt x="250" y="1"/>
                  </a:moveTo>
                  <a:cubicBezTo>
                    <a:pt x="114" y="1"/>
                    <a:pt x="1" y="109"/>
                    <a:pt x="1" y="245"/>
                  </a:cubicBezTo>
                  <a:cubicBezTo>
                    <a:pt x="1" y="388"/>
                    <a:pt x="114" y="496"/>
                    <a:pt x="250" y="496"/>
                  </a:cubicBezTo>
                  <a:cubicBezTo>
                    <a:pt x="388" y="496"/>
                    <a:pt x="502" y="388"/>
                    <a:pt x="502" y="245"/>
                  </a:cubicBezTo>
                  <a:cubicBezTo>
                    <a:pt x="502"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6" name="Google Shape;14776;p32"/>
            <p:cNvSpPr/>
            <p:nvPr/>
          </p:nvSpPr>
          <p:spPr>
            <a:xfrm>
              <a:off x="2054075" y="1840700"/>
              <a:ext cx="12425" cy="12425"/>
            </a:xfrm>
            <a:custGeom>
              <a:avLst/>
              <a:gdLst/>
              <a:ahLst/>
              <a:cxnLst/>
              <a:rect l="l" t="t" r="r" b="b"/>
              <a:pathLst>
                <a:path w="497" h="497" extrusionOk="0">
                  <a:moveTo>
                    <a:pt x="252" y="1"/>
                  </a:moveTo>
                  <a:cubicBezTo>
                    <a:pt x="109" y="1"/>
                    <a:pt x="1" y="109"/>
                    <a:pt x="1" y="245"/>
                  </a:cubicBezTo>
                  <a:cubicBezTo>
                    <a:pt x="1" y="388"/>
                    <a:pt x="109" y="496"/>
                    <a:pt x="252" y="496"/>
                  </a:cubicBezTo>
                  <a:cubicBezTo>
                    <a:pt x="388" y="496"/>
                    <a:pt x="496" y="388"/>
                    <a:pt x="496" y="245"/>
                  </a:cubicBezTo>
                  <a:cubicBezTo>
                    <a:pt x="496"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7" name="Google Shape;14777;p32"/>
            <p:cNvSpPr/>
            <p:nvPr/>
          </p:nvSpPr>
          <p:spPr>
            <a:xfrm>
              <a:off x="2145825" y="18407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8" name="Google Shape;14778;p32"/>
            <p:cNvSpPr/>
            <p:nvPr/>
          </p:nvSpPr>
          <p:spPr>
            <a:xfrm>
              <a:off x="2237800" y="1840700"/>
              <a:ext cx="12350" cy="12425"/>
            </a:xfrm>
            <a:custGeom>
              <a:avLst/>
              <a:gdLst/>
              <a:ahLst/>
              <a:cxnLst/>
              <a:rect l="l" t="t" r="r" b="b"/>
              <a:pathLst>
                <a:path w="494" h="497" extrusionOk="0">
                  <a:moveTo>
                    <a:pt x="244" y="1"/>
                  </a:moveTo>
                  <a:cubicBezTo>
                    <a:pt x="107" y="1"/>
                    <a:pt x="0" y="109"/>
                    <a:pt x="0" y="245"/>
                  </a:cubicBezTo>
                  <a:cubicBezTo>
                    <a:pt x="0" y="388"/>
                    <a:pt x="107" y="496"/>
                    <a:pt x="244" y="496"/>
                  </a:cubicBezTo>
                  <a:cubicBezTo>
                    <a:pt x="387" y="496"/>
                    <a:pt x="494" y="388"/>
                    <a:pt x="494" y="245"/>
                  </a:cubicBezTo>
                  <a:cubicBezTo>
                    <a:pt x="494" y="109"/>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9" name="Google Shape;14779;p32"/>
            <p:cNvSpPr/>
            <p:nvPr/>
          </p:nvSpPr>
          <p:spPr>
            <a:xfrm>
              <a:off x="2329550" y="1840700"/>
              <a:ext cx="12575" cy="12425"/>
            </a:xfrm>
            <a:custGeom>
              <a:avLst/>
              <a:gdLst/>
              <a:ahLst/>
              <a:cxnLst/>
              <a:rect l="l" t="t" r="r" b="b"/>
              <a:pathLst>
                <a:path w="503" h="497" extrusionOk="0">
                  <a:moveTo>
                    <a:pt x="251" y="1"/>
                  </a:moveTo>
                  <a:cubicBezTo>
                    <a:pt x="115" y="1"/>
                    <a:pt x="0" y="109"/>
                    <a:pt x="0" y="245"/>
                  </a:cubicBezTo>
                  <a:cubicBezTo>
                    <a:pt x="0" y="388"/>
                    <a:pt x="115" y="496"/>
                    <a:pt x="251" y="496"/>
                  </a:cubicBezTo>
                  <a:cubicBezTo>
                    <a:pt x="387" y="496"/>
                    <a:pt x="502" y="388"/>
                    <a:pt x="502" y="245"/>
                  </a:cubicBezTo>
                  <a:cubicBezTo>
                    <a:pt x="502"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0" name="Google Shape;14780;p32"/>
            <p:cNvSpPr/>
            <p:nvPr/>
          </p:nvSpPr>
          <p:spPr>
            <a:xfrm>
              <a:off x="2421325" y="1840700"/>
              <a:ext cx="12550" cy="12425"/>
            </a:xfrm>
            <a:custGeom>
              <a:avLst/>
              <a:gdLst/>
              <a:ahLst/>
              <a:cxnLst/>
              <a:rect l="l" t="t" r="r" b="b"/>
              <a:pathLst>
                <a:path w="502" h="497" extrusionOk="0">
                  <a:moveTo>
                    <a:pt x="250" y="1"/>
                  </a:moveTo>
                  <a:cubicBezTo>
                    <a:pt x="114" y="1"/>
                    <a:pt x="1" y="109"/>
                    <a:pt x="1" y="245"/>
                  </a:cubicBezTo>
                  <a:cubicBezTo>
                    <a:pt x="1" y="388"/>
                    <a:pt x="114" y="496"/>
                    <a:pt x="250" y="496"/>
                  </a:cubicBezTo>
                  <a:cubicBezTo>
                    <a:pt x="395" y="496"/>
                    <a:pt x="501" y="388"/>
                    <a:pt x="501" y="245"/>
                  </a:cubicBezTo>
                  <a:cubicBezTo>
                    <a:pt x="501" y="109"/>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1" name="Google Shape;14781;p32"/>
            <p:cNvSpPr/>
            <p:nvPr/>
          </p:nvSpPr>
          <p:spPr>
            <a:xfrm>
              <a:off x="2513250" y="1840700"/>
              <a:ext cx="12575" cy="12425"/>
            </a:xfrm>
            <a:custGeom>
              <a:avLst/>
              <a:gdLst/>
              <a:ahLst/>
              <a:cxnLst/>
              <a:rect l="l" t="t" r="r" b="b"/>
              <a:pathLst>
                <a:path w="503" h="497" extrusionOk="0">
                  <a:moveTo>
                    <a:pt x="252" y="1"/>
                  </a:moveTo>
                  <a:cubicBezTo>
                    <a:pt x="109" y="1"/>
                    <a:pt x="0" y="109"/>
                    <a:pt x="0" y="245"/>
                  </a:cubicBezTo>
                  <a:cubicBezTo>
                    <a:pt x="0" y="388"/>
                    <a:pt x="109"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2" name="Google Shape;14782;p32"/>
            <p:cNvSpPr/>
            <p:nvPr/>
          </p:nvSpPr>
          <p:spPr>
            <a:xfrm>
              <a:off x="2605000" y="1840700"/>
              <a:ext cx="12575" cy="12425"/>
            </a:xfrm>
            <a:custGeom>
              <a:avLst/>
              <a:gdLst/>
              <a:ahLst/>
              <a:cxnLst/>
              <a:rect l="l" t="t" r="r" b="b"/>
              <a:pathLst>
                <a:path w="503" h="497" extrusionOk="0">
                  <a:moveTo>
                    <a:pt x="252" y="1"/>
                  </a:moveTo>
                  <a:cubicBezTo>
                    <a:pt x="116" y="1"/>
                    <a:pt x="0" y="109"/>
                    <a:pt x="0" y="245"/>
                  </a:cubicBezTo>
                  <a:cubicBezTo>
                    <a:pt x="0" y="388"/>
                    <a:pt x="116" y="496"/>
                    <a:pt x="252" y="496"/>
                  </a:cubicBezTo>
                  <a:cubicBezTo>
                    <a:pt x="387" y="496"/>
                    <a:pt x="503" y="388"/>
                    <a:pt x="503" y="245"/>
                  </a:cubicBezTo>
                  <a:cubicBezTo>
                    <a:pt x="503"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3" name="Google Shape;14783;p32"/>
            <p:cNvSpPr/>
            <p:nvPr/>
          </p:nvSpPr>
          <p:spPr>
            <a:xfrm>
              <a:off x="2696950" y="1840700"/>
              <a:ext cx="12375" cy="12425"/>
            </a:xfrm>
            <a:custGeom>
              <a:avLst/>
              <a:gdLst/>
              <a:ahLst/>
              <a:cxnLst/>
              <a:rect l="l" t="t" r="r" b="b"/>
              <a:pathLst>
                <a:path w="495" h="497" extrusionOk="0">
                  <a:moveTo>
                    <a:pt x="252" y="1"/>
                  </a:moveTo>
                  <a:cubicBezTo>
                    <a:pt x="108" y="1"/>
                    <a:pt x="1" y="109"/>
                    <a:pt x="1" y="245"/>
                  </a:cubicBezTo>
                  <a:cubicBezTo>
                    <a:pt x="1" y="388"/>
                    <a:pt x="108" y="496"/>
                    <a:pt x="252" y="496"/>
                  </a:cubicBezTo>
                  <a:cubicBezTo>
                    <a:pt x="388" y="496"/>
                    <a:pt x="495" y="388"/>
                    <a:pt x="495" y="245"/>
                  </a:cubicBezTo>
                  <a:cubicBezTo>
                    <a:pt x="495"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4" name="Google Shape;14784;p32"/>
            <p:cNvSpPr/>
            <p:nvPr/>
          </p:nvSpPr>
          <p:spPr>
            <a:xfrm>
              <a:off x="2788700" y="18407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5" name="Google Shape;14785;p32"/>
            <p:cNvSpPr/>
            <p:nvPr/>
          </p:nvSpPr>
          <p:spPr>
            <a:xfrm>
              <a:off x="2880675" y="1840700"/>
              <a:ext cx="12375" cy="12425"/>
            </a:xfrm>
            <a:custGeom>
              <a:avLst/>
              <a:gdLst/>
              <a:ahLst/>
              <a:cxnLst/>
              <a:rect l="l" t="t" r="r" b="b"/>
              <a:pathLst>
                <a:path w="495" h="497" extrusionOk="0">
                  <a:moveTo>
                    <a:pt x="243" y="1"/>
                  </a:moveTo>
                  <a:cubicBezTo>
                    <a:pt x="107" y="1"/>
                    <a:pt x="0" y="109"/>
                    <a:pt x="0" y="245"/>
                  </a:cubicBezTo>
                  <a:cubicBezTo>
                    <a:pt x="0" y="388"/>
                    <a:pt x="107" y="496"/>
                    <a:pt x="243" y="496"/>
                  </a:cubicBezTo>
                  <a:cubicBezTo>
                    <a:pt x="387" y="496"/>
                    <a:pt x="494" y="388"/>
                    <a:pt x="494" y="245"/>
                  </a:cubicBezTo>
                  <a:cubicBezTo>
                    <a:pt x="494" y="109"/>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6" name="Google Shape;14786;p32"/>
            <p:cNvSpPr/>
            <p:nvPr/>
          </p:nvSpPr>
          <p:spPr>
            <a:xfrm>
              <a:off x="2972425" y="1840700"/>
              <a:ext cx="12575" cy="12425"/>
            </a:xfrm>
            <a:custGeom>
              <a:avLst/>
              <a:gdLst/>
              <a:ahLst/>
              <a:cxnLst/>
              <a:rect l="l" t="t" r="r" b="b"/>
              <a:pathLst>
                <a:path w="503" h="497" extrusionOk="0">
                  <a:moveTo>
                    <a:pt x="251" y="1"/>
                  </a:moveTo>
                  <a:cubicBezTo>
                    <a:pt x="115" y="1"/>
                    <a:pt x="0" y="109"/>
                    <a:pt x="0" y="245"/>
                  </a:cubicBezTo>
                  <a:cubicBezTo>
                    <a:pt x="0" y="388"/>
                    <a:pt x="115" y="496"/>
                    <a:pt x="251" y="496"/>
                  </a:cubicBezTo>
                  <a:cubicBezTo>
                    <a:pt x="387" y="496"/>
                    <a:pt x="503" y="388"/>
                    <a:pt x="503" y="245"/>
                  </a:cubicBezTo>
                  <a:cubicBezTo>
                    <a:pt x="503"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7" name="Google Shape;14787;p32"/>
            <p:cNvSpPr/>
            <p:nvPr/>
          </p:nvSpPr>
          <p:spPr>
            <a:xfrm>
              <a:off x="3064375" y="1840700"/>
              <a:ext cx="12375" cy="12425"/>
            </a:xfrm>
            <a:custGeom>
              <a:avLst/>
              <a:gdLst/>
              <a:ahLst/>
              <a:cxnLst/>
              <a:rect l="l" t="t" r="r" b="b"/>
              <a:pathLst>
                <a:path w="495" h="497" extrusionOk="0">
                  <a:moveTo>
                    <a:pt x="243" y="1"/>
                  </a:moveTo>
                  <a:cubicBezTo>
                    <a:pt x="107" y="1"/>
                    <a:pt x="1" y="109"/>
                    <a:pt x="1" y="245"/>
                  </a:cubicBezTo>
                  <a:cubicBezTo>
                    <a:pt x="1" y="388"/>
                    <a:pt x="107" y="496"/>
                    <a:pt x="243" y="496"/>
                  </a:cubicBezTo>
                  <a:cubicBezTo>
                    <a:pt x="388" y="496"/>
                    <a:pt x="495" y="388"/>
                    <a:pt x="495" y="245"/>
                  </a:cubicBezTo>
                  <a:cubicBezTo>
                    <a:pt x="495" y="109"/>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8" name="Google Shape;14788;p32"/>
            <p:cNvSpPr/>
            <p:nvPr/>
          </p:nvSpPr>
          <p:spPr>
            <a:xfrm>
              <a:off x="3156125" y="18407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9" name="Google Shape;14789;p32"/>
            <p:cNvSpPr/>
            <p:nvPr/>
          </p:nvSpPr>
          <p:spPr>
            <a:xfrm>
              <a:off x="3247875" y="1840700"/>
              <a:ext cx="12575" cy="12425"/>
            </a:xfrm>
            <a:custGeom>
              <a:avLst/>
              <a:gdLst/>
              <a:ahLst/>
              <a:cxnLst/>
              <a:rect l="l" t="t" r="r" b="b"/>
              <a:pathLst>
                <a:path w="503"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0" name="Google Shape;14790;p32"/>
            <p:cNvSpPr/>
            <p:nvPr/>
          </p:nvSpPr>
          <p:spPr>
            <a:xfrm>
              <a:off x="3339850" y="1840700"/>
              <a:ext cx="12525" cy="12425"/>
            </a:xfrm>
            <a:custGeom>
              <a:avLst/>
              <a:gdLst/>
              <a:ahLst/>
              <a:cxnLst/>
              <a:rect l="l" t="t" r="r" b="b"/>
              <a:pathLst>
                <a:path w="501" h="497" extrusionOk="0">
                  <a:moveTo>
                    <a:pt x="251" y="1"/>
                  </a:moveTo>
                  <a:cubicBezTo>
                    <a:pt x="107" y="1"/>
                    <a:pt x="0" y="109"/>
                    <a:pt x="0" y="245"/>
                  </a:cubicBezTo>
                  <a:cubicBezTo>
                    <a:pt x="0" y="388"/>
                    <a:pt x="107" y="496"/>
                    <a:pt x="251" y="496"/>
                  </a:cubicBezTo>
                  <a:cubicBezTo>
                    <a:pt x="387" y="496"/>
                    <a:pt x="501" y="388"/>
                    <a:pt x="501" y="245"/>
                  </a:cubicBezTo>
                  <a:cubicBezTo>
                    <a:pt x="501"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1" name="Google Shape;14791;p32"/>
            <p:cNvSpPr/>
            <p:nvPr/>
          </p:nvSpPr>
          <p:spPr>
            <a:xfrm>
              <a:off x="3431575" y="18407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2" name="Google Shape;14792;p32"/>
            <p:cNvSpPr/>
            <p:nvPr/>
          </p:nvSpPr>
          <p:spPr>
            <a:xfrm>
              <a:off x="3523550" y="1840700"/>
              <a:ext cx="12375" cy="12425"/>
            </a:xfrm>
            <a:custGeom>
              <a:avLst/>
              <a:gdLst/>
              <a:ahLst/>
              <a:cxnLst/>
              <a:rect l="l" t="t" r="r" b="b"/>
              <a:pathLst>
                <a:path w="495" h="497" extrusionOk="0">
                  <a:moveTo>
                    <a:pt x="250" y="1"/>
                  </a:moveTo>
                  <a:cubicBezTo>
                    <a:pt x="107" y="1"/>
                    <a:pt x="0" y="109"/>
                    <a:pt x="0" y="245"/>
                  </a:cubicBezTo>
                  <a:cubicBezTo>
                    <a:pt x="0" y="388"/>
                    <a:pt x="107" y="496"/>
                    <a:pt x="250" y="496"/>
                  </a:cubicBezTo>
                  <a:cubicBezTo>
                    <a:pt x="388" y="496"/>
                    <a:pt x="494" y="388"/>
                    <a:pt x="494" y="245"/>
                  </a:cubicBezTo>
                  <a:cubicBezTo>
                    <a:pt x="494"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3" name="Google Shape;14793;p32"/>
            <p:cNvSpPr/>
            <p:nvPr/>
          </p:nvSpPr>
          <p:spPr>
            <a:xfrm>
              <a:off x="676400" y="19325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4" name="Google Shape;14794;p32"/>
            <p:cNvSpPr/>
            <p:nvPr/>
          </p:nvSpPr>
          <p:spPr>
            <a:xfrm>
              <a:off x="768325" y="1932500"/>
              <a:ext cx="12400" cy="12550"/>
            </a:xfrm>
            <a:custGeom>
              <a:avLst/>
              <a:gdLst/>
              <a:ahLst/>
              <a:cxnLst/>
              <a:rect l="l" t="t" r="r" b="b"/>
              <a:pathLst>
                <a:path w="496" h="502" extrusionOk="0">
                  <a:moveTo>
                    <a:pt x="245" y="1"/>
                  </a:moveTo>
                  <a:cubicBezTo>
                    <a:pt x="109" y="1"/>
                    <a:pt x="0" y="114"/>
                    <a:pt x="0" y="252"/>
                  </a:cubicBezTo>
                  <a:cubicBezTo>
                    <a:pt x="0" y="388"/>
                    <a:pt x="109" y="501"/>
                    <a:pt x="245" y="501"/>
                  </a:cubicBezTo>
                  <a:cubicBezTo>
                    <a:pt x="388" y="501"/>
                    <a:pt x="496" y="388"/>
                    <a:pt x="496" y="252"/>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5" name="Google Shape;14795;p32"/>
            <p:cNvSpPr/>
            <p:nvPr/>
          </p:nvSpPr>
          <p:spPr>
            <a:xfrm>
              <a:off x="860125" y="1932500"/>
              <a:ext cx="12525" cy="12550"/>
            </a:xfrm>
            <a:custGeom>
              <a:avLst/>
              <a:gdLst/>
              <a:ahLst/>
              <a:cxnLst/>
              <a:rect l="l" t="t" r="r" b="b"/>
              <a:pathLst>
                <a:path w="501" h="502" extrusionOk="0">
                  <a:moveTo>
                    <a:pt x="251" y="1"/>
                  </a:moveTo>
                  <a:cubicBezTo>
                    <a:pt x="114" y="1"/>
                    <a:pt x="0" y="114"/>
                    <a:pt x="0" y="252"/>
                  </a:cubicBezTo>
                  <a:cubicBezTo>
                    <a:pt x="0" y="388"/>
                    <a:pt x="114" y="501"/>
                    <a:pt x="251" y="501"/>
                  </a:cubicBezTo>
                  <a:cubicBezTo>
                    <a:pt x="387" y="501"/>
                    <a:pt x="501" y="388"/>
                    <a:pt x="501" y="252"/>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6" name="Google Shape;14796;p32"/>
            <p:cNvSpPr/>
            <p:nvPr/>
          </p:nvSpPr>
          <p:spPr>
            <a:xfrm>
              <a:off x="951850" y="19325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7" name="Google Shape;14797;p32"/>
            <p:cNvSpPr/>
            <p:nvPr/>
          </p:nvSpPr>
          <p:spPr>
            <a:xfrm>
              <a:off x="1043825" y="1932500"/>
              <a:ext cx="12375" cy="12550"/>
            </a:xfrm>
            <a:custGeom>
              <a:avLst/>
              <a:gdLst/>
              <a:ahLst/>
              <a:cxnLst/>
              <a:rect l="l" t="t" r="r" b="b"/>
              <a:pathLst>
                <a:path w="495" h="502" extrusionOk="0">
                  <a:moveTo>
                    <a:pt x="250" y="1"/>
                  </a:moveTo>
                  <a:cubicBezTo>
                    <a:pt x="107" y="1"/>
                    <a:pt x="0" y="114"/>
                    <a:pt x="0" y="252"/>
                  </a:cubicBezTo>
                  <a:cubicBezTo>
                    <a:pt x="0" y="388"/>
                    <a:pt x="107" y="501"/>
                    <a:pt x="250" y="501"/>
                  </a:cubicBezTo>
                  <a:cubicBezTo>
                    <a:pt x="388" y="501"/>
                    <a:pt x="494" y="388"/>
                    <a:pt x="494" y="252"/>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8" name="Google Shape;14798;p32"/>
            <p:cNvSpPr/>
            <p:nvPr/>
          </p:nvSpPr>
          <p:spPr>
            <a:xfrm>
              <a:off x="1135575" y="1932500"/>
              <a:ext cx="12575" cy="12550"/>
            </a:xfrm>
            <a:custGeom>
              <a:avLst/>
              <a:gdLst/>
              <a:ahLst/>
              <a:cxnLst/>
              <a:rect l="l" t="t" r="r" b="b"/>
              <a:pathLst>
                <a:path w="503" h="502" extrusionOk="0">
                  <a:moveTo>
                    <a:pt x="252" y="1"/>
                  </a:moveTo>
                  <a:cubicBezTo>
                    <a:pt x="116" y="1"/>
                    <a:pt x="0" y="114"/>
                    <a:pt x="0" y="252"/>
                  </a:cubicBezTo>
                  <a:cubicBezTo>
                    <a:pt x="0" y="388"/>
                    <a:pt x="116" y="501"/>
                    <a:pt x="252" y="501"/>
                  </a:cubicBezTo>
                  <a:cubicBezTo>
                    <a:pt x="387" y="501"/>
                    <a:pt x="503" y="388"/>
                    <a:pt x="503" y="252"/>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9" name="Google Shape;14799;p32"/>
            <p:cNvSpPr/>
            <p:nvPr/>
          </p:nvSpPr>
          <p:spPr>
            <a:xfrm>
              <a:off x="1227500" y="1932500"/>
              <a:ext cx="12400" cy="12550"/>
            </a:xfrm>
            <a:custGeom>
              <a:avLst/>
              <a:gdLst/>
              <a:ahLst/>
              <a:cxnLst/>
              <a:rect l="l" t="t" r="r" b="b"/>
              <a:pathLst>
                <a:path w="496" h="502" extrusionOk="0">
                  <a:moveTo>
                    <a:pt x="251" y="1"/>
                  </a:moveTo>
                  <a:cubicBezTo>
                    <a:pt x="109" y="1"/>
                    <a:pt x="0" y="114"/>
                    <a:pt x="0" y="252"/>
                  </a:cubicBezTo>
                  <a:cubicBezTo>
                    <a:pt x="0" y="388"/>
                    <a:pt x="109" y="501"/>
                    <a:pt x="251" y="501"/>
                  </a:cubicBezTo>
                  <a:cubicBezTo>
                    <a:pt x="387" y="501"/>
                    <a:pt x="496" y="388"/>
                    <a:pt x="496" y="252"/>
                  </a:cubicBezTo>
                  <a:cubicBezTo>
                    <a:pt x="496"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0" name="Google Shape;14800;p32"/>
            <p:cNvSpPr/>
            <p:nvPr/>
          </p:nvSpPr>
          <p:spPr>
            <a:xfrm>
              <a:off x="1319275" y="1932500"/>
              <a:ext cx="12550" cy="12550"/>
            </a:xfrm>
            <a:custGeom>
              <a:avLst/>
              <a:gdLst/>
              <a:ahLst/>
              <a:cxnLst/>
              <a:rect l="l" t="t" r="r" b="b"/>
              <a:pathLst>
                <a:path w="502" h="502" extrusionOk="0">
                  <a:moveTo>
                    <a:pt x="252" y="1"/>
                  </a:moveTo>
                  <a:cubicBezTo>
                    <a:pt x="114" y="1"/>
                    <a:pt x="1" y="114"/>
                    <a:pt x="1" y="252"/>
                  </a:cubicBezTo>
                  <a:cubicBezTo>
                    <a:pt x="1" y="388"/>
                    <a:pt x="114" y="501"/>
                    <a:pt x="252" y="501"/>
                  </a:cubicBezTo>
                  <a:cubicBezTo>
                    <a:pt x="388" y="501"/>
                    <a:pt x="501" y="388"/>
                    <a:pt x="501" y="252"/>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1" name="Google Shape;14801;p32"/>
            <p:cNvSpPr/>
            <p:nvPr/>
          </p:nvSpPr>
          <p:spPr>
            <a:xfrm>
              <a:off x="1411200" y="1932500"/>
              <a:ext cx="12425" cy="12550"/>
            </a:xfrm>
            <a:custGeom>
              <a:avLst/>
              <a:gdLst/>
              <a:ahLst/>
              <a:cxnLst/>
              <a:rect l="l" t="t" r="r" b="b"/>
              <a:pathLst>
                <a:path w="497" h="502" extrusionOk="0">
                  <a:moveTo>
                    <a:pt x="245" y="1"/>
                  </a:moveTo>
                  <a:cubicBezTo>
                    <a:pt x="109" y="1"/>
                    <a:pt x="1" y="114"/>
                    <a:pt x="1" y="252"/>
                  </a:cubicBezTo>
                  <a:cubicBezTo>
                    <a:pt x="1" y="388"/>
                    <a:pt x="109" y="501"/>
                    <a:pt x="245" y="501"/>
                  </a:cubicBezTo>
                  <a:cubicBezTo>
                    <a:pt x="388" y="501"/>
                    <a:pt x="496" y="388"/>
                    <a:pt x="496" y="252"/>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2" name="Google Shape;14802;p32"/>
            <p:cNvSpPr/>
            <p:nvPr/>
          </p:nvSpPr>
          <p:spPr>
            <a:xfrm>
              <a:off x="1503000" y="1932500"/>
              <a:ext cx="12525" cy="12550"/>
            </a:xfrm>
            <a:custGeom>
              <a:avLst/>
              <a:gdLst/>
              <a:ahLst/>
              <a:cxnLst/>
              <a:rect l="l" t="t" r="r" b="b"/>
              <a:pathLst>
                <a:path w="501" h="502" extrusionOk="0">
                  <a:moveTo>
                    <a:pt x="250" y="1"/>
                  </a:moveTo>
                  <a:cubicBezTo>
                    <a:pt x="114" y="1"/>
                    <a:pt x="0" y="114"/>
                    <a:pt x="0" y="252"/>
                  </a:cubicBezTo>
                  <a:cubicBezTo>
                    <a:pt x="0" y="388"/>
                    <a:pt x="114" y="501"/>
                    <a:pt x="250" y="501"/>
                  </a:cubicBezTo>
                  <a:cubicBezTo>
                    <a:pt x="387" y="501"/>
                    <a:pt x="501" y="388"/>
                    <a:pt x="501" y="252"/>
                  </a:cubicBezTo>
                  <a:cubicBezTo>
                    <a:pt x="501" y="114"/>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3" name="Google Shape;14803;p32"/>
            <p:cNvSpPr/>
            <p:nvPr/>
          </p:nvSpPr>
          <p:spPr>
            <a:xfrm>
              <a:off x="1594750" y="1932500"/>
              <a:ext cx="12575" cy="12550"/>
            </a:xfrm>
            <a:custGeom>
              <a:avLst/>
              <a:gdLst/>
              <a:ahLst/>
              <a:cxnLst/>
              <a:rect l="l" t="t" r="r" b="b"/>
              <a:pathLst>
                <a:path w="503" h="502" extrusionOk="0">
                  <a:moveTo>
                    <a:pt x="251" y="1"/>
                  </a:moveTo>
                  <a:cubicBezTo>
                    <a:pt x="115" y="1"/>
                    <a:pt x="0" y="114"/>
                    <a:pt x="0" y="252"/>
                  </a:cubicBezTo>
                  <a:cubicBezTo>
                    <a:pt x="0" y="388"/>
                    <a:pt x="115" y="501"/>
                    <a:pt x="251" y="501"/>
                  </a:cubicBezTo>
                  <a:cubicBezTo>
                    <a:pt x="394" y="501"/>
                    <a:pt x="503" y="388"/>
                    <a:pt x="503" y="252"/>
                  </a:cubicBezTo>
                  <a:cubicBezTo>
                    <a:pt x="503" y="114"/>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4" name="Google Shape;14804;p32"/>
            <p:cNvSpPr/>
            <p:nvPr/>
          </p:nvSpPr>
          <p:spPr>
            <a:xfrm>
              <a:off x="1686650" y="19325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5" name="Google Shape;14805;p32"/>
            <p:cNvSpPr/>
            <p:nvPr/>
          </p:nvSpPr>
          <p:spPr>
            <a:xfrm>
              <a:off x="1778450" y="1932500"/>
              <a:ext cx="12550" cy="12550"/>
            </a:xfrm>
            <a:custGeom>
              <a:avLst/>
              <a:gdLst/>
              <a:ahLst/>
              <a:cxnLst/>
              <a:rect l="l" t="t" r="r" b="b"/>
              <a:pathLst>
                <a:path w="502" h="502" extrusionOk="0">
                  <a:moveTo>
                    <a:pt x="252" y="1"/>
                  </a:moveTo>
                  <a:cubicBezTo>
                    <a:pt x="114" y="1"/>
                    <a:pt x="1" y="114"/>
                    <a:pt x="1" y="252"/>
                  </a:cubicBezTo>
                  <a:cubicBezTo>
                    <a:pt x="1" y="388"/>
                    <a:pt x="114" y="501"/>
                    <a:pt x="252" y="501"/>
                  </a:cubicBezTo>
                  <a:cubicBezTo>
                    <a:pt x="388" y="501"/>
                    <a:pt x="501" y="388"/>
                    <a:pt x="501" y="252"/>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6" name="Google Shape;14806;p32"/>
            <p:cNvSpPr/>
            <p:nvPr/>
          </p:nvSpPr>
          <p:spPr>
            <a:xfrm>
              <a:off x="1870375" y="1932500"/>
              <a:ext cx="12400" cy="12550"/>
            </a:xfrm>
            <a:custGeom>
              <a:avLst/>
              <a:gdLst/>
              <a:ahLst/>
              <a:cxnLst/>
              <a:rect l="l" t="t" r="r" b="b"/>
              <a:pathLst>
                <a:path w="496" h="502" extrusionOk="0">
                  <a:moveTo>
                    <a:pt x="252" y="1"/>
                  </a:moveTo>
                  <a:cubicBezTo>
                    <a:pt x="109" y="1"/>
                    <a:pt x="0" y="114"/>
                    <a:pt x="0" y="252"/>
                  </a:cubicBezTo>
                  <a:cubicBezTo>
                    <a:pt x="0" y="388"/>
                    <a:pt x="109" y="501"/>
                    <a:pt x="252" y="501"/>
                  </a:cubicBezTo>
                  <a:cubicBezTo>
                    <a:pt x="387" y="501"/>
                    <a:pt x="496" y="388"/>
                    <a:pt x="496" y="252"/>
                  </a:cubicBezTo>
                  <a:cubicBezTo>
                    <a:pt x="496"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7" name="Google Shape;14807;p32"/>
            <p:cNvSpPr/>
            <p:nvPr/>
          </p:nvSpPr>
          <p:spPr>
            <a:xfrm>
              <a:off x="1962150" y="1932500"/>
              <a:ext cx="12550" cy="12550"/>
            </a:xfrm>
            <a:custGeom>
              <a:avLst/>
              <a:gdLst/>
              <a:ahLst/>
              <a:cxnLst/>
              <a:rect l="l" t="t" r="r" b="b"/>
              <a:pathLst>
                <a:path w="502" h="502" extrusionOk="0">
                  <a:moveTo>
                    <a:pt x="250" y="1"/>
                  </a:moveTo>
                  <a:cubicBezTo>
                    <a:pt x="114" y="1"/>
                    <a:pt x="1" y="114"/>
                    <a:pt x="1" y="252"/>
                  </a:cubicBezTo>
                  <a:cubicBezTo>
                    <a:pt x="1" y="388"/>
                    <a:pt x="114" y="501"/>
                    <a:pt x="250" y="501"/>
                  </a:cubicBezTo>
                  <a:cubicBezTo>
                    <a:pt x="388" y="501"/>
                    <a:pt x="502" y="388"/>
                    <a:pt x="502" y="252"/>
                  </a:cubicBezTo>
                  <a:cubicBezTo>
                    <a:pt x="502"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8" name="Google Shape;14808;p32"/>
            <p:cNvSpPr/>
            <p:nvPr/>
          </p:nvSpPr>
          <p:spPr>
            <a:xfrm>
              <a:off x="2054075" y="1932500"/>
              <a:ext cx="12425" cy="12550"/>
            </a:xfrm>
            <a:custGeom>
              <a:avLst/>
              <a:gdLst/>
              <a:ahLst/>
              <a:cxnLst/>
              <a:rect l="l" t="t" r="r" b="b"/>
              <a:pathLst>
                <a:path w="497" h="502" extrusionOk="0">
                  <a:moveTo>
                    <a:pt x="252" y="1"/>
                  </a:moveTo>
                  <a:cubicBezTo>
                    <a:pt x="109" y="1"/>
                    <a:pt x="1" y="114"/>
                    <a:pt x="1" y="252"/>
                  </a:cubicBezTo>
                  <a:cubicBezTo>
                    <a:pt x="1" y="388"/>
                    <a:pt x="109" y="501"/>
                    <a:pt x="252" y="501"/>
                  </a:cubicBezTo>
                  <a:cubicBezTo>
                    <a:pt x="388" y="501"/>
                    <a:pt x="496" y="388"/>
                    <a:pt x="496" y="252"/>
                  </a:cubicBezTo>
                  <a:cubicBezTo>
                    <a:pt x="496"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9" name="Google Shape;14809;p32"/>
            <p:cNvSpPr/>
            <p:nvPr/>
          </p:nvSpPr>
          <p:spPr>
            <a:xfrm>
              <a:off x="2145825" y="19325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0" name="Google Shape;14810;p32"/>
            <p:cNvSpPr/>
            <p:nvPr/>
          </p:nvSpPr>
          <p:spPr>
            <a:xfrm>
              <a:off x="2237800" y="1932500"/>
              <a:ext cx="12350" cy="12550"/>
            </a:xfrm>
            <a:custGeom>
              <a:avLst/>
              <a:gdLst/>
              <a:ahLst/>
              <a:cxnLst/>
              <a:rect l="l" t="t" r="r" b="b"/>
              <a:pathLst>
                <a:path w="494" h="502" extrusionOk="0">
                  <a:moveTo>
                    <a:pt x="244" y="1"/>
                  </a:moveTo>
                  <a:cubicBezTo>
                    <a:pt x="107" y="1"/>
                    <a:pt x="0" y="114"/>
                    <a:pt x="0" y="252"/>
                  </a:cubicBezTo>
                  <a:cubicBezTo>
                    <a:pt x="0" y="388"/>
                    <a:pt x="107" y="501"/>
                    <a:pt x="244" y="501"/>
                  </a:cubicBezTo>
                  <a:cubicBezTo>
                    <a:pt x="387" y="501"/>
                    <a:pt x="494" y="388"/>
                    <a:pt x="494" y="252"/>
                  </a:cubicBezTo>
                  <a:cubicBezTo>
                    <a:pt x="494" y="114"/>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1" name="Google Shape;14811;p32"/>
            <p:cNvSpPr/>
            <p:nvPr/>
          </p:nvSpPr>
          <p:spPr>
            <a:xfrm>
              <a:off x="2329550" y="1932500"/>
              <a:ext cx="12575" cy="12550"/>
            </a:xfrm>
            <a:custGeom>
              <a:avLst/>
              <a:gdLst/>
              <a:ahLst/>
              <a:cxnLst/>
              <a:rect l="l" t="t" r="r" b="b"/>
              <a:pathLst>
                <a:path w="503" h="502" extrusionOk="0">
                  <a:moveTo>
                    <a:pt x="251" y="1"/>
                  </a:moveTo>
                  <a:cubicBezTo>
                    <a:pt x="115" y="1"/>
                    <a:pt x="0" y="114"/>
                    <a:pt x="0" y="252"/>
                  </a:cubicBezTo>
                  <a:cubicBezTo>
                    <a:pt x="0" y="388"/>
                    <a:pt x="115" y="501"/>
                    <a:pt x="251" y="501"/>
                  </a:cubicBezTo>
                  <a:cubicBezTo>
                    <a:pt x="387" y="501"/>
                    <a:pt x="502" y="388"/>
                    <a:pt x="502" y="252"/>
                  </a:cubicBezTo>
                  <a:cubicBezTo>
                    <a:pt x="502"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2" name="Google Shape;14812;p32"/>
            <p:cNvSpPr/>
            <p:nvPr/>
          </p:nvSpPr>
          <p:spPr>
            <a:xfrm>
              <a:off x="2421325" y="1932500"/>
              <a:ext cx="12550" cy="12550"/>
            </a:xfrm>
            <a:custGeom>
              <a:avLst/>
              <a:gdLst/>
              <a:ahLst/>
              <a:cxnLst/>
              <a:rect l="l" t="t" r="r" b="b"/>
              <a:pathLst>
                <a:path w="502" h="502" extrusionOk="0">
                  <a:moveTo>
                    <a:pt x="250" y="1"/>
                  </a:moveTo>
                  <a:cubicBezTo>
                    <a:pt x="114" y="1"/>
                    <a:pt x="1" y="114"/>
                    <a:pt x="1" y="252"/>
                  </a:cubicBezTo>
                  <a:cubicBezTo>
                    <a:pt x="1" y="388"/>
                    <a:pt x="114" y="501"/>
                    <a:pt x="250" y="501"/>
                  </a:cubicBezTo>
                  <a:cubicBezTo>
                    <a:pt x="395" y="501"/>
                    <a:pt x="501" y="388"/>
                    <a:pt x="501" y="252"/>
                  </a:cubicBezTo>
                  <a:cubicBezTo>
                    <a:pt x="501" y="114"/>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3" name="Google Shape;14813;p32"/>
            <p:cNvSpPr/>
            <p:nvPr/>
          </p:nvSpPr>
          <p:spPr>
            <a:xfrm>
              <a:off x="2513250" y="1932500"/>
              <a:ext cx="12575" cy="12550"/>
            </a:xfrm>
            <a:custGeom>
              <a:avLst/>
              <a:gdLst/>
              <a:ahLst/>
              <a:cxnLst/>
              <a:rect l="l" t="t" r="r" b="b"/>
              <a:pathLst>
                <a:path w="503" h="502" extrusionOk="0">
                  <a:moveTo>
                    <a:pt x="252" y="1"/>
                  </a:moveTo>
                  <a:cubicBezTo>
                    <a:pt x="109" y="1"/>
                    <a:pt x="0" y="114"/>
                    <a:pt x="0" y="252"/>
                  </a:cubicBezTo>
                  <a:cubicBezTo>
                    <a:pt x="0" y="388"/>
                    <a:pt x="109"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4" name="Google Shape;14814;p32"/>
            <p:cNvSpPr/>
            <p:nvPr/>
          </p:nvSpPr>
          <p:spPr>
            <a:xfrm>
              <a:off x="2605000" y="1932500"/>
              <a:ext cx="12575" cy="12550"/>
            </a:xfrm>
            <a:custGeom>
              <a:avLst/>
              <a:gdLst/>
              <a:ahLst/>
              <a:cxnLst/>
              <a:rect l="l" t="t" r="r" b="b"/>
              <a:pathLst>
                <a:path w="503" h="502" extrusionOk="0">
                  <a:moveTo>
                    <a:pt x="252" y="1"/>
                  </a:moveTo>
                  <a:cubicBezTo>
                    <a:pt x="116" y="1"/>
                    <a:pt x="0" y="114"/>
                    <a:pt x="0" y="252"/>
                  </a:cubicBezTo>
                  <a:cubicBezTo>
                    <a:pt x="0" y="388"/>
                    <a:pt x="116" y="501"/>
                    <a:pt x="252" y="501"/>
                  </a:cubicBezTo>
                  <a:cubicBezTo>
                    <a:pt x="387" y="501"/>
                    <a:pt x="503" y="388"/>
                    <a:pt x="503" y="252"/>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5" name="Google Shape;14815;p32"/>
            <p:cNvSpPr/>
            <p:nvPr/>
          </p:nvSpPr>
          <p:spPr>
            <a:xfrm>
              <a:off x="2696950" y="1932500"/>
              <a:ext cx="12375" cy="12550"/>
            </a:xfrm>
            <a:custGeom>
              <a:avLst/>
              <a:gdLst/>
              <a:ahLst/>
              <a:cxnLst/>
              <a:rect l="l" t="t" r="r" b="b"/>
              <a:pathLst>
                <a:path w="495" h="502" extrusionOk="0">
                  <a:moveTo>
                    <a:pt x="252" y="1"/>
                  </a:moveTo>
                  <a:cubicBezTo>
                    <a:pt x="108" y="1"/>
                    <a:pt x="1" y="114"/>
                    <a:pt x="1" y="252"/>
                  </a:cubicBezTo>
                  <a:cubicBezTo>
                    <a:pt x="1" y="388"/>
                    <a:pt x="108" y="501"/>
                    <a:pt x="252" y="501"/>
                  </a:cubicBezTo>
                  <a:cubicBezTo>
                    <a:pt x="388" y="501"/>
                    <a:pt x="495" y="388"/>
                    <a:pt x="495" y="252"/>
                  </a:cubicBezTo>
                  <a:cubicBezTo>
                    <a:pt x="495"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6" name="Google Shape;14816;p32"/>
            <p:cNvSpPr/>
            <p:nvPr/>
          </p:nvSpPr>
          <p:spPr>
            <a:xfrm>
              <a:off x="2788700" y="19325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7" name="Google Shape;14817;p32"/>
            <p:cNvSpPr/>
            <p:nvPr/>
          </p:nvSpPr>
          <p:spPr>
            <a:xfrm>
              <a:off x="2880675" y="1932500"/>
              <a:ext cx="12375" cy="12550"/>
            </a:xfrm>
            <a:custGeom>
              <a:avLst/>
              <a:gdLst/>
              <a:ahLst/>
              <a:cxnLst/>
              <a:rect l="l" t="t" r="r" b="b"/>
              <a:pathLst>
                <a:path w="495" h="502" extrusionOk="0">
                  <a:moveTo>
                    <a:pt x="243" y="1"/>
                  </a:moveTo>
                  <a:cubicBezTo>
                    <a:pt x="107" y="1"/>
                    <a:pt x="0" y="114"/>
                    <a:pt x="0" y="252"/>
                  </a:cubicBezTo>
                  <a:cubicBezTo>
                    <a:pt x="0" y="388"/>
                    <a:pt x="107" y="501"/>
                    <a:pt x="243" y="501"/>
                  </a:cubicBezTo>
                  <a:cubicBezTo>
                    <a:pt x="387" y="501"/>
                    <a:pt x="494" y="388"/>
                    <a:pt x="494" y="252"/>
                  </a:cubicBezTo>
                  <a:cubicBezTo>
                    <a:pt x="494" y="114"/>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8" name="Google Shape;14818;p32"/>
            <p:cNvSpPr/>
            <p:nvPr/>
          </p:nvSpPr>
          <p:spPr>
            <a:xfrm>
              <a:off x="2972425" y="1932500"/>
              <a:ext cx="12575" cy="12550"/>
            </a:xfrm>
            <a:custGeom>
              <a:avLst/>
              <a:gdLst/>
              <a:ahLst/>
              <a:cxnLst/>
              <a:rect l="l" t="t" r="r" b="b"/>
              <a:pathLst>
                <a:path w="503" h="502" extrusionOk="0">
                  <a:moveTo>
                    <a:pt x="251" y="1"/>
                  </a:moveTo>
                  <a:cubicBezTo>
                    <a:pt x="115" y="1"/>
                    <a:pt x="0" y="114"/>
                    <a:pt x="0" y="252"/>
                  </a:cubicBezTo>
                  <a:cubicBezTo>
                    <a:pt x="0" y="388"/>
                    <a:pt x="115" y="501"/>
                    <a:pt x="251" y="501"/>
                  </a:cubicBezTo>
                  <a:cubicBezTo>
                    <a:pt x="387" y="501"/>
                    <a:pt x="503" y="388"/>
                    <a:pt x="503" y="252"/>
                  </a:cubicBezTo>
                  <a:cubicBezTo>
                    <a:pt x="503"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9" name="Google Shape;14819;p32"/>
            <p:cNvSpPr/>
            <p:nvPr/>
          </p:nvSpPr>
          <p:spPr>
            <a:xfrm>
              <a:off x="3064375" y="1932500"/>
              <a:ext cx="12375" cy="12550"/>
            </a:xfrm>
            <a:custGeom>
              <a:avLst/>
              <a:gdLst/>
              <a:ahLst/>
              <a:cxnLst/>
              <a:rect l="l" t="t" r="r" b="b"/>
              <a:pathLst>
                <a:path w="495" h="502" extrusionOk="0">
                  <a:moveTo>
                    <a:pt x="243" y="1"/>
                  </a:moveTo>
                  <a:cubicBezTo>
                    <a:pt x="107" y="1"/>
                    <a:pt x="1" y="114"/>
                    <a:pt x="1" y="252"/>
                  </a:cubicBezTo>
                  <a:cubicBezTo>
                    <a:pt x="1" y="388"/>
                    <a:pt x="107" y="501"/>
                    <a:pt x="243" y="501"/>
                  </a:cubicBezTo>
                  <a:cubicBezTo>
                    <a:pt x="388" y="501"/>
                    <a:pt x="495" y="388"/>
                    <a:pt x="495" y="252"/>
                  </a:cubicBezTo>
                  <a:cubicBezTo>
                    <a:pt x="495" y="114"/>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0" name="Google Shape;14820;p32"/>
            <p:cNvSpPr/>
            <p:nvPr/>
          </p:nvSpPr>
          <p:spPr>
            <a:xfrm>
              <a:off x="3156125" y="19325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1" name="Google Shape;14821;p32"/>
            <p:cNvSpPr/>
            <p:nvPr/>
          </p:nvSpPr>
          <p:spPr>
            <a:xfrm>
              <a:off x="3247875" y="1932500"/>
              <a:ext cx="12575" cy="12550"/>
            </a:xfrm>
            <a:custGeom>
              <a:avLst/>
              <a:gdLst/>
              <a:ahLst/>
              <a:cxnLst/>
              <a:rect l="l" t="t" r="r" b="b"/>
              <a:pathLst>
                <a:path w="503"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2" name="Google Shape;14822;p32"/>
            <p:cNvSpPr/>
            <p:nvPr/>
          </p:nvSpPr>
          <p:spPr>
            <a:xfrm>
              <a:off x="3339850" y="1932500"/>
              <a:ext cx="12525" cy="12550"/>
            </a:xfrm>
            <a:custGeom>
              <a:avLst/>
              <a:gdLst/>
              <a:ahLst/>
              <a:cxnLst/>
              <a:rect l="l" t="t" r="r" b="b"/>
              <a:pathLst>
                <a:path w="501" h="502" extrusionOk="0">
                  <a:moveTo>
                    <a:pt x="251" y="1"/>
                  </a:moveTo>
                  <a:cubicBezTo>
                    <a:pt x="107" y="1"/>
                    <a:pt x="0" y="114"/>
                    <a:pt x="0" y="252"/>
                  </a:cubicBezTo>
                  <a:cubicBezTo>
                    <a:pt x="0" y="388"/>
                    <a:pt x="107" y="501"/>
                    <a:pt x="251" y="501"/>
                  </a:cubicBezTo>
                  <a:cubicBezTo>
                    <a:pt x="387" y="501"/>
                    <a:pt x="501" y="388"/>
                    <a:pt x="501" y="252"/>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3" name="Google Shape;14823;p32"/>
            <p:cNvSpPr/>
            <p:nvPr/>
          </p:nvSpPr>
          <p:spPr>
            <a:xfrm>
              <a:off x="3431575" y="19325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4" name="Google Shape;14824;p32"/>
            <p:cNvSpPr/>
            <p:nvPr/>
          </p:nvSpPr>
          <p:spPr>
            <a:xfrm>
              <a:off x="3523550" y="1932500"/>
              <a:ext cx="12375" cy="12550"/>
            </a:xfrm>
            <a:custGeom>
              <a:avLst/>
              <a:gdLst/>
              <a:ahLst/>
              <a:cxnLst/>
              <a:rect l="l" t="t" r="r" b="b"/>
              <a:pathLst>
                <a:path w="495" h="502" extrusionOk="0">
                  <a:moveTo>
                    <a:pt x="250" y="1"/>
                  </a:moveTo>
                  <a:cubicBezTo>
                    <a:pt x="107" y="1"/>
                    <a:pt x="0" y="114"/>
                    <a:pt x="0" y="252"/>
                  </a:cubicBezTo>
                  <a:cubicBezTo>
                    <a:pt x="0" y="388"/>
                    <a:pt x="107" y="501"/>
                    <a:pt x="250" y="501"/>
                  </a:cubicBezTo>
                  <a:cubicBezTo>
                    <a:pt x="388" y="501"/>
                    <a:pt x="494" y="388"/>
                    <a:pt x="494" y="252"/>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5" name="Google Shape;14825;p32"/>
            <p:cNvSpPr/>
            <p:nvPr/>
          </p:nvSpPr>
          <p:spPr>
            <a:xfrm>
              <a:off x="676400" y="20244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6" name="Google Shape;14826;p32"/>
            <p:cNvSpPr/>
            <p:nvPr/>
          </p:nvSpPr>
          <p:spPr>
            <a:xfrm>
              <a:off x="768325" y="2024425"/>
              <a:ext cx="12400" cy="12400"/>
            </a:xfrm>
            <a:custGeom>
              <a:avLst/>
              <a:gdLst/>
              <a:ahLst/>
              <a:cxnLst/>
              <a:rect l="l" t="t" r="r" b="b"/>
              <a:pathLst>
                <a:path w="496" h="496" extrusionOk="0">
                  <a:moveTo>
                    <a:pt x="245" y="0"/>
                  </a:moveTo>
                  <a:cubicBezTo>
                    <a:pt x="109" y="0"/>
                    <a:pt x="0" y="109"/>
                    <a:pt x="0" y="245"/>
                  </a:cubicBezTo>
                  <a:cubicBezTo>
                    <a:pt x="0" y="388"/>
                    <a:pt x="109" y="496"/>
                    <a:pt x="245" y="496"/>
                  </a:cubicBezTo>
                  <a:cubicBezTo>
                    <a:pt x="388" y="496"/>
                    <a:pt x="496" y="388"/>
                    <a:pt x="496" y="245"/>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7" name="Google Shape;14827;p32"/>
            <p:cNvSpPr/>
            <p:nvPr/>
          </p:nvSpPr>
          <p:spPr>
            <a:xfrm>
              <a:off x="860125" y="2024425"/>
              <a:ext cx="12525" cy="12400"/>
            </a:xfrm>
            <a:custGeom>
              <a:avLst/>
              <a:gdLst/>
              <a:ahLst/>
              <a:cxnLst/>
              <a:rect l="l" t="t" r="r" b="b"/>
              <a:pathLst>
                <a:path w="501" h="496" extrusionOk="0">
                  <a:moveTo>
                    <a:pt x="251" y="0"/>
                  </a:moveTo>
                  <a:cubicBezTo>
                    <a:pt x="114" y="0"/>
                    <a:pt x="0" y="109"/>
                    <a:pt x="0" y="245"/>
                  </a:cubicBezTo>
                  <a:cubicBezTo>
                    <a:pt x="0" y="388"/>
                    <a:pt x="114" y="496"/>
                    <a:pt x="251" y="496"/>
                  </a:cubicBezTo>
                  <a:cubicBezTo>
                    <a:pt x="387" y="496"/>
                    <a:pt x="501" y="388"/>
                    <a:pt x="501" y="245"/>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8" name="Google Shape;14828;p32"/>
            <p:cNvSpPr/>
            <p:nvPr/>
          </p:nvSpPr>
          <p:spPr>
            <a:xfrm>
              <a:off x="951850" y="20244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9" name="Google Shape;14829;p32"/>
            <p:cNvSpPr/>
            <p:nvPr/>
          </p:nvSpPr>
          <p:spPr>
            <a:xfrm>
              <a:off x="1043825" y="2024425"/>
              <a:ext cx="12375" cy="12400"/>
            </a:xfrm>
            <a:custGeom>
              <a:avLst/>
              <a:gdLst/>
              <a:ahLst/>
              <a:cxnLst/>
              <a:rect l="l" t="t" r="r" b="b"/>
              <a:pathLst>
                <a:path w="495" h="496" extrusionOk="0">
                  <a:moveTo>
                    <a:pt x="250" y="0"/>
                  </a:moveTo>
                  <a:cubicBezTo>
                    <a:pt x="107" y="0"/>
                    <a:pt x="0" y="109"/>
                    <a:pt x="0" y="245"/>
                  </a:cubicBezTo>
                  <a:cubicBezTo>
                    <a:pt x="0" y="388"/>
                    <a:pt x="107" y="496"/>
                    <a:pt x="250" y="496"/>
                  </a:cubicBezTo>
                  <a:cubicBezTo>
                    <a:pt x="388" y="496"/>
                    <a:pt x="494" y="388"/>
                    <a:pt x="494" y="245"/>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0" name="Google Shape;14830;p32"/>
            <p:cNvSpPr/>
            <p:nvPr/>
          </p:nvSpPr>
          <p:spPr>
            <a:xfrm>
              <a:off x="1135575" y="2024425"/>
              <a:ext cx="12575" cy="12400"/>
            </a:xfrm>
            <a:custGeom>
              <a:avLst/>
              <a:gdLst/>
              <a:ahLst/>
              <a:cxnLst/>
              <a:rect l="l" t="t" r="r" b="b"/>
              <a:pathLst>
                <a:path w="503" h="496" extrusionOk="0">
                  <a:moveTo>
                    <a:pt x="252" y="0"/>
                  </a:moveTo>
                  <a:cubicBezTo>
                    <a:pt x="116" y="0"/>
                    <a:pt x="0" y="109"/>
                    <a:pt x="0" y="245"/>
                  </a:cubicBezTo>
                  <a:cubicBezTo>
                    <a:pt x="0" y="388"/>
                    <a:pt x="116" y="496"/>
                    <a:pt x="252" y="496"/>
                  </a:cubicBezTo>
                  <a:cubicBezTo>
                    <a:pt x="387" y="496"/>
                    <a:pt x="503" y="388"/>
                    <a:pt x="503" y="245"/>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1" name="Google Shape;14831;p32"/>
            <p:cNvSpPr/>
            <p:nvPr/>
          </p:nvSpPr>
          <p:spPr>
            <a:xfrm>
              <a:off x="1227500" y="2024425"/>
              <a:ext cx="12400" cy="12400"/>
            </a:xfrm>
            <a:custGeom>
              <a:avLst/>
              <a:gdLst/>
              <a:ahLst/>
              <a:cxnLst/>
              <a:rect l="l" t="t" r="r" b="b"/>
              <a:pathLst>
                <a:path w="496" h="496" extrusionOk="0">
                  <a:moveTo>
                    <a:pt x="251" y="0"/>
                  </a:moveTo>
                  <a:cubicBezTo>
                    <a:pt x="109" y="0"/>
                    <a:pt x="0" y="109"/>
                    <a:pt x="0" y="245"/>
                  </a:cubicBezTo>
                  <a:cubicBezTo>
                    <a:pt x="0" y="388"/>
                    <a:pt x="109" y="496"/>
                    <a:pt x="251" y="496"/>
                  </a:cubicBezTo>
                  <a:cubicBezTo>
                    <a:pt x="387" y="496"/>
                    <a:pt x="496" y="388"/>
                    <a:pt x="496" y="245"/>
                  </a:cubicBezTo>
                  <a:cubicBezTo>
                    <a:pt x="496"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2" name="Google Shape;14832;p32"/>
            <p:cNvSpPr/>
            <p:nvPr/>
          </p:nvSpPr>
          <p:spPr>
            <a:xfrm>
              <a:off x="1319275" y="2024425"/>
              <a:ext cx="12550" cy="12400"/>
            </a:xfrm>
            <a:custGeom>
              <a:avLst/>
              <a:gdLst/>
              <a:ahLst/>
              <a:cxnLst/>
              <a:rect l="l" t="t" r="r" b="b"/>
              <a:pathLst>
                <a:path w="502" h="496" extrusionOk="0">
                  <a:moveTo>
                    <a:pt x="252" y="0"/>
                  </a:moveTo>
                  <a:cubicBezTo>
                    <a:pt x="114" y="0"/>
                    <a:pt x="1" y="109"/>
                    <a:pt x="1" y="245"/>
                  </a:cubicBezTo>
                  <a:cubicBezTo>
                    <a:pt x="1" y="388"/>
                    <a:pt x="114" y="496"/>
                    <a:pt x="252" y="496"/>
                  </a:cubicBezTo>
                  <a:cubicBezTo>
                    <a:pt x="388" y="496"/>
                    <a:pt x="501" y="388"/>
                    <a:pt x="501" y="245"/>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3" name="Google Shape;14833;p32"/>
            <p:cNvSpPr/>
            <p:nvPr/>
          </p:nvSpPr>
          <p:spPr>
            <a:xfrm>
              <a:off x="1411200" y="2024425"/>
              <a:ext cx="12425" cy="12400"/>
            </a:xfrm>
            <a:custGeom>
              <a:avLst/>
              <a:gdLst/>
              <a:ahLst/>
              <a:cxnLst/>
              <a:rect l="l" t="t" r="r" b="b"/>
              <a:pathLst>
                <a:path w="497" h="496" extrusionOk="0">
                  <a:moveTo>
                    <a:pt x="245" y="0"/>
                  </a:moveTo>
                  <a:cubicBezTo>
                    <a:pt x="109" y="0"/>
                    <a:pt x="1" y="109"/>
                    <a:pt x="1" y="245"/>
                  </a:cubicBezTo>
                  <a:cubicBezTo>
                    <a:pt x="1" y="388"/>
                    <a:pt x="109" y="496"/>
                    <a:pt x="245" y="496"/>
                  </a:cubicBezTo>
                  <a:cubicBezTo>
                    <a:pt x="388" y="496"/>
                    <a:pt x="496" y="388"/>
                    <a:pt x="496" y="245"/>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4" name="Google Shape;14834;p32"/>
            <p:cNvSpPr/>
            <p:nvPr/>
          </p:nvSpPr>
          <p:spPr>
            <a:xfrm>
              <a:off x="1503000" y="2024425"/>
              <a:ext cx="12525" cy="12400"/>
            </a:xfrm>
            <a:custGeom>
              <a:avLst/>
              <a:gdLst/>
              <a:ahLst/>
              <a:cxnLst/>
              <a:rect l="l" t="t" r="r" b="b"/>
              <a:pathLst>
                <a:path w="501" h="496" extrusionOk="0">
                  <a:moveTo>
                    <a:pt x="250" y="0"/>
                  </a:moveTo>
                  <a:cubicBezTo>
                    <a:pt x="114" y="0"/>
                    <a:pt x="0" y="109"/>
                    <a:pt x="0" y="245"/>
                  </a:cubicBezTo>
                  <a:cubicBezTo>
                    <a:pt x="0" y="388"/>
                    <a:pt x="114" y="496"/>
                    <a:pt x="250" y="496"/>
                  </a:cubicBezTo>
                  <a:cubicBezTo>
                    <a:pt x="387" y="496"/>
                    <a:pt x="501" y="388"/>
                    <a:pt x="501" y="245"/>
                  </a:cubicBezTo>
                  <a:cubicBezTo>
                    <a:pt x="501" y="109"/>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5" name="Google Shape;14835;p32"/>
            <p:cNvSpPr/>
            <p:nvPr/>
          </p:nvSpPr>
          <p:spPr>
            <a:xfrm>
              <a:off x="1594750" y="2024425"/>
              <a:ext cx="12575" cy="12400"/>
            </a:xfrm>
            <a:custGeom>
              <a:avLst/>
              <a:gdLst/>
              <a:ahLst/>
              <a:cxnLst/>
              <a:rect l="l" t="t" r="r" b="b"/>
              <a:pathLst>
                <a:path w="503" h="496" extrusionOk="0">
                  <a:moveTo>
                    <a:pt x="251" y="0"/>
                  </a:moveTo>
                  <a:cubicBezTo>
                    <a:pt x="115" y="0"/>
                    <a:pt x="0" y="109"/>
                    <a:pt x="0" y="245"/>
                  </a:cubicBezTo>
                  <a:cubicBezTo>
                    <a:pt x="0" y="388"/>
                    <a:pt x="115" y="496"/>
                    <a:pt x="251" y="496"/>
                  </a:cubicBezTo>
                  <a:cubicBezTo>
                    <a:pt x="394" y="496"/>
                    <a:pt x="503" y="388"/>
                    <a:pt x="503" y="245"/>
                  </a:cubicBezTo>
                  <a:cubicBezTo>
                    <a:pt x="503" y="109"/>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6" name="Google Shape;14836;p32"/>
            <p:cNvSpPr/>
            <p:nvPr/>
          </p:nvSpPr>
          <p:spPr>
            <a:xfrm>
              <a:off x="1686650" y="20244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7" name="Google Shape;14837;p32"/>
            <p:cNvSpPr/>
            <p:nvPr/>
          </p:nvSpPr>
          <p:spPr>
            <a:xfrm>
              <a:off x="1778450" y="2024425"/>
              <a:ext cx="12550" cy="12400"/>
            </a:xfrm>
            <a:custGeom>
              <a:avLst/>
              <a:gdLst/>
              <a:ahLst/>
              <a:cxnLst/>
              <a:rect l="l" t="t" r="r" b="b"/>
              <a:pathLst>
                <a:path w="502" h="496" extrusionOk="0">
                  <a:moveTo>
                    <a:pt x="252" y="0"/>
                  </a:moveTo>
                  <a:cubicBezTo>
                    <a:pt x="114" y="0"/>
                    <a:pt x="1" y="109"/>
                    <a:pt x="1" y="245"/>
                  </a:cubicBezTo>
                  <a:cubicBezTo>
                    <a:pt x="1" y="388"/>
                    <a:pt x="114" y="496"/>
                    <a:pt x="252" y="496"/>
                  </a:cubicBezTo>
                  <a:cubicBezTo>
                    <a:pt x="388" y="496"/>
                    <a:pt x="501" y="388"/>
                    <a:pt x="501" y="245"/>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8" name="Google Shape;14838;p32"/>
            <p:cNvSpPr/>
            <p:nvPr/>
          </p:nvSpPr>
          <p:spPr>
            <a:xfrm>
              <a:off x="1870375" y="2024425"/>
              <a:ext cx="12400" cy="12400"/>
            </a:xfrm>
            <a:custGeom>
              <a:avLst/>
              <a:gdLst/>
              <a:ahLst/>
              <a:cxnLst/>
              <a:rect l="l" t="t" r="r" b="b"/>
              <a:pathLst>
                <a:path w="496" h="496" extrusionOk="0">
                  <a:moveTo>
                    <a:pt x="252" y="0"/>
                  </a:moveTo>
                  <a:cubicBezTo>
                    <a:pt x="109" y="0"/>
                    <a:pt x="0" y="109"/>
                    <a:pt x="0" y="245"/>
                  </a:cubicBezTo>
                  <a:cubicBezTo>
                    <a:pt x="0" y="388"/>
                    <a:pt x="109" y="496"/>
                    <a:pt x="252" y="496"/>
                  </a:cubicBezTo>
                  <a:cubicBezTo>
                    <a:pt x="387" y="496"/>
                    <a:pt x="496" y="388"/>
                    <a:pt x="496" y="245"/>
                  </a:cubicBezTo>
                  <a:cubicBezTo>
                    <a:pt x="496"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9" name="Google Shape;14839;p32"/>
            <p:cNvSpPr/>
            <p:nvPr/>
          </p:nvSpPr>
          <p:spPr>
            <a:xfrm>
              <a:off x="1962150" y="2024425"/>
              <a:ext cx="12550" cy="12400"/>
            </a:xfrm>
            <a:custGeom>
              <a:avLst/>
              <a:gdLst/>
              <a:ahLst/>
              <a:cxnLst/>
              <a:rect l="l" t="t" r="r" b="b"/>
              <a:pathLst>
                <a:path w="502" h="496" extrusionOk="0">
                  <a:moveTo>
                    <a:pt x="250" y="0"/>
                  </a:moveTo>
                  <a:cubicBezTo>
                    <a:pt x="114" y="0"/>
                    <a:pt x="1" y="109"/>
                    <a:pt x="1" y="245"/>
                  </a:cubicBezTo>
                  <a:cubicBezTo>
                    <a:pt x="1" y="388"/>
                    <a:pt x="114" y="496"/>
                    <a:pt x="250" y="496"/>
                  </a:cubicBezTo>
                  <a:cubicBezTo>
                    <a:pt x="388" y="496"/>
                    <a:pt x="502" y="388"/>
                    <a:pt x="502" y="245"/>
                  </a:cubicBezTo>
                  <a:cubicBezTo>
                    <a:pt x="502"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0" name="Google Shape;14840;p32"/>
            <p:cNvSpPr/>
            <p:nvPr/>
          </p:nvSpPr>
          <p:spPr>
            <a:xfrm>
              <a:off x="2054075" y="2024425"/>
              <a:ext cx="12425" cy="12400"/>
            </a:xfrm>
            <a:custGeom>
              <a:avLst/>
              <a:gdLst/>
              <a:ahLst/>
              <a:cxnLst/>
              <a:rect l="l" t="t" r="r" b="b"/>
              <a:pathLst>
                <a:path w="497" h="496" extrusionOk="0">
                  <a:moveTo>
                    <a:pt x="252" y="0"/>
                  </a:moveTo>
                  <a:cubicBezTo>
                    <a:pt x="109" y="0"/>
                    <a:pt x="1" y="109"/>
                    <a:pt x="1" y="245"/>
                  </a:cubicBezTo>
                  <a:cubicBezTo>
                    <a:pt x="1" y="388"/>
                    <a:pt x="109" y="496"/>
                    <a:pt x="252" y="496"/>
                  </a:cubicBezTo>
                  <a:cubicBezTo>
                    <a:pt x="388" y="496"/>
                    <a:pt x="496" y="388"/>
                    <a:pt x="496" y="245"/>
                  </a:cubicBezTo>
                  <a:cubicBezTo>
                    <a:pt x="496"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1" name="Google Shape;14841;p32"/>
            <p:cNvSpPr/>
            <p:nvPr/>
          </p:nvSpPr>
          <p:spPr>
            <a:xfrm>
              <a:off x="2145825" y="20244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2" name="Google Shape;14842;p32"/>
            <p:cNvSpPr/>
            <p:nvPr/>
          </p:nvSpPr>
          <p:spPr>
            <a:xfrm>
              <a:off x="2237800" y="2024425"/>
              <a:ext cx="12350" cy="12400"/>
            </a:xfrm>
            <a:custGeom>
              <a:avLst/>
              <a:gdLst/>
              <a:ahLst/>
              <a:cxnLst/>
              <a:rect l="l" t="t" r="r" b="b"/>
              <a:pathLst>
                <a:path w="494" h="496" extrusionOk="0">
                  <a:moveTo>
                    <a:pt x="244" y="0"/>
                  </a:moveTo>
                  <a:cubicBezTo>
                    <a:pt x="107" y="0"/>
                    <a:pt x="0" y="109"/>
                    <a:pt x="0" y="245"/>
                  </a:cubicBezTo>
                  <a:cubicBezTo>
                    <a:pt x="0" y="388"/>
                    <a:pt x="107" y="496"/>
                    <a:pt x="244" y="496"/>
                  </a:cubicBezTo>
                  <a:cubicBezTo>
                    <a:pt x="387" y="496"/>
                    <a:pt x="494" y="388"/>
                    <a:pt x="494" y="245"/>
                  </a:cubicBezTo>
                  <a:cubicBezTo>
                    <a:pt x="494" y="109"/>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3" name="Google Shape;14843;p32"/>
            <p:cNvSpPr/>
            <p:nvPr/>
          </p:nvSpPr>
          <p:spPr>
            <a:xfrm>
              <a:off x="2329550" y="2024425"/>
              <a:ext cx="12575" cy="12400"/>
            </a:xfrm>
            <a:custGeom>
              <a:avLst/>
              <a:gdLst/>
              <a:ahLst/>
              <a:cxnLst/>
              <a:rect l="l" t="t" r="r" b="b"/>
              <a:pathLst>
                <a:path w="503" h="496" extrusionOk="0">
                  <a:moveTo>
                    <a:pt x="251" y="0"/>
                  </a:moveTo>
                  <a:cubicBezTo>
                    <a:pt x="115" y="0"/>
                    <a:pt x="0" y="109"/>
                    <a:pt x="0" y="245"/>
                  </a:cubicBezTo>
                  <a:cubicBezTo>
                    <a:pt x="0" y="388"/>
                    <a:pt x="115" y="496"/>
                    <a:pt x="251" y="496"/>
                  </a:cubicBezTo>
                  <a:cubicBezTo>
                    <a:pt x="387" y="496"/>
                    <a:pt x="502" y="388"/>
                    <a:pt x="502" y="245"/>
                  </a:cubicBezTo>
                  <a:cubicBezTo>
                    <a:pt x="502"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4" name="Google Shape;14844;p32"/>
            <p:cNvSpPr/>
            <p:nvPr/>
          </p:nvSpPr>
          <p:spPr>
            <a:xfrm>
              <a:off x="2421325" y="2024425"/>
              <a:ext cx="12550" cy="12400"/>
            </a:xfrm>
            <a:custGeom>
              <a:avLst/>
              <a:gdLst/>
              <a:ahLst/>
              <a:cxnLst/>
              <a:rect l="l" t="t" r="r" b="b"/>
              <a:pathLst>
                <a:path w="502" h="496" extrusionOk="0">
                  <a:moveTo>
                    <a:pt x="250" y="0"/>
                  </a:moveTo>
                  <a:cubicBezTo>
                    <a:pt x="114" y="0"/>
                    <a:pt x="1" y="109"/>
                    <a:pt x="1" y="245"/>
                  </a:cubicBezTo>
                  <a:cubicBezTo>
                    <a:pt x="1" y="388"/>
                    <a:pt x="114" y="496"/>
                    <a:pt x="250" y="496"/>
                  </a:cubicBezTo>
                  <a:cubicBezTo>
                    <a:pt x="395" y="496"/>
                    <a:pt x="501" y="388"/>
                    <a:pt x="501" y="245"/>
                  </a:cubicBezTo>
                  <a:cubicBezTo>
                    <a:pt x="501" y="109"/>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5" name="Google Shape;14845;p32"/>
            <p:cNvSpPr/>
            <p:nvPr/>
          </p:nvSpPr>
          <p:spPr>
            <a:xfrm>
              <a:off x="2513250" y="2024425"/>
              <a:ext cx="12575" cy="12400"/>
            </a:xfrm>
            <a:custGeom>
              <a:avLst/>
              <a:gdLst/>
              <a:ahLst/>
              <a:cxnLst/>
              <a:rect l="l" t="t" r="r" b="b"/>
              <a:pathLst>
                <a:path w="503" h="496" extrusionOk="0">
                  <a:moveTo>
                    <a:pt x="252" y="0"/>
                  </a:moveTo>
                  <a:cubicBezTo>
                    <a:pt x="109" y="0"/>
                    <a:pt x="0" y="109"/>
                    <a:pt x="0" y="245"/>
                  </a:cubicBezTo>
                  <a:cubicBezTo>
                    <a:pt x="0" y="388"/>
                    <a:pt x="109"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6" name="Google Shape;14846;p32"/>
            <p:cNvSpPr/>
            <p:nvPr/>
          </p:nvSpPr>
          <p:spPr>
            <a:xfrm>
              <a:off x="2605000" y="2024425"/>
              <a:ext cx="12575" cy="12400"/>
            </a:xfrm>
            <a:custGeom>
              <a:avLst/>
              <a:gdLst/>
              <a:ahLst/>
              <a:cxnLst/>
              <a:rect l="l" t="t" r="r" b="b"/>
              <a:pathLst>
                <a:path w="503" h="496" extrusionOk="0">
                  <a:moveTo>
                    <a:pt x="252" y="0"/>
                  </a:moveTo>
                  <a:cubicBezTo>
                    <a:pt x="116" y="0"/>
                    <a:pt x="0" y="109"/>
                    <a:pt x="0" y="245"/>
                  </a:cubicBezTo>
                  <a:cubicBezTo>
                    <a:pt x="0" y="388"/>
                    <a:pt x="116" y="496"/>
                    <a:pt x="252" y="496"/>
                  </a:cubicBezTo>
                  <a:cubicBezTo>
                    <a:pt x="387" y="496"/>
                    <a:pt x="503" y="388"/>
                    <a:pt x="503" y="245"/>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7" name="Google Shape;14847;p32"/>
            <p:cNvSpPr/>
            <p:nvPr/>
          </p:nvSpPr>
          <p:spPr>
            <a:xfrm>
              <a:off x="2696950" y="2024425"/>
              <a:ext cx="12375" cy="12400"/>
            </a:xfrm>
            <a:custGeom>
              <a:avLst/>
              <a:gdLst/>
              <a:ahLst/>
              <a:cxnLst/>
              <a:rect l="l" t="t" r="r" b="b"/>
              <a:pathLst>
                <a:path w="495" h="496" extrusionOk="0">
                  <a:moveTo>
                    <a:pt x="252" y="0"/>
                  </a:moveTo>
                  <a:cubicBezTo>
                    <a:pt x="108" y="0"/>
                    <a:pt x="1" y="109"/>
                    <a:pt x="1" y="245"/>
                  </a:cubicBezTo>
                  <a:cubicBezTo>
                    <a:pt x="1" y="388"/>
                    <a:pt x="108" y="496"/>
                    <a:pt x="252" y="496"/>
                  </a:cubicBezTo>
                  <a:cubicBezTo>
                    <a:pt x="388" y="496"/>
                    <a:pt x="495" y="388"/>
                    <a:pt x="495" y="245"/>
                  </a:cubicBezTo>
                  <a:cubicBezTo>
                    <a:pt x="495"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8" name="Google Shape;14848;p32"/>
            <p:cNvSpPr/>
            <p:nvPr/>
          </p:nvSpPr>
          <p:spPr>
            <a:xfrm>
              <a:off x="2788700" y="20244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9" name="Google Shape;14849;p32"/>
            <p:cNvSpPr/>
            <p:nvPr/>
          </p:nvSpPr>
          <p:spPr>
            <a:xfrm>
              <a:off x="2880675" y="2024425"/>
              <a:ext cx="12375" cy="12400"/>
            </a:xfrm>
            <a:custGeom>
              <a:avLst/>
              <a:gdLst/>
              <a:ahLst/>
              <a:cxnLst/>
              <a:rect l="l" t="t" r="r" b="b"/>
              <a:pathLst>
                <a:path w="495" h="496" extrusionOk="0">
                  <a:moveTo>
                    <a:pt x="243" y="0"/>
                  </a:moveTo>
                  <a:cubicBezTo>
                    <a:pt x="107" y="0"/>
                    <a:pt x="0" y="109"/>
                    <a:pt x="0" y="245"/>
                  </a:cubicBezTo>
                  <a:cubicBezTo>
                    <a:pt x="0" y="388"/>
                    <a:pt x="107" y="496"/>
                    <a:pt x="243" y="496"/>
                  </a:cubicBezTo>
                  <a:cubicBezTo>
                    <a:pt x="387" y="496"/>
                    <a:pt x="494" y="388"/>
                    <a:pt x="494" y="245"/>
                  </a:cubicBezTo>
                  <a:cubicBezTo>
                    <a:pt x="494" y="109"/>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0" name="Google Shape;14850;p32"/>
            <p:cNvSpPr/>
            <p:nvPr/>
          </p:nvSpPr>
          <p:spPr>
            <a:xfrm>
              <a:off x="2972425" y="2024425"/>
              <a:ext cx="12575" cy="12400"/>
            </a:xfrm>
            <a:custGeom>
              <a:avLst/>
              <a:gdLst/>
              <a:ahLst/>
              <a:cxnLst/>
              <a:rect l="l" t="t" r="r" b="b"/>
              <a:pathLst>
                <a:path w="503" h="496" extrusionOk="0">
                  <a:moveTo>
                    <a:pt x="251" y="0"/>
                  </a:moveTo>
                  <a:cubicBezTo>
                    <a:pt x="115" y="0"/>
                    <a:pt x="0" y="109"/>
                    <a:pt x="0" y="245"/>
                  </a:cubicBezTo>
                  <a:cubicBezTo>
                    <a:pt x="0" y="388"/>
                    <a:pt x="115" y="496"/>
                    <a:pt x="251" y="496"/>
                  </a:cubicBezTo>
                  <a:cubicBezTo>
                    <a:pt x="387" y="496"/>
                    <a:pt x="503" y="388"/>
                    <a:pt x="503" y="245"/>
                  </a:cubicBezTo>
                  <a:cubicBezTo>
                    <a:pt x="503"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1" name="Google Shape;14851;p32"/>
            <p:cNvSpPr/>
            <p:nvPr/>
          </p:nvSpPr>
          <p:spPr>
            <a:xfrm>
              <a:off x="3064375" y="2024425"/>
              <a:ext cx="12375" cy="12400"/>
            </a:xfrm>
            <a:custGeom>
              <a:avLst/>
              <a:gdLst/>
              <a:ahLst/>
              <a:cxnLst/>
              <a:rect l="l" t="t" r="r" b="b"/>
              <a:pathLst>
                <a:path w="495" h="496" extrusionOk="0">
                  <a:moveTo>
                    <a:pt x="243" y="0"/>
                  </a:moveTo>
                  <a:cubicBezTo>
                    <a:pt x="107" y="0"/>
                    <a:pt x="1" y="109"/>
                    <a:pt x="1" y="245"/>
                  </a:cubicBezTo>
                  <a:cubicBezTo>
                    <a:pt x="1" y="388"/>
                    <a:pt x="107" y="496"/>
                    <a:pt x="243" y="496"/>
                  </a:cubicBezTo>
                  <a:cubicBezTo>
                    <a:pt x="388" y="496"/>
                    <a:pt x="495" y="388"/>
                    <a:pt x="495" y="245"/>
                  </a:cubicBezTo>
                  <a:cubicBezTo>
                    <a:pt x="495" y="109"/>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2" name="Google Shape;14852;p32"/>
            <p:cNvSpPr/>
            <p:nvPr/>
          </p:nvSpPr>
          <p:spPr>
            <a:xfrm>
              <a:off x="3156125" y="20244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3" name="Google Shape;14853;p32"/>
            <p:cNvSpPr/>
            <p:nvPr/>
          </p:nvSpPr>
          <p:spPr>
            <a:xfrm>
              <a:off x="3247875" y="2024425"/>
              <a:ext cx="12575" cy="12400"/>
            </a:xfrm>
            <a:custGeom>
              <a:avLst/>
              <a:gdLst/>
              <a:ahLst/>
              <a:cxnLst/>
              <a:rect l="l" t="t" r="r" b="b"/>
              <a:pathLst>
                <a:path w="503"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4" name="Google Shape;14854;p32"/>
            <p:cNvSpPr/>
            <p:nvPr/>
          </p:nvSpPr>
          <p:spPr>
            <a:xfrm>
              <a:off x="3339850" y="2024425"/>
              <a:ext cx="12525" cy="12400"/>
            </a:xfrm>
            <a:custGeom>
              <a:avLst/>
              <a:gdLst/>
              <a:ahLst/>
              <a:cxnLst/>
              <a:rect l="l" t="t" r="r" b="b"/>
              <a:pathLst>
                <a:path w="501" h="496" extrusionOk="0">
                  <a:moveTo>
                    <a:pt x="251" y="0"/>
                  </a:moveTo>
                  <a:cubicBezTo>
                    <a:pt x="107" y="0"/>
                    <a:pt x="0" y="109"/>
                    <a:pt x="0" y="245"/>
                  </a:cubicBezTo>
                  <a:cubicBezTo>
                    <a:pt x="0" y="388"/>
                    <a:pt x="107" y="496"/>
                    <a:pt x="251" y="496"/>
                  </a:cubicBezTo>
                  <a:cubicBezTo>
                    <a:pt x="387" y="496"/>
                    <a:pt x="501" y="388"/>
                    <a:pt x="501" y="245"/>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5" name="Google Shape;14855;p32"/>
            <p:cNvSpPr/>
            <p:nvPr/>
          </p:nvSpPr>
          <p:spPr>
            <a:xfrm>
              <a:off x="3431575" y="20244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6" name="Google Shape;14856;p32"/>
            <p:cNvSpPr/>
            <p:nvPr/>
          </p:nvSpPr>
          <p:spPr>
            <a:xfrm>
              <a:off x="3523550" y="2024425"/>
              <a:ext cx="12375" cy="12400"/>
            </a:xfrm>
            <a:custGeom>
              <a:avLst/>
              <a:gdLst/>
              <a:ahLst/>
              <a:cxnLst/>
              <a:rect l="l" t="t" r="r" b="b"/>
              <a:pathLst>
                <a:path w="495" h="496" extrusionOk="0">
                  <a:moveTo>
                    <a:pt x="250" y="0"/>
                  </a:moveTo>
                  <a:cubicBezTo>
                    <a:pt x="107" y="0"/>
                    <a:pt x="0" y="109"/>
                    <a:pt x="0" y="245"/>
                  </a:cubicBezTo>
                  <a:cubicBezTo>
                    <a:pt x="0" y="388"/>
                    <a:pt x="107" y="496"/>
                    <a:pt x="250" y="496"/>
                  </a:cubicBezTo>
                  <a:cubicBezTo>
                    <a:pt x="388" y="496"/>
                    <a:pt x="494" y="388"/>
                    <a:pt x="494" y="245"/>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7" name="Google Shape;14857;p32"/>
            <p:cNvSpPr/>
            <p:nvPr/>
          </p:nvSpPr>
          <p:spPr>
            <a:xfrm>
              <a:off x="676400" y="21162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8" name="Google Shape;14858;p32"/>
            <p:cNvSpPr/>
            <p:nvPr/>
          </p:nvSpPr>
          <p:spPr>
            <a:xfrm>
              <a:off x="768325" y="2116225"/>
              <a:ext cx="12400" cy="12525"/>
            </a:xfrm>
            <a:custGeom>
              <a:avLst/>
              <a:gdLst/>
              <a:ahLst/>
              <a:cxnLst/>
              <a:rect l="l" t="t" r="r" b="b"/>
              <a:pathLst>
                <a:path w="496" h="501" extrusionOk="0">
                  <a:moveTo>
                    <a:pt x="245" y="0"/>
                  </a:moveTo>
                  <a:cubicBezTo>
                    <a:pt x="109" y="0"/>
                    <a:pt x="0" y="114"/>
                    <a:pt x="0" y="250"/>
                  </a:cubicBezTo>
                  <a:cubicBezTo>
                    <a:pt x="0" y="387"/>
                    <a:pt x="109" y="501"/>
                    <a:pt x="245" y="501"/>
                  </a:cubicBezTo>
                  <a:cubicBezTo>
                    <a:pt x="388" y="501"/>
                    <a:pt x="496" y="387"/>
                    <a:pt x="496" y="250"/>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9" name="Google Shape;14859;p32"/>
            <p:cNvSpPr/>
            <p:nvPr/>
          </p:nvSpPr>
          <p:spPr>
            <a:xfrm>
              <a:off x="860125" y="2116225"/>
              <a:ext cx="12525" cy="12525"/>
            </a:xfrm>
            <a:custGeom>
              <a:avLst/>
              <a:gdLst/>
              <a:ahLst/>
              <a:cxnLst/>
              <a:rect l="l" t="t" r="r" b="b"/>
              <a:pathLst>
                <a:path w="501" h="501" extrusionOk="0">
                  <a:moveTo>
                    <a:pt x="251" y="0"/>
                  </a:moveTo>
                  <a:cubicBezTo>
                    <a:pt x="114" y="0"/>
                    <a:pt x="0" y="114"/>
                    <a:pt x="0" y="250"/>
                  </a:cubicBezTo>
                  <a:cubicBezTo>
                    <a:pt x="0" y="387"/>
                    <a:pt x="114" y="501"/>
                    <a:pt x="251" y="501"/>
                  </a:cubicBezTo>
                  <a:cubicBezTo>
                    <a:pt x="387" y="501"/>
                    <a:pt x="501" y="387"/>
                    <a:pt x="501" y="250"/>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0" name="Google Shape;14860;p32"/>
            <p:cNvSpPr/>
            <p:nvPr/>
          </p:nvSpPr>
          <p:spPr>
            <a:xfrm>
              <a:off x="951850" y="21162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1" name="Google Shape;14861;p32"/>
            <p:cNvSpPr/>
            <p:nvPr/>
          </p:nvSpPr>
          <p:spPr>
            <a:xfrm>
              <a:off x="1043825" y="2116225"/>
              <a:ext cx="12375" cy="12525"/>
            </a:xfrm>
            <a:custGeom>
              <a:avLst/>
              <a:gdLst/>
              <a:ahLst/>
              <a:cxnLst/>
              <a:rect l="l" t="t" r="r" b="b"/>
              <a:pathLst>
                <a:path w="495" h="501" extrusionOk="0">
                  <a:moveTo>
                    <a:pt x="250" y="0"/>
                  </a:moveTo>
                  <a:cubicBezTo>
                    <a:pt x="107" y="0"/>
                    <a:pt x="0" y="114"/>
                    <a:pt x="0" y="250"/>
                  </a:cubicBezTo>
                  <a:cubicBezTo>
                    <a:pt x="0" y="387"/>
                    <a:pt x="107" y="501"/>
                    <a:pt x="250" y="501"/>
                  </a:cubicBezTo>
                  <a:cubicBezTo>
                    <a:pt x="388" y="501"/>
                    <a:pt x="494" y="387"/>
                    <a:pt x="494" y="250"/>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2" name="Google Shape;14862;p32"/>
            <p:cNvSpPr/>
            <p:nvPr/>
          </p:nvSpPr>
          <p:spPr>
            <a:xfrm>
              <a:off x="1135575" y="2116225"/>
              <a:ext cx="12575" cy="12525"/>
            </a:xfrm>
            <a:custGeom>
              <a:avLst/>
              <a:gdLst/>
              <a:ahLst/>
              <a:cxnLst/>
              <a:rect l="l" t="t" r="r" b="b"/>
              <a:pathLst>
                <a:path w="503" h="501" extrusionOk="0">
                  <a:moveTo>
                    <a:pt x="252" y="0"/>
                  </a:moveTo>
                  <a:cubicBezTo>
                    <a:pt x="116" y="0"/>
                    <a:pt x="0" y="114"/>
                    <a:pt x="0" y="250"/>
                  </a:cubicBezTo>
                  <a:cubicBezTo>
                    <a:pt x="0" y="387"/>
                    <a:pt x="116" y="501"/>
                    <a:pt x="252" y="501"/>
                  </a:cubicBezTo>
                  <a:cubicBezTo>
                    <a:pt x="387" y="501"/>
                    <a:pt x="503" y="387"/>
                    <a:pt x="503" y="250"/>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3" name="Google Shape;14863;p32"/>
            <p:cNvSpPr/>
            <p:nvPr/>
          </p:nvSpPr>
          <p:spPr>
            <a:xfrm>
              <a:off x="1227500" y="2116225"/>
              <a:ext cx="12400" cy="12525"/>
            </a:xfrm>
            <a:custGeom>
              <a:avLst/>
              <a:gdLst/>
              <a:ahLst/>
              <a:cxnLst/>
              <a:rect l="l" t="t" r="r" b="b"/>
              <a:pathLst>
                <a:path w="496" h="501" extrusionOk="0">
                  <a:moveTo>
                    <a:pt x="251" y="0"/>
                  </a:moveTo>
                  <a:cubicBezTo>
                    <a:pt x="109" y="0"/>
                    <a:pt x="0" y="114"/>
                    <a:pt x="0" y="250"/>
                  </a:cubicBezTo>
                  <a:cubicBezTo>
                    <a:pt x="0" y="387"/>
                    <a:pt x="109" y="501"/>
                    <a:pt x="251" y="501"/>
                  </a:cubicBezTo>
                  <a:cubicBezTo>
                    <a:pt x="387" y="501"/>
                    <a:pt x="496" y="387"/>
                    <a:pt x="496" y="250"/>
                  </a:cubicBezTo>
                  <a:cubicBezTo>
                    <a:pt x="496"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4" name="Google Shape;14864;p32"/>
            <p:cNvSpPr/>
            <p:nvPr/>
          </p:nvSpPr>
          <p:spPr>
            <a:xfrm>
              <a:off x="1319275" y="2116225"/>
              <a:ext cx="12550" cy="12525"/>
            </a:xfrm>
            <a:custGeom>
              <a:avLst/>
              <a:gdLst/>
              <a:ahLst/>
              <a:cxnLst/>
              <a:rect l="l" t="t" r="r" b="b"/>
              <a:pathLst>
                <a:path w="502" h="501" extrusionOk="0">
                  <a:moveTo>
                    <a:pt x="252" y="0"/>
                  </a:moveTo>
                  <a:cubicBezTo>
                    <a:pt x="114" y="0"/>
                    <a:pt x="1" y="114"/>
                    <a:pt x="1" y="250"/>
                  </a:cubicBezTo>
                  <a:cubicBezTo>
                    <a:pt x="1" y="387"/>
                    <a:pt x="114" y="501"/>
                    <a:pt x="252" y="501"/>
                  </a:cubicBezTo>
                  <a:cubicBezTo>
                    <a:pt x="388" y="501"/>
                    <a:pt x="501" y="387"/>
                    <a:pt x="501" y="250"/>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5" name="Google Shape;14865;p32"/>
            <p:cNvSpPr/>
            <p:nvPr/>
          </p:nvSpPr>
          <p:spPr>
            <a:xfrm>
              <a:off x="1411200" y="2116225"/>
              <a:ext cx="12425" cy="12525"/>
            </a:xfrm>
            <a:custGeom>
              <a:avLst/>
              <a:gdLst/>
              <a:ahLst/>
              <a:cxnLst/>
              <a:rect l="l" t="t" r="r" b="b"/>
              <a:pathLst>
                <a:path w="497" h="501" extrusionOk="0">
                  <a:moveTo>
                    <a:pt x="245" y="0"/>
                  </a:moveTo>
                  <a:cubicBezTo>
                    <a:pt x="109" y="0"/>
                    <a:pt x="1" y="114"/>
                    <a:pt x="1" y="250"/>
                  </a:cubicBezTo>
                  <a:cubicBezTo>
                    <a:pt x="1" y="387"/>
                    <a:pt x="109" y="501"/>
                    <a:pt x="245" y="501"/>
                  </a:cubicBezTo>
                  <a:cubicBezTo>
                    <a:pt x="388" y="501"/>
                    <a:pt x="496" y="387"/>
                    <a:pt x="496" y="250"/>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6" name="Google Shape;14866;p32"/>
            <p:cNvSpPr/>
            <p:nvPr/>
          </p:nvSpPr>
          <p:spPr>
            <a:xfrm>
              <a:off x="1503000" y="2116225"/>
              <a:ext cx="12525" cy="12525"/>
            </a:xfrm>
            <a:custGeom>
              <a:avLst/>
              <a:gdLst/>
              <a:ahLst/>
              <a:cxnLst/>
              <a:rect l="l" t="t" r="r" b="b"/>
              <a:pathLst>
                <a:path w="501" h="501" extrusionOk="0">
                  <a:moveTo>
                    <a:pt x="250" y="0"/>
                  </a:moveTo>
                  <a:cubicBezTo>
                    <a:pt x="114" y="0"/>
                    <a:pt x="0" y="114"/>
                    <a:pt x="0" y="250"/>
                  </a:cubicBezTo>
                  <a:cubicBezTo>
                    <a:pt x="0" y="387"/>
                    <a:pt x="114" y="501"/>
                    <a:pt x="250" y="501"/>
                  </a:cubicBezTo>
                  <a:cubicBezTo>
                    <a:pt x="387" y="501"/>
                    <a:pt x="501" y="387"/>
                    <a:pt x="501" y="250"/>
                  </a:cubicBezTo>
                  <a:cubicBezTo>
                    <a:pt x="501" y="114"/>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7" name="Google Shape;14867;p32"/>
            <p:cNvSpPr/>
            <p:nvPr/>
          </p:nvSpPr>
          <p:spPr>
            <a:xfrm>
              <a:off x="1594750" y="2116225"/>
              <a:ext cx="12575" cy="12525"/>
            </a:xfrm>
            <a:custGeom>
              <a:avLst/>
              <a:gdLst/>
              <a:ahLst/>
              <a:cxnLst/>
              <a:rect l="l" t="t" r="r" b="b"/>
              <a:pathLst>
                <a:path w="503" h="501" extrusionOk="0">
                  <a:moveTo>
                    <a:pt x="251" y="0"/>
                  </a:moveTo>
                  <a:cubicBezTo>
                    <a:pt x="115" y="0"/>
                    <a:pt x="0" y="114"/>
                    <a:pt x="0" y="250"/>
                  </a:cubicBezTo>
                  <a:cubicBezTo>
                    <a:pt x="0" y="387"/>
                    <a:pt x="115" y="501"/>
                    <a:pt x="251" y="501"/>
                  </a:cubicBezTo>
                  <a:cubicBezTo>
                    <a:pt x="394" y="501"/>
                    <a:pt x="503" y="387"/>
                    <a:pt x="503" y="250"/>
                  </a:cubicBezTo>
                  <a:cubicBezTo>
                    <a:pt x="503" y="114"/>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8" name="Google Shape;14868;p32"/>
            <p:cNvSpPr/>
            <p:nvPr/>
          </p:nvSpPr>
          <p:spPr>
            <a:xfrm>
              <a:off x="1686650" y="21162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9" name="Google Shape;14869;p32"/>
            <p:cNvSpPr/>
            <p:nvPr/>
          </p:nvSpPr>
          <p:spPr>
            <a:xfrm>
              <a:off x="1778450" y="2116225"/>
              <a:ext cx="12550" cy="12525"/>
            </a:xfrm>
            <a:custGeom>
              <a:avLst/>
              <a:gdLst/>
              <a:ahLst/>
              <a:cxnLst/>
              <a:rect l="l" t="t" r="r" b="b"/>
              <a:pathLst>
                <a:path w="502" h="501" extrusionOk="0">
                  <a:moveTo>
                    <a:pt x="252" y="0"/>
                  </a:moveTo>
                  <a:cubicBezTo>
                    <a:pt x="114" y="0"/>
                    <a:pt x="1" y="114"/>
                    <a:pt x="1" y="250"/>
                  </a:cubicBezTo>
                  <a:cubicBezTo>
                    <a:pt x="1" y="387"/>
                    <a:pt x="114" y="501"/>
                    <a:pt x="252" y="501"/>
                  </a:cubicBezTo>
                  <a:cubicBezTo>
                    <a:pt x="388" y="501"/>
                    <a:pt x="501" y="387"/>
                    <a:pt x="501" y="250"/>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0" name="Google Shape;14870;p32"/>
            <p:cNvSpPr/>
            <p:nvPr/>
          </p:nvSpPr>
          <p:spPr>
            <a:xfrm>
              <a:off x="1870375" y="2116225"/>
              <a:ext cx="12400" cy="12525"/>
            </a:xfrm>
            <a:custGeom>
              <a:avLst/>
              <a:gdLst/>
              <a:ahLst/>
              <a:cxnLst/>
              <a:rect l="l" t="t" r="r" b="b"/>
              <a:pathLst>
                <a:path w="496" h="501" extrusionOk="0">
                  <a:moveTo>
                    <a:pt x="252" y="0"/>
                  </a:moveTo>
                  <a:cubicBezTo>
                    <a:pt x="109" y="0"/>
                    <a:pt x="0" y="114"/>
                    <a:pt x="0" y="250"/>
                  </a:cubicBezTo>
                  <a:cubicBezTo>
                    <a:pt x="0" y="387"/>
                    <a:pt x="109" y="501"/>
                    <a:pt x="252" y="501"/>
                  </a:cubicBezTo>
                  <a:cubicBezTo>
                    <a:pt x="387" y="501"/>
                    <a:pt x="496" y="387"/>
                    <a:pt x="496" y="250"/>
                  </a:cubicBezTo>
                  <a:cubicBezTo>
                    <a:pt x="496"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1" name="Google Shape;14871;p32"/>
            <p:cNvSpPr/>
            <p:nvPr/>
          </p:nvSpPr>
          <p:spPr>
            <a:xfrm>
              <a:off x="1962150" y="2116225"/>
              <a:ext cx="12550" cy="12525"/>
            </a:xfrm>
            <a:custGeom>
              <a:avLst/>
              <a:gdLst/>
              <a:ahLst/>
              <a:cxnLst/>
              <a:rect l="l" t="t" r="r" b="b"/>
              <a:pathLst>
                <a:path w="502" h="501" extrusionOk="0">
                  <a:moveTo>
                    <a:pt x="250" y="0"/>
                  </a:moveTo>
                  <a:cubicBezTo>
                    <a:pt x="114" y="0"/>
                    <a:pt x="1" y="114"/>
                    <a:pt x="1" y="250"/>
                  </a:cubicBezTo>
                  <a:cubicBezTo>
                    <a:pt x="1" y="387"/>
                    <a:pt x="114" y="501"/>
                    <a:pt x="250" y="501"/>
                  </a:cubicBezTo>
                  <a:cubicBezTo>
                    <a:pt x="388" y="501"/>
                    <a:pt x="502" y="387"/>
                    <a:pt x="502" y="250"/>
                  </a:cubicBezTo>
                  <a:cubicBezTo>
                    <a:pt x="502"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2" name="Google Shape;14872;p32"/>
            <p:cNvSpPr/>
            <p:nvPr/>
          </p:nvSpPr>
          <p:spPr>
            <a:xfrm>
              <a:off x="2054075" y="2116225"/>
              <a:ext cx="12425" cy="12525"/>
            </a:xfrm>
            <a:custGeom>
              <a:avLst/>
              <a:gdLst/>
              <a:ahLst/>
              <a:cxnLst/>
              <a:rect l="l" t="t" r="r" b="b"/>
              <a:pathLst>
                <a:path w="497" h="501" extrusionOk="0">
                  <a:moveTo>
                    <a:pt x="252" y="0"/>
                  </a:moveTo>
                  <a:cubicBezTo>
                    <a:pt x="109" y="0"/>
                    <a:pt x="1" y="114"/>
                    <a:pt x="1" y="250"/>
                  </a:cubicBezTo>
                  <a:cubicBezTo>
                    <a:pt x="1" y="387"/>
                    <a:pt x="109" y="501"/>
                    <a:pt x="252" y="501"/>
                  </a:cubicBezTo>
                  <a:cubicBezTo>
                    <a:pt x="388" y="501"/>
                    <a:pt x="496" y="387"/>
                    <a:pt x="496" y="250"/>
                  </a:cubicBezTo>
                  <a:cubicBezTo>
                    <a:pt x="496"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3" name="Google Shape;14873;p32"/>
            <p:cNvSpPr/>
            <p:nvPr/>
          </p:nvSpPr>
          <p:spPr>
            <a:xfrm>
              <a:off x="2145825" y="21162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4" name="Google Shape;14874;p32"/>
            <p:cNvSpPr/>
            <p:nvPr/>
          </p:nvSpPr>
          <p:spPr>
            <a:xfrm>
              <a:off x="2237800" y="2116225"/>
              <a:ext cx="12350" cy="12525"/>
            </a:xfrm>
            <a:custGeom>
              <a:avLst/>
              <a:gdLst/>
              <a:ahLst/>
              <a:cxnLst/>
              <a:rect l="l" t="t" r="r" b="b"/>
              <a:pathLst>
                <a:path w="494" h="501" extrusionOk="0">
                  <a:moveTo>
                    <a:pt x="244" y="0"/>
                  </a:moveTo>
                  <a:cubicBezTo>
                    <a:pt x="107" y="0"/>
                    <a:pt x="0" y="114"/>
                    <a:pt x="0" y="250"/>
                  </a:cubicBezTo>
                  <a:cubicBezTo>
                    <a:pt x="0" y="387"/>
                    <a:pt x="107" y="501"/>
                    <a:pt x="244" y="501"/>
                  </a:cubicBezTo>
                  <a:cubicBezTo>
                    <a:pt x="387" y="501"/>
                    <a:pt x="494" y="387"/>
                    <a:pt x="494" y="250"/>
                  </a:cubicBezTo>
                  <a:cubicBezTo>
                    <a:pt x="494" y="114"/>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5" name="Google Shape;14875;p32"/>
            <p:cNvSpPr/>
            <p:nvPr/>
          </p:nvSpPr>
          <p:spPr>
            <a:xfrm>
              <a:off x="2329550" y="2116225"/>
              <a:ext cx="12575" cy="12525"/>
            </a:xfrm>
            <a:custGeom>
              <a:avLst/>
              <a:gdLst/>
              <a:ahLst/>
              <a:cxnLst/>
              <a:rect l="l" t="t" r="r" b="b"/>
              <a:pathLst>
                <a:path w="503" h="501" extrusionOk="0">
                  <a:moveTo>
                    <a:pt x="251" y="0"/>
                  </a:moveTo>
                  <a:cubicBezTo>
                    <a:pt x="115" y="0"/>
                    <a:pt x="0" y="114"/>
                    <a:pt x="0" y="250"/>
                  </a:cubicBezTo>
                  <a:cubicBezTo>
                    <a:pt x="0" y="387"/>
                    <a:pt x="115" y="501"/>
                    <a:pt x="251" y="501"/>
                  </a:cubicBezTo>
                  <a:cubicBezTo>
                    <a:pt x="387" y="501"/>
                    <a:pt x="502" y="387"/>
                    <a:pt x="502" y="250"/>
                  </a:cubicBezTo>
                  <a:cubicBezTo>
                    <a:pt x="502"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6" name="Google Shape;14876;p32"/>
            <p:cNvSpPr/>
            <p:nvPr/>
          </p:nvSpPr>
          <p:spPr>
            <a:xfrm>
              <a:off x="2421325" y="2116225"/>
              <a:ext cx="12550" cy="12525"/>
            </a:xfrm>
            <a:custGeom>
              <a:avLst/>
              <a:gdLst/>
              <a:ahLst/>
              <a:cxnLst/>
              <a:rect l="l" t="t" r="r" b="b"/>
              <a:pathLst>
                <a:path w="502" h="501" extrusionOk="0">
                  <a:moveTo>
                    <a:pt x="250" y="0"/>
                  </a:moveTo>
                  <a:cubicBezTo>
                    <a:pt x="114" y="0"/>
                    <a:pt x="1" y="114"/>
                    <a:pt x="1" y="250"/>
                  </a:cubicBezTo>
                  <a:cubicBezTo>
                    <a:pt x="1" y="387"/>
                    <a:pt x="114" y="501"/>
                    <a:pt x="250" y="501"/>
                  </a:cubicBezTo>
                  <a:cubicBezTo>
                    <a:pt x="395" y="501"/>
                    <a:pt x="501" y="387"/>
                    <a:pt x="501" y="250"/>
                  </a:cubicBezTo>
                  <a:cubicBezTo>
                    <a:pt x="501" y="114"/>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7" name="Google Shape;14877;p32"/>
            <p:cNvSpPr/>
            <p:nvPr/>
          </p:nvSpPr>
          <p:spPr>
            <a:xfrm>
              <a:off x="2513250" y="2116225"/>
              <a:ext cx="12575" cy="12525"/>
            </a:xfrm>
            <a:custGeom>
              <a:avLst/>
              <a:gdLst/>
              <a:ahLst/>
              <a:cxnLst/>
              <a:rect l="l" t="t" r="r" b="b"/>
              <a:pathLst>
                <a:path w="503" h="501" extrusionOk="0">
                  <a:moveTo>
                    <a:pt x="252" y="0"/>
                  </a:moveTo>
                  <a:cubicBezTo>
                    <a:pt x="109" y="0"/>
                    <a:pt x="0" y="114"/>
                    <a:pt x="0" y="250"/>
                  </a:cubicBezTo>
                  <a:cubicBezTo>
                    <a:pt x="0" y="387"/>
                    <a:pt x="109"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8" name="Google Shape;14878;p32"/>
            <p:cNvSpPr/>
            <p:nvPr/>
          </p:nvSpPr>
          <p:spPr>
            <a:xfrm>
              <a:off x="2605000" y="2116225"/>
              <a:ext cx="12575" cy="12525"/>
            </a:xfrm>
            <a:custGeom>
              <a:avLst/>
              <a:gdLst/>
              <a:ahLst/>
              <a:cxnLst/>
              <a:rect l="l" t="t" r="r" b="b"/>
              <a:pathLst>
                <a:path w="503" h="501" extrusionOk="0">
                  <a:moveTo>
                    <a:pt x="252" y="0"/>
                  </a:moveTo>
                  <a:cubicBezTo>
                    <a:pt x="116" y="0"/>
                    <a:pt x="0" y="114"/>
                    <a:pt x="0" y="250"/>
                  </a:cubicBezTo>
                  <a:cubicBezTo>
                    <a:pt x="0" y="387"/>
                    <a:pt x="116" y="501"/>
                    <a:pt x="252" y="501"/>
                  </a:cubicBezTo>
                  <a:cubicBezTo>
                    <a:pt x="387" y="501"/>
                    <a:pt x="503" y="387"/>
                    <a:pt x="503" y="250"/>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9" name="Google Shape;14879;p32"/>
            <p:cNvSpPr/>
            <p:nvPr/>
          </p:nvSpPr>
          <p:spPr>
            <a:xfrm>
              <a:off x="2696950" y="2116225"/>
              <a:ext cx="12375" cy="12525"/>
            </a:xfrm>
            <a:custGeom>
              <a:avLst/>
              <a:gdLst/>
              <a:ahLst/>
              <a:cxnLst/>
              <a:rect l="l" t="t" r="r" b="b"/>
              <a:pathLst>
                <a:path w="495" h="501" extrusionOk="0">
                  <a:moveTo>
                    <a:pt x="252" y="0"/>
                  </a:moveTo>
                  <a:cubicBezTo>
                    <a:pt x="108" y="0"/>
                    <a:pt x="1" y="114"/>
                    <a:pt x="1" y="250"/>
                  </a:cubicBezTo>
                  <a:cubicBezTo>
                    <a:pt x="1" y="387"/>
                    <a:pt x="108" y="501"/>
                    <a:pt x="252" y="501"/>
                  </a:cubicBezTo>
                  <a:cubicBezTo>
                    <a:pt x="388" y="501"/>
                    <a:pt x="495" y="387"/>
                    <a:pt x="495" y="250"/>
                  </a:cubicBezTo>
                  <a:cubicBezTo>
                    <a:pt x="495"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0" name="Google Shape;14880;p32"/>
            <p:cNvSpPr/>
            <p:nvPr/>
          </p:nvSpPr>
          <p:spPr>
            <a:xfrm>
              <a:off x="2788700" y="21162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1" name="Google Shape;14881;p32"/>
            <p:cNvSpPr/>
            <p:nvPr/>
          </p:nvSpPr>
          <p:spPr>
            <a:xfrm>
              <a:off x="2880675" y="2116225"/>
              <a:ext cx="12375" cy="12525"/>
            </a:xfrm>
            <a:custGeom>
              <a:avLst/>
              <a:gdLst/>
              <a:ahLst/>
              <a:cxnLst/>
              <a:rect l="l" t="t" r="r" b="b"/>
              <a:pathLst>
                <a:path w="495" h="501" extrusionOk="0">
                  <a:moveTo>
                    <a:pt x="243" y="0"/>
                  </a:moveTo>
                  <a:cubicBezTo>
                    <a:pt x="107" y="0"/>
                    <a:pt x="0" y="114"/>
                    <a:pt x="0" y="250"/>
                  </a:cubicBezTo>
                  <a:cubicBezTo>
                    <a:pt x="0" y="387"/>
                    <a:pt x="107" y="501"/>
                    <a:pt x="243" y="501"/>
                  </a:cubicBezTo>
                  <a:cubicBezTo>
                    <a:pt x="387" y="501"/>
                    <a:pt x="494" y="387"/>
                    <a:pt x="494" y="250"/>
                  </a:cubicBezTo>
                  <a:cubicBezTo>
                    <a:pt x="494" y="114"/>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2" name="Google Shape;14882;p32"/>
            <p:cNvSpPr/>
            <p:nvPr/>
          </p:nvSpPr>
          <p:spPr>
            <a:xfrm>
              <a:off x="2972425" y="2116225"/>
              <a:ext cx="12575" cy="12525"/>
            </a:xfrm>
            <a:custGeom>
              <a:avLst/>
              <a:gdLst/>
              <a:ahLst/>
              <a:cxnLst/>
              <a:rect l="l" t="t" r="r" b="b"/>
              <a:pathLst>
                <a:path w="503" h="501" extrusionOk="0">
                  <a:moveTo>
                    <a:pt x="251" y="0"/>
                  </a:moveTo>
                  <a:cubicBezTo>
                    <a:pt x="115" y="0"/>
                    <a:pt x="0" y="114"/>
                    <a:pt x="0" y="250"/>
                  </a:cubicBezTo>
                  <a:cubicBezTo>
                    <a:pt x="0" y="387"/>
                    <a:pt x="115" y="501"/>
                    <a:pt x="251" y="501"/>
                  </a:cubicBezTo>
                  <a:cubicBezTo>
                    <a:pt x="387" y="501"/>
                    <a:pt x="503" y="387"/>
                    <a:pt x="503" y="250"/>
                  </a:cubicBezTo>
                  <a:cubicBezTo>
                    <a:pt x="503"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3" name="Google Shape;14883;p32"/>
            <p:cNvSpPr/>
            <p:nvPr/>
          </p:nvSpPr>
          <p:spPr>
            <a:xfrm>
              <a:off x="3064375" y="2116225"/>
              <a:ext cx="12375" cy="12525"/>
            </a:xfrm>
            <a:custGeom>
              <a:avLst/>
              <a:gdLst/>
              <a:ahLst/>
              <a:cxnLst/>
              <a:rect l="l" t="t" r="r" b="b"/>
              <a:pathLst>
                <a:path w="495" h="501" extrusionOk="0">
                  <a:moveTo>
                    <a:pt x="243" y="0"/>
                  </a:moveTo>
                  <a:cubicBezTo>
                    <a:pt x="107" y="0"/>
                    <a:pt x="1" y="114"/>
                    <a:pt x="1" y="250"/>
                  </a:cubicBezTo>
                  <a:cubicBezTo>
                    <a:pt x="1" y="387"/>
                    <a:pt x="107" y="501"/>
                    <a:pt x="243" y="501"/>
                  </a:cubicBezTo>
                  <a:cubicBezTo>
                    <a:pt x="388" y="501"/>
                    <a:pt x="495" y="387"/>
                    <a:pt x="495" y="250"/>
                  </a:cubicBezTo>
                  <a:cubicBezTo>
                    <a:pt x="495" y="114"/>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4" name="Google Shape;14884;p32"/>
            <p:cNvSpPr/>
            <p:nvPr/>
          </p:nvSpPr>
          <p:spPr>
            <a:xfrm>
              <a:off x="3156125" y="21162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5" name="Google Shape;14885;p32"/>
            <p:cNvSpPr/>
            <p:nvPr/>
          </p:nvSpPr>
          <p:spPr>
            <a:xfrm>
              <a:off x="3247875" y="2116225"/>
              <a:ext cx="12575" cy="12525"/>
            </a:xfrm>
            <a:custGeom>
              <a:avLst/>
              <a:gdLst/>
              <a:ahLst/>
              <a:cxnLst/>
              <a:rect l="l" t="t" r="r" b="b"/>
              <a:pathLst>
                <a:path w="503"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6" name="Google Shape;14886;p32"/>
            <p:cNvSpPr/>
            <p:nvPr/>
          </p:nvSpPr>
          <p:spPr>
            <a:xfrm>
              <a:off x="3339850" y="2116225"/>
              <a:ext cx="12525" cy="12525"/>
            </a:xfrm>
            <a:custGeom>
              <a:avLst/>
              <a:gdLst/>
              <a:ahLst/>
              <a:cxnLst/>
              <a:rect l="l" t="t" r="r" b="b"/>
              <a:pathLst>
                <a:path w="501" h="501" extrusionOk="0">
                  <a:moveTo>
                    <a:pt x="251" y="0"/>
                  </a:moveTo>
                  <a:cubicBezTo>
                    <a:pt x="107" y="0"/>
                    <a:pt x="0" y="114"/>
                    <a:pt x="0" y="250"/>
                  </a:cubicBezTo>
                  <a:cubicBezTo>
                    <a:pt x="0" y="387"/>
                    <a:pt x="107" y="501"/>
                    <a:pt x="251" y="501"/>
                  </a:cubicBezTo>
                  <a:cubicBezTo>
                    <a:pt x="387" y="501"/>
                    <a:pt x="501" y="387"/>
                    <a:pt x="501" y="250"/>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7" name="Google Shape;14887;p32"/>
            <p:cNvSpPr/>
            <p:nvPr/>
          </p:nvSpPr>
          <p:spPr>
            <a:xfrm>
              <a:off x="3431575" y="21162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8" name="Google Shape;14888;p32"/>
            <p:cNvSpPr/>
            <p:nvPr/>
          </p:nvSpPr>
          <p:spPr>
            <a:xfrm>
              <a:off x="3523550" y="2116225"/>
              <a:ext cx="12375" cy="12525"/>
            </a:xfrm>
            <a:custGeom>
              <a:avLst/>
              <a:gdLst/>
              <a:ahLst/>
              <a:cxnLst/>
              <a:rect l="l" t="t" r="r" b="b"/>
              <a:pathLst>
                <a:path w="495" h="501" extrusionOk="0">
                  <a:moveTo>
                    <a:pt x="250" y="0"/>
                  </a:moveTo>
                  <a:cubicBezTo>
                    <a:pt x="107" y="0"/>
                    <a:pt x="0" y="114"/>
                    <a:pt x="0" y="250"/>
                  </a:cubicBezTo>
                  <a:cubicBezTo>
                    <a:pt x="0" y="387"/>
                    <a:pt x="107" y="501"/>
                    <a:pt x="250" y="501"/>
                  </a:cubicBezTo>
                  <a:cubicBezTo>
                    <a:pt x="388" y="501"/>
                    <a:pt x="494" y="387"/>
                    <a:pt x="494" y="250"/>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9" name="Google Shape;14889;p32"/>
            <p:cNvSpPr/>
            <p:nvPr/>
          </p:nvSpPr>
          <p:spPr>
            <a:xfrm>
              <a:off x="676400" y="22079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0" name="Google Shape;14890;p32"/>
            <p:cNvSpPr/>
            <p:nvPr/>
          </p:nvSpPr>
          <p:spPr>
            <a:xfrm>
              <a:off x="768325" y="2207950"/>
              <a:ext cx="12400" cy="12600"/>
            </a:xfrm>
            <a:custGeom>
              <a:avLst/>
              <a:gdLst/>
              <a:ahLst/>
              <a:cxnLst/>
              <a:rect l="l" t="t" r="r" b="b"/>
              <a:pathLst>
                <a:path w="496" h="504"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1" name="Google Shape;14891;p32"/>
            <p:cNvSpPr/>
            <p:nvPr/>
          </p:nvSpPr>
          <p:spPr>
            <a:xfrm>
              <a:off x="860125" y="2207950"/>
              <a:ext cx="12525" cy="12600"/>
            </a:xfrm>
            <a:custGeom>
              <a:avLst/>
              <a:gdLst/>
              <a:ahLst/>
              <a:cxnLst/>
              <a:rect l="l" t="t" r="r" b="b"/>
              <a:pathLst>
                <a:path w="501" h="504"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2" name="Google Shape;14892;p32"/>
            <p:cNvSpPr/>
            <p:nvPr/>
          </p:nvSpPr>
          <p:spPr>
            <a:xfrm>
              <a:off x="951850" y="22079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3" name="Google Shape;14893;p32"/>
            <p:cNvSpPr/>
            <p:nvPr/>
          </p:nvSpPr>
          <p:spPr>
            <a:xfrm>
              <a:off x="1043825" y="220795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4" name="Google Shape;14894;p32"/>
            <p:cNvSpPr/>
            <p:nvPr/>
          </p:nvSpPr>
          <p:spPr>
            <a:xfrm>
              <a:off x="1135575" y="220795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5" name="Google Shape;14895;p32"/>
            <p:cNvSpPr/>
            <p:nvPr/>
          </p:nvSpPr>
          <p:spPr>
            <a:xfrm>
              <a:off x="1227500" y="2207950"/>
              <a:ext cx="12400" cy="12600"/>
            </a:xfrm>
            <a:custGeom>
              <a:avLst/>
              <a:gdLst/>
              <a:ahLst/>
              <a:cxnLst/>
              <a:rect l="l" t="t" r="r" b="b"/>
              <a:pathLst>
                <a:path w="496" h="504"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6" name="Google Shape;14896;p32"/>
            <p:cNvSpPr/>
            <p:nvPr/>
          </p:nvSpPr>
          <p:spPr>
            <a:xfrm>
              <a:off x="1319275" y="220795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7" name="Google Shape;14897;p32"/>
            <p:cNvSpPr/>
            <p:nvPr/>
          </p:nvSpPr>
          <p:spPr>
            <a:xfrm>
              <a:off x="1411200" y="2207950"/>
              <a:ext cx="12425" cy="12600"/>
            </a:xfrm>
            <a:custGeom>
              <a:avLst/>
              <a:gdLst/>
              <a:ahLst/>
              <a:cxnLst/>
              <a:rect l="l" t="t" r="r" b="b"/>
              <a:pathLst>
                <a:path w="497" h="504"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8" name="Google Shape;14898;p32"/>
            <p:cNvSpPr/>
            <p:nvPr/>
          </p:nvSpPr>
          <p:spPr>
            <a:xfrm>
              <a:off x="1503000" y="2207950"/>
              <a:ext cx="12525" cy="12600"/>
            </a:xfrm>
            <a:custGeom>
              <a:avLst/>
              <a:gdLst/>
              <a:ahLst/>
              <a:cxnLst/>
              <a:rect l="l" t="t" r="r" b="b"/>
              <a:pathLst>
                <a:path w="501" h="504"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9" name="Google Shape;14899;p32"/>
            <p:cNvSpPr/>
            <p:nvPr/>
          </p:nvSpPr>
          <p:spPr>
            <a:xfrm>
              <a:off x="1594750" y="220795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0" name="Google Shape;14900;p32"/>
            <p:cNvSpPr/>
            <p:nvPr/>
          </p:nvSpPr>
          <p:spPr>
            <a:xfrm>
              <a:off x="1686650" y="22079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1" name="Google Shape;14901;p32"/>
            <p:cNvSpPr/>
            <p:nvPr/>
          </p:nvSpPr>
          <p:spPr>
            <a:xfrm>
              <a:off x="1778450" y="220795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2" name="Google Shape;14902;p32"/>
            <p:cNvSpPr/>
            <p:nvPr/>
          </p:nvSpPr>
          <p:spPr>
            <a:xfrm>
              <a:off x="1870375" y="2207950"/>
              <a:ext cx="12400" cy="12600"/>
            </a:xfrm>
            <a:custGeom>
              <a:avLst/>
              <a:gdLst/>
              <a:ahLst/>
              <a:cxnLst/>
              <a:rect l="l" t="t" r="r" b="b"/>
              <a:pathLst>
                <a:path w="496" h="504"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3" name="Google Shape;14903;p32"/>
            <p:cNvSpPr/>
            <p:nvPr/>
          </p:nvSpPr>
          <p:spPr>
            <a:xfrm>
              <a:off x="1962150" y="220795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4" name="Google Shape;14904;p32"/>
            <p:cNvSpPr/>
            <p:nvPr/>
          </p:nvSpPr>
          <p:spPr>
            <a:xfrm>
              <a:off x="2054075" y="2207950"/>
              <a:ext cx="12425" cy="12600"/>
            </a:xfrm>
            <a:custGeom>
              <a:avLst/>
              <a:gdLst/>
              <a:ahLst/>
              <a:cxnLst/>
              <a:rect l="l" t="t" r="r" b="b"/>
              <a:pathLst>
                <a:path w="497" h="504"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5" name="Google Shape;14905;p32"/>
            <p:cNvSpPr/>
            <p:nvPr/>
          </p:nvSpPr>
          <p:spPr>
            <a:xfrm>
              <a:off x="2145825" y="22079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6" name="Google Shape;14906;p32"/>
            <p:cNvSpPr/>
            <p:nvPr/>
          </p:nvSpPr>
          <p:spPr>
            <a:xfrm>
              <a:off x="2237800" y="2207950"/>
              <a:ext cx="12350" cy="12600"/>
            </a:xfrm>
            <a:custGeom>
              <a:avLst/>
              <a:gdLst/>
              <a:ahLst/>
              <a:cxnLst/>
              <a:rect l="l" t="t" r="r" b="b"/>
              <a:pathLst>
                <a:path w="494" h="504"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7" name="Google Shape;14907;p32"/>
            <p:cNvSpPr/>
            <p:nvPr/>
          </p:nvSpPr>
          <p:spPr>
            <a:xfrm>
              <a:off x="2329550" y="220795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8" name="Google Shape;14908;p32"/>
            <p:cNvSpPr/>
            <p:nvPr/>
          </p:nvSpPr>
          <p:spPr>
            <a:xfrm>
              <a:off x="2421325" y="220795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9" name="Google Shape;14909;p32"/>
            <p:cNvSpPr/>
            <p:nvPr/>
          </p:nvSpPr>
          <p:spPr>
            <a:xfrm>
              <a:off x="2513250" y="2207950"/>
              <a:ext cx="12575" cy="12600"/>
            </a:xfrm>
            <a:custGeom>
              <a:avLst/>
              <a:gdLst/>
              <a:ahLst/>
              <a:cxnLst/>
              <a:rect l="l" t="t" r="r" b="b"/>
              <a:pathLst>
                <a:path w="503" h="504"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0" name="Google Shape;14910;p32"/>
            <p:cNvSpPr/>
            <p:nvPr/>
          </p:nvSpPr>
          <p:spPr>
            <a:xfrm>
              <a:off x="2605000" y="220795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1" name="Google Shape;14911;p32"/>
            <p:cNvSpPr/>
            <p:nvPr/>
          </p:nvSpPr>
          <p:spPr>
            <a:xfrm>
              <a:off x="2696950" y="2207950"/>
              <a:ext cx="12375" cy="12600"/>
            </a:xfrm>
            <a:custGeom>
              <a:avLst/>
              <a:gdLst/>
              <a:ahLst/>
              <a:cxnLst/>
              <a:rect l="l" t="t" r="r" b="b"/>
              <a:pathLst>
                <a:path w="495" h="504"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2" name="Google Shape;14912;p32"/>
            <p:cNvSpPr/>
            <p:nvPr/>
          </p:nvSpPr>
          <p:spPr>
            <a:xfrm>
              <a:off x="2788700" y="22079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3" name="Google Shape;14913;p32"/>
            <p:cNvSpPr/>
            <p:nvPr/>
          </p:nvSpPr>
          <p:spPr>
            <a:xfrm>
              <a:off x="2880675" y="2207950"/>
              <a:ext cx="12375" cy="12600"/>
            </a:xfrm>
            <a:custGeom>
              <a:avLst/>
              <a:gdLst/>
              <a:ahLst/>
              <a:cxnLst/>
              <a:rect l="l" t="t" r="r" b="b"/>
              <a:pathLst>
                <a:path w="495" h="504"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4" name="Google Shape;14914;p32"/>
            <p:cNvSpPr/>
            <p:nvPr/>
          </p:nvSpPr>
          <p:spPr>
            <a:xfrm>
              <a:off x="2972425" y="220795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5" name="Google Shape;14915;p32"/>
            <p:cNvSpPr/>
            <p:nvPr/>
          </p:nvSpPr>
          <p:spPr>
            <a:xfrm>
              <a:off x="3064375" y="2207950"/>
              <a:ext cx="12375" cy="12600"/>
            </a:xfrm>
            <a:custGeom>
              <a:avLst/>
              <a:gdLst/>
              <a:ahLst/>
              <a:cxnLst/>
              <a:rect l="l" t="t" r="r" b="b"/>
              <a:pathLst>
                <a:path w="495" h="504"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6" name="Google Shape;14916;p32"/>
            <p:cNvSpPr/>
            <p:nvPr/>
          </p:nvSpPr>
          <p:spPr>
            <a:xfrm>
              <a:off x="3156125" y="22079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7" name="Google Shape;14917;p32"/>
            <p:cNvSpPr/>
            <p:nvPr/>
          </p:nvSpPr>
          <p:spPr>
            <a:xfrm>
              <a:off x="3247875" y="2207950"/>
              <a:ext cx="12575" cy="12600"/>
            </a:xfrm>
            <a:custGeom>
              <a:avLst/>
              <a:gdLst/>
              <a:ahLst/>
              <a:cxnLst/>
              <a:rect l="l" t="t" r="r" b="b"/>
              <a:pathLst>
                <a:path w="503"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8" name="Google Shape;14918;p32"/>
            <p:cNvSpPr/>
            <p:nvPr/>
          </p:nvSpPr>
          <p:spPr>
            <a:xfrm>
              <a:off x="3339850" y="2207950"/>
              <a:ext cx="12525" cy="12600"/>
            </a:xfrm>
            <a:custGeom>
              <a:avLst/>
              <a:gdLst/>
              <a:ahLst/>
              <a:cxnLst/>
              <a:rect l="l" t="t" r="r" b="b"/>
              <a:pathLst>
                <a:path w="501" h="504"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9" name="Google Shape;14919;p32"/>
            <p:cNvSpPr/>
            <p:nvPr/>
          </p:nvSpPr>
          <p:spPr>
            <a:xfrm>
              <a:off x="3431575" y="22079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0" name="Google Shape;14920;p32"/>
            <p:cNvSpPr/>
            <p:nvPr/>
          </p:nvSpPr>
          <p:spPr>
            <a:xfrm>
              <a:off x="3523550" y="220795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1" name="Google Shape;14921;p32"/>
            <p:cNvSpPr/>
            <p:nvPr/>
          </p:nvSpPr>
          <p:spPr>
            <a:xfrm>
              <a:off x="676400" y="2299875"/>
              <a:ext cx="12600" cy="12600"/>
            </a:xfrm>
            <a:custGeom>
              <a:avLst/>
              <a:gdLst/>
              <a:ahLst/>
              <a:cxnLst/>
              <a:rect l="l" t="t" r="r" b="b"/>
              <a:pathLst>
                <a:path w="504" h="504" extrusionOk="0">
                  <a:moveTo>
                    <a:pt x="252" y="1"/>
                  </a:moveTo>
                  <a:cubicBezTo>
                    <a:pt x="116" y="1"/>
                    <a:pt x="1" y="109"/>
                    <a:pt x="1" y="252"/>
                  </a:cubicBezTo>
                  <a:cubicBezTo>
                    <a:pt x="1" y="388"/>
                    <a:pt x="116" y="503"/>
                    <a:pt x="252" y="503"/>
                  </a:cubicBezTo>
                  <a:cubicBezTo>
                    <a:pt x="388" y="503"/>
                    <a:pt x="503" y="388"/>
                    <a:pt x="503" y="252"/>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2" name="Google Shape;14922;p32"/>
            <p:cNvSpPr/>
            <p:nvPr/>
          </p:nvSpPr>
          <p:spPr>
            <a:xfrm>
              <a:off x="768325" y="2299875"/>
              <a:ext cx="12400" cy="12600"/>
            </a:xfrm>
            <a:custGeom>
              <a:avLst/>
              <a:gdLst/>
              <a:ahLst/>
              <a:cxnLst/>
              <a:rect l="l" t="t" r="r" b="b"/>
              <a:pathLst>
                <a:path w="496" h="504" extrusionOk="0">
                  <a:moveTo>
                    <a:pt x="245" y="1"/>
                  </a:moveTo>
                  <a:cubicBezTo>
                    <a:pt x="109" y="1"/>
                    <a:pt x="0" y="109"/>
                    <a:pt x="0" y="252"/>
                  </a:cubicBezTo>
                  <a:cubicBezTo>
                    <a:pt x="0" y="388"/>
                    <a:pt x="109" y="503"/>
                    <a:pt x="245" y="503"/>
                  </a:cubicBezTo>
                  <a:cubicBezTo>
                    <a:pt x="388" y="503"/>
                    <a:pt x="496" y="388"/>
                    <a:pt x="496" y="252"/>
                  </a:cubicBezTo>
                  <a:cubicBezTo>
                    <a:pt x="496" y="109"/>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3" name="Google Shape;14923;p32"/>
            <p:cNvSpPr/>
            <p:nvPr/>
          </p:nvSpPr>
          <p:spPr>
            <a:xfrm>
              <a:off x="860125" y="2299875"/>
              <a:ext cx="12525" cy="12600"/>
            </a:xfrm>
            <a:custGeom>
              <a:avLst/>
              <a:gdLst/>
              <a:ahLst/>
              <a:cxnLst/>
              <a:rect l="l" t="t" r="r" b="b"/>
              <a:pathLst>
                <a:path w="501" h="504" extrusionOk="0">
                  <a:moveTo>
                    <a:pt x="251" y="1"/>
                  </a:moveTo>
                  <a:cubicBezTo>
                    <a:pt x="114" y="1"/>
                    <a:pt x="0" y="109"/>
                    <a:pt x="0" y="252"/>
                  </a:cubicBezTo>
                  <a:cubicBezTo>
                    <a:pt x="0" y="388"/>
                    <a:pt x="114" y="503"/>
                    <a:pt x="251" y="503"/>
                  </a:cubicBezTo>
                  <a:cubicBezTo>
                    <a:pt x="387" y="503"/>
                    <a:pt x="501" y="388"/>
                    <a:pt x="501" y="252"/>
                  </a:cubicBezTo>
                  <a:cubicBezTo>
                    <a:pt x="501"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4" name="Google Shape;14924;p32"/>
            <p:cNvSpPr/>
            <p:nvPr/>
          </p:nvSpPr>
          <p:spPr>
            <a:xfrm>
              <a:off x="951850" y="2299875"/>
              <a:ext cx="12600" cy="12600"/>
            </a:xfrm>
            <a:custGeom>
              <a:avLst/>
              <a:gdLst/>
              <a:ahLst/>
              <a:cxnLst/>
              <a:rect l="l" t="t" r="r" b="b"/>
              <a:pathLst>
                <a:path w="504" h="504" extrusionOk="0">
                  <a:moveTo>
                    <a:pt x="252" y="1"/>
                  </a:moveTo>
                  <a:cubicBezTo>
                    <a:pt x="116" y="1"/>
                    <a:pt x="1" y="109"/>
                    <a:pt x="1" y="252"/>
                  </a:cubicBezTo>
                  <a:cubicBezTo>
                    <a:pt x="1" y="388"/>
                    <a:pt x="116" y="503"/>
                    <a:pt x="252" y="503"/>
                  </a:cubicBezTo>
                  <a:cubicBezTo>
                    <a:pt x="388" y="503"/>
                    <a:pt x="503" y="388"/>
                    <a:pt x="503" y="252"/>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5" name="Google Shape;14925;p32"/>
            <p:cNvSpPr/>
            <p:nvPr/>
          </p:nvSpPr>
          <p:spPr>
            <a:xfrm>
              <a:off x="1043825" y="2299875"/>
              <a:ext cx="12375" cy="12600"/>
            </a:xfrm>
            <a:custGeom>
              <a:avLst/>
              <a:gdLst/>
              <a:ahLst/>
              <a:cxnLst/>
              <a:rect l="l" t="t" r="r" b="b"/>
              <a:pathLst>
                <a:path w="495" h="504" extrusionOk="0">
                  <a:moveTo>
                    <a:pt x="250" y="1"/>
                  </a:moveTo>
                  <a:cubicBezTo>
                    <a:pt x="107" y="1"/>
                    <a:pt x="0" y="109"/>
                    <a:pt x="0" y="252"/>
                  </a:cubicBezTo>
                  <a:cubicBezTo>
                    <a:pt x="0" y="388"/>
                    <a:pt x="107" y="503"/>
                    <a:pt x="250" y="503"/>
                  </a:cubicBezTo>
                  <a:cubicBezTo>
                    <a:pt x="388" y="503"/>
                    <a:pt x="494" y="388"/>
                    <a:pt x="494" y="252"/>
                  </a:cubicBezTo>
                  <a:cubicBezTo>
                    <a:pt x="494"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6" name="Google Shape;14926;p32"/>
            <p:cNvSpPr/>
            <p:nvPr/>
          </p:nvSpPr>
          <p:spPr>
            <a:xfrm>
              <a:off x="1135575" y="2299875"/>
              <a:ext cx="12575" cy="12600"/>
            </a:xfrm>
            <a:custGeom>
              <a:avLst/>
              <a:gdLst/>
              <a:ahLst/>
              <a:cxnLst/>
              <a:rect l="l" t="t" r="r" b="b"/>
              <a:pathLst>
                <a:path w="503" h="504" extrusionOk="0">
                  <a:moveTo>
                    <a:pt x="252" y="1"/>
                  </a:moveTo>
                  <a:cubicBezTo>
                    <a:pt x="116" y="1"/>
                    <a:pt x="0" y="109"/>
                    <a:pt x="0" y="252"/>
                  </a:cubicBezTo>
                  <a:cubicBezTo>
                    <a:pt x="0" y="388"/>
                    <a:pt x="116" y="503"/>
                    <a:pt x="252" y="503"/>
                  </a:cubicBezTo>
                  <a:cubicBezTo>
                    <a:pt x="387" y="503"/>
                    <a:pt x="503" y="388"/>
                    <a:pt x="503" y="252"/>
                  </a:cubicBezTo>
                  <a:cubicBezTo>
                    <a:pt x="503"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7" name="Google Shape;14927;p32"/>
            <p:cNvSpPr/>
            <p:nvPr/>
          </p:nvSpPr>
          <p:spPr>
            <a:xfrm>
              <a:off x="1227500" y="2299875"/>
              <a:ext cx="12400" cy="12600"/>
            </a:xfrm>
            <a:custGeom>
              <a:avLst/>
              <a:gdLst/>
              <a:ahLst/>
              <a:cxnLst/>
              <a:rect l="l" t="t" r="r" b="b"/>
              <a:pathLst>
                <a:path w="496" h="504" extrusionOk="0">
                  <a:moveTo>
                    <a:pt x="251" y="1"/>
                  </a:moveTo>
                  <a:cubicBezTo>
                    <a:pt x="109" y="1"/>
                    <a:pt x="0" y="109"/>
                    <a:pt x="0" y="252"/>
                  </a:cubicBezTo>
                  <a:cubicBezTo>
                    <a:pt x="0" y="388"/>
                    <a:pt x="109" y="503"/>
                    <a:pt x="251" y="503"/>
                  </a:cubicBezTo>
                  <a:cubicBezTo>
                    <a:pt x="387" y="503"/>
                    <a:pt x="496" y="388"/>
                    <a:pt x="496" y="252"/>
                  </a:cubicBezTo>
                  <a:cubicBezTo>
                    <a:pt x="496"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8" name="Google Shape;14928;p32"/>
            <p:cNvSpPr/>
            <p:nvPr/>
          </p:nvSpPr>
          <p:spPr>
            <a:xfrm>
              <a:off x="1319275" y="2299875"/>
              <a:ext cx="12550" cy="12600"/>
            </a:xfrm>
            <a:custGeom>
              <a:avLst/>
              <a:gdLst/>
              <a:ahLst/>
              <a:cxnLst/>
              <a:rect l="l" t="t" r="r" b="b"/>
              <a:pathLst>
                <a:path w="502" h="504" extrusionOk="0">
                  <a:moveTo>
                    <a:pt x="252" y="1"/>
                  </a:moveTo>
                  <a:cubicBezTo>
                    <a:pt x="114" y="1"/>
                    <a:pt x="1" y="109"/>
                    <a:pt x="1" y="252"/>
                  </a:cubicBezTo>
                  <a:cubicBezTo>
                    <a:pt x="1" y="388"/>
                    <a:pt x="114" y="503"/>
                    <a:pt x="252" y="503"/>
                  </a:cubicBezTo>
                  <a:cubicBezTo>
                    <a:pt x="388" y="503"/>
                    <a:pt x="501" y="388"/>
                    <a:pt x="501" y="252"/>
                  </a:cubicBezTo>
                  <a:cubicBezTo>
                    <a:pt x="501"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9" name="Google Shape;14929;p32"/>
            <p:cNvSpPr/>
            <p:nvPr/>
          </p:nvSpPr>
          <p:spPr>
            <a:xfrm>
              <a:off x="1411200" y="2299875"/>
              <a:ext cx="12425" cy="12600"/>
            </a:xfrm>
            <a:custGeom>
              <a:avLst/>
              <a:gdLst/>
              <a:ahLst/>
              <a:cxnLst/>
              <a:rect l="l" t="t" r="r" b="b"/>
              <a:pathLst>
                <a:path w="497" h="504" extrusionOk="0">
                  <a:moveTo>
                    <a:pt x="245" y="1"/>
                  </a:moveTo>
                  <a:cubicBezTo>
                    <a:pt x="109" y="1"/>
                    <a:pt x="1" y="109"/>
                    <a:pt x="1" y="252"/>
                  </a:cubicBezTo>
                  <a:cubicBezTo>
                    <a:pt x="1" y="388"/>
                    <a:pt x="109" y="503"/>
                    <a:pt x="245" y="503"/>
                  </a:cubicBezTo>
                  <a:cubicBezTo>
                    <a:pt x="388" y="503"/>
                    <a:pt x="496" y="388"/>
                    <a:pt x="496" y="252"/>
                  </a:cubicBezTo>
                  <a:cubicBezTo>
                    <a:pt x="496" y="109"/>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0" name="Google Shape;14930;p32"/>
            <p:cNvSpPr/>
            <p:nvPr/>
          </p:nvSpPr>
          <p:spPr>
            <a:xfrm>
              <a:off x="1503000" y="2299875"/>
              <a:ext cx="12525" cy="12600"/>
            </a:xfrm>
            <a:custGeom>
              <a:avLst/>
              <a:gdLst/>
              <a:ahLst/>
              <a:cxnLst/>
              <a:rect l="l" t="t" r="r" b="b"/>
              <a:pathLst>
                <a:path w="501" h="504" extrusionOk="0">
                  <a:moveTo>
                    <a:pt x="250" y="1"/>
                  </a:moveTo>
                  <a:cubicBezTo>
                    <a:pt x="114" y="1"/>
                    <a:pt x="0" y="109"/>
                    <a:pt x="0" y="252"/>
                  </a:cubicBezTo>
                  <a:cubicBezTo>
                    <a:pt x="0" y="388"/>
                    <a:pt x="114" y="503"/>
                    <a:pt x="250" y="503"/>
                  </a:cubicBezTo>
                  <a:cubicBezTo>
                    <a:pt x="387" y="503"/>
                    <a:pt x="501" y="388"/>
                    <a:pt x="501" y="252"/>
                  </a:cubicBezTo>
                  <a:cubicBezTo>
                    <a:pt x="501" y="109"/>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1" name="Google Shape;14931;p32"/>
            <p:cNvSpPr/>
            <p:nvPr/>
          </p:nvSpPr>
          <p:spPr>
            <a:xfrm>
              <a:off x="1594750" y="2299875"/>
              <a:ext cx="12575" cy="12600"/>
            </a:xfrm>
            <a:custGeom>
              <a:avLst/>
              <a:gdLst/>
              <a:ahLst/>
              <a:cxnLst/>
              <a:rect l="l" t="t" r="r" b="b"/>
              <a:pathLst>
                <a:path w="503" h="504" extrusionOk="0">
                  <a:moveTo>
                    <a:pt x="251" y="1"/>
                  </a:moveTo>
                  <a:cubicBezTo>
                    <a:pt x="115" y="1"/>
                    <a:pt x="0" y="109"/>
                    <a:pt x="0" y="252"/>
                  </a:cubicBezTo>
                  <a:cubicBezTo>
                    <a:pt x="0" y="388"/>
                    <a:pt x="115" y="503"/>
                    <a:pt x="251" y="503"/>
                  </a:cubicBezTo>
                  <a:cubicBezTo>
                    <a:pt x="394" y="503"/>
                    <a:pt x="503" y="388"/>
                    <a:pt x="503" y="252"/>
                  </a:cubicBezTo>
                  <a:cubicBezTo>
                    <a:pt x="503" y="109"/>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2" name="Google Shape;14932;p32"/>
            <p:cNvSpPr/>
            <p:nvPr/>
          </p:nvSpPr>
          <p:spPr>
            <a:xfrm>
              <a:off x="1686650" y="2299875"/>
              <a:ext cx="12600" cy="12600"/>
            </a:xfrm>
            <a:custGeom>
              <a:avLst/>
              <a:gdLst/>
              <a:ahLst/>
              <a:cxnLst/>
              <a:rect l="l" t="t" r="r" b="b"/>
              <a:pathLst>
                <a:path w="504" h="504" extrusionOk="0">
                  <a:moveTo>
                    <a:pt x="252" y="1"/>
                  </a:moveTo>
                  <a:cubicBezTo>
                    <a:pt x="116" y="1"/>
                    <a:pt x="1" y="109"/>
                    <a:pt x="1" y="252"/>
                  </a:cubicBezTo>
                  <a:cubicBezTo>
                    <a:pt x="1" y="388"/>
                    <a:pt x="116" y="503"/>
                    <a:pt x="252" y="503"/>
                  </a:cubicBezTo>
                  <a:cubicBezTo>
                    <a:pt x="388" y="503"/>
                    <a:pt x="503" y="388"/>
                    <a:pt x="503" y="252"/>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3" name="Google Shape;14933;p32"/>
            <p:cNvSpPr/>
            <p:nvPr/>
          </p:nvSpPr>
          <p:spPr>
            <a:xfrm>
              <a:off x="1778450" y="2299875"/>
              <a:ext cx="12550" cy="12600"/>
            </a:xfrm>
            <a:custGeom>
              <a:avLst/>
              <a:gdLst/>
              <a:ahLst/>
              <a:cxnLst/>
              <a:rect l="l" t="t" r="r" b="b"/>
              <a:pathLst>
                <a:path w="502" h="504" extrusionOk="0">
                  <a:moveTo>
                    <a:pt x="252" y="1"/>
                  </a:moveTo>
                  <a:cubicBezTo>
                    <a:pt x="114" y="1"/>
                    <a:pt x="1" y="109"/>
                    <a:pt x="1" y="252"/>
                  </a:cubicBezTo>
                  <a:cubicBezTo>
                    <a:pt x="1" y="388"/>
                    <a:pt x="114" y="503"/>
                    <a:pt x="252" y="503"/>
                  </a:cubicBezTo>
                  <a:cubicBezTo>
                    <a:pt x="388" y="503"/>
                    <a:pt x="501" y="388"/>
                    <a:pt x="501" y="252"/>
                  </a:cubicBezTo>
                  <a:cubicBezTo>
                    <a:pt x="501"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4" name="Google Shape;14934;p32"/>
            <p:cNvSpPr/>
            <p:nvPr/>
          </p:nvSpPr>
          <p:spPr>
            <a:xfrm>
              <a:off x="1870375" y="2299875"/>
              <a:ext cx="12400" cy="12600"/>
            </a:xfrm>
            <a:custGeom>
              <a:avLst/>
              <a:gdLst/>
              <a:ahLst/>
              <a:cxnLst/>
              <a:rect l="l" t="t" r="r" b="b"/>
              <a:pathLst>
                <a:path w="496" h="504" extrusionOk="0">
                  <a:moveTo>
                    <a:pt x="252" y="1"/>
                  </a:moveTo>
                  <a:cubicBezTo>
                    <a:pt x="109" y="1"/>
                    <a:pt x="0" y="109"/>
                    <a:pt x="0" y="252"/>
                  </a:cubicBezTo>
                  <a:cubicBezTo>
                    <a:pt x="0" y="388"/>
                    <a:pt x="109" y="503"/>
                    <a:pt x="252" y="503"/>
                  </a:cubicBezTo>
                  <a:cubicBezTo>
                    <a:pt x="387" y="503"/>
                    <a:pt x="496" y="388"/>
                    <a:pt x="496" y="252"/>
                  </a:cubicBezTo>
                  <a:cubicBezTo>
                    <a:pt x="496"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5" name="Google Shape;14935;p32"/>
            <p:cNvSpPr/>
            <p:nvPr/>
          </p:nvSpPr>
          <p:spPr>
            <a:xfrm>
              <a:off x="1962150" y="2299875"/>
              <a:ext cx="12550" cy="12600"/>
            </a:xfrm>
            <a:custGeom>
              <a:avLst/>
              <a:gdLst/>
              <a:ahLst/>
              <a:cxnLst/>
              <a:rect l="l" t="t" r="r" b="b"/>
              <a:pathLst>
                <a:path w="502" h="504" extrusionOk="0">
                  <a:moveTo>
                    <a:pt x="250" y="1"/>
                  </a:moveTo>
                  <a:cubicBezTo>
                    <a:pt x="114" y="1"/>
                    <a:pt x="1" y="109"/>
                    <a:pt x="1" y="252"/>
                  </a:cubicBezTo>
                  <a:cubicBezTo>
                    <a:pt x="1" y="388"/>
                    <a:pt x="114" y="503"/>
                    <a:pt x="250" y="503"/>
                  </a:cubicBezTo>
                  <a:cubicBezTo>
                    <a:pt x="388" y="503"/>
                    <a:pt x="502" y="388"/>
                    <a:pt x="502" y="252"/>
                  </a:cubicBezTo>
                  <a:cubicBezTo>
                    <a:pt x="502"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6" name="Google Shape;14936;p32"/>
            <p:cNvSpPr/>
            <p:nvPr/>
          </p:nvSpPr>
          <p:spPr>
            <a:xfrm>
              <a:off x="2054075" y="2299875"/>
              <a:ext cx="12425" cy="12600"/>
            </a:xfrm>
            <a:custGeom>
              <a:avLst/>
              <a:gdLst/>
              <a:ahLst/>
              <a:cxnLst/>
              <a:rect l="l" t="t" r="r" b="b"/>
              <a:pathLst>
                <a:path w="497" h="504" extrusionOk="0">
                  <a:moveTo>
                    <a:pt x="252" y="1"/>
                  </a:moveTo>
                  <a:cubicBezTo>
                    <a:pt x="109" y="1"/>
                    <a:pt x="1" y="109"/>
                    <a:pt x="1" y="252"/>
                  </a:cubicBezTo>
                  <a:cubicBezTo>
                    <a:pt x="1" y="388"/>
                    <a:pt x="109" y="503"/>
                    <a:pt x="252" y="503"/>
                  </a:cubicBezTo>
                  <a:cubicBezTo>
                    <a:pt x="388" y="503"/>
                    <a:pt x="496" y="388"/>
                    <a:pt x="496" y="252"/>
                  </a:cubicBezTo>
                  <a:cubicBezTo>
                    <a:pt x="496"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7" name="Google Shape;14937;p32"/>
            <p:cNvSpPr/>
            <p:nvPr/>
          </p:nvSpPr>
          <p:spPr>
            <a:xfrm>
              <a:off x="2145825" y="2299875"/>
              <a:ext cx="12600" cy="12600"/>
            </a:xfrm>
            <a:custGeom>
              <a:avLst/>
              <a:gdLst/>
              <a:ahLst/>
              <a:cxnLst/>
              <a:rect l="l" t="t" r="r" b="b"/>
              <a:pathLst>
                <a:path w="504" h="504" extrusionOk="0">
                  <a:moveTo>
                    <a:pt x="252" y="1"/>
                  </a:moveTo>
                  <a:cubicBezTo>
                    <a:pt x="116" y="1"/>
                    <a:pt x="1" y="109"/>
                    <a:pt x="1" y="252"/>
                  </a:cubicBezTo>
                  <a:cubicBezTo>
                    <a:pt x="1" y="388"/>
                    <a:pt x="116" y="503"/>
                    <a:pt x="252" y="503"/>
                  </a:cubicBezTo>
                  <a:cubicBezTo>
                    <a:pt x="388" y="503"/>
                    <a:pt x="503" y="388"/>
                    <a:pt x="503" y="252"/>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8" name="Google Shape;14938;p32"/>
            <p:cNvSpPr/>
            <p:nvPr/>
          </p:nvSpPr>
          <p:spPr>
            <a:xfrm>
              <a:off x="2237800" y="2299875"/>
              <a:ext cx="12350" cy="12600"/>
            </a:xfrm>
            <a:custGeom>
              <a:avLst/>
              <a:gdLst/>
              <a:ahLst/>
              <a:cxnLst/>
              <a:rect l="l" t="t" r="r" b="b"/>
              <a:pathLst>
                <a:path w="494" h="504" extrusionOk="0">
                  <a:moveTo>
                    <a:pt x="244" y="1"/>
                  </a:moveTo>
                  <a:cubicBezTo>
                    <a:pt x="107" y="1"/>
                    <a:pt x="0" y="109"/>
                    <a:pt x="0" y="252"/>
                  </a:cubicBezTo>
                  <a:cubicBezTo>
                    <a:pt x="0" y="388"/>
                    <a:pt x="107" y="503"/>
                    <a:pt x="244" y="503"/>
                  </a:cubicBezTo>
                  <a:cubicBezTo>
                    <a:pt x="387" y="503"/>
                    <a:pt x="494" y="388"/>
                    <a:pt x="494" y="252"/>
                  </a:cubicBezTo>
                  <a:cubicBezTo>
                    <a:pt x="494" y="109"/>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9" name="Google Shape;14939;p32"/>
            <p:cNvSpPr/>
            <p:nvPr/>
          </p:nvSpPr>
          <p:spPr>
            <a:xfrm>
              <a:off x="2329550" y="2299875"/>
              <a:ext cx="12575" cy="12600"/>
            </a:xfrm>
            <a:custGeom>
              <a:avLst/>
              <a:gdLst/>
              <a:ahLst/>
              <a:cxnLst/>
              <a:rect l="l" t="t" r="r" b="b"/>
              <a:pathLst>
                <a:path w="503" h="504" extrusionOk="0">
                  <a:moveTo>
                    <a:pt x="251" y="1"/>
                  </a:moveTo>
                  <a:cubicBezTo>
                    <a:pt x="115" y="1"/>
                    <a:pt x="0" y="109"/>
                    <a:pt x="0" y="252"/>
                  </a:cubicBezTo>
                  <a:cubicBezTo>
                    <a:pt x="0" y="388"/>
                    <a:pt x="115" y="503"/>
                    <a:pt x="251" y="503"/>
                  </a:cubicBezTo>
                  <a:cubicBezTo>
                    <a:pt x="387" y="503"/>
                    <a:pt x="502" y="388"/>
                    <a:pt x="502" y="252"/>
                  </a:cubicBezTo>
                  <a:cubicBezTo>
                    <a:pt x="502"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0" name="Google Shape;14940;p32"/>
            <p:cNvSpPr/>
            <p:nvPr/>
          </p:nvSpPr>
          <p:spPr>
            <a:xfrm>
              <a:off x="2421325" y="2299875"/>
              <a:ext cx="12550" cy="12600"/>
            </a:xfrm>
            <a:custGeom>
              <a:avLst/>
              <a:gdLst/>
              <a:ahLst/>
              <a:cxnLst/>
              <a:rect l="l" t="t" r="r" b="b"/>
              <a:pathLst>
                <a:path w="502" h="504" extrusionOk="0">
                  <a:moveTo>
                    <a:pt x="250" y="1"/>
                  </a:moveTo>
                  <a:cubicBezTo>
                    <a:pt x="114" y="1"/>
                    <a:pt x="1" y="109"/>
                    <a:pt x="1" y="252"/>
                  </a:cubicBezTo>
                  <a:cubicBezTo>
                    <a:pt x="1" y="388"/>
                    <a:pt x="114" y="503"/>
                    <a:pt x="250" y="503"/>
                  </a:cubicBezTo>
                  <a:cubicBezTo>
                    <a:pt x="395" y="503"/>
                    <a:pt x="501" y="388"/>
                    <a:pt x="501" y="252"/>
                  </a:cubicBezTo>
                  <a:cubicBezTo>
                    <a:pt x="501" y="109"/>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1" name="Google Shape;14941;p32"/>
            <p:cNvSpPr/>
            <p:nvPr/>
          </p:nvSpPr>
          <p:spPr>
            <a:xfrm>
              <a:off x="2513250" y="2299875"/>
              <a:ext cx="12575" cy="12600"/>
            </a:xfrm>
            <a:custGeom>
              <a:avLst/>
              <a:gdLst/>
              <a:ahLst/>
              <a:cxnLst/>
              <a:rect l="l" t="t" r="r" b="b"/>
              <a:pathLst>
                <a:path w="503" h="504" extrusionOk="0">
                  <a:moveTo>
                    <a:pt x="252" y="1"/>
                  </a:moveTo>
                  <a:cubicBezTo>
                    <a:pt x="109" y="1"/>
                    <a:pt x="0" y="109"/>
                    <a:pt x="0" y="252"/>
                  </a:cubicBezTo>
                  <a:cubicBezTo>
                    <a:pt x="0" y="388"/>
                    <a:pt x="109" y="503"/>
                    <a:pt x="252" y="503"/>
                  </a:cubicBezTo>
                  <a:cubicBezTo>
                    <a:pt x="388" y="503"/>
                    <a:pt x="503" y="388"/>
                    <a:pt x="503" y="252"/>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2" name="Google Shape;14942;p32"/>
            <p:cNvSpPr/>
            <p:nvPr/>
          </p:nvSpPr>
          <p:spPr>
            <a:xfrm>
              <a:off x="2605000" y="2299875"/>
              <a:ext cx="12575" cy="12600"/>
            </a:xfrm>
            <a:custGeom>
              <a:avLst/>
              <a:gdLst/>
              <a:ahLst/>
              <a:cxnLst/>
              <a:rect l="l" t="t" r="r" b="b"/>
              <a:pathLst>
                <a:path w="503" h="504" extrusionOk="0">
                  <a:moveTo>
                    <a:pt x="252" y="1"/>
                  </a:moveTo>
                  <a:cubicBezTo>
                    <a:pt x="116" y="1"/>
                    <a:pt x="0" y="109"/>
                    <a:pt x="0" y="252"/>
                  </a:cubicBezTo>
                  <a:cubicBezTo>
                    <a:pt x="0" y="388"/>
                    <a:pt x="116" y="503"/>
                    <a:pt x="252" y="503"/>
                  </a:cubicBezTo>
                  <a:cubicBezTo>
                    <a:pt x="387" y="503"/>
                    <a:pt x="503" y="388"/>
                    <a:pt x="503" y="252"/>
                  </a:cubicBezTo>
                  <a:cubicBezTo>
                    <a:pt x="503"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3" name="Google Shape;14943;p32"/>
            <p:cNvSpPr/>
            <p:nvPr/>
          </p:nvSpPr>
          <p:spPr>
            <a:xfrm>
              <a:off x="2696950" y="2299875"/>
              <a:ext cx="12375" cy="12600"/>
            </a:xfrm>
            <a:custGeom>
              <a:avLst/>
              <a:gdLst/>
              <a:ahLst/>
              <a:cxnLst/>
              <a:rect l="l" t="t" r="r" b="b"/>
              <a:pathLst>
                <a:path w="495" h="504" extrusionOk="0">
                  <a:moveTo>
                    <a:pt x="252" y="1"/>
                  </a:moveTo>
                  <a:cubicBezTo>
                    <a:pt x="108" y="1"/>
                    <a:pt x="1" y="109"/>
                    <a:pt x="1" y="252"/>
                  </a:cubicBezTo>
                  <a:cubicBezTo>
                    <a:pt x="1" y="388"/>
                    <a:pt x="108" y="503"/>
                    <a:pt x="252" y="503"/>
                  </a:cubicBezTo>
                  <a:cubicBezTo>
                    <a:pt x="388" y="503"/>
                    <a:pt x="495" y="388"/>
                    <a:pt x="495" y="252"/>
                  </a:cubicBezTo>
                  <a:cubicBezTo>
                    <a:pt x="495"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4" name="Google Shape;14944;p32"/>
            <p:cNvSpPr/>
            <p:nvPr/>
          </p:nvSpPr>
          <p:spPr>
            <a:xfrm>
              <a:off x="2788700" y="2299875"/>
              <a:ext cx="12600" cy="12600"/>
            </a:xfrm>
            <a:custGeom>
              <a:avLst/>
              <a:gdLst/>
              <a:ahLst/>
              <a:cxnLst/>
              <a:rect l="l" t="t" r="r" b="b"/>
              <a:pathLst>
                <a:path w="504" h="504" extrusionOk="0">
                  <a:moveTo>
                    <a:pt x="252" y="1"/>
                  </a:moveTo>
                  <a:cubicBezTo>
                    <a:pt x="116" y="1"/>
                    <a:pt x="1" y="109"/>
                    <a:pt x="1" y="252"/>
                  </a:cubicBezTo>
                  <a:cubicBezTo>
                    <a:pt x="1" y="388"/>
                    <a:pt x="116" y="503"/>
                    <a:pt x="252" y="503"/>
                  </a:cubicBezTo>
                  <a:cubicBezTo>
                    <a:pt x="388" y="503"/>
                    <a:pt x="503" y="388"/>
                    <a:pt x="503" y="252"/>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5" name="Google Shape;14945;p32"/>
            <p:cNvSpPr/>
            <p:nvPr/>
          </p:nvSpPr>
          <p:spPr>
            <a:xfrm>
              <a:off x="2880675" y="2299875"/>
              <a:ext cx="12375" cy="12600"/>
            </a:xfrm>
            <a:custGeom>
              <a:avLst/>
              <a:gdLst/>
              <a:ahLst/>
              <a:cxnLst/>
              <a:rect l="l" t="t" r="r" b="b"/>
              <a:pathLst>
                <a:path w="495" h="504" extrusionOk="0">
                  <a:moveTo>
                    <a:pt x="243" y="1"/>
                  </a:moveTo>
                  <a:cubicBezTo>
                    <a:pt x="107" y="1"/>
                    <a:pt x="0" y="109"/>
                    <a:pt x="0" y="252"/>
                  </a:cubicBezTo>
                  <a:cubicBezTo>
                    <a:pt x="0" y="388"/>
                    <a:pt x="107" y="503"/>
                    <a:pt x="243" y="503"/>
                  </a:cubicBezTo>
                  <a:cubicBezTo>
                    <a:pt x="387" y="503"/>
                    <a:pt x="494" y="388"/>
                    <a:pt x="494" y="252"/>
                  </a:cubicBezTo>
                  <a:cubicBezTo>
                    <a:pt x="494" y="109"/>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6" name="Google Shape;14946;p32"/>
            <p:cNvSpPr/>
            <p:nvPr/>
          </p:nvSpPr>
          <p:spPr>
            <a:xfrm>
              <a:off x="2972425" y="2299875"/>
              <a:ext cx="12575" cy="12600"/>
            </a:xfrm>
            <a:custGeom>
              <a:avLst/>
              <a:gdLst/>
              <a:ahLst/>
              <a:cxnLst/>
              <a:rect l="l" t="t" r="r" b="b"/>
              <a:pathLst>
                <a:path w="503" h="504" extrusionOk="0">
                  <a:moveTo>
                    <a:pt x="251" y="1"/>
                  </a:moveTo>
                  <a:cubicBezTo>
                    <a:pt x="115" y="1"/>
                    <a:pt x="0" y="109"/>
                    <a:pt x="0" y="252"/>
                  </a:cubicBezTo>
                  <a:cubicBezTo>
                    <a:pt x="0" y="388"/>
                    <a:pt x="115" y="503"/>
                    <a:pt x="251" y="503"/>
                  </a:cubicBezTo>
                  <a:cubicBezTo>
                    <a:pt x="387" y="503"/>
                    <a:pt x="503" y="388"/>
                    <a:pt x="503" y="252"/>
                  </a:cubicBezTo>
                  <a:cubicBezTo>
                    <a:pt x="503"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7" name="Google Shape;14947;p32"/>
            <p:cNvSpPr/>
            <p:nvPr/>
          </p:nvSpPr>
          <p:spPr>
            <a:xfrm>
              <a:off x="3064375" y="2299875"/>
              <a:ext cx="12375" cy="12600"/>
            </a:xfrm>
            <a:custGeom>
              <a:avLst/>
              <a:gdLst/>
              <a:ahLst/>
              <a:cxnLst/>
              <a:rect l="l" t="t" r="r" b="b"/>
              <a:pathLst>
                <a:path w="495" h="504" extrusionOk="0">
                  <a:moveTo>
                    <a:pt x="243" y="1"/>
                  </a:moveTo>
                  <a:cubicBezTo>
                    <a:pt x="107" y="1"/>
                    <a:pt x="1" y="109"/>
                    <a:pt x="1" y="252"/>
                  </a:cubicBezTo>
                  <a:cubicBezTo>
                    <a:pt x="1" y="388"/>
                    <a:pt x="107" y="503"/>
                    <a:pt x="243" y="503"/>
                  </a:cubicBezTo>
                  <a:cubicBezTo>
                    <a:pt x="388" y="503"/>
                    <a:pt x="495" y="388"/>
                    <a:pt x="495" y="252"/>
                  </a:cubicBezTo>
                  <a:cubicBezTo>
                    <a:pt x="495" y="109"/>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8" name="Google Shape;14948;p32"/>
            <p:cNvSpPr/>
            <p:nvPr/>
          </p:nvSpPr>
          <p:spPr>
            <a:xfrm>
              <a:off x="3156125" y="2299875"/>
              <a:ext cx="12600" cy="12600"/>
            </a:xfrm>
            <a:custGeom>
              <a:avLst/>
              <a:gdLst/>
              <a:ahLst/>
              <a:cxnLst/>
              <a:rect l="l" t="t" r="r" b="b"/>
              <a:pathLst>
                <a:path w="504" h="504" extrusionOk="0">
                  <a:moveTo>
                    <a:pt x="252" y="1"/>
                  </a:moveTo>
                  <a:cubicBezTo>
                    <a:pt x="116" y="1"/>
                    <a:pt x="1" y="109"/>
                    <a:pt x="1" y="252"/>
                  </a:cubicBezTo>
                  <a:cubicBezTo>
                    <a:pt x="1" y="388"/>
                    <a:pt x="116" y="503"/>
                    <a:pt x="252" y="503"/>
                  </a:cubicBezTo>
                  <a:cubicBezTo>
                    <a:pt x="388" y="503"/>
                    <a:pt x="503" y="388"/>
                    <a:pt x="503" y="252"/>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9" name="Google Shape;14949;p32"/>
            <p:cNvSpPr/>
            <p:nvPr/>
          </p:nvSpPr>
          <p:spPr>
            <a:xfrm>
              <a:off x="3247875" y="2299875"/>
              <a:ext cx="12575" cy="12600"/>
            </a:xfrm>
            <a:custGeom>
              <a:avLst/>
              <a:gdLst/>
              <a:ahLst/>
              <a:cxnLst/>
              <a:rect l="l" t="t" r="r" b="b"/>
              <a:pathLst>
                <a:path w="503" h="504" extrusionOk="0">
                  <a:moveTo>
                    <a:pt x="252" y="1"/>
                  </a:moveTo>
                  <a:cubicBezTo>
                    <a:pt x="116" y="1"/>
                    <a:pt x="1" y="109"/>
                    <a:pt x="1" y="252"/>
                  </a:cubicBezTo>
                  <a:cubicBezTo>
                    <a:pt x="1" y="388"/>
                    <a:pt x="116" y="503"/>
                    <a:pt x="252" y="503"/>
                  </a:cubicBezTo>
                  <a:cubicBezTo>
                    <a:pt x="388" y="503"/>
                    <a:pt x="503" y="388"/>
                    <a:pt x="503" y="252"/>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0" name="Google Shape;14950;p32"/>
            <p:cNvSpPr/>
            <p:nvPr/>
          </p:nvSpPr>
          <p:spPr>
            <a:xfrm>
              <a:off x="3339850" y="2299875"/>
              <a:ext cx="12525" cy="12600"/>
            </a:xfrm>
            <a:custGeom>
              <a:avLst/>
              <a:gdLst/>
              <a:ahLst/>
              <a:cxnLst/>
              <a:rect l="l" t="t" r="r" b="b"/>
              <a:pathLst>
                <a:path w="501" h="504" extrusionOk="0">
                  <a:moveTo>
                    <a:pt x="251" y="1"/>
                  </a:moveTo>
                  <a:cubicBezTo>
                    <a:pt x="107" y="1"/>
                    <a:pt x="0" y="109"/>
                    <a:pt x="0" y="252"/>
                  </a:cubicBezTo>
                  <a:cubicBezTo>
                    <a:pt x="0" y="388"/>
                    <a:pt x="107" y="503"/>
                    <a:pt x="251" y="503"/>
                  </a:cubicBezTo>
                  <a:cubicBezTo>
                    <a:pt x="387" y="503"/>
                    <a:pt x="501" y="388"/>
                    <a:pt x="501" y="252"/>
                  </a:cubicBezTo>
                  <a:cubicBezTo>
                    <a:pt x="501"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1" name="Google Shape;14951;p32"/>
            <p:cNvSpPr/>
            <p:nvPr/>
          </p:nvSpPr>
          <p:spPr>
            <a:xfrm>
              <a:off x="3431575" y="2299875"/>
              <a:ext cx="12600" cy="12600"/>
            </a:xfrm>
            <a:custGeom>
              <a:avLst/>
              <a:gdLst/>
              <a:ahLst/>
              <a:cxnLst/>
              <a:rect l="l" t="t" r="r" b="b"/>
              <a:pathLst>
                <a:path w="504" h="504" extrusionOk="0">
                  <a:moveTo>
                    <a:pt x="252" y="1"/>
                  </a:moveTo>
                  <a:cubicBezTo>
                    <a:pt x="116" y="1"/>
                    <a:pt x="1" y="109"/>
                    <a:pt x="1" y="252"/>
                  </a:cubicBezTo>
                  <a:cubicBezTo>
                    <a:pt x="1" y="388"/>
                    <a:pt x="116" y="503"/>
                    <a:pt x="252" y="503"/>
                  </a:cubicBezTo>
                  <a:cubicBezTo>
                    <a:pt x="388" y="503"/>
                    <a:pt x="503" y="388"/>
                    <a:pt x="503" y="252"/>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2" name="Google Shape;14952;p32"/>
            <p:cNvSpPr/>
            <p:nvPr/>
          </p:nvSpPr>
          <p:spPr>
            <a:xfrm>
              <a:off x="3523550" y="2299875"/>
              <a:ext cx="12375" cy="12600"/>
            </a:xfrm>
            <a:custGeom>
              <a:avLst/>
              <a:gdLst/>
              <a:ahLst/>
              <a:cxnLst/>
              <a:rect l="l" t="t" r="r" b="b"/>
              <a:pathLst>
                <a:path w="495" h="504" extrusionOk="0">
                  <a:moveTo>
                    <a:pt x="250" y="1"/>
                  </a:moveTo>
                  <a:cubicBezTo>
                    <a:pt x="107" y="1"/>
                    <a:pt x="0" y="109"/>
                    <a:pt x="0" y="252"/>
                  </a:cubicBezTo>
                  <a:cubicBezTo>
                    <a:pt x="0" y="388"/>
                    <a:pt x="107" y="503"/>
                    <a:pt x="250" y="503"/>
                  </a:cubicBezTo>
                  <a:cubicBezTo>
                    <a:pt x="388" y="503"/>
                    <a:pt x="494" y="388"/>
                    <a:pt x="494" y="252"/>
                  </a:cubicBezTo>
                  <a:cubicBezTo>
                    <a:pt x="494"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3" name="Google Shape;14953;p32"/>
            <p:cNvSpPr/>
            <p:nvPr/>
          </p:nvSpPr>
          <p:spPr>
            <a:xfrm>
              <a:off x="676400" y="23916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4" name="Google Shape;14954;p32"/>
            <p:cNvSpPr/>
            <p:nvPr/>
          </p:nvSpPr>
          <p:spPr>
            <a:xfrm>
              <a:off x="768325" y="2391675"/>
              <a:ext cx="12400" cy="12550"/>
            </a:xfrm>
            <a:custGeom>
              <a:avLst/>
              <a:gdLst/>
              <a:ahLst/>
              <a:cxnLst/>
              <a:rect l="l" t="t" r="r" b="b"/>
              <a:pathLst>
                <a:path w="496" h="502" extrusionOk="0">
                  <a:moveTo>
                    <a:pt x="245" y="0"/>
                  </a:moveTo>
                  <a:cubicBezTo>
                    <a:pt x="109" y="0"/>
                    <a:pt x="0" y="114"/>
                    <a:pt x="0" y="252"/>
                  </a:cubicBezTo>
                  <a:cubicBezTo>
                    <a:pt x="0" y="388"/>
                    <a:pt x="109" y="501"/>
                    <a:pt x="245" y="501"/>
                  </a:cubicBezTo>
                  <a:cubicBezTo>
                    <a:pt x="388" y="501"/>
                    <a:pt x="496" y="388"/>
                    <a:pt x="496" y="252"/>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5" name="Google Shape;14955;p32"/>
            <p:cNvSpPr/>
            <p:nvPr/>
          </p:nvSpPr>
          <p:spPr>
            <a:xfrm>
              <a:off x="860125" y="2391675"/>
              <a:ext cx="12525" cy="12550"/>
            </a:xfrm>
            <a:custGeom>
              <a:avLst/>
              <a:gdLst/>
              <a:ahLst/>
              <a:cxnLst/>
              <a:rect l="l" t="t" r="r" b="b"/>
              <a:pathLst>
                <a:path w="501" h="502" extrusionOk="0">
                  <a:moveTo>
                    <a:pt x="251" y="0"/>
                  </a:moveTo>
                  <a:cubicBezTo>
                    <a:pt x="114" y="0"/>
                    <a:pt x="0" y="114"/>
                    <a:pt x="0" y="252"/>
                  </a:cubicBezTo>
                  <a:cubicBezTo>
                    <a:pt x="0" y="388"/>
                    <a:pt x="114" y="501"/>
                    <a:pt x="251" y="501"/>
                  </a:cubicBezTo>
                  <a:cubicBezTo>
                    <a:pt x="387" y="501"/>
                    <a:pt x="501" y="388"/>
                    <a:pt x="501" y="252"/>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6" name="Google Shape;14956;p32"/>
            <p:cNvSpPr/>
            <p:nvPr/>
          </p:nvSpPr>
          <p:spPr>
            <a:xfrm>
              <a:off x="951850" y="23916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7" name="Google Shape;14957;p32"/>
            <p:cNvSpPr/>
            <p:nvPr/>
          </p:nvSpPr>
          <p:spPr>
            <a:xfrm>
              <a:off x="1043825" y="2391675"/>
              <a:ext cx="12375" cy="12550"/>
            </a:xfrm>
            <a:custGeom>
              <a:avLst/>
              <a:gdLst/>
              <a:ahLst/>
              <a:cxnLst/>
              <a:rect l="l" t="t" r="r" b="b"/>
              <a:pathLst>
                <a:path w="495" h="502" extrusionOk="0">
                  <a:moveTo>
                    <a:pt x="250" y="0"/>
                  </a:moveTo>
                  <a:cubicBezTo>
                    <a:pt x="107" y="0"/>
                    <a:pt x="0" y="114"/>
                    <a:pt x="0" y="252"/>
                  </a:cubicBezTo>
                  <a:cubicBezTo>
                    <a:pt x="0" y="388"/>
                    <a:pt x="107" y="501"/>
                    <a:pt x="250" y="501"/>
                  </a:cubicBezTo>
                  <a:cubicBezTo>
                    <a:pt x="388" y="501"/>
                    <a:pt x="494" y="388"/>
                    <a:pt x="494" y="252"/>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8" name="Google Shape;14958;p32"/>
            <p:cNvSpPr/>
            <p:nvPr/>
          </p:nvSpPr>
          <p:spPr>
            <a:xfrm>
              <a:off x="1135575" y="2391675"/>
              <a:ext cx="12575" cy="12550"/>
            </a:xfrm>
            <a:custGeom>
              <a:avLst/>
              <a:gdLst/>
              <a:ahLst/>
              <a:cxnLst/>
              <a:rect l="l" t="t" r="r" b="b"/>
              <a:pathLst>
                <a:path w="503" h="502" extrusionOk="0">
                  <a:moveTo>
                    <a:pt x="252" y="0"/>
                  </a:moveTo>
                  <a:cubicBezTo>
                    <a:pt x="116" y="0"/>
                    <a:pt x="0" y="114"/>
                    <a:pt x="0" y="252"/>
                  </a:cubicBezTo>
                  <a:cubicBezTo>
                    <a:pt x="0" y="388"/>
                    <a:pt x="116" y="501"/>
                    <a:pt x="252" y="501"/>
                  </a:cubicBezTo>
                  <a:cubicBezTo>
                    <a:pt x="387" y="501"/>
                    <a:pt x="503" y="388"/>
                    <a:pt x="503" y="252"/>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9" name="Google Shape;14959;p32"/>
            <p:cNvSpPr/>
            <p:nvPr/>
          </p:nvSpPr>
          <p:spPr>
            <a:xfrm>
              <a:off x="1227500" y="2391675"/>
              <a:ext cx="12400" cy="12550"/>
            </a:xfrm>
            <a:custGeom>
              <a:avLst/>
              <a:gdLst/>
              <a:ahLst/>
              <a:cxnLst/>
              <a:rect l="l" t="t" r="r" b="b"/>
              <a:pathLst>
                <a:path w="496" h="502" extrusionOk="0">
                  <a:moveTo>
                    <a:pt x="251" y="0"/>
                  </a:moveTo>
                  <a:cubicBezTo>
                    <a:pt x="109" y="0"/>
                    <a:pt x="0" y="114"/>
                    <a:pt x="0" y="252"/>
                  </a:cubicBezTo>
                  <a:cubicBezTo>
                    <a:pt x="0" y="388"/>
                    <a:pt x="109" y="501"/>
                    <a:pt x="251" y="501"/>
                  </a:cubicBezTo>
                  <a:cubicBezTo>
                    <a:pt x="387" y="501"/>
                    <a:pt x="496" y="388"/>
                    <a:pt x="496" y="252"/>
                  </a:cubicBezTo>
                  <a:cubicBezTo>
                    <a:pt x="496"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0" name="Google Shape;14960;p32"/>
            <p:cNvSpPr/>
            <p:nvPr/>
          </p:nvSpPr>
          <p:spPr>
            <a:xfrm>
              <a:off x="1319275" y="2391675"/>
              <a:ext cx="12550" cy="12550"/>
            </a:xfrm>
            <a:custGeom>
              <a:avLst/>
              <a:gdLst/>
              <a:ahLst/>
              <a:cxnLst/>
              <a:rect l="l" t="t" r="r" b="b"/>
              <a:pathLst>
                <a:path w="502" h="502" extrusionOk="0">
                  <a:moveTo>
                    <a:pt x="252" y="0"/>
                  </a:moveTo>
                  <a:cubicBezTo>
                    <a:pt x="114" y="0"/>
                    <a:pt x="1" y="114"/>
                    <a:pt x="1" y="252"/>
                  </a:cubicBezTo>
                  <a:cubicBezTo>
                    <a:pt x="1" y="388"/>
                    <a:pt x="114" y="501"/>
                    <a:pt x="252" y="501"/>
                  </a:cubicBezTo>
                  <a:cubicBezTo>
                    <a:pt x="388" y="501"/>
                    <a:pt x="501" y="388"/>
                    <a:pt x="501" y="252"/>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1" name="Google Shape;14961;p32"/>
            <p:cNvSpPr/>
            <p:nvPr/>
          </p:nvSpPr>
          <p:spPr>
            <a:xfrm>
              <a:off x="1411200" y="2391675"/>
              <a:ext cx="12425" cy="12550"/>
            </a:xfrm>
            <a:custGeom>
              <a:avLst/>
              <a:gdLst/>
              <a:ahLst/>
              <a:cxnLst/>
              <a:rect l="l" t="t" r="r" b="b"/>
              <a:pathLst>
                <a:path w="497" h="502" extrusionOk="0">
                  <a:moveTo>
                    <a:pt x="245" y="0"/>
                  </a:moveTo>
                  <a:cubicBezTo>
                    <a:pt x="109" y="0"/>
                    <a:pt x="1" y="114"/>
                    <a:pt x="1" y="252"/>
                  </a:cubicBezTo>
                  <a:cubicBezTo>
                    <a:pt x="1" y="388"/>
                    <a:pt x="109" y="501"/>
                    <a:pt x="245" y="501"/>
                  </a:cubicBezTo>
                  <a:cubicBezTo>
                    <a:pt x="388" y="501"/>
                    <a:pt x="496" y="388"/>
                    <a:pt x="496" y="252"/>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2" name="Google Shape;14962;p32"/>
            <p:cNvSpPr/>
            <p:nvPr/>
          </p:nvSpPr>
          <p:spPr>
            <a:xfrm>
              <a:off x="1503000" y="2391675"/>
              <a:ext cx="12525" cy="12550"/>
            </a:xfrm>
            <a:custGeom>
              <a:avLst/>
              <a:gdLst/>
              <a:ahLst/>
              <a:cxnLst/>
              <a:rect l="l" t="t" r="r" b="b"/>
              <a:pathLst>
                <a:path w="501" h="502" extrusionOk="0">
                  <a:moveTo>
                    <a:pt x="250" y="0"/>
                  </a:moveTo>
                  <a:cubicBezTo>
                    <a:pt x="114" y="0"/>
                    <a:pt x="0" y="114"/>
                    <a:pt x="0" y="252"/>
                  </a:cubicBezTo>
                  <a:cubicBezTo>
                    <a:pt x="0" y="388"/>
                    <a:pt x="114" y="501"/>
                    <a:pt x="250" y="501"/>
                  </a:cubicBezTo>
                  <a:cubicBezTo>
                    <a:pt x="387" y="501"/>
                    <a:pt x="501" y="388"/>
                    <a:pt x="501" y="252"/>
                  </a:cubicBezTo>
                  <a:cubicBezTo>
                    <a:pt x="501" y="114"/>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3" name="Google Shape;14963;p32"/>
            <p:cNvSpPr/>
            <p:nvPr/>
          </p:nvSpPr>
          <p:spPr>
            <a:xfrm>
              <a:off x="1594750" y="2391675"/>
              <a:ext cx="12575" cy="12550"/>
            </a:xfrm>
            <a:custGeom>
              <a:avLst/>
              <a:gdLst/>
              <a:ahLst/>
              <a:cxnLst/>
              <a:rect l="l" t="t" r="r" b="b"/>
              <a:pathLst>
                <a:path w="503" h="502" extrusionOk="0">
                  <a:moveTo>
                    <a:pt x="251" y="0"/>
                  </a:moveTo>
                  <a:cubicBezTo>
                    <a:pt x="115" y="0"/>
                    <a:pt x="0" y="114"/>
                    <a:pt x="0" y="252"/>
                  </a:cubicBezTo>
                  <a:cubicBezTo>
                    <a:pt x="0" y="388"/>
                    <a:pt x="115" y="501"/>
                    <a:pt x="251" y="501"/>
                  </a:cubicBezTo>
                  <a:cubicBezTo>
                    <a:pt x="394" y="501"/>
                    <a:pt x="503" y="388"/>
                    <a:pt x="503" y="252"/>
                  </a:cubicBezTo>
                  <a:cubicBezTo>
                    <a:pt x="503" y="114"/>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4" name="Google Shape;14964;p32"/>
            <p:cNvSpPr/>
            <p:nvPr/>
          </p:nvSpPr>
          <p:spPr>
            <a:xfrm>
              <a:off x="1686650" y="23916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5" name="Google Shape;14965;p32"/>
            <p:cNvSpPr/>
            <p:nvPr/>
          </p:nvSpPr>
          <p:spPr>
            <a:xfrm>
              <a:off x="1778450" y="2391675"/>
              <a:ext cx="12550" cy="12550"/>
            </a:xfrm>
            <a:custGeom>
              <a:avLst/>
              <a:gdLst/>
              <a:ahLst/>
              <a:cxnLst/>
              <a:rect l="l" t="t" r="r" b="b"/>
              <a:pathLst>
                <a:path w="502" h="502" extrusionOk="0">
                  <a:moveTo>
                    <a:pt x="252" y="0"/>
                  </a:moveTo>
                  <a:cubicBezTo>
                    <a:pt x="114" y="0"/>
                    <a:pt x="1" y="114"/>
                    <a:pt x="1" y="252"/>
                  </a:cubicBezTo>
                  <a:cubicBezTo>
                    <a:pt x="1" y="388"/>
                    <a:pt x="114" y="501"/>
                    <a:pt x="252" y="501"/>
                  </a:cubicBezTo>
                  <a:cubicBezTo>
                    <a:pt x="388" y="501"/>
                    <a:pt x="501" y="388"/>
                    <a:pt x="501" y="252"/>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6" name="Google Shape;14966;p32"/>
            <p:cNvSpPr/>
            <p:nvPr/>
          </p:nvSpPr>
          <p:spPr>
            <a:xfrm>
              <a:off x="1870375" y="2391675"/>
              <a:ext cx="12400" cy="12550"/>
            </a:xfrm>
            <a:custGeom>
              <a:avLst/>
              <a:gdLst/>
              <a:ahLst/>
              <a:cxnLst/>
              <a:rect l="l" t="t" r="r" b="b"/>
              <a:pathLst>
                <a:path w="496" h="502" extrusionOk="0">
                  <a:moveTo>
                    <a:pt x="252" y="0"/>
                  </a:moveTo>
                  <a:cubicBezTo>
                    <a:pt x="109" y="0"/>
                    <a:pt x="0" y="114"/>
                    <a:pt x="0" y="252"/>
                  </a:cubicBezTo>
                  <a:cubicBezTo>
                    <a:pt x="0" y="388"/>
                    <a:pt x="109" y="501"/>
                    <a:pt x="252" y="501"/>
                  </a:cubicBezTo>
                  <a:cubicBezTo>
                    <a:pt x="387" y="501"/>
                    <a:pt x="496" y="388"/>
                    <a:pt x="496" y="252"/>
                  </a:cubicBezTo>
                  <a:cubicBezTo>
                    <a:pt x="496"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7" name="Google Shape;14967;p32"/>
            <p:cNvSpPr/>
            <p:nvPr/>
          </p:nvSpPr>
          <p:spPr>
            <a:xfrm>
              <a:off x="1962150" y="2391675"/>
              <a:ext cx="12550" cy="12550"/>
            </a:xfrm>
            <a:custGeom>
              <a:avLst/>
              <a:gdLst/>
              <a:ahLst/>
              <a:cxnLst/>
              <a:rect l="l" t="t" r="r" b="b"/>
              <a:pathLst>
                <a:path w="502" h="502" extrusionOk="0">
                  <a:moveTo>
                    <a:pt x="250" y="0"/>
                  </a:moveTo>
                  <a:cubicBezTo>
                    <a:pt x="114" y="0"/>
                    <a:pt x="1" y="114"/>
                    <a:pt x="1" y="252"/>
                  </a:cubicBezTo>
                  <a:cubicBezTo>
                    <a:pt x="1" y="388"/>
                    <a:pt x="114" y="501"/>
                    <a:pt x="250" y="501"/>
                  </a:cubicBezTo>
                  <a:cubicBezTo>
                    <a:pt x="388" y="501"/>
                    <a:pt x="502" y="388"/>
                    <a:pt x="502" y="252"/>
                  </a:cubicBezTo>
                  <a:cubicBezTo>
                    <a:pt x="502"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8" name="Google Shape;14968;p32"/>
            <p:cNvSpPr/>
            <p:nvPr/>
          </p:nvSpPr>
          <p:spPr>
            <a:xfrm>
              <a:off x="2054075" y="2391675"/>
              <a:ext cx="12425" cy="12550"/>
            </a:xfrm>
            <a:custGeom>
              <a:avLst/>
              <a:gdLst/>
              <a:ahLst/>
              <a:cxnLst/>
              <a:rect l="l" t="t" r="r" b="b"/>
              <a:pathLst>
                <a:path w="497" h="502" extrusionOk="0">
                  <a:moveTo>
                    <a:pt x="252" y="0"/>
                  </a:moveTo>
                  <a:cubicBezTo>
                    <a:pt x="109" y="0"/>
                    <a:pt x="1" y="114"/>
                    <a:pt x="1" y="252"/>
                  </a:cubicBezTo>
                  <a:cubicBezTo>
                    <a:pt x="1" y="388"/>
                    <a:pt x="109" y="501"/>
                    <a:pt x="252" y="501"/>
                  </a:cubicBezTo>
                  <a:cubicBezTo>
                    <a:pt x="388" y="501"/>
                    <a:pt x="496" y="388"/>
                    <a:pt x="496" y="252"/>
                  </a:cubicBezTo>
                  <a:cubicBezTo>
                    <a:pt x="496"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9" name="Google Shape;14969;p32"/>
            <p:cNvSpPr/>
            <p:nvPr/>
          </p:nvSpPr>
          <p:spPr>
            <a:xfrm>
              <a:off x="2145825" y="23916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0" name="Google Shape;14970;p32"/>
            <p:cNvSpPr/>
            <p:nvPr/>
          </p:nvSpPr>
          <p:spPr>
            <a:xfrm>
              <a:off x="2237800" y="2391675"/>
              <a:ext cx="12350" cy="12550"/>
            </a:xfrm>
            <a:custGeom>
              <a:avLst/>
              <a:gdLst/>
              <a:ahLst/>
              <a:cxnLst/>
              <a:rect l="l" t="t" r="r" b="b"/>
              <a:pathLst>
                <a:path w="494" h="502" extrusionOk="0">
                  <a:moveTo>
                    <a:pt x="244" y="0"/>
                  </a:moveTo>
                  <a:cubicBezTo>
                    <a:pt x="107" y="0"/>
                    <a:pt x="0" y="114"/>
                    <a:pt x="0" y="252"/>
                  </a:cubicBezTo>
                  <a:cubicBezTo>
                    <a:pt x="0" y="388"/>
                    <a:pt x="107" y="501"/>
                    <a:pt x="244" y="501"/>
                  </a:cubicBezTo>
                  <a:cubicBezTo>
                    <a:pt x="387" y="501"/>
                    <a:pt x="494" y="388"/>
                    <a:pt x="494" y="252"/>
                  </a:cubicBezTo>
                  <a:cubicBezTo>
                    <a:pt x="494" y="114"/>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1" name="Google Shape;14971;p32"/>
            <p:cNvSpPr/>
            <p:nvPr/>
          </p:nvSpPr>
          <p:spPr>
            <a:xfrm>
              <a:off x="2329550" y="2391675"/>
              <a:ext cx="12575" cy="12550"/>
            </a:xfrm>
            <a:custGeom>
              <a:avLst/>
              <a:gdLst/>
              <a:ahLst/>
              <a:cxnLst/>
              <a:rect l="l" t="t" r="r" b="b"/>
              <a:pathLst>
                <a:path w="503" h="502" extrusionOk="0">
                  <a:moveTo>
                    <a:pt x="251" y="0"/>
                  </a:moveTo>
                  <a:cubicBezTo>
                    <a:pt x="115" y="0"/>
                    <a:pt x="0" y="114"/>
                    <a:pt x="0" y="252"/>
                  </a:cubicBezTo>
                  <a:cubicBezTo>
                    <a:pt x="0" y="388"/>
                    <a:pt x="115" y="501"/>
                    <a:pt x="251" y="501"/>
                  </a:cubicBezTo>
                  <a:cubicBezTo>
                    <a:pt x="387" y="501"/>
                    <a:pt x="502" y="388"/>
                    <a:pt x="502" y="252"/>
                  </a:cubicBezTo>
                  <a:cubicBezTo>
                    <a:pt x="502"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2" name="Google Shape;14972;p32"/>
            <p:cNvSpPr/>
            <p:nvPr/>
          </p:nvSpPr>
          <p:spPr>
            <a:xfrm>
              <a:off x="2421325" y="2391675"/>
              <a:ext cx="12550" cy="12550"/>
            </a:xfrm>
            <a:custGeom>
              <a:avLst/>
              <a:gdLst/>
              <a:ahLst/>
              <a:cxnLst/>
              <a:rect l="l" t="t" r="r" b="b"/>
              <a:pathLst>
                <a:path w="502" h="502" extrusionOk="0">
                  <a:moveTo>
                    <a:pt x="250" y="0"/>
                  </a:moveTo>
                  <a:cubicBezTo>
                    <a:pt x="114" y="0"/>
                    <a:pt x="1" y="114"/>
                    <a:pt x="1" y="252"/>
                  </a:cubicBezTo>
                  <a:cubicBezTo>
                    <a:pt x="1" y="388"/>
                    <a:pt x="114" y="501"/>
                    <a:pt x="250" y="501"/>
                  </a:cubicBezTo>
                  <a:cubicBezTo>
                    <a:pt x="395" y="501"/>
                    <a:pt x="501" y="388"/>
                    <a:pt x="501" y="252"/>
                  </a:cubicBezTo>
                  <a:cubicBezTo>
                    <a:pt x="501" y="114"/>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3" name="Google Shape;14973;p32"/>
            <p:cNvSpPr/>
            <p:nvPr/>
          </p:nvSpPr>
          <p:spPr>
            <a:xfrm>
              <a:off x="2513250" y="2391675"/>
              <a:ext cx="12575" cy="12550"/>
            </a:xfrm>
            <a:custGeom>
              <a:avLst/>
              <a:gdLst/>
              <a:ahLst/>
              <a:cxnLst/>
              <a:rect l="l" t="t" r="r" b="b"/>
              <a:pathLst>
                <a:path w="503" h="502" extrusionOk="0">
                  <a:moveTo>
                    <a:pt x="252" y="0"/>
                  </a:moveTo>
                  <a:cubicBezTo>
                    <a:pt x="109" y="0"/>
                    <a:pt x="0" y="114"/>
                    <a:pt x="0" y="252"/>
                  </a:cubicBezTo>
                  <a:cubicBezTo>
                    <a:pt x="0" y="388"/>
                    <a:pt x="109"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4" name="Google Shape;14974;p32"/>
            <p:cNvSpPr/>
            <p:nvPr/>
          </p:nvSpPr>
          <p:spPr>
            <a:xfrm>
              <a:off x="2605000" y="2391675"/>
              <a:ext cx="12575" cy="12550"/>
            </a:xfrm>
            <a:custGeom>
              <a:avLst/>
              <a:gdLst/>
              <a:ahLst/>
              <a:cxnLst/>
              <a:rect l="l" t="t" r="r" b="b"/>
              <a:pathLst>
                <a:path w="503" h="502" extrusionOk="0">
                  <a:moveTo>
                    <a:pt x="252" y="0"/>
                  </a:moveTo>
                  <a:cubicBezTo>
                    <a:pt x="116" y="0"/>
                    <a:pt x="0" y="114"/>
                    <a:pt x="0" y="252"/>
                  </a:cubicBezTo>
                  <a:cubicBezTo>
                    <a:pt x="0" y="388"/>
                    <a:pt x="116" y="501"/>
                    <a:pt x="252" y="501"/>
                  </a:cubicBezTo>
                  <a:cubicBezTo>
                    <a:pt x="387" y="501"/>
                    <a:pt x="503" y="388"/>
                    <a:pt x="503" y="252"/>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5" name="Google Shape;14975;p32"/>
            <p:cNvSpPr/>
            <p:nvPr/>
          </p:nvSpPr>
          <p:spPr>
            <a:xfrm>
              <a:off x="2696950" y="2391675"/>
              <a:ext cx="12375" cy="12550"/>
            </a:xfrm>
            <a:custGeom>
              <a:avLst/>
              <a:gdLst/>
              <a:ahLst/>
              <a:cxnLst/>
              <a:rect l="l" t="t" r="r" b="b"/>
              <a:pathLst>
                <a:path w="495" h="502" extrusionOk="0">
                  <a:moveTo>
                    <a:pt x="252" y="0"/>
                  </a:moveTo>
                  <a:cubicBezTo>
                    <a:pt x="108" y="0"/>
                    <a:pt x="1" y="114"/>
                    <a:pt x="1" y="252"/>
                  </a:cubicBezTo>
                  <a:cubicBezTo>
                    <a:pt x="1" y="388"/>
                    <a:pt x="108" y="501"/>
                    <a:pt x="252" y="501"/>
                  </a:cubicBezTo>
                  <a:cubicBezTo>
                    <a:pt x="388" y="501"/>
                    <a:pt x="495" y="388"/>
                    <a:pt x="495" y="252"/>
                  </a:cubicBezTo>
                  <a:cubicBezTo>
                    <a:pt x="495"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6" name="Google Shape;14976;p32"/>
            <p:cNvSpPr/>
            <p:nvPr/>
          </p:nvSpPr>
          <p:spPr>
            <a:xfrm>
              <a:off x="2788700" y="23916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7" name="Google Shape;14977;p32"/>
            <p:cNvSpPr/>
            <p:nvPr/>
          </p:nvSpPr>
          <p:spPr>
            <a:xfrm>
              <a:off x="2880675" y="2391675"/>
              <a:ext cx="12375" cy="12550"/>
            </a:xfrm>
            <a:custGeom>
              <a:avLst/>
              <a:gdLst/>
              <a:ahLst/>
              <a:cxnLst/>
              <a:rect l="l" t="t" r="r" b="b"/>
              <a:pathLst>
                <a:path w="495" h="502" extrusionOk="0">
                  <a:moveTo>
                    <a:pt x="243" y="0"/>
                  </a:moveTo>
                  <a:cubicBezTo>
                    <a:pt x="107" y="0"/>
                    <a:pt x="0" y="114"/>
                    <a:pt x="0" y="252"/>
                  </a:cubicBezTo>
                  <a:cubicBezTo>
                    <a:pt x="0" y="388"/>
                    <a:pt x="107" y="501"/>
                    <a:pt x="243" y="501"/>
                  </a:cubicBezTo>
                  <a:cubicBezTo>
                    <a:pt x="387" y="501"/>
                    <a:pt x="494" y="388"/>
                    <a:pt x="494" y="252"/>
                  </a:cubicBezTo>
                  <a:cubicBezTo>
                    <a:pt x="494" y="114"/>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8" name="Google Shape;14978;p32"/>
            <p:cNvSpPr/>
            <p:nvPr/>
          </p:nvSpPr>
          <p:spPr>
            <a:xfrm>
              <a:off x="2972425" y="2391675"/>
              <a:ext cx="12575" cy="12550"/>
            </a:xfrm>
            <a:custGeom>
              <a:avLst/>
              <a:gdLst/>
              <a:ahLst/>
              <a:cxnLst/>
              <a:rect l="l" t="t" r="r" b="b"/>
              <a:pathLst>
                <a:path w="503" h="502" extrusionOk="0">
                  <a:moveTo>
                    <a:pt x="251" y="0"/>
                  </a:moveTo>
                  <a:cubicBezTo>
                    <a:pt x="115" y="0"/>
                    <a:pt x="0" y="114"/>
                    <a:pt x="0" y="252"/>
                  </a:cubicBezTo>
                  <a:cubicBezTo>
                    <a:pt x="0" y="388"/>
                    <a:pt x="115" y="501"/>
                    <a:pt x="251" y="501"/>
                  </a:cubicBezTo>
                  <a:cubicBezTo>
                    <a:pt x="387" y="501"/>
                    <a:pt x="503" y="388"/>
                    <a:pt x="503" y="252"/>
                  </a:cubicBezTo>
                  <a:cubicBezTo>
                    <a:pt x="503"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9" name="Google Shape;14979;p32"/>
            <p:cNvSpPr/>
            <p:nvPr/>
          </p:nvSpPr>
          <p:spPr>
            <a:xfrm>
              <a:off x="3064375" y="2391675"/>
              <a:ext cx="12375" cy="12550"/>
            </a:xfrm>
            <a:custGeom>
              <a:avLst/>
              <a:gdLst/>
              <a:ahLst/>
              <a:cxnLst/>
              <a:rect l="l" t="t" r="r" b="b"/>
              <a:pathLst>
                <a:path w="495" h="502" extrusionOk="0">
                  <a:moveTo>
                    <a:pt x="243" y="0"/>
                  </a:moveTo>
                  <a:cubicBezTo>
                    <a:pt x="107" y="0"/>
                    <a:pt x="1" y="114"/>
                    <a:pt x="1" y="252"/>
                  </a:cubicBezTo>
                  <a:cubicBezTo>
                    <a:pt x="1" y="388"/>
                    <a:pt x="107" y="501"/>
                    <a:pt x="243" y="501"/>
                  </a:cubicBezTo>
                  <a:cubicBezTo>
                    <a:pt x="388" y="501"/>
                    <a:pt x="495" y="388"/>
                    <a:pt x="495" y="252"/>
                  </a:cubicBezTo>
                  <a:cubicBezTo>
                    <a:pt x="495" y="114"/>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0" name="Google Shape;14980;p32"/>
            <p:cNvSpPr/>
            <p:nvPr/>
          </p:nvSpPr>
          <p:spPr>
            <a:xfrm>
              <a:off x="3156125" y="23916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1" name="Google Shape;14981;p32"/>
            <p:cNvSpPr/>
            <p:nvPr/>
          </p:nvSpPr>
          <p:spPr>
            <a:xfrm>
              <a:off x="3247875" y="2391675"/>
              <a:ext cx="12575" cy="12550"/>
            </a:xfrm>
            <a:custGeom>
              <a:avLst/>
              <a:gdLst/>
              <a:ahLst/>
              <a:cxnLst/>
              <a:rect l="l" t="t" r="r" b="b"/>
              <a:pathLst>
                <a:path w="503"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2" name="Google Shape;14982;p32"/>
            <p:cNvSpPr/>
            <p:nvPr/>
          </p:nvSpPr>
          <p:spPr>
            <a:xfrm>
              <a:off x="3339850" y="2391675"/>
              <a:ext cx="12525" cy="12550"/>
            </a:xfrm>
            <a:custGeom>
              <a:avLst/>
              <a:gdLst/>
              <a:ahLst/>
              <a:cxnLst/>
              <a:rect l="l" t="t" r="r" b="b"/>
              <a:pathLst>
                <a:path w="501" h="502" extrusionOk="0">
                  <a:moveTo>
                    <a:pt x="251" y="0"/>
                  </a:moveTo>
                  <a:cubicBezTo>
                    <a:pt x="107" y="0"/>
                    <a:pt x="0" y="114"/>
                    <a:pt x="0" y="252"/>
                  </a:cubicBezTo>
                  <a:cubicBezTo>
                    <a:pt x="0" y="388"/>
                    <a:pt x="107" y="501"/>
                    <a:pt x="251" y="501"/>
                  </a:cubicBezTo>
                  <a:cubicBezTo>
                    <a:pt x="387" y="501"/>
                    <a:pt x="501" y="388"/>
                    <a:pt x="501" y="252"/>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3" name="Google Shape;14983;p32"/>
            <p:cNvSpPr/>
            <p:nvPr/>
          </p:nvSpPr>
          <p:spPr>
            <a:xfrm>
              <a:off x="3431575" y="23916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4" name="Google Shape;14984;p32"/>
            <p:cNvSpPr/>
            <p:nvPr/>
          </p:nvSpPr>
          <p:spPr>
            <a:xfrm>
              <a:off x="3523550" y="2391675"/>
              <a:ext cx="12375" cy="12550"/>
            </a:xfrm>
            <a:custGeom>
              <a:avLst/>
              <a:gdLst/>
              <a:ahLst/>
              <a:cxnLst/>
              <a:rect l="l" t="t" r="r" b="b"/>
              <a:pathLst>
                <a:path w="495" h="502" extrusionOk="0">
                  <a:moveTo>
                    <a:pt x="250" y="0"/>
                  </a:moveTo>
                  <a:cubicBezTo>
                    <a:pt x="107" y="0"/>
                    <a:pt x="0" y="114"/>
                    <a:pt x="0" y="252"/>
                  </a:cubicBezTo>
                  <a:cubicBezTo>
                    <a:pt x="0" y="388"/>
                    <a:pt x="107" y="501"/>
                    <a:pt x="250" y="501"/>
                  </a:cubicBezTo>
                  <a:cubicBezTo>
                    <a:pt x="388" y="501"/>
                    <a:pt x="494" y="388"/>
                    <a:pt x="494" y="252"/>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5" name="Google Shape;14985;p32"/>
            <p:cNvSpPr/>
            <p:nvPr/>
          </p:nvSpPr>
          <p:spPr>
            <a:xfrm>
              <a:off x="676400" y="2483600"/>
              <a:ext cx="12600" cy="12400"/>
            </a:xfrm>
            <a:custGeom>
              <a:avLst/>
              <a:gdLst/>
              <a:ahLst/>
              <a:cxnLst/>
              <a:rect l="l" t="t" r="r" b="b"/>
              <a:pathLst>
                <a:path w="504" h="496" extrusionOk="0">
                  <a:moveTo>
                    <a:pt x="252" y="0"/>
                  </a:moveTo>
                  <a:cubicBezTo>
                    <a:pt x="116" y="0"/>
                    <a:pt x="1" y="109"/>
                    <a:pt x="1" y="251"/>
                  </a:cubicBezTo>
                  <a:cubicBezTo>
                    <a:pt x="1" y="387"/>
                    <a:pt x="116" y="496"/>
                    <a:pt x="252" y="496"/>
                  </a:cubicBezTo>
                  <a:cubicBezTo>
                    <a:pt x="388" y="496"/>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6" name="Google Shape;14986;p32"/>
            <p:cNvSpPr/>
            <p:nvPr/>
          </p:nvSpPr>
          <p:spPr>
            <a:xfrm>
              <a:off x="768325" y="2483600"/>
              <a:ext cx="12400" cy="12400"/>
            </a:xfrm>
            <a:custGeom>
              <a:avLst/>
              <a:gdLst/>
              <a:ahLst/>
              <a:cxnLst/>
              <a:rect l="l" t="t" r="r" b="b"/>
              <a:pathLst>
                <a:path w="496" h="496" extrusionOk="0">
                  <a:moveTo>
                    <a:pt x="245" y="0"/>
                  </a:moveTo>
                  <a:cubicBezTo>
                    <a:pt x="109" y="0"/>
                    <a:pt x="0" y="109"/>
                    <a:pt x="0" y="251"/>
                  </a:cubicBezTo>
                  <a:cubicBezTo>
                    <a:pt x="0" y="387"/>
                    <a:pt x="109" y="496"/>
                    <a:pt x="245" y="496"/>
                  </a:cubicBezTo>
                  <a:cubicBezTo>
                    <a:pt x="388" y="496"/>
                    <a:pt x="496" y="387"/>
                    <a:pt x="496" y="251"/>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7" name="Google Shape;14987;p32"/>
            <p:cNvSpPr/>
            <p:nvPr/>
          </p:nvSpPr>
          <p:spPr>
            <a:xfrm>
              <a:off x="860125" y="2483600"/>
              <a:ext cx="12525" cy="12400"/>
            </a:xfrm>
            <a:custGeom>
              <a:avLst/>
              <a:gdLst/>
              <a:ahLst/>
              <a:cxnLst/>
              <a:rect l="l" t="t" r="r" b="b"/>
              <a:pathLst>
                <a:path w="501" h="496" extrusionOk="0">
                  <a:moveTo>
                    <a:pt x="251" y="0"/>
                  </a:moveTo>
                  <a:cubicBezTo>
                    <a:pt x="114" y="0"/>
                    <a:pt x="0" y="109"/>
                    <a:pt x="0" y="251"/>
                  </a:cubicBezTo>
                  <a:cubicBezTo>
                    <a:pt x="0" y="387"/>
                    <a:pt x="114" y="496"/>
                    <a:pt x="251" y="496"/>
                  </a:cubicBezTo>
                  <a:cubicBezTo>
                    <a:pt x="387" y="496"/>
                    <a:pt x="501" y="387"/>
                    <a:pt x="501" y="251"/>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8" name="Google Shape;14988;p32"/>
            <p:cNvSpPr/>
            <p:nvPr/>
          </p:nvSpPr>
          <p:spPr>
            <a:xfrm>
              <a:off x="951850" y="2483600"/>
              <a:ext cx="12600" cy="12400"/>
            </a:xfrm>
            <a:custGeom>
              <a:avLst/>
              <a:gdLst/>
              <a:ahLst/>
              <a:cxnLst/>
              <a:rect l="l" t="t" r="r" b="b"/>
              <a:pathLst>
                <a:path w="504" h="496" extrusionOk="0">
                  <a:moveTo>
                    <a:pt x="252" y="0"/>
                  </a:moveTo>
                  <a:cubicBezTo>
                    <a:pt x="116" y="0"/>
                    <a:pt x="1" y="109"/>
                    <a:pt x="1" y="251"/>
                  </a:cubicBezTo>
                  <a:cubicBezTo>
                    <a:pt x="1" y="387"/>
                    <a:pt x="116" y="496"/>
                    <a:pt x="252" y="496"/>
                  </a:cubicBezTo>
                  <a:cubicBezTo>
                    <a:pt x="388" y="496"/>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9" name="Google Shape;14989;p32"/>
            <p:cNvSpPr/>
            <p:nvPr/>
          </p:nvSpPr>
          <p:spPr>
            <a:xfrm>
              <a:off x="1043825" y="2483600"/>
              <a:ext cx="12375" cy="12400"/>
            </a:xfrm>
            <a:custGeom>
              <a:avLst/>
              <a:gdLst/>
              <a:ahLst/>
              <a:cxnLst/>
              <a:rect l="l" t="t" r="r" b="b"/>
              <a:pathLst>
                <a:path w="495" h="496" extrusionOk="0">
                  <a:moveTo>
                    <a:pt x="250" y="0"/>
                  </a:moveTo>
                  <a:cubicBezTo>
                    <a:pt x="107" y="0"/>
                    <a:pt x="0" y="109"/>
                    <a:pt x="0" y="251"/>
                  </a:cubicBezTo>
                  <a:cubicBezTo>
                    <a:pt x="0" y="387"/>
                    <a:pt x="107" y="496"/>
                    <a:pt x="250" y="496"/>
                  </a:cubicBezTo>
                  <a:cubicBezTo>
                    <a:pt x="388" y="496"/>
                    <a:pt x="494" y="387"/>
                    <a:pt x="494" y="251"/>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0" name="Google Shape;14990;p32"/>
            <p:cNvSpPr/>
            <p:nvPr/>
          </p:nvSpPr>
          <p:spPr>
            <a:xfrm>
              <a:off x="1135575" y="2483600"/>
              <a:ext cx="12575" cy="12400"/>
            </a:xfrm>
            <a:custGeom>
              <a:avLst/>
              <a:gdLst/>
              <a:ahLst/>
              <a:cxnLst/>
              <a:rect l="l" t="t" r="r" b="b"/>
              <a:pathLst>
                <a:path w="503" h="496" extrusionOk="0">
                  <a:moveTo>
                    <a:pt x="252" y="0"/>
                  </a:moveTo>
                  <a:cubicBezTo>
                    <a:pt x="116" y="0"/>
                    <a:pt x="0" y="109"/>
                    <a:pt x="0" y="251"/>
                  </a:cubicBezTo>
                  <a:cubicBezTo>
                    <a:pt x="0" y="387"/>
                    <a:pt x="116" y="496"/>
                    <a:pt x="252" y="496"/>
                  </a:cubicBezTo>
                  <a:cubicBezTo>
                    <a:pt x="387" y="496"/>
                    <a:pt x="503" y="387"/>
                    <a:pt x="503" y="251"/>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1" name="Google Shape;14991;p32"/>
            <p:cNvSpPr/>
            <p:nvPr/>
          </p:nvSpPr>
          <p:spPr>
            <a:xfrm>
              <a:off x="1227500" y="2483600"/>
              <a:ext cx="12400" cy="12400"/>
            </a:xfrm>
            <a:custGeom>
              <a:avLst/>
              <a:gdLst/>
              <a:ahLst/>
              <a:cxnLst/>
              <a:rect l="l" t="t" r="r" b="b"/>
              <a:pathLst>
                <a:path w="496" h="496" extrusionOk="0">
                  <a:moveTo>
                    <a:pt x="251" y="0"/>
                  </a:moveTo>
                  <a:cubicBezTo>
                    <a:pt x="109" y="0"/>
                    <a:pt x="0" y="109"/>
                    <a:pt x="0" y="251"/>
                  </a:cubicBezTo>
                  <a:cubicBezTo>
                    <a:pt x="0" y="387"/>
                    <a:pt x="109" y="496"/>
                    <a:pt x="251" y="496"/>
                  </a:cubicBezTo>
                  <a:cubicBezTo>
                    <a:pt x="387" y="496"/>
                    <a:pt x="496" y="387"/>
                    <a:pt x="496" y="251"/>
                  </a:cubicBezTo>
                  <a:cubicBezTo>
                    <a:pt x="496"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2" name="Google Shape;14992;p32"/>
            <p:cNvSpPr/>
            <p:nvPr/>
          </p:nvSpPr>
          <p:spPr>
            <a:xfrm>
              <a:off x="1319275" y="2483600"/>
              <a:ext cx="12550" cy="12400"/>
            </a:xfrm>
            <a:custGeom>
              <a:avLst/>
              <a:gdLst/>
              <a:ahLst/>
              <a:cxnLst/>
              <a:rect l="l" t="t" r="r" b="b"/>
              <a:pathLst>
                <a:path w="502" h="496" extrusionOk="0">
                  <a:moveTo>
                    <a:pt x="252" y="0"/>
                  </a:moveTo>
                  <a:cubicBezTo>
                    <a:pt x="114" y="0"/>
                    <a:pt x="1" y="109"/>
                    <a:pt x="1" y="251"/>
                  </a:cubicBezTo>
                  <a:cubicBezTo>
                    <a:pt x="1" y="387"/>
                    <a:pt x="114" y="496"/>
                    <a:pt x="252" y="496"/>
                  </a:cubicBezTo>
                  <a:cubicBezTo>
                    <a:pt x="388" y="496"/>
                    <a:pt x="501" y="387"/>
                    <a:pt x="501" y="251"/>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3" name="Google Shape;14993;p32"/>
            <p:cNvSpPr/>
            <p:nvPr/>
          </p:nvSpPr>
          <p:spPr>
            <a:xfrm>
              <a:off x="1411200" y="2483600"/>
              <a:ext cx="12425" cy="12400"/>
            </a:xfrm>
            <a:custGeom>
              <a:avLst/>
              <a:gdLst/>
              <a:ahLst/>
              <a:cxnLst/>
              <a:rect l="l" t="t" r="r" b="b"/>
              <a:pathLst>
                <a:path w="497" h="496" extrusionOk="0">
                  <a:moveTo>
                    <a:pt x="245" y="0"/>
                  </a:moveTo>
                  <a:cubicBezTo>
                    <a:pt x="109" y="0"/>
                    <a:pt x="1" y="109"/>
                    <a:pt x="1" y="251"/>
                  </a:cubicBezTo>
                  <a:cubicBezTo>
                    <a:pt x="1" y="387"/>
                    <a:pt x="109" y="496"/>
                    <a:pt x="245" y="496"/>
                  </a:cubicBezTo>
                  <a:cubicBezTo>
                    <a:pt x="388" y="496"/>
                    <a:pt x="496" y="387"/>
                    <a:pt x="496" y="251"/>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4" name="Google Shape;14994;p32"/>
            <p:cNvSpPr/>
            <p:nvPr/>
          </p:nvSpPr>
          <p:spPr>
            <a:xfrm>
              <a:off x="1503000" y="2483600"/>
              <a:ext cx="12525" cy="12400"/>
            </a:xfrm>
            <a:custGeom>
              <a:avLst/>
              <a:gdLst/>
              <a:ahLst/>
              <a:cxnLst/>
              <a:rect l="l" t="t" r="r" b="b"/>
              <a:pathLst>
                <a:path w="501" h="496" extrusionOk="0">
                  <a:moveTo>
                    <a:pt x="250" y="0"/>
                  </a:moveTo>
                  <a:cubicBezTo>
                    <a:pt x="114" y="0"/>
                    <a:pt x="0" y="109"/>
                    <a:pt x="0" y="251"/>
                  </a:cubicBezTo>
                  <a:cubicBezTo>
                    <a:pt x="0" y="387"/>
                    <a:pt x="114" y="496"/>
                    <a:pt x="250" y="496"/>
                  </a:cubicBezTo>
                  <a:cubicBezTo>
                    <a:pt x="387" y="496"/>
                    <a:pt x="501" y="387"/>
                    <a:pt x="501" y="251"/>
                  </a:cubicBezTo>
                  <a:cubicBezTo>
                    <a:pt x="501" y="109"/>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5" name="Google Shape;14995;p32"/>
            <p:cNvSpPr/>
            <p:nvPr/>
          </p:nvSpPr>
          <p:spPr>
            <a:xfrm>
              <a:off x="1594750" y="2483600"/>
              <a:ext cx="12575" cy="12400"/>
            </a:xfrm>
            <a:custGeom>
              <a:avLst/>
              <a:gdLst/>
              <a:ahLst/>
              <a:cxnLst/>
              <a:rect l="l" t="t" r="r" b="b"/>
              <a:pathLst>
                <a:path w="503" h="496" extrusionOk="0">
                  <a:moveTo>
                    <a:pt x="251" y="0"/>
                  </a:moveTo>
                  <a:cubicBezTo>
                    <a:pt x="115" y="0"/>
                    <a:pt x="0" y="109"/>
                    <a:pt x="0" y="251"/>
                  </a:cubicBezTo>
                  <a:cubicBezTo>
                    <a:pt x="0" y="387"/>
                    <a:pt x="115" y="496"/>
                    <a:pt x="251" y="496"/>
                  </a:cubicBezTo>
                  <a:cubicBezTo>
                    <a:pt x="394" y="496"/>
                    <a:pt x="503" y="387"/>
                    <a:pt x="503" y="251"/>
                  </a:cubicBezTo>
                  <a:cubicBezTo>
                    <a:pt x="503" y="109"/>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6" name="Google Shape;14996;p32"/>
            <p:cNvSpPr/>
            <p:nvPr/>
          </p:nvSpPr>
          <p:spPr>
            <a:xfrm>
              <a:off x="1686650" y="2483600"/>
              <a:ext cx="12600" cy="12400"/>
            </a:xfrm>
            <a:custGeom>
              <a:avLst/>
              <a:gdLst/>
              <a:ahLst/>
              <a:cxnLst/>
              <a:rect l="l" t="t" r="r" b="b"/>
              <a:pathLst>
                <a:path w="504" h="496" extrusionOk="0">
                  <a:moveTo>
                    <a:pt x="252" y="0"/>
                  </a:moveTo>
                  <a:cubicBezTo>
                    <a:pt x="116" y="0"/>
                    <a:pt x="1" y="109"/>
                    <a:pt x="1" y="251"/>
                  </a:cubicBezTo>
                  <a:cubicBezTo>
                    <a:pt x="1" y="387"/>
                    <a:pt x="116" y="496"/>
                    <a:pt x="252" y="496"/>
                  </a:cubicBezTo>
                  <a:cubicBezTo>
                    <a:pt x="388" y="496"/>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7" name="Google Shape;14997;p32"/>
            <p:cNvSpPr/>
            <p:nvPr/>
          </p:nvSpPr>
          <p:spPr>
            <a:xfrm>
              <a:off x="1778450" y="2483600"/>
              <a:ext cx="12550" cy="12400"/>
            </a:xfrm>
            <a:custGeom>
              <a:avLst/>
              <a:gdLst/>
              <a:ahLst/>
              <a:cxnLst/>
              <a:rect l="l" t="t" r="r" b="b"/>
              <a:pathLst>
                <a:path w="502" h="496" extrusionOk="0">
                  <a:moveTo>
                    <a:pt x="252" y="0"/>
                  </a:moveTo>
                  <a:cubicBezTo>
                    <a:pt x="114" y="0"/>
                    <a:pt x="1" y="109"/>
                    <a:pt x="1" y="251"/>
                  </a:cubicBezTo>
                  <a:cubicBezTo>
                    <a:pt x="1" y="387"/>
                    <a:pt x="114" y="496"/>
                    <a:pt x="252" y="496"/>
                  </a:cubicBezTo>
                  <a:cubicBezTo>
                    <a:pt x="388" y="496"/>
                    <a:pt x="501" y="387"/>
                    <a:pt x="501" y="251"/>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8" name="Google Shape;14998;p32"/>
            <p:cNvSpPr/>
            <p:nvPr/>
          </p:nvSpPr>
          <p:spPr>
            <a:xfrm>
              <a:off x="1870375" y="2483600"/>
              <a:ext cx="12400" cy="12400"/>
            </a:xfrm>
            <a:custGeom>
              <a:avLst/>
              <a:gdLst/>
              <a:ahLst/>
              <a:cxnLst/>
              <a:rect l="l" t="t" r="r" b="b"/>
              <a:pathLst>
                <a:path w="496" h="496" extrusionOk="0">
                  <a:moveTo>
                    <a:pt x="252" y="0"/>
                  </a:moveTo>
                  <a:cubicBezTo>
                    <a:pt x="109" y="0"/>
                    <a:pt x="0" y="109"/>
                    <a:pt x="0" y="251"/>
                  </a:cubicBezTo>
                  <a:cubicBezTo>
                    <a:pt x="0" y="387"/>
                    <a:pt x="109" y="496"/>
                    <a:pt x="252" y="496"/>
                  </a:cubicBezTo>
                  <a:cubicBezTo>
                    <a:pt x="387" y="496"/>
                    <a:pt x="496" y="387"/>
                    <a:pt x="496" y="251"/>
                  </a:cubicBezTo>
                  <a:cubicBezTo>
                    <a:pt x="496"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9" name="Google Shape;14999;p32"/>
            <p:cNvSpPr/>
            <p:nvPr/>
          </p:nvSpPr>
          <p:spPr>
            <a:xfrm>
              <a:off x="1962150" y="2483600"/>
              <a:ext cx="12550" cy="12400"/>
            </a:xfrm>
            <a:custGeom>
              <a:avLst/>
              <a:gdLst/>
              <a:ahLst/>
              <a:cxnLst/>
              <a:rect l="l" t="t" r="r" b="b"/>
              <a:pathLst>
                <a:path w="502" h="496" extrusionOk="0">
                  <a:moveTo>
                    <a:pt x="250" y="0"/>
                  </a:moveTo>
                  <a:cubicBezTo>
                    <a:pt x="114" y="0"/>
                    <a:pt x="1" y="109"/>
                    <a:pt x="1" y="251"/>
                  </a:cubicBezTo>
                  <a:cubicBezTo>
                    <a:pt x="1" y="387"/>
                    <a:pt x="114" y="496"/>
                    <a:pt x="250" y="496"/>
                  </a:cubicBezTo>
                  <a:cubicBezTo>
                    <a:pt x="388" y="496"/>
                    <a:pt x="502" y="387"/>
                    <a:pt x="502" y="251"/>
                  </a:cubicBezTo>
                  <a:cubicBezTo>
                    <a:pt x="502"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0" name="Google Shape;15000;p32"/>
            <p:cNvSpPr/>
            <p:nvPr/>
          </p:nvSpPr>
          <p:spPr>
            <a:xfrm>
              <a:off x="2054075" y="2483600"/>
              <a:ext cx="12425" cy="12400"/>
            </a:xfrm>
            <a:custGeom>
              <a:avLst/>
              <a:gdLst/>
              <a:ahLst/>
              <a:cxnLst/>
              <a:rect l="l" t="t" r="r" b="b"/>
              <a:pathLst>
                <a:path w="497" h="496" extrusionOk="0">
                  <a:moveTo>
                    <a:pt x="252" y="0"/>
                  </a:moveTo>
                  <a:cubicBezTo>
                    <a:pt x="109" y="0"/>
                    <a:pt x="1" y="109"/>
                    <a:pt x="1" y="251"/>
                  </a:cubicBezTo>
                  <a:cubicBezTo>
                    <a:pt x="1" y="387"/>
                    <a:pt x="109" y="496"/>
                    <a:pt x="252" y="496"/>
                  </a:cubicBezTo>
                  <a:cubicBezTo>
                    <a:pt x="388" y="496"/>
                    <a:pt x="496" y="387"/>
                    <a:pt x="496" y="251"/>
                  </a:cubicBezTo>
                  <a:cubicBezTo>
                    <a:pt x="496"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1" name="Google Shape;15001;p32"/>
            <p:cNvSpPr/>
            <p:nvPr/>
          </p:nvSpPr>
          <p:spPr>
            <a:xfrm>
              <a:off x="2145825" y="2483600"/>
              <a:ext cx="12600" cy="12400"/>
            </a:xfrm>
            <a:custGeom>
              <a:avLst/>
              <a:gdLst/>
              <a:ahLst/>
              <a:cxnLst/>
              <a:rect l="l" t="t" r="r" b="b"/>
              <a:pathLst>
                <a:path w="504" h="496" extrusionOk="0">
                  <a:moveTo>
                    <a:pt x="252" y="0"/>
                  </a:moveTo>
                  <a:cubicBezTo>
                    <a:pt x="116" y="0"/>
                    <a:pt x="1" y="109"/>
                    <a:pt x="1" y="251"/>
                  </a:cubicBezTo>
                  <a:cubicBezTo>
                    <a:pt x="1" y="387"/>
                    <a:pt x="116" y="496"/>
                    <a:pt x="252" y="496"/>
                  </a:cubicBezTo>
                  <a:cubicBezTo>
                    <a:pt x="388" y="496"/>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2" name="Google Shape;15002;p32"/>
            <p:cNvSpPr/>
            <p:nvPr/>
          </p:nvSpPr>
          <p:spPr>
            <a:xfrm>
              <a:off x="2237800" y="2483600"/>
              <a:ext cx="12350" cy="12400"/>
            </a:xfrm>
            <a:custGeom>
              <a:avLst/>
              <a:gdLst/>
              <a:ahLst/>
              <a:cxnLst/>
              <a:rect l="l" t="t" r="r" b="b"/>
              <a:pathLst>
                <a:path w="494" h="496" extrusionOk="0">
                  <a:moveTo>
                    <a:pt x="244" y="0"/>
                  </a:moveTo>
                  <a:cubicBezTo>
                    <a:pt x="107" y="0"/>
                    <a:pt x="0" y="109"/>
                    <a:pt x="0" y="251"/>
                  </a:cubicBezTo>
                  <a:cubicBezTo>
                    <a:pt x="0" y="387"/>
                    <a:pt x="107" y="496"/>
                    <a:pt x="244" y="496"/>
                  </a:cubicBezTo>
                  <a:cubicBezTo>
                    <a:pt x="387" y="496"/>
                    <a:pt x="494" y="387"/>
                    <a:pt x="494" y="251"/>
                  </a:cubicBezTo>
                  <a:cubicBezTo>
                    <a:pt x="494" y="109"/>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3" name="Google Shape;15003;p32"/>
            <p:cNvSpPr/>
            <p:nvPr/>
          </p:nvSpPr>
          <p:spPr>
            <a:xfrm>
              <a:off x="2329550" y="2483600"/>
              <a:ext cx="12575" cy="12400"/>
            </a:xfrm>
            <a:custGeom>
              <a:avLst/>
              <a:gdLst/>
              <a:ahLst/>
              <a:cxnLst/>
              <a:rect l="l" t="t" r="r" b="b"/>
              <a:pathLst>
                <a:path w="503" h="496" extrusionOk="0">
                  <a:moveTo>
                    <a:pt x="251" y="0"/>
                  </a:moveTo>
                  <a:cubicBezTo>
                    <a:pt x="115" y="0"/>
                    <a:pt x="0" y="109"/>
                    <a:pt x="0" y="251"/>
                  </a:cubicBezTo>
                  <a:cubicBezTo>
                    <a:pt x="0" y="387"/>
                    <a:pt x="115" y="496"/>
                    <a:pt x="251" y="496"/>
                  </a:cubicBezTo>
                  <a:cubicBezTo>
                    <a:pt x="387" y="496"/>
                    <a:pt x="502" y="387"/>
                    <a:pt x="502" y="251"/>
                  </a:cubicBezTo>
                  <a:cubicBezTo>
                    <a:pt x="502"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4" name="Google Shape;15004;p32"/>
            <p:cNvSpPr/>
            <p:nvPr/>
          </p:nvSpPr>
          <p:spPr>
            <a:xfrm>
              <a:off x="2421325" y="2483600"/>
              <a:ext cx="12550" cy="12400"/>
            </a:xfrm>
            <a:custGeom>
              <a:avLst/>
              <a:gdLst/>
              <a:ahLst/>
              <a:cxnLst/>
              <a:rect l="l" t="t" r="r" b="b"/>
              <a:pathLst>
                <a:path w="502" h="496" extrusionOk="0">
                  <a:moveTo>
                    <a:pt x="250" y="0"/>
                  </a:moveTo>
                  <a:cubicBezTo>
                    <a:pt x="114" y="0"/>
                    <a:pt x="1" y="109"/>
                    <a:pt x="1" y="251"/>
                  </a:cubicBezTo>
                  <a:cubicBezTo>
                    <a:pt x="1" y="387"/>
                    <a:pt x="114" y="496"/>
                    <a:pt x="250" y="496"/>
                  </a:cubicBezTo>
                  <a:cubicBezTo>
                    <a:pt x="395" y="496"/>
                    <a:pt x="501" y="387"/>
                    <a:pt x="501" y="251"/>
                  </a:cubicBezTo>
                  <a:cubicBezTo>
                    <a:pt x="501" y="109"/>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5" name="Google Shape;15005;p32"/>
            <p:cNvSpPr/>
            <p:nvPr/>
          </p:nvSpPr>
          <p:spPr>
            <a:xfrm>
              <a:off x="2513250" y="2483600"/>
              <a:ext cx="12575" cy="12400"/>
            </a:xfrm>
            <a:custGeom>
              <a:avLst/>
              <a:gdLst/>
              <a:ahLst/>
              <a:cxnLst/>
              <a:rect l="l" t="t" r="r" b="b"/>
              <a:pathLst>
                <a:path w="503" h="496" extrusionOk="0">
                  <a:moveTo>
                    <a:pt x="252" y="0"/>
                  </a:moveTo>
                  <a:cubicBezTo>
                    <a:pt x="109" y="0"/>
                    <a:pt x="0" y="109"/>
                    <a:pt x="0" y="251"/>
                  </a:cubicBezTo>
                  <a:cubicBezTo>
                    <a:pt x="0" y="387"/>
                    <a:pt x="109" y="496"/>
                    <a:pt x="252" y="496"/>
                  </a:cubicBezTo>
                  <a:cubicBezTo>
                    <a:pt x="388" y="496"/>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6" name="Google Shape;15006;p32"/>
            <p:cNvSpPr/>
            <p:nvPr/>
          </p:nvSpPr>
          <p:spPr>
            <a:xfrm>
              <a:off x="2605000" y="2483600"/>
              <a:ext cx="12575" cy="12400"/>
            </a:xfrm>
            <a:custGeom>
              <a:avLst/>
              <a:gdLst/>
              <a:ahLst/>
              <a:cxnLst/>
              <a:rect l="l" t="t" r="r" b="b"/>
              <a:pathLst>
                <a:path w="503" h="496" extrusionOk="0">
                  <a:moveTo>
                    <a:pt x="252" y="0"/>
                  </a:moveTo>
                  <a:cubicBezTo>
                    <a:pt x="116" y="0"/>
                    <a:pt x="0" y="109"/>
                    <a:pt x="0" y="251"/>
                  </a:cubicBezTo>
                  <a:cubicBezTo>
                    <a:pt x="0" y="387"/>
                    <a:pt x="116" y="496"/>
                    <a:pt x="252" y="496"/>
                  </a:cubicBezTo>
                  <a:cubicBezTo>
                    <a:pt x="387" y="496"/>
                    <a:pt x="503" y="387"/>
                    <a:pt x="503" y="251"/>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7" name="Google Shape;15007;p32"/>
            <p:cNvSpPr/>
            <p:nvPr/>
          </p:nvSpPr>
          <p:spPr>
            <a:xfrm>
              <a:off x="2696950" y="2483600"/>
              <a:ext cx="12375" cy="12400"/>
            </a:xfrm>
            <a:custGeom>
              <a:avLst/>
              <a:gdLst/>
              <a:ahLst/>
              <a:cxnLst/>
              <a:rect l="l" t="t" r="r" b="b"/>
              <a:pathLst>
                <a:path w="495" h="496" extrusionOk="0">
                  <a:moveTo>
                    <a:pt x="252" y="0"/>
                  </a:moveTo>
                  <a:cubicBezTo>
                    <a:pt x="108" y="0"/>
                    <a:pt x="1" y="109"/>
                    <a:pt x="1" y="251"/>
                  </a:cubicBezTo>
                  <a:cubicBezTo>
                    <a:pt x="1" y="387"/>
                    <a:pt x="108" y="496"/>
                    <a:pt x="252" y="496"/>
                  </a:cubicBezTo>
                  <a:cubicBezTo>
                    <a:pt x="388" y="496"/>
                    <a:pt x="495" y="387"/>
                    <a:pt x="495" y="251"/>
                  </a:cubicBezTo>
                  <a:cubicBezTo>
                    <a:pt x="495"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8" name="Google Shape;15008;p32"/>
            <p:cNvSpPr/>
            <p:nvPr/>
          </p:nvSpPr>
          <p:spPr>
            <a:xfrm>
              <a:off x="2788700" y="2483600"/>
              <a:ext cx="12600" cy="12400"/>
            </a:xfrm>
            <a:custGeom>
              <a:avLst/>
              <a:gdLst/>
              <a:ahLst/>
              <a:cxnLst/>
              <a:rect l="l" t="t" r="r" b="b"/>
              <a:pathLst>
                <a:path w="504" h="496" extrusionOk="0">
                  <a:moveTo>
                    <a:pt x="252" y="0"/>
                  </a:moveTo>
                  <a:cubicBezTo>
                    <a:pt x="116" y="0"/>
                    <a:pt x="1" y="109"/>
                    <a:pt x="1" y="251"/>
                  </a:cubicBezTo>
                  <a:cubicBezTo>
                    <a:pt x="1" y="387"/>
                    <a:pt x="116" y="496"/>
                    <a:pt x="252" y="496"/>
                  </a:cubicBezTo>
                  <a:cubicBezTo>
                    <a:pt x="388" y="496"/>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9" name="Google Shape;15009;p32"/>
            <p:cNvSpPr/>
            <p:nvPr/>
          </p:nvSpPr>
          <p:spPr>
            <a:xfrm>
              <a:off x="2880675" y="2483600"/>
              <a:ext cx="12375" cy="12400"/>
            </a:xfrm>
            <a:custGeom>
              <a:avLst/>
              <a:gdLst/>
              <a:ahLst/>
              <a:cxnLst/>
              <a:rect l="l" t="t" r="r" b="b"/>
              <a:pathLst>
                <a:path w="495" h="496" extrusionOk="0">
                  <a:moveTo>
                    <a:pt x="243" y="0"/>
                  </a:moveTo>
                  <a:cubicBezTo>
                    <a:pt x="107" y="0"/>
                    <a:pt x="0" y="109"/>
                    <a:pt x="0" y="251"/>
                  </a:cubicBezTo>
                  <a:cubicBezTo>
                    <a:pt x="0" y="387"/>
                    <a:pt x="107" y="496"/>
                    <a:pt x="243" y="496"/>
                  </a:cubicBezTo>
                  <a:cubicBezTo>
                    <a:pt x="387" y="496"/>
                    <a:pt x="494" y="387"/>
                    <a:pt x="494" y="251"/>
                  </a:cubicBezTo>
                  <a:cubicBezTo>
                    <a:pt x="494" y="109"/>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0" name="Google Shape;15010;p32"/>
            <p:cNvSpPr/>
            <p:nvPr/>
          </p:nvSpPr>
          <p:spPr>
            <a:xfrm>
              <a:off x="2972425" y="2483600"/>
              <a:ext cx="12575" cy="12400"/>
            </a:xfrm>
            <a:custGeom>
              <a:avLst/>
              <a:gdLst/>
              <a:ahLst/>
              <a:cxnLst/>
              <a:rect l="l" t="t" r="r" b="b"/>
              <a:pathLst>
                <a:path w="503" h="496" extrusionOk="0">
                  <a:moveTo>
                    <a:pt x="251" y="0"/>
                  </a:moveTo>
                  <a:cubicBezTo>
                    <a:pt x="115" y="0"/>
                    <a:pt x="0" y="109"/>
                    <a:pt x="0" y="251"/>
                  </a:cubicBezTo>
                  <a:cubicBezTo>
                    <a:pt x="0" y="387"/>
                    <a:pt x="115" y="496"/>
                    <a:pt x="251" y="496"/>
                  </a:cubicBezTo>
                  <a:cubicBezTo>
                    <a:pt x="387" y="496"/>
                    <a:pt x="503" y="387"/>
                    <a:pt x="503" y="251"/>
                  </a:cubicBezTo>
                  <a:cubicBezTo>
                    <a:pt x="503"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1" name="Google Shape;15011;p32"/>
            <p:cNvSpPr/>
            <p:nvPr/>
          </p:nvSpPr>
          <p:spPr>
            <a:xfrm>
              <a:off x="3064375" y="2483600"/>
              <a:ext cx="12375" cy="12400"/>
            </a:xfrm>
            <a:custGeom>
              <a:avLst/>
              <a:gdLst/>
              <a:ahLst/>
              <a:cxnLst/>
              <a:rect l="l" t="t" r="r" b="b"/>
              <a:pathLst>
                <a:path w="495" h="496" extrusionOk="0">
                  <a:moveTo>
                    <a:pt x="243" y="0"/>
                  </a:moveTo>
                  <a:cubicBezTo>
                    <a:pt x="107" y="0"/>
                    <a:pt x="1" y="109"/>
                    <a:pt x="1" y="251"/>
                  </a:cubicBezTo>
                  <a:cubicBezTo>
                    <a:pt x="1" y="387"/>
                    <a:pt x="107" y="496"/>
                    <a:pt x="243" y="496"/>
                  </a:cubicBezTo>
                  <a:cubicBezTo>
                    <a:pt x="388" y="496"/>
                    <a:pt x="495" y="387"/>
                    <a:pt x="495" y="251"/>
                  </a:cubicBezTo>
                  <a:cubicBezTo>
                    <a:pt x="495" y="109"/>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2" name="Google Shape;15012;p32"/>
            <p:cNvSpPr/>
            <p:nvPr/>
          </p:nvSpPr>
          <p:spPr>
            <a:xfrm>
              <a:off x="3156125" y="2483600"/>
              <a:ext cx="12600" cy="12400"/>
            </a:xfrm>
            <a:custGeom>
              <a:avLst/>
              <a:gdLst/>
              <a:ahLst/>
              <a:cxnLst/>
              <a:rect l="l" t="t" r="r" b="b"/>
              <a:pathLst>
                <a:path w="504" h="496" extrusionOk="0">
                  <a:moveTo>
                    <a:pt x="252" y="0"/>
                  </a:moveTo>
                  <a:cubicBezTo>
                    <a:pt x="116" y="0"/>
                    <a:pt x="1" y="109"/>
                    <a:pt x="1" y="251"/>
                  </a:cubicBezTo>
                  <a:cubicBezTo>
                    <a:pt x="1" y="387"/>
                    <a:pt x="116" y="496"/>
                    <a:pt x="252" y="496"/>
                  </a:cubicBezTo>
                  <a:cubicBezTo>
                    <a:pt x="388" y="496"/>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3" name="Google Shape;15013;p32"/>
            <p:cNvSpPr/>
            <p:nvPr/>
          </p:nvSpPr>
          <p:spPr>
            <a:xfrm>
              <a:off x="3247875" y="2483600"/>
              <a:ext cx="12575" cy="12400"/>
            </a:xfrm>
            <a:custGeom>
              <a:avLst/>
              <a:gdLst/>
              <a:ahLst/>
              <a:cxnLst/>
              <a:rect l="l" t="t" r="r" b="b"/>
              <a:pathLst>
                <a:path w="503" h="496" extrusionOk="0">
                  <a:moveTo>
                    <a:pt x="252" y="0"/>
                  </a:moveTo>
                  <a:cubicBezTo>
                    <a:pt x="116" y="0"/>
                    <a:pt x="1" y="109"/>
                    <a:pt x="1" y="251"/>
                  </a:cubicBezTo>
                  <a:cubicBezTo>
                    <a:pt x="1" y="387"/>
                    <a:pt x="116" y="496"/>
                    <a:pt x="252" y="496"/>
                  </a:cubicBezTo>
                  <a:cubicBezTo>
                    <a:pt x="388" y="496"/>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4" name="Google Shape;15014;p32"/>
            <p:cNvSpPr/>
            <p:nvPr/>
          </p:nvSpPr>
          <p:spPr>
            <a:xfrm>
              <a:off x="3339850" y="2483600"/>
              <a:ext cx="12525" cy="12400"/>
            </a:xfrm>
            <a:custGeom>
              <a:avLst/>
              <a:gdLst/>
              <a:ahLst/>
              <a:cxnLst/>
              <a:rect l="l" t="t" r="r" b="b"/>
              <a:pathLst>
                <a:path w="501" h="496" extrusionOk="0">
                  <a:moveTo>
                    <a:pt x="251" y="0"/>
                  </a:moveTo>
                  <a:cubicBezTo>
                    <a:pt x="107" y="0"/>
                    <a:pt x="0" y="109"/>
                    <a:pt x="0" y="251"/>
                  </a:cubicBezTo>
                  <a:cubicBezTo>
                    <a:pt x="0" y="387"/>
                    <a:pt x="107" y="496"/>
                    <a:pt x="251" y="496"/>
                  </a:cubicBezTo>
                  <a:cubicBezTo>
                    <a:pt x="387" y="496"/>
                    <a:pt x="501" y="387"/>
                    <a:pt x="501" y="251"/>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5" name="Google Shape;15015;p32"/>
            <p:cNvSpPr/>
            <p:nvPr/>
          </p:nvSpPr>
          <p:spPr>
            <a:xfrm>
              <a:off x="3431575" y="2483600"/>
              <a:ext cx="12600" cy="12400"/>
            </a:xfrm>
            <a:custGeom>
              <a:avLst/>
              <a:gdLst/>
              <a:ahLst/>
              <a:cxnLst/>
              <a:rect l="l" t="t" r="r" b="b"/>
              <a:pathLst>
                <a:path w="504" h="496" extrusionOk="0">
                  <a:moveTo>
                    <a:pt x="252" y="0"/>
                  </a:moveTo>
                  <a:cubicBezTo>
                    <a:pt x="116" y="0"/>
                    <a:pt x="1" y="109"/>
                    <a:pt x="1" y="251"/>
                  </a:cubicBezTo>
                  <a:cubicBezTo>
                    <a:pt x="1" y="387"/>
                    <a:pt x="116" y="496"/>
                    <a:pt x="252" y="496"/>
                  </a:cubicBezTo>
                  <a:cubicBezTo>
                    <a:pt x="388" y="496"/>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6" name="Google Shape;15016;p32"/>
            <p:cNvSpPr/>
            <p:nvPr/>
          </p:nvSpPr>
          <p:spPr>
            <a:xfrm>
              <a:off x="3523550" y="2483600"/>
              <a:ext cx="12375" cy="12400"/>
            </a:xfrm>
            <a:custGeom>
              <a:avLst/>
              <a:gdLst/>
              <a:ahLst/>
              <a:cxnLst/>
              <a:rect l="l" t="t" r="r" b="b"/>
              <a:pathLst>
                <a:path w="495" h="496" extrusionOk="0">
                  <a:moveTo>
                    <a:pt x="250" y="0"/>
                  </a:moveTo>
                  <a:cubicBezTo>
                    <a:pt x="107" y="0"/>
                    <a:pt x="0" y="109"/>
                    <a:pt x="0" y="251"/>
                  </a:cubicBezTo>
                  <a:cubicBezTo>
                    <a:pt x="0" y="387"/>
                    <a:pt x="107" y="496"/>
                    <a:pt x="250" y="496"/>
                  </a:cubicBezTo>
                  <a:cubicBezTo>
                    <a:pt x="388" y="496"/>
                    <a:pt x="494" y="387"/>
                    <a:pt x="494" y="251"/>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7" name="Google Shape;15017;p32"/>
            <p:cNvSpPr/>
            <p:nvPr/>
          </p:nvSpPr>
          <p:spPr>
            <a:xfrm>
              <a:off x="676400" y="2575375"/>
              <a:ext cx="12600" cy="12550"/>
            </a:xfrm>
            <a:custGeom>
              <a:avLst/>
              <a:gdLst/>
              <a:ahLst/>
              <a:cxnLst/>
              <a:rect l="l" t="t" r="r" b="b"/>
              <a:pathLst>
                <a:path w="504" h="502" extrusionOk="0">
                  <a:moveTo>
                    <a:pt x="252" y="1"/>
                  </a:moveTo>
                  <a:cubicBezTo>
                    <a:pt x="116" y="1"/>
                    <a:pt x="1" y="114"/>
                    <a:pt x="1" y="250"/>
                  </a:cubicBezTo>
                  <a:cubicBezTo>
                    <a:pt x="1" y="388"/>
                    <a:pt x="116" y="502"/>
                    <a:pt x="252" y="502"/>
                  </a:cubicBezTo>
                  <a:cubicBezTo>
                    <a:pt x="388" y="502"/>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8" name="Google Shape;15018;p32"/>
            <p:cNvSpPr/>
            <p:nvPr/>
          </p:nvSpPr>
          <p:spPr>
            <a:xfrm>
              <a:off x="768325" y="2575375"/>
              <a:ext cx="12400" cy="12550"/>
            </a:xfrm>
            <a:custGeom>
              <a:avLst/>
              <a:gdLst/>
              <a:ahLst/>
              <a:cxnLst/>
              <a:rect l="l" t="t" r="r" b="b"/>
              <a:pathLst>
                <a:path w="496" h="502" extrusionOk="0">
                  <a:moveTo>
                    <a:pt x="245" y="1"/>
                  </a:moveTo>
                  <a:cubicBezTo>
                    <a:pt x="109" y="1"/>
                    <a:pt x="0" y="114"/>
                    <a:pt x="0" y="250"/>
                  </a:cubicBezTo>
                  <a:cubicBezTo>
                    <a:pt x="0" y="388"/>
                    <a:pt x="109" y="502"/>
                    <a:pt x="245" y="502"/>
                  </a:cubicBezTo>
                  <a:cubicBezTo>
                    <a:pt x="388" y="502"/>
                    <a:pt x="496" y="388"/>
                    <a:pt x="496" y="250"/>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9" name="Google Shape;15019;p32"/>
            <p:cNvSpPr/>
            <p:nvPr/>
          </p:nvSpPr>
          <p:spPr>
            <a:xfrm>
              <a:off x="860125" y="2575375"/>
              <a:ext cx="12525" cy="12550"/>
            </a:xfrm>
            <a:custGeom>
              <a:avLst/>
              <a:gdLst/>
              <a:ahLst/>
              <a:cxnLst/>
              <a:rect l="l" t="t" r="r" b="b"/>
              <a:pathLst>
                <a:path w="501" h="502" extrusionOk="0">
                  <a:moveTo>
                    <a:pt x="251" y="1"/>
                  </a:moveTo>
                  <a:cubicBezTo>
                    <a:pt x="114" y="1"/>
                    <a:pt x="0" y="114"/>
                    <a:pt x="0" y="250"/>
                  </a:cubicBezTo>
                  <a:cubicBezTo>
                    <a:pt x="0" y="388"/>
                    <a:pt x="114" y="502"/>
                    <a:pt x="251" y="502"/>
                  </a:cubicBezTo>
                  <a:cubicBezTo>
                    <a:pt x="387" y="502"/>
                    <a:pt x="501" y="388"/>
                    <a:pt x="501" y="250"/>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0" name="Google Shape;15020;p32"/>
            <p:cNvSpPr/>
            <p:nvPr/>
          </p:nvSpPr>
          <p:spPr>
            <a:xfrm>
              <a:off x="951850" y="2575375"/>
              <a:ext cx="12600" cy="12550"/>
            </a:xfrm>
            <a:custGeom>
              <a:avLst/>
              <a:gdLst/>
              <a:ahLst/>
              <a:cxnLst/>
              <a:rect l="l" t="t" r="r" b="b"/>
              <a:pathLst>
                <a:path w="504" h="502" extrusionOk="0">
                  <a:moveTo>
                    <a:pt x="252" y="1"/>
                  </a:moveTo>
                  <a:cubicBezTo>
                    <a:pt x="116" y="1"/>
                    <a:pt x="1" y="114"/>
                    <a:pt x="1" y="250"/>
                  </a:cubicBezTo>
                  <a:cubicBezTo>
                    <a:pt x="1" y="388"/>
                    <a:pt x="116" y="502"/>
                    <a:pt x="252" y="502"/>
                  </a:cubicBezTo>
                  <a:cubicBezTo>
                    <a:pt x="388" y="502"/>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1" name="Google Shape;15021;p32"/>
            <p:cNvSpPr/>
            <p:nvPr/>
          </p:nvSpPr>
          <p:spPr>
            <a:xfrm>
              <a:off x="1043825" y="2575375"/>
              <a:ext cx="12375" cy="12550"/>
            </a:xfrm>
            <a:custGeom>
              <a:avLst/>
              <a:gdLst/>
              <a:ahLst/>
              <a:cxnLst/>
              <a:rect l="l" t="t" r="r" b="b"/>
              <a:pathLst>
                <a:path w="495" h="502" extrusionOk="0">
                  <a:moveTo>
                    <a:pt x="250" y="1"/>
                  </a:moveTo>
                  <a:cubicBezTo>
                    <a:pt x="107" y="1"/>
                    <a:pt x="0" y="114"/>
                    <a:pt x="0" y="250"/>
                  </a:cubicBezTo>
                  <a:cubicBezTo>
                    <a:pt x="0" y="388"/>
                    <a:pt x="107" y="502"/>
                    <a:pt x="250" y="502"/>
                  </a:cubicBezTo>
                  <a:cubicBezTo>
                    <a:pt x="388" y="502"/>
                    <a:pt x="494" y="388"/>
                    <a:pt x="494" y="250"/>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2" name="Google Shape;15022;p32"/>
            <p:cNvSpPr/>
            <p:nvPr/>
          </p:nvSpPr>
          <p:spPr>
            <a:xfrm>
              <a:off x="1135575" y="2575375"/>
              <a:ext cx="12575" cy="12550"/>
            </a:xfrm>
            <a:custGeom>
              <a:avLst/>
              <a:gdLst/>
              <a:ahLst/>
              <a:cxnLst/>
              <a:rect l="l" t="t" r="r" b="b"/>
              <a:pathLst>
                <a:path w="503" h="502" extrusionOk="0">
                  <a:moveTo>
                    <a:pt x="252" y="1"/>
                  </a:moveTo>
                  <a:cubicBezTo>
                    <a:pt x="116" y="1"/>
                    <a:pt x="0" y="114"/>
                    <a:pt x="0" y="250"/>
                  </a:cubicBezTo>
                  <a:cubicBezTo>
                    <a:pt x="0" y="388"/>
                    <a:pt x="116" y="502"/>
                    <a:pt x="252" y="502"/>
                  </a:cubicBezTo>
                  <a:cubicBezTo>
                    <a:pt x="387" y="502"/>
                    <a:pt x="503" y="388"/>
                    <a:pt x="503" y="250"/>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3" name="Google Shape;15023;p32"/>
            <p:cNvSpPr/>
            <p:nvPr/>
          </p:nvSpPr>
          <p:spPr>
            <a:xfrm>
              <a:off x="1227500" y="2575375"/>
              <a:ext cx="12400" cy="12550"/>
            </a:xfrm>
            <a:custGeom>
              <a:avLst/>
              <a:gdLst/>
              <a:ahLst/>
              <a:cxnLst/>
              <a:rect l="l" t="t" r="r" b="b"/>
              <a:pathLst>
                <a:path w="496" h="502" extrusionOk="0">
                  <a:moveTo>
                    <a:pt x="251" y="1"/>
                  </a:moveTo>
                  <a:cubicBezTo>
                    <a:pt x="109" y="1"/>
                    <a:pt x="0" y="114"/>
                    <a:pt x="0" y="250"/>
                  </a:cubicBezTo>
                  <a:cubicBezTo>
                    <a:pt x="0" y="388"/>
                    <a:pt x="109" y="502"/>
                    <a:pt x="251" y="502"/>
                  </a:cubicBezTo>
                  <a:cubicBezTo>
                    <a:pt x="387" y="502"/>
                    <a:pt x="496" y="388"/>
                    <a:pt x="496" y="250"/>
                  </a:cubicBezTo>
                  <a:cubicBezTo>
                    <a:pt x="496"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4" name="Google Shape;15024;p32"/>
            <p:cNvSpPr/>
            <p:nvPr/>
          </p:nvSpPr>
          <p:spPr>
            <a:xfrm>
              <a:off x="1319275" y="2575375"/>
              <a:ext cx="12550" cy="12550"/>
            </a:xfrm>
            <a:custGeom>
              <a:avLst/>
              <a:gdLst/>
              <a:ahLst/>
              <a:cxnLst/>
              <a:rect l="l" t="t" r="r" b="b"/>
              <a:pathLst>
                <a:path w="502" h="502" extrusionOk="0">
                  <a:moveTo>
                    <a:pt x="252" y="1"/>
                  </a:moveTo>
                  <a:cubicBezTo>
                    <a:pt x="114" y="1"/>
                    <a:pt x="1" y="114"/>
                    <a:pt x="1" y="250"/>
                  </a:cubicBezTo>
                  <a:cubicBezTo>
                    <a:pt x="1" y="388"/>
                    <a:pt x="114" y="502"/>
                    <a:pt x="252" y="502"/>
                  </a:cubicBezTo>
                  <a:cubicBezTo>
                    <a:pt x="388" y="502"/>
                    <a:pt x="501" y="388"/>
                    <a:pt x="501" y="250"/>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5" name="Google Shape;15025;p32"/>
            <p:cNvSpPr/>
            <p:nvPr/>
          </p:nvSpPr>
          <p:spPr>
            <a:xfrm>
              <a:off x="1411200" y="2575375"/>
              <a:ext cx="12425" cy="12550"/>
            </a:xfrm>
            <a:custGeom>
              <a:avLst/>
              <a:gdLst/>
              <a:ahLst/>
              <a:cxnLst/>
              <a:rect l="l" t="t" r="r" b="b"/>
              <a:pathLst>
                <a:path w="497" h="502" extrusionOk="0">
                  <a:moveTo>
                    <a:pt x="245" y="1"/>
                  </a:moveTo>
                  <a:cubicBezTo>
                    <a:pt x="109" y="1"/>
                    <a:pt x="1" y="114"/>
                    <a:pt x="1" y="250"/>
                  </a:cubicBezTo>
                  <a:cubicBezTo>
                    <a:pt x="1" y="388"/>
                    <a:pt x="109" y="502"/>
                    <a:pt x="245" y="502"/>
                  </a:cubicBezTo>
                  <a:cubicBezTo>
                    <a:pt x="388" y="502"/>
                    <a:pt x="496" y="388"/>
                    <a:pt x="496" y="250"/>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6" name="Google Shape;15026;p32"/>
            <p:cNvSpPr/>
            <p:nvPr/>
          </p:nvSpPr>
          <p:spPr>
            <a:xfrm>
              <a:off x="1503000" y="2575375"/>
              <a:ext cx="12525" cy="12550"/>
            </a:xfrm>
            <a:custGeom>
              <a:avLst/>
              <a:gdLst/>
              <a:ahLst/>
              <a:cxnLst/>
              <a:rect l="l" t="t" r="r" b="b"/>
              <a:pathLst>
                <a:path w="501" h="502" extrusionOk="0">
                  <a:moveTo>
                    <a:pt x="250" y="1"/>
                  </a:moveTo>
                  <a:cubicBezTo>
                    <a:pt x="114" y="1"/>
                    <a:pt x="0" y="114"/>
                    <a:pt x="0" y="250"/>
                  </a:cubicBezTo>
                  <a:cubicBezTo>
                    <a:pt x="0" y="388"/>
                    <a:pt x="114" y="502"/>
                    <a:pt x="250" y="502"/>
                  </a:cubicBezTo>
                  <a:cubicBezTo>
                    <a:pt x="387" y="502"/>
                    <a:pt x="501" y="388"/>
                    <a:pt x="501" y="250"/>
                  </a:cubicBezTo>
                  <a:cubicBezTo>
                    <a:pt x="501" y="114"/>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7" name="Google Shape;15027;p32"/>
            <p:cNvSpPr/>
            <p:nvPr/>
          </p:nvSpPr>
          <p:spPr>
            <a:xfrm>
              <a:off x="1594750" y="2575375"/>
              <a:ext cx="12575" cy="12550"/>
            </a:xfrm>
            <a:custGeom>
              <a:avLst/>
              <a:gdLst/>
              <a:ahLst/>
              <a:cxnLst/>
              <a:rect l="l" t="t" r="r" b="b"/>
              <a:pathLst>
                <a:path w="503" h="502" extrusionOk="0">
                  <a:moveTo>
                    <a:pt x="251" y="1"/>
                  </a:moveTo>
                  <a:cubicBezTo>
                    <a:pt x="115" y="1"/>
                    <a:pt x="0" y="114"/>
                    <a:pt x="0" y="250"/>
                  </a:cubicBezTo>
                  <a:cubicBezTo>
                    <a:pt x="0" y="388"/>
                    <a:pt x="115" y="502"/>
                    <a:pt x="251" y="502"/>
                  </a:cubicBezTo>
                  <a:cubicBezTo>
                    <a:pt x="394" y="502"/>
                    <a:pt x="503" y="388"/>
                    <a:pt x="503" y="250"/>
                  </a:cubicBezTo>
                  <a:cubicBezTo>
                    <a:pt x="503" y="114"/>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8" name="Google Shape;15028;p32"/>
            <p:cNvSpPr/>
            <p:nvPr/>
          </p:nvSpPr>
          <p:spPr>
            <a:xfrm>
              <a:off x="1686650" y="2575375"/>
              <a:ext cx="12600" cy="12550"/>
            </a:xfrm>
            <a:custGeom>
              <a:avLst/>
              <a:gdLst/>
              <a:ahLst/>
              <a:cxnLst/>
              <a:rect l="l" t="t" r="r" b="b"/>
              <a:pathLst>
                <a:path w="504" h="502" extrusionOk="0">
                  <a:moveTo>
                    <a:pt x="252" y="1"/>
                  </a:moveTo>
                  <a:cubicBezTo>
                    <a:pt x="116" y="1"/>
                    <a:pt x="1" y="114"/>
                    <a:pt x="1" y="250"/>
                  </a:cubicBezTo>
                  <a:cubicBezTo>
                    <a:pt x="1" y="388"/>
                    <a:pt x="116" y="502"/>
                    <a:pt x="252" y="502"/>
                  </a:cubicBezTo>
                  <a:cubicBezTo>
                    <a:pt x="388" y="502"/>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9" name="Google Shape;15029;p32"/>
            <p:cNvSpPr/>
            <p:nvPr/>
          </p:nvSpPr>
          <p:spPr>
            <a:xfrm>
              <a:off x="1778450" y="2575375"/>
              <a:ext cx="12550" cy="12550"/>
            </a:xfrm>
            <a:custGeom>
              <a:avLst/>
              <a:gdLst/>
              <a:ahLst/>
              <a:cxnLst/>
              <a:rect l="l" t="t" r="r" b="b"/>
              <a:pathLst>
                <a:path w="502" h="502" extrusionOk="0">
                  <a:moveTo>
                    <a:pt x="252" y="1"/>
                  </a:moveTo>
                  <a:cubicBezTo>
                    <a:pt x="114" y="1"/>
                    <a:pt x="1" y="114"/>
                    <a:pt x="1" y="250"/>
                  </a:cubicBezTo>
                  <a:cubicBezTo>
                    <a:pt x="1" y="388"/>
                    <a:pt x="114" y="502"/>
                    <a:pt x="252" y="502"/>
                  </a:cubicBezTo>
                  <a:cubicBezTo>
                    <a:pt x="388" y="502"/>
                    <a:pt x="501" y="388"/>
                    <a:pt x="501" y="250"/>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0" name="Google Shape;15030;p32"/>
            <p:cNvSpPr/>
            <p:nvPr/>
          </p:nvSpPr>
          <p:spPr>
            <a:xfrm>
              <a:off x="1870375" y="2575375"/>
              <a:ext cx="12400" cy="12550"/>
            </a:xfrm>
            <a:custGeom>
              <a:avLst/>
              <a:gdLst/>
              <a:ahLst/>
              <a:cxnLst/>
              <a:rect l="l" t="t" r="r" b="b"/>
              <a:pathLst>
                <a:path w="496" h="502" extrusionOk="0">
                  <a:moveTo>
                    <a:pt x="252" y="1"/>
                  </a:moveTo>
                  <a:cubicBezTo>
                    <a:pt x="109" y="1"/>
                    <a:pt x="0" y="114"/>
                    <a:pt x="0" y="250"/>
                  </a:cubicBezTo>
                  <a:cubicBezTo>
                    <a:pt x="0" y="388"/>
                    <a:pt x="109" y="502"/>
                    <a:pt x="252" y="502"/>
                  </a:cubicBezTo>
                  <a:cubicBezTo>
                    <a:pt x="387" y="502"/>
                    <a:pt x="496" y="388"/>
                    <a:pt x="496" y="250"/>
                  </a:cubicBezTo>
                  <a:cubicBezTo>
                    <a:pt x="496"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1" name="Google Shape;15031;p32"/>
            <p:cNvSpPr/>
            <p:nvPr/>
          </p:nvSpPr>
          <p:spPr>
            <a:xfrm>
              <a:off x="1962150" y="2575375"/>
              <a:ext cx="12550" cy="12550"/>
            </a:xfrm>
            <a:custGeom>
              <a:avLst/>
              <a:gdLst/>
              <a:ahLst/>
              <a:cxnLst/>
              <a:rect l="l" t="t" r="r" b="b"/>
              <a:pathLst>
                <a:path w="502" h="502" extrusionOk="0">
                  <a:moveTo>
                    <a:pt x="250" y="1"/>
                  </a:moveTo>
                  <a:cubicBezTo>
                    <a:pt x="114" y="1"/>
                    <a:pt x="1" y="114"/>
                    <a:pt x="1" y="250"/>
                  </a:cubicBezTo>
                  <a:cubicBezTo>
                    <a:pt x="1" y="388"/>
                    <a:pt x="114" y="502"/>
                    <a:pt x="250" y="502"/>
                  </a:cubicBezTo>
                  <a:cubicBezTo>
                    <a:pt x="388" y="502"/>
                    <a:pt x="502" y="388"/>
                    <a:pt x="502" y="250"/>
                  </a:cubicBezTo>
                  <a:cubicBezTo>
                    <a:pt x="502"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2" name="Google Shape;15032;p32"/>
            <p:cNvSpPr/>
            <p:nvPr/>
          </p:nvSpPr>
          <p:spPr>
            <a:xfrm>
              <a:off x="2054075" y="2575375"/>
              <a:ext cx="12425" cy="12550"/>
            </a:xfrm>
            <a:custGeom>
              <a:avLst/>
              <a:gdLst/>
              <a:ahLst/>
              <a:cxnLst/>
              <a:rect l="l" t="t" r="r" b="b"/>
              <a:pathLst>
                <a:path w="497" h="502" extrusionOk="0">
                  <a:moveTo>
                    <a:pt x="252" y="1"/>
                  </a:moveTo>
                  <a:cubicBezTo>
                    <a:pt x="109" y="1"/>
                    <a:pt x="1" y="114"/>
                    <a:pt x="1" y="250"/>
                  </a:cubicBezTo>
                  <a:cubicBezTo>
                    <a:pt x="1" y="388"/>
                    <a:pt x="109" y="502"/>
                    <a:pt x="252" y="502"/>
                  </a:cubicBezTo>
                  <a:cubicBezTo>
                    <a:pt x="388" y="502"/>
                    <a:pt x="496" y="388"/>
                    <a:pt x="496" y="250"/>
                  </a:cubicBezTo>
                  <a:cubicBezTo>
                    <a:pt x="496"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3" name="Google Shape;15033;p32"/>
            <p:cNvSpPr/>
            <p:nvPr/>
          </p:nvSpPr>
          <p:spPr>
            <a:xfrm>
              <a:off x="2145825" y="2575375"/>
              <a:ext cx="12600" cy="12550"/>
            </a:xfrm>
            <a:custGeom>
              <a:avLst/>
              <a:gdLst/>
              <a:ahLst/>
              <a:cxnLst/>
              <a:rect l="l" t="t" r="r" b="b"/>
              <a:pathLst>
                <a:path w="504" h="502" extrusionOk="0">
                  <a:moveTo>
                    <a:pt x="252" y="1"/>
                  </a:moveTo>
                  <a:cubicBezTo>
                    <a:pt x="116" y="1"/>
                    <a:pt x="1" y="114"/>
                    <a:pt x="1" y="250"/>
                  </a:cubicBezTo>
                  <a:cubicBezTo>
                    <a:pt x="1" y="388"/>
                    <a:pt x="116" y="502"/>
                    <a:pt x="252" y="502"/>
                  </a:cubicBezTo>
                  <a:cubicBezTo>
                    <a:pt x="388" y="502"/>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4" name="Google Shape;15034;p32"/>
            <p:cNvSpPr/>
            <p:nvPr/>
          </p:nvSpPr>
          <p:spPr>
            <a:xfrm>
              <a:off x="2237800" y="2575375"/>
              <a:ext cx="12350" cy="12550"/>
            </a:xfrm>
            <a:custGeom>
              <a:avLst/>
              <a:gdLst/>
              <a:ahLst/>
              <a:cxnLst/>
              <a:rect l="l" t="t" r="r" b="b"/>
              <a:pathLst>
                <a:path w="494" h="502" extrusionOk="0">
                  <a:moveTo>
                    <a:pt x="244" y="1"/>
                  </a:moveTo>
                  <a:cubicBezTo>
                    <a:pt x="107" y="1"/>
                    <a:pt x="0" y="114"/>
                    <a:pt x="0" y="250"/>
                  </a:cubicBezTo>
                  <a:cubicBezTo>
                    <a:pt x="0" y="388"/>
                    <a:pt x="107" y="502"/>
                    <a:pt x="244" y="502"/>
                  </a:cubicBezTo>
                  <a:cubicBezTo>
                    <a:pt x="387" y="502"/>
                    <a:pt x="494" y="388"/>
                    <a:pt x="494" y="250"/>
                  </a:cubicBezTo>
                  <a:cubicBezTo>
                    <a:pt x="494" y="114"/>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5" name="Google Shape;15035;p32"/>
            <p:cNvSpPr/>
            <p:nvPr/>
          </p:nvSpPr>
          <p:spPr>
            <a:xfrm>
              <a:off x="2329550" y="2575375"/>
              <a:ext cx="12575" cy="12550"/>
            </a:xfrm>
            <a:custGeom>
              <a:avLst/>
              <a:gdLst/>
              <a:ahLst/>
              <a:cxnLst/>
              <a:rect l="l" t="t" r="r" b="b"/>
              <a:pathLst>
                <a:path w="503" h="502" extrusionOk="0">
                  <a:moveTo>
                    <a:pt x="251" y="1"/>
                  </a:moveTo>
                  <a:cubicBezTo>
                    <a:pt x="115" y="1"/>
                    <a:pt x="0" y="114"/>
                    <a:pt x="0" y="250"/>
                  </a:cubicBezTo>
                  <a:cubicBezTo>
                    <a:pt x="0" y="388"/>
                    <a:pt x="115" y="502"/>
                    <a:pt x="251" y="502"/>
                  </a:cubicBezTo>
                  <a:cubicBezTo>
                    <a:pt x="387" y="502"/>
                    <a:pt x="502" y="388"/>
                    <a:pt x="502" y="250"/>
                  </a:cubicBezTo>
                  <a:cubicBezTo>
                    <a:pt x="502"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6" name="Google Shape;15036;p32"/>
            <p:cNvSpPr/>
            <p:nvPr/>
          </p:nvSpPr>
          <p:spPr>
            <a:xfrm>
              <a:off x="2421325" y="2575375"/>
              <a:ext cx="12550" cy="12550"/>
            </a:xfrm>
            <a:custGeom>
              <a:avLst/>
              <a:gdLst/>
              <a:ahLst/>
              <a:cxnLst/>
              <a:rect l="l" t="t" r="r" b="b"/>
              <a:pathLst>
                <a:path w="502" h="502" extrusionOk="0">
                  <a:moveTo>
                    <a:pt x="250" y="1"/>
                  </a:moveTo>
                  <a:cubicBezTo>
                    <a:pt x="114" y="1"/>
                    <a:pt x="1" y="114"/>
                    <a:pt x="1" y="250"/>
                  </a:cubicBezTo>
                  <a:cubicBezTo>
                    <a:pt x="1" y="388"/>
                    <a:pt x="114" y="502"/>
                    <a:pt x="250" y="502"/>
                  </a:cubicBezTo>
                  <a:cubicBezTo>
                    <a:pt x="395" y="502"/>
                    <a:pt x="501" y="388"/>
                    <a:pt x="501" y="250"/>
                  </a:cubicBezTo>
                  <a:cubicBezTo>
                    <a:pt x="501" y="114"/>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7" name="Google Shape;15037;p32"/>
            <p:cNvSpPr/>
            <p:nvPr/>
          </p:nvSpPr>
          <p:spPr>
            <a:xfrm>
              <a:off x="2513250" y="2575375"/>
              <a:ext cx="12575" cy="12550"/>
            </a:xfrm>
            <a:custGeom>
              <a:avLst/>
              <a:gdLst/>
              <a:ahLst/>
              <a:cxnLst/>
              <a:rect l="l" t="t" r="r" b="b"/>
              <a:pathLst>
                <a:path w="503" h="502" extrusionOk="0">
                  <a:moveTo>
                    <a:pt x="252" y="1"/>
                  </a:moveTo>
                  <a:cubicBezTo>
                    <a:pt x="109" y="1"/>
                    <a:pt x="0" y="114"/>
                    <a:pt x="0" y="250"/>
                  </a:cubicBezTo>
                  <a:cubicBezTo>
                    <a:pt x="0" y="388"/>
                    <a:pt x="109" y="502"/>
                    <a:pt x="252" y="502"/>
                  </a:cubicBezTo>
                  <a:cubicBezTo>
                    <a:pt x="388" y="502"/>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8" name="Google Shape;15038;p32"/>
            <p:cNvSpPr/>
            <p:nvPr/>
          </p:nvSpPr>
          <p:spPr>
            <a:xfrm>
              <a:off x="2605000" y="2575375"/>
              <a:ext cx="12575" cy="12550"/>
            </a:xfrm>
            <a:custGeom>
              <a:avLst/>
              <a:gdLst/>
              <a:ahLst/>
              <a:cxnLst/>
              <a:rect l="l" t="t" r="r" b="b"/>
              <a:pathLst>
                <a:path w="503" h="502" extrusionOk="0">
                  <a:moveTo>
                    <a:pt x="252" y="1"/>
                  </a:moveTo>
                  <a:cubicBezTo>
                    <a:pt x="116" y="1"/>
                    <a:pt x="0" y="114"/>
                    <a:pt x="0" y="250"/>
                  </a:cubicBezTo>
                  <a:cubicBezTo>
                    <a:pt x="0" y="388"/>
                    <a:pt x="116" y="502"/>
                    <a:pt x="252" y="502"/>
                  </a:cubicBezTo>
                  <a:cubicBezTo>
                    <a:pt x="387" y="502"/>
                    <a:pt x="503" y="388"/>
                    <a:pt x="503" y="250"/>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9" name="Google Shape;15039;p32"/>
            <p:cNvSpPr/>
            <p:nvPr/>
          </p:nvSpPr>
          <p:spPr>
            <a:xfrm>
              <a:off x="2696950" y="2575375"/>
              <a:ext cx="12375" cy="12550"/>
            </a:xfrm>
            <a:custGeom>
              <a:avLst/>
              <a:gdLst/>
              <a:ahLst/>
              <a:cxnLst/>
              <a:rect l="l" t="t" r="r" b="b"/>
              <a:pathLst>
                <a:path w="495" h="502" extrusionOk="0">
                  <a:moveTo>
                    <a:pt x="252" y="1"/>
                  </a:moveTo>
                  <a:cubicBezTo>
                    <a:pt x="108" y="1"/>
                    <a:pt x="1" y="114"/>
                    <a:pt x="1" y="250"/>
                  </a:cubicBezTo>
                  <a:cubicBezTo>
                    <a:pt x="1" y="388"/>
                    <a:pt x="108" y="502"/>
                    <a:pt x="252" y="502"/>
                  </a:cubicBezTo>
                  <a:cubicBezTo>
                    <a:pt x="388" y="502"/>
                    <a:pt x="495" y="388"/>
                    <a:pt x="495" y="250"/>
                  </a:cubicBezTo>
                  <a:cubicBezTo>
                    <a:pt x="495"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0" name="Google Shape;15040;p32"/>
            <p:cNvSpPr/>
            <p:nvPr/>
          </p:nvSpPr>
          <p:spPr>
            <a:xfrm>
              <a:off x="2788700" y="2575375"/>
              <a:ext cx="12600" cy="12550"/>
            </a:xfrm>
            <a:custGeom>
              <a:avLst/>
              <a:gdLst/>
              <a:ahLst/>
              <a:cxnLst/>
              <a:rect l="l" t="t" r="r" b="b"/>
              <a:pathLst>
                <a:path w="504" h="502" extrusionOk="0">
                  <a:moveTo>
                    <a:pt x="252" y="1"/>
                  </a:moveTo>
                  <a:cubicBezTo>
                    <a:pt x="116" y="1"/>
                    <a:pt x="1" y="114"/>
                    <a:pt x="1" y="250"/>
                  </a:cubicBezTo>
                  <a:cubicBezTo>
                    <a:pt x="1" y="388"/>
                    <a:pt x="116" y="502"/>
                    <a:pt x="252" y="502"/>
                  </a:cubicBezTo>
                  <a:cubicBezTo>
                    <a:pt x="388" y="502"/>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1" name="Google Shape;15041;p32"/>
            <p:cNvSpPr/>
            <p:nvPr/>
          </p:nvSpPr>
          <p:spPr>
            <a:xfrm>
              <a:off x="2880675" y="2575375"/>
              <a:ext cx="12375" cy="12550"/>
            </a:xfrm>
            <a:custGeom>
              <a:avLst/>
              <a:gdLst/>
              <a:ahLst/>
              <a:cxnLst/>
              <a:rect l="l" t="t" r="r" b="b"/>
              <a:pathLst>
                <a:path w="495" h="502" extrusionOk="0">
                  <a:moveTo>
                    <a:pt x="243" y="1"/>
                  </a:moveTo>
                  <a:cubicBezTo>
                    <a:pt x="107" y="1"/>
                    <a:pt x="0" y="114"/>
                    <a:pt x="0" y="250"/>
                  </a:cubicBezTo>
                  <a:cubicBezTo>
                    <a:pt x="0" y="388"/>
                    <a:pt x="107" y="502"/>
                    <a:pt x="243" y="502"/>
                  </a:cubicBezTo>
                  <a:cubicBezTo>
                    <a:pt x="387" y="502"/>
                    <a:pt x="494" y="388"/>
                    <a:pt x="494" y="250"/>
                  </a:cubicBezTo>
                  <a:cubicBezTo>
                    <a:pt x="494" y="114"/>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2" name="Google Shape;15042;p32"/>
            <p:cNvSpPr/>
            <p:nvPr/>
          </p:nvSpPr>
          <p:spPr>
            <a:xfrm>
              <a:off x="2972425" y="2575375"/>
              <a:ext cx="12575" cy="12550"/>
            </a:xfrm>
            <a:custGeom>
              <a:avLst/>
              <a:gdLst/>
              <a:ahLst/>
              <a:cxnLst/>
              <a:rect l="l" t="t" r="r" b="b"/>
              <a:pathLst>
                <a:path w="503" h="502" extrusionOk="0">
                  <a:moveTo>
                    <a:pt x="251" y="1"/>
                  </a:moveTo>
                  <a:cubicBezTo>
                    <a:pt x="115" y="1"/>
                    <a:pt x="0" y="114"/>
                    <a:pt x="0" y="250"/>
                  </a:cubicBezTo>
                  <a:cubicBezTo>
                    <a:pt x="0" y="388"/>
                    <a:pt x="115" y="502"/>
                    <a:pt x="251" y="502"/>
                  </a:cubicBezTo>
                  <a:cubicBezTo>
                    <a:pt x="387" y="502"/>
                    <a:pt x="503" y="388"/>
                    <a:pt x="503" y="250"/>
                  </a:cubicBezTo>
                  <a:cubicBezTo>
                    <a:pt x="503"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3" name="Google Shape;15043;p32"/>
            <p:cNvSpPr/>
            <p:nvPr/>
          </p:nvSpPr>
          <p:spPr>
            <a:xfrm>
              <a:off x="3064375" y="2575375"/>
              <a:ext cx="12375" cy="12550"/>
            </a:xfrm>
            <a:custGeom>
              <a:avLst/>
              <a:gdLst/>
              <a:ahLst/>
              <a:cxnLst/>
              <a:rect l="l" t="t" r="r" b="b"/>
              <a:pathLst>
                <a:path w="495" h="502" extrusionOk="0">
                  <a:moveTo>
                    <a:pt x="243" y="1"/>
                  </a:moveTo>
                  <a:cubicBezTo>
                    <a:pt x="107" y="1"/>
                    <a:pt x="1" y="114"/>
                    <a:pt x="1" y="250"/>
                  </a:cubicBezTo>
                  <a:cubicBezTo>
                    <a:pt x="1" y="388"/>
                    <a:pt x="107" y="502"/>
                    <a:pt x="243" y="502"/>
                  </a:cubicBezTo>
                  <a:cubicBezTo>
                    <a:pt x="388" y="502"/>
                    <a:pt x="495" y="388"/>
                    <a:pt x="495" y="250"/>
                  </a:cubicBezTo>
                  <a:cubicBezTo>
                    <a:pt x="495" y="114"/>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4" name="Google Shape;15044;p32"/>
            <p:cNvSpPr/>
            <p:nvPr/>
          </p:nvSpPr>
          <p:spPr>
            <a:xfrm>
              <a:off x="3156125" y="2575375"/>
              <a:ext cx="12600" cy="12550"/>
            </a:xfrm>
            <a:custGeom>
              <a:avLst/>
              <a:gdLst/>
              <a:ahLst/>
              <a:cxnLst/>
              <a:rect l="l" t="t" r="r" b="b"/>
              <a:pathLst>
                <a:path w="504" h="502" extrusionOk="0">
                  <a:moveTo>
                    <a:pt x="252" y="1"/>
                  </a:moveTo>
                  <a:cubicBezTo>
                    <a:pt x="116" y="1"/>
                    <a:pt x="1" y="114"/>
                    <a:pt x="1" y="250"/>
                  </a:cubicBezTo>
                  <a:cubicBezTo>
                    <a:pt x="1" y="388"/>
                    <a:pt x="116" y="502"/>
                    <a:pt x="252" y="502"/>
                  </a:cubicBezTo>
                  <a:cubicBezTo>
                    <a:pt x="388" y="502"/>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5" name="Google Shape;15045;p32"/>
            <p:cNvSpPr/>
            <p:nvPr/>
          </p:nvSpPr>
          <p:spPr>
            <a:xfrm>
              <a:off x="3247875" y="2575375"/>
              <a:ext cx="12575" cy="12550"/>
            </a:xfrm>
            <a:custGeom>
              <a:avLst/>
              <a:gdLst/>
              <a:ahLst/>
              <a:cxnLst/>
              <a:rect l="l" t="t" r="r" b="b"/>
              <a:pathLst>
                <a:path w="503" h="502" extrusionOk="0">
                  <a:moveTo>
                    <a:pt x="252" y="1"/>
                  </a:moveTo>
                  <a:cubicBezTo>
                    <a:pt x="116" y="1"/>
                    <a:pt x="1" y="114"/>
                    <a:pt x="1" y="250"/>
                  </a:cubicBezTo>
                  <a:cubicBezTo>
                    <a:pt x="1" y="388"/>
                    <a:pt x="116" y="502"/>
                    <a:pt x="252" y="502"/>
                  </a:cubicBezTo>
                  <a:cubicBezTo>
                    <a:pt x="388" y="502"/>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6" name="Google Shape;15046;p32"/>
            <p:cNvSpPr/>
            <p:nvPr/>
          </p:nvSpPr>
          <p:spPr>
            <a:xfrm>
              <a:off x="3339850" y="2575375"/>
              <a:ext cx="12525" cy="12550"/>
            </a:xfrm>
            <a:custGeom>
              <a:avLst/>
              <a:gdLst/>
              <a:ahLst/>
              <a:cxnLst/>
              <a:rect l="l" t="t" r="r" b="b"/>
              <a:pathLst>
                <a:path w="501" h="502" extrusionOk="0">
                  <a:moveTo>
                    <a:pt x="251" y="1"/>
                  </a:moveTo>
                  <a:cubicBezTo>
                    <a:pt x="107" y="1"/>
                    <a:pt x="0" y="114"/>
                    <a:pt x="0" y="250"/>
                  </a:cubicBezTo>
                  <a:cubicBezTo>
                    <a:pt x="0" y="388"/>
                    <a:pt x="107" y="502"/>
                    <a:pt x="251" y="502"/>
                  </a:cubicBezTo>
                  <a:cubicBezTo>
                    <a:pt x="387" y="502"/>
                    <a:pt x="501" y="388"/>
                    <a:pt x="501" y="250"/>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7" name="Google Shape;15047;p32"/>
            <p:cNvSpPr/>
            <p:nvPr/>
          </p:nvSpPr>
          <p:spPr>
            <a:xfrm>
              <a:off x="3431575" y="2575375"/>
              <a:ext cx="12600" cy="12550"/>
            </a:xfrm>
            <a:custGeom>
              <a:avLst/>
              <a:gdLst/>
              <a:ahLst/>
              <a:cxnLst/>
              <a:rect l="l" t="t" r="r" b="b"/>
              <a:pathLst>
                <a:path w="504" h="502" extrusionOk="0">
                  <a:moveTo>
                    <a:pt x="252" y="1"/>
                  </a:moveTo>
                  <a:cubicBezTo>
                    <a:pt x="116" y="1"/>
                    <a:pt x="1" y="114"/>
                    <a:pt x="1" y="250"/>
                  </a:cubicBezTo>
                  <a:cubicBezTo>
                    <a:pt x="1" y="388"/>
                    <a:pt x="116" y="502"/>
                    <a:pt x="252" y="502"/>
                  </a:cubicBezTo>
                  <a:cubicBezTo>
                    <a:pt x="388" y="502"/>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8" name="Google Shape;15048;p32"/>
            <p:cNvSpPr/>
            <p:nvPr/>
          </p:nvSpPr>
          <p:spPr>
            <a:xfrm>
              <a:off x="3523550" y="2575375"/>
              <a:ext cx="12375" cy="12550"/>
            </a:xfrm>
            <a:custGeom>
              <a:avLst/>
              <a:gdLst/>
              <a:ahLst/>
              <a:cxnLst/>
              <a:rect l="l" t="t" r="r" b="b"/>
              <a:pathLst>
                <a:path w="495" h="502" extrusionOk="0">
                  <a:moveTo>
                    <a:pt x="250" y="1"/>
                  </a:moveTo>
                  <a:cubicBezTo>
                    <a:pt x="107" y="1"/>
                    <a:pt x="0" y="114"/>
                    <a:pt x="0" y="250"/>
                  </a:cubicBezTo>
                  <a:cubicBezTo>
                    <a:pt x="0" y="388"/>
                    <a:pt x="107" y="502"/>
                    <a:pt x="250" y="502"/>
                  </a:cubicBezTo>
                  <a:cubicBezTo>
                    <a:pt x="388" y="502"/>
                    <a:pt x="494" y="388"/>
                    <a:pt x="494" y="250"/>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9" name="Google Shape;15049;p32"/>
            <p:cNvSpPr/>
            <p:nvPr/>
          </p:nvSpPr>
          <p:spPr>
            <a:xfrm>
              <a:off x="676400" y="26673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0" name="Google Shape;15050;p32"/>
            <p:cNvSpPr/>
            <p:nvPr/>
          </p:nvSpPr>
          <p:spPr>
            <a:xfrm>
              <a:off x="768325" y="2667300"/>
              <a:ext cx="12400" cy="12425"/>
            </a:xfrm>
            <a:custGeom>
              <a:avLst/>
              <a:gdLst/>
              <a:ahLst/>
              <a:cxnLst/>
              <a:rect l="l" t="t" r="r" b="b"/>
              <a:pathLst>
                <a:path w="496" h="497" extrusionOk="0">
                  <a:moveTo>
                    <a:pt x="245" y="1"/>
                  </a:moveTo>
                  <a:cubicBezTo>
                    <a:pt x="109" y="1"/>
                    <a:pt x="0" y="109"/>
                    <a:pt x="0" y="245"/>
                  </a:cubicBezTo>
                  <a:cubicBezTo>
                    <a:pt x="0" y="388"/>
                    <a:pt x="109" y="496"/>
                    <a:pt x="245" y="496"/>
                  </a:cubicBezTo>
                  <a:cubicBezTo>
                    <a:pt x="388" y="496"/>
                    <a:pt x="496" y="388"/>
                    <a:pt x="496" y="245"/>
                  </a:cubicBezTo>
                  <a:cubicBezTo>
                    <a:pt x="496" y="109"/>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1" name="Google Shape;15051;p32"/>
            <p:cNvSpPr/>
            <p:nvPr/>
          </p:nvSpPr>
          <p:spPr>
            <a:xfrm>
              <a:off x="860125" y="2667300"/>
              <a:ext cx="12525" cy="12425"/>
            </a:xfrm>
            <a:custGeom>
              <a:avLst/>
              <a:gdLst/>
              <a:ahLst/>
              <a:cxnLst/>
              <a:rect l="l" t="t" r="r" b="b"/>
              <a:pathLst>
                <a:path w="501" h="497" extrusionOk="0">
                  <a:moveTo>
                    <a:pt x="251" y="1"/>
                  </a:moveTo>
                  <a:cubicBezTo>
                    <a:pt x="114" y="1"/>
                    <a:pt x="0" y="109"/>
                    <a:pt x="0" y="245"/>
                  </a:cubicBezTo>
                  <a:cubicBezTo>
                    <a:pt x="0" y="388"/>
                    <a:pt x="114" y="496"/>
                    <a:pt x="251" y="496"/>
                  </a:cubicBezTo>
                  <a:cubicBezTo>
                    <a:pt x="387" y="496"/>
                    <a:pt x="501" y="388"/>
                    <a:pt x="501" y="245"/>
                  </a:cubicBezTo>
                  <a:cubicBezTo>
                    <a:pt x="501"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2" name="Google Shape;15052;p32"/>
            <p:cNvSpPr/>
            <p:nvPr/>
          </p:nvSpPr>
          <p:spPr>
            <a:xfrm>
              <a:off x="951850" y="26673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3" name="Google Shape;15053;p32"/>
            <p:cNvSpPr/>
            <p:nvPr/>
          </p:nvSpPr>
          <p:spPr>
            <a:xfrm>
              <a:off x="1043825" y="2667300"/>
              <a:ext cx="12375" cy="12425"/>
            </a:xfrm>
            <a:custGeom>
              <a:avLst/>
              <a:gdLst/>
              <a:ahLst/>
              <a:cxnLst/>
              <a:rect l="l" t="t" r="r" b="b"/>
              <a:pathLst>
                <a:path w="495" h="497" extrusionOk="0">
                  <a:moveTo>
                    <a:pt x="250" y="1"/>
                  </a:moveTo>
                  <a:cubicBezTo>
                    <a:pt x="107" y="1"/>
                    <a:pt x="0" y="109"/>
                    <a:pt x="0" y="245"/>
                  </a:cubicBezTo>
                  <a:cubicBezTo>
                    <a:pt x="0" y="388"/>
                    <a:pt x="107" y="496"/>
                    <a:pt x="250" y="496"/>
                  </a:cubicBezTo>
                  <a:cubicBezTo>
                    <a:pt x="388" y="496"/>
                    <a:pt x="494" y="388"/>
                    <a:pt x="494" y="245"/>
                  </a:cubicBezTo>
                  <a:cubicBezTo>
                    <a:pt x="494"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4" name="Google Shape;15054;p32"/>
            <p:cNvSpPr/>
            <p:nvPr/>
          </p:nvSpPr>
          <p:spPr>
            <a:xfrm>
              <a:off x="1135575" y="2667300"/>
              <a:ext cx="12575" cy="12425"/>
            </a:xfrm>
            <a:custGeom>
              <a:avLst/>
              <a:gdLst/>
              <a:ahLst/>
              <a:cxnLst/>
              <a:rect l="l" t="t" r="r" b="b"/>
              <a:pathLst>
                <a:path w="503" h="497" extrusionOk="0">
                  <a:moveTo>
                    <a:pt x="252" y="1"/>
                  </a:moveTo>
                  <a:cubicBezTo>
                    <a:pt x="116" y="1"/>
                    <a:pt x="0" y="109"/>
                    <a:pt x="0" y="245"/>
                  </a:cubicBezTo>
                  <a:cubicBezTo>
                    <a:pt x="0" y="388"/>
                    <a:pt x="116" y="496"/>
                    <a:pt x="252" y="496"/>
                  </a:cubicBezTo>
                  <a:cubicBezTo>
                    <a:pt x="387" y="496"/>
                    <a:pt x="503" y="388"/>
                    <a:pt x="503" y="245"/>
                  </a:cubicBezTo>
                  <a:cubicBezTo>
                    <a:pt x="503"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5" name="Google Shape;15055;p32"/>
            <p:cNvSpPr/>
            <p:nvPr/>
          </p:nvSpPr>
          <p:spPr>
            <a:xfrm>
              <a:off x="1227500" y="2667300"/>
              <a:ext cx="12400" cy="12425"/>
            </a:xfrm>
            <a:custGeom>
              <a:avLst/>
              <a:gdLst/>
              <a:ahLst/>
              <a:cxnLst/>
              <a:rect l="l" t="t" r="r" b="b"/>
              <a:pathLst>
                <a:path w="496" h="497" extrusionOk="0">
                  <a:moveTo>
                    <a:pt x="251" y="1"/>
                  </a:moveTo>
                  <a:cubicBezTo>
                    <a:pt x="109" y="1"/>
                    <a:pt x="0" y="109"/>
                    <a:pt x="0" y="245"/>
                  </a:cubicBezTo>
                  <a:cubicBezTo>
                    <a:pt x="0" y="388"/>
                    <a:pt x="109" y="496"/>
                    <a:pt x="251" y="496"/>
                  </a:cubicBezTo>
                  <a:cubicBezTo>
                    <a:pt x="387" y="496"/>
                    <a:pt x="496" y="388"/>
                    <a:pt x="496" y="245"/>
                  </a:cubicBezTo>
                  <a:cubicBezTo>
                    <a:pt x="496"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6" name="Google Shape;15056;p32"/>
            <p:cNvSpPr/>
            <p:nvPr/>
          </p:nvSpPr>
          <p:spPr>
            <a:xfrm>
              <a:off x="1319275" y="2667300"/>
              <a:ext cx="12550" cy="12425"/>
            </a:xfrm>
            <a:custGeom>
              <a:avLst/>
              <a:gdLst/>
              <a:ahLst/>
              <a:cxnLst/>
              <a:rect l="l" t="t" r="r" b="b"/>
              <a:pathLst>
                <a:path w="502" h="497" extrusionOk="0">
                  <a:moveTo>
                    <a:pt x="252" y="1"/>
                  </a:moveTo>
                  <a:cubicBezTo>
                    <a:pt x="114" y="1"/>
                    <a:pt x="1" y="109"/>
                    <a:pt x="1" y="245"/>
                  </a:cubicBezTo>
                  <a:cubicBezTo>
                    <a:pt x="1" y="388"/>
                    <a:pt x="114" y="496"/>
                    <a:pt x="252" y="496"/>
                  </a:cubicBezTo>
                  <a:cubicBezTo>
                    <a:pt x="388" y="496"/>
                    <a:pt x="501" y="388"/>
                    <a:pt x="501" y="245"/>
                  </a:cubicBezTo>
                  <a:cubicBezTo>
                    <a:pt x="501"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7" name="Google Shape;15057;p32"/>
            <p:cNvSpPr/>
            <p:nvPr/>
          </p:nvSpPr>
          <p:spPr>
            <a:xfrm>
              <a:off x="1411200" y="2667300"/>
              <a:ext cx="12425" cy="12425"/>
            </a:xfrm>
            <a:custGeom>
              <a:avLst/>
              <a:gdLst/>
              <a:ahLst/>
              <a:cxnLst/>
              <a:rect l="l" t="t" r="r" b="b"/>
              <a:pathLst>
                <a:path w="497" h="497" extrusionOk="0">
                  <a:moveTo>
                    <a:pt x="245" y="1"/>
                  </a:moveTo>
                  <a:cubicBezTo>
                    <a:pt x="109" y="1"/>
                    <a:pt x="1" y="109"/>
                    <a:pt x="1" y="245"/>
                  </a:cubicBezTo>
                  <a:cubicBezTo>
                    <a:pt x="1" y="388"/>
                    <a:pt x="109" y="496"/>
                    <a:pt x="245" y="496"/>
                  </a:cubicBezTo>
                  <a:cubicBezTo>
                    <a:pt x="388" y="496"/>
                    <a:pt x="496" y="388"/>
                    <a:pt x="496" y="245"/>
                  </a:cubicBezTo>
                  <a:cubicBezTo>
                    <a:pt x="496" y="109"/>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8" name="Google Shape;15058;p32"/>
            <p:cNvSpPr/>
            <p:nvPr/>
          </p:nvSpPr>
          <p:spPr>
            <a:xfrm>
              <a:off x="1503000" y="2667300"/>
              <a:ext cx="12525" cy="12425"/>
            </a:xfrm>
            <a:custGeom>
              <a:avLst/>
              <a:gdLst/>
              <a:ahLst/>
              <a:cxnLst/>
              <a:rect l="l" t="t" r="r" b="b"/>
              <a:pathLst>
                <a:path w="501" h="497" extrusionOk="0">
                  <a:moveTo>
                    <a:pt x="250" y="1"/>
                  </a:moveTo>
                  <a:cubicBezTo>
                    <a:pt x="114" y="1"/>
                    <a:pt x="0" y="109"/>
                    <a:pt x="0" y="245"/>
                  </a:cubicBezTo>
                  <a:cubicBezTo>
                    <a:pt x="0" y="388"/>
                    <a:pt x="114" y="496"/>
                    <a:pt x="250" y="496"/>
                  </a:cubicBezTo>
                  <a:cubicBezTo>
                    <a:pt x="387" y="496"/>
                    <a:pt x="501" y="388"/>
                    <a:pt x="501" y="245"/>
                  </a:cubicBezTo>
                  <a:cubicBezTo>
                    <a:pt x="501" y="109"/>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9" name="Google Shape;15059;p32"/>
            <p:cNvSpPr/>
            <p:nvPr/>
          </p:nvSpPr>
          <p:spPr>
            <a:xfrm>
              <a:off x="1594750" y="2667300"/>
              <a:ext cx="12575" cy="12425"/>
            </a:xfrm>
            <a:custGeom>
              <a:avLst/>
              <a:gdLst/>
              <a:ahLst/>
              <a:cxnLst/>
              <a:rect l="l" t="t" r="r" b="b"/>
              <a:pathLst>
                <a:path w="503" h="497" extrusionOk="0">
                  <a:moveTo>
                    <a:pt x="251" y="1"/>
                  </a:moveTo>
                  <a:cubicBezTo>
                    <a:pt x="115" y="1"/>
                    <a:pt x="0" y="109"/>
                    <a:pt x="0" y="245"/>
                  </a:cubicBezTo>
                  <a:cubicBezTo>
                    <a:pt x="0" y="388"/>
                    <a:pt x="115" y="496"/>
                    <a:pt x="251" y="496"/>
                  </a:cubicBezTo>
                  <a:cubicBezTo>
                    <a:pt x="394" y="496"/>
                    <a:pt x="503" y="388"/>
                    <a:pt x="503" y="245"/>
                  </a:cubicBezTo>
                  <a:cubicBezTo>
                    <a:pt x="503" y="109"/>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0" name="Google Shape;15060;p32"/>
            <p:cNvSpPr/>
            <p:nvPr/>
          </p:nvSpPr>
          <p:spPr>
            <a:xfrm>
              <a:off x="1686650" y="26673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1" name="Google Shape;15061;p32"/>
            <p:cNvSpPr/>
            <p:nvPr/>
          </p:nvSpPr>
          <p:spPr>
            <a:xfrm>
              <a:off x="1778450" y="2667300"/>
              <a:ext cx="12550" cy="12425"/>
            </a:xfrm>
            <a:custGeom>
              <a:avLst/>
              <a:gdLst/>
              <a:ahLst/>
              <a:cxnLst/>
              <a:rect l="l" t="t" r="r" b="b"/>
              <a:pathLst>
                <a:path w="502" h="497" extrusionOk="0">
                  <a:moveTo>
                    <a:pt x="252" y="1"/>
                  </a:moveTo>
                  <a:cubicBezTo>
                    <a:pt x="114" y="1"/>
                    <a:pt x="1" y="109"/>
                    <a:pt x="1" y="245"/>
                  </a:cubicBezTo>
                  <a:cubicBezTo>
                    <a:pt x="1" y="388"/>
                    <a:pt x="114" y="496"/>
                    <a:pt x="252" y="496"/>
                  </a:cubicBezTo>
                  <a:cubicBezTo>
                    <a:pt x="388" y="496"/>
                    <a:pt x="501" y="388"/>
                    <a:pt x="501" y="245"/>
                  </a:cubicBezTo>
                  <a:cubicBezTo>
                    <a:pt x="501"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2" name="Google Shape;15062;p32"/>
            <p:cNvSpPr/>
            <p:nvPr/>
          </p:nvSpPr>
          <p:spPr>
            <a:xfrm>
              <a:off x="1870375" y="2667300"/>
              <a:ext cx="12400" cy="12425"/>
            </a:xfrm>
            <a:custGeom>
              <a:avLst/>
              <a:gdLst/>
              <a:ahLst/>
              <a:cxnLst/>
              <a:rect l="l" t="t" r="r" b="b"/>
              <a:pathLst>
                <a:path w="496" h="497" extrusionOk="0">
                  <a:moveTo>
                    <a:pt x="252" y="1"/>
                  </a:moveTo>
                  <a:cubicBezTo>
                    <a:pt x="109" y="1"/>
                    <a:pt x="0" y="109"/>
                    <a:pt x="0" y="245"/>
                  </a:cubicBezTo>
                  <a:cubicBezTo>
                    <a:pt x="0" y="388"/>
                    <a:pt x="109" y="496"/>
                    <a:pt x="252" y="496"/>
                  </a:cubicBezTo>
                  <a:cubicBezTo>
                    <a:pt x="387" y="496"/>
                    <a:pt x="496" y="388"/>
                    <a:pt x="496" y="245"/>
                  </a:cubicBezTo>
                  <a:cubicBezTo>
                    <a:pt x="496"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3" name="Google Shape;15063;p32"/>
            <p:cNvSpPr/>
            <p:nvPr/>
          </p:nvSpPr>
          <p:spPr>
            <a:xfrm>
              <a:off x="1962150" y="2667300"/>
              <a:ext cx="12550" cy="12425"/>
            </a:xfrm>
            <a:custGeom>
              <a:avLst/>
              <a:gdLst/>
              <a:ahLst/>
              <a:cxnLst/>
              <a:rect l="l" t="t" r="r" b="b"/>
              <a:pathLst>
                <a:path w="502" h="497" extrusionOk="0">
                  <a:moveTo>
                    <a:pt x="250" y="1"/>
                  </a:moveTo>
                  <a:cubicBezTo>
                    <a:pt x="114" y="1"/>
                    <a:pt x="1" y="109"/>
                    <a:pt x="1" y="245"/>
                  </a:cubicBezTo>
                  <a:cubicBezTo>
                    <a:pt x="1" y="388"/>
                    <a:pt x="114" y="496"/>
                    <a:pt x="250" y="496"/>
                  </a:cubicBezTo>
                  <a:cubicBezTo>
                    <a:pt x="388" y="496"/>
                    <a:pt x="502" y="388"/>
                    <a:pt x="502" y="245"/>
                  </a:cubicBezTo>
                  <a:cubicBezTo>
                    <a:pt x="502"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4" name="Google Shape;15064;p32"/>
            <p:cNvSpPr/>
            <p:nvPr/>
          </p:nvSpPr>
          <p:spPr>
            <a:xfrm>
              <a:off x="2054075" y="2667300"/>
              <a:ext cx="12425" cy="12425"/>
            </a:xfrm>
            <a:custGeom>
              <a:avLst/>
              <a:gdLst/>
              <a:ahLst/>
              <a:cxnLst/>
              <a:rect l="l" t="t" r="r" b="b"/>
              <a:pathLst>
                <a:path w="497" h="497" extrusionOk="0">
                  <a:moveTo>
                    <a:pt x="252" y="1"/>
                  </a:moveTo>
                  <a:cubicBezTo>
                    <a:pt x="109" y="1"/>
                    <a:pt x="1" y="109"/>
                    <a:pt x="1" y="245"/>
                  </a:cubicBezTo>
                  <a:cubicBezTo>
                    <a:pt x="1" y="388"/>
                    <a:pt x="109" y="496"/>
                    <a:pt x="252" y="496"/>
                  </a:cubicBezTo>
                  <a:cubicBezTo>
                    <a:pt x="388" y="496"/>
                    <a:pt x="496" y="388"/>
                    <a:pt x="496" y="245"/>
                  </a:cubicBezTo>
                  <a:cubicBezTo>
                    <a:pt x="496"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5" name="Google Shape;15065;p32"/>
            <p:cNvSpPr/>
            <p:nvPr/>
          </p:nvSpPr>
          <p:spPr>
            <a:xfrm>
              <a:off x="2145825" y="26673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6" name="Google Shape;15066;p32"/>
            <p:cNvSpPr/>
            <p:nvPr/>
          </p:nvSpPr>
          <p:spPr>
            <a:xfrm>
              <a:off x="2237800" y="2667300"/>
              <a:ext cx="12350" cy="12425"/>
            </a:xfrm>
            <a:custGeom>
              <a:avLst/>
              <a:gdLst/>
              <a:ahLst/>
              <a:cxnLst/>
              <a:rect l="l" t="t" r="r" b="b"/>
              <a:pathLst>
                <a:path w="494" h="497" extrusionOk="0">
                  <a:moveTo>
                    <a:pt x="244" y="1"/>
                  </a:moveTo>
                  <a:cubicBezTo>
                    <a:pt x="107" y="1"/>
                    <a:pt x="0" y="109"/>
                    <a:pt x="0" y="245"/>
                  </a:cubicBezTo>
                  <a:cubicBezTo>
                    <a:pt x="0" y="388"/>
                    <a:pt x="107" y="496"/>
                    <a:pt x="244" y="496"/>
                  </a:cubicBezTo>
                  <a:cubicBezTo>
                    <a:pt x="387" y="496"/>
                    <a:pt x="494" y="388"/>
                    <a:pt x="494" y="245"/>
                  </a:cubicBezTo>
                  <a:cubicBezTo>
                    <a:pt x="494" y="109"/>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7" name="Google Shape;15067;p32"/>
            <p:cNvSpPr/>
            <p:nvPr/>
          </p:nvSpPr>
          <p:spPr>
            <a:xfrm>
              <a:off x="2329550" y="2667300"/>
              <a:ext cx="12575" cy="12425"/>
            </a:xfrm>
            <a:custGeom>
              <a:avLst/>
              <a:gdLst/>
              <a:ahLst/>
              <a:cxnLst/>
              <a:rect l="l" t="t" r="r" b="b"/>
              <a:pathLst>
                <a:path w="503" h="497" extrusionOk="0">
                  <a:moveTo>
                    <a:pt x="251" y="1"/>
                  </a:moveTo>
                  <a:cubicBezTo>
                    <a:pt x="115" y="1"/>
                    <a:pt x="0" y="109"/>
                    <a:pt x="0" y="245"/>
                  </a:cubicBezTo>
                  <a:cubicBezTo>
                    <a:pt x="0" y="388"/>
                    <a:pt x="115" y="496"/>
                    <a:pt x="251" y="496"/>
                  </a:cubicBezTo>
                  <a:cubicBezTo>
                    <a:pt x="387" y="496"/>
                    <a:pt x="502" y="388"/>
                    <a:pt x="502" y="245"/>
                  </a:cubicBezTo>
                  <a:cubicBezTo>
                    <a:pt x="502"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8" name="Google Shape;15068;p32"/>
            <p:cNvSpPr/>
            <p:nvPr/>
          </p:nvSpPr>
          <p:spPr>
            <a:xfrm>
              <a:off x="2421325" y="2667300"/>
              <a:ext cx="12550" cy="12425"/>
            </a:xfrm>
            <a:custGeom>
              <a:avLst/>
              <a:gdLst/>
              <a:ahLst/>
              <a:cxnLst/>
              <a:rect l="l" t="t" r="r" b="b"/>
              <a:pathLst>
                <a:path w="502" h="497" extrusionOk="0">
                  <a:moveTo>
                    <a:pt x="250" y="1"/>
                  </a:moveTo>
                  <a:cubicBezTo>
                    <a:pt x="114" y="1"/>
                    <a:pt x="1" y="109"/>
                    <a:pt x="1" y="245"/>
                  </a:cubicBezTo>
                  <a:cubicBezTo>
                    <a:pt x="1" y="388"/>
                    <a:pt x="114" y="496"/>
                    <a:pt x="250" y="496"/>
                  </a:cubicBezTo>
                  <a:cubicBezTo>
                    <a:pt x="395" y="496"/>
                    <a:pt x="501" y="388"/>
                    <a:pt x="501" y="245"/>
                  </a:cubicBezTo>
                  <a:cubicBezTo>
                    <a:pt x="501" y="109"/>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9" name="Google Shape;15069;p32"/>
            <p:cNvSpPr/>
            <p:nvPr/>
          </p:nvSpPr>
          <p:spPr>
            <a:xfrm>
              <a:off x="2513250" y="2667300"/>
              <a:ext cx="12575" cy="12425"/>
            </a:xfrm>
            <a:custGeom>
              <a:avLst/>
              <a:gdLst/>
              <a:ahLst/>
              <a:cxnLst/>
              <a:rect l="l" t="t" r="r" b="b"/>
              <a:pathLst>
                <a:path w="503" h="497" extrusionOk="0">
                  <a:moveTo>
                    <a:pt x="252" y="1"/>
                  </a:moveTo>
                  <a:cubicBezTo>
                    <a:pt x="109" y="1"/>
                    <a:pt x="0" y="109"/>
                    <a:pt x="0" y="245"/>
                  </a:cubicBezTo>
                  <a:cubicBezTo>
                    <a:pt x="0" y="388"/>
                    <a:pt x="109"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0" name="Google Shape;15070;p32"/>
            <p:cNvSpPr/>
            <p:nvPr/>
          </p:nvSpPr>
          <p:spPr>
            <a:xfrm>
              <a:off x="2605000" y="2667300"/>
              <a:ext cx="12575" cy="12425"/>
            </a:xfrm>
            <a:custGeom>
              <a:avLst/>
              <a:gdLst/>
              <a:ahLst/>
              <a:cxnLst/>
              <a:rect l="l" t="t" r="r" b="b"/>
              <a:pathLst>
                <a:path w="503" h="497" extrusionOk="0">
                  <a:moveTo>
                    <a:pt x="252" y="1"/>
                  </a:moveTo>
                  <a:cubicBezTo>
                    <a:pt x="116" y="1"/>
                    <a:pt x="0" y="109"/>
                    <a:pt x="0" y="245"/>
                  </a:cubicBezTo>
                  <a:cubicBezTo>
                    <a:pt x="0" y="388"/>
                    <a:pt x="116" y="496"/>
                    <a:pt x="252" y="496"/>
                  </a:cubicBezTo>
                  <a:cubicBezTo>
                    <a:pt x="387" y="496"/>
                    <a:pt x="503" y="388"/>
                    <a:pt x="503" y="245"/>
                  </a:cubicBezTo>
                  <a:cubicBezTo>
                    <a:pt x="503"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1" name="Google Shape;15071;p32"/>
            <p:cNvSpPr/>
            <p:nvPr/>
          </p:nvSpPr>
          <p:spPr>
            <a:xfrm>
              <a:off x="2696950" y="2667300"/>
              <a:ext cx="12375" cy="12425"/>
            </a:xfrm>
            <a:custGeom>
              <a:avLst/>
              <a:gdLst/>
              <a:ahLst/>
              <a:cxnLst/>
              <a:rect l="l" t="t" r="r" b="b"/>
              <a:pathLst>
                <a:path w="495" h="497" extrusionOk="0">
                  <a:moveTo>
                    <a:pt x="252" y="1"/>
                  </a:moveTo>
                  <a:cubicBezTo>
                    <a:pt x="108" y="1"/>
                    <a:pt x="1" y="109"/>
                    <a:pt x="1" y="245"/>
                  </a:cubicBezTo>
                  <a:cubicBezTo>
                    <a:pt x="1" y="388"/>
                    <a:pt x="108" y="496"/>
                    <a:pt x="252" y="496"/>
                  </a:cubicBezTo>
                  <a:cubicBezTo>
                    <a:pt x="388" y="496"/>
                    <a:pt x="495" y="388"/>
                    <a:pt x="495" y="245"/>
                  </a:cubicBezTo>
                  <a:cubicBezTo>
                    <a:pt x="495"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2" name="Google Shape;15072;p32"/>
            <p:cNvSpPr/>
            <p:nvPr/>
          </p:nvSpPr>
          <p:spPr>
            <a:xfrm>
              <a:off x="2788700" y="26673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3" name="Google Shape;15073;p32"/>
            <p:cNvSpPr/>
            <p:nvPr/>
          </p:nvSpPr>
          <p:spPr>
            <a:xfrm>
              <a:off x="2880675" y="2667300"/>
              <a:ext cx="12375" cy="12425"/>
            </a:xfrm>
            <a:custGeom>
              <a:avLst/>
              <a:gdLst/>
              <a:ahLst/>
              <a:cxnLst/>
              <a:rect l="l" t="t" r="r" b="b"/>
              <a:pathLst>
                <a:path w="495" h="497" extrusionOk="0">
                  <a:moveTo>
                    <a:pt x="243" y="1"/>
                  </a:moveTo>
                  <a:cubicBezTo>
                    <a:pt x="107" y="1"/>
                    <a:pt x="0" y="109"/>
                    <a:pt x="0" y="245"/>
                  </a:cubicBezTo>
                  <a:cubicBezTo>
                    <a:pt x="0" y="388"/>
                    <a:pt x="107" y="496"/>
                    <a:pt x="243" y="496"/>
                  </a:cubicBezTo>
                  <a:cubicBezTo>
                    <a:pt x="387" y="496"/>
                    <a:pt x="494" y="388"/>
                    <a:pt x="494" y="245"/>
                  </a:cubicBezTo>
                  <a:cubicBezTo>
                    <a:pt x="494" y="109"/>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4" name="Google Shape;15074;p32"/>
            <p:cNvSpPr/>
            <p:nvPr/>
          </p:nvSpPr>
          <p:spPr>
            <a:xfrm>
              <a:off x="2972425" y="2667300"/>
              <a:ext cx="12575" cy="12425"/>
            </a:xfrm>
            <a:custGeom>
              <a:avLst/>
              <a:gdLst/>
              <a:ahLst/>
              <a:cxnLst/>
              <a:rect l="l" t="t" r="r" b="b"/>
              <a:pathLst>
                <a:path w="503" h="497" extrusionOk="0">
                  <a:moveTo>
                    <a:pt x="251" y="1"/>
                  </a:moveTo>
                  <a:cubicBezTo>
                    <a:pt x="115" y="1"/>
                    <a:pt x="0" y="109"/>
                    <a:pt x="0" y="245"/>
                  </a:cubicBezTo>
                  <a:cubicBezTo>
                    <a:pt x="0" y="388"/>
                    <a:pt x="115" y="496"/>
                    <a:pt x="251" y="496"/>
                  </a:cubicBezTo>
                  <a:cubicBezTo>
                    <a:pt x="387" y="496"/>
                    <a:pt x="503" y="388"/>
                    <a:pt x="503" y="245"/>
                  </a:cubicBezTo>
                  <a:cubicBezTo>
                    <a:pt x="503"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5" name="Google Shape;15075;p32"/>
            <p:cNvSpPr/>
            <p:nvPr/>
          </p:nvSpPr>
          <p:spPr>
            <a:xfrm>
              <a:off x="3064375" y="2667300"/>
              <a:ext cx="12375" cy="12425"/>
            </a:xfrm>
            <a:custGeom>
              <a:avLst/>
              <a:gdLst/>
              <a:ahLst/>
              <a:cxnLst/>
              <a:rect l="l" t="t" r="r" b="b"/>
              <a:pathLst>
                <a:path w="495" h="497" extrusionOk="0">
                  <a:moveTo>
                    <a:pt x="243" y="1"/>
                  </a:moveTo>
                  <a:cubicBezTo>
                    <a:pt x="107" y="1"/>
                    <a:pt x="1" y="109"/>
                    <a:pt x="1" y="245"/>
                  </a:cubicBezTo>
                  <a:cubicBezTo>
                    <a:pt x="1" y="388"/>
                    <a:pt x="107" y="496"/>
                    <a:pt x="243" y="496"/>
                  </a:cubicBezTo>
                  <a:cubicBezTo>
                    <a:pt x="388" y="496"/>
                    <a:pt x="495" y="388"/>
                    <a:pt x="495" y="245"/>
                  </a:cubicBezTo>
                  <a:cubicBezTo>
                    <a:pt x="495" y="109"/>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6" name="Google Shape;15076;p32"/>
            <p:cNvSpPr/>
            <p:nvPr/>
          </p:nvSpPr>
          <p:spPr>
            <a:xfrm>
              <a:off x="3156125" y="26673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7" name="Google Shape;15077;p32"/>
            <p:cNvSpPr/>
            <p:nvPr/>
          </p:nvSpPr>
          <p:spPr>
            <a:xfrm>
              <a:off x="3247875" y="2667300"/>
              <a:ext cx="12575" cy="12425"/>
            </a:xfrm>
            <a:custGeom>
              <a:avLst/>
              <a:gdLst/>
              <a:ahLst/>
              <a:cxnLst/>
              <a:rect l="l" t="t" r="r" b="b"/>
              <a:pathLst>
                <a:path w="503"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8" name="Google Shape;15078;p32"/>
            <p:cNvSpPr/>
            <p:nvPr/>
          </p:nvSpPr>
          <p:spPr>
            <a:xfrm>
              <a:off x="3339850" y="2667300"/>
              <a:ext cx="12525" cy="12425"/>
            </a:xfrm>
            <a:custGeom>
              <a:avLst/>
              <a:gdLst/>
              <a:ahLst/>
              <a:cxnLst/>
              <a:rect l="l" t="t" r="r" b="b"/>
              <a:pathLst>
                <a:path w="501" h="497" extrusionOk="0">
                  <a:moveTo>
                    <a:pt x="251" y="1"/>
                  </a:moveTo>
                  <a:cubicBezTo>
                    <a:pt x="107" y="1"/>
                    <a:pt x="0" y="109"/>
                    <a:pt x="0" y="245"/>
                  </a:cubicBezTo>
                  <a:cubicBezTo>
                    <a:pt x="0" y="388"/>
                    <a:pt x="107" y="496"/>
                    <a:pt x="251" y="496"/>
                  </a:cubicBezTo>
                  <a:cubicBezTo>
                    <a:pt x="387" y="496"/>
                    <a:pt x="501" y="388"/>
                    <a:pt x="501" y="245"/>
                  </a:cubicBezTo>
                  <a:cubicBezTo>
                    <a:pt x="501"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9" name="Google Shape;15079;p32"/>
            <p:cNvSpPr/>
            <p:nvPr/>
          </p:nvSpPr>
          <p:spPr>
            <a:xfrm>
              <a:off x="3431575" y="2667300"/>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0" name="Google Shape;15080;p32"/>
            <p:cNvSpPr/>
            <p:nvPr/>
          </p:nvSpPr>
          <p:spPr>
            <a:xfrm>
              <a:off x="3523550" y="2667300"/>
              <a:ext cx="12375" cy="12425"/>
            </a:xfrm>
            <a:custGeom>
              <a:avLst/>
              <a:gdLst/>
              <a:ahLst/>
              <a:cxnLst/>
              <a:rect l="l" t="t" r="r" b="b"/>
              <a:pathLst>
                <a:path w="495" h="497" extrusionOk="0">
                  <a:moveTo>
                    <a:pt x="250" y="1"/>
                  </a:moveTo>
                  <a:cubicBezTo>
                    <a:pt x="107" y="1"/>
                    <a:pt x="0" y="109"/>
                    <a:pt x="0" y="245"/>
                  </a:cubicBezTo>
                  <a:cubicBezTo>
                    <a:pt x="0" y="388"/>
                    <a:pt x="107" y="496"/>
                    <a:pt x="250" y="496"/>
                  </a:cubicBezTo>
                  <a:cubicBezTo>
                    <a:pt x="388" y="496"/>
                    <a:pt x="494" y="388"/>
                    <a:pt x="494" y="245"/>
                  </a:cubicBezTo>
                  <a:cubicBezTo>
                    <a:pt x="494"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1" name="Google Shape;15081;p32"/>
            <p:cNvSpPr/>
            <p:nvPr/>
          </p:nvSpPr>
          <p:spPr>
            <a:xfrm>
              <a:off x="676400" y="275905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2" name="Google Shape;15082;p32"/>
            <p:cNvSpPr/>
            <p:nvPr/>
          </p:nvSpPr>
          <p:spPr>
            <a:xfrm>
              <a:off x="768325" y="2759050"/>
              <a:ext cx="12400" cy="12575"/>
            </a:xfrm>
            <a:custGeom>
              <a:avLst/>
              <a:gdLst/>
              <a:ahLst/>
              <a:cxnLst/>
              <a:rect l="l" t="t" r="r" b="b"/>
              <a:pathLst>
                <a:path w="496" h="503"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3" name="Google Shape;15083;p32"/>
            <p:cNvSpPr/>
            <p:nvPr/>
          </p:nvSpPr>
          <p:spPr>
            <a:xfrm>
              <a:off x="860125" y="2759050"/>
              <a:ext cx="12525" cy="12575"/>
            </a:xfrm>
            <a:custGeom>
              <a:avLst/>
              <a:gdLst/>
              <a:ahLst/>
              <a:cxnLst/>
              <a:rect l="l" t="t" r="r" b="b"/>
              <a:pathLst>
                <a:path w="501" h="503"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4" name="Google Shape;15084;p32"/>
            <p:cNvSpPr/>
            <p:nvPr/>
          </p:nvSpPr>
          <p:spPr>
            <a:xfrm>
              <a:off x="951850" y="275905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5" name="Google Shape;15085;p32"/>
            <p:cNvSpPr/>
            <p:nvPr/>
          </p:nvSpPr>
          <p:spPr>
            <a:xfrm>
              <a:off x="1043825" y="2759050"/>
              <a:ext cx="12375" cy="12575"/>
            </a:xfrm>
            <a:custGeom>
              <a:avLst/>
              <a:gdLst/>
              <a:ahLst/>
              <a:cxnLst/>
              <a:rect l="l" t="t" r="r" b="b"/>
              <a:pathLst>
                <a:path w="495" h="503"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6" name="Google Shape;15086;p32"/>
            <p:cNvSpPr/>
            <p:nvPr/>
          </p:nvSpPr>
          <p:spPr>
            <a:xfrm>
              <a:off x="1135575" y="2759050"/>
              <a:ext cx="12575" cy="12575"/>
            </a:xfrm>
            <a:custGeom>
              <a:avLst/>
              <a:gdLst/>
              <a:ahLst/>
              <a:cxnLst/>
              <a:rect l="l" t="t" r="r" b="b"/>
              <a:pathLst>
                <a:path w="503" h="503"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7" name="Google Shape;15087;p32"/>
            <p:cNvSpPr/>
            <p:nvPr/>
          </p:nvSpPr>
          <p:spPr>
            <a:xfrm>
              <a:off x="1227500" y="2759050"/>
              <a:ext cx="12400" cy="12575"/>
            </a:xfrm>
            <a:custGeom>
              <a:avLst/>
              <a:gdLst/>
              <a:ahLst/>
              <a:cxnLst/>
              <a:rect l="l" t="t" r="r" b="b"/>
              <a:pathLst>
                <a:path w="496" h="503"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8" name="Google Shape;15088;p32"/>
            <p:cNvSpPr/>
            <p:nvPr/>
          </p:nvSpPr>
          <p:spPr>
            <a:xfrm>
              <a:off x="1319275" y="2759050"/>
              <a:ext cx="12550" cy="12575"/>
            </a:xfrm>
            <a:custGeom>
              <a:avLst/>
              <a:gdLst/>
              <a:ahLst/>
              <a:cxnLst/>
              <a:rect l="l" t="t" r="r" b="b"/>
              <a:pathLst>
                <a:path w="502" h="503"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9" name="Google Shape;15089;p32"/>
            <p:cNvSpPr/>
            <p:nvPr/>
          </p:nvSpPr>
          <p:spPr>
            <a:xfrm>
              <a:off x="1411200" y="2759050"/>
              <a:ext cx="12425" cy="12575"/>
            </a:xfrm>
            <a:custGeom>
              <a:avLst/>
              <a:gdLst/>
              <a:ahLst/>
              <a:cxnLst/>
              <a:rect l="l" t="t" r="r" b="b"/>
              <a:pathLst>
                <a:path w="497" h="503"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0" name="Google Shape;15090;p32"/>
            <p:cNvSpPr/>
            <p:nvPr/>
          </p:nvSpPr>
          <p:spPr>
            <a:xfrm>
              <a:off x="1503000" y="2759050"/>
              <a:ext cx="12525" cy="12575"/>
            </a:xfrm>
            <a:custGeom>
              <a:avLst/>
              <a:gdLst/>
              <a:ahLst/>
              <a:cxnLst/>
              <a:rect l="l" t="t" r="r" b="b"/>
              <a:pathLst>
                <a:path w="501" h="503"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1" name="Google Shape;15091;p32"/>
            <p:cNvSpPr/>
            <p:nvPr/>
          </p:nvSpPr>
          <p:spPr>
            <a:xfrm>
              <a:off x="1594750" y="2759050"/>
              <a:ext cx="12575" cy="12575"/>
            </a:xfrm>
            <a:custGeom>
              <a:avLst/>
              <a:gdLst/>
              <a:ahLst/>
              <a:cxnLst/>
              <a:rect l="l" t="t" r="r" b="b"/>
              <a:pathLst>
                <a:path w="503" h="503"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2" name="Google Shape;15092;p32"/>
            <p:cNvSpPr/>
            <p:nvPr/>
          </p:nvSpPr>
          <p:spPr>
            <a:xfrm>
              <a:off x="1686650" y="275905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3" name="Google Shape;15093;p32"/>
            <p:cNvSpPr/>
            <p:nvPr/>
          </p:nvSpPr>
          <p:spPr>
            <a:xfrm>
              <a:off x="1778450" y="2759050"/>
              <a:ext cx="12550" cy="12575"/>
            </a:xfrm>
            <a:custGeom>
              <a:avLst/>
              <a:gdLst/>
              <a:ahLst/>
              <a:cxnLst/>
              <a:rect l="l" t="t" r="r" b="b"/>
              <a:pathLst>
                <a:path w="502" h="503"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4" name="Google Shape;15094;p32"/>
            <p:cNvSpPr/>
            <p:nvPr/>
          </p:nvSpPr>
          <p:spPr>
            <a:xfrm>
              <a:off x="1870375" y="2759050"/>
              <a:ext cx="12400" cy="12575"/>
            </a:xfrm>
            <a:custGeom>
              <a:avLst/>
              <a:gdLst/>
              <a:ahLst/>
              <a:cxnLst/>
              <a:rect l="l" t="t" r="r" b="b"/>
              <a:pathLst>
                <a:path w="496" h="503"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5" name="Google Shape;15095;p32"/>
            <p:cNvSpPr/>
            <p:nvPr/>
          </p:nvSpPr>
          <p:spPr>
            <a:xfrm>
              <a:off x="1962150" y="2759050"/>
              <a:ext cx="12550" cy="12575"/>
            </a:xfrm>
            <a:custGeom>
              <a:avLst/>
              <a:gdLst/>
              <a:ahLst/>
              <a:cxnLst/>
              <a:rect l="l" t="t" r="r" b="b"/>
              <a:pathLst>
                <a:path w="502" h="503"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6" name="Google Shape;15096;p32"/>
            <p:cNvSpPr/>
            <p:nvPr/>
          </p:nvSpPr>
          <p:spPr>
            <a:xfrm>
              <a:off x="2054075" y="2759050"/>
              <a:ext cx="12425" cy="12575"/>
            </a:xfrm>
            <a:custGeom>
              <a:avLst/>
              <a:gdLst/>
              <a:ahLst/>
              <a:cxnLst/>
              <a:rect l="l" t="t" r="r" b="b"/>
              <a:pathLst>
                <a:path w="497" h="503"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7" name="Google Shape;15097;p32"/>
            <p:cNvSpPr/>
            <p:nvPr/>
          </p:nvSpPr>
          <p:spPr>
            <a:xfrm>
              <a:off x="2145825" y="275905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8" name="Google Shape;15098;p32"/>
            <p:cNvSpPr/>
            <p:nvPr/>
          </p:nvSpPr>
          <p:spPr>
            <a:xfrm>
              <a:off x="2237800" y="2759050"/>
              <a:ext cx="12350" cy="12575"/>
            </a:xfrm>
            <a:custGeom>
              <a:avLst/>
              <a:gdLst/>
              <a:ahLst/>
              <a:cxnLst/>
              <a:rect l="l" t="t" r="r" b="b"/>
              <a:pathLst>
                <a:path w="494" h="503"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9" name="Google Shape;15099;p32"/>
            <p:cNvSpPr/>
            <p:nvPr/>
          </p:nvSpPr>
          <p:spPr>
            <a:xfrm>
              <a:off x="2329550" y="2759050"/>
              <a:ext cx="12575" cy="12575"/>
            </a:xfrm>
            <a:custGeom>
              <a:avLst/>
              <a:gdLst/>
              <a:ahLst/>
              <a:cxnLst/>
              <a:rect l="l" t="t" r="r" b="b"/>
              <a:pathLst>
                <a:path w="503" h="503"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0" name="Google Shape;15100;p32"/>
            <p:cNvSpPr/>
            <p:nvPr/>
          </p:nvSpPr>
          <p:spPr>
            <a:xfrm>
              <a:off x="2421325" y="2759050"/>
              <a:ext cx="12550" cy="12575"/>
            </a:xfrm>
            <a:custGeom>
              <a:avLst/>
              <a:gdLst/>
              <a:ahLst/>
              <a:cxnLst/>
              <a:rect l="l" t="t" r="r" b="b"/>
              <a:pathLst>
                <a:path w="502" h="503"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1" name="Google Shape;15101;p32"/>
            <p:cNvSpPr/>
            <p:nvPr/>
          </p:nvSpPr>
          <p:spPr>
            <a:xfrm>
              <a:off x="2513250" y="2759050"/>
              <a:ext cx="12575" cy="12575"/>
            </a:xfrm>
            <a:custGeom>
              <a:avLst/>
              <a:gdLst/>
              <a:ahLst/>
              <a:cxnLst/>
              <a:rect l="l" t="t" r="r" b="b"/>
              <a:pathLst>
                <a:path w="503" h="503"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2" name="Google Shape;15102;p32"/>
            <p:cNvSpPr/>
            <p:nvPr/>
          </p:nvSpPr>
          <p:spPr>
            <a:xfrm>
              <a:off x="2605000" y="2759050"/>
              <a:ext cx="12575" cy="12575"/>
            </a:xfrm>
            <a:custGeom>
              <a:avLst/>
              <a:gdLst/>
              <a:ahLst/>
              <a:cxnLst/>
              <a:rect l="l" t="t" r="r" b="b"/>
              <a:pathLst>
                <a:path w="503" h="503"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3" name="Google Shape;15103;p32"/>
            <p:cNvSpPr/>
            <p:nvPr/>
          </p:nvSpPr>
          <p:spPr>
            <a:xfrm>
              <a:off x="2696950" y="2759050"/>
              <a:ext cx="12375" cy="12575"/>
            </a:xfrm>
            <a:custGeom>
              <a:avLst/>
              <a:gdLst/>
              <a:ahLst/>
              <a:cxnLst/>
              <a:rect l="l" t="t" r="r" b="b"/>
              <a:pathLst>
                <a:path w="495" h="503"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4" name="Google Shape;15104;p32"/>
            <p:cNvSpPr/>
            <p:nvPr/>
          </p:nvSpPr>
          <p:spPr>
            <a:xfrm>
              <a:off x="2788700" y="275905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5" name="Google Shape;15105;p32"/>
            <p:cNvSpPr/>
            <p:nvPr/>
          </p:nvSpPr>
          <p:spPr>
            <a:xfrm>
              <a:off x="2880675" y="2759050"/>
              <a:ext cx="12375" cy="12575"/>
            </a:xfrm>
            <a:custGeom>
              <a:avLst/>
              <a:gdLst/>
              <a:ahLst/>
              <a:cxnLst/>
              <a:rect l="l" t="t" r="r" b="b"/>
              <a:pathLst>
                <a:path w="495" h="503"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6" name="Google Shape;15106;p32"/>
            <p:cNvSpPr/>
            <p:nvPr/>
          </p:nvSpPr>
          <p:spPr>
            <a:xfrm>
              <a:off x="2972425" y="2759050"/>
              <a:ext cx="12575" cy="12575"/>
            </a:xfrm>
            <a:custGeom>
              <a:avLst/>
              <a:gdLst/>
              <a:ahLst/>
              <a:cxnLst/>
              <a:rect l="l" t="t" r="r" b="b"/>
              <a:pathLst>
                <a:path w="503" h="503"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7" name="Google Shape;15107;p32"/>
            <p:cNvSpPr/>
            <p:nvPr/>
          </p:nvSpPr>
          <p:spPr>
            <a:xfrm>
              <a:off x="3064375" y="2759050"/>
              <a:ext cx="12375" cy="12575"/>
            </a:xfrm>
            <a:custGeom>
              <a:avLst/>
              <a:gdLst/>
              <a:ahLst/>
              <a:cxnLst/>
              <a:rect l="l" t="t" r="r" b="b"/>
              <a:pathLst>
                <a:path w="495" h="503"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8" name="Google Shape;15108;p32"/>
            <p:cNvSpPr/>
            <p:nvPr/>
          </p:nvSpPr>
          <p:spPr>
            <a:xfrm>
              <a:off x="3156125" y="275905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9" name="Google Shape;15109;p32"/>
            <p:cNvSpPr/>
            <p:nvPr/>
          </p:nvSpPr>
          <p:spPr>
            <a:xfrm>
              <a:off x="3247875" y="2759050"/>
              <a:ext cx="12575" cy="12575"/>
            </a:xfrm>
            <a:custGeom>
              <a:avLst/>
              <a:gdLst/>
              <a:ahLst/>
              <a:cxnLst/>
              <a:rect l="l" t="t" r="r" b="b"/>
              <a:pathLst>
                <a:path w="503"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0" name="Google Shape;15110;p32"/>
            <p:cNvSpPr/>
            <p:nvPr/>
          </p:nvSpPr>
          <p:spPr>
            <a:xfrm>
              <a:off x="3339850" y="2759050"/>
              <a:ext cx="12525" cy="12575"/>
            </a:xfrm>
            <a:custGeom>
              <a:avLst/>
              <a:gdLst/>
              <a:ahLst/>
              <a:cxnLst/>
              <a:rect l="l" t="t" r="r" b="b"/>
              <a:pathLst>
                <a:path w="501" h="503"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1" name="Google Shape;15111;p32"/>
            <p:cNvSpPr/>
            <p:nvPr/>
          </p:nvSpPr>
          <p:spPr>
            <a:xfrm>
              <a:off x="3431575" y="275905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2" name="Google Shape;15112;p32"/>
            <p:cNvSpPr/>
            <p:nvPr/>
          </p:nvSpPr>
          <p:spPr>
            <a:xfrm>
              <a:off x="3523550" y="2759050"/>
              <a:ext cx="12375" cy="12575"/>
            </a:xfrm>
            <a:custGeom>
              <a:avLst/>
              <a:gdLst/>
              <a:ahLst/>
              <a:cxnLst/>
              <a:rect l="l" t="t" r="r" b="b"/>
              <a:pathLst>
                <a:path w="495" h="503"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3" name="Google Shape;15113;p32"/>
            <p:cNvSpPr/>
            <p:nvPr/>
          </p:nvSpPr>
          <p:spPr>
            <a:xfrm>
              <a:off x="676400" y="2851025"/>
              <a:ext cx="12600" cy="12350"/>
            </a:xfrm>
            <a:custGeom>
              <a:avLst/>
              <a:gdLst/>
              <a:ahLst/>
              <a:cxnLst/>
              <a:rect l="l" t="t" r="r" b="b"/>
              <a:pathLst>
                <a:path w="504" h="494" extrusionOk="0">
                  <a:moveTo>
                    <a:pt x="252" y="0"/>
                  </a:moveTo>
                  <a:cubicBezTo>
                    <a:pt x="116" y="0"/>
                    <a:pt x="1" y="107"/>
                    <a:pt x="1" y="244"/>
                  </a:cubicBezTo>
                  <a:cubicBezTo>
                    <a:pt x="1" y="387"/>
                    <a:pt x="116" y="494"/>
                    <a:pt x="252" y="494"/>
                  </a:cubicBezTo>
                  <a:cubicBezTo>
                    <a:pt x="388" y="494"/>
                    <a:pt x="503" y="387"/>
                    <a:pt x="503" y="244"/>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4" name="Google Shape;15114;p32"/>
            <p:cNvSpPr/>
            <p:nvPr/>
          </p:nvSpPr>
          <p:spPr>
            <a:xfrm>
              <a:off x="768325" y="2851025"/>
              <a:ext cx="12400" cy="12350"/>
            </a:xfrm>
            <a:custGeom>
              <a:avLst/>
              <a:gdLst/>
              <a:ahLst/>
              <a:cxnLst/>
              <a:rect l="l" t="t" r="r" b="b"/>
              <a:pathLst>
                <a:path w="496" h="494" extrusionOk="0">
                  <a:moveTo>
                    <a:pt x="245" y="0"/>
                  </a:moveTo>
                  <a:cubicBezTo>
                    <a:pt x="109" y="0"/>
                    <a:pt x="0" y="107"/>
                    <a:pt x="0" y="244"/>
                  </a:cubicBezTo>
                  <a:cubicBezTo>
                    <a:pt x="0" y="387"/>
                    <a:pt x="109" y="494"/>
                    <a:pt x="245" y="494"/>
                  </a:cubicBezTo>
                  <a:cubicBezTo>
                    <a:pt x="388" y="494"/>
                    <a:pt x="496" y="387"/>
                    <a:pt x="496" y="244"/>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5" name="Google Shape;15115;p32"/>
            <p:cNvSpPr/>
            <p:nvPr/>
          </p:nvSpPr>
          <p:spPr>
            <a:xfrm>
              <a:off x="860125" y="2851025"/>
              <a:ext cx="12525" cy="12350"/>
            </a:xfrm>
            <a:custGeom>
              <a:avLst/>
              <a:gdLst/>
              <a:ahLst/>
              <a:cxnLst/>
              <a:rect l="l" t="t" r="r" b="b"/>
              <a:pathLst>
                <a:path w="501" h="494" extrusionOk="0">
                  <a:moveTo>
                    <a:pt x="251" y="0"/>
                  </a:moveTo>
                  <a:cubicBezTo>
                    <a:pt x="114" y="0"/>
                    <a:pt x="0" y="107"/>
                    <a:pt x="0" y="244"/>
                  </a:cubicBezTo>
                  <a:cubicBezTo>
                    <a:pt x="0" y="387"/>
                    <a:pt x="114" y="494"/>
                    <a:pt x="251" y="494"/>
                  </a:cubicBezTo>
                  <a:cubicBezTo>
                    <a:pt x="387" y="494"/>
                    <a:pt x="501" y="387"/>
                    <a:pt x="501" y="244"/>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6" name="Google Shape;15116;p32"/>
            <p:cNvSpPr/>
            <p:nvPr/>
          </p:nvSpPr>
          <p:spPr>
            <a:xfrm>
              <a:off x="951850" y="2851025"/>
              <a:ext cx="12600" cy="12350"/>
            </a:xfrm>
            <a:custGeom>
              <a:avLst/>
              <a:gdLst/>
              <a:ahLst/>
              <a:cxnLst/>
              <a:rect l="l" t="t" r="r" b="b"/>
              <a:pathLst>
                <a:path w="504" h="494" extrusionOk="0">
                  <a:moveTo>
                    <a:pt x="252" y="0"/>
                  </a:moveTo>
                  <a:cubicBezTo>
                    <a:pt x="116" y="0"/>
                    <a:pt x="1" y="107"/>
                    <a:pt x="1" y="244"/>
                  </a:cubicBezTo>
                  <a:cubicBezTo>
                    <a:pt x="1" y="387"/>
                    <a:pt x="116" y="494"/>
                    <a:pt x="252" y="494"/>
                  </a:cubicBezTo>
                  <a:cubicBezTo>
                    <a:pt x="388" y="494"/>
                    <a:pt x="503" y="387"/>
                    <a:pt x="503" y="244"/>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7" name="Google Shape;15117;p32"/>
            <p:cNvSpPr/>
            <p:nvPr/>
          </p:nvSpPr>
          <p:spPr>
            <a:xfrm>
              <a:off x="1043825" y="2851025"/>
              <a:ext cx="12375" cy="12350"/>
            </a:xfrm>
            <a:custGeom>
              <a:avLst/>
              <a:gdLst/>
              <a:ahLst/>
              <a:cxnLst/>
              <a:rect l="l" t="t" r="r" b="b"/>
              <a:pathLst>
                <a:path w="495" h="494" extrusionOk="0">
                  <a:moveTo>
                    <a:pt x="250" y="0"/>
                  </a:moveTo>
                  <a:cubicBezTo>
                    <a:pt x="107" y="0"/>
                    <a:pt x="0" y="107"/>
                    <a:pt x="0" y="244"/>
                  </a:cubicBezTo>
                  <a:cubicBezTo>
                    <a:pt x="0" y="387"/>
                    <a:pt x="107" y="494"/>
                    <a:pt x="250" y="494"/>
                  </a:cubicBezTo>
                  <a:cubicBezTo>
                    <a:pt x="388" y="494"/>
                    <a:pt x="494" y="387"/>
                    <a:pt x="494" y="244"/>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8" name="Google Shape;15118;p32"/>
            <p:cNvSpPr/>
            <p:nvPr/>
          </p:nvSpPr>
          <p:spPr>
            <a:xfrm>
              <a:off x="1135575" y="2851025"/>
              <a:ext cx="12575" cy="12350"/>
            </a:xfrm>
            <a:custGeom>
              <a:avLst/>
              <a:gdLst/>
              <a:ahLst/>
              <a:cxnLst/>
              <a:rect l="l" t="t" r="r" b="b"/>
              <a:pathLst>
                <a:path w="503" h="494" extrusionOk="0">
                  <a:moveTo>
                    <a:pt x="252" y="0"/>
                  </a:moveTo>
                  <a:cubicBezTo>
                    <a:pt x="116" y="0"/>
                    <a:pt x="0" y="107"/>
                    <a:pt x="0" y="244"/>
                  </a:cubicBezTo>
                  <a:cubicBezTo>
                    <a:pt x="0" y="387"/>
                    <a:pt x="116" y="494"/>
                    <a:pt x="252" y="494"/>
                  </a:cubicBezTo>
                  <a:cubicBezTo>
                    <a:pt x="387" y="494"/>
                    <a:pt x="503" y="387"/>
                    <a:pt x="503" y="244"/>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9" name="Google Shape;15119;p32"/>
            <p:cNvSpPr/>
            <p:nvPr/>
          </p:nvSpPr>
          <p:spPr>
            <a:xfrm>
              <a:off x="1227500" y="2851025"/>
              <a:ext cx="12400" cy="12350"/>
            </a:xfrm>
            <a:custGeom>
              <a:avLst/>
              <a:gdLst/>
              <a:ahLst/>
              <a:cxnLst/>
              <a:rect l="l" t="t" r="r" b="b"/>
              <a:pathLst>
                <a:path w="496" h="494" extrusionOk="0">
                  <a:moveTo>
                    <a:pt x="251" y="0"/>
                  </a:moveTo>
                  <a:cubicBezTo>
                    <a:pt x="109" y="0"/>
                    <a:pt x="0" y="107"/>
                    <a:pt x="0" y="244"/>
                  </a:cubicBezTo>
                  <a:cubicBezTo>
                    <a:pt x="0" y="387"/>
                    <a:pt x="109" y="494"/>
                    <a:pt x="251" y="494"/>
                  </a:cubicBezTo>
                  <a:cubicBezTo>
                    <a:pt x="387" y="494"/>
                    <a:pt x="496" y="387"/>
                    <a:pt x="496" y="244"/>
                  </a:cubicBezTo>
                  <a:cubicBezTo>
                    <a:pt x="496"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0" name="Google Shape;15120;p32"/>
            <p:cNvSpPr/>
            <p:nvPr/>
          </p:nvSpPr>
          <p:spPr>
            <a:xfrm>
              <a:off x="1319275" y="2851025"/>
              <a:ext cx="12550" cy="12350"/>
            </a:xfrm>
            <a:custGeom>
              <a:avLst/>
              <a:gdLst/>
              <a:ahLst/>
              <a:cxnLst/>
              <a:rect l="l" t="t" r="r" b="b"/>
              <a:pathLst>
                <a:path w="502" h="494" extrusionOk="0">
                  <a:moveTo>
                    <a:pt x="252" y="0"/>
                  </a:moveTo>
                  <a:cubicBezTo>
                    <a:pt x="114" y="0"/>
                    <a:pt x="1" y="107"/>
                    <a:pt x="1" y="244"/>
                  </a:cubicBezTo>
                  <a:cubicBezTo>
                    <a:pt x="1" y="387"/>
                    <a:pt x="114" y="494"/>
                    <a:pt x="252" y="494"/>
                  </a:cubicBezTo>
                  <a:cubicBezTo>
                    <a:pt x="388" y="494"/>
                    <a:pt x="501" y="387"/>
                    <a:pt x="501" y="244"/>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1" name="Google Shape;15121;p32"/>
            <p:cNvSpPr/>
            <p:nvPr/>
          </p:nvSpPr>
          <p:spPr>
            <a:xfrm>
              <a:off x="1411200" y="2851025"/>
              <a:ext cx="12425" cy="12350"/>
            </a:xfrm>
            <a:custGeom>
              <a:avLst/>
              <a:gdLst/>
              <a:ahLst/>
              <a:cxnLst/>
              <a:rect l="l" t="t" r="r" b="b"/>
              <a:pathLst>
                <a:path w="497" h="494" extrusionOk="0">
                  <a:moveTo>
                    <a:pt x="245" y="0"/>
                  </a:moveTo>
                  <a:cubicBezTo>
                    <a:pt x="109" y="0"/>
                    <a:pt x="1" y="107"/>
                    <a:pt x="1" y="244"/>
                  </a:cubicBezTo>
                  <a:cubicBezTo>
                    <a:pt x="1" y="387"/>
                    <a:pt x="109" y="494"/>
                    <a:pt x="245" y="494"/>
                  </a:cubicBezTo>
                  <a:cubicBezTo>
                    <a:pt x="388" y="494"/>
                    <a:pt x="496" y="387"/>
                    <a:pt x="496" y="244"/>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2" name="Google Shape;15122;p32"/>
            <p:cNvSpPr/>
            <p:nvPr/>
          </p:nvSpPr>
          <p:spPr>
            <a:xfrm>
              <a:off x="1503000" y="2851025"/>
              <a:ext cx="12525" cy="12350"/>
            </a:xfrm>
            <a:custGeom>
              <a:avLst/>
              <a:gdLst/>
              <a:ahLst/>
              <a:cxnLst/>
              <a:rect l="l" t="t" r="r" b="b"/>
              <a:pathLst>
                <a:path w="501" h="494" extrusionOk="0">
                  <a:moveTo>
                    <a:pt x="250" y="0"/>
                  </a:moveTo>
                  <a:cubicBezTo>
                    <a:pt x="114" y="0"/>
                    <a:pt x="0" y="107"/>
                    <a:pt x="0" y="244"/>
                  </a:cubicBezTo>
                  <a:cubicBezTo>
                    <a:pt x="0" y="387"/>
                    <a:pt x="114" y="494"/>
                    <a:pt x="250" y="494"/>
                  </a:cubicBezTo>
                  <a:cubicBezTo>
                    <a:pt x="387" y="494"/>
                    <a:pt x="501" y="387"/>
                    <a:pt x="501" y="244"/>
                  </a:cubicBezTo>
                  <a:cubicBezTo>
                    <a:pt x="501" y="107"/>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3" name="Google Shape;15123;p32"/>
            <p:cNvSpPr/>
            <p:nvPr/>
          </p:nvSpPr>
          <p:spPr>
            <a:xfrm>
              <a:off x="1594750" y="2851025"/>
              <a:ext cx="12575" cy="12350"/>
            </a:xfrm>
            <a:custGeom>
              <a:avLst/>
              <a:gdLst/>
              <a:ahLst/>
              <a:cxnLst/>
              <a:rect l="l" t="t" r="r" b="b"/>
              <a:pathLst>
                <a:path w="503" h="494" extrusionOk="0">
                  <a:moveTo>
                    <a:pt x="251" y="0"/>
                  </a:moveTo>
                  <a:cubicBezTo>
                    <a:pt x="115" y="0"/>
                    <a:pt x="0" y="107"/>
                    <a:pt x="0" y="244"/>
                  </a:cubicBezTo>
                  <a:cubicBezTo>
                    <a:pt x="0" y="387"/>
                    <a:pt x="115" y="494"/>
                    <a:pt x="251" y="494"/>
                  </a:cubicBezTo>
                  <a:cubicBezTo>
                    <a:pt x="394" y="494"/>
                    <a:pt x="503" y="387"/>
                    <a:pt x="503" y="244"/>
                  </a:cubicBezTo>
                  <a:cubicBezTo>
                    <a:pt x="503" y="107"/>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4" name="Google Shape;15124;p32"/>
            <p:cNvSpPr/>
            <p:nvPr/>
          </p:nvSpPr>
          <p:spPr>
            <a:xfrm>
              <a:off x="1686650" y="2851025"/>
              <a:ext cx="12600" cy="12350"/>
            </a:xfrm>
            <a:custGeom>
              <a:avLst/>
              <a:gdLst/>
              <a:ahLst/>
              <a:cxnLst/>
              <a:rect l="l" t="t" r="r" b="b"/>
              <a:pathLst>
                <a:path w="504" h="494" extrusionOk="0">
                  <a:moveTo>
                    <a:pt x="252" y="0"/>
                  </a:moveTo>
                  <a:cubicBezTo>
                    <a:pt x="116" y="0"/>
                    <a:pt x="1" y="107"/>
                    <a:pt x="1" y="244"/>
                  </a:cubicBezTo>
                  <a:cubicBezTo>
                    <a:pt x="1" y="387"/>
                    <a:pt x="116" y="494"/>
                    <a:pt x="252" y="494"/>
                  </a:cubicBezTo>
                  <a:cubicBezTo>
                    <a:pt x="388" y="494"/>
                    <a:pt x="503" y="387"/>
                    <a:pt x="503" y="244"/>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5" name="Google Shape;15125;p32"/>
            <p:cNvSpPr/>
            <p:nvPr/>
          </p:nvSpPr>
          <p:spPr>
            <a:xfrm>
              <a:off x="1778450" y="2851025"/>
              <a:ext cx="12550" cy="12350"/>
            </a:xfrm>
            <a:custGeom>
              <a:avLst/>
              <a:gdLst/>
              <a:ahLst/>
              <a:cxnLst/>
              <a:rect l="l" t="t" r="r" b="b"/>
              <a:pathLst>
                <a:path w="502" h="494" extrusionOk="0">
                  <a:moveTo>
                    <a:pt x="252" y="0"/>
                  </a:moveTo>
                  <a:cubicBezTo>
                    <a:pt x="114" y="0"/>
                    <a:pt x="1" y="107"/>
                    <a:pt x="1" y="244"/>
                  </a:cubicBezTo>
                  <a:cubicBezTo>
                    <a:pt x="1" y="387"/>
                    <a:pt x="114" y="494"/>
                    <a:pt x="252" y="494"/>
                  </a:cubicBezTo>
                  <a:cubicBezTo>
                    <a:pt x="388" y="494"/>
                    <a:pt x="501" y="387"/>
                    <a:pt x="501" y="244"/>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6" name="Google Shape;15126;p32"/>
            <p:cNvSpPr/>
            <p:nvPr/>
          </p:nvSpPr>
          <p:spPr>
            <a:xfrm>
              <a:off x="1870375" y="2851025"/>
              <a:ext cx="12400" cy="12350"/>
            </a:xfrm>
            <a:custGeom>
              <a:avLst/>
              <a:gdLst/>
              <a:ahLst/>
              <a:cxnLst/>
              <a:rect l="l" t="t" r="r" b="b"/>
              <a:pathLst>
                <a:path w="496" h="494" extrusionOk="0">
                  <a:moveTo>
                    <a:pt x="252" y="0"/>
                  </a:moveTo>
                  <a:cubicBezTo>
                    <a:pt x="109" y="0"/>
                    <a:pt x="0" y="107"/>
                    <a:pt x="0" y="244"/>
                  </a:cubicBezTo>
                  <a:cubicBezTo>
                    <a:pt x="0" y="387"/>
                    <a:pt x="109" y="494"/>
                    <a:pt x="252" y="494"/>
                  </a:cubicBezTo>
                  <a:cubicBezTo>
                    <a:pt x="387" y="494"/>
                    <a:pt x="496" y="387"/>
                    <a:pt x="496" y="244"/>
                  </a:cubicBezTo>
                  <a:cubicBezTo>
                    <a:pt x="496"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7" name="Google Shape;15127;p32"/>
            <p:cNvSpPr/>
            <p:nvPr/>
          </p:nvSpPr>
          <p:spPr>
            <a:xfrm>
              <a:off x="1962150" y="2851025"/>
              <a:ext cx="12550" cy="12350"/>
            </a:xfrm>
            <a:custGeom>
              <a:avLst/>
              <a:gdLst/>
              <a:ahLst/>
              <a:cxnLst/>
              <a:rect l="l" t="t" r="r" b="b"/>
              <a:pathLst>
                <a:path w="502" h="494" extrusionOk="0">
                  <a:moveTo>
                    <a:pt x="250" y="0"/>
                  </a:moveTo>
                  <a:cubicBezTo>
                    <a:pt x="114" y="0"/>
                    <a:pt x="1" y="107"/>
                    <a:pt x="1" y="244"/>
                  </a:cubicBezTo>
                  <a:cubicBezTo>
                    <a:pt x="1" y="387"/>
                    <a:pt x="114" y="494"/>
                    <a:pt x="250" y="494"/>
                  </a:cubicBezTo>
                  <a:cubicBezTo>
                    <a:pt x="388" y="494"/>
                    <a:pt x="502" y="387"/>
                    <a:pt x="502" y="244"/>
                  </a:cubicBezTo>
                  <a:cubicBezTo>
                    <a:pt x="502"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8" name="Google Shape;15128;p32"/>
            <p:cNvSpPr/>
            <p:nvPr/>
          </p:nvSpPr>
          <p:spPr>
            <a:xfrm>
              <a:off x="2054075" y="2851025"/>
              <a:ext cx="12425" cy="12350"/>
            </a:xfrm>
            <a:custGeom>
              <a:avLst/>
              <a:gdLst/>
              <a:ahLst/>
              <a:cxnLst/>
              <a:rect l="l" t="t" r="r" b="b"/>
              <a:pathLst>
                <a:path w="497" h="494" extrusionOk="0">
                  <a:moveTo>
                    <a:pt x="252" y="0"/>
                  </a:moveTo>
                  <a:cubicBezTo>
                    <a:pt x="109" y="0"/>
                    <a:pt x="1" y="107"/>
                    <a:pt x="1" y="244"/>
                  </a:cubicBezTo>
                  <a:cubicBezTo>
                    <a:pt x="1" y="387"/>
                    <a:pt x="109" y="494"/>
                    <a:pt x="252" y="494"/>
                  </a:cubicBezTo>
                  <a:cubicBezTo>
                    <a:pt x="388" y="494"/>
                    <a:pt x="496" y="387"/>
                    <a:pt x="496" y="244"/>
                  </a:cubicBezTo>
                  <a:cubicBezTo>
                    <a:pt x="496"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9" name="Google Shape;15129;p32"/>
            <p:cNvSpPr/>
            <p:nvPr/>
          </p:nvSpPr>
          <p:spPr>
            <a:xfrm>
              <a:off x="2145825" y="2851025"/>
              <a:ext cx="12600" cy="12350"/>
            </a:xfrm>
            <a:custGeom>
              <a:avLst/>
              <a:gdLst/>
              <a:ahLst/>
              <a:cxnLst/>
              <a:rect l="l" t="t" r="r" b="b"/>
              <a:pathLst>
                <a:path w="504" h="494" extrusionOk="0">
                  <a:moveTo>
                    <a:pt x="252" y="0"/>
                  </a:moveTo>
                  <a:cubicBezTo>
                    <a:pt x="116" y="0"/>
                    <a:pt x="1" y="107"/>
                    <a:pt x="1" y="244"/>
                  </a:cubicBezTo>
                  <a:cubicBezTo>
                    <a:pt x="1" y="387"/>
                    <a:pt x="116" y="494"/>
                    <a:pt x="252" y="494"/>
                  </a:cubicBezTo>
                  <a:cubicBezTo>
                    <a:pt x="388" y="494"/>
                    <a:pt x="503" y="387"/>
                    <a:pt x="503" y="244"/>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0" name="Google Shape;15130;p32"/>
            <p:cNvSpPr/>
            <p:nvPr/>
          </p:nvSpPr>
          <p:spPr>
            <a:xfrm>
              <a:off x="2237800" y="2851025"/>
              <a:ext cx="12350" cy="12350"/>
            </a:xfrm>
            <a:custGeom>
              <a:avLst/>
              <a:gdLst/>
              <a:ahLst/>
              <a:cxnLst/>
              <a:rect l="l" t="t" r="r" b="b"/>
              <a:pathLst>
                <a:path w="494" h="494" extrusionOk="0">
                  <a:moveTo>
                    <a:pt x="244" y="0"/>
                  </a:moveTo>
                  <a:cubicBezTo>
                    <a:pt x="107" y="0"/>
                    <a:pt x="0" y="107"/>
                    <a:pt x="0" y="244"/>
                  </a:cubicBezTo>
                  <a:cubicBezTo>
                    <a:pt x="0" y="387"/>
                    <a:pt x="107" y="494"/>
                    <a:pt x="244" y="494"/>
                  </a:cubicBezTo>
                  <a:cubicBezTo>
                    <a:pt x="387" y="494"/>
                    <a:pt x="494" y="387"/>
                    <a:pt x="494" y="244"/>
                  </a:cubicBezTo>
                  <a:cubicBezTo>
                    <a:pt x="494" y="107"/>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1" name="Google Shape;15131;p32"/>
            <p:cNvSpPr/>
            <p:nvPr/>
          </p:nvSpPr>
          <p:spPr>
            <a:xfrm>
              <a:off x="2329550" y="2851025"/>
              <a:ext cx="12575" cy="12350"/>
            </a:xfrm>
            <a:custGeom>
              <a:avLst/>
              <a:gdLst/>
              <a:ahLst/>
              <a:cxnLst/>
              <a:rect l="l" t="t" r="r" b="b"/>
              <a:pathLst>
                <a:path w="503" h="494" extrusionOk="0">
                  <a:moveTo>
                    <a:pt x="251" y="0"/>
                  </a:moveTo>
                  <a:cubicBezTo>
                    <a:pt x="115" y="0"/>
                    <a:pt x="0" y="107"/>
                    <a:pt x="0" y="244"/>
                  </a:cubicBezTo>
                  <a:cubicBezTo>
                    <a:pt x="0" y="387"/>
                    <a:pt x="115" y="494"/>
                    <a:pt x="251" y="494"/>
                  </a:cubicBezTo>
                  <a:cubicBezTo>
                    <a:pt x="387" y="494"/>
                    <a:pt x="502" y="387"/>
                    <a:pt x="502" y="244"/>
                  </a:cubicBezTo>
                  <a:cubicBezTo>
                    <a:pt x="502"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2" name="Google Shape;15132;p32"/>
            <p:cNvSpPr/>
            <p:nvPr/>
          </p:nvSpPr>
          <p:spPr>
            <a:xfrm>
              <a:off x="2421325" y="2851025"/>
              <a:ext cx="12550" cy="12350"/>
            </a:xfrm>
            <a:custGeom>
              <a:avLst/>
              <a:gdLst/>
              <a:ahLst/>
              <a:cxnLst/>
              <a:rect l="l" t="t" r="r" b="b"/>
              <a:pathLst>
                <a:path w="502" h="494" extrusionOk="0">
                  <a:moveTo>
                    <a:pt x="250" y="0"/>
                  </a:moveTo>
                  <a:cubicBezTo>
                    <a:pt x="114" y="0"/>
                    <a:pt x="1" y="107"/>
                    <a:pt x="1" y="244"/>
                  </a:cubicBezTo>
                  <a:cubicBezTo>
                    <a:pt x="1" y="387"/>
                    <a:pt x="114" y="494"/>
                    <a:pt x="250" y="494"/>
                  </a:cubicBezTo>
                  <a:cubicBezTo>
                    <a:pt x="395" y="494"/>
                    <a:pt x="501" y="387"/>
                    <a:pt x="501" y="244"/>
                  </a:cubicBezTo>
                  <a:cubicBezTo>
                    <a:pt x="501" y="107"/>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3" name="Google Shape;15133;p32"/>
            <p:cNvSpPr/>
            <p:nvPr/>
          </p:nvSpPr>
          <p:spPr>
            <a:xfrm>
              <a:off x="2513250" y="2851025"/>
              <a:ext cx="12575" cy="12350"/>
            </a:xfrm>
            <a:custGeom>
              <a:avLst/>
              <a:gdLst/>
              <a:ahLst/>
              <a:cxnLst/>
              <a:rect l="l" t="t" r="r" b="b"/>
              <a:pathLst>
                <a:path w="503" h="494" extrusionOk="0">
                  <a:moveTo>
                    <a:pt x="252" y="0"/>
                  </a:moveTo>
                  <a:cubicBezTo>
                    <a:pt x="109" y="0"/>
                    <a:pt x="0" y="107"/>
                    <a:pt x="0" y="244"/>
                  </a:cubicBezTo>
                  <a:cubicBezTo>
                    <a:pt x="0" y="387"/>
                    <a:pt x="109" y="494"/>
                    <a:pt x="252" y="494"/>
                  </a:cubicBezTo>
                  <a:cubicBezTo>
                    <a:pt x="388" y="494"/>
                    <a:pt x="503" y="387"/>
                    <a:pt x="503" y="244"/>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4" name="Google Shape;15134;p32"/>
            <p:cNvSpPr/>
            <p:nvPr/>
          </p:nvSpPr>
          <p:spPr>
            <a:xfrm>
              <a:off x="2605000" y="2851025"/>
              <a:ext cx="12575" cy="12350"/>
            </a:xfrm>
            <a:custGeom>
              <a:avLst/>
              <a:gdLst/>
              <a:ahLst/>
              <a:cxnLst/>
              <a:rect l="l" t="t" r="r" b="b"/>
              <a:pathLst>
                <a:path w="503" h="494" extrusionOk="0">
                  <a:moveTo>
                    <a:pt x="252" y="0"/>
                  </a:moveTo>
                  <a:cubicBezTo>
                    <a:pt x="116" y="0"/>
                    <a:pt x="0" y="107"/>
                    <a:pt x="0" y="244"/>
                  </a:cubicBezTo>
                  <a:cubicBezTo>
                    <a:pt x="0" y="387"/>
                    <a:pt x="116" y="494"/>
                    <a:pt x="252" y="494"/>
                  </a:cubicBezTo>
                  <a:cubicBezTo>
                    <a:pt x="387" y="494"/>
                    <a:pt x="503" y="387"/>
                    <a:pt x="503" y="244"/>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5" name="Google Shape;15135;p32"/>
            <p:cNvSpPr/>
            <p:nvPr/>
          </p:nvSpPr>
          <p:spPr>
            <a:xfrm>
              <a:off x="2696950" y="2851025"/>
              <a:ext cx="12375" cy="12350"/>
            </a:xfrm>
            <a:custGeom>
              <a:avLst/>
              <a:gdLst/>
              <a:ahLst/>
              <a:cxnLst/>
              <a:rect l="l" t="t" r="r" b="b"/>
              <a:pathLst>
                <a:path w="495" h="494" extrusionOk="0">
                  <a:moveTo>
                    <a:pt x="252" y="0"/>
                  </a:moveTo>
                  <a:cubicBezTo>
                    <a:pt x="108" y="0"/>
                    <a:pt x="1" y="107"/>
                    <a:pt x="1" y="244"/>
                  </a:cubicBezTo>
                  <a:cubicBezTo>
                    <a:pt x="1" y="387"/>
                    <a:pt x="108" y="494"/>
                    <a:pt x="252" y="494"/>
                  </a:cubicBezTo>
                  <a:cubicBezTo>
                    <a:pt x="388" y="494"/>
                    <a:pt x="495" y="387"/>
                    <a:pt x="495" y="244"/>
                  </a:cubicBezTo>
                  <a:cubicBezTo>
                    <a:pt x="495"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6" name="Google Shape;15136;p32"/>
            <p:cNvSpPr/>
            <p:nvPr/>
          </p:nvSpPr>
          <p:spPr>
            <a:xfrm>
              <a:off x="2788700" y="2851025"/>
              <a:ext cx="12600" cy="12350"/>
            </a:xfrm>
            <a:custGeom>
              <a:avLst/>
              <a:gdLst/>
              <a:ahLst/>
              <a:cxnLst/>
              <a:rect l="l" t="t" r="r" b="b"/>
              <a:pathLst>
                <a:path w="504" h="494" extrusionOk="0">
                  <a:moveTo>
                    <a:pt x="252" y="0"/>
                  </a:moveTo>
                  <a:cubicBezTo>
                    <a:pt x="116" y="0"/>
                    <a:pt x="1" y="107"/>
                    <a:pt x="1" y="244"/>
                  </a:cubicBezTo>
                  <a:cubicBezTo>
                    <a:pt x="1" y="387"/>
                    <a:pt x="116" y="494"/>
                    <a:pt x="252" y="494"/>
                  </a:cubicBezTo>
                  <a:cubicBezTo>
                    <a:pt x="388" y="494"/>
                    <a:pt x="503" y="387"/>
                    <a:pt x="503" y="244"/>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7" name="Google Shape;15137;p32"/>
            <p:cNvSpPr/>
            <p:nvPr/>
          </p:nvSpPr>
          <p:spPr>
            <a:xfrm>
              <a:off x="2880675" y="2851025"/>
              <a:ext cx="12375" cy="12350"/>
            </a:xfrm>
            <a:custGeom>
              <a:avLst/>
              <a:gdLst/>
              <a:ahLst/>
              <a:cxnLst/>
              <a:rect l="l" t="t" r="r" b="b"/>
              <a:pathLst>
                <a:path w="495" h="494" extrusionOk="0">
                  <a:moveTo>
                    <a:pt x="243" y="0"/>
                  </a:moveTo>
                  <a:cubicBezTo>
                    <a:pt x="107" y="0"/>
                    <a:pt x="0" y="107"/>
                    <a:pt x="0" y="244"/>
                  </a:cubicBezTo>
                  <a:cubicBezTo>
                    <a:pt x="0" y="387"/>
                    <a:pt x="107" y="494"/>
                    <a:pt x="243" y="494"/>
                  </a:cubicBezTo>
                  <a:cubicBezTo>
                    <a:pt x="387" y="494"/>
                    <a:pt x="494" y="387"/>
                    <a:pt x="494" y="244"/>
                  </a:cubicBezTo>
                  <a:cubicBezTo>
                    <a:pt x="494" y="107"/>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8" name="Google Shape;15138;p32"/>
            <p:cNvSpPr/>
            <p:nvPr/>
          </p:nvSpPr>
          <p:spPr>
            <a:xfrm>
              <a:off x="2972425" y="2851025"/>
              <a:ext cx="12575" cy="12350"/>
            </a:xfrm>
            <a:custGeom>
              <a:avLst/>
              <a:gdLst/>
              <a:ahLst/>
              <a:cxnLst/>
              <a:rect l="l" t="t" r="r" b="b"/>
              <a:pathLst>
                <a:path w="503" h="494" extrusionOk="0">
                  <a:moveTo>
                    <a:pt x="251" y="0"/>
                  </a:moveTo>
                  <a:cubicBezTo>
                    <a:pt x="115" y="0"/>
                    <a:pt x="0" y="107"/>
                    <a:pt x="0" y="244"/>
                  </a:cubicBezTo>
                  <a:cubicBezTo>
                    <a:pt x="0" y="387"/>
                    <a:pt x="115" y="494"/>
                    <a:pt x="251" y="494"/>
                  </a:cubicBezTo>
                  <a:cubicBezTo>
                    <a:pt x="387" y="494"/>
                    <a:pt x="503" y="387"/>
                    <a:pt x="503" y="244"/>
                  </a:cubicBezTo>
                  <a:cubicBezTo>
                    <a:pt x="503"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9" name="Google Shape;15139;p32"/>
            <p:cNvSpPr/>
            <p:nvPr/>
          </p:nvSpPr>
          <p:spPr>
            <a:xfrm>
              <a:off x="3064375" y="2851025"/>
              <a:ext cx="12375" cy="12350"/>
            </a:xfrm>
            <a:custGeom>
              <a:avLst/>
              <a:gdLst/>
              <a:ahLst/>
              <a:cxnLst/>
              <a:rect l="l" t="t" r="r" b="b"/>
              <a:pathLst>
                <a:path w="495" h="494" extrusionOk="0">
                  <a:moveTo>
                    <a:pt x="243" y="0"/>
                  </a:moveTo>
                  <a:cubicBezTo>
                    <a:pt x="107" y="0"/>
                    <a:pt x="1" y="107"/>
                    <a:pt x="1" y="244"/>
                  </a:cubicBezTo>
                  <a:cubicBezTo>
                    <a:pt x="1" y="387"/>
                    <a:pt x="107" y="494"/>
                    <a:pt x="243" y="494"/>
                  </a:cubicBezTo>
                  <a:cubicBezTo>
                    <a:pt x="388" y="494"/>
                    <a:pt x="495" y="387"/>
                    <a:pt x="495" y="244"/>
                  </a:cubicBezTo>
                  <a:cubicBezTo>
                    <a:pt x="495" y="107"/>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0" name="Google Shape;15140;p32"/>
            <p:cNvSpPr/>
            <p:nvPr/>
          </p:nvSpPr>
          <p:spPr>
            <a:xfrm>
              <a:off x="3156125" y="2851025"/>
              <a:ext cx="12600" cy="12350"/>
            </a:xfrm>
            <a:custGeom>
              <a:avLst/>
              <a:gdLst/>
              <a:ahLst/>
              <a:cxnLst/>
              <a:rect l="l" t="t" r="r" b="b"/>
              <a:pathLst>
                <a:path w="504" h="494" extrusionOk="0">
                  <a:moveTo>
                    <a:pt x="252" y="0"/>
                  </a:moveTo>
                  <a:cubicBezTo>
                    <a:pt x="116" y="0"/>
                    <a:pt x="1" y="107"/>
                    <a:pt x="1" y="244"/>
                  </a:cubicBezTo>
                  <a:cubicBezTo>
                    <a:pt x="1" y="387"/>
                    <a:pt x="116" y="494"/>
                    <a:pt x="252" y="494"/>
                  </a:cubicBezTo>
                  <a:cubicBezTo>
                    <a:pt x="388" y="494"/>
                    <a:pt x="503" y="387"/>
                    <a:pt x="503" y="244"/>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1" name="Google Shape;15141;p32"/>
            <p:cNvSpPr/>
            <p:nvPr/>
          </p:nvSpPr>
          <p:spPr>
            <a:xfrm>
              <a:off x="3247875" y="2851025"/>
              <a:ext cx="12575" cy="12350"/>
            </a:xfrm>
            <a:custGeom>
              <a:avLst/>
              <a:gdLst/>
              <a:ahLst/>
              <a:cxnLst/>
              <a:rect l="l" t="t" r="r" b="b"/>
              <a:pathLst>
                <a:path w="503" h="494" extrusionOk="0">
                  <a:moveTo>
                    <a:pt x="252" y="0"/>
                  </a:moveTo>
                  <a:cubicBezTo>
                    <a:pt x="116" y="0"/>
                    <a:pt x="1" y="107"/>
                    <a:pt x="1" y="244"/>
                  </a:cubicBezTo>
                  <a:cubicBezTo>
                    <a:pt x="1" y="387"/>
                    <a:pt x="116" y="494"/>
                    <a:pt x="252" y="494"/>
                  </a:cubicBezTo>
                  <a:cubicBezTo>
                    <a:pt x="388" y="494"/>
                    <a:pt x="503" y="387"/>
                    <a:pt x="503" y="244"/>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2" name="Google Shape;15142;p32"/>
            <p:cNvSpPr/>
            <p:nvPr/>
          </p:nvSpPr>
          <p:spPr>
            <a:xfrm>
              <a:off x="3339850" y="2851025"/>
              <a:ext cx="12525" cy="12350"/>
            </a:xfrm>
            <a:custGeom>
              <a:avLst/>
              <a:gdLst/>
              <a:ahLst/>
              <a:cxnLst/>
              <a:rect l="l" t="t" r="r" b="b"/>
              <a:pathLst>
                <a:path w="501" h="494" extrusionOk="0">
                  <a:moveTo>
                    <a:pt x="251" y="0"/>
                  </a:moveTo>
                  <a:cubicBezTo>
                    <a:pt x="107" y="0"/>
                    <a:pt x="0" y="107"/>
                    <a:pt x="0" y="244"/>
                  </a:cubicBezTo>
                  <a:cubicBezTo>
                    <a:pt x="0" y="387"/>
                    <a:pt x="107" y="494"/>
                    <a:pt x="251" y="494"/>
                  </a:cubicBezTo>
                  <a:cubicBezTo>
                    <a:pt x="387" y="494"/>
                    <a:pt x="501" y="387"/>
                    <a:pt x="501" y="244"/>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3" name="Google Shape;15143;p32"/>
            <p:cNvSpPr/>
            <p:nvPr/>
          </p:nvSpPr>
          <p:spPr>
            <a:xfrm>
              <a:off x="3431575" y="2851025"/>
              <a:ext cx="12600" cy="12350"/>
            </a:xfrm>
            <a:custGeom>
              <a:avLst/>
              <a:gdLst/>
              <a:ahLst/>
              <a:cxnLst/>
              <a:rect l="l" t="t" r="r" b="b"/>
              <a:pathLst>
                <a:path w="504" h="494" extrusionOk="0">
                  <a:moveTo>
                    <a:pt x="252" y="0"/>
                  </a:moveTo>
                  <a:cubicBezTo>
                    <a:pt x="116" y="0"/>
                    <a:pt x="1" y="107"/>
                    <a:pt x="1" y="244"/>
                  </a:cubicBezTo>
                  <a:cubicBezTo>
                    <a:pt x="1" y="387"/>
                    <a:pt x="116" y="494"/>
                    <a:pt x="252" y="494"/>
                  </a:cubicBezTo>
                  <a:cubicBezTo>
                    <a:pt x="388" y="494"/>
                    <a:pt x="503" y="387"/>
                    <a:pt x="503" y="244"/>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4" name="Google Shape;15144;p32"/>
            <p:cNvSpPr/>
            <p:nvPr/>
          </p:nvSpPr>
          <p:spPr>
            <a:xfrm>
              <a:off x="3523550" y="2851025"/>
              <a:ext cx="12375" cy="12350"/>
            </a:xfrm>
            <a:custGeom>
              <a:avLst/>
              <a:gdLst/>
              <a:ahLst/>
              <a:cxnLst/>
              <a:rect l="l" t="t" r="r" b="b"/>
              <a:pathLst>
                <a:path w="495" h="494" extrusionOk="0">
                  <a:moveTo>
                    <a:pt x="250" y="0"/>
                  </a:moveTo>
                  <a:cubicBezTo>
                    <a:pt x="107" y="0"/>
                    <a:pt x="0" y="107"/>
                    <a:pt x="0" y="244"/>
                  </a:cubicBezTo>
                  <a:cubicBezTo>
                    <a:pt x="0" y="387"/>
                    <a:pt x="107" y="494"/>
                    <a:pt x="250" y="494"/>
                  </a:cubicBezTo>
                  <a:cubicBezTo>
                    <a:pt x="388" y="494"/>
                    <a:pt x="494" y="387"/>
                    <a:pt x="494" y="244"/>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5" name="Google Shape;15145;p32"/>
            <p:cNvSpPr/>
            <p:nvPr/>
          </p:nvSpPr>
          <p:spPr>
            <a:xfrm>
              <a:off x="676400" y="29427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6" name="Google Shape;15146;p32"/>
            <p:cNvSpPr/>
            <p:nvPr/>
          </p:nvSpPr>
          <p:spPr>
            <a:xfrm>
              <a:off x="768325" y="2942750"/>
              <a:ext cx="12400" cy="12600"/>
            </a:xfrm>
            <a:custGeom>
              <a:avLst/>
              <a:gdLst/>
              <a:ahLst/>
              <a:cxnLst/>
              <a:rect l="l" t="t" r="r" b="b"/>
              <a:pathLst>
                <a:path w="496" h="504"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7" name="Google Shape;15147;p32"/>
            <p:cNvSpPr/>
            <p:nvPr/>
          </p:nvSpPr>
          <p:spPr>
            <a:xfrm>
              <a:off x="860125" y="2942750"/>
              <a:ext cx="12525" cy="12600"/>
            </a:xfrm>
            <a:custGeom>
              <a:avLst/>
              <a:gdLst/>
              <a:ahLst/>
              <a:cxnLst/>
              <a:rect l="l" t="t" r="r" b="b"/>
              <a:pathLst>
                <a:path w="501" h="504"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8" name="Google Shape;15148;p32"/>
            <p:cNvSpPr/>
            <p:nvPr/>
          </p:nvSpPr>
          <p:spPr>
            <a:xfrm>
              <a:off x="951850" y="29427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9" name="Google Shape;15149;p32"/>
            <p:cNvSpPr/>
            <p:nvPr/>
          </p:nvSpPr>
          <p:spPr>
            <a:xfrm>
              <a:off x="1043825" y="294275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0" name="Google Shape;15150;p32"/>
            <p:cNvSpPr/>
            <p:nvPr/>
          </p:nvSpPr>
          <p:spPr>
            <a:xfrm>
              <a:off x="1135575" y="294275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1" name="Google Shape;15151;p32"/>
            <p:cNvSpPr/>
            <p:nvPr/>
          </p:nvSpPr>
          <p:spPr>
            <a:xfrm>
              <a:off x="1227500" y="2942750"/>
              <a:ext cx="12400" cy="12600"/>
            </a:xfrm>
            <a:custGeom>
              <a:avLst/>
              <a:gdLst/>
              <a:ahLst/>
              <a:cxnLst/>
              <a:rect l="l" t="t" r="r" b="b"/>
              <a:pathLst>
                <a:path w="496" h="504"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2" name="Google Shape;15152;p32"/>
            <p:cNvSpPr/>
            <p:nvPr/>
          </p:nvSpPr>
          <p:spPr>
            <a:xfrm>
              <a:off x="1319275" y="294275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3" name="Google Shape;15153;p32"/>
            <p:cNvSpPr/>
            <p:nvPr/>
          </p:nvSpPr>
          <p:spPr>
            <a:xfrm>
              <a:off x="1411200" y="2942750"/>
              <a:ext cx="12425" cy="12600"/>
            </a:xfrm>
            <a:custGeom>
              <a:avLst/>
              <a:gdLst/>
              <a:ahLst/>
              <a:cxnLst/>
              <a:rect l="l" t="t" r="r" b="b"/>
              <a:pathLst>
                <a:path w="497" h="504"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4" name="Google Shape;15154;p32"/>
            <p:cNvSpPr/>
            <p:nvPr/>
          </p:nvSpPr>
          <p:spPr>
            <a:xfrm>
              <a:off x="1503000" y="2942750"/>
              <a:ext cx="12525" cy="12600"/>
            </a:xfrm>
            <a:custGeom>
              <a:avLst/>
              <a:gdLst/>
              <a:ahLst/>
              <a:cxnLst/>
              <a:rect l="l" t="t" r="r" b="b"/>
              <a:pathLst>
                <a:path w="501" h="504"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5" name="Google Shape;15155;p32"/>
            <p:cNvSpPr/>
            <p:nvPr/>
          </p:nvSpPr>
          <p:spPr>
            <a:xfrm>
              <a:off x="1594750" y="294275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6" name="Google Shape;15156;p32"/>
            <p:cNvSpPr/>
            <p:nvPr/>
          </p:nvSpPr>
          <p:spPr>
            <a:xfrm>
              <a:off x="1686650" y="29427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7" name="Google Shape;15157;p32"/>
            <p:cNvSpPr/>
            <p:nvPr/>
          </p:nvSpPr>
          <p:spPr>
            <a:xfrm>
              <a:off x="1778450" y="294275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8" name="Google Shape;15158;p32"/>
            <p:cNvSpPr/>
            <p:nvPr/>
          </p:nvSpPr>
          <p:spPr>
            <a:xfrm>
              <a:off x="1870375" y="2942750"/>
              <a:ext cx="12400" cy="12600"/>
            </a:xfrm>
            <a:custGeom>
              <a:avLst/>
              <a:gdLst/>
              <a:ahLst/>
              <a:cxnLst/>
              <a:rect l="l" t="t" r="r" b="b"/>
              <a:pathLst>
                <a:path w="496" h="504"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9" name="Google Shape;15159;p32"/>
            <p:cNvSpPr/>
            <p:nvPr/>
          </p:nvSpPr>
          <p:spPr>
            <a:xfrm>
              <a:off x="1962150" y="294275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0" name="Google Shape;15160;p32"/>
            <p:cNvSpPr/>
            <p:nvPr/>
          </p:nvSpPr>
          <p:spPr>
            <a:xfrm>
              <a:off x="2054075" y="2942750"/>
              <a:ext cx="12425" cy="12600"/>
            </a:xfrm>
            <a:custGeom>
              <a:avLst/>
              <a:gdLst/>
              <a:ahLst/>
              <a:cxnLst/>
              <a:rect l="l" t="t" r="r" b="b"/>
              <a:pathLst>
                <a:path w="497" h="504"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1" name="Google Shape;15161;p32"/>
            <p:cNvSpPr/>
            <p:nvPr/>
          </p:nvSpPr>
          <p:spPr>
            <a:xfrm>
              <a:off x="2145825" y="29427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2" name="Google Shape;15162;p32"/>
            <p:cNvSpPr/>
            <p:nvPr/>
          </p:nvSpPr>
          <p:spPr>
            <a:xfrm>
              <a:off x="2237800" y="2942750"/>
              <a:ext cx="12350" cy="12600"/>
            </a:xfrm>
            <a:custGeom>
              <a:avLst/>
              <a:gdLst/>
              <a:ahLst/>
              <a:cxnLst/>
              <a:rect l="l" t="t" r="r" b="b"/>
              <a:pathLst>
                <a:path w="494" h="504"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3" name="Google Shape;15163;p32"/>
            <p:cNvSpPr/>
            <p:nvPr/>
          </p:nvSpPr>
          <p:spPr>
            <a:xfrm>
              <a:off x="2329550" y="294275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4" name="Google Shape;15164;p32"/>
            <p:cNvSpPr/>
            <p:nvPr/>
          </p:nvSpPr>
          <p:spPr>
            <a:xfrm>
              <a:off x="2421325" y="294275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5" name="Google Shape;15165;p32"/>
            <p:cNvSpPr/>
            <p:nvPr/>
          </p:nvSpPr>
          <p:spPr>
            <a:xfrm>
              <a:off x="2513250" y="2942750"/>
              <a:ext cx="12575" cy="12600"/>
            </a:xfrm>
            <a:custGeom>
              <a:avLst/>
              <a:gdLst/>
              <a:ahLst/>
              <a:cxnLst/>
              <a:rect l="l" t="t" r="r" b="b"/>
              <a:pathLst>
                <a:path w="503" h="504"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6" name="Google Shape;15166;p32"/>
            <p:cNvSpPr/>
            <p:nvPr/>
          </p:nvSpPr>
          <p:spPr>
            <a:xfrm>
              <a:off x="2605000" y="294275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7" name="Google Shape;15167;p32"/>
            <p:cNvSpPr/>
            <p:nvPr/>
          </p:nvSpPr>
          <p:spPr>
            <a:xfrm>
              <a:off x="2696950" y="2942750"/>
              <a:ext cx="12375" cy="12600"/>
            </a:xfrm>
            <a:custGeom>
              <a:avLst/>
              <a:gdLst/>
              <a:ahLst/>
              <a:cxnLst/>
              <a:rect l="l" t="t" r="r" b="b"/>
              <a:pathLst>
                <a:path w="495" h="504"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8" name="Google Shape;15168;p32"/>
            <p:cNvSpPr/>
            <p:nvPr/>
          </p:nvSpPr>
          <p:spPr>
            <a:xfrm>
              <a:off x="2788700" y="29427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9" name="Google Shape;15169;p32"/>
            <p:cNvSpPr/>
            <p:nvPr/>
          </p:nvSpPr>
          <p:spPr>
            <a:xfrm>
              <a:off x="2880675" y="2942750"/>
              <a:ext cx="12375" cy="12600"/>
            </a:xfrm>
            <a:custGeom>
              <a:avLst/>
              <a:gdLst/>
              <a:ahLst/>
              <a:cxnLst/>
              <a:rect l="l" t="t" r="r" b="b"/>
              <a:pathLst>
                <a:path w="495" h="504"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0" name="Google Shape;15170;p32"/>
            <p:cNvSpPr/>
            <p:nvPr/>
          </p:nvSpPr>
          <p:spPr>
            <a:xfrm>
              <a:off x="2972425" y="294275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1" name="Google Shape;15171;p32"/>
            <p:cNvSpPr/>
            <p:nvPr/>
          </p:nvSpPr>
          <p:spPr>
            <a:xfrm>
              <a:off x="3064375" y="2942750"/>
              <a:ext cx="12375" cy="12600"/>
            </a:xfrm>
            <a:custGeom>
              <a:avLst/>
              <a:gdLst/>
              <a:ahLst/>
              <a:cxnLst/>
              <a:rect l="l" t="t" r="r" b="b"/>
              <a:pathLst>
                <a:path w="495" h="504"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2" name="Google Shape;15172;p32"/>
            <p:cNvSpPr/>
            <p:nvPr/>
          </p:nvSpPr>
          <p:spPr>
            <a:xfrm>
              <a:off x="3156125" y="29427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3" name="Google Shape;15173;p32"/>
            <p:cNvSpPr/>
            <p:nvPr/>
          </p:nvSpPr>
          <p:spPr>
            <a:xfrm>
              <a:off x="3247875" y="2942750"/>
              <a:ext cx="12575" cy="12600"/>
            </a:xfrm>
            <a:custGeom>
              <a:avLst/>
              <a:gdLst/>
              <a:ahLst/>
              <a:cxnLst/>
              <a:rect l="l" t="t" r="r" b="b"/>
              <a:pathLst>
                <a:path w="503"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4" name="Google Shape;15174;p32"/>
            <p:cNvSpPr/>
            <p:nvPr/>
          </p:nvSpPr>
          <p:spPr>
            <a:xfrm>
              <a:off x="3339850" y="2942750"/>
              <a:ext cx="12525" cy="12600"/>
            </a:xfrm>
            <a:custGeom>
              <a:avLst/>
              <a:gdLst/>
              <a:ahLst/>
              <a:cxnLst/>
              <a:rect l="l" t="t" r="r" b="b"/>
              <a:pathLst>
                <a:path w="501" h="504"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5" name="Google Shape;15175;p32"/>
            <p:cNvSpPr/>
            <p:nvPr/>
          </p:nvSpPr>
          <p:spPr>
            <a:xfrm>
              <a:off x="3431575" y="29427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6" name="Google Shape;15176;p32"/>
            <p:cNvSpPr/>
            <p:nvPr/>
          </p:nvSpPr>
          <p:spPr>
            <a:xfrm>
              <a:off x="3523550" y="294275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7" name="Google Shape;15177;p32"/>
            <p:cNvSpPr/>
            <p:nvPr/>
          </p:nvSpPr>
          <p:spPr>
            <a:xfrm>
              <a:off x="676400" y="3034550"/>
              <a:ext cx="12600" cy="12550"/>
            </a:xfrm>
            <a:custGeom>
              <a:avLst/>
              <a:gdLst/>
              <a:ahLst/>
              <a:cxnLst/>
              <a:rect l="l" t="t" r="r" b="b"/>
              <a:pathLst>
                <a:path w="504" h="502" extrusionOk="0">
                  <a:moveTo>
                    <a:pt x="252" y="1"/>
                  </a:moveTo>
                  <a:cubicBezTo>
                    <a:pt x="116" y="1"/>
                    <a:pt x="1" y="114"/>
                    <a:pt x="1" y="250"/>
                  </a:cubicBezTo>
                  <a:cubicBezTo>
                    <a:pt x="1" y="388"/>
                    <a:pt x="116" y="501"/>
                    <a:pt x="252" y="501"/>
                  </a:cubicBezTo>
                  <a:cubicBezTo>
                    <a:pt x="388" y="501"/>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8" name="Google Shape;15178;p32"/>
            <p:cNvSpPr/>
            <p:nvPr/>
          </p:nvSpPr>
          <p:spPr>
            <a:xfrm>
              <a:off x="768325" y="3034550"/>
              <a:ext cx="12400" cy="12550"/>
            </a:xfrm>
            <a:custGeom>
              <a:avLst/>
              <a:gdLst/>
              <a:ahLst/>
              <a:cxnLst/>
              <a:rect l="l" t="t" r="r" b="b"/>
              <a:pathLst>
                <a:path w="496" h="502" extrusionOk="0">
                  <a:moveTo>
                    <a:pt x="245" y="1"/>
                  </a:moveTo>
                  <a:cubicBezTo>
                    <a:pt x="109" y="1"/>
                    <a:pt x="0" y="114"/>
                    <a:pt x="0" y="250"/>
                  </a:cubicBezTo>
                  <a:cubicBezTo>
                    <a:pt x="0" y="388"/>
                    <a:pt x="109" y="501"/>
                    <a:pt x="245" y="501"/>
                  </a:cubicBezTo>
                  <a:cubicBezTo>
                    <a:pt x="388" y="501"/>
                    <a:pt x="496" y="388"/>
                    <a:pt x="496" y="250"/>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9" name="Google Shape;15179;p32"/>
            <p:cNvSpPr/>
            <p:nvPr/>
          </p:nvSpPr>
          <p:spPr>
            <a:xfrm>
              <a:off x="860125" y="3034550"/>
              <a:ext cx="12525" cy="12550"/>
            </a:xfrm>
            <a:custGeom>
              <a:avLst/>
              <a:gdLst/>
              <a:ahLst/>
              <a:cxnLst/>
              <a:rect l="l" t="t" r="r" b="b"/>
              <a:pathLst>
                <a:path w="501" h="502" extrusionOk="0">
                  <a:moveTo>
                    <a:pt x="251" y="1"/>
                  </a:moveTo>
                  <a:cubicBezTo>
                    <a:pt x="114" y="1"/>
                    <a:pt x="0" y="114"/>
                    <a:pt x="0" y="250"/>
                  </a:cubicBezTo>
                  <a:cubicBezTo>
                    <a:pt x="0" y="388"/>
                    <a:pt x="114" y="501"/>
                    <a:pt x="251" y="501"/>
                  </a:cubicBezTo>
                  <a:cubicBezTo>
                    <a:pt x="387" y="501"/>
                    <a:pt x="501" y="388"/>
                    <a:pt x="501" y="250"/>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0" name="Google Shape;15180;p32"/>
            <p:cNvSpPr/>
            <p:nvPr/>
          </p:nvSpPr>
          <p:spPr>
            <a:xfrm>
              <a:off x="951850" y="3034550"/>
              <a:ext cx="12600" cy="12550"/>
            </a:xfrm>
            <a:custGeom>
              <a:avLst/>
              <a:gdLst/>
              <a:ahLst/>
              <a:cxnLst/>
              <a:rect l="l" t="t" r="r" b="b"/>
              <a:pathLst>
                <a:path w="504" h="502" extrusionOk="0">
                  <a:moveTo>
                    <a:pt x="252" y="1"/>
                  </a:moveTo>
                  <a:cubicBezTo>
                    <a:pt x="116" y="1"/>
                    <a:pt x="1" y="114"/>
                    <a:pt x="1" y="250"/>
                  </a:cubicBezTo>
                  <a:cubicBezTo>
                    <a:pt x="1" y="388"/>
                    <a:pt x="116" y="501"/>
                    <a:pt x="252" y="501"/>
                  </a:cubicBezTo>
                  <a:cubicBezTo>
                    <a:pt x="388" y="501"/>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1" name="Google Shape;15181;p32"/>
            <p:cNvSpPr/>
            <p:nvPr/>
          </p:nvSpPr>
          <p:spPr>
            <a:xfrm>
              <a:off x="1043825" y="3034550"/>
              <a:ext cx="12375" cy="12550"/>
            </a:xfrm>
            <a:custGeom>
              <a:avLst/>
              <a:gdLst/>
              <a:ahLst/>
              <a:cxnLst/>
              <a:rect l="l" t="t" r="r" b="b"/>
              <a:pathLst>
                <a:path w="495" h="502" extrusionOk="0">
                  <a:moveTo>
                    <a:pt x="250" y="1"/>
                  </a:moveTo>
                  <a:cubicBezTo>
                    <a:pt x="107" y="1"/>
                    <a:pt x="0" y="114"/>
                    <a:pt x="0" y="250"/>
                  </a:cubicBezTo>
                  <a:cubicBezTo>
                    <a:pt x="0" y="388"/>
                    <a:pt x="107" y="501"/>
                    <a:pt x="250" y="501"/>
                  </a:cubicBezTo>
                  <a:cubicBezTo>
                    <a:pt x="388" y="501"/>
                    <a:pt x="494" y="388"/>
                    <a:pt x="494" y="250"/>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2" name="Google Shape;15182;p32"/>
            <p:cNvSpPr/>
            <p:nvPr/>
          </p:nvSpPr>
          <p:spPr>
            <a:xfrm>
              <a:off x="1135575" y="3034550"/>
              <a:ext cx="12575" cy="12550"/>
            </a:xfrm>
            <a:custGeom>
              <a:avLst/>
              <a:gdLst/>
              <a:ahLst/>
              <a:cxnLst/>
              <a:rect l="l" t="t" r="r" b="b"/>
              <a:pathLst>
                <a:path w="503" h="502" extrusionOk="0">
                  <a:moveTo>
                    <a:pt x="252" y="1"/>
                  </a:moveTo>
                  <a:cubicBezTo>
                    <a:pt x="116" y="1"/>
                    <a:pt x="0" y="114"/>
                    <a:pt x="0" y="250"/>
                  </a:cubicBezTo>
                  <a:cubicBezTo>
                    <a:pt x="0" y="388"/>
                    <a:pt x="116" y="501"/>
                    <a:pt x="252" y="501"/>
                  </a:cubicBezTo>
                  <a:cubicBezTo>
                    <a:pt x="387" y="501"/>
                    <a:pt x="503" y="388"/>
                    <a:pt x="503" y="250"/>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3" name="Google Shape;15183;p32"/>
            <p:cNvSpPr/>
            <p:nvPr/>
          </p:nvSpPr>
          <p:spPr>
            <a:xfrm>
              <a:off x="1227500" y="3034550"/>
              <a:ext cx="12400" cy="12550"/>
            </a:xfrm>
            <a:custGeom>
              <a:avLst/>
              <a:gdLst/>
              <a:ahLst/>
              <a:cxnLst/>
              <a:rect l="l" t="t" r="r" b="b"/>
              <a:pathLst>
                <a:path w="496" h="502" extrusionOk="0">
                  <a:moveTo>
                    <a:pt x="251" y="1"/>
                  </a:moveTo>
                  <a:cubicBezTo>
                    <a:pt x="109" y="1"/>
                    <a:pt x="0" y="114"/>
                    <a:pt x="0" y="250"/>
                  </a:cubicBezTo>
                  <a:cubicBezTo>
                    <a:pt x="0" y="388"/>
                    <a:pt x="109" y="501"/>
                    <a:pt x="251" y="501"/>
                  </a:cubicBezTo>
                  <a:cubicBezTo>
                    <a:pt x="387" y="501"/>
                    <a:pt x="496" y="388"/>
                    <a:pt x="496" y="250"/>
                  </a:cubicBezTo>
                  <a:cubicBezTo>
                    <a:pt x="496"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4" name="Google Shape;15184;p32"/>
            <p:cNvSpPr/>
            <p:nvPr/>
          </p:nvSpPr>
          <p:spPr>
            <a:xfrm>
              <a:off x="1319275" y="3034550"/>
              <a:ext cx="12550" cy="12550"/>
            </a:xfrm>
            <a:custGeom>
              <a:avLst/>
              <a:gdLst/>
              <a:ahLst/>
              <a:cxnLst/>
              <a:rect l="l" t="t" r="r" b="b"/>
              <a:pathLst>
                <a:path w="502" h="502" extrusionOk="0">
                  <a:moveTo>
                    <a:pt x="252" y="1"/>
                  </a:moveTo>
                  <a:cubicBezTo>
                    <a:pt x="114" y="1"/>
                    <a:pt x="1" y="114"/>
                    <a:pt x="1" y="250"/>
                  </a:cubicBezTo>
                  <a:cubicBezTo>
                    <a:pt x="1" y="388"/>
                    <a:pt x="114" y="501"/>
                    <a:pt x="252" y="501"/>
                  </a:cubicBezTo>
                  <a:cubicBezTo>
                    <a:pt x="388" y="501"/>
                    <a:pt x="501" y="388"/>
                    <a:pt x="501" y="250"/>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5" name="Google Shape;15185;p32"/>
            <p:cNvSpPr/>
            <p:nvPr/>
          </p:nvSpPr>
          <p:spPr>
            <a:xfrm>
              <a:off x="1411200" y="3034550"/>
              <a:ext cx="12425" cy="12550"/>
            </a:xfrm>
            <a:custGeom>
              <a:avLst/>
              <a:gdLst/>
              <a:ahLst/>
              <a:cxnLst/>
              <a:rect l="l" t="t" r="r" b="b"/>
              <a:pathLst>
                <a:path w="497" h="502" extrusionOk="0">
                  <a:moveTo>
                    <a:pt x="245" y="1"/>
                  </a:moveTo>
                  <a:cubicBezTo>
                    <a:pt x="109" y="1"/>
                    <a:pt x="1" y="114"/>
                    <a:pt x="1" y="250"/>
                  </a:cubicBezTo>
                  <a:cubicBezTo>
                    <a:pt x="1" y="388"/>
                    <a:pt x="109" y="501"/>
                    <a:pt x="245" y="501"/>
                  </a:cubicBezTo>
                  <a:cubicBezTo>
                    <a:pt x="388" y="501"/>
                    <a:pt x="496" y="388"/>
                    <a:pt x="496" y="250"/>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6" name="Google Shape;15186;p32"/>
            <p:cNvSpPr/>
            <p:nvPr/>
          </p:nvSpPr>
          <p:spPr>
            <a:xfrm>
              <a:off x="1503000" y="3034550"/>
              <a:ext cx="12525" cy="12550"/>
            </a:xfrm>
            <a:custGeom>
              <a:avLst/>
              <a:gdLst/>
              <a:ahLst/>
              <a:cxnLst/>
              <a:rect l="l" t="t" r="r" b="b"/>
              <a:pathLst>
                <a:path w="501" h="502" extrusionOk="0">
                  <a:moveTo>
                    <a:pt x="250" y="1"/>
                  </a:moveTo>
                  <a:cubicBezTo>
                    <a:pt x="114" y="1"/>
                    <a:pt x="0" y="114"/>
                    <a:pt x="0" y="250"/>
                  </a:cubicBezTo>
                  <a:cubicBezTo>
                    <a:pt x="0" y="388"/>
                    <a:pt x="114" y="501"/>
                    <a:pt x="250" y="501"/>
                  </a:cubicBezTo>
                  <a:cubicBezTo>
                    <a:pt x="387" y="501"/>
                    <a:pt x="501" y="388"/>
                    <a:pt x="501" y="250"/>
                  </a:cubicBezTo>
                  <a:cubicBezTo>
                    <a:pt x="501" y="114"/>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7" name="Google Shape;15187;p32"/>
            <p:cNvSpPr/>
            <p:nvPr/>
          </p:nvSpPr>
          <p:spPr>
            <a:xfrm>
              <a:off x="1594750" y="3034550"/>
              <a:ext cx="12575" cy="12550"/>
            </a:xfrm>
            <a:custGeom>
              <a:avLst/>
              <a:gdLst/>
              <a:ahLst/>
              <a:cxnLst/>
              <a:rect l="l" t="t" r="r" b="b"/>
              <a:pathLst>
                <a:path w="503" h="502" extrusionOk="0">
                  <a:moveTo>
                    <a:pt x="251" y="1"/>
                  </a:moveTo>
                  <a:cubicBezTo>
                    <a:pt x="115" y="1"/>
                    <a:pt x="0" y="114"/>
                    <a:pt x="0" y="250"/>
                  </a:cubicBezTo>
                  <a:cubicBezTo>
                    <a:pt x="0" y="388"/>
                    <a:pt x="115" y="501"/>
                    <a:pt x="251" y="501"/>
                  </a:cubicBezTo>
                  <a:cubicBezTo>
                    <a:pt x="394" y="501"/>
                    <a:pt x="503" y="388"/>
                    <a:pt x="503" y="250"/>
                  </a:cubicBezTo>
                  <a:cubicBezTo>
                    <a:pt x="503" y="114"/>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8" name="Google Shape;15188;p32"/>
            <p:cNvSpPr/>
            <p:nvPr/>
          </p:nvSpPr>
          <p:spPr>
            <a:xfrm>
              <a:off x="1686650" y="3034550"/>
              <a:ext cx="12600" cy="12550"/>
            </a:xfrm>
            <a:custGeom>
              <a:avLst/>
              <a:gdLst/>
              <a:ahLst/>
              <a:cxnLst/>
              <a:rect l="l" t="t" r="r" b="b"/>
              <a:pathLst>
                <a:path w="504" h="502" extrusionOk="0">
                  <a:moveTo>
                    <a:pt x="252" y="1"/>
                  </a:moveTo>
                  <a:cubicBezTo>
                    <a:pt x="116" y="1"/>
                    <a:pt x="1" y="114"/>
                    <a:pt x="1" y="250"/>
                  </a:cubicBezTo>
                  <a:cubicBezTo>
                    <a:pt x="1" y="388"/>
                    <a:pt x="116" y="501"/>
                    <a:pt x="252" y="501"/>
                  </a:cubicBezTo>
                  <a:cubicBezTo>
                    <a:pt x="388" y="501"/>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9" name="Google Shape;15189;p32"/>
            <p:cNvSpPr/>
            <p:nvPr/>
          </p:nvSpPr>
          <p:spPr>
            <a:xfrm>
              <a:off x="1778450" y="3034550"/>
              <a:ext cx="12550" cy="12550"/>
            </a:xfrm>
            <a:custGeom>
              <a:avLst/>
              <a:gdLst/>
              <a:ahLst/>
              <a:cxnLst/>
              <a:rect l="l" t="t" r="r" b="b"/>
              <a:pathLst>
                <a:path w="502" h="502" extrusionOk="0">
                  <a:moveTo>
                    <a:pt x="252" y="1"/>
                  </a:moveTo>
                  <a:cubicBezTo>
                    <a:pt x="114" y="1"/>
                    <a:pt x="1" y="114"/>
                    <a:pt x="1" y="250"/>
                  </a:cubicBezTo>
                  <a:cubicBezTo>
                    <a:pt x="1" y="388"/>
                    <a:pt x="114" y="501"/>
                    <a:pt x="252" y="501"/>
                  </a:cubicBezTo>
                  <a:cubicBezTo>
                    <a:pt x="388" y="501"/>
                    <a:pt x="501" y="388"/>
                    <a:pt x="501" y="250"/>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0" name="Google Shape;15190;p32"/>
            <p:cNvSpPr/>
            <p:nvPr/>
          </p:nvSpPr>
          <p:spPr>
            <a:xfrm>
              <a:off x="1870375" y="3034550"/>
              <a:ext cx="12400" cy="12550"/>
            </a:xfrm>
            <a:custGeom>
              <a:avLst/>
              <a:gdLst/>
              <a:ahLst/>
              <a:cxnLst/>
              <a:rect l="l" t="t" r="r" b="b"/>
              <a:pathLst>
                <a:path w="496" h="502" extrusionOk="0">
                  <a:moveTo>
                    <a:pt x="252" y="1"/>
                  </a:moveTo>
                  <a:cubicBezTo>
                    <a:pt x="109" y="1"/>
                    <a:pt x="0" y="114"/>
                    <a:pt x="0" y="250"/>
                  </a:cubicBezTo>
                  <a:cubicBezTo>
                    <a:pt x="0" y="388"/>
                    <a:pt x="109" y="501"/>
                    <a:pt x="252" y="501"/>
                  </a:cubicBezTo>
                  <a:cubicBezTo>
                    <a:pt x="387" y="501"/>
                    <a:pt x="496" y="388"/>
                    <a:pt x="496" y="250"/>
                  </a:cubicBezTo>
                  <a:cubicBezTo>
                    <a:pt x="496"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1" name="Google Shape;15191;p32"/>
            <p:cNvSpPr/>
            <p:nvPr/>
          </p:nvSpPr>
          <p:spPr>
            <a:xfrm>
              <a:off x="1962150" y="3034550"/>
              <a:ext cx="12550" cy="12550"/>
            </a:xfrm>
            <a:custGeom>
              <a:avLst/>
              <a:gdLst/>
              <a:ahLst/>
              <a:cxnLst/>
              <a:rect l="l" t="t" r="r" b="b"/>
              <a:pathLst>
                <a:path w="502" h="502" extrusionOk="0">
                  <a:moveTo>
                    <a:pt x="250" y="1"/>
                  </a:moveTo>
                  <a:cubicBezTo>
                    <a:pt x="114" y="1"/>
                    <a:pt x="1" y="114"/>
                    <a:pt x="1" y="250"/>
                  </a:cubicBezTo>
                  <a:cubicBezTo>
                    <a:pt x="1" y="388"/>
                    <a:pt x="114" y="501"/>
                    <a:pt x="250" y="501"/>
                  </a:cubicBezTo>
                  <a:cubicBezTo>
                    <a:pt x="388" y="501"/>
                    <a:pt x="502" y="388"/>
                    <a:pt x="502" y="250"/>
                  </a:cubicBezTo>
                  <a:cubicBezTo>
                    <a:pt x="502"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2" name="Google Shape;15192;p32"/>
            <p:cNvSpPr/>
            <p:nvPr/>
          </p:nvSpPr>
          <p:spPr>
            <a:xfrm>
              <a:off x="2054075" y="3034550"/>
              <a:ext cx="12425" cy="12550"/>
            </a:xfrm>
            <a:custGeom>
              <a:avLst/>
              <a:gdLst/>
              <a:ahLst/>
              <a:cxnLst/>
              <a:rect l="l" t="t" r="r" b="b"/>
              <a:pathLst>
                <a:path w="497" h="502" extrusionOk="0">
                  <a:moveTo>
                    <a:pt x="252" y="1"/>
                  </a:moveTo>
                  <a:cubicBezTo>
                    <a:pt x="109" y="1"/>
                    <a:pt x="1" y="114"/>
                    <a:pt x="1" y="250"/>
                  </a:cubicBezTo>
                  <a:cubicBezTo>
                    <a:pt x="1" y="388"/>
                    <a:pt x="109" y="501"/>
                    <a:pt x="252" y="501"/>
                  </a:cubicBezTo>
                  <a:cubicBezTo>
                    <a:pt x="388" y="501"/>
                    <a:pt x="496" y="388"/>
                    <a:pt x="496" y="250"/>
                  </a:cubicBezTo>
                  <a:cubicBezTo>
                    <a:pt x="496"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3" name="Google Shape;15193;p32"/>
            <p:cNvSpPr/>
            <p:nvPr/>
          </p:nvSpPr>
          <p:spPr>
            <a:xfrm>
              <a:off x="2145825" y="3034550"/>
              <a:ext cx="12600" cy="12550"/>
            </a:xfrm>
            <a:custGeom>
              <a:avLst/>
              <a:gdLst/>
              <a:ahLst/>
              <a:cxnLst/>
              <a:rect l="l" t="t" r="r" b="b"/>
              <a:pathLst>
                <a:path w="504" h="502" extrusionOk="0">
                  <a:moveTo>
                    <a:pt x="252" y="1"/>
                  </a:moveTo>
                  <a:cubicBezTo>
                    <a:pt x="116" y="1"/>
                    <a:pt x="1" y="114"/>
                    <a:pt x="1" y="250"/>
                  </a:cubicBezTo>
                  <a:cubicBezTo>
                    <a:pt x="1" y="388"/>
                    <a:pt x="116" y="501"/>
                    <a:pt x="252" y="501"/>
                  </a:cubicBezTo>
                  <a:cubicBezTo>
                    <a:pt x="388" y="501"/>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4" name="Google Shape;15194;p32"/>
            <p:cNvSpPr/>
            <p:nvPr/>
          </p:nvSpPr>
          <p:spPr>
            <a:xfrm>
              <a:off x="2237800" y="3034550"/>
              <a:ext cx="12350" cy="12550"/>
            </a:xfrm>
            <a:custGeom>
              <a:avLst/>
              <a:gdLst/>
              <a:ahLst/>
              <a:cxnLst/>
              <a:rect l="l" t="t" r="r" b="b"/>
              <a:pathLst>
                <a:path w="494" h="502" extrusionOk="0">
                  <a:moveTo>
                    <a:pt x="244" y="1"/>
                  </a:moveTo>
                  <a:cubicBezTo>
                    <a:pt x="107" y="1"/>
                    <a:pt x="0" y="114"/>
                    <a:pt x="0" y="250"/>
                  </a:cubicBezTo>
                  <a:cubicBezTo>
                    <a:pt x="0" y="388"/>
                    <a:pt x="107" y="501"/>
                    <a:pt x="244" y="501"/>
                  </a:cubicBezTo>
                  <a:cubicBezTo>
                    <a:pt x="387" y="501"/>
                    <a:pt x="494" y="388"/>
                    <a:pt x="494" y="250"/>
                  </a:cubicBezTo>
                  <a:cubicBezTo>
                    <a:pt x="494" y="114"/>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5" name="Google Shape;15195;p32"/>
            <p:cNvSpPr/>
            <p:nvPr/>
          </p:nvSpPr>
          <p:spPr>
            <a:xfrm>
              <a:off x="2329550" y="3034550"/>
              <a:ext cx="12575" cy="12550"/>
            </a:xfrm>
            <a:custGeom>
              <a:avLst/>
              <a:gdLst/>
              <a:ahLst/>
              <a:cxnLst/>
              <a:rect l="l" t="t" r="r" b="b"/>
              <a:pathLst>
                <a:path w="503" h="502" extrusionOk="0">
                  <a:moveTo>
                    <a:pt x="251" y="1"/>
                  </a:moveTo>
                  <a:cubicBezTo>
                    <a:pt x="115" y="1"/>
                    <a:pt x="0" y="114"/>
                    <a:pt x="0" y="250"/>
                  </a:cubicBezTo>
                  <a:cubicBezTo>
                    <a:pt x="0" y="388"/>
                    <a:pt x="115" y="501"/>
                    <a:pt x="251" y="501"/>
                  </a:cubicBezTo>
                  <a:cubicBezTo>
                    <a:pt x="387" y="501"/>
                    <a:pt x="502" y="388"/>
                    <a:pt x="502" y="250"/>
                  </a:cubicBezTo>
                  <a:cubicBezTo>
                    <a:pt x="502"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6" name="Google Shape;15196;p32"/>
            <p:cNvSpPr/>
            <p:nvPr/>
          </p:nvSpPr>
          <p:spPr>
            <a:xfrm>
              <a:off x="2421325" y="3034550"/>
              <a:ext cx="12550" cy="12550"/>
            </a:xfrm>
            <a:custGeom>
              <a:avLst/>
              <a:gdLst/>
              <a:ahLst/>
              <a:cxnLst/>
              <a:rect l="l" t="t" r="r" b="b"/>
              <a:pathLst>
                <a:path w="502" h="502" extrusionOk="0">
                  <a:moveTo>
                    <a:pt x="250" y="1"/>
                  </a:moveTo>
                  <a:cubicBezTo>
                    <a:pt x="114" y="1"/>
                    <a:pt x="1" y="114"/>
                    <a:pt x="1" y="250"/>
                  </a:cubicBezTo>
                  <a:cubicBezTo>
                    <a:pt x="1" y="388"/>
                    <a:pt x="114" y="501"/>
                    <a:pt x="250" y="501"/>
                  </a:cubicBezTo>
                  <a:cubicBezTo>
                    <a:pt x="395" y="501"/>
                    <a:pt x="501" y="388"/>
                    <a:pt x="501" y="250"/>
                  </a:cubicBezTo>
                  <a:cubicBezTo>
                    <a:pt x="501" y="114"/>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7" name="Google Shape;15197;p32"/>
            <p:cNvSpPr/>
            <p:nvPr/>
          </p:nvSpPr>
          <p:spPr>
            <a:xfrm>
              <a:off x="2513250" y="3034550"/>
              <a:ext cx="12575" cy="12550"/>
            </a:xfrm>
            <a:custGeom>
              <a:avLst/>
              <a:gdLst/>
              <a:ahLst/>
              <a:cxnLst/>
              <a:rect l="l" t="t" r="r" b="b"/>
              <a:pathLst>
                <a:path w="503" h="502" extrusionOk="0">
                  <a:moveTo>
                    <a:pt x="252" y="1"/>
                  </a:moveTo>
                  <a:cubicBezTo>
                    <a:pt x="109" y="1"/>
                    <a:pt x="0" y="114"/>
                    <a:pt x="0" y="250"/>
                  </a:cubicBezTo>
                  <a:cubicBezTo>
                    <a:pt x="0" y="388"/>
                    <a:pt x="109" y="501"/>
                    <a:pt x="252" y="501"/>
                  </a:cubicBezTo>
                  <a:cubicBezTo>
                    <a:pt x="388" y="501"/>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8" name="Google Shape;15198;p32"/>
            <p:cNvSpPr/>
            <p:nvPr/>
          </p:nvSpPr>
          <p:spPr>
            <a:xfrm>
              <a:off x="2605000" y="3034550"/>
              <a:ext cx="12575" cy="12550"/>
            </a:xfrm>
            <a:custGeom>
              <a:avLst/>
              <a:gdLst/>
              <a:ahLst/>
              <a:cxnLst/>
              <a:rect l="l" t="t" r="r" b="b"/>
              <a:pathLst>
                <a:path w="503" h="502" extrusionOk="0">
                  <a:moveTo>
                    <a:pt x="252" y="1"/>
                  </a:moveTo>
                  <a:cubicBezTo>
                    <a:pt x="116" y="1"/>
                    <a:pt x="0" y="114"/>
                    <a:pt x="0" y="250"/>
                  </a:cubicBezTo>
                  <a:cubicBezTo>
                    <a:pt x="0" y="388"/>
                    <a:pt x="116" y="501"/>
                    <a:pt x="252" y="501"/>
                  </a:cubicBezTo>
                  <a:cubicBezTo>
                    <a:pt x="387" y="501"/>
                    <a:pt x="503" y="388"/>
                    <a:pt x="503" y="250"/>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9" name="Google Shape;15199;p32"/>
            <p:cNvSpPr/>
            <p:nvPr/>
          </p:nvSpPr>
          <p:spPr>
            <a:xfrm>
              <a:off x="2696950" y="3034550"/>
              <a:ext cx="12375" cy="12550"/>
            </a:xfrm>
            <a:custGeom>
              <a:avLst/>
              <a:gdLst/>
              <a:ahLst/>
              <a:cxnLst/>
              <a:rect l="l" t="t" r="r" b="b"/>
              <a:pathLst>
                <a:path w="495" h="502" extrusionOk="0">
                  <a:moveTo>
                    <a:pt x="252" y="1"/>
                  </a:moveTo>
                  <a:cubicBezTo>
                    <a:pt x="108" y="1"/>
                    <a:pt x="1" y="114"/>
                    <a:pt x="1" y="250"/>
                  </a:cubicBezTo>
                  <a:cubicBezTo>
                    <a:pt x="1" y="388"/>
                    <a:pt x="108" y="501"/>
                    <a:pt x="252" y="501"/>
                  </a:cubicBezTo>
                  <a:cubicBezTo>
                    <a:pt x="388" y="501"/>
                    <a:pt x="495" y="388"/>
                    <a:pt x="495" y="250"/>
                  </a:cubicBezTo>
                  <a:cubicBezTo>
                    <a:pt x="495"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0" name="Google Shape;15200;p32"/>
            <p:cNvSpPr/>
            <p:nvPr/>
          </p:nvSpPr>
          <p:spPr>
            <a:xfrm>
              <a:off x="2788700" y="3034550"/>
              <a:ext cx="12600" cy="12550"/>
            </a:xfrm>
            <a:custGeom>
              <a:avLst/>
              <a:gdLst/>
              <a:ahLst/>
              <a:cxnLst/>
              <a:rect l="l" t="t" r="r" b="b"/>
              <a:pathLst>
                <a:path w="504" h="502" extrusionOk="0">
                  <a:moveTo>
                    <a:pt x="252" y="1"/>
                  </a:moveTo>
                  <a:cubicBezTo>
                    <a:pt x="116" y="1"/>
                    <a:pt x="1" y="114"/>
                    <a:pt x="1" y="250"/>
                  </a:cubicBezTo>
                  <a:cubicBezTo>
                    <a:pt x="1" y="388"/>
                    <a:pt x="116" y="501"/>
                    <a:pt x="252" y="501"/>
                  </a:cubicBezTo>
                  <a:cubicBezTo>
                    <a:pt x="388" y="501"/>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1" name="Google Shape;15201;p32"/>
            <p:cNvSpPr/>
            <p:nvPr/>
          </p:nvSpPr>
          <p:spPr>
            <a:xfrm>
              <a:off x="2880675" y="3034550"/>
              <a:ext cx="12375" cy="12550"/>
            </a:xfrm>
            <a:custGeom>
              <a:avLst/>
              <a:gdLst/>
              <a:ahLst/>
              <a:cxnLst/>
              <a:rect l="l" t="t" r="r" b="b"/>
              <a:pathLst>
                <a:path w="495" h="502" extrusionOk="0">
                  <a:moveTo>
                    <a:pt x="243" y="1"/>
                  </a:moveTo>
                  <a:cubicBezTo>
                    <a:pt x="107" y="1"/>
                    <a:pt x="0" y="114"/>
                    <a:pt x="0" y="250"/>
                  </a:cubicBezTo>
                  <a:cubicBezTo>
                    <a:pt x="0" y="388"/>
                    <a:pt x="107" y="501"/>
                    <a:pt x="243" y="501"/>
                  </a:cubicBezTo>
                  <a:cubicBezTo>
                    <a:pt x="387" y="501"/>
                    <a:pt x="494" y="388"/>
                    <a:pt x="494" y="250"/>
                  </a:cubicBezTo>
                  <a:cubicBezTo>
                    <a:pt x="494" y="114"/>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2" name="Google Shape;15202;p32"/>
            <p:cNvSpPr/>
            <p:nvPr/>
          </p:nvSpPr>
          <p:spPr>
            <a:xfrm>
              <a:off x="2972425" y="3034550"/>
              <a:ext cx="12575" cy="12550"/>
            </a:xfrm>
            <a:custGeom>
              <a:avLst/>
              <a:gdLst/>
              <a:ahLst/>
              <a:cxnLst/>
              <a:rect l="l" t="t" r="r" b="b"/>
              <a:pathLst>
                <a:path w="503" h="502" extrusionOk="0">
                  <a:moveTo>
                    <a:pt x="251" y="1"/>
                  </a:moveTo>
                  <a:cubicBezTo>
                    <a:pt x="115" y="1"/>
                    <a:pt x="0" y="114"/>
                    <a:pt x="0" y="250"/>
                  </a:cubicBezTo>
                  <a:cubicBezTo>
                    <a:pt x="0" y="388"/>
                    <a:pt x="115" y="501"/>
                    <a:pt x="251" y="501"/>
                  </a:cubicBezTo>
                  <a:cubicBezTo>
                    <a:pt x="387" y="501"/>
                    <a:pt x="503" y="388"/>
                    <a:pt x="503" y="250"/>
                  </a:cubicBezTo>
                  <a:cubicBezTo>
                    <a:pt x="503"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3" name="Google Shape;15203;p32"/>
            <p:cNvSpPr/>
            <p:nvPr/>
          </p:nvSpPr>
          <p:spPr>
            <a:xfrm>
              <a:off x="3064375" y="3034550"/>
              <a:ext cx="12375" cy="12550"/>
            </a:xfrm>
            <a:custGeom>
              <a:avLst/>
              <a:gdLst/>
              <a:ahLst/>
              <a:cxnLst/>
              <a:rect l="l" t="t" r="r" b="b"/>
              <a:pathLst>
                <a:path w="495" h="502" extrusionOk="0">
                  <a:moveTo>
                    <a:pt x="243" y="1"/>
                  </a:moveTo>
                  <a:cubicBezTo>
                    <a:pt x="107" y="1"/>
                    <a:pt x="1" y="114"/>
                    <a:pt x="1" y="250"/>
                  </a:cubicBezTo>
                  <a:cubicBezTo>
                    <a:pt x="1" y="388"/>
                    <a:pt x="107" y="501"/>
                    <a:pt x="243" y="501"/>
                  </a:cubicBezTo>
                  <a:cubicBezTo>
                    <a:pt x="388" y="501"/>
                    <a:pt x="495" y="388"/>
                    <a:pt x="495" y="250"/>
                  </a:cubicBezTo>
                  <a:cubicBezTo>
                    <a:pt x="495" y="114"/>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4" name="Google Shape;15204;p32"/>
            <p:cNvSpPr/>
            <p:nvPr/>
          </p:nvSpPr>
          <p:spPr>
            <a:xfrm>
              <a:off x="3156125" y="3034550"/>
              <a:ext cx="12600" cy="12550"/>
            </a:xfrm>
            <a:custGeom>
              <a:avLst/>
              <a:gdLst/>
              <a:ahLst/>
              <a:cxnLst/>
              <a:rect l="l" t="t" r="r" b="b"/>
              <a:pathLst>
                <a:path w="504" h="502" extrusionOk="0">
                  <a:moveTo>
                    <a:pt x="252" y="1"/>
                  </a:moveTo>
                  <a:cubicBezTo>
                    <a:pt x="116" y="1"/>
                    <a:pt x="1" y="114"/>
                    <a:pt x="1" y="250"/>
                  </a:cubicBezTo>
                  <a:cubicBezTo>
                    <a:pt x="1" y="388"/>
                    <a:pt x="116" y="501"/>
                    <a:pt x="252" y="501"/>
                  </a:cubicBezTo>
                  <a:cubicBezTo>
                    <a:pt x="388" y="501"/>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5" name="Google Shape;15205;p32"/>
            <p:cNvSpPr/>
            <p:nvPr/>
          </p:nvSpPr>
          <p:spPr>
            <a:xfrm>
              <a:off x="3247875" y="3034550"/>
              <a:ext cx="12575" cy="12550"/>
            </a:xfrm>
            <a:custGeom>
              <a:avLst/>
              <a:gdLst/>
              <a:ahLst/>
              <a:cxnLst/>
              <a:rect l="l" t="t" r="r" b="b"/>
              <a:pathLst>
                <a:path w="503" h="502" extrusionOk="0">
                  <a:moveTo>
                    <a:pt x="252" y="1"/>
                  </a:moveTo>
                  <a:cubicBezTo>
                    <a:pt x="116" y="1"/>
                    <a:pt x="1" y="114"/>
                    <a:pt x="1" y="250"/>
                  </a:cubicBezTo>
                  <a:cubicBezTo>
                    <a:pt x="1" y="388"/>
                    <a:pt x="116" y="501"/>
                    <a:pt x="252" y="501"/>
                  </a:cubicBezTo>
                  <a:cubicBezTo>
                    <a:pt x="388" y="501"/>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6" name="Google Shape;15206;p32"/>
            <p:cNvSpPr/>
            <p:nvPr/>
          </p:nvSpPr>
          <p:spPr>
            <a:xfrm>
              <a:off x="3339850" y="3034550"/>
              <a:ext cx="12525" cy="12550"/>
            </a:xfrm>
            <a:custGeom>
              <a:avLst/>
              <a:gdLst/>
              <a:ahLst/>
              <a:cxnLst/>
              <a:rect l="l" t="t" r="r" b="b"/>
              <a:pathLst>
                <a:path w="501" h="502" extrusionOk="0">
                  <a:moveTo>
                    <a:pt x="251" y="1"/>
                  </a:moveTo>
                  <a:cubicBezTo>
                    <a:pt x="107" y="1"/>
                    <a:pt x="0" y="114"/>
                    <a:pt x="0" y="250"/>
                  </a:cubicBezTo>
                  <a:cubicBezTo>
                    <a:pt x="0" y="388"/>
                    <a:pt x="107" y="501"/>
                    <a:pt x="251" y="501"/>
                  </a:cubicBezTo>
                  <a:cubicBezTo>
                    <a:pt x="387" y="501"/>
                    <a:pt x="501" y="388"/>
                    <a:pt x="501" y="250"/>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7" name="Google Shape;15207;p32"/>
            <p:cNvSpPr/>
            <p:nvPr/>
          </p:nvSpPr>
          <p:spPr>
            <a:xfrm>
              <a:off x="3431575" y="3034550"/>
              <a:ext cx="12600" cy="12550"/>
            </a:xfrm>
            <a:custGeom>
              <a:avLst/>
              <a:gdLst/>
              <a:ahLst/>
              <a:cxnLst/>
              <a:rect l="l" t="t" r="r" b="b"/>
              <a:pathLst>
                <a:path w="504" h="502" extrusionOk="0">
                  <a:moveTo>
                    <a:pt x="252" y="1"/>
                  </a:moveTo>
                  <a:cubicBezTo>
                    <a:pt x="116" y="1"/>
                    <a:pt x="1" y="114"/>
                    <a:pt x="1" y="250"/>
                  </a:cubicBezTo>
                  <a:cubicBezTo>
                    <a:pt x="1" y="388"/>
                    <a:pt x="116" y="501"/>
                    <a:pt x="252" y="501"/>
                  </a:cubicBezTo>
                  <a:cubicBezTo>
                    <a:pt x="388" y="501"/>
                    <a:pt x="503" y="388"/>
                    <a:pt x="503" y="250"/>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8" name="Google Shape;15208;p32"/>
            <p:cNvSpPr/>
            <p:nvPr/>
          </p:nvSpPr>
          <p:spPr>
            <a:xfrm>
              <a:off x="3523550" y="3034550"/>
              <a:ext cx="12375" cy="12550"/>
            </a:xfrm>
            <a:custGeom>
              <a:avLst/>
              <a:gdLst/>
              <a:ahLst/>
              <a:cxnLst/>
              <a:rect l="l" t="t" r="r" b="b"/>
              <a:pathLst>
                <a:path w="495" h="502" extrusionOk="0">
                  <a:moveTo>
                    <a:pt x="250" y="1"/>
                  </a:moveTo>
                  <a:cubicBezTo>
                    <a:pt x="107" y="1"/>
                    <a:pt x="0" y="114"/>
                    <a:pt x="0" y="250"/>
                  </a:cubicBezTo>
                  <a:cubicBezTo>
                    <a:pt x="0" y="388"/>
                    <a:pt x="107" y="501"/>
                    <a:pt x="250" y="501"/>
                  </a:cubicBezTo>
                  <a:cubicBezTo>
                    <a:pt x="388" y="501"/>
                    <a:pt x="494" y="388"/>
                    <a:pt x="494" y="250"/>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9" name="Google Shape;15209;p32"/>
            <p:cNvSpPr/>
            <p:nvPr/>
          </p:nvSpPr>
          <p:spPr>
            <a:xfrm>
              <a:off x="676400" y="3126475"/>
              <a:ext cx="12600" cy="12400"/>
            </a:xfrm>
            <a:custGeom>
              <a:avLst/>
              <a:gdLst/>
              <a:ahLst/>
              <a:cxnLst/>
              <a:rect l="l" t="t" r="r" b="b"/>
              <a:pathLst>
                <a:path w="504" h="496" extrusionOk="0">
                  <a:moveTo>
                    <a:pt x="252" y="0"/>
                  </a:moveTo>
                  <a:cubicBezTo>
                    <a:pt x="116" y="0"/>
                    <a:pt x="1" y="109"/>
                    <a:pt x="1" y="252"/>
                  </a:cubicBezTo>
                  <a:cubicBezTo>
                    <a:pt x="1" y="388"/>
                    <a:pt x="116" y="496"/>
                    <a:pt x="252" y="496"/>
                  </a:cubicBezTo>
                  <a:cubicBezTo>
                    <a:pt x="388" y="496"/>
                    <a:pt x="503" y="388"/>
                    <a:pt x="503" y="252"/>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0" name="Google Shape;15210;p32"/>
            <p:cNvSpPr/>
            <p:nvPr/>
          </p:nvSpPr>
          <p:spPr>
            <a:xfrm>
              <a:off x="768325" y="3126475"/>
              <a:ext cx="12400" cy="12400"/>
            </a:xfrm>
            <a:custGeom>
              <a:avLst/>
              <a:gdLst/>
              <a:ahLst/>
              <a:cxnLst/>
              <a:rect l="l" t="t" r="r" b="b"/>
              <a:pathLst>
                <a:path w="496" h="496" extrusionOk="0">
                  <a:moveTo>
                    <a:pt x="245" y="0"/>
                  </a:moveTo>
                  <a:cubicBezTo>
                    <a:pt x="109" y="0"/>
                    <a:pt x="0" y="109"/>
                    <a:pt x="0" y="252"/>
                  </a:cubicBezTo>
                  <a:cubicBezTo>
                    <a:pt x="0" y="388"/>
                    <a:pt x="109" y="496"/>
                    <a:pt x="245" y="496"/>
                  </a:cubicBezTo>
                  <a:cubicBezTo>
                    <a:pt x="388" y="496"/>
                    <a:pt x="496" y="388"/>
                    <a:pt x="496" y="252"/>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1" name="Google Shape;15211;p32"/>
            <p:cNvSpPr/>
            <p:nvPr/>
          </p:nvSpPr>
          <p:spPr>
            <a:xfrm>
              <a:off x="860125" y="3126475"/>
              <a:ext cx="12525" cy="12400"/>
            </a:xfrm>
            <a:custGeom>
              <a:avLst/>
              <a:gdLst/>
              <a:ahLst/>
              <a:cxnLst/>
              <a:rect l="l" t="t" r="r" b="b"/>
              <a:pathLst>
                <a:path w="501" h="496" extrusionOk="0">
                  <a:moveTo>
                    <a:pt x="251" y="0"/>
                  </a:moveTo>
                  <a:cubicBezTo>
                    <a:pt x="114" y="0"/>
                    <a:pt x="0" y="109"/>
                    <a:pt x="0" y="252"/>
                  </a:cubicBezTo>
                  <a:cubicBezTo>
                    <a:pt x="0" y="388"/>
                    <a:pt x="114" y="496"/>
                    <a:pt x="251" y="496"/>
                  </a:cubicBezTo>
                  <a:cubicBezTo>
                    <a:pt x="387" y="496"/>
                    <a:pt x="501" y="388"/>
                    <a:pt x="501" y="252"/>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2" name="Google Shape;15212;p32"/>
            <p:cNvSpPr/>
            <p:nvPr/>
          </p:nvSpPr>
          <p:spPr>
            <a:xfrm>
              <a:off x="951850" y="3126475"/>
              <a:ext cx="12600" cy="12400"/>
            </a:xfrm>
            <a:custGeom>
              <a:avLst/>
              <a:gdLst/>
              <a:ahLst/>
              <a:cxnLst/>
              <a:rect l="l" t="t" r="r" b="b"/>
              <a:pathLst>
                <a:path w="504" h="496" extrusionOk="0">
                  <a:moveTo>
                    <a:pt x="252" y="0"/>
                  </a:moveTo>
                  <a:cubicBezTo>
                    <a:pt x="116" y="0"/>
                    <a:pt x="1" y="109"/>
                    <a:pt x="1" y="252"/>
                  </a:cubicBezTo>
                  <a:cubicBezTo>
                    <a:pt x="1" y="388"/>
                    <a:pt x="116" y="496"/>
                    <a:pt x="252" y="496"/>
                  </a:cubicBezTo>
                  <a:cubicBezTo>
                    <a:pt x="388" y="496"/>
                    <a:pt x="503" y="388"/>
                    <a:pt x="503" y="252"/>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3" name="Google Shape;15213;p32"/>
            <p:cNvSpPr/>
            <p:nvPr/>
          </p:nvSpPr>
          <p:spPr>
            <a:xfrm>
              <a:off x="1043825" y="3126475"/>
              <a:ext cx="12375" cy="12400"/>
            </a:xfrm>
            <a:custGeom>
              <a:avLst/>
              <a:gdLst/>
              <a:ahLst/>
              <a:cxnLst/>
              <a:rect l="l" t="t" r="r" b="b"/>
              <a:pathLst>
                <a:path w="495" h="496" extrusionOk="0">
                  <a:moveTo>
                    <a:pt x="250" y="0"/>
                  </a:moveTo>
                  <a:cubicBezTo>
                    <a:pt x="107" y="0"/>
                    <a:pt x="0" y="109"/>
                    <a:pt x="0" y="252"/>
                  </a:cubicBezTo>
                  <a:cubicBezTo>
                    <a:pt x="0" y="388"/>
                    <a:pt x="107" y="496"/>
                    <a:pt x="250" y="496"/>
                  </a:cubicBezTo>
                  <a:cubicBezTo>
                    <a:pt x="388" y="496"/>
                    <a:pt x="494" y="388"/>
                    <a:pt x="494" y="252"/>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4" name="Google Shape;15214;p32"/>
            <p:cNvSpPr/>
            <p:nvPr/>
          </p:nvSpPr>
          <p:spPr>
            <a:xfrm>
              <a:off x="1135575" y="3126475"/>
              <a:ext cx="12575" cy="12400"/>
            </a:xfrm>
            <a:custGeom>
              <a:avLst/>
              <a:gdLst/>
              <a:ahLst/>
              <a:cxnLst/>
              <a:rect l="l" t="t" r="r" b="b"/>
              <a:pathLst>
                <a:path w="503" h="496" extrusionOk="0">
                  <a:moveTo>
                    <a:pt x="252" y="0"/>
                  </a:moveTo>
                  <a:cubicBezTo>
                    <a:pt x="116" y="0"/>
                    <a:pt x="0" y="109"/>
                    <a:pt x="0" y="252"/>
                  </a:cubicBezTo>
                  <a:cubicBezTo>
                    <a:pt x="0" y="388"/>
                    <a:pt x="116" y="496"/>
                    <a:pt x="252" y="496"/>
                  </a:cubicBezTo>
                  <a:cubicBezTo>
                    <a:pt x="387" y="496"/>
                    <a:pt x="503" y="388"/>
                    <a:pt x="503" y="252"/>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5" name="Google Shape;15215;p32"/>
            <p:cNvSpPr/>
            <p:nvPr/>
          </p:nvSpPr>
          <p:spPr>
            <a:xfrm>
              <a:off x="1227500" y="3126475"/>
              <a:ext cx="12400" cy="12400"/>
            </a:xfrm>
            <a:custGeom>
              <a:avLst/>
              <a:gdLst/>
              <a:ahLst/>
              <a:cxnLst/>
              <a:rect l="l" t="t" r="r" b="b"/>
              <a:pathLst>
                <a:path w="496" h="496" extrusionOk="0">
                  <a:moveTo>
                    <a:pt x="251" y="0"/>
                  </a:moveTo>
                  <a:cubicBezTo>
                    <a:pt x="109" y="0"/>
                    <a:pt x="0" y="109"/>
                    <a:pt x="0" y="252"/>
                  </a:cubicBezTo>
                  <a:cubicBezTo>
                    <a:pt x="0" y="388"/>
                    <a:pt x="109" y="496"/>
                    <a:pt x="251" y="496"/>
                  </a:cubicBezTo>
                  <a:cubicBezTo>
                    <a:pt x="387" y="496"/>
                    <a:pt x="496" y="388"/>
                    <a:pt x="496" y="252"/>
                  </a:cubicBezTo>
                  <a:cubicBezTo>
                    <a:pt x="496"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6" name="Google Shape;15216;p32"/>
            <p:cNvSpPr/>
            <p:nvPr/>
          </p:nvSpPr>
          <p:spPr>
            <a:xfrm>
              <a:off x="1319275" y="3126475"/>
              <a:ext cx="12550" cy="12400"/>
            </a:xfrm>
            <a:custGeom>
              <a:avLst/>
              <a:gdLst/>
              <a:ahLst/>
              <a:cxnLst/>
              <a:rect l="l" t="t" r="r" b="b"/>
              <a:pathLst>
                <a:path w="502" h="496" extrusionOk="0">
                  <a:moveTo>
                    <a:pt x="252" y="0"/>
                  </a:moveTo>
                  <a:cubicBezTo>
                    <a:pt x="114" y="0"/>
                    <a:pt x="1" y="109"/>
                    <a:pt x="1" y="252"/>
                  </a:cubicBezTo>
                  <a:cubicBezTo>
                    <a:pt x="1" y="388"/>
                    <a:pt x="114" y="496"/>
                    <a:pt x="252" y="496"/>
                  </a:cubicBezTo>
                  <a:cubicBezTo>
                    <a:pt x="388" y="496"/>
                    <a:pt x="501" y="388"/>
                    <a:pt x="501" y="252"/>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7" name="Google Shape;15217;p32"/>
            <p:cNvSpPr/>
            <p:nvPr/>
          </p:nvSpPr>
          <p:spPr>
            <a:xfrm>
              <a:off x="1411200" y="3126475"/>
              <a:ext cx="12425" cy="12400"/>
            </a:xfrm>
            <a:custGeom>
              <a:avLst/>
              <a:gdLst/>
              <a:ahLst/>
              <a:cxnLst/>
              <a:rect l="l" t="t" r="r" b="b"/>
              <a:pathLst>
                <a:path w="497" h="496" extrusionOk="0">
                  <a:moveTo>
                    <a:pt x="245" y="0"/>
                  </a:moveTo>
                  <a:cubicBezTo>
                    <a:pt x="109" y="0"/>
                    <a:pt x="1" y="109"/>
                    <a:pt x="1" y="252"/>
                  </a:cubicBezTo>
                  <a:cubicBezTo>
                    <a:pt x="1" y="388"/>
                    <a:pt x="109" y="496"/>
                    <a:pt x="245" y="496"/>
                  </a:cubicBezTo>
                  <a:cubicBezTo>
                    <a:pt x="388" y="496"/>
                    <a:pt x="496" y="388"/>
                    <a:pt x="496" y="252"/>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8" name="Google Shape;15218;p32"/>
            <p:cNvSpPr/>
            <p:nvPr/>
          </p:nvSpPr>
          <p:spPr>
            <a:xfrm>
              <a:off x="1503000" y="3126475"/>
              <a:ext cx="12525" cy="12400"/>
            </a:xfrm>
            <a:custGeom>
              <a:avLst/>
              <a:gdLst/>
              <a:ahLst/>
              <a:cxnLst/>
              <a:rect l="l" t="t" r="r" b="b"/>
              <a:pathLst>
                <a:path w="501" h="496" extrusionOk="0">
                  <a:moveTo>
                    <a:pt x="250" y="0"/>
                  </a:moveTo>
                  <a:cubicBezTo>
                    <a:pt x="114" y="0"/>
                    <a:pt x="0" y="109"/>
                    <a:pt x="0" y="252"/>
                  </a:cubicBezTo>
                  <a:cubicBezTo>
                    <a:pt x="0" y="388"/>
                    <a:pt x="114" y="496"/>
                    <a:pt x="250" y="496"/>
                  </a:cubicBezTo>
                  <a:cubicBezTo>
                    <a:pt x="387" y="496"/>
                    <a:pt x="501" y="388"/>
                    <a:pt x="501" y="252"/>
                  </a:cubicBezTo>
                  <a:cubicBezTo>
                    <a:pt x="501" y="109"/>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9" name="Google Shape;15219;p32"/>
            <p:cNvSpPr/>
            <p:nvPr/>
          </p:nvSpPr>
          <p:spPr>
            <a:xfrm>
              <a:off x="1594750" y="3126475"/>
              <a:ext cx="12575" cy="12400"/>
            </a:xfrm>
            <a:custGeom>
              <a:avLst/>
              <a:gdLst/>
              <a:ahLst/>
              <a:cxnLst/>
              <a:rect l="l" t="t" r="r" b="b"/>
              <a:pathLst>
                <a:path w="503" h="496" extrusionOk="0">
                  <a:moveTo>
                    <a:pt x="251" y="0"/>
                  </a:moveTo>
                  <a:cubicBezTo>
                    <a:pt x="115" y="0"/>
                    <a:pt x="0" y="109"/>
                    <a:pt x="0" y="252"/>
                  </a:cubicBezTo>
                  <a:cubicBezTo>
                    <a:pt x="0" y="388"/>
                    <a:pt x="115" y="496"/>
                    <a:pt x="251" y="496"/>
                  </a:cubicBezTo>
                  <a:cubicBezTo>
                    <a:pt x="394" y="496"/>
                    <a:pt x="503" y="388"/>
                    <a:pt x="503" y="252"/>
                  </a:cubicBezTo>
                  <a:cubicBezTo>
                    <a:pt x="503" y="109"/>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0" name="Google Shape;15220;p32"/>
            <p:cNvSpPr/>
            <p:nvPr/>
          </p:nvSpPr>
          <p:spPr>
            <a:xfrm>
              <a:off x="1686650" y="3126475"/>
              <a:ext cx="12600" cy="12400"/>
            </a:xfrm>
            <a:custGeom>
              <a:avLst/>
              <a:gdLst/>
              <a:ahLst/>
              <a:cxnLst/>
              <a:rect l="l" t="t" r="r" b="b"/>
              <a:pathLst>
                <a:path w="504" h="496" extrusionOk="0">
                  <a:moveTo>
                    <a:pt x="252" y="0"/>
                  </a:moveTo>
                  <a:cubicBezTo>
                    <a:pt x="116" y="0"/>
                    <a:pt x="1" y="109"/>
                    <a:pt x="1" y="252"/>
                  </a:cubicBezTo>
                  <a:cubicBezTo>
                    <a:pt x="1" y="388"/>
                    <a:pt x="116" y="496"/>
                    <a:pt x="252" y="496"/>
                  </a:cubicBezTo>
                  <a:cubicBezTo>
                    <a:pt x="388" y="496"/>
                    <a:pt x="503" y="388"/>
                    <a:pt x="503" y="252"/>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1" name="Google Shape;15221;p32"/>
            <p:cNvSpPr/>
            <p:nvPr/>
          </p:nvSpPr>
          <p:spPr>
            <a:xfrm>
              <a:off x="1778450" y="3126475"/>
              <a:ext cx="12550" cy="12400"/>
            </a:xfrm>
            <a:custGeom>
              <a:avLst/>
              <a:gdLst/>
              <a:ahLst/>
              <a:cxnLst/>
              <a:rect l="l" t="t" r="r" b="b"/>
              <a:pathLst>
                <a:path w="502" h="496" extrusionOk="0">
                  <a:moveTo>
                    <a:pt x="252" y="0"/>
                  </a:moveTo>
                  <a:cubicBezTo>
                    <a:pt x="114" y="0"/>
                    <a:pt x="1" y="109"/>
                    <a:pt x="1" y="252"/>
                  </a:cubicBezTo>
                  <a:cubicBezTo>
                    <a:pt x="1" y="388"/>
                    <a:pt x="114" y="496"/>
                    <a:pt x="252" y="496"/>
                  </a:cubicBezTo>
                  <a:cubicBezTo>
                    <a:pt x="388" y="496"/>
                    <a:pt x="501" y="388"/>
                    <a:pt x="501" y="252"/>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2" name="Google Shape;15222;p32"/>
            <p:cNvSpPr/>
            <p:nvPr/>
          </p:nvSpPr>
          <p:spPr>
            <a:xfrm>
              <a:off x="1870375" y="3126475"/>
              <a:ext cx="12400" cy="12400"/>
            </a:xfrm>
            <a:custGeom>
              <a:avLst/>
              <a:gdLst/>
              <a:ahLst/>
              <a:cxnLst/>
              <a:rect l="l" t="t" r="r" b="b"/>
              <a:pathLst>
                <a:path w="496" h="496" extrusionOk="0">
                  <a:moveTo>
                    <a:pt x="252" y="0"/>
                  </a:moveTo>
                  <a:cubicBezTo>
                    <a:pt x="109" y="0"/>
                    <a:pt x="0" y="109"/>
                    <a:pt x="0" y="252"/>
                  </a:cubicBezTo>
                  <a:cubicBezTo>
                    <a:pt x="0" y="388"/>
                    <a:pt x="109" y="496"/>
                    <a:pt x="252" y="496"/>
                  </a:cubicBezTo>
                  <a:cubicBezTo>
                    <a:pt x="387" y="496"/>
                    <a:pt x="496" y="388"/>
                    <a:pt x="496" y="252"/>
                  </a:cubicBezTo>
                  <a:cubicBezTo>
                    <a:pt x="496"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3" name="Google Shape;15223;p32"/>
            <p:cNvSpPr/>
            <p:nvPr/>
          </p:nvSpPr>
          <p:spPr>
            <a:xfrm>
              <a:off x="1962150" y="3126475"/>
              <a:ext cx="12550" cy="12400"/>
            </a:xfrm>
            <a:custGeom>
              <a:avLst/>
              <a:gdLst/>
              <a:ahLst/>
              <a:cxnLst/>
              <a:rect l="l" t="t" r="r" b="b"/>
              <a:pathLst>
                <a:path w="502" h="496" extrusionOk="0">
                  <a:moveTo>
                    <a:pt x="250" y="0"/>
                  </a:moveTo>
                  <a:cubicBezTo>
                    <a:pt x="114" y="0"/>
                    <a:pt x="1" y="109"/>
                    <a:pt x="1" y="252"/>
                  </a:cubicBezTo>
                  <a:cubicBezTo>
                    <a:pt x="1" y="388"/>
                    <a:pt x="114" y="496"/>
                    <a:pt x="250" y="496"/>
                  </a:cubicBezTo>
                  <a:cubicBezTo>
                    <a:pt x="388" y="496"/>
                    <a:pt x="502" y="388"/>
                    <a:pt x="502" y="252"/>
                  </a:cubicBezTo>
                  <a:cubicBezTo>
                    <a:pt x="502"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4" name="Google Shape;15224;p32"/>
            <p:cNvSpPr/>
            <p:nvPr/>
          </p:nvSpPr>
          <p:spPr>
            <a:xfrm>
              <a:off x="2054075" y="3126475"/>
              <a:ext cx="12425" cy="12400"/>
            </a:xfrm>
            <a:custGeom>
              <a:avLst/>
              <a:gdLst/>
              <a:ahLst/>
              <a:cxnLst/>
              <a:rect l="l" t="t" r="r" b="b"/>
              <a:pathLst>
                <a:path w="497" h="496" extrusionOk="0">
                  <a:moveTo>
                    <a:pt x="252" y="0"/>
                  </a:moveTo>
                  <a:cubicBezTo>
                    <a:pt x="109" y="0"/>
                    <a:pt x="1" y="109"/>
                    <a:pt x="1" y="252"/>
                  </a:cubicBezTo>
                  <a:cubicBezTo>
                    <a:pt x="1" y="388"/>
                    <a:pt x="109" y="496"/>
                    <a:pt x="252" y="496"/>
                  </a:cubicBezTo>
                  <a:cubicBezTo>
                    <a:pt x="388" y="496"/>
                    <a:pt x="496" y="388"/>
                    <a:pt x="496" y="252"/>
                  </a:cubicBezTo>
                  <a:cubicBezTo>
                    <a:pt x="496"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5" name="Google Shape;15225;p32"/>
            <p:cNvSpPr/>
            <p:nvPr/>
          </p:nvSpPr>
          <p:spPr>
            <a:xfrm>
              <a:off x="2145825" y="3126475"/>
              <a:ext cx="12600" cy="12400"/>
            </a:xfrm>
            <a:custGeom>
              <a:avLst/>
              <a:gdLst/>
              <a:ahLst/>
              <a:cxnLst/>
              <a:rect l="l" t="t" r="r" b="b"/>
              <a:pathLst>
                <a:path w="504" h="496" extrusionOk="0">
                  <a:moveTo>
                    <a:pt x="252" y="0"/>
                  </a:moveTo>
                  <a:cubicBezTo>
                    <a:pt x="116" y="0"/>
                    <a:pt x="1" y="109"/>
                    <a:pt x="1" y="252"/>
                  </a:cubicBezTo>
                  <a:cubicBezTo>
                    <a:pt x="1" y="388"/>
                    <a:pt x="116" y="496"/>
                    <a:pt x="252" y="496"/>
                  </a:cubicBezTo>
                  <a:cubicBezTo>
                    <a:pt x="388" y="496"/>
                    <a:pt x="503" y="388"/>
                    <a:pt x="503" y="252"/>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6" name="Google Shape;15226;p32"/>
            <p:cNvSpPr/>
            <p:nvPr/>
          </p:nvSpPr>
          <p:spPr>
            <a:xfrm>
              <a:off x="2237800" y="3126475"/>
              <a:ext cx="12350" cy="12400"/>
            </a:xfrm>
            <a:custGeom>
              <a:avLst/>
              <a:gdLst/>
              <a:ahLst/>
              <a:cxnLst/>
              <a:rect l="l" t="t" r="r" b="b"/>
              <a:pathLst>
                <a:path w="494" h="496" extrusionOk="0">
                  <a:moveTo>
                    <a:pt x="244" y="0"/>
                  </a:moveTo>
                  <a:cubicBezTo>
                    <a:pt x="107" y="0"/>
                    <a:pt x="0" y="109"/>
                    <a:pt x="0" y="252"/>
                  </a:cubicBezTo>
                  <a:cubicBezTo>
                    <a:pt x="0" y="388"/>
                    <a:pt x="107" y="496"/>
                    <a:pt x="244" y="496"/>
                  </a:cubicBezTo>
                  <a:cubicBezTo>
                    <a:pt x="387" y="496"/>
                    <a:pt x="494" y="388"/>
                    <a:pt x="494" y="252"/>
                  </a:cubicBezTo>
                  <a:cubicBezTo>
                    <a:pt x="494" y="109"/>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7" name="Google Shape;15227;p32"/>
            <p:cNvSpPr/>
            <p:nvPr/>
          </p:nvSpPr>
          <p:spPr>
            <a:xfrm>
              <a:off x="2329550" y="3126475"/>
              <a:ext cx="12575" cy="12400"/>
            </a:xfrm>
            <a:custGeom>
              <a:avLst/>
              <a:gdLst/>
              <a:ahLst/>
              <a:cxnLst/>
              <a:rect l="l" t="t" r="r" b="b"/>
              <a:pathLst>
                <a:path w="503" h="496" extrusionOk="0">
                  <a:moveTo>
                    <a:pt x="251" y="0"/>
                  </a:moveTo>
                  <a:cubicBezTo>
                    <a:pt x="115" y="0"/>
                    <a:pt x="0" y="109"/>
                    <a:pt x="0" y="252"/>
                  </a:cubicBezTo>
                  <a:cubicBezTo>
                    <a:pt x="0" y="388"/>
                    <a:pt x="115" y="496"/>
                    <a:pt x="251" y="496"/>
                  </a:cubicBezTo>
                  <a:cubicBezTo>
                    <a:pt x="387" y="496"/>
                    <a:pt x="502" y="388"/>
                    <a:pt x="502" y="252"/>
                  </a:cubicBezTo>
                  <a:cubicBezTo>
                    <a:pt x="502"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8" name="Google Shape;15228;p32"/>
            <p:cNvSpPr/>
            <p:nvPr/>
          </p:nvSpPr>
          <p:spPr>
            <a:xfrm>
              <a:off x="2421325" y="3126475"/>
              <a:ext cx="12550" cy="12400"/>
            </a:xfrm>
            <a:custGeom>
              <a:avLst/>
              <a:gdLst/>
              <a:ahLst/>
              <a:cxnLst/>
              <a:rect l="l" t="t" r="r" b="b"/>
              <a:pathLst>
                <a:path w="502" h="496" extrusionOk="0">
                  <a:moveTo>
                    <a:pt x="250" y="0"/>
                  </a:moveTo>
                  <a:cubicBezTo>
                    <a:pt x="114" y="0"/>
                    <a:pt x="1" y="109"/>
                    <a:pt x="1" y="252"/>
                  </a:cubicBezTo>
                  <a:cubicBezTo>
                    <a:pt x="1" y="388"/>
                    <a:pt x="114" y="496"/>
                    <a:pt x="250" y="496"/>
                  </a:cubicBezTo>
                  <a:cubicBezTo>
                    <a:pt x="395" y="496"/>
                    <a:pt x="501" y="388"/>
                    <a:pt x="501" y="252"/>
                  </a:cubicBezTo>
                  <a:cubicBezTo>
                    <a:pt x="501" y="109"/>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9" name="Google Shape;15229;p32"/>
            <p:cNvSpPr/>
            <p:nvPr/>
          </p:nvSpPr>
          <p:spPr>
            <a:xfrm>
              <a:off x="2513250" y="3126475"/>
              <a:ext cx="12575" cy="12400"/>
            </a:xfrm>
            <a:custGeom>
              <a:avLst/>
              <a:gdLst/>
              <a:ahLst/>
              <a:cxnLst/>
              <a:rect l="l" t="t" r="r" b="b"/>
              <a:pathLst>
                <a:path w="503" h="496" extrusionOk="0">
                  <a:moveTo>
                    <a:pt x="252" y="0"/>
                  </a:moveTo>
                  <a:cubicBezTo>
                    <a:pt x="109" y="0"/>
                    <a:pt x="0" y="109"/>
                    <a:pt x="0" y="252"/>
                  </a:cubicBezTo>
                  <a:cubicBezTo>
                    <a:pt x="0" y="388"/>
                    <a:pt x="109" y="496"/>
                    <a:pt x="252" y="496"/>
                  </a:cubicBezTo>
                  <a:cubicBezTo>
                    <a:pt x="388" y="496"/>
                    <a:pt x="503" y="388"/>
                    <a:pt x="503" y="252"/>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0" name="Google Shape;15230;p32"/>
            <p:cNvSpPr/>
            <p:nvPr/>
          </p:nvSpPr>
          <p:spPr>
            <a:xfrm>
              <a:off x="2605000" y="3126475"/>
              <a:ext cx="12575" cy="12400"/>
            </a:xfrm>
            <a:custGeom>
              <a:avLst/>
              <a:gdLst/>
              <a:ahLst/>
              <a:cxnLst/>
              <a:rect l="l" t="t" r="r" b="b"/>
              <a:pathLst>
                <a:path w="503" h="496" extrusionOk="0">
                  <a:moveTo>
                    <a:pt x="252" y="0"/>
                  </a:moveTo>
                  <a:cubicBezTo>
                    <a:pt x="116" y="0"/>
                    <a:pt x="0" y="109"/>
                    <a:pt x="0" y="252"/>
                  </a:cubicBezTo>
                  <a:cubicBezTo>
                    <a:pt x="0" y="388"/>
                    <a:pt x="116" y="496"/>
                    <a:pt x="252" y="496"/>
                  </a:cubicBezTo>
                  <a:cubicBezTo>
                    <a:pt x="387" y="496"/>
                    <a:pt x="503" y="388"/>
                    <a:pt x="503" y="252"/>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1" name="Google Shape;15231;p32"/>
            <p:cNvSpPr/>
            <p:nvPr/>
          </p:nvSpPr>
          <p:spPr>
            <a:xfrm>
              <a:off x="2696950" y="3126475"/>
              <a:ext cx="12375" cy="12400"/>
            </a:xfrm>
            <a:custGeom>
              <a:avLst/>
              <a:gdLst/>
              <a:ahLst/>
              <a:cxnLst/>
              <a:rect l="l" t="t" r="r" b="b"/>
              <a:pathLst>
                <a:path w="495" h="496" extrusionOk="0">
                  <a:moveTo>
                    <a:pt x="252" y="0"/>
                  </a:moveTo>
                  <a:cubicBezTo>
                    <a:pt x="108" y="0"/>
                    <a:pt x="1" y="109"/>
                    <a:pt x="1" y="252"/>
                  </a:cubicBezTo>
                  <a:cubicBezTo>
                    <a:pt x="1" y="388"/>
                    <a:pt x="108" y="496"/>
                    <a:pt x="252" y="496"/>
                  </a:cubicBezTo>
                  <a:cubicBezTo>
                    <a:pt x="388" y="496"/>
                    <a:pt x="495" y="388"/>
                    <a:pt x="495" y="252"/>
                  </a:cubicBezTo>
                  <a:cubicBezTo>
                    <a:pt x="495"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2" name="Google Shape;15232;p32"/>
            <p:cNvSpPr/>
            <p:nvPr/>
          </p:nvSpPr>
          <p:spPr>
            <a:xfrm>
              <a:off x="2788700" y="3126475"/>
              <a:ext cx="12600" cy="12400"/>
            </a:xfrm>
            <a:custGeom>
              <a:avLst/>
              <a:gdLst/>
              <a:ahLst/>
              <a:cxnLst/>
              <a:rect l="l" t="t" r="r" b="b"/>
              <a:pathLst>
                <a:path w="504" h="496" extrusionOk="0">
                  <a:moveTo>
                    <a:pt x="252" y="0"/>
                  </a:moveTo>
                  <a:cubicBezTo>
                    <a:pt x="116" y="0"/>
                    <a:pt x="1" y="109"/>
                    <a:pt x="1" y="252"/>
                  </a:cubicBezTo>
                  <a:cubicBezTo>
                    <a:pt x="1" y="388"/>
                    <a:pt x="116" y="496"/>
                    <a:pt x="252" y="496"/>
                  </a:cubicBezTo>
                  <a:cubicBezTo>
                    <a:pt x="388" y="496"/>
                    <a:pt x="503" y="388"/>
                    <a:pt x="503" y="252"/>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3" name="Google Shape;15233;p32"/>
            <p:cNvSpPr/>
            <p:nvPr/>
          </p:nvSpPr>
          <p:spPr>
            <a:xfrm>
              <a:off x="2880675" y="3126475"/>
              <a:ext cx="12375" cy="12400"/>
            </a:xfrm>
            <a:custGeom>
              <a:avLst/>
              <a:gdLst/>
              <a:ahLst/>
              <a:cxnLst/>
              <a:rect l="l" t="t" r="r" b="b"/>
              <a:pathLst>
                <a:path w="495" h="496" extrusionOk="0">
                  <a:moveTo>
                    <a:pt x="243" y="0"/>
                  </a:moveTo>
                  <a:cubicBezTo>
                    <a:pt x="107" y="0"/>
                    <a:pt x="0" y="109"/>
                    <a:pt x="0" y="252"/>
                  </a:cubicBezTo>
                  <a:cubicBezTo>
                    <a:pt x="0" y="388"/>
                    <a:pt x="107" y="496"/>
                    <a:pt x="243" y="496"/>
                  </a:cubicBezTo>
                  <a:cubicBezTo>
                    <a:pt x="387" y="496"/>
                    <a:pt x="494" y="388"/>
                    <a:pt x="494" y="252"/>
                  </a:cubicBezTo>
                  <a:cubicBezTo>
                    <a:pt x="494" y="109"/>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4" name="Google Shape;15234;p32"/>
            <p:cNvSpPr/>
            <p:nvPr/>
          </p:nvSpPr>
          <p:spPr>
            <a:xfrm>
              <a:off x="2972425" y="3126475"/>
              <a:ext cx="12575" cy="12400"/>
            </a:xfrm>
            <a:custGeom>
              <a:avLst/>
              <a:gdLst/>
              <a:ahLst/>
              <a:cxnLst/>
              <a:rect l="l" t="t" r="r" b="b"/>
              <a:pathLst>
                <a:path w="503" h="496" extrusionOk="0">
                  <a:moveTo>
                    <a:pt x="251" y="0"/>
                  </a:moveTo>
                  <a:cubicBezTo>
                    <a:pt x="115" y="0"/>
                    <a:pt x="0" y="109"/>
                    <a:pt x="0" y="252"/>
                  </a:cubicBezTo>
                  <a:cubicBezTo>
                    <a:pt x="0" y="388"/>
                    <a:pt x="115" y="496"/>
                    <a:pt x="251" y="496"/>
                  </a:cubicBezTo>
                  <a:cubicBezTo>
                    <a:pt x="387" y="496"/>
                    <a:pt x="503" y="388"/>
                    <a:pt x="503" y="252"/>
                  </a:cubicBezTo>
                  <a:cubicBezTo>
                    <a:pt x="503"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5" name="Google Shape;15235;p32"/>
            <p:cNvSpPr/>
            <p:nvPr/>
          </p:nvSpPr>
          <p:spPr>
            <a:xfrm>
              <a:off x="3064375" y="3126475"/>
              <a:ext cx="12375" cy="12400"/>
            </a:xfrm>
            <a:custGeom>
              <a:avLst/>
              <a:gdLst/>
              <a:ahLst/>
              <a:cxnLst/>
              <a:rect l="l" t="t" r="r" b="b"/>
              <a:pathLst>
                <a:path w="495" h="496" extrusionOk="0">
                  <a:moveTo>
                    <a:pt x="243" y="0"/>
                  </a:moveTo>
                  <a:cubicBezTo>
                    <a:pt x="107" y="0"/>
                    <a:pt x="1" y="109"/>
                    <a:pt x="1" y="252"/>
                  </a:cubicBezTo>
                  <a:cubicBezTo>
                    <a:pt x="1" y="388"/>
                    <a:pt x="107" y="496"/>
                    <a:pt x="243" y="496"/>
                  </a:cubicBezTo>
                  <a:cubicBezTo>
                    <a:pt x="388" y="496"/>
                    <a:pt x="495" y="388"/>
                    <a:pt x="495" y="252"/>
                  </a:cubicBezTo>
                  <a:cubicBezTo>
                    <a:pt x="495" y="109"/>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6" name="Google Shape;15236;p32"/>
            <p:cNvSpPr/>
            <p:nvPr/>
          </p:nvSpPr>
          <p:spPr>
            <a:xfrm>
              <a:off x="3156125" y="3126475"/>
              <a:ext cx="12600" cy="12400"/>
            </a:xfrm>
            <a:custGeom>
              <a:avLst/>
              <a:gdLst/>
              <a:ahLst/>
              <a:cxnLst/>
              <a:rect l="l" t="t" r="r" b="b"/>
              <a:pathLst>
                <a:path w="504" h="496" extrusionOk="0">
                  <a:moveTo>
                    <a:pt x="252" y="0"/>
                  </a:moveTo>
                  <a:cubicBezTo>
                    <a:pt x="116" y="0"/>
                    <a:pt x="1" y="109"/>
                    <a:pt x="1" y="252"/>
                  </a:cubicBezTo>
                  <a:cubicBezTo>
                    <a:pt x="1" y="388"/>
                    <a:pt x="116" y="496"/>
                    <a:pt x="252" y="496"/>
                  </a:cubicBezTo>
                  <a:cubicBezTo>
                    <a:pt x="388" y="496"/>
                    <a:pt x="503" y="388"/>
                    <a:pt x="503" y="252"/>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7" name="Google Shape;15237;p32"/>
            <p:cNvSpPr/>
            <p:nvPr/>
          </p:nvSpPr>
          <p:spPr>
            <a:xfrm>
              <a:off x="3247875" y="3126475"/>
              <a:ext cx="12575" cy="12400"/>
            </a:xfrm>
            <a:custGeom>
              <a:avLst/>
              <a:gdLst/>
              <a:ahLst/>
              <a:cxnLst/>
              <a:rect l="l" t="t" r="r" b="b"/>
              <a:pathLst>
                <a:path w="503" h="496" extrusionOk="0">
                  <a:moveTo>
                    <a:pt x="252" y="0"/>
                  </a:moveTo>
                  <a:cubicBezTo>
                    <a:pt x="116" y="0"/>
                    <a:pt x="1" y="109"/>
                    <a:pt x="1" y="252"/>
                  </a:cubicBezTo>
                  <a:cubicBezTo>
                    <a:pt x="1" y="388"/>
                    <a:pt x="116" y="496"/>
                    <a:pt x="252" y="496"/>
                  </a:cubicBezTo>
                  <a:cubicBezTo>
                    <a:pt x="388" y="496"/>
                    <a:pt x="503" y="388"/>
                    <a:pt x="503" y="252"/>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8" name="Google Shape;15238;p32"/>
            <p:cNvSpPr/>
            <p:nvPr/>
          </p:nvSpPr>
          <p:spPr>
            <a:xfrm>
              <a:off x="3339850" y="3126475"/>
              <a:ext cx="12525" cy="12400"/>
            </a:xfrm>
            <a:custGeom>
              <a:avLst/>
              <a:gdLst/>
              <a:ahLst/>
              <a:cxnLst/>
              <a:rect l="l" t="t" r="r" b="b"/>
              <a:pathLst>
                <a:path w="501" h="496" extrusionOk="0">
                  <a:moveTo>
                    <a:pt x="251" y="0"/>
                  </a:moveTo>
                  <a:cubicBezTo>
                    <a:pt x="107" y="0"/>
                    <a:pt x="0" y="109"/>
                    <a:pt x="0" y="252"/>
                  </a:cubicBezTo>
                  <a:cubicBezTo>
                    <a:pt x="0" y="388"/>
                    <a:pt x="107" y="496"/>
                    <a:pt x="251" y="496"/>
                  </a:cubicBezTo>
                  <a:cubicBezTo>
                    <a:pt x="387" y="496"/>
                    <a:pt x="501" y="388"/>
                    <a:pt x="501" y="252"/>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9" name="Google Shape;15239;p32"/>
            <p:cNvSpPr/>
            <p:nvPr/>
          </p:nvSpPr>
          <p:spPr>
            <a:xfrm>
              <a:off x="3431575" y="3126475"/>
              <a:ext cx="12600" cy="12400"/>
            </a:xfrm>
            <a:custGeom>
              <a:avLst/>
              <a:gdLst/>
              <a:ahLst/>
              <a:cxnLst/>
              <a:rect l="l" t="t" r="r" b="b"/>
              <a:pathLst>
                <a:path w="504" h="496" extrusionOk="0">
                  <a:moveTo>
                    <a:pt x="252" y="0"/>
                  </a:moveTo>
                  <a:cubicBezTo>
                    <a:pt x="116" y="0"/>
                    <a:pt x="1" y="109"/>
                    <a:pt x="1" y="252"/>
                  </a:cubicBezTo>
                  <a:cubicBezTo>
                    <a:pt x="1" y="388"/>
                    <a:pt x="116" y="496"/>
                    <a:pt x="252" y="496"/>
                  </a:cubicBezTo>
                  <a:cubicBezTo>
                    <a:pt x="388" y="496"/>
                    <a:pt x="503" y="388"/>
                    <a:pt x="503" y="252"/>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0" name="Google Shape;15240;p32"/>
            <p:cNvSpPr/>
            <p:nvPr/>
          </p:nvSpPr>
          <p:spPr>
            <a:xfrm>
              <a:off x="3523550" y="3126475"/>
              <a:ext cx="12375" cy="12400"/>
            </a:xfrm>
            <a:custGeom>
              <a:avLst/>
              <a:gdLst/>
              <a:ahLst/>
              <a:cxnLst/>
              <a:rect l="l" t="t" r="r" b="b"/>
              <a:pathLst>
                <a:path w="495" h="496" extrusionOk="0">
                  <a:moveTo>
                    <a:pt x="250" y="0"/>
                  </a:moveTo>
                  <a:cubicBezTo>
                    <a:pt x="107" y="0"/>
                    <a:pt x="0" y="109"/>
                    <a:pt x="0" y="252"/>
                  </a:cubicBezTo>
                  <a:cubicBezTo>
                    <a:pt x="0" y="388"/>
                    <a:pt x="107" y="496"/>
                    <a:pt x="250" y="496"/>
                  </a:cubicBezTo>
                  <a:cubicBezTo>
                    <a:pt x="388" y="496"/>
                    <a:pt x="494" y="388"/>
                    <a:pt x="494" y="252"/>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1" name="Google Shape;15241;p32"/>
            <p:cNvSpPr/>
            <p:nvPr/>
          </p:nvSpPr>
          <p:spPr>
            <a:xfrm>
              <a:off x="676400" y="32182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2" name="Google Shape;15242;p32"/>
            <p:cNvSpPr/>
            <p:nvPr/>
          </p:nvSpPr>
          <p:spPr>
            <a:xfrm>
              <a:off x="768325" y="3218225"/>
              <a:ext cx="12400" cy="12575"/>
            </a:xfrm>
            <a:custGeom>
              <a:avLst/>
              <a:gdLst/>
              <a:ahLst/>
              <a:cxnLst/>
              <a:rect l="l" t="t" r="r" b="b"/>
              <a:pathLst>
                <a:path w="496" h="503" extrusionOk="0">
                  <a:moveTo>
                    <a:pt x="245" y="0"/>
                  </a:moveTo>
                  <a:cubicBezTo>
                    <a:pt x="109" y="0"/>
                    <a:pt x="0" y="116"/>
                    <a:pt x="0" y="252"/>
                  </a:cubicBezTo>
                  <a:cubicBezTo>
                    <a:pt x="0" y="387"/>
                    <a:pt x="109" y="503"/>
                    <a:pt x="245" y="503"/>
                  </a:cubicBezTo>
                  <a:cubicBezTo>
                    <a:pt x="388" y="503"/>
                    <a:pt x="496" y="387"/>
                    <a:pt x="496" y="252"/>
                  </a:cubicBezTo>
                  <a:cubicBezTo>
                    <a:pt x="496" y="116"/>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3" name="Google Shape;15243;p32"/>
            <p:cNvSpPr/>
            <p:nvPr/>
          </p:nvSpPr>
          <p:spPr>
            <a:xfrm>
              <a:off x="860125" y="3218225"/>
              <a:ext cx="12525" cy="12575"/>
            </a:xfrm>
            <a:custGeom>
              <a:avLst/>
              <a:gdLst/>
              <a:ahLst/>
              <a:cxnLst/>
              <a:rect l="l" t="t" r="r" b="b"/>
              <a:pathLst>
                <a:path w="501" h="503" extrusionOk="0">
                  <a:moveTo>
                    <a:pt x="251" y="0"/>
                  </a:moveTo>
                  <a:cubicBezTo>
                    <a:pt x="114" y="0"/>
                    <a:pt x="0" y="116"/>
                    <a:pt x="0" y="252"/>
                  </a:cubicBezTo>
                  <a:cubicBezTo>
                    <a:pt x="0" y="387"/>
                    <a:pt x="114" y="503"/>
                    <a:pt x="251" y="503"/>
                  </a:cubicBezTo>
                  <a:cubicBezTo>
                    <a:pt x="387" y="503"/>
                    <a:pt x="501" y="387"/>
                    <a:pt x="501" y="252"/>
                  </a:cubicBezTo>
                  <a:cubicBezTo>
                    <a:pt x="501"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4" name="Google Shape;15244;p32"/>
            <p:cNvSpPr/>
            <p:nvPr/>
          </p:nvSpPr>
          <p:spPr>
            <a:xfrm>
              <a:off x="951850" y="32182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5" name="Google Shape;15245;p32"/>
            <p:cNvSpPr/>
            <p:nvPr/>
          </p:nvSpPr>
          <p:spPr>
            <a:xfrm>
              <a:off x="1043825" y="3218225"/>
              <a:ext cx="12375" cy="12575"/>
            </a:xfrm>
            <a:custGeom>
              <a:avLst/>
              <a:gdLst/>
              <a:ahLst/>
              <a:cxnLst/>
              <a:rect l="l" t="t" r="r" b="b"/>
              <a:pathLst>
                <a:path w="495" h="503" extrusionOk="0">
                  <a:moveTo>
                    <a:pt x="250" y="0"/>
                  </a:moveTo>
                  <a:cubicBezTo>
                    <a:pt x="107" y="0"/>
                    <a:pt x="0" y="116"/>
                    <a:pt x="0" y="252"/>
                  </a:cubicBezTo>
                  <a:cubicBezTo>
                    <a:pt x="0" y="387"/>
                    <a:pt x="107" y="503"/>
                    <a:pt x="250" y="503"/>
                  </a:cubicBezTo>
                  <a:cubicBezTo>
                    <a:pt x="388" y="503"/>
                    <a:pt x="494" y="387"/>
                    <a:pt x="494" y="252"/>
                  </a:cubicBezTo>
                  <a:cubicBezTo>
                    <a:pt x="494"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6" name="Google Shape;15246;p32"/>
            <p:cNvSpPr/>
            <p:nvPr/>
          </p:nvSpPr>
          <p:spPr>
            <a:xfrm>
              <a:off x="1135575" y="3218225"/>
              <a:ext cx="12575" cy="12575"/>
            </a:xfrm>
            <a:custGeom>
              <a:avLst/>
              <a:gdLst/>
              <a:ahLst/>
              <a:cxnLst/>
              <a:rect l="l" t="t" r="r" b="b"/>
              <a:pathLst>
                <a:path w="503" h="503" extrusionOk="0">
                  <a:moveTo>
                    <a:pt x="252" y="0"/>
                  </a:moveTo>
                  <a:cubicBezTo>
                    <a:pt x="116" y="0"/>
                    <a:pt x="0" y="116"/>
                    <a:pt x="0" y="252"/>
                  </a:cubicBezTo>
                  <a:cubicBezTo>
                    <a:pt x="0" y="387"/>
                    <a:pt x="116" y="503"/>
                    <a:pt x="252" y="503"/>
                  </a:cubicBezTo>
                  <a:cubicBezTo>
                    <a:pt x="387" y="503"/>
                    <a:pt x="503" y="387"/>
                    <a:pt x="503" y="252"/>
                  </a:cubicBezTo>
                  <a:cubicBezTo>
                    <a:pt x="503"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7" name="Google Shape;15247;p32"/>
            <p:cNvSpPr/>
            <p:nvPr/>
          </p:nvSpPr>
          <p:spPr>
            <a:xfrm>
              <a:off x="1227500" y="3218225"/>
              <a:ext cx="12400" cy="12575"/>
            </a:xfrm>
            <a:custGeom>
              <a:avLst/>
              <a:gdLst/>
              <a:ahLst/>
              <a:cxnLst/>
              <a:rect l="l" t="t" r="r" b="b"/>
              <a:pathLst>
                <a:path w="496" h="503" extrusionOk="0">
                  <a:moveTo>
                    <a:pt x="251" y="0"/>
                  </a:moveTo>
                  <a:cubicBezTo>
                    <a:pt x="109" y="0"/>
                    <a:pt x="0" y="116"/>
                    <a:pt x="0" y="252"/>
                  </a:cubicBezTo>
                  <a:cubicBezTo>
                    <a:pt x="0" y="387"/>
                    <a:pt x="109" y="503"/>
                    <a:pt x="251" y="503"/>
                  </a:cubicBezTo>
                  <a:cubicBezTo>
                    <a:pt x="387" y="503"/>
                    <a:pt x="496" y="387"/>
                    <a:pt x="496" y="252"/>
                  </a:cubicBezTo>
                  <a:cubicBezTo>
                    <a:pt x="496"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8" name="Google Shape;15248;p32"/>
            <p:cNvSpPr/>
            <p:nvPr/>
          </p:nvSpPr>
          <p:spPr>
            <a:xfrm>
              <a:off x="1319275" y="3218225"/>
              <a:ext cx="12550" cy="12575"/>
            </a:xfrm>
            <a:custGeom>
              <a:avLst/>
              <a:gdLst/>
              <a:ahLst/>
              <a:cxnLst/>
              <a:rect l="l" t="t" r="r" b="b"/>
              <a:pathLst>
                <a:path w="502" h="503" extrusionOk="0">
                  <a:moveTo>
                    <a:pt x="252" y="0"/>
                  </a:moveTo>
                  <a:cubicBezTo>
                    <a:pt x="114" y="0"/>
                    <a:pt x="1" y="116"/>
                    <a:pt x="1" y="252"/>
                  </a:cubicBezTo>
                  <a:cubicBezTo>
                    <a:pt x="1" y="387"/>
                    <a:pt x="114" y="503"/>
                    <a:pt x="252" y="503"/>
                  </a:cubicBezTo>
                  <a:cubicBezTo>
                    <a:pt x="388" y="503"/>
                    <a:pt x="501" y="387"/>
                    <a:pt x="501" y="252"/>
                  </a:cubicBezTo>
                  <a:cubicBezTo>
                    <a:pt x="501"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9" name="Google Shape;15249;p32"/>
            <p:cNvSpPr/>
            <p:nvPr/>
          </p:nvSpPr>
          <p:spPr>
            <a:xfrm>
              <a:off x="1411200" y="3218225"/>
              <a:ext cx="12425" cy="12575"/>
            </a:xfrm>
            <a:custGeom>
              <a:avLst/>
              <a:gdLst/>
              <a:ahLst/>
              <a:cxnLst/>
              <a:rect l="l" t="t" r="r" b="b"/>
              <a:pathLst>
                <a:path w="497" h="503" extrusionOk="0">
                  <a:moveTo>
                    <a:pt x="245" y="0"/>
                  </a:moveTo>
                  <a:cubicBezTo>
                    <a:pt x="109" y="0"/>
                    <a:pt x="1" y="116"/>
                    <a:pt x="1" y="252"/>
                  </a:cubicBezTo>
                  <a:cubicBezTo>
                    <a:pt x="1" y="387"/>
                    <a:pt x="109" y="503"/>
                    <a:pt x="245" y="503"/>
                  </a:cubicBezTo>
                  <a:cubicBezTo>
                    <a:pt x="388" y="503"/>
                    <a:pt x="496" y="387"/>
                    <a:pt x="496" y="252"/>
                  </a:cubicBezTo>
                  <a:cubicBezTo>
                    <a:pt x="496" y="116"/>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0" name="Google Shape;15250;p32"/>
            <p:cNvSpPr/>
            <p:nvPr/>
          </p:nvSpPr>
          <p:spPr>
            <a:xfrm>
              <a:off x="1503000" y="3218225"/>
              <a:ext cx="12525" cy="12575"/>
            </a:xfrm>
            <a:custGeom>
              <a:avLst/>
              <a:gdLst/>
              <a:ahLst/>
              <a:cxnLst/>
              <a:rect l="l" t="t" r="r" b="b"/>
              <a:pathLst>
                <a:path w="501" h="503" extrusionOk="0">
                  <a:moveTo>
                    <a:pt x="250" y="0"/>
                  </a:moveTo>
                  <a:cubicBezTo>
                    <a:pt x="114" y="0"/>
                    <a:pt x="0" y="116"/>
                    <a:pt x="0" y="252"/>
                  </a:cubicBezTo>
                  <a:cubicBezTo>
                    <a:pt x="0" y="387"/>
                    <a:pt x="114" y="503"/>
                    <a:pt x="250" y="503"/>
                  </a:cubicBezTo>
                  <a:cubicBezTo>
                    <a:pt x="387" y="503"/>
                    <a:pt x="501" y="387"/>
                    <a:pt x="501" y="252"/>
                  </a:cubicBezTo>
                  <a:cubicBezTo>
                    <a:pt x="501" y="116"/>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1" name="Google Shape;15251;p32"/>
            <p:cNvSpPr/>
            <p:nvPr/>
          </p:nvSpPr>
          <p:spPr>
            <a:xfrm>
              <a:off x="1594750" y="3218225"/>
              <a:ext cx="12575" cy="12575"/>
            </a:xfrm>
            <a:custGeom>
              <a:avLst/>
              <a:gdLst/>
              <a:ahLst/>
              <a:cxnLst/>
              <a:rect l="l" t="t" r="r" b="b"/>
              <a:pathLst>
                <a:path w="503" h="503" extrusionOk="0">
                  <a:moveTo>
                    <a:pt x="251" y="0"/>
                  </a:moveTo>
                  <a:cubicBezTo>
                    <a:pt x="115" y="0"/>
                    <a:pt x="0" y="116"/>
                    <a:pt x="0" y="252"/>
                  </a:cubicBezTo>
                  <a:cubicBezTo>
                    <a:pt x="0" y="387"/>
                    <a:pt x="115" y="503"/>
                    <a:pt x="251" y="503"/>
                  </a:cubicBezTo>
                  <a:cubicBezTo>
                    <a:pt x="394" y="503"/>
                    <a:pt x="503" y="387"/>
                    <a:pt x="503" y="252"/>
                  </a:cubicBezTo>
                  <a:cubicBezTo>
                    <a:pt x="503" y="116"/>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2" name="Google Shape;15252;p32"/>
            <p:cNvSpPr/>
            <p:nvPr/>
          </p:nvSpPr>
          <p:spPr>
            <a:xfrm>
              <a:off x="1686650" y="32182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3" name="Google Shape;15253;p32"/>
            <p:cNvSpPr/>
            <p:nvPr/>
          </p:nvSpPr>
          <p:spPr>
            <a:xfrm>
              <a:off x="1778450" y="3218225"/>
              <a:ext cx="12550" cy="12575"/>
            </a:xfrm>
            <a:custGeom>
              <a:avLst/>
              <a:gdLst/>
              <a:ahLst/>
              <a:cxnLst/>
              <a:rect l="l" t="t" r="r" b="b"/>
              <a:pathLst>
                <a:path w="502" h="503" extrusionOk="0">
                  <a:moveTo>
                    <a:pt x="252" y="0"/>
                  </a:moveTo>
                  <a:cubicBezTo>
                    <a:pt x="114" y="0"/>
                    <a:pt x="1" y="116"/>
                    <a:pt x="1" y="252"/>
                  </a:cubicBezTo>
                  <a:cubicBezTo>
                    <a:pt x="1" y="387"/>
                    <a:pt x="114" y="503"/>
                    <a:pt x="252" y="503"/>
                  </a:cubicBezTo>
                  <a:cubicBezTo>
                    <a:pt x="388" y="503"/>
                    <a:pt x="501" y="387"/>
                    <a:pt x="501" y="252"/>
                  </a:cubicBezTo>
                  <a:cubicBezTo>
                    <a:pt x="501"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4" name="Google Shape;15254;p32"/>
            <p:cNvSpPr/>
            <p:nvPr/>
          </p:nvSpPr>
          <p:spPr>
            <a:xfrm>
              <a:off x="1870375" y="3218225"/>
              <a:ext cx="12400" cy="12575"/>
            </a:xfrm>
            <a:custGeom>
              <a:avLst/>
              <a:gdLst/>
              <a:ahLst/>
              <a:cxnLst/>
              <a:rect l="l" t="t" r="r" b="b"/>
              <a:pathLst>
                <a:path w="496" h="503" extrusionOk="0">
                  <a:moveTo>
                    <a:pt x="252" y="0"/>
                  </a:moveTo>
                  <a:cubicBezTo>
                    <a:pt x="109" y="0"/>
                    <a:pt x="0" y="116"/>
                    <a:pt x="0" y="252"/>
                  </a:cubicBezTo>
                  <a:cubicBezTo>
                    <a:pt x="0" y="387"/>
                    <a:pt x="109" y="503"/>
                    <a:pt x="252" y="503"/>
                  </a:cubicBezTo>
                  <a:cubicBezTo>
                    <a:pt x="387" y="503"/>
                    <a:pt x="496" y="387"/>
                    <a:pt x="496" y="252"/>
                  </a:cubicBezTo>
                  <a:cubicBezTo>
                    <a:pt x="496"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5" name="Google Shape;15255;p32"/>
            <p:cNvSpPr/>
            <p:nvPr/>
          </p:nvSpPr>
          <p:spPr>
            <a:xfrm>
              <a:off x="1962150" y="3218225"/>
              <a:ext cx="12550" cy="12575"/>
            </a:xfrm>
            <a:custGeom>
              <a:avLst/>
              <a:gdLst/>
              <a:ahLst/>
              <a:cxnLst/>
              <a:rect l="l" t="t" r="r" b="b"/>
              <a:pathLst>
                <a:path w="502" h="503" extrusionOk="0">
                  <a:moveTo>
                    <a:pt x="250" y="0"/>
                  </a:moveTo>
                  <a:cubicBezTo>
                    <a:pt x="114" y="0"/>
                    <a:pt x="1" y="116"/>
                    <a:pt x="1" y="252"/>
                  </a:cubicBezTo>
                  <a:cubicBezTo>
                    <a:pt x="1" y="387"/>
                    <a:pt x="114" y="503"/>
                    <a:pt x="250" y="503"/>
                  </a:cubicBezTo>
                  <a:cubicBezTo>
                    <a:pt x="388" y="503"/>
                    <a:pt x="502" y="387"/>
                    <a:pt x="502" y="252"/>
                  </a:cubicBezTo>
                  <a:cubicBezTo>
                    <a:pt x="502"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6" name="Google Shape;15256;p32"/>
            <p:cNvSpPr/>
            <p:nvPr/>
          </p:nvSpPr>
          <p:spPr>
            <a:xfrm>
              <a:off x="2054075" y="3218225"/>
              <a:ext cx="12425" cy="12575"/>
            </a:xfrm>
            <a:custGeom>
              <a:avLst/>
              <a:gdLst/>
              <a:ahLst/>
              <a:cxnLst/>
              <a:rect l="l" t="t" r="r" b="b"/>
              <a:pathLst>
                <a:path w="497" h="503" extrusionOk="0">
                  <a:moveTo>
                    <a:pt x="252" y="0"/>
                  </a:moveTo>
                  <a:cubicBezTo>
                    <a:pt x="109" y="0"/>
                    <a:pt x="1" y="116"/>
                    <a:pt x="1" y="252"/>
                  </a:cubicBezTo>
                  <a:cubicBezTo>
                    <a:pt x="1" y="387"/>
                    <a:pt x="109" y="503"/>
                    <a:pt x="252" y="503"/>
                  </a:cubicBezTo>
                  <a:cubicBezTo>
                    <a:pt x="388" y="503"/>
                    <a:pt x="496" y="387"/>
                    <a:pt x="496" y="252"/>
                  </a:cubicBezTo>
                  <a:cubicBezTo>
                    <a:pt x="496"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7" name="Google Shape;15257;p32"/>
            <p:cNvSpPr/>
            <p:nvPr/>
          </p:nvSpPr>
          <p:spPr>
            <a:xfrm>
              <a:off x="2145825" y="32182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8" name="Google Shape;15258;p32"/>
            <p:cNvSpPr/>
            <p:nvPr/>
          </p:nvSpPr>
          <p:spPr>
            <a:xfrm>
              <a:off x="2237800" y="3218225"/>
              <a:ext cx="12350" cy="12575"/>
            </a:xfrm>
            <a:custGeom>
              <a:avLst/>
              <a:gdLst/>
              <a:ahLst/>
              <a:cxnLst/>
              <a:rect l="l" t="t" r="r" b="b"/>
              <a:pathLst>
                <a:path w="494" h="503" extrusionOk="0">
                  <a:moveTo>
                    <a:pt x="244" y="0"/>
                  </a:moveTo>
                  <a:cubicBezTo>
                    <a:pt x="107" y="0"/>
                    <a:pt x="0" y="116"/>
                    <a:pt x="0" y="252"/>
                  </a:cubicBezTo>
                  <a:cubicBezTo>
                    <a:pt x="0" y="387"/>
                    <a:pt x="107" y="503"/>
                    <a:pt x="244" y="503"/>
                  </a:cubicBezTo>
                  <a:cubicBezTo>
                    <a:pt x="387" y="503"/>
                    <a:pt x="494" y="387"/>
                    <a:pt x="494" y="252"/>
                  </a:cubicBezTo>
                  <a:cubicBezTo>
                    <a:pt x="494" y="116"/>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9" name="Google Shape;15259;p32"/>
            <p:cNvSpPr/>
            <p:nvPr/>
          </p:nvSpPr>
          <p:spPr>
            <a:xfrm>
              <a:off x="2329550" y="3218225"/>
              <a:ext cx="12575" cy="12575"/>
            </a:xfrm>
            <a:custGeom>
              <a:avLst/>
              <a:gdLst/>
              <a:ahLst/>
              <a:cxnLst/>
              <a:rect l="l" t="t" r="r" b="b"/>
              <a:pathLst>
                <a:path w="503" h="503" extrusionOk="0">
                  <a:moveTo>
                    <a:pt x="251" y="0"/>
                  </a:moveTo>
                  <a:cubicBezTo>
                    <a:pt x="115" y="0"/>
                    <a:pt x="0" y="116"/>
                    <a:pt x="0" y="252"/>
                  </a:cubicBezTo>
                  <a:cubicBezTo>
                    <a:pt x="0" y="387"/>
                    <a:pt x="115" y="503"/>
                    <a:pt x="251" y="503"/>
                  </a:cubicBezTo>
                  <a:cubicBezTo>
                    <a:pt x="387" y="503"/>
                    <a:pt x="502" y="387"/>
                    <a:pt x="502" y="252"/>
                  </a:cubicBezTo>
                  <a:cubicBezTo>
                    <a:pt x="502"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0" name="Google Shape;15260;p32"/>
            <p:cNvSpPr/>
            <p:nvPr/>
          </p:nvSpPr>
          <p:spPr>
            <a:xfrm>
              <a:off x="2421325" y="3218225"/>
              <a:ext cx="12550" cy="12575"/>
            </a:xfrm>
            <a:custGeom>
              <a:avLst/>
              <a:gdLst/>
              <a:ahLst/>
              <a:cxnLst/>
              <a:rect l="l" t="t" r="r" b="b"/>
              <a:pathLst>
                <a:path w="502" h="503" extrusionOk="0">
                  <a:moveTo>
                    <a:pt x="250" y="0"/>
                  </a:moveTo>
                  <a:cubicBezTo>
                    <a:pt x="114" y="0"/>
                    <a:pt x="1" y="116"/>
                    <a:pt x="1" y="252"/>
                  </a:cubicBezTo>
                  <a:cubicBezTo>
                    <a:pt x="1" y="387"/>
                    <a:pt x="114" y="503"/>
                    <a:pt x="250" y="503"/>
                  </a:cubicBezTo>
                  <a:cubicBezTo>
                    <a:pt x="395" y="503"/>
                    <a:pt x="501" y="387"/>
                    <a:pt x="501" y="252"/>
                  </a:cubicBezTo>
                  <a:cubicBezTo>
                    <a:pt x="501" y="116"/>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1" name="Google Shape;15261;p32"/>
            <p:cNvSpPr/>
            <p:nvPr/>
          </p:nvSpPr>
          <p:spPr>
            <a:xfrm>
              <a:off x="2513250" y="3218225"/>
              <a:ext cx="12575" cy="12575"/>
            </a:xfrm>
            <a:custGeom>
              <a:avLst/>
              <a:gdLst/>
              <a:ahLst/>
              <a:cxnLst/>
              <a:rect l="l" t="t" r="r" b="b"/>
              <a:pathLst>
                <a:path w="503" h="503" extrusionOk="0">
                  <a:moveTo>
                    <a:pt x="252" y="0"/>
                  </a:moveTo>
                  <a:cubicBezTo>
                    <a:pt x="109" y="0"/>
                    <a:pt x="0" y="116"/>
                    <a:pt x="0" y="252"/>
                  </a:cubicBezTo>
                  <a:cubicBezTo>
                    <a:pt x="0" y="387"/>
                    <a:pt x="109"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2" name="Google Shape;15262;p32"/>
            <p:cNvSpPr/>
            <p:nvPr/>
          </p:nvSpPr>
          <p:spPr>
            <a:xfrm>
              <a:off x="2605000" y="3218225"/>
              <a:ext cx="12575" cy="12575"/>
            </a:xfrm>
            <a:custGeom>
              <a:avLst/>
              <a:gdLst/>
              <a:ahLst/>
              <a:cxnLst/>
              <a:rect l="l" t="t" r="r" b="b"/>
              <a:pathLst>
                <a:path w="503" h="503" extrusionOk="0">
                  <a:moveTo>
                    <a:pt x="252" y="0"/>
                  </a:moveTo>
                  <a:cubicBezTo>
                    <a:pt x="116" y="0"/>
                    <a:pt x="0" y="116"/>
                    <a:pt x="0" y="252"/>
                  </a:cubicBezTo>
                  <a:cubicBezTo>
                    <a:pt x="0" y="387"/>
                    <a:pt x="116" y="503"/>
                    <a:pt x="252" y="503"/>
                  </a:cubicBezTo>
                  <a:cubicBezTo>
                    <a:pt x="387" y="503"/>
                    <a:pt x="503" y="387"/>
                    <a:pt x="503" y="252"/>
                  </a:cubicBezTo>
                  <a:cubicBezTo>
                    <a:pt x="503"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3" name="Google Shape;15263;p32"/>
            <p:cNvSpPr/>
            <p:nvPr/>
          </p:nvSpPr>
          <p:spPr>
            <a:xfrm>
              <a:off x="2696950" y="3218225"/>
              <a:ext cx="12375" cy="12575"/>
            </a:xfrm>
            <a:custGeom>
              <a:avLst/>
              <a:gdLst/>
              <a:ahLst/>
              <a:cxnLst/>
              <a:rect l="l" t="t" r="r" b="b"/>
              <a:pathLst>
                <a:path w="495" h="503" extrusionOk="0">
                  <a:moveTo>
                    <a:pt x="252" y="0"/>
                  </a:moveTo>
                  <a:cubicBezTo>
                    <a:pt x="108" y="0"/>
                    <a:pt x="1" y="116"/>
                    <a:pt x="1" y="252"/>
                  </a:cubicBezTo>
                  <a:cubicBezTo>
                    <a:pt x="1" y="387"/>
                    <a:pt x="108" y="503"/>
                    <a:pt x="252" y="503"/>
                  </a:cubicBezTo>
                  <a:cubicBezTo>
                    <a:pt x="388" y="503"/>
                    <a:pt x="495" y="387"/>
                    <a:pt x="495" y="252"/>
                  </a:cubicBezTo>
                  <a:cubicBezTo>
                    <a:pt x="495"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4" name="Google Shape;15264;p32"/>
            <p:cNvSpPr/>
            <p:nvPr/>
          </p:nvSpPr>
          <p:spPr>
            <a:xfrm>
              <a:off x="2788700" y="32182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5" name="Google Shape;15265;p32"/>
            <p:cNvSpPr/>
            <p:nvPr/>
          </p:nvSpPr>
          <p:spPr>
            <a:xfrm>
              <a:off x="2880675" y="3218225"/>
              <a:ext cx="12375" cy="12575"/>
            </a:xfrm>
            <a:custGeom>
              <a:avLst/>
              <a:gdLst/>
              <a:ahLst/>
              <a:cxnLst/>
              <a:rect l="l" t="t" r="r" b="b"/>
              <a:pathLst>
                <a:path w="495" h="503" extrusionOk="0">
                  <a:moveTo>
                    <a:pt x="243" y="0"/>
                  </a:moveTo>
                  <a:cubicBezTo>
                    <a:pt x="107" y="0"/>
                    <a:pt x="0" y="116"/>
                    <a:pt x="0" y="252"/>
                  </a:cubicBezTo>
                  <a:cubicBezTo>
                    <a:pt x="0" y="387"/>
                    <a:pt x="107" y="503"/>
                    <a:pt x="243" y="503"/>
                  </a:cubicBezTo>
                  <a:cubicBezTo>
                    <a:pt x="387" y="503"/>
                    <a:pt x="494" y="387"/>
                    <a:pt x="494" y="252"/>
                  </a:cubicBezTo>
                  <a:cubicBezTo>
                    <a:pt x="494" y="116"/>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6" name="Google Shape;15266;p32"/>
            <p:cNvSpPr/>
            <p:nvPr/>
          </p:nvSpPr>
          <p:spPr>
            <a:xfrm>
              <a:off x="2972425" y="3218225"/>
              <a:ext cx="12575" cy="12575"/>
            </a:xfrm>
            <a:custGeom>
              <a:avLst/>
              <a:gdLst/>
              <a:ahLst/>
              <a:cxnLst/>
              <a:rect l="l" t="t" r="r" b="b"/>
              <a:pathLst>
                <a:path w="503" h="503" extrusionOk="0">
                  <a:moveTo>
                    <a:pt x="251" y="0"/>
                  </a:moveTo>
                  <a:cubicBezTo>
                    <a:pt x="115" y="0"/>
                    <a:pt x="0" y="116"/>
                    <a:pt x="0" y="252"/>
                  </a:cubicBezTo>
                  <a:cubicBezTo>
                    <a:pt x="0" y="387"/>
                    <a:pt x="115" y="503"/>
                    <a:pt x="251" y="503"/>
                  </a:cubicBezTo>
                  <a:cubicBezTo>
                    <a:pt x="387" y="503"/>
                    <a:pt x="503" y="387"/>
                    <a:pt x="503" y="252"/>
                  </a:cubicBezTo>
                  <a:cubicBezTo>
                    <a:pt x="503"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7" name="Google Shape;15267;p32"/>
            <p:cNvSpPr/>
            <p:nvPr/>
          </p:nvSpPr>
          <p:spPr>
            <a:xfrm>
              <a:off x="3064375" y="3218225"/>
              <a:ext cx="12375" cy="12575"/>
            </a:xfrm>
            <a:custGeom>
              <a:avLst/>
              <a:gdLst/>
              <a:ahLst/>
              <a:cxnLst/>
              <a:rect l="l" t="t" r="r" b="b"/>
              <a:pathLst>
                <a:path w="495" h="503" extrusionOk="0">
                  <a:moveTo>
                    <a:pt x="243" y="0"/>
                  </a:moveTo>
                  <a:cubicBezTo>
                    <a:pt x="107" y="0"/>
                    <a:pt x="1" y="116"/>
                    <a:pt x="1" y="252"/>
                  </a:cubicBezTo>
                  <a:cubicBezTo>
                    <a:pt x="1" y="387"/>
                    <a:pt x="107" y="503"/>
                    <a:pt x="243" y="503"/>
                  </a:cubicBezTo>
                  <a:cubicBezTo>
                    <a:pt x="388" y="503"/>
                    <a:pt x="495" y="387"/>
                    <a:pt x="495" y="252"/>
                  </a:cubicBezTo>
                  <a:cubicBezTo>
                    <a:pt x="495" y="116"/>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8" name="Google Shape;15268;p32"/>
            <p:cNvSpPr/>
            <p:nvPr/>
          </p:nvSpPr>
          <p:spPr>
            <a:xfrm>
              <a:off x="3156125" y="32182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9" name="Google Shape;15269;p32"/>
            <p:cNvSpPr/>
            <p:nvPr/>
          </p:nvSpPr>
          <p:spPr>
            <a:xfrm>
              <a:off x="3247875" y="3218225"/>
              <a:ext cx="12575" cy="12575"/>
            </a:xfrm>
            <a:custGeom>
              <a:avLst/>
              <a:gdLst/>
              <a:ahLst/>
              <a:cxnLst/>
              <a:rect l="l" t="t" r="r" b="b"/>
              <a:pathLst>
                <a:path w="503"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0" name="Google Shape;15270;p32"/>
            <p:cNvSpPr/>
            <p:nvPr/>
          </p:nvSpPr>
          <p:spPr>
            <a:xfrm>
              <a:off x="3339850" y="3218225"/>
              <a:ext cx="12525" cy="12575"/>
            </a:xfrm>
            <a:custGeom>
              <a:avLst/>
              <a:gdLst/>
              <a:ahLst/>
              <a:cxnLst/>
              <a:rect l="l" t="t" r="r" b="b"/>
              <a:pathLst>
                <a:path w="501" h="503" extrusionOk="0">
                  <a:moveTo>
                    <a:pt x="251" y="0"/>
                  </a:moveTo>
                  <a:cubicBezTo>
                    <a:pt x="107" y="0"/>
                    <a:pt x="0" y="116"/>
                    <a:pt x="0" y="252"/>
                  </a:cubicBezTo>
                  <a:cubicBezTo>
                    <a:pt x="0" y="387"/>
                    <a:pt x="107" y="503"/>
                    <a:pt x="251" y="503"/>
                  </a:cubicBezTo>
                  <a:cubicBezTo>
                    <a:pt x="387" y="503"/>
                    <a:pt x="501" y="387"/>
                    <a:pt x="501" y="252"/>
                  </a:cubicBezTo>
                  <a:cubicBezTo>
                    <a:pt x="501"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1" name="Google Shape;15271;p32"/>
            <p:cNvSpPr/>
            <p:nvPr/>
          </p:nvSpPr>
          <p:spPr>
            <a:xfrm>
              <a:off x="3431575" y="3218225"/>
              <a:ext cx="12600" cy="12575"/>
            </a:xfrm>
            <a:custGeom>
              <a:avLst/>
              <a:gdLst/>
              <a:ahLst/>
              <a:cxnLst/>
              <a:rect l="l" t="t" r="r" b="b"/>
              <a:pathLst>
                <a:path w="504" h="503" extrusionOk="0">
                  <a:moveTo>
                    <a:pt x="252" y="0"/>
                  </a:moveTo>
                  <a:cubicBezTo>
                    <a:pt x="116" y="0"/>
                    <a:pt x="1" y="116"/>
                    <a:pt x="1" y="252"/>
                  </a:cubicBezTo>
                  <a:cubicBezTo>
                    <a:pt x="1" y="387"/>
                    <a:pt x="116" y="503"/>
                    <a:pt x="252" y="503"/>
                  </a:cubicBezTo>
                  <a:cubicBezTo>
                    <a:pt x="388" y="503"/>
                    <a:pt x="503" y="387"/>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2" name="Google Shape;15272;p32"/>
            <p:cNvSpPr/>
            <p:nvPr/>
          </p:nvSpPr>
          <p:spPr>
            <a:xfrm>
              <a:off x="3523550" y="3218225"/>
              <a:ext cx="12375" cy="12575"/>
            </a:xfrm>
            <a:custGeom>
              <a:avLst/>
              <a:gdLst/>
              <a:ahLst/>
              <a:cxnLst/>
              <a:rect l="l" t="t" r="r" b="b"/>
              <a:pathLst>
                <a:path w="495" h="503" extrusionOk="0">
                  <a:moveTo>
                    <a:pt x="250" y="0"/>
                  </a:moveTo>
                  <a:cubicBezTo>
                    <a:pt x="107" y="0"/>
                    <a:pt x="0" y="116"/>
                    <a:pt x="0" y="252"/>
                  </a:cubicBezTo>
                  <a:cubicBezTo>
                    <a:pt x="0" y="387"/>
                    <a:pt x="107" y="503"/>
                    <a:pt x="250" y="503"/>
                  </a:cubicBezTo>
                  <a:cubicBezTo>
                    <a:pt x="388" y="503"/>
                    <a:pt x="494" y="387"/>
                    <a:pt x="494" y="252"/>
                  </a:cubicBezTo>
                  <a:cubicBezTo>
                    <a:pt x="494"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3" name="Google Shape;15273;p32"/>
            <p:cNvSpPr/>
            <p:nvPr/>
          </p:nvSpPr>
          <p:spPr>
            <a:xfrm>
              <a:off x="676400" y="3310175"/>
              <a:ext cx="12600" cy="12375"/>
            </a:xfrm>
            <a:custGeom>
              <a:avLst/>
              <a:gdLst/>
              <a:ahLst/>
              <a:cxnLst/>
              <a:rect l="l" t="t" r="r" b="b"/>
              <a:pathLst>
                <a:path w="504" h="495" extrusionOk="0">
                  <a:moveTo>
                    <a:pt x="252" y="1"/>
                  </a:moveTo>
                  <a:cubicBezTo>
                    <a:pt x="116" y="1"/>
                    <a:pt x="1" y="108"/>
                    <a:pt x="1" y="252"/>
                  </a:cubicBezTo>
                  <a:cubicBezTo>
                    <a:pt x="1" y="388"/>
                    <a:pt x="116" y="495"/>
                    <a:pt x="252" y="495"/>
                  </a:cubicBezTo>
                  <a:cubicBezTo>
                    <a:pt x="388" y="495"/>
                    <a:pt x="503" y="388"/>
                    <a:pt x="503" y="252"/>
                  </a:cubicBezTo>
                  <a:cubicBezTo>
                    <a:pt x="503"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4" name="Google Shape;15274;p32"/>
            <p:cNvSpPr/>
            <p:nvPr/>
          </p:nvSpPr>
          <p:spPr>
            <a:xfrm>
              <a:off x="768325" y="3310175"/>
              <a:ext cx="12400" cy="12375"/>
            </a:xfrm>
            <a:custGeom>
              <a:avLst/>
              <a:gdLst/>
              <a:ahLst/>
              <a:cxnLst/>
              <a:rect l="l" t="t" r="r" b="b"/>
              <a:pathLst>
                <a:path w="496" h="495" extrusionOk="0">
                  <a:moveTo>
                    <a:pt x="245" y="1"/>
                  </a:moveTo>
                  <a:cubicBezTo>
                    <a:pt x="109" y="1"/>
                    <a:pt x="0" y="108"/>
                    <a:pt x="0" y="252"/>
                  </a:cubicBezTo>
                  <a:cubicBezTo>
                    <a:pt x="0" y="388"/>
                    <a:pt x="109" y="495"/>
                    <a:pt x="245" y="495"/>
                  </a:cubicBezTo>
                  <a:cubicBezTo>
                    <a:pt x="388" y="495"/>
                    <a:pt x="496" y="388"/>
                    <a:pt x="496" y="252"/>
                  </a:cubicBezTo>
                  <a:cubicBezTo>
                    <a:pt x="496" y="108"/>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5" name="Google Shape;15275;p32"/>
            <p:cNvSpPr/>
            <p:nvPr/>
          </p:nvSpPr>
          <p:spPr>
            <a:xfrm>
              <a:off x="860125" y="3310175"/>
              <a:ext cx="12525" cy="12375"/>
            </a:xfrm>
            <a:custGeom>
              <a:avLst/>
              <a:gdLst/>
              <a:ahLst/>
              <a:cxnLst/>
              <a:rect l="l" t="t" r="r" b="b"/>
              <a:pathLst>
                <a:path w="501" h="495" extrusionOk="0">
                  <a:moveTo>
                    <a:pt x="251" y="1"/>
                  </a:moveTo>
                  <a:cubicBezTo>
                    <a:pt x="114" y="1"/>
                    <a:pt x="0" y="108"/>
                    <a:pt x="0" y="252"/>
                  </a:cubicBezTo>
                  <a:cubicBezTo>
                    <a:pt x="0" y="388"/>
                    <a:pt x="114" y="495"/>
                    <a:pt x="251" y="495"/>
                  </a:cubicBezTo>
                  <a:cubicBezTo>
                    <a:pt x="387" y="495"/>
                    <a:pt x="501" y="388"/>
                    <a:pt x="501" y="252"/>
                  </a:cubicBezTo>
                  <a:cubicBezTo>
                    <a:pt x="501" y="108"/>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6" name="Google Shape;15276;p32"/>
            <p:cNvSpPr/>
            <p:nvPr/>
          </p:nvSpPr>
          <p:spPr>
            <a:xfrm>
              <a:off x="951850" y="3310175"/>
              <a:ext cx="12600" cy="12375"/>
            </a:xfrm>
            <a:custGeom>
              <a:avLst/>
              <a:gdLst/>
              <a:ahLst/>
              <a:cxnLst/>
              <a:rect l="l" t="t" r="r" b="b"/>
              <a:pathLst>
                <a:path w="504" h="495" extrusionOk="0">
                  <a:moveTo>
                    <a:pt x="252" y="1"/>
                  </a:moveTo>
                  <a:cubicBezTo>
                    <a:pt x="116" y="1"/>
                    <a:pt x="1" y="108"/>
                    <a:pt x="1" y="252"/>
                  </a:cubicBezTo>
                  <a:cubicBezTo>
                    <a:pt x="1" y="388"/>
                    <a:pt x="116" y="495"/>
                    <a:pt x="252" y="495"/>
                  </a:cubicBezTo>
                  <a:cubicBezTo>
                    <a:pt x="388" y="495"/>
                    <a:pt x="503" y="388"/>
                    <a:pt x="503" y="252"/>
                  </a:cubicBezTo>
                  <a:cubicBezTo>
                    <a:pt x="503"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7" name="Google Shape;15277;p32"/>
            <p:cNvSpPr/>
            <p:nvPr/>
          </p:nvSpPr>
          <p:spPr>
            <a:xfrm>
              <a:off x="1043825" y="3310175"/>
              <a:ext cx="12375" cy="12375"/>
            </a:xfrm>
            <a:custGeom>
              <a:avLst/>
              <a:gdLst/>
              <a:ahLst/>
              <a:cxnLst/>
              <a:rect l="l" t="t" r="r" b="b"/>
              <a:pathLst>
                <a:path w="495" h="495" extrusionOk="0">
                  <a:moveTo>
                    <a:pt x="250" y="1"/>
                  </a:moveTo>
                  <a:cubicBezTo>
                    <a:pt x="107" y="1"/>
                    <a:pt x="0" y="108"/>
                    <a:pt x="0" y="252"/>
                  </a:cubicBezTo>
                  <a:cubicBezTo>
                    <a:pt x="0" y="388"/>
                    <a:pt x="107" y="495"/>
                    <a:pt x="250" y="495"/>
                  </a:cubicBezTo>
                  <a:cubicBezTo>
                    <a:pt x="388" y="495"/>
                    <a:pt x="494" y="388"/>
                    <a:pt x="494" y="252"/>
                  </a:cubicBezTo>
                  <a:cubicBezTo>
                    <a:pt x="494" y="108"/>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8" name="Google Shape;15278;p32"/>
            <p:cNvSpPr/>
            <p:nvPr/>
          </p:nvSpPr>
          <p:spPr>
            <a:xfrm>
              <a:off x="1135575" y="3310175"/>
              <a:ext cx="12575" cy="12375"/>
            </a:xfrm>
            <a:custGeom>
              <a:avLst/>
              <a:gdLst/>
              <a:ahLst/>
              <a:cxnLst/>
              <a:rect l="l" t="t" r="r" b="b"/>
              <a:pathLst>
                <a:path w="503" h="495" extrusionOk="0">
                  <a:moveTo>
                    <a:pt x="252" y="1"/>
                  </a:moveTo>
                  <a:cubicBezTo>
                    <a:pt x="116" y="1"/>
                    <a:pt x="0" y="108"/>
                    <a:pt x="0" y="252"/>
                  </a:cubicBezTo>
                  <a:cubicBezTo>
                    <a:pt x="0" y="388"/>
                    <a:pt x="116" y="495"/>
                    <a:pt x="252" y="495"/>
                  </a:cubicBezTo>
                  <a:cubicBezTo>
                    <a:pt x="387" y="495"/>
                    <a:pt x="503" y="388"/>
                    <a:pt x="503" y="252"/>
                  </a:cubicBezTo>
                  <a:cubicBezTo>
                    <a:pt x="503" y="108"/>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9" name="Google Shape;15279;p32"/>
            <p:cNvSpPr/>
            <p:nvPr/>
          </p:nvSpPr>
          <p:spPr>
            <a:xfrm>
              <a:off x="1227500" y="3310175"/>
              <a:ext cx="12400" cy="12375"/>
            </a:xfrm>
            <a:custGeom>
              <a:avLst/>
              <a:gdLst/>
              <a:ahLst/>
              <a:cxnLst/>
              <a:rect l="l" t="t" r="r" b="b"/>
              <a:pathLst>
                <a:path w="496" h="495" extrusionOk="0">
                  <a:moveTo>
                    <a:pt x="251" y="1"/>
                  </a:moveTo>
                  <a:cubicBezTo>
                    <a:pt x="109" y="1"/>
                    <a:pt x="0" y="108"/>
                    <a:pt x="0" y="252"/>
                  </a:cubicBezTo>
                  <a:cubicBezTo>
                    <a:pt x="0" y="388"/>
                    <a:pt x="109" y="495"/>
                    <a:pt x="251" y="495"/>
                  </a:cubicBezTo>
                  <a:cubicBezTo>
                    <a:pt x="387" y="495"/>
                    <a:pt x="496" y="388"/>
                    <a:pt x="496" y="252"/>
                  </a:cubicBezTo>
                  <a:cubicBezTo>
                    <a:pt x="496" y="108"/>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0" name="Google Shape;15280;p32"/>
            <p:cNvSpPr/>
            <p:nvPr/>
          </p:nvSpPr>
          <p:spPr>
            <a:xfrm>
              <a:off x="1319275" y="3310175"/>
              <a:ext cx="12550" cy="12375"/>
            </a:xfrm>
            <a:custGeom>
              <a:avLst/>
              <a:gdLst/>
              <a:ahLst/>
              <a:cxnLst/>
              <a:rect l="l" t="t" r="r" b="b"/>
              <a:pathLst>
                <a:path w="502" h="495" extrusionOk="0">
                  <a:moveTo>
                    <a:pt x="252" y="1"/>
                  </a:moveTo>
                  <a:cubicBezTo>
                    <a:pt x="114" y="1"/>
                    <a:pt x="1" y="108"/>
                    <a:pt x="1" y="252"/>
                  </a:cubicBezTo>
                  <a:cubicBezTo>
                    <a:pt x="1" y="388"/>
                    <a:pt x="114" y="495"/>
                    <a:pt x="252" y="495"/>
                  </a:cubicBezTo>
                  <a:cubicBezTo>
                    <a:pt x="388" y="495"/>
                    <a:pt x="501" y="388"/>
                    <a:pt x="501" y="252"/>
                  </a:cubicBezTo>
                  <a:cubicBezTo>
                    <a:pt x="501"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1" name="Google Shape;15281;p32"/>
            <p:cNvSpPr/>
            <p:nvPr/>
          </p:nvSpPr>
          <p:spPr>
            <a:xfrm>
              <a:off x="1411200" y="3310175"/>
              <a:ext cx="12425" cy="12375"/>
            </a:xfrm>
            <a:custGeom>
              <a:avLst/>
              <a:gdLst/>
              <a:ahLst/>
              <a:cxnLst/>
              <a:rect l="l" t="t" r="r" b="b"/>
              <a:pathLst>
                <a:path w="497" h="495" extrusionOk="0">
                  <a:moveTo>
                    <a:pt x="245" y="1"/>
                  </a:moveTo>
                  <a:cubicBezTo>
                    <a:pt x="109" y="1"/>
                    <a:pt x="1" y="108"/>
                    <a:pt x="1" y="252"/>
                  </a:cubicBezTo>
                  <a:cubicBezTo>
                    <a:pt x="1" y="388"/>
                    <a:pt x="109" y="495"/>
                    <a:pt x="245" y="495"/>
                  </a:cubicBezTo>
                  <a:cubicBezTo>
                    <a:pt x="388" y="495"/>
                    <a:pt x="496" y="388"/>
                    <a:pt x="496" y="252"/>
                  </a:cubicBezTo>
                  <a:cubicBezTo>
                    <a:pt x="496" y="108"/>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2" name="Google Shape;15282;p32"/>
            <p:cNvSpPr/>
            <p:nvPr/>
          </p:nvSpPr>
          <p:spPr>
            <a:xfrm>
              <a:off x="1503000" y="3310175"/>
              <a:ext cx="12525" cy="12375"/>
            </a:xfrm>
            <a:custGeom>
              <a:avLst/>
              <a:gdLst/>
              <a:ahLst/>
              <a:cxnLst/>
              <a:rect l="l" t="t" r="r" b="b"/>
              <a:pathLst>
                <a:path w="501" h="495" extrusionOk="0">
                  <a:moveTo>
                    <a:pt x="250" y="1"/>
                  </a:moveTo>
                  <a:cubicBezTo>
                    <a:pt x="114" y="1"/>
                    <a:pt x="0" y="108"/>
                    <a:pt x="0" y="252"/>
                  </a:cubicBezTo>
                  <a:cubicBezTo>
                    <a:pt x="0" y="388"/>
                    <a:pt x="114" y="495"/>
                    <a:pt x="250" y="495"/>
                  </a:cubicBezTo>
                  <a:cubicBezTo>
                    <a:pt x="387" y="495"/>
                    <a:pt x="501" y="388"/>
                    <a:pt x="501" y="252"/>
                  </a:cubicBezTo>
                  <a:cubicBezTo>
                    <a:pt x="501" y="108"/>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3" name="Google Shape;15283;p32"/>
            <p:cNvSpPr/>
            <p:nvPr/>
          </p:nvSpPr>
          <p:spPr>
            <a:xfrm>
              <a:off x="1594750" y="3310175"/>
              <a:ext cx="12575" cy="12375"/>
            </a:xfrm>
            <a:custGeom>
              <a:avLst/>
              <a:gdLst/>
              <a:ahLst/>
              <a:cxnLst/>
              <a:rect l="l" t="t" r="r" b="b"/>
              <a:pathLst>
                <a:path w="503" h="495" extrusionOk="0">
                  <a:moveTo>
                    <a:pt x="251" y="1"/>
                  </a:moveTo>
                  <a:cubicBezTo>
                    <a:pt x="115" y="1"/>
                    <a:pt x="0" y="108"/>
                    <a:pt x="0" y="252"/>
                  </a:cubicBezTo>
                  <a:cubicBezTo>
                    <a:pt x="0" y="388"/>
                    <a:pt x="115" y="495"/>
                    <a:pt x="251" y="495"/>
                  </a:cubicBezTo>
                  <a:cubicBezTo>
                    <a:pt x="394" y="495"/>
                    <a:pt x="503" y="388"/>
                    <a:pt x="503" y="252"/>
                  </a:cubicBezTo>
                  <a:cubicBezTo>
                    <a:pt x="503" y="108"/>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4" name="Google Shape;15284;p32"/>
            <p:cNvSpPr/>
            <p:nvPr/>
          </p:nvSpPr>
          <p:spPr>
            <a:xfrm>
              <a:off x="1686650" y="3310175"/>
              <a:ext cx="12600" cy="12375"/>
            </a:xfrm>
            <a:custGeom>
              <a:avLst/>
              <a:gdLst/>
              <a:ahLst/>
              <a:cxnLst/>
              <a:rect l="l" t="t" r="r" b="b"/>
              <a:pathLst>
                <a:path w="504" h="495" extrusionOk="0">
                  <a:moveTo>
                    <a:pt x="252" y="1"/>
                  </a:moveTo>
                  <a:cubicBezTo>
                    <a:pt x="116" y="1"/>
                    <a:pt x="1" y="108"/>
                    <a:pt x="1" y="252"/>
                  </a:cubicBezTo>
                  <a:cubicBezTo>
                    <a:pt x="1" y="388"/>
                    <a:pt x="116" y="495"/>
                    <a:pt x="252" y="495"/>
                  </a:cubicBezTo>
                  <a:cubicBezTo>
                    <a:pt x="388" y="495"/>
                    <a:pt x="503" y="388"/>
                    <a:pt x="503" y="252"/>
                  </a:cubicBezTo>
                  <a:cubicBezTo>
                    <a:pt x="503"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5" name="Google Shape;15285;p32"/>
            <p:cNvSpPr/>
            <p:nvPr/>
          </p:nvSpPr>
          <p:spPr>
            <a:xfrm>
              <a:off x="1778450" y="3310175"/>
              <a:ext cx="12550" cy="12375"/>
            </a:xfrm>
            <a:custGeom>
              <a:avLst/>
              <a:gdLst/>
              <a:ahLst/>
              <a:cxnLst/>
              <a:rect l="l" t="t" r="r" b="b"/>
              <a:pathLst>
                <a:path w="502" h="495" extrusionOk="0">
                  <a:moveTo>
                    <a:pt x="252" y="1"/>
                  </a:moveTo>
                  <a:cubicBezTo>
                    <a:pt x="114" y="1"/>
                    <a:pt x="1" y="108"/>
                    <a:pt x="1" y="252"/>
                  </a:cubicBezTo>
                  <a:cubicBezTo>
                    <a:pt x="1" y="388"/>
                    <a:pt x="114" y="495"/>
                    <a:pt x="252" y="495"/>
                  </a:cubicBezTo>
                  <a:cubicBezTo>
                    <a:pt x="388" y="495"/>
                    <a:pt x="501" y="388"/>
                    <a:pt x="501" y="252"/>
                  </a:cubicBezTo>
                  <a:cubicBezTo>
                    <a:pt x="501"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6" name="Google Shape;15286;p32"/>
            <p:cNvSpPr/>
            <p:nvPr/>
          </p:nvSpPr>
          <p:spPr>
            <a:xfrm>
              <a:off x="1870375" y="3310175"/>
              <a:ext cx="12400" cy="12375"/>
            </a:xfrm>
            <a:custGeom>
              <a:avLst/>
              <a:gdLst/>
              <a:ahLst/>
              <a:cxnLst/>
              <a:rect l="l" t="t" r="r" b="b"/>
              <a:pathLst>
                <a:path w="496" h="495" extrusionOk="0">
                  <a:moveTo>
                    <a:pt x="252" y="1"/>
                  </a:moveTo>
                  <a:cubicBezTo>
                    <a:pt x="109" y="1"/>
                    <a:pt x="0" y="108"/>
                    <a:pt x="0" y="252"/>
                  </a:cubicBezTo>
                  <a:cubicBezTo>
                    <a:pt x="0" y="388"/>
                    <a:pt x="109" y="495"/>
                    <a:pt x="252" y="495"/>
                  </a:cubicBezTo>
                  <a:cubicBezTo>
                    <a:pt x="387" y="495"/>
                    <a:pt x="496" y="388"/>
                    <a:pt x="496" y="252"/>
                  </a:cubicBezTo>
                  <a:cubicBezTo>
                    <a:pt x="496" y="108"/>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7" name="Google Shape;15287;p32"/>
            <p:cNvSpPr/>
            <p:nvPr/>
          </p:nvSpPr>
          <p:spPr>
            <a:xfrm>
              <a:off x="1962150" y="3310175"/>
              <a:ext cx="12550" cy="12375"/>
            </a:xfrm>
            <a:custGeom>
              <a:avLst/>
              <a:gdLst/>
              <a:ahLst/>
              <a:cxnLst/>
              <a:rect l="l" t="t" r="r" b="b"/>
              <a:pathLst>
                <a:path w="502" h="495" extrusionOk="0">
                  <a:moveTo>
                    <a:pt x="250" y="1"/>
                  </a:moveTo>
                  <a:cubicBezTo>
                    <a:pt x="114" y="1"/>
                    <a:pt x="1" y="108"/>
                    <a:pt x="1" y="252"/>
                  </a:cubicBezTo>
                  <a:cubicBezTo>
                    <a:pt x="1" y="388"/>
                    <a:pt x="114" y="495"/>
                    <a:pt x="250" y="495"/>
                  </a:cubicBezTo>
                  <a:cubicBezTo>
                    <a:pt x="388" y="495"/>
                    <a:pt x="502" y="388"/>
                    <a:pt x="502" y="252"/>
                  </a:cubicBezTo>
                  <a:cubicBezTo>
                    <a:pt x="502" y="108"/>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8" name="Google Shape;15288;p32"/>
            <p:cNvSpPr/>
            <p:nvPr/>
          </p:nvSpPr>
          <p:spPr>
            <a:xfrm>
              <a:off x="2054075" y="3310175"/>
              <a:ext cx="12425" cy="12375"/>
            </a:xfrm>
            <a:custGeom>
              <a:avLst/>
              <a:gdLst/>
              <a:ahLst/>
              <a:cxnLst/>
              <a:rect l="l" t="t" r="r" b="b"/>
              <a:pathLst>
                <a:path w="497" h="495" extrusionOk="0">
                  <a:moveTo>
                    <a:pt x="252" y="1"/>
                  </a:moveTo>
                  <a:cubicBezTo>
                    <a:pt x="109" y="1"/>
                    <a:pt x="1" y="108"/>
                    <a:pt x="1" y="252"/>
                  </a:cubicBezTo>
                  <a:cubicBezTo>
                    <a:pt x="1" y="388"/>
                    <a:pt x="109" y="495"/>
                    <a:pt x="252" y="495"/>
                  </a:cubicBezTo>
                  <a:cubicBezTo>
                    <a:pt x="388" y="495"/>
                    <a:pt x="496" y="388"/>
                    <a:pt x="496" y="252"/>
                  </a:cubicBezTo>
                  <a:cubicBezTo>
                    <a:pt x="496"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9" name="Google Shape;15289;p32"/>
            <p:cNvSpPr/>
            <p:nvPr/>
          </p:nvSpPr>
          <p:spPr>
            <a:xfrm>
              <a:off x="2145825" y="3310175"/>
              <a:ext cx="12600" cy="12375"/>
            </a:xfrm>
            <a:custGeom>
              <a:avLst/>
              <a:gdLst/>
              <a:ahLst/>
              <a:cxnLst/>
              <a:rect l="l" t="t" r="r" b="b"/>
              <a:pathLst>
                <a:path w="504" h="495" extrusionOk="0">
                  <a:moveTo>
                    <a:pt x="252" y="1"/>
                  </a:moveTo>
                  <a:cubicBezTo>
                    <a:pt x="116" y="1"/>
                    <a:pt x="1" y="108"/>
                    <a:pt x="1" y="252"/>
                  </a:cubicBezTo>
                  <a:cubicBezTo>
                    <a:pt x="1" y="388"/>
                    <a:pt x="116" y="495"/>
                    <a:pt x="252" y="495"/>
                  </a:cubicBezTo>
                  <a:cubicBezTo>
                    <a:pt x="388" y="495"/>
                    <a:pt x="503" y="388"/>
                    <a:pt x="503" y="252"/>
                  </a:cubicBezTo>
                  <a:cubicBezTo>
                    <a:pt x="503"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0" name="Google Shape;15290;p32"/>
            <p:cNvSpPr/>
            <p:nvPr/>
          </p:nvSpPr>
          <p:spPr>
            <a:xfrm>
              <a:off x="2237800" y="3310175"/>
              <a:ext cx="12350" cy="12375"/>
            </a:xfrm>
            <a:custGeom>
              <a:avLst/>
              <a:gdLst/>
              <a:ahLst/>
              <a:cxnLst/>
              <a:rect l="l" t="t" r="r" b="b"/>
              <a:pathLst>
                <a:path w="494" h="495" extrusionOk="0">
                  <a:moveTo>
                    <a:pt x="244" y="1"/>
                  </a:moveTo>
                  <a:cubicBezTo>
                    <a:pt x="107" y="1"/>
                    <a:pt x="0" y="108"/>
                    <a:pt x="0" y="252"/>
                  </a:cubicBezTo>
                  <a:cubicBezTo>
                    <a:pt x="0" y="388"/>
                    <a:pt x="107" y="495"/>
                    <a:pt x="244" y="495"/>
                  </a:cubicBezTo>
                  <a:cubicBezTo>
                    <a:pt x="387" y="495"/>
                    <a:pt x="494" y="388"/>
                    <a:pt x="494" y="252"/>
                  </a:cubicBezTo>
                  <a:cubicBezTo>
                    <a:pt x="494" y="108"/>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1" name="Google Shape;15291;p32"/>
            <p:cNvSpPr/>
            <p:nvPr/>
          </p:nvSpPr>
          <p:spPr>
            <a:xfrm>
              <a:off x="2329550" y="3310175"/>
              <a:ext cx="12575" cy="12375"/>
            </a:xfrm>
            <a:custGeom>
              <a:avLst/>
              <a:gdLst/>
              <a:ahLst/>
              <a:cxnLst/>
              <a:rect l="l" t="t" r="r" b="b"/>
              <a:pathLst>
                <a:path w="503" h="495" extrusionOk="0">
                  <a:moveTo>
                    <a:pt x="251" y="1"/>
                  </a:moveTo>
                  <a:cubicBezTo>
                    <a:pt x="115" y="1"/>
                    <a:pt x="0" y="108"/>
                    <a:pt x="0" y="252"/>
                  </a:cubicBezTo>
                  <a:cubicBezTo>
                    <a:pt x="0" y="388"/>
                    <a:pt x="115" y="495"/>
                    <a:pt x="251" y="495"/>
                  </a:cubicBezTo>
                  <a:cubicBezTo>
                    <a:pt x="387" y="495"/>
                    <a:pt x="502" y="388"/>
                    <a:pt x="502" y="252"/>
                  </a:cubicBezTo>
                  <a:cubicBezTo>
                    <a:pt x="502" y="108"/>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2" name="Google Shape;15292;p32"/>
            <p:cNvSpPr/>
            <p:nvPr/>
          </p:nvSpPr>
          <p:spPr>
            <a:xfrm>
              <a:off x="2421325" y="3310175"/>
              <a:ext cx="12550" cy="12375"/>
            </a:xfrm>
            <a:custGeom>
              <a:avLst/>
              <a:gdLst/>
              <a:ahLst/>
              <a:cxnLst/>
              <a:rect l="l" t="t" r="r" b="b"/>
              <a:pathLst>
                <a:path w="502" h="495" extrusionOk="0">
                  <a:moveTo>
                    <a:pt x="250" y="1"/>
                  </a:moveTo>
                  <a:cubicBezTo>
                    <a:pt x="114" y="1"/>
                    <a:pt x="1" y="108"/>
                    <a:pt x="1" y="252"/>
                  </a:cubicBezTo>
                  <a:cubicBezTo>
                    <a:pt x="1" y="388"/>
                    <a:pt x="114" y="495"/>
                    <a:pt x="250" y="495"/>
                  </a:cubicBezTo>
                  <a:cubicBezTo>
                    <a:pt x="395" y="495"/>
                    <a:pt x="501" y="388"/>
                    <a:pt x="501" y="252"/>
                  </a:cubicBezTo>
                  <a:cubicBezTo>
                    <a:pt x="501" y="108"/>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3" name="Google Shape;15293;p32"/>
            <p:cNvSpPr/>
            <p:nvPr/>
          </p:nvSpPr>
          <p:spPr>
            <a:xfrm>
              <a:off x="2513250" y="3310175"/>
              <a:ext cx="12575" cy="12375"/>
            </a:xfrm>
            <a:custGeom>
              <a:avLst/>
              <a:gdLst/>
              <a:ahLst/>
              <a:cxnLst/>
              <a:rect l="l" t="t" r="r" b="b"/>
              <a:pathLst>
                <a:path w="503" h="495" extrusionOk="0">
                  <a:moveTo>
                    <a:pt x="252" y="1"/>
                  </a:moveTo>
                  <a:cubicBezTo>
                    <a:pt x="109" y="1"/>
                    <a:pt x="0" y="108"/>
                    <a:pt x="0" y="252"/>
                  </a:cubicBezTo>
                  <a:cubicBezTo>
                    <a:pt x="0" y="388"/>
                    <a:pt x="109" y="495"/>
                    <a:pt x="252" y="495"/>
                  </a:cubicBezTo>
                  <a:cubicBezTo>
                    <a:pt x="388" y="495"/>
                    <a:pt x="503" y="388"/>
                    <a:pt x="503" y="252"/>
                  </a:cubicBezTo>
                  <a:cubicBezTo>
                    <a:pt x="503"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4" name="Google Shape;15294;p32"/>
            <p:cNvSpPr/>
            <p:nvPr/>
          </p:nvSpPr>
          <p:spPr>
            <a:xfrm>
              <a:off x="2605000" y="3310175"/>
              <a:ext cx="12575" cy="12375"/>
            </a:xfrm>
            <a:custGeom>
              <a:avLst/>
              <a:gdLst/>
              <a:ahLst/>
              <a:cxnLst/>
              <a:rect l="l" t="t" r="r" b="b"/>
              <a:pathLst>
                <a:path w="503" h="495" extrusionOk="0">
                  <a:moveTo>
                    <a:pt x="252" y="1"/>
                  </a:moveTo>
                  <a:cubicBezTo>
                    <a:pt x="116" y="1"/>
                    <a:pt x="0" y="108"/>
                    <a:pt x="0" y="252"/>
                  </a:cubicBezTo>
                  <a:cubicBezTo>
                    <a:pt x="0" y="388"/>
                    <a:pt x="116" y="495"/>
                    <a:pt x="252" y="495"/>
                  </a:cubicBezTo>
                  <a:cubicBezTo>
                    <a:pt x="387" y="495"/>
                    <a:pt x="503" y="388"/>
                    <a:pt x="503" y="252"/>
                  </a:cubicBezTo>
                  <a:cubicBezTo>
                    <a:pt x="503" y="108"/>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5" name="Google Shape;15295;p32"/>
            <p:cNvSpPr/>
            <p:nvPr/>
          </p:nvSpPr>
          <p:spPr>
            <a:xfrm>
              <a:off x="2696950" y="3310175"/>
              <a:ext cx="12375" cy="12375"/>
            </a:xfrm>
            <a:custGeom>
              <a:avLst/>
              <a:gdLst/>
              <a:ahLst/>
              <a:cxnLst/>
              <a:rect l="l" t="t" r="r" b="b"/>
              <a:pathLst>
                <a:path w="495" h="495" extrusionOk="0">
                  <a:moveTo>
                    <a:pt x="252" y="1"/>
                  </a:moveTo>
                  <a:cubicBezTo>
                    <a:pt x="108" y="1"/>
                    <a:pt x="1" y="108"/>
                    <a:pt x="1" y="252"/>
                  </a:cubicBezTo>
                  <a:cubicBezTo>
                    <a:pt x="1" y="388"/>
                    <a:pt x="108" y="495"/>
                    <a:pt x="252" y="495"/>
                  </a:cubicBezTo>
                  <a:cubicBezTo>
                    <a:pt x="388" y="495"/>
                    <a:pt x="495" y="388"/>
                    <a:pt x="495" y="252"/>
                  </a:cubicBezTo>
                  <a:cubicBezTo>
                    <a:pt x="495"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6" name="Google Shape;15296;p32"/>
            <p:cNvSpPr/>
            <p:nvPr/>
          </p:nvSpPr>
          <p:spPr>
            <a:xfrm>
              <a:off x="2788700" y="3310175"/>
              <a:ext cx="12600" cy="12375"/>
            </a:xfrm>
            <a:custGeom>
              <a:avLst/>
              <a:gdLst/>
              <a:ahLst/>
              <a:cxnLst/>
              <a:rect l="l" t="t" r="r" b="b"/>
              <a:pathLst>
                <a:path w="504" h="495" extrusionOk="0">
                  <a:moveTo>
                    <a:pt x="252" y="1"/>
                  </a:moveTo>
                  <a:cubicBezTo>
                    <a:pt x="116" y="1"/>
                    <a:pt x="1" y="108"/>
                    <a:pt x="1" y="252"/>
                  </a:cubicBezTo>
                  <a:cubicBezTo>
                    <a:pt x="1" y="388"/>
                    <a:pt x="116" y="495"/>
                    <a:pt x="252" y="495"/>
                  </a:cubicBezTo>
                  <a:cubicBezTo>
                    <a:pt x="388" y="495"/>
                    <a:pt x="503" y="388"/>
                    <a:pt x="503" y="252"/>
                  </a:cubicBezTo>
                  <a:cubicBezTo>
                    <a:pt x="503"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7" name="Google Shape;15297;p32"/>
            <p:cNvSpPr/>
            <p:nvPr/>
          </p:nvSpPr>
          <p:spPr>
            <a:xfrm>
              <a:off x="2880675" y="3310175"/>
              <a:ext cx="12375" cy="12375"/>
            </a:xfrm>
            <a:custGeom>
              <a:avLst/>
              <a:gdLst/>
              <a:ahLst/>
              <a:cxnLst/>
              <a:rect l="l" t="t" r="r" b="b"/>
              <a:pathLst>
                <a:path w="495" h="495" extrusionOk="0">
                  <a:moveTo>
                    <a:pt x="243" y="1"/>
                  </a:moveTo>
                  <a:cubicBezTo>
                    <a:pt x="107" y="1"/>
                    <a:pt x="0" y="108"/>
                    <a:pt x="0" y="252"/>
                  </a:cubicBezTo>
                  <a:cubicBezTo>
                    <a:pt x="0" y="388"/>
                    <a:pt x="107" y="495"/>
                    <a:pt x="243" y="495"/>
                  </a:cubicBezTo>
                  <a:cubicBezTo>
                    <a:pt x="387" y="495"/>
                    <a:pt x="494" y="388"/>
                    <a:pt x="494" y="252"/>
                  </a:cubicBezTo>
                  <a:cubicBezTo>
                    <a:pt x="494" y="108"/>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8" name="Google Shape;15298;p32"/>
            <p:cNvSpPr/>
            <p:nvPr/>
          </p:nvSpPr>
          <p:spPr>
            <a:xfrm>
              <a:off x="2972425" y="3310175"/>
              <a:ext cx="12575" cy="12375"/>
            </a:xfrm>
            <a:custGeom>
              <a:avLst/>
              <a:gdLst/>
              <a:ahLst/>
              <a:cxnLst/>
              <a:rect l="l" t="t" r="r" b="b"/>
              <a:pathLst>
                <a:path w="503" h="495" extrusionOk="0">
                  <a:moveTo>
                    <a:pt x="251" y="1"/>
                  </a:moveTo>
                  <a:cubicBezTo>
                    <a:pt x="115" y="1"/>
                    <a:pt x="0" y="108"/>
                    <a:pt x="0" y="252"/>
                  </a:cubicBezTo>
                  <a:cubicBezTo>
                    <a:pt x="0" y="388"/>
                    <a:pt x="115" y="495"/>
                    <a:pt x="251" y="495"/>
                  </a:cubicBezTo>
                  <a:cubicBezTo>
                    <a:pt x="387" y="495"/>
                    <a:pt x="503" y="388"/>
                    <a:pt x="503" y="252"/>
                  </a:cubicBezTo>
                  <a:cubicBezTo>
                    <a:pt x="503" y="108"/>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9" name="Google Shape;15299;p32"/>
            <p:cNvSpPr/>
            <p:nvPr/>
          </p:nvSpPr>
          <p:spPr>
            <a:xfrm>
              <a:off x="3064375" y="3310175"/>
              <a:ext cx="12375" cy="12375"/>
            </a:xfrm>
            <a:custGeom>
              <a:avLst/>
              <a:gdLst/>
              <a:ahLst/>
              <a:cxnLst/>
              <a:rect l="l" t="t" r="r" b="b"/>
              <a:pathLst>
                <a:path w="495" h="495" extrusionOk="0">
                  <a:moveTo>
                    <a:pt x="243" y="1"/>
                  </a:moveTo>
                  <a:cubicBezTo>
                    <a:pt x="107" y="1"/>
                    <a:pt x="1" y="108"/>
                    <a:pt x="1" y="252"/>
                  </a:cubicBezTo>
                  <a:cubicBezTo>
                    <a:pt x="1" y="388"/>
                    <a:pt x="107" y="495"/>
                    <a:pt x="243" y="495"/>
                  </a:cubicBezTo>
                  <a:cubicBezTo>
                    <a:pt x="388" y="495"/>
                    <a:pt x="495" y="388"/>
                    <a:pt x="495" y="252"/>
                  </a:cubicBezTo>
                  <a:cubicBezTo>
                    <a:pt x="495" y="108"/>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0" name="Google Shape;15300;p32"/>
            <p:cNvSpPr/>
            <p:nvPr/>
          </p:nvSpPr>
          <p:spPr>
            <a:xfrm>
              <a:off x="3156125" y="3310175"/>
              <a:ext cx="12600" cy="12375"/>
            </a:xfrm>
            <a:custGeom>
              <a:avLst/>
              <a:gdLst/>
              <a:ahLst/>
              <a:cxnLst/>
              <a:rect l="l" t="t" r="r" b="b"/>
              <a:pathLst>
                <a:path w="504" h="495" extrusionOk="0">
                  <a:moveTo>
                    <a:pt x="252" y="1"/>
                  </a:moveTo>
                  <a:cubicBezTo>
                    <a:pt x="116" y="1"/>
                    <a:pt x="1" y="108"/>
                    <a:pt x="1" y="252"/>
                  </a:cubicBezTo>
                  <a:cubicBezTo>
                    <a:pt x="1" y="388"/>
                    <a:pt x="116" y="495"/>
                    <a:pt x="252" y="495"/>
                  </a:cubicBezTo>
                  <a:cubicBezTo>
                    <a:pt x="388" y="495"/>
                    <a:pt x="503" y="388"/>
                    <a:pt x="503" y="252"/>
                  </a:cubicBezTo>
                  <a:cubicBezTo>
                    <a:pt x="503"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1" name="Google Shape;15301;p32"/>
            <p:cNvSpPr/>
            <p:nvPr/>
          </p:nvSpPr>
          <p:spPr>
            <a:xfrm>
              <a:off x="3247875" y="3310175"/>
              <a:ext cx="12575" cy="12375"/>
            </a:xfrm>
            <a:custGeom>
              <a:avLst/>
              <a:gdLst/>
              <a:ahLst/>
              <a:cxnLst/>
              <a:rect l="l" t="t" r="r" b="b"/>
              <a:pathLst>
                <a:path w="503" h="495" extrusionOk="0">
                  <a:moveTo>
                    <a:pt x="252" y="1"/>
                  </a:moveTo>
                  <a:cubicBezTo>
                    <a:pt x="116" y="1"/>
                    <a:pt x="1" y="108"/>
                    <a:pt x="1" y="252"/>
                  </a:cubicBezTo>
                  <a:cubicBezTo>
                    <a:pt x="1" y="388"/>
                    <a:pt x="116" y="495"/>
                    <a:pt x="252" y="495"/>
                  </a:cubicBezTo>
                  <a:cubicBezTo>
                    <a:pt x="388" y="495"/>
                    <a:pt x="503" y="388"/>
                    <a:pt x="503" y="252"/>
                  </a:cubicBezTo>
                  <a:cubicBezTo>
                    <a:pt x="503"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2" name="Google Shape;15302;p32"/>
            <p:cNvSpPr/>
            <p:nvPr/>
          </p:nvSpPr>
          <p:spPr>
            <a:xfrm>
              <a:off x="3339850" y="3310175"/>
              <a:ext cx="12525" cy="12375"/>
            </a:xfrm>
            <a:custGeom>
              <a:avLst/>
              <a:gdLst/>
              <a:ahLst/>
              <a:cxnLst/>
              <a:rect l="l" t="t" r="r" b="b"/>
              <a:pathLst>
                <a:path w="501" h="495" extrusionOk="0">
                  <a:moveTo>
                    <a:pt x="251" y="1"/>
                  </a:moveTo>
                  <a:cubicBezTo>
                    <a:pt x="107" y="1"/>
                    <a:pt x="0" y="108"/>
                    <a:pt x="0" y="252"/>
                  </a:cubicBezTo>
                  <a:cubicBezTo>
                    <a:pt x="0" y="388"/>
                    <a:pt x="107" y="495"/>
                    <a:pt x="251" y="495"/>
                  </a:cubicBezTo>
                  <a:cubicBezTo>
                    <a:pt x="387" y="495"/>
                    <a:pt x="501" y="388"/>
                    <a:pt x="501" y="252"/>
                  </a:cubicBezTo>
                  <a:cubicBezTo>
                    <a:pt x="501" y="108"/>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3" name="Google Shape;15303;p32"/>
            <p:cNvSpPr/>
            <p:nvPr/>
          </p:nvSpPr>
          <p:spPr>
            <a:xfrm>
              <a:off x="3431575" y="3310175"/>
              <a:ext cx="12600" cy="12375"/>
            </a:xfrm>
            <a:custGeom>
              <a:avLst/>
              <a:gdLst/>
              <a:ahLst/>
              <a:cxnLst/>
              <a:rect l="l" t="t" r="r" b="b"/>
              <a:pathLst>
                <a:path w="504" h="495" extrusionOk="0">
                  <a:moveTo>
                    <a:pt x="252" y="1"/>
                  </a:moveTo>
                  <a:cubicBezTo>
                    <a:pt x="116" y="1"/>
                    <a:pt x="1" y="108"/>
                    <a:pt x="1" y="252"/>
                  </a:cubicBezTo>
                  <a:cubicBezTo>
                    <a:pt x="1" y="388"/>
                    <a:pt x="116" y="495"/>
                    <a:pt x="252" y="495"/>
                  </a:cubicBezTo>
                  <a:cubicBezTo>
                    <a:pt x="388" y="495"/>
                    <a:pt x="503" y="388"/>
                    <a:pt x="503" y="252"/>
                  </a:cubicBezTo>
                  <a:cubicBezTo>
                    <a:pt x="503" y="108"/>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4" name="Google Shape;15304;p32"/>
            <p:cNvSpPr/>
            <p:nvPr/>
          </p:nvSpPr>
          <p:spPr>
            <a:xfrm>
              <a:off x="3523550" y="3310175"/>
              <a:ext cx="12375" cy="12375"/>
            </a:xfrm>
            <a:custGeom>
              <a:avLst/>
              <a:gdLst/>
              <a:ahLst/>
              <a:cxnLst/>
              <a:rect l="l" t="t" r="r" b="b"/>
              <a:pathLst>
                <a:path w="495" h="495" extrusionOk="0">
                  <a:moveTo>
                    <a:pt x="250" y="1"/>
                  </a:moveTo>
                  <a:cubicBezTo>
                    <a:pt x="107" y="1"/>
                    <a:pt x="0" y="108"/>
                    <a:pt x="0" y="252"/>
                  </a:cubicBezTo>
                  <a:cubicBezTo>
                    <a:pt x="0" y="388"/>
                    <a:pt x="107" y="495"/>
                    <a:pt x="250" y="495"/>
                  </a:cubicBezTo>
                  <a:cubicBezTo>
                    <a:pt x="388" y="495"/>
                    <a:pt x="494" y="388"/>
                    <a:pt x="494" y="252"/>
                  </a:cubicBezTo>
                  <a:cubicBezTo>
                    <a:pt x="494" y="108"/>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5" name="Google Shape;15305;p32"/>
            <p:cNvSpPr/>
            <p:nvPr/>
          </p:nvSpPr>
          <p:spPr>
            <a:xfrm>
              <a:off x="676400" y="340192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6" name="Google Shape;15306;p32"/>
            <p:cNvSpPr/>
            <p:nvPr/>
          </p:nvSpPr>
          <p:spPr>
            <a:xfrm>
              <a:off x="768325" y="3401925"/>
              <a:ext cx="12400" cy="12600"/>
            </a:xfrm>
            <a:custGeom>
              <a:avLst/>
              <a:gdLst/>
              <a:ahLst/>
              <a:cxnLst/>
              <a:rect l="l" t="t" r="r" b="b"/>
              <a:pathLst>
                <a:path w="496" h="504"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7" name="Google Shape;15307;p32"/>
            <p:cNvSpPr/>
            <p:nvPr/>
          </p:nvSpPr>
          <p:spPr>
            <a:xfrm>
              <a:off x="860125" y="3401925"/>
              <a:ext cx="12525" cy="12600"/>
            </a:xfrm>
            <a:custGeom>
              <a:avLst/>
              <a:gdLst/>
              <a:ahLst/>
              <a:cxnLst/>
              <a:rect l="l" t="t" r="r" b="b"/>
              <a:pathLst>
                <a:path w="501" h="504"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8" name="Google Shape;15308;p32"/>
            <p:cNvSpPr/>
            <p:nvPr/>
          </p:nvSpPr>
          <p:spPr>
            <a:xfrm>
              <a:off x="951850" y="340192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9" name="Google Shape;15309;p32"/>
            <p:cNvSpPr/>
            <p:nvPr/>
          </p:nvSpPr>
          <p:spPr>
            <a:xfrm>
              <a:off x="1043825" y="3401925"/>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0" name="Google Shape;15310;p32"/>
            <p:cNvSpPr/>
            <p:nvPr/>
          </p:nvSpPr>
          <p:spPr>
            <a:xfrm>
              <a:off x="1135575" y="3401925"/>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1" name="Google Shape;15311;p32"/>
            <p:cNvSpPr/>
            <p:nvPr/>
          </p:nvSpPr>
          <p:spPr>
            <a:xfrm>
              <a:off x="1227500" y="3401925"/>
              <a:ext cx="12400" cy="12600"/>
            </a:xfrm>
            <a:custGeom>
              <a:avLst/>
              <a:gdLst/>
              <a:ahLst/>
              <a:cxnLst/>
              <a:rect l="l" t="t" r="r" b="b"/>
              <a:pathLst>
                <a:path w="496" h="504"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2" name="Google Shape;15312;p32"/>
            <p:cNvSpPr/>
            <p:nvPr/>
          </p:nvSpPr>
          <p:spPr>
            <a:xfrm>
              <a:off x="1319275" y="3401925"/>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3" name="Google Shape;15313;p32"/>
            <p:cNvSpPr/>
            <p:nvPr/>
          </p:nvSpPr>
          <p:spPr>
            <a:xfrm>
              <a:off x="1411200" y="3401925"/>
              <a:ext cx="12425" cy="12600"/>
            </a:xfrm>
            <a:custGeom>
              <a:avLst/>
              <a:gdLst/>
              <a:ahLst/>
              <a:cxnLst/>
              <a:rect l="l" t="t" r="r" b="b"/>
              <a:pathLst>
                <a:path w="497" h="504"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4" name="Google Shape;15314;p32"/>
            <p:cNvSpPr/>
            <p:nvPr/>
          </p:nvSpPr>
          <p:spPr>
            <a:xfrm>
              <a:off x="1503000" y="3401925"/>
              <a:ext cx="12525" cy="12600"/>
            </a:xfrm>
            <a:custGeom>
              <a:avLst/>
              <a:gdLst/>
              <a:ahLst/>
              <a:cxnLst/>
              <a:rect l="l" t="t" r="r" b="b"/>
              <a:pathLst>
                <a:path w="501" h="504"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5" name="Google Shape;15315;p32"/>
            <p:cNvSpPr/>
            <p:nvPr/>
          </p:nvSpPr>
          <p:spPr>
            <a:xfrm>
              <a:off x="1594750" y="3401925"/>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6" name="Google Shape;15316;p32"/>
            <p:cNvSpPr/>
            <p:nvPr/>
          </p:nvSpPr>
          <p:spPr>
            <a:xfrm>
              <a:off x="1686650" y="340192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7" name="Google Shape;15317;p32"/>
            <p:cNvSpPr/>
            <p:nvPr/>
          </p:nvSpPr>
          <p:spPr>
            <a:xfrm>
              <a:off x="1778450" y="3401925"/>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8" name="Google Shape;15318;p32"/>
            <p:cNvSpPr/>
            <p:nvPr/>
          </p:nvSpPr>
          <p:spPr>
            <a:xfrm>
              <a:off x="1870375" y="3401925"/>
              <a:ext cx="12400" cy="12600"/>
            </a:xfrm>
            <a:custGeom>
              <a:avLst/>
              <a:gdLst/>
              <a:ahLst/>
              <a:cxnLst/>
              <a:rect l="l" t="t" r="r" b="b"/>
              <a:pathLst>
                <a:path w="496" h="504"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9" name="Google Shape;15319;p32"/>
            <p:cNvSpPr/>
            <p:nvPr/>
          </p:nvSpPr>
          <p:spPr>
            <a:xfrm>
              <a:off x="1962150" y="3401925"/>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0" name="Google Shape;15320;p32"/>
            <p:cNvSpPr/>
            <p:nvPr/>
          </p:nvSpPr>
          <p:spPr>
            <a:xfrm>
              <a:off x="2054075" y="3401925"/>
              <a:ext cx="12425" cy="12600"/>
            </a:xfrm>
            <a:custGeom>
              <a:avLst/>
              <a:gdLst/>
              <a:ahLst/>
              <a:cxnLst/>
              <a:rect l="l" t="t" r="r" b="b"/>
              <a:pathLst>
                <a:path w="497" h="504"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1" name="Google Shape;15321;p32"/>
            <p:cNvSpPr/>
            <p:nvPr/>
          </p:nvSpPr>
          <p:spPr>
            <a:xfrm>
              <a:off x="2145825" y="340192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2" name="Google Shape;15322;p32"/>
            <p:cNvSpPr/>
            <p:nvPr/>
          </p:nvSpPr>
          <p:spPr>
            <a:xfrm>
              <a:off x="2237800" y="3401925"/>
              <a:ext cx="12350" cy="12600"/>
            </a:xfrm>
            <a:custGeom>
              <a:avLst/>
              <a:gdLst/>
              <a:ahLst/>
              <a:cxnLst/>
              <a:rect l="l" t="t" r="r" b="b"/>
              <a:pathLst>
                <a:path w="494" h="504"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3" name="Google Shape;15323;p32"/>
            <p:cNvSpPr/>
            <p:nvPr/>
          </p:nvSpPr>
          <p:spPr>
            <a:xfrm>
              <a:off x="2329550" y="3401925"/>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4" name="Google Shape;15324;p32"/>
            <p:cNvSpPr/>
            <p:nvPr/>
          </p:nvSpPr>
          <p:spPr>
            <a:xfrm>
              <a:off x="2421325" y="3401925"/>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5" name="Google Shape;15325;p32"/>
            <p:cNvSpPr/>
            <p:nvPr/>
          </p:nvSpPr>
          <p:spPr>
            <a:xfrm>
              <a:off x="2513250" y="3401925"/>
              <a:ext cx="12575" cy="12600"/>
            </a:xfrm>
            <a:custGeom>
              <a:avLst/>
              <a:gdLst/>
              <a:ahLst/>
              <a:cxnLst/>
              <a:rect l="l" t="t" r="r" b="b"/>
              <a:pathLst>
                <a:path w="503" h="504"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6" name="Google Shape;15326;p32"/>
            <p:cNvSpPr/>
            <p:nvPr/>
          </p:nvSpPr>
          <p:spPr>
            <a:xfrm>
              <a:off x="2605000" y="3401925"/>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7" name="Google Shape;15327;p32"/>
            <p:cNvSpPr/>
            <p:nvPr/>
          </p:nvSpPr>
          <p:spPr>
            <a:xfrm>
              <a:off x="2696950" y="3401925"/>
              <a:ext cx="12375" cy="12600"/>
            </a:xfrm>
            <a:custGeom>
              <a:avLst/>
              <a:gdLst/>
              <a:ahLst/>
              <a:cxnLst/>
              <a:rect l="l" t="t" r="r" b="b"/>
              <a:pathLst>
                <a:path w="495" h="504"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8" name="Google Shape;15328;p32"/>
            <p:cNvSpPr/>
            <p:nvPr/>
          </p:nvSpPr>
          <p:spPr>
            <a:xfrm>
              <a:off x="2788700" y="340192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9" name="Google Shape;15329;p32"/>
            <p:cNvSpPr/>
            <p:nvPr/>
          </p:nvSpPr>
          <p:spPr>
            <a:xfrm>
              <a:off x="2880675" y="3401925"/>
              <a:ext cx="12375" cy="12600"/>
            </a:xfrm>
            <a:custGeom>
              <a:avLst/>
              <a:gdLst/>
              <a:ahLst/>
              <a:cxnLst/>
              <a:rect l="l" t="t" r="r" b="b"/>
              <a:pathLst>
                <a:path w="495" h="504"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0" name="Google Shape;15330;p32"/>
            <p:cNvSpPr/>
            <p:nvPr/>
          </p:nvSpPr>
          <p:spPr>
            <a:xfrm>
              <a:off x="2972425" y="3401925"/>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1" name="Google Shape;15331;p32"/>
            <p:cNvSpPr/>
            <p:nvPr/>
          </p:nvSpPr>
          <p:spPr>
            <a:xfrm>
              <a:off x="3064375" y="3401925"/>
              <a:ext cx="12375" cy="12600"/>
            </a:xfrm>
            <a:custGeom>
              <a:avLst/>
              <a:gdLst/>
              <a:ahLst/>
              <a:cxnLst/>
              <a:rect l="l" t="t" r="r" b="b"/>
              <a:pathLst>
                <a:path w="495" h="504"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2" name="Google Shape;15332;p32"/>
            <p:cNvSpPr/>
            <p:nvPr/>
          </p:nvSpPr>
          <p:spPr>
            <a:xfrm>
              <a:off x="3156125" y="340192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3" name="Google Shape;15333;p32"/>
            <p:cNvSpPr/>
            <p:nvPr/>
          </p:nvSpPr>
          <p:spPr>
            <a:xfrm>
              <a:off x="3247875" y="3401925"/>
              <a:ext cx="12575" cy="12600"/>
            </a:xfrm>
            <a:custGeom>
              <a:avLst/>
              <a:gdLst/>
              <a:ahLst/>
              <a:cxnLst/>
              <a:rect l="l" t="t" r="r" b="b"/>
              <a:pathLst>
                <a:path w="503"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4" name="Google Shape;15334;p32"/>
            <p:cNvSpPr/>
            <p:nvPr/>
          </p:nvSpPr>
          <p:spPr>
            <a:xfrm>
              <a:off x="3339850" y="3401925"/>
              <a:ext cx="12525" cy="12600"/>
            </a:xfrm>
            <a:custGeom>
              <a:avLst/>
              <a:gdLst/>
              <a:ahLst/>
              <a:cxnLst/>
              <a:rect l="l" t="t" r="r" b="b"/>
              <a:pathLst>
                <a:path w="501" h="504"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5" name="Google Shape;15335;p32"/>
            <p:cNvSpPr/>
            <p:nvPr/>
          </p:nvSpPr>
          <p:spPr>
            <a:xfrm>
              <a:off x="3431575" y="340192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6" name="Google Shape;15336;p32"/>
            <p:cNvSpPr/>
            <p:nvPr/>
          </p:nvSpPr>
          <p:spPr>
            <a:xfrm>
              <a:off x="3523550" y="3401925"/>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7" name="Google Shape;15337;p32"/>
            <p:cNvSpPr/>
            <p:nvPr/>
          </p:nvSpPr>
          <p:spPr>
            <a:xfrm>
              <a:off x="676400" y="3493900"/>
              <a:ext cx="12600" cy="12375"/>
            </a:xfrm>
            <a:custGeom>
              <a:avLst/>
              <a:gdLst/>
              <a:ahLst/>
              <a:cxnLst/>
              <a:rect l="l" t="t" r="r" b="b"/>
              <a:pathLst>
                <a:path w="504" h="495" extrusionOk="0">
                  <a:moveTo>
                    <a:pt x="252" y="0"/>
                  </a:moveTo>
                  <a:cubicBezTo>
                    <a:pt x="116" y="0"/>
                    <a:pt x="1" y="107"/>
                    <a:pt x="1" y="243"/>
                  </a:cubicBezTo>
                  <a:cubicBezTo>
                    <a:pt x="1" y="387"/>
                    <a:pt x="116" y="494"/>
                    <a:pt x="252" y="494"/>
                  </a:cubicBezTo>
                  <a:cubicBezTo>
                    <a:pt x="388" y="494"/>
                    <a:pt x="503" y="387"/>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8" name="Google Shape;15338;p32"/>
            <p:cNvSpPr/>
            <p:nvPr/>
          </p:nvSpPr>
          <p:spPr>
            <a:xfrm>
              <a:off x="768325" y="3493900"/>
              <a:ext cx="12400" cy="12375"/>
            </a:xfrm>
            <a:custGeom>
              <a:avLst/>
              <a:gdLst/>
              <a:ahLst/>
              <a:cxnLst/>
              <a:rect l="l" t="t" r="r" b="b"/>
              <a:pathLst>
                <a:path w="496" h="495" extrusionOk="0">
                  <a:moveTo>
                    <a:pt x="245" y="0"/>
                  </a:moveTo>
                  <a:cubicBezTo>
                    <a:pt x="109" y="0"/>
                    <a:pt x="0" y="107"/>
                    <a:pt x="0" y="243"/>
                  </a:cubicBezTo>
                  <a:cubicBezTo>
                    <a:pt x="0" y="387"/>
                    <a:pt x="109" y="494"/>
                    <a:pt x="245" y="494"/>
                  </a:cubicBezTo>
                  <a:cubicBezTo>
                    <a:pt x="388" y="494"/>
                    <a:pt x="496" y="387"/>
                    <a:pt x="496" y="243"/>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9" name="Google Shape;15339;p32"/>
            <p:cNvSpPr/>
            <p:nvPr/>
          </p:nvSpPr>
          <p:spPr>
            <a:xfrm>
              <a:off x="860125" y="3493900"/>
              <a:ext cx="12525" cy="12375"/>
            </a:xfrm>
            <a:custGeom>
              <a:avLst/>
              <a:gdLst/>
              <a:ahLst/>
              <a:cxnLst/>
              <a:rect l="l" t="t" r="r" b="b"/>
              <a:pathLst>
                <a:path w="501" h="495" extrusionOk="0">
                  <a:moveTo>
                    <a:pt x="251" y="0"/>
                  </a:moveTo>
                  <a:cubicBezTo>
                    <a:pt x="114" y="0"/>
                    <a:pt x="0" y="107"/>
                    <a:pt x="0" y="243"/>
                  </a:cubicBezTo>
                  <a:cubicBezTo>
                    <a:pt x="0" y="387"/>
                    <a:pt x="114" y="494"/>
                    <a:pt x="251" y="494"/>
                  </a:cubicBezTo>
                  <a:cubicBezTo>
                    <a:pt x="387" y="494"/>
                    <a:pt x="501" y="387"/>
                    <a:pt x="501" y="243"/>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0" name="Google Shape;15340;p32"/>
            <p:cNvSpPr/>
            <p:nvPr/>
          </p:nvSpPr>
          <p:spPr>
            <a:xfrm>
              <a:off x="951850" y="3493900"/>
              <a:ext cx="12600" cy="12375"/>
            </a:xfrm>
            <a:custGeom>
              <a:avLst/>
              <a:gdLst/>
              <a:ahLst/>
              <a:cxnLst/>
              <a:rect l="l" t="t" r="r" b="b"/>
              <a:pathLst>
                <a:path w="504" h="495" extrusionOk="0">
                  <a:moveTo>
                    <a:pt x="252" y="0"/>
                  </a:moveTo>
                  <a:cubicBezTo>
                    <a:pt x="116" y="0"/>
                    <a:pt x="1" y="107"/>
                    <a:pt x="1" y="243"/>
                  </a:cubicBezTo>
                  <a:cubicBezTo>
                    <a:pt x="1" y="387"/>
                    <a:pt x="116" y="494"/>
                    <a:pt x="252" y="494"/>
                  </a:cubicBezTo>
                  <a:cubicBezTo>
                    <a:pt x="388" y="494"/>
                    <a:pt x="503" y="387"/>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1" name="Google Shape;15341;p32"/>
            <p:cNvSpPr/>
            <p:nvPr/>
          </p:nvSpPr>
          <p:spPr>
            <a:xfrm>
              <a:off x="1043825" y="3493900"/>
              <a:ext cx="12375" cy="12375"/>
            </a:xfrm>
            <a:custGeom>
              <a:avLst/>
              <a:gdLst/>
              <a:ahLst/>
              <a:cxnLst/>
              <a:rect l="l" t="t" r="r" b="b"/>
              <a:pathLst>
                <a:path w="495" h="495" extrusionOk="0">
                  <a:moveTo>
                    <a:pt x="250" y="0"/>
                  </a:moveTo>
                  <a:cubicBezTo>
                    <a:pt x="107" y="0"/>
                    <a:pt x="0" y="107"/>
                    <a:pt x="0" y="243"/>
                  </a:cubicBezTo>
                  <a:cubicBezTo>
                    <a:pt x="0" y="387"/>
                    <a:pt x="107" y="494"/>
                    <a:pt x="250" y="494"/>
                  </a:cubicBezTo>
                  <a:cubicBezTo>
                    <a:pt x="388" y="494"/>
                    <a:pt x="494" y="387"/>
                    <a:pt x="494" y="243"/>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2" name="Google Shape;15342;p32"/>
            <p:cNvSpPr/>
            <p:nvPr/>
          </p:nvSpPr>
          <p:spPr>
            <a:xfrm>
              <a:off x="1135575" y="3493900"/>
              <a:ext cx="12575" cy="12375"/>
            </a:xfrm>
            <a:custGeom>
              <a:avLst/>
              <a:gdLst/>
              <a:ahLst/>
              <a:cxnLst/>
              <a:rect l="l" t="t" r="r" b="b"/>
              <a:pathLst>
                <a:path w="503" h="495" extrusionOk="0">
                  <a:moveTo>
                    <a:pt x="252" y="0"/>
                  </a:moveTo>
                  <a:cubicBezTo>
                    <a:pt x="116" y="0"/>
                    <a:pt x="0" y="107"/>
                    <a:pt x="0" y="243"/>
                  </a:cubicBezTo>
                  <a:cubicBezTo>
                    <a:pt x="0" y="387"/>
                    <a:pt x="116" y="494"/>
                    <a:pt x="252" y="494"/>
                  </a:cubicBezTo>
                  <a:cubicBezTo>
                    <a:pt x="387" y="494"/>
                    <a:pt x="503" y="387"/>
                    <a:pt x="503" y="243"/>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3" name="Google Shape;15343;p32"/>
            <p:cNvSpPr/>
            <p:nvPr/>
          </p:nvSpPr>
          <p:spPr>
            <a:xfrm>
              <a:off x="1227500" y="3493900"/>
              <a:ext cx="12400" cy="12375"/>
            </a:xfrm>
            <a:custGeom>
              <a:avLst/>
              <a:gdLst/>
              <a:ahLst/>
              <a:cxnLst/>
              <a:rect l="l" t="t" r="r" b="b"/>
              <a:pathLst>
                <a:path w="496" h="495" extrusionOk="0">
                  <a:moveTo>
                    <a:pt x="251" y="0"/>
                  </a:moveTo>
                  <a:cubicBezTo>
                    <a:pt x="109" y="0"/>
                    <a:pt x="0" y="107"/>
                    <a:pt x="0" y="243"/>
                  </a:cubicBezTo>
                  <a:cubicBezTo>
                    <a:pt x="0" y="387"/>
                    <a:pt x="109" y="494"/>
                    <a:pt x="251" y="494"/>
                  </a:cubicBezTo>
                  <a:cubicBezTo>
                    <a:pt x="387" y="494"/>
                    <a:pt x="496" y="387"/>
                    <a:pt x="496" y="243"/>
                  </a:cubicBezTo>
                  <a:cubicBezTo>
                    <a:pt x="496"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4" name="Google Shape;15344;p32"/>
            <p:cNvSpPr/>
            <p:nvPr/>
          </p:nvSpPr>
          <p:spPr>
            <a:xfrm>
              <a:off x="1319275" y="3493900"/>
              <a:ext cx="12550" cy="12375"/>
            </a:xfrm>
            <a:custGeom>
              <a:avLst/>
              <a:gdLst/>
              <a:ahLst/>
              <a:cxnLst/>
              <a:rect l="l" t="t" r="r" b="b"/>
              <a:pathLst>
                <a:path w="502" h="495" extrusionOk="0">
                  <a:moveTo>
                    <a:pt x="252" y="0"/>
                  </a:moveTo>
                  <a:cubicBezTo>
                    <a:pt x="114" y="0"/>
                    <a:pt x="1" y="107"/>
                    <a:pt x="1" y="243"/>
                  </a:cubicBezTo>
                  <a:cubicBezTo>
                    <a:pt x="1" y="387"/>
                    <a:pt x="114" y="494"/>
                    <a:pt x="252" y="494"/>
                  </a:cubicBezTo>
                  <a:cubicBezTo>
                    <a:pt x="388" y="494"/>
                    <a:pt x="501" y="387"/>
                    <a:pt x="501" y="243"/>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5" name="Google Shape;15345;p32"/>
            <p:cNvSpPr/>
            <p:nvPr/>
          </p:nvSpPr>
          <p:spPr>
            <a:xfrm>
              <a:off x="1411200" y="3493900"/>
              <a:ext cx="12425" cy="12375"/>
            </a:xfrm>
            <a:custGeom>
              <a:avLst/>
              <a:gdLst/>
              <a:ahLst/>
              <a:cxnLst/>
              <a:rect l="l" t="t" r="r" b="b"/>
              <a:pathLst>
                <a:path w="497" h="495" extrusionOk="0">
                  <a:moveTo>
                    <a:pt x="245" y="0"/>
                  </a:moveTo>
                  <a:cubicBezTo>
                    <a:pt x="109" y="0"/>
                    <a:pt x="1" y="107"/>
                    <a:pt x="1" y="243"/>
                  </a:cubicBezTo>
                  <a:cubicBezTo>
                    <a:pt x="1" y="387"/>
                    <a:pt x="109" y="494"/>
                    <a:pt x="245" y="494"/>
                  </a:cubicBezTo>
                  <a:cubicBezTo>
                    <a:pt x="388" y="494"/>
                    <a:pt x="496" y="387"/>
                    <a:pt x="496" y="243"/>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6" name="Google Shape;15346;p32"/>
            <p:cNvSpPr/>
            <p:nvPr/>
          </p:nvSpPr>
          <p:spPr>
            <a:xfrm>
              <a:off x="1503000" y="3493900"/>
              <a:ext cx="12525" cy="12375"/>
            </a:xfrm>
            <a:custGeom>
              <a:avLst/>
              <a:gdLst/>
              <a:ahLst/>
              <a:cxnLst/>
              <a:rect l="l" t="t" r="r" b="b"/>
              <a:pathLst>
                <a:path w="501" h="495" extrusionOk="0">
                  <a:moveTo>
                    <a:pt x="250" y="0"/>
                  </a:moveTo>
                  <a:cubicBezTo>
                    <a:pt x="114" y="0"/>
                    <a:pt x="0" y="107"/>
                    <a:pt x="0" y="243"/>
                  </a:cubicBezTo>
                  <a:cubicBezTo>
                    <a:pt x="0" y="387"/>
                    <a:pt x="114" y="494"/>
                    <a:pt x="250" y="494"/>
                  </a:cubicBezTo>
                  <a:cubicBezTo>
                    <a:pt x="387" y="494"/>
                    <a:pt x="501" y="387"/>
                    <a:pt x="501" y="243"/>
                  </a:cubicBezTo>
                  <a:cubicBezTo>
                    <a:pt x="501" y="107"/>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7" name="Google Shape;15347;p32"/>
            <p:cNvSpPr/>
            <p:nvPr/>
          </p:nvSpPr>
          <p:spPr>
            <a:xfrm>
              <a:off x="1594750" y="3493900"/>
              <a:ext cx="12575" cy="12375"/>
            </a:xfrm>
            <a:custGeom>
              <a:avLst/>
              <a:gdLst/>
              <a:ahLst/>
              <a:cxnLst/>
              <a:rect l="l" t="t" r="r" b="b"/>
              <a:pathLst>
                <a:path w="503" h="495" extrusionOk="0">
                  <a:moveTo>
                    <a:pt x="251" y="0"/>
                  </a:moveTo>
                  <a:cubicBezTo>
                    <a:pt x="115" y="0"/>
                    <a:pt x="0" y="107"/>
                    <a:pt x="0" y="243"/>
                  </a:cubicBezTo>
                  <a:cubicBezTo>
                    <a:pt x="0" y="387"/>
                    <a:pt x="115" y="494"/>
                    <a:pt x="251" y="494"/>
                  </a:cubicBezTo>
                  <a:cubicBezTo>
                    <a:pt x="394" y="494"/>
                    <a:pt x="503" y="387"/>
                    <a:pt x="503" y="243"/>
                  </a:cubicBezTo>
                  <a:cubicBezTo>
                    <a:pt x="503" y="107"/>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8" name="Google Shape;15348;p32"/>
            <p:cNvSpPr/>
            <p:nvPr/>
          </p:nvSpPr>
          <p:spPr>
            <a:xfrm>
              <a:off x="1686650" y="3493900"/>
              <a:ext cx="12600" cy="12375"/>
            </a:xfrm>
            <a:custGeom>
              <a:avLst/>
              <a:gdLst/>
              <a:ahLst/>
              <a:cxnLst/>
              <a:rect l="l" t="t" r="r" b="b"/>
              <a:pathLst>
                <a:path w="504" h="495" extrusionOk="0">
                  <a:moveTo>
                    <a:pt x="252" y="0"/>
                  </a:moveTo>
                  <a:cubicBezTo>
                    <a:pt x="116" y="0"/>
                    <a:pt x="1" y="107"/>
                    <a:pt x="1" y="243"/>
                  </a:cubicBezTo>
                  <a:cubicBezTo>
                    <a:pt x="1" y="387"/>
                    <a:pt x="116" y="494"/>
                    <a:pt x="252" y="494"/>
                  </a:cubicBezTo>
                  <a:cubicBezTo>
                    <a:pt x="388" y="494"/>
                    <a:pt x="503" y="387"/>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9" name="Google Shape;15349;p32"/>
            <p:cNvSpPr/>
            <p:nvPr/>
          </p:nvSpPr>
          <p:spPr>
            <a:xfrm>
              <a:off x="1778450" y="3493900"/>
              <a:ext cx="12550" cy="12375"/>
            </a:xfrm>
            <a:custGeom>
              <a:avLst/>
              <a:gdLst/>
              <a:ahLst/>
              <a:cxnLst/>
              <a:rect l="l" t="t" r="r" b="b"/>
              <a:pathLst>
                <a:path w="502" h="495" extrusionOk="0">
                  <a:moveTo>
                    <a:pt x="252" y="0"/>
                  </a:moveTo>
                  <a:cubicBezTo>
                    <a:pt x="114" y="0"/>
                    <a:pt x="1" y="107"/>
                    <a:pt x="1" y="243"/>
                  </a:cubicBezTo>
                  <a:cubicBezTo>
                    <a:pt x="1" y="387"/>
                    <a:pt x="114" y="494"/>
                    <a:pt x="252" y="494"/>
                  </a:cubicBezTo>
                  <a:cubicBezTo>
                    <a:pt x="388" y="494"/>
                    <a:pt x="501" y="387"/>
                    <a:pt x="501" y="243"/>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0" name="Google Shape;15350;p32"/>
            <p:cNvSpPr/>
            <p:nvPr/>
          </p:nvSpPr>
          <p:spPr>
            <a:xfrm>
              <a:off x="1870375" y="3493900"/>
              <a:ext cx="12400" cy="12375"/>
            </a:xfrm>
            <a:custGeom>
              <a:avLst/>
              <a:gdLst/>
              <a:ahLst/>
              <a:cxnLst/>
              <a:rect l="l" t="t" r="r" b="b"/>
              <a:pathLst>
                <a:path w="496" h="495" extrusionOk="0">
                  <a:moveTo>
                    <a:pt x="252" y="0"/>
                  </a:moveTo>
                  <a:cubicBezTo>
                    <a:pt x="109" y="0"/>
                    <a:pt x="0" y="107"/>
                    <a:pt x="0" y="243"/>
                  </a:cubicBezTo>
                  <a:cubicBezTo>
                    <a:pt x="0" y="387"/>
                    <a:pt x="109" y="494"/>
                    <a:pt x="252" y="494"/>
                  </a:cubicBezTo>
                  <a:cubicBezTo>
                    <a:pt x="387" y="494"/>
                    <a:pt x="496" y="387"/>
                    <a:pt x="496" y="243"/>
                  </a:cubicBezTo>
                  <a:cubicBezTo>
                    <a:pt x="496"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1" name="Google Shape;15351;p32"/>
            <p:cNvSpPr/>
            <p:nvPr/>
          </p:nvSpPr>
          <p:spPr>
            <a:xfrm>
              <a:off x="1962150" y="3493900"/>
              <a:ext cx="12550" cy="12375"/>
            </a:xfrm>
            <a:custGeom>
              <a:avLst/>
              <a:gdLst/>
              <a:ahLst/>
              <a:cxnLst/>
              <a:rect l="l" t="t" r="r" b="b"/>
              <a:pathLst>
                <a:path w="502" h="495" extrusionOk="0">
                  <a:moveTo>
                    <a:pt x="250" y="0"/>
                  </a:moveTo>
                  <a:cubicBezTo>
                    <a:pt x="114" y="0"/>
                    <a:pt x="1" y="107"/>
                    <a:pt x="1" y="243"/>
                  </a:cubicBezTo>
                  <a:cubicBezTo>
                    <a:pt x="1" y="387"/>
                    <a:pt x="114" y="494"/>
                    <a:pt x="250" y="494"/>
                  </a:cubicBezTo>
                  <a:cubicBezTo>
                    <a:pt x="388" y="494"/>
                    <a:pt x="502" y="387"/>
                    <a:pt x="502" y="243"/>
                  </a:cubicBezTo>
                  <a:cubicBezTo>
                    <a:pt x="502"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2" name="Google Shape;15352;p32"/>
            <p:cNvSpPr/>
            <p:nvPr/>
          </p:nvSpPr>
          <p:spPr>
            <a:xfrm>
              <a:off x="2054075" y="3493900"/>
              <a:ext cx="12425" cy="12375"/>
            </a:xfrm>
            <a:custGeom>
              <a:avLst/>
              <a:gdLst/>
              <a:ahLst/>
              <a:cxnLst/>
              <a:rect l="l" t="t" r="r" b="b"/>
              <a:pathLst>
                <a:path w="497" h="495" extrusionOk="0">
                  <a:moveTo>
                    <a:pt x="252" y="0"/>
                  </a:moveTo>
                  <a:cubicBezTo>
                    <a:pt x="109" y="0"/>
                    <a:pt x="1" y="107"/>
                    <a:pt x="1" y="243"/>
                  </a:cubicBezTo>
                  <a:cubicBezTo>
                    <a:pt x="1" y="387"/>
                    <a:pt x="109" y="494"/>
                    <a:pt x="252" y="494"/>
                  </a:cubicBezTo>
                  <a:cubicBezTo>
                    <a:pt x="388" y="494"/>
                    <a:pt x="496" y="387"/>
                    <a:pt x="496" y="243"/>
                  </a:cubicBezTo>
                  <a:cubicBezTo>
                    <a:pt x="496"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3" name="Google Shape;15353;p32"/>
            <p:cNvSpPr/>
            <p:nvPr/>
          </p:nvSpPr>
          <p:spPr>
            <a:xfrm>
              <a:off x="2145825" y="3493900"/>
              <a:ext cx="12600" cy="12375"/>
            </a:xfrm>
            <a:custGeom>
              <a:avLst/>
              <a:gdLst/>
              <a:ahLst/>
              <a:cxnLst/>
              <a:rect l="l" t="t" r="r" b="b"/>
              <a:pathLst>
                <a:path w="504" h="495" extrusionOk="0">
                  <a:moveTo>
                    <a:pt x="252" y="0"/>
                  </a:moveTo>
                  <a:cubicBezTo>
                    <a:pt x="116" y="0"/>
                    <a:pt x="1" y="107"/>
                    <a:pt x="1" y="243"/>
                  </a:cubicBezTo>
                  <a:cubicBezTo>
                    <a:pt x="1" y="387"/>
                    <a:pt x="116" y="494"/>
                    <a:pt x="252" y="494"/>
                  </a:cubicBezTo>
                  <a:cubicBezTo>
                    <a:pt x="388" y="494"/>
                    <a:pt x="503" y="387"/>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4" name="Google Shape;15354;p32"/>
            <p:cNvSpPr/>
            <p:nvPr/>
          </p:nvSpPr>
          <p:spPr>
            <a:xfrm>
              <a:off x="2237800" y="3493900"/>
              <a:ext cx="12350" cy="12375"/>
            </a:xfrm>
            <a:custGeom>
              <a:avLst/>
              <a:gdLst/>
              <a:ahLst/>
              <a:cxnLst/>
              <a:rect l="l" t="t" r="r" b="b"/>
              <a:pathLst>
                <a:path w="494" h="495" extrusionOk="0">
                  <a:moveTo>
                    <a:pt x="244" y="0"/>
                  </a:moveTo>
                  <a:cubicBezTo>
                    <a:pt x="107" y="0"/>
                    <a:pt x="0" y="107"/>
                    <a:pt x="0" y="243"/>
                  </a:cubicBezTo>
                  <a:cubicBezTo>
                    <a:pt x="0" y="387"/>
                    <a:pt x="107" y="494"/>
                    <a:pt x="244" y="494"/>
                  </a:cubicBezTo>
                  <a:cubicBezTo>
                    <a:pt x="387" y="494"/>
                    <a:pt x="494" y="387"/>
                    <a:pt x="494" y="243"/>
                  </a:cubicBezTo>
                  <a:cubicBezTo>
                    <a:pt x="494" y="107"/>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5" name="Google Shape;15355;p32"/>
            <p:cNvSpPr/>
            <p:nvPr/>
          </p:nvSpPr>
          <p:spPr>
            <a:xfrm>
              <a:off x="2329550" y="3493900"/>
              <a:ext cx="12575" cy="12375"/>
            </a:xfrm>
            <a:custGeom>
              <a:avLst/>
              <a:gdLst/>
              <a:ahLst/>
              <a:cxnLst/>
              <a:rect l="l" t="t" r="r" b="b"/>
              <a:pathLst>
                <a:path w="503" h="495" extrusionOk="0">
                  <a:moveTo>
                    <a:pt x="251" y="0"/>
                  </a:moveTo>
                  <a:cubicBezTo>
                    <a:pt x="115" y="0"/>
                    <a:pt x="0" y="107"/>
                    <a:pt x="0" y="243"/>
                  </a:cubicBezTo>
                  <a:cubicBezTo>
                    <a:pt x="0" y="387"/>
                    <a:pt x="115" y="494"/>
                    <a:pt x="251" y="494"/>
                  </a:cubicBezTo>
                  <a:cubicBezTo>
                    <a:pt x="387" y="494"/>
                    <a:pt x="502" y="387"/>
                    <a:pt x="502" y="243"/>
                  </a:cubicBezTo>
                  <a:cubicBezTo>
                    <a:pt x="502"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6" name="Google Shape;15356;p32"/>
            <p:cNvSpPr/>
            <p:nvPr/>
          </p:nvSpPr>
          <p:spPr>
            <a:xfrm>
              <a:off x="2421325" y="3493900"/>
              <a:ext cx="12550" cy="12375"/>
            </a:xfrm>
            <a:custGeom>
              <a:avLst/>
              <a:gdLst/>
              <a:ahLst/>
              <a:cxnLst/>
              <a:rect l="l" t="t" r="r" b="b"/>
              <a:pathLst>
                <a:path w="502" h="495" extrusionOk="0">
                  <a:moveTo>
                    <a:pt x="250" y="0"/>
                  </a:moveTo>
                  <a:cubicBezTo>
                    <a:pt x="114" y="0"/>
                    <a:pt x="1" y="107"/>
                    <a:pt x="1" y="243"/>
                  </a:cubicBezTo>
                  <a:cubicBezTo>
                    <a:pt x="1" y="387"/>
                    <a:pt x="114" y="494"/>
                    <a:pt x="250" y="494"/>
                  </a:cubicBezTo>
                  <a:cubicBezTo>
                    <a:pt x="395" y="494"/>
                    <a:pt x="501" y="387"/>
                    <a:pt x="501" y="243"/>
                  </a:cubicBezTo>
                  <a:cubicBezTo>
                    <a:pt x="501" y="107"/>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7" name="Google Shape;15357;p32"/>
            <p:cNvSpPr/>
            <p:nvPr/>
          </p:nvSpPr>
          <p:spPr>
            <a:xfrm>
              <a:off x="2513250" y="3493900"/>
              <a:ext cx="12575" cy="12375"/>
            </a:xfrm>
            <a:custGeom>
              <a:avLst/>
              <a:gdLst/>
              <a:ahLst/>
              <a:cxnLst/>
              <a:rect l="l" t="t" r="r" b="b"/>
              <a:pathLst>
                <a:path w="503" h="495" extrusionOk="0">
                  <a:moveTo>
                    <a:pt x="252" y="0"/>
                  </a:moveTo>
                  <a:cubicBezTo>
                    <a:pt x="109" y="0"/>
                    <a:pt x="0" y="107"/>
                    <a:pt x="0" y="243"/>
                  </a:cubicBezTo>
                  <a:cubicBezTo>
                    <a:pt x="0" y="387"/>
                    <a:pt x="109" y="494"/>
                    <a:pt x="252" y="494"/>
                  </a:cubicBezTo>
                  <a:cubicBezTo>
                    <a:pt x="388" y="494"/>
                    <a:pt x="503" y="387"/>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8" name="Google Shape;15358;p32"/>
            <p:cNvSpPr/>
            <p:nvPr/>
          </p:nvSpPr>
          <p:spPr>
            <a:xfrm>
              <a:off x="2605000" y="3493900"/>
              <a:ext cx="12575" cy="12375"/>
            </a:xfrm>
            <a:custGeom>
              <a:avLst/>
              <a:gdLst/>
              <a:ahLst/>
              <a:cxnLst/>
              <a:rect l="l" t="t" r="r" b="b"/>
              <a:pathLst>
                <a:path w="503" h="495" extrusionOk="0">
                  <a:moveTo>
                    <a:pt x="252" y="0"/>
                  </a:moveTo>
                  <a:cubicBezTo>
                    <a:pt x="116" y="0"/>
                    <a:pt x="0" y="107"/>
                    <a:pt x="0" y="243"/>
                  </a:cubicBezTo>
                  <a:cubicBezTo>
                    <a:pt x="0" y="387"/>
                    <a:pt x="116" y="494"/>
                    <a:pt x="252" y="494"/>
                  </a:cubicBezTo>
                  <a:cubicBezTo>
                    <a:pt x="387" y="494"/>
                    <a:pt x="503" y="387"/>
                    <a:pt x="503" y="243"/>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9" name="Google Shape;15359;p32"/>
            <p:cNvSpPr/>
            <p:nvPr/>
          </p:nvSpPr>
          <p:spPr>
            <a:xfrm>
              <a:off x="2696950" y="3493900"/>
              <a:ext cx="12375" cy="12375"/>
            </a:xfrm>
            <a:custGeom>
              <a:avLst/>
              <a:gdLst/>
              <a:ahLst/>
              <a:cxnLst/>
              <a:rect l="l" t="t" r="r" b="b"/>
              <a:pathLst>
                <a:path w="495" h="495" extrusionOk="0">
                  <a:moveTo>
                    <a:pt x="252" y="0"/>
                  </a:moveTo>
                  <a:cubicBezTo>
                    <a:pt x="108" y="0"/>
                    <a:pt x="1" y="107"/>
                    <a:pt x="1" y="243"/>
                  </a:cubicBezTo>
                  <a:cubicBezTo>
                    <a:pt x="1" y="387"/>
                    <a:pt x="108" y="494"/>
                    <a:pt x="252" y="494"/>
                  </a:cubicBezTo>
                  <a:cubicBezTo>
                    <a:pt x="388" y="494"/>
                    <a:pt x="495" y="387"/>
                    <a:pt x="495" y="243"/>
                  </a:cubicBezTo>
                  <a:cubicBezTo>
                    <a:pt x="495"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0" name="Google Shape;15360;p32"/>
            <p:cNvSpPr/>
            <p:nvPr/>
          </p:nvSpPr>
          <p:spPr>
            <a:xfrm>
              <a:off x="2788700" y="3493900"/>
              <a:ext cx="12600" cy="12375"/>
            </a:xfrm>
            <a:custGeom>
              <a:avLst/>
              <a:gdLst/>
              <a:ahLst/>
              <a:cxnLst/>
              <a:rect l="l" t="t" r="r" b="b"/>
              <a:pathLst>
                <a:path w="504" h="495" extrusionOk="0">
                  <a:moveTo>
                    <a:pt x="252" y="0"/>
                  </a:moveTo>
                  <a:cubicBezTo>
                    <a:pt x="116" y="0"/>
                    <a:pt x="1" y="107"/>
                    <a:pt x="1" y="243"/>
                  </a:cubicBezTo>
                  <a:cubicBezTo>
                    <a:pt x="1" y="387"/>
                    <a:pt x="116" y="494"/>
                    <a:pt x="252" y="494"/>
                  </a:cubicBezTo>
                  <a:cubicBezTo>
                    <a:pt x="388" y="494"/>
                    <a:pt x="503" y="387"/>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1" name="Google Shape;15361;p32"/>
            <p:cNvSpPr/>
            <p:nvPr/>
          </p:nvSpPr>
          <p:spPr>
            <a:xfrm>
              <a:off x="2880675" y="3493900"/>
              <a:ext cx="12375" cy="12375"/>
            </a:xfrm>
            <a:custGeom>
              <a:avLst/>
              <a:gdLst/>
              <a:ahLst/>
              <a:cxnLst/>
              <a:rect l="l" t="t" r="r" b="b"/>
              <a:pathLst>
                <a:path w="495" h="495" extrusionOk="0">
                  <a:moveTo>
                    <a:pt x="243" y="0"/>
                  </a:moveTo>
                  <a:cubicBezTo>
                    <a:pt x="107" y="0"/>
                    <a:pt x="0" y="107"/>
                    <a:pt x="0" y="243"/>
                  </a:cubicBezTo>
                  <a:cubicBezTo>
                    <a:pt x="0" y="387"/>
                    <a:pt x="107" y="494"/>
                    <a:pt x="243" y="494"/>
                  </a:cubicBezTo>
                  <a:cubicBezTo>
                    <a:pt x="387" y="494"/>
                    <a:pt x="494" y="387"/>
                    <a:pt x="494" y="243"/>
                  </a:cubicBezTo>
                  <a:cubicBezTo>
                    <a:pt x="494" y="107"/>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2" name="Google Shape;15362;p32"/>
            <p:cNvSpPr/>
            <p:nvPr/>
          </p:nvSpPr>
          <p:spPr>
            <a:xfrm>
              <a:off x="2972425" y="3493900"/>
              <a:ext cx="12575" cy="12375"/>
            </a:xfrm>
            <a:custGeom>
              <a:avLst/>
              <a:gdLst/>
              <a:ahLst/>
              <a:cxnLst/>
              <a:rect l="l" t="t" r="r" b="b"/>
              <a:pathLst>
                <a:path w="503" h="495" extrusionOk="0">
                  <a:moveTo>
                    <a:pt x="251" y="0"/>
                  </a:moveTo>
                  <a:cubicBezTo>
                    <a:pt x="115" y="0"/>
                    <a:pt x="0" y="107"/>
                    <a:pt x="0" y="243"/>
                  </a:cubicBezTo>
                  <a:cubicBezTo>
                    <a:pt x="0" y="387"/>
                    <a:pt x="115" y="494"/>
                    <a:pt x="251" y="494"/>
                  </a:cubicBezTo>
                  <a:cubicBezTo>
                    <a:pt x="387" y="494"/>
                    <a:pt x="503" y="387"/>
                    <a:pt x="503" y="243"/>
                  </a:cubicBezTo>
                  <a:cubicBezTo>
                    <a:pt x="503"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3" name="Google Shape;15363;p32"/>
            <p:cNvSpPr/>
            <p:nvPr/>
          </p:nvSpPr>
          <p:spPr>
            <a:xfrm>
              <a:off x="3064375" y="3493900"/>
              <a:ext cx="12375" cy="12375"/>
            </a:xfrm>
            <a:custGeom>
              <a:avLst/>
              <a:gdLst/>
              <a:ahLst/>
              <a:cxnLst/>
              <a:rect l="l" t="t" r="r" b="b"/>
              <a:pathLst>
                <a:path w="495" h="495" extrusionOk="0">
                  <a:moveTo>
                    <a:pt x="243" y="0"/>
                  </a:moveTo>
                  <a:cubicBezTo>
                    <a:pt x="107" y="0"/>
                    <a:pt x="1" y="107"/>
                    <a:pt x="1" y="243"/>
                  </a:cubicBezTo>
                  <a:cubicBezTo>
                    <a:pt x="1" y="387"/>
                    <a:pt x="107" y="494"/>
                    <a:pt x="243" y="494"/>
                  </a:cubicBezTo>
                  <a:cubicBezTo>
                    <a:pt x="388" y="494"/>
                    <a:pt x="495" y="387"/>
                    <a:pt x="495" y="243"/>
                  </a:cubicBezTo>
                  <a:cubicBezTo>
                    <a:pt x="495" y="107"/>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4" name="Google Shape;15364;p32"/>
            <p:cNvSpPr/>
            <p:nvPr/>
          </p:nvSpPr>
          <p:spPr>
            <a:xfrm>
              <a:off x="3156125" y="3493900"/>
              <a:ext cx="12600" cy="12375"/>
            </a:xfrm>
            <a:custGeom>
              <a:avLst/>
              <a:gdLst/>
              <a:ahLst/>
              <a:cxnLst/>
              <a:rect l="l" t="t" r="r" b="b"/>
              <a:pathLst>
                <a:path w="504" h="495" extrusionOk="0">
                  <a:moveTo>
                    <a:pt x="252" y="0"/>
                  </a:moveTo>
                  <a:cubicBezTo>
                    <a:pt x="116" y="0"/>
                    <a:pt x="1" y="107"/>
                    <a:pt x="1" y="243"/>
                  </a:cubicBezTo>
                  <a:cubicBezTo>
                    <a:pt x="1" y="387"/>
                    <a:pt x="116" y="494"/>
                    <a:pt x="252" y="494"/>
                  </a:cubicBezTo>
                  <a:cubicBezTo>
                    <a:pt x="388" y="494"/>
                    <a:pt x="503" y="387"/>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5" name="Google Shape;15365;p32"/>
            <p:cNvSpPr/>
            <p:nvPr/>
          </p:nvSpPr>
          <p:spPr>
            <a:xfrm>
              <a:off x="3247875" y="3493900"/>
              <a:ext cx="12575" cy="12375"/>
            </a:xfrm>
            <a:custGeom>
              <a:avLst/>
              <a:gdLst/>
              <a:ahLst/>
              <a:cxnLst/>
              <a:rect l="l" t="t" r="r" b="b"/>
              <a:pathLst>
                <a:path w="503" h="495" extrusionOk="0">
                  <a:moveTo>
                    <a:pt x="252" y="0"/>
                  </a:moveTo>
                  <a:cubicBezTo>
                    <a:pt x="116" y="0"/>
                    <a:pt x="1" y="107"/>
                    <a:pt x="1" y="243"/>
                  </a:cubicBezTo>
                  <a:cubicBezTo>
                    <a:pt x="1" y="387"/>
                    <a:pt x="116" y="494"/>
                    <a:pt x="252" y="494"/>
                  </a:cubicBezTo>
                  <a:cubicBezTo>
                    <a:pt x="388" y="494"/>
                    <a:pt x="503" y="387"/>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6" name="Google Shape;15366;p32"/>
            <p:cNvSpPr/>
            <p:nvPr/>
          </p:nvSpPr>
          <p:spPr>
            <a:xfrm>
              <a:off x="3339850" y="3493900"/>
              <a:ext cx="12525" cy="12375"/>
            </a:xfrm>
            <a:custGeom>
              <a:avLst/>
              <a:gdLst/>
              <a:ahLst/>
              <a:cxnLst/>
              <a:rect l="l" t="t" r="r" b="b"/>
              <a:pathLst>
                <a:path w="501" h="495" extrusionOk="0">
                  <a:moveTo>
                    <a:pt x="251" y="0"/>
                  </a:moveTo>
                  <a:cubicBezTo>
                    <a:pt x="107" y="0"/>
                    <a:pt x="0" y="107"/>
                    <a:pt x="0" y="243"/>
                  </a:cubicBezTo>
                  <a:cubicBezTo>
                    <a:pt x="0" y="387"/>
                    <a:pt x="107" y="494"/>
                    <a:pt x="251" y="494"/>
                  </a:cubicBezTo>
                  <a:cubicBezTo>
                    <a:pt x="387" y="494"/>
                    <a:pt x="501" y="387"/>
                    <a:pt x="501" y="243"/>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7" name="Google Shape;15367;p32"/>
            <p:cNvSpPr/>
            <p:nvPr/>
          </p:nvSpPr>
          <p:spPr>
            <a:xfrm>
              <a:off x="3431575" y="3493900"/>
              <a:ext cx="12600" cy="12375"/>
            </a:xfrm>
            <a:custGeom>
              <a:avLst/>
              <a:gdLst/>
              <a:ahLst/>
              <a:cxnLst/>
              <a:rect l="l" t="t" r="r" b="b"/>
              <a:pathLst>
                <a:path w="504" h="495" extrusionOk="0">
                  <a:moveTo>
                    <a:pt x="252" y="0"/>
                  </a:moveTo>
                  <a:cubicBezTo>
                    <a:pt x="116" y="0"/>
                    <a:pt x="1" y="107"/>
                    <a:pt x="1" y="243"/>
                  </a:cubicBezTo>
                  <a:cubicBezTo>
                    <a:pt x="1" y="387"/>
                    <a:pt x="116" y="494"/>
                    <a:pt x="252" y="494"/>
                  </a:cubicBezTo>
                  <a:cubicBezTo>
                    <a:pt x="388" y="494"/>
                    <a:pt x="503" y="387"/>
                    <a:pt x="503" y="243"/>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8" name="Google Shape;15368;p32"/>
            <p:cNvSpPr/>
            <p:nvPr/>
          </p:nvSpPr>
          <p:spPr>
            <a:xfrm>
              <a:off x="3523550" y="3493900"/>
              <a:ext cx="12375" cy="12375"/>
            </a:xfrm>
            <a:custGeom>
              <a:avLst/>
              <a:gdLst/>
              <a:ahLst/>
              <a:cxnLst/>
              <a:rect l="l" t="t" r="r" b="b"/>
              <a:pathLst>
                <a:path w="495" h="495" extrusionOk="0">
                  <a:moveTo>
                    <a:pt x="250" y="0"/>
                  </a:moveTo>
                  <a:cubicBezTo>
                    <a:pt x="107" y="0"/>
                    <a:pt x="0" y="107"/>
                    <a:pt x="0" y="243"/>
                  </a:cubicBezTo>
                  <a:cubicBezTo>
                    <a:pt x="0" y="387"/>
                    <a:pt x="107" y="494"/>
                    <a:pt x="250" y="494"/>
                  </a:cubicBezTo>
                  <a:cubicBezTo>
                    <a:pt x="388" y="494"/>
                    <a:pt x="494" y="387"/>
                    <a:pt x="494" y="243"/>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9" name="Google Shape;15369;p32"/>
            <p:cNvSpPr/>
            <p:nvPr/>
          </p:nvSpPr>
          <p:spPr>
            <a:xfrm>
              <a:off x="676400" y="358565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0" name="Google Shape;15370;p32"/>
            <p:cNvSpPr/>
            <p:nvPr/>
          </p:nvSpPr>
          <p:spPr>
            <a:xfrm>
              <a:off x="768325" y="3585650"/>
              <a:ext cx="12400" cy="12575"/>
            </a:xfrm>
            <a:custGeom>
              <a:avLst/>
              <a:gdLst/>
              <a:ahLst/>
              <a:cxnLst/>
              <a:rect l="l" t="t" r="r" b="b"/>
              <a:pathLst>
                <a:path w="496" h="503" extrusionOk="0">
                  <a:moveTo>
                    <a:pt x="245" y="0"/>
                  </a:moveTo>
                  <a:cubicBezTo>
                    <a:pt x="109" y="0"/>
                    <a:pt x="0" y="115"/>
                    <a:pt x="0" y="251"/>
                  </a:cubicBezTo>
                  <a:cubicBezTo>
                    <a:pt x="0" y="387"/>
                    <a:pt x="109" y="503"/>
                    <a:pt x="245" y="503"/>
                  </a:cubicBezTo>
                  <a:cubicBezTo>
                    <a:pt x="388" y="503"/>
                    <a:pt x="496" y="387"/>
                    <a:pt x="496" y="251"/>
                  </a:cubicBezTo>
                  <a:cubicBezTo>
                    <a:pt x="496" y="115"/>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1" name="Google Shape;15371;p32"/>
            <p:cNvSpPr/>
            <p:nvPr/>
          </p:nvSpPr>
          <p:spPr>
            <a:xfrm>
              <a:off x="860125" y="3585650"/>
              <a:ext cx="12525" cy="12575"/>
            </a:xfrm>
            <a:custGeom>
              <a:avLst/>
              <a:gdLst/>
              <a:ahLst/>
              <a:cxnLst/>
              <a:rect l="l" t="t" r="r" b="b"/>
              <a:pathLst>
                <a:path w="501" h="503" extrusionOk="0">
                  <a:moveTo>
                    <a:pt x="251" y="0"/>
                  </a:moveTo>
                  <a:cubicBezTo>
                    <a:pt x="114" y="0"/>
                    <a:pt x="0" y="115"/>
                    <a:pt x="0" y="251"/>
                  </a:cubicBezTo>
                  <a:cubicBezTo>
                    <a:pt x="0" y="387"/>
                    <a:pt x="114" y="503"/>
                    <a:pt x="251" y="503"/>
                  </a:cubicBezTo>
                  <a:cubicBezTo>
                    <a:pt x="387" y="503"/>
                    <a:pt x="501" y="387"/>
                    <a:pt x="501" y="251"/>
                  </a:cubicBezTo>
                  <a:cubicBezTo>
                    <a:pt x="501"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2" name="Google Shape;15372;p32"/>
            <p:cNvSpPr/>
            <p:nvPr/>
          </p:nvSpPr>
          <p:spPr>
            <a:xfrm>
              <a:off x="951850" y="358565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3" name="Google Shape;15373;p32"/>
            <p:cNvSpPr/>
            <p:nvPr/>
          </p:nvSpPr>
          <p:spPr>
            <a:xfrm>
              <a:off x="1043825" y="3585650"/>
              <a:ext cx="12375" cy="12575"/>
            </a:xfrm>
            <a:custGeom>
              <a:avLst/>
              <a:gdLst/>
              <a:ahLst/>
              <a:cxnLst/>
              <a:rect l="l" t="t" r="r" b="b"/>
              <a:pathLst>
                <a:path w="495" h="503" extrusionOk="0">
                  <a:moveTo>
                    <a:pt x="250" y="0"/>
                  </a:moveTo>
                  <a:cubicBezTo>
                    <a:pt x="107" y="0"/>
                    <a:pt x="0" y="115"/>
                    <a:pt x="0" y="251"/>
                  </a:cubicBezTo>
                  <a:cubicBezTo>
                    <a:pt x="0" y="387"/>
                    <a:pt x="107" y="503"/>
                    <a:pt x="250" y="503"/>
                  </a:cubicBezTo>
                  <a:cubicBezTo>
                    <a:pt x="388" y="503"/>
                    <a:pt x="494" y="387"/>
                    <a:pt x="494" y="251"/>
                  </a:cubicBezTo>
                  <a:cubicBezTo>
                    <a:pt x="494" y="115"/>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4" name="Google Shape;15374;p32"/>
            <p:cNvSpPr/>
            <p:nvPr/>
          </p:nvSpPr>
          <p:spPr>
            <a:xfrm>
              <a:off x="1135575" y="3585650"/>
              <a:ext cx="12575" cy="12575"/>
            </a:xfrm>
            <a:custGeom>
              <a:avLst/>
              <a:gdLst/>
              <a:ahLst/>
              <a:cxnLst/>
              <a:rect l="l" t="t" r="r" b="b"/>
              <a:pathLst>
                <a:path w="503" h="503" extrusionOk="0">
                  <a:moveTo>
                    <a:pt x="252" y="0"/>
                  </a:moveTo>
                  <a:cubicBezTo>
                    <a:pt x="116" y="0"/>
                    <a:pt x="0" y="115"/>
                    <a:pt x="0" y="251"/>
                  </a:cubicBezTo>
                  <a:cubicBezTo>
                    <a:pt x="0" y="387"/>
                    <a:pt x="116" y="503"/>
                    <a:pt x="252" y="503"/>
                  </a:cubicBezTo>
                  <a:cubicBezTo>
                    <a:pt x="387" y="503"/>
                    <a:pt x="503" y="387"/>
                    <a:pt x="503" y="251"/>
                  </a:cubicBezTo>
                  <a:cubicBezTo>
                    <a:pt x="503" y="115"/>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5" name="Google Shape;15375;p32"/>
            <p:cNvSpPr/>
            <p:nvPr/>
          </p:nvSpPr>
          <p:spPr>
            <a:xfrm>
              <a:off x="1227500" y="3585650"/>
              <a:ext cx="12400" cy="12575"/>
            </a:xfrm>
            <a:custGeom>
              <a:avLst/>
              <a:gdLst/>
              <a:ahLst/>
              <a:cxnLst/>
              <a:rect l="l" t="t" r="r" b="b"/>
              <a:pathLst>
                <a:path w="496" h="503" extrusionOk="0">
                  <a:moveTo>
                    <a:pt x="251" y="0"/>
                  </a:moveTo>
                  <a:cubicBezTo>
                    <a:pt x="109" y="0"/>
                    <a:pt x="0" y="115"/>
                    <a:pt x="0" y="251"/>
                  </a:cubicBezTo>
                  <a:cubicBezTo>
                    <a:pt x="0" y="387"/>
                    <a:pt x="109" y="503"/>
                    <a:pt x="251" y="503"/>
                  </a:cubicBezTo>
                  <a:cubicBezTo>
                    <a:pt x="387" y="503"/>
                    <a:pt x="496" y="387"/>
                    <a:pt x="496" y="251"/>
                  </a:cubicBezTo>
                  <a:cubicBezTo>
                    <a:pt x="496"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6" name="Google Shape;15376;p32"/>
            <p:cNvSpPr/>
            <p:nvPr/>
          </p:nvSpPr>
          <p:spPr>
            <a:xfrm>
              <a:off x="1319275" y="3585650"/>
              <a:ext cx="12550" cy="12575"/>
            </a:xfrm>
            <a:custGeom>
              <a:avLst/>
              <a:gdLst/>
              <a:ahLst/>
              <a:cxnLst/>
              <a:rect l="l" t="t" r="r" b="b"/>
              <a:pathLst>
                <a:path w="502" h="503" extrusionOk="0">
                  <a:moveTo>
                    <a:pt x="252" y="0"/>
                  </a:moveTo>
                  <a:cubicBezTo>
                    <a:pt x="114" y="0"/>
                    <a:pt x="1" y="115"/>
                    <a:pt x="1" y="251"/>
                  </a:cubicBezTo>
                  <a:cubicBezTo>
                    <a:pt x="1" y="387"/>
                    <a:pt x="114" y="503"/>
                    <a:pt x="252" y="503"/>
                  </a:cubicBezTo>
                  <a:cubicBezTo>
                    <a:pt x="388" y="503"/>
                    <a:pt x="501" y="387"/>
                    <a:pt x="501" y="251"/>
                  </a:cubicBezTo>
                  <a:cubicBezTo>
                    <a:pt x="501"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7" name="Google Shape;15377;p32"/>
            <p:cNvSpPr/>
            <p:nvPr/>
          </p:nvSpPr>
          <p:spPr>
            <a:xfrm>
              <a:off x="1411200" y="3585650"/>
              <a:ext cx="12425" cy="12575"/>
            </a:xfrm>
            <a:custGeom>
              <a:avLst/>
              <a:gdLst/>
              <a:ahLst/>
              <a:cxnLst/>
              <a:rect l="l" t="t" r="r" b="b"/>
              <a:pathLst>
                <a:path w="497" h="503" extrusionOk="0">
                  <a:moveTo>
                    <a:pt x="245" y="0"/>
                  </a:moveTo>
                  <a:cubicBezTo>
                    <a:pt x="109" y="0"/>
                    <a:pt x="1" y="115"/>
                    <a:pt x="1" y="251"/>
                  </a:cubicBezTo>
                  <a:cubicBezTo>
                    <a:pt x="1" y="387"/>
                    <a:pt x="109" y="503"/>
                    <a:pt x="245" y="503"/>
                  </a:cubicBezTo>
                  <a:cubicBezTo>
                    <a:pt x="388" y="503"/>
                    <a:pt x="496" y="387"/>
                    <a:pt x="496" y="251"/>
                  </a:cubicBezTo>
                  <a:cubicBezTo>
                    <a:pt x="496" y="115"/>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8" name="Google Shape;15378;p32"/>
            <p:cNvSpPr/>
            <p:nvPr/>
          </p:nvSpPr>
          <p:spPr>
            <a:xfrm>
              <a:off x="1503000" y="3585650"/>
              <a:ext cx="12525" cy="12575"/>
            </a:xfrm>
            <a:custGeom>
              <a:avLst/>
              <a:gdLst/>
              <a:ahLst/>
              <a:cxnLst/>
              <a:rect l="l" t="t" r="r" b="b"/>
              <a:pathLst>
                <a:path w="501" h="503" extrusionOk="0">
                  <a:moveTo>
                    <a:pt x="250" y="0"/>
                  </a:moveTo>
                  <a:cubicBezTo>
                    <a:pt x="114" y="0"/>
                    <a:pt x="0" y="115"/>
                    <a:pt x="0" y="251"/>
                  </a:cubicBezTo>
                  <a:cubicBezTo>
                    <a:pt x="0" y="387"/>
                    <a:pt x="114" y="503"/>
                    <a:pt x="250" y="503"/>
                  </a:cubicBezTo>
                  <a:cubicBezTo>
                    <a:pt x="387" y="503"/>
                    <a:pt x="501" y="387"/>
                    <a:pt x="501" y="251"/>
                  </a:cubicBezTo>
                  <a:cubicBezTo>
                    <a:pt x="501" y="115"/>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9" name="Google Shape;15379;p32"/>
            <p:cNvSpPr/>
            <p:nvPr/>
          </p:nvSpPr>
          <p:spPr>
            <a:xfrm>
              <a:off x="1594750" y="3585650"/>
              <a:ext cx="12575" cy="12575"/>
            </a:xfrm>
            <a:custGeom>
              <a:avLst/>
              <a:gdLst/>
              <a:ahLst/>
              <a:cxnLst/>
              <a:rect l="l" t="t" r="r" b="b"/>
              <a:pathLst>
                <a:path w="503" h="503" extrusionOk="0">
                  <a:moveTo>
                    <a:pt x="251" y="0"/>
                  </a:moveTo>
                  <a:cubicBezTo>
                    <a:pt x="115" y="0"/>
                    <a:pt x="0" y="115"/>
                    <a:pt x="0" y="251"/>
                  </a:cubicBezTo>
                  <a:cubicBezTo>
                    <a:pt x="0" y="387"/>
                    <a:pt x="115" y="503"/>
                    <a:pt x="251" y="503"/>
                  </a:cubicBezTo>
                  <a:cubicBezTo>
                    <a:pt x="394" y="503"/>
                    <a:pt x="503" y="387"/>
                    <a:pt x="503" y="251"/>
                  </a:cubicBezTo>
                  <a:cubicBezTo>
                    <a:pt x="503" y="115"/>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0" name="Google Shape;15380;p32"/>
            <p:cNvSpPr/>
            <p:nvPr/>
          </p:nvSpPr>
          <p:spPr>
            <a:xfrm>
              <a:off x="1686650" y="358565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1" name="Google Shape;15381;p32"/>
            <p:cNvSpPr/>
            <p:nvPr/>
          </p:nvSpPr>
          <p:spPr>
            <a:xfrm>
              <a:off x="1778450" y="3585650"/>
              <a:ext cx="12550" cy="12575"/>
            </a:xfrm>
            <a:custGeom>
              <a:avLst/>
              <a:gdLst/>
              <a:ahLst/>
              <a:cxnLst/>
              <a:rect l="l" t="t" r="r" b="b"/>
              <a:pathLst>
                <a:path w="502" h="503" extrusionOk="0">
                  <a:moveTo>
                    <a:pt x="252" y="0"/>
                  </a:moveTo>
                  <a:cubicBezTo>
                    <a:pt x="114" y="0"/>
                    <a:pt x="1" y="115"/>
                    <a:pt x="1" y="251"/>
                  </a:cubicBezTo>
                  <a:cubicBezTo>
                    <a:pt x="1" y="387"/>
                    <a:pt x="114" y="503"/>
                    <a:pt x="252" y="503"/>
                  </a:cubicBezTo>
                  <a:cubicBezTo>
                    <a:pt x="388" y="503"/>
                    <a:pt x="501" y="387"/>
                    <a:pt x="501" y="251"/>
                  </a:cubicBezTo>
                  <a:cubicBezTo>
                    <a:pt x="501"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2" name="Google Shape;15382;p32"/>
            <p:cNvSpPr/>
            <p:nvPr/>
          </p:nvSpPr>
          <p:spPr>
            <a:xfrm>
              <a:off x="1870375" y="3585650"/>
              <a:ext cx="12400" cy="12575"/>
            </a:xfrm>
            <a:custGeom>
              <a:avLst/>
              <a:gdLst/>
              <a:ahLst/>
              <a:cxnLst/>
              <a:rect l="l" t="t" r="r" b="b"/>
              <a:pathLst>
                <a:path w="496" h="503" extrusionOk="0">
                  <a:moveTo>
                    <a:pt x="252" y="0"/>
                  </a:moveTo>
                  <a:cubicBezTo>
                    <a:pt x="109" y="0"/>
                    <a:pt x="0" y="115"/>
                    <a:pt x="0" y="251"/>
                  </a:cubicBezTo>
                  <a:cubicBezTo>
                    <a:pt x="0" y="387"/>
                    <a:pt x="109" y="503"/>
                    <a:pt x="252" y="503"/>
                  </a:cubicBezTo>
                  <a:cubicBezTo>
                    <a:pt x="387" y="503"/>
                    <a:pt x="496" y="387"/>
                    <a:pt x="496" y="251"/>
                  </a:cubicBezTo>
                  <a:cubicBezTo>
                    <a:pt x="496" y="115"/>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3" name="Google Shape;15383;p32"/>
            <p:cNvSpPr/>
            <p:nvPr/>
          </p:nvSpPr>
          <p:spPr>
            <a:xfrm>
              <a:off x="1962150" y="3585650"/>
              <a:ext cx="12550" cy="12575"/>
            </a:xfrm>
            <a:custGeom>
              <a:avLst/>
              <a:gdLst/>
              <a:ahLst/>
              <a:cxnLst/>
              <a:rect l="l" t="t" r="r" b="b"/>
              <a:pathLst>
                <a:path w="502" h="503" extrusionOk="0">
                  <a:moveTo>
                    <a:pt x="250" y="0"/>
                  </a:moveTo>
                  <a:cubicBezTo>
                    <a:pt x="114" y="0"/>
                    <a:pt x="1" y="115"/>
                    <a:pt x="1" y="251"/>
                  </a:cubicBezTo>
                  <a:cubicBezTo>
                    <a:pt x="1" y="387"/>
                    <a:pt x="114" y="503"/>
                    <a:pt x="250" y="503"/>
                  </a:cubicBezTo>
                  <a:cubicBezTo>
                    <a:pt x="388" y="503"/>
                    <a:pt x="502" y="387"/>
                    <a:pt x="502" y="251"/>
                  </a:cubicBezTo>
                  <a:cubicBezTo>
                    <a:pt x="502" y="115"/>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4" name="Google Shape;15384;p32"/>
            <p:cNvSpPr/>
            <p:nvPr/>
          </p:nvSpPr>
          <p:spPr>
            <a:xfrm>
              <a:off x="2054075" y="3585650"/>
              <a:ext cx="12425" cy="12575"/>
            </a:xfrm>
            <a:custGeom>
              <a:avLst/>
              <a:gdLst/>
              <a:ahLst/>
              <a:cxnLst/>
              <a:rect l="l" t="t" r="r" b="b"/>
              <a:pathLst>
                <a:path w="497" h="503" extrusionOk="0">
                  <a:moveTo>
                    <a:pt x="252" y="0"/>
                  </a:moveTo>
                  <a:cubicBezTo>
                    <a:pt x="109" y="0"/>
                    <a:pt x="1" y="115"/>
                    <a:pt x="1" y="251"/>
                  </a:cubicBezTo>
                  <a:cubicBezTo>
                    <a:pt x="1" y="387"/>
                    <a:pt x="109" y="503"/>
                    <a:pt x="252" y="503"/>
                  </a:cubicBezTo>
                  <a:cubicBezTo>
                    <a:pt x="388" y="503"/>
                    <a:pt x="496" y="387"/>
                    <a:pt x="496" y="251"/>
                  </a:cubicBezTo>
                  <a:cubicBezTo>
                    <a:pt x="496"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5" name="Google Shape;15385;p32"/>
            <p:cNvSpPr/>
            <p:nvPr/>
          </p:nvSpPr>
          <p:spPr>
            <a:xfrm>
              <a:off x="2145825" y="358565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6" name="Google Shape;15386;p32"/>
            <p:cNvSpPr/>
            <p:nvPr/>
          </p:nvSpPr>
          <p:spPr>
            <a:xfrm>
              <a:off x="2237800" y="3585650"/>
              <a:ext cx="12350" cy="12575"/>
            </a:xfrm>
            <a:custGeom>
              <a:avLst/>
              <a:gdLst/>
              <a:ahLst/>
              <a:cxnLst/>
              <a:rect l="l" t="t" r="r" b="b"/>
              <a:pathLst>
                <a:path w="494" h="503" extrusionOk="0">
                  <a:moveTo>
                    <a:pt x="244" y="0"/>
                  </a:moveTo>
                  <a:cubicBezTo>
                    <a:pt x="107" y="0"/>
                    <a:pt x="0" y="115"/>
                    <a:pt x="0" y="251"/>
                  </a:cubicBezTo>
                  <a:cubicBezTo>
                    <a:pt x="0" y="387"/>
                    <a:pt x="107" y="503"/>
                    <a:pt x="244" y="503"/>
                  </a:cubicBezTo>
                  <a:cubicBezTo>
                    <a:pt x="387" y="503"/>
                    <a:pt x="494" y="387"/>
                    <a:pt x="494" y="251"/>
                  </a:cubicBezTo>
                  <a:cubicBezTo>
                    <a:pt x="494" y="115"/>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7" name="Google Shape;15387;p32"/>
            <p:cNvSpPr/>
            <p:nvPr/>
          </p:nvSpPr>
          <p:spPr>
            <a:xfrm>
              <a:off x="2329550" y="3585650"/>
              <a:ext cx="12575" cy="12575"/>
            </a:xfrm>
            <a:custGeom>
              <a:avLst/>
              <a:gdLst/>
              <a:ahLst/>
              <a:cxnLst/>
              <a:rect l="l" t="t" r="r" b="b"/>
              <a:pathLst>
                <a:path w="503" h="503" extrusionOk="0">
                  <a:moveTo>
                    <a:pt x="251" y="0"/>
                  </a:moveTo>
                  <a:cubicBezTo>
                    <a:pt x="115" y="0"/>
                    <a:pt x="0" y="115"/>
                    <a:pt x="0" y="251"/>
                  </a:cubicBezTo>
                  <a:cubicBezTo>
                    <a:pt x="0" y="387"/>
                    <a:pt x="115" y="503"/>
                    <a:pt x="251" y="503"/>
                  </a:cubicBezTo>
                  <a:cubicBezTo>
                    <a:pt x="387" y="503"/>
                    <a:pt x="502" y="387"/>
                    <a:pt x="502" y="251"/>
                  </a:cubicBezTo>
                  <a:cubicBezTo>
                    <a:pt x="502"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8" name="Google Shape;15388;p32"/>
            <p:cNvSpPr/>
            <p:nvPr/>
          </p:nvSpPr>
          <p:spPr>
            <a:xfrm>
              <a:off x="2421325" y="3585650"/>
              <a:ext cx="12550" cy="12575"/>
            </a:xfrm>
            <a:custGeom>
              <a:avLst/>
              <a:gdLst/>
              <a:ahLst/>
              <a:cxnLst/>
              <a:rect l="l" t="t" r="r" b="b"/>
              <a:pathLst>
                <a:path w="502" h="503" extrusionOk="0">
                  <a:moveTo>
                    <a:pt x="250" y="0"/>
                  </a:moveTo>
                  <a:cubicBezTo>
                    <a:pt x="114" y="0"/>
                    <a:pt x="1" y="115"/>
                    <a:pt x="1" y="251"/>
                  </a:cubicBezTo>
                  <a:cubicBezTo>
                    <a:pt x="1" y="387"/>
                    <a:pt x="114" y="503"/>
                    <a:pt x="250" y="503"/>
                  </a:cubicBezTo>
                  <a:cubicBezTo>
                    <a:pt x="395" y="503"/>
                    <a:pt x="501" y="387"/>
                    <a:pt x="501" y="251"/>
                  </a:cubicBezTo>
                  <a:cubicBezTo>
                    <a:pt x="501" y="115"/>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9" name="Google Shape;15389;p32"/>
            <p:cNvSpPr/>
            <p:nvPr/>
          </p:nvSpPr>
          <p:spPr>
            <a:xfrm>
              <a:off x="2513250" y="3585650"/>
              <a:ext cx="12575" cy="12575"/>
            </a:xfrm>
            <a:custGeom>
              <a:avLst/>
              <a:gdLst/>
              <a:ahLst/>
              <a:cxnLst/>
              <a:rect l="l" t="t" r="r" b="b"/>
              <a:pathLst>
                <a:path w="503" h="503" extrusionOk="0">
                  <a:moveTo>
                    <a:pt x="252" y="0"/>
                  </a:moveTo>
                  <a:cubicBezTo>
                    <a:pt x="109" y="0"/>
                    <a:pt x="0" y="115"/>
                    <a:pt x="0" y="251"/>
                  </a:cubicBezTo>
                  <a:cubicBezTo>
                    <a:pt x="0" y="387"/>
                    <a:pt x="109"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0" name="Google Shape;15390;p32"/>
            <p:cNvSpPr/>
            <p:nvPr/>
          </p:nvSpPr>
          <p:spPr>
            <a:xfrm>
              <a:off x="2605000" y="3585650"/>
              <a:ext cx="12575" cy="12575"/>
            </a:xfrm>
            <a:custGeom>
              <a:avLst/>
              <a:gdLst/>
              <a:ahLst/>
              <a:cxnLst/>
              <a:rect l="l" t="t" r="r" b="b"/>
              <a:pathLst>
                <a:path w="503" h="503" extrusionOk="0">
                  <a:moveTo>
                    <a:pt x="252" y="0"/>
                  </a:moveTo>
                  <a:cubicBezTo>
                    <a:pt x="116" y="0"/>
                    <a:pt x="0" y="115"/>
                    <a:pt x="0" y="251"/>
                  </a:cubicBezTo>
                  <a:cubicBezTo>
                    <a:pt x="0" y="387"/>
                    <a:pt x="116" y="503"/>
                    <a:pt x="252" y="503"/>
                  </a:cubicBezTo>
                  <a:cubicBezTo>
                    <a:pt x="387" y="503"/>
                    <a:pt x="503" y="387"/>
                    <a:pt x="503" y="251"/>
                  </a:cubicBezTo>
                  <a:cubicBezTo>
                    <a:pt x="503" y="115"/>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1" name="Google Shape;15391;p32"/>
            <p:cNvSpPr/>
            <p:nvPr/>
          </p:nvSpPr>
          <p:spPr>
            <a:xfrm>
              <a:off x="2696950" y="3585650"/>
              <a:ext cx="12375" cy="12575"/>
            </a:xfrm>
            <a:custGeom>
              <a:avLst/>
              <a:gdLst/>
              <a:ahLst/>
              <a:cxnLst/>
              <a:rect l="l" t="t" r="r" b="b"/>
              <a:pathLst>
                <a:path w="495" h="503" extrusionOk="0">
                  <a:moveTo>
                    <a:pt x="252" y="0"/>
                  </a:moveTo>
                  <a:cubicBezTo>
                    <a:pt x="108" y="0"/>
                    <a:pt x="1" y="115"/>
                    <a:pt x="1" y="251"/>
                  </a:cubicBezTo>
                  <a:cubicBezTo>
                    <a:pt x="1" y="387"/>
                    <a:pt x="108" y="503"/>
                    <a:pt x="252" y="503"/>
                  </a:cubicBezTo>
                  <a:cubicBezTo>
                    <a:pt x="388" y="503"/>
                    <a:pt x="495" y="387"/>
                    <a:pt x="495" y="251"/>
                  </a:cubicBezTo>
                  <a:cubicBezTo>
                    <a:pt x="495"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2" name="Google Shape;15392;p32"/>
            <p:cNvSpPr/>
            <p:nvPr/>
          </p:nvSpPr>
          <p:spPr>
            <a:xfrm>
              <a:off x="2788700" y="358565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3" name="Google Shape;15393;p32"/>
            <p:cNvSpPr/>
            <p:nvPr/>
          </p:nvSpPr>
          <p:spPr>
            <a:xfrm>
              <a:off x="2880675" y="3585650"/>
              <a:ext cx="12375" cy="12575"/>
            </a:xfrm>
            <a:custGeom>
              <a:avLst/>
              <a:gdLst/>
              <a:ahLst/>
              <a:cxnLst/>
              <a:rect l="l" t="t" r="r" b="b"/>
              <a:pathLst>
                <a:path w="495" h="503" extrusionOk="0">
                  <a:moveTo>
                    <a:pt x="243" y="0"/>
                  </a:moveTo>
                  <a:cubicBezTo>
                    <a:pt x="107" y="0"/>
                    <a:pt x="0" y="115"/>
                    <a:pt x="0" y="251"/>
                  </a:cubicBezTo>
                  <a:cubicBezTo>
                    <a:pt x="0" y="387"/>
                    <a:pt x="107" y="503"/>
                    <a:pt x="243" y="503"/>
                  </a:cubicBezTo>
                  <a:cubicBezTo>
                    <a:pt x="387" y="503"/>
                    <a:pt x="494" y="387"/>
                    <a:pt x="494" y="251"/>
                  </a:cubicBezTo>
                  <a:cubicBezTo>
                    <a:pt x="494" y="115"/>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4" name="Google Shape;15394;p32"/>
            <p:cNvSpPr/>
            <p:nvPr/>
          </p:nvSpPr>
          <p:spPr>
            <a:xfrm>
              <a:off x="2972425" y="3585650"/>
              <a:ext cx="12575" cy="12575"/>
            </a:xfrm>
            <a:custGeom>
              <a:avLst/>
              <a:gdLst/>
              <a:ahLst/>
              <a:cxnLst/>
              <a:rect l="l" t="t" r="r" b="b"/>
              <a:pathLst>
                <a:path w="503" h="503" extrusionOk="0">
                  <a:moveTo>
                    <a:pt x="251" y="0"/>
                  </a:moveTo>
                  <a:cubicBezTo>
                    <a:pt x="115" y="0"/>
                    <a:pt x="0" y="115"/>
                    <a:pt x="0" y="251"/>
                  </a:cubicBezTo>
                  <a:cubicBezTo>
                    <a:pt x="0" y="387"/>
                    <a:pt x="115" y="503"/>
                    <a:pt x="251" y="503"/>
                  </a:cubicBezTo>
                  <a:cubicBezTo>
                    <a:pt x="387" y="503"/>
                    <a:pt x="503" y="387"/>
                    <a:pt x="503" y="251"/>
                  </a:cubicBezTo>
                  <a:cubicBezTo>
                    <a:pt x="503"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5" name="Google Shape;15395;p32"/>
            <p:cNvSpPr/>
            <p:nvPr/>
          </p:nvSpPr>
          <p:spPr>
            <a:xfrm>
              <a:off x="3064375" y="3585650"/>
              <a:ext cx="12375" cy="12575"/>
            </a:xfrm>
            <a:custGeom>
              <a:avLst/>
              <a:gdLst/>
              <a:ahLst/>
              <a:cxnLst/>
              <a:rect l="l" t="t" r="r" b="b"/>
              <a:pathLst>
                <a:path w="495" h="503" extrusionOk="0">
                  <a:moveTo>
                    <a:pt x="243" y="0"/>
                  </a:moveTo>
                  <a:cubicBezTo>
                    <a:pt x="107" y="0"/>
                    <a:pt x="1" y="115"/>
                    <a:pt x="1" y="251"/>
                  </a:cubicBezTo>
                  <a:cubicBezTo>
                    <a:pt x="1" y="387"/>
                    <a:pt x="107" y="503"/>
                    <a:pt x="243" y="503"/>
                  </a:cubicBezTo>
                  <a:cubicBezTo>
                    <a:pt x="388" y="503"/>
                    <a:pt x="495" y="387"/>
                    <a:pt x="495" y="251"/>
                  </a:cubicBezTo>
                  <a:cubicBezTo>
                    <a:pt x="495" y="115"/>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6" name="Google Shape;15396;p32"/>
            <p:cNvSpPr/>
            <p:nvPr/>
          </p:nvSpPr>
          <p:spPr>
            <a:xfrm>
              <a:off x="3156125" y="358565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7" name="Google Shape;15397;p32"/>
            <p:cNvSpPr/>
            <p:nvPr/>
          </p:nvSpPr>
          <p:spPr>
            <a:xfrm>
              <a:off x="3247875" y="3585650"/>
              <a:ext cx="12575" cy="12575"/>
            </a:xfrm>
            <a:custGeom>
              <a:avLst/>
              <a:gdLst/>
              <a:ahLst/>
              <a:cxnLst/>
              <a:rect l="l" t="t" r="r" b="b"/>
              <a:pathLst>
                <a:path w="503"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8" name="Google Shape;15398;p32"/>
            <p:cNvSpPr/>
            <p:nvPr/>
          </p:nvSpPr>
          <p:spPr>
            <a:xfrm>
              <a:off x="3339850" y="3585650"/>
              <a:ext cx="12525" cy="12575"/>
            </a:xfrm>
            <a:custGeom>
              <a:avLst/>
              <a:gdLst/>
              <a:ahLst/>
              <a:cxnLst/>
              <a:rect l="l" t="t" r="r" b="b"/>
              <a:pathLst>
                <a:path w="501" h="503" extrusionOk="0">
                  <a:moveTo>
                    <a:pt x="251" y="0"/>
                  </a:moveTo>
                  <a:cubicBezTo>
                    <a:pt x="107" y="0"/>
                    <a:pt x="0" y="115"/>
                    <a:pt x="0" y="251"/>
                  </a:cubicBezTo>
                  <a:cubicBezTo>
                    <a:pt x="0" y="387"/>
                    <a:pt x="107" y="503"/>
                    <a:pt x="251" y="503"/>
                  </a:cubicBezTo>
                  <a:cubicBezTo>
                    <a:pt x="387" y="503"/>
                    <a:pt x="501" y="387"/>
                    <a:pt x="501" y="251"/>
                  </a:cubicBezTo>
                  <a:cubicBezTo>
                    <a:pt x="501"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9" name="Google Shape;15399;p32"/>
            <p:cNvSpPr/>
            <p:nvPr/>
          </p:nvSpPr>
          <p:spPr>
            <a:xfrm>
              <a:off x="3431575" y="358565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0" name="Google Shape;15400;p32"/>
            <p:cNvSpPr/>
            <p:nvPr/>
          </p:nvSpPr>
          <p:spPr>
            <a:xfrm>
              <a:off x="3523550" y="3585650"/>
              <a:ext cx="12375" cy="12575"/>
            </a:xfrm>
            <a:custGeom>
              <a:avLst/>
              <a:gdLst/>
              <a:ahLst/>
              <a:cxnLst/>
              <a:rect l="l" t="t" r="r" b="b"/>
              <a:pathLst>
                <a:path w="495" h="503" extrusionOk="0">
                  <a:moveTo>
                    <a:pt x="250" y="0"/>
                  </a:moveTo>
                  <a:cubicBezTo>
                    <a:pt x="107" y="0"/>
                    <a:pt x="0" y="115"/>
                    <a:pt x="0" y="251"/>
                  </a:cubicBezTo>
                  <a:cubicBezTo>
                    <a:pt x="0" y="387"/>
                    <a:pt x="107" y="503"/>
                    <a:pt x="250" y="503"/>
                  </a:cubicBezTo>
                  <a:cubicBezTo>
                    <a:pt x="388" y="503"/>
                    <a:pt x="494" y="387"/>
                    <a:pt x="494" y="251"/>
                  </a:cubicBezTo>
                  <a:cubicBezTo>
                    <a:pt x="494" y="115"/>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1" name="Google Shape;15401;p32"/>
            <p:cNvSpPr/>
            <p:nvPr/>
          </p:nvSpPr>
          <p:spPr>
            <a:xfrm>
              <a:off x="676400" y="3677600"/>
              <a:ext cx="12600" cy="12375"/>
            </a:xfrm>
            <a:custGeom>
              <a:avLst/>
              <a:gdLst/>
              <a:ahLst/>
              <a:cxnLst/>
              <a:rect l="l" t="t" r="r" b="b"/>
              <a:pathLst>
                <a:path w="504" h="495" extrusionOk="0">
                  <a:moveTo>
                    <a:pt x="252" y="1"/>
                  </a:moveTo>
                  <a:cubicBezTo>
                    <a:pt x="116" y="1"/>
                    <a:pt x="1" y="107"/>
                    <a:pt x="1" y="243"/>
                  </a:cubicBezTo>
                  <a:cubicBezTo>
                    <a:pt x="1" y="388"/>
                    <a:pt x="116" y="495"/>
                    <a:pt x="252" y="495"/>
                  </a:cubicBezTo>
                  <a:cubicBezTo>
                    <a:pt x="388" y="495"/>
                    <a:pt x="503" y="388"/>
                    <a:pt x="503" y="243"/>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2" name="Google Shape;15402;p32"/>
            <p:cNvSpPr/>
            <p:nvPr/>
          </p:nvSpPr>
          <p:spPr>
            <a:xfrm>
              <a:off x="768325" y="3677600"/>
              <a:ext cx="12400" cy="12375"/>
            </a:xfrm>
            <a:custGeom>
              <a:avLst/>
              <a:gdLst/>
              <a:ahLst/>
              <a:cxnLst/>
              <a:rect l="l" t="t" r="r" b="b"/>
              <a:pathLst>
                <a:path w="496" h="495" extrusionOk="0">
                  <a:moveTo>
                    <a:pt x="245" y="1"/>
                  </a:moveTo>
                  <a:cubicBezTo>
                    <a:pt x="109" y="1"/>
                    <a:pt x="0" y="107"/>
                    <a:pt x="0" y="243"/>
                  </a:cubicBezTo>
                  <a:cubicBezTo>
                    <a:pt x="0" y="388"/>
                    <a:pt x="109" y="495"/>
                    <a:pt x="245" y="495"/>
                  </a:cubicBezTo>
                  <a:cubicBezTo>
                    <a:pt x="388" y="495"/>
                    <a:pt x="496" y="388"/>
                    <a:pt x="496" y="243"/>
                  </a:cubicBezTo>
                  <a:cubicBezTo>
                    <a:pt x="496" y="107"/>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3" name="Google Shape;15403;p32"/>
            <p:cNvSpPr/>
            <p:nvPr/>
          </p:nvSpPr>
          <p:spPr>
            <a:xfrm>
              <a:off x="860125" y="3677600"/>
              <a:ext cx="12525" cy="12375"/>
            </a:xfrm>
            <a:custGeom>
              <a:avLst/>
              <a:gdLst/>
              <a:ahLst/>
              <a:cxnLst/>
              <a:rect l="l" t="t" r="r" b="b"/>
              <a:pathLst>
                <a:path w="501" h="495" extrusionOk="0">
                  <a:moveTo>
                    <a:pt x="251" y="1"/>
                  </a:moveTo>
                  <a:cubicBezTo>
                    <a:pt x="114" y="1"/>
                    <a:pt x="0" y="107"/>
                    <a:pt x="0" y="243"/>
                  </a:cubicBezTo>
                  <a:cubicBezTo>
                    <a:pt x="0" y="388"/>
                    <a:pt x="114" y="495"/>
                    <a:pt x="251" y="495"/>
                  </a:cubicBezTo>
                  <a:cubicBezTo>
                    <a:pt x="387" y="495"/>
                    <a:pt x="501" y="388"/>
                    <a:pt x="501" y="243"/>
                  </a:cubicBezTo>
                  <a:cubicBezTo>
                    <a:pt x="501"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4" name="Google Shape;15404;p32"/>
            <p:cNvSpPr/>
            <p:nvPr/>
          </p:nvSpPr>
          <p:spPr>
            <a:xfrm>
              <a:off x="951850" y="3677600"/>
              <a:ext cx="12600" cy="12375"/>
            </a:xfrm>
            <a:custGeom>
              <a:avLst/>
              <a:gdLst/>
              <a:ahLst/>
              <a:cxnLst/>
              <a:rect l="l" t="t" r="r" b="b"/>
              <a:pathLst>
                <a:path w="504" h="495" extrusionOk="0">
                  <a:moveTo>
                    <a:pt x="252" y="1"/>
                  </a:moveTo>
                  <a:cubicBezTo>
                    <a:pt x="116" y="1"/>
                    <a:pt x="1" y="107"/>
                    <a:pt x="1" y="243"/>
                  </a:cubicBezTo>
                  <a:cubicBezTo>
                    <a:pt x="1" y="388"/>
                    <a:pt x="116" y="495"/>
                    <a:pt x="252" y="495"/>
                  </a:cubicBezTo>
                  <a:cubicBezTo>
                    <a:pt x="388" y="495"/>
                    <a:pt x="503" y="388"/>
                    <a:pt x="503" y="243"/>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5" name="Google Shape;15405;p32"/>
            <p:cNvSpPr/>
            <p:nvPr/>
          </p:nvSpPr>
          <p:spPr>
            <a:xfrm>
              <a:off x="1043825" y="3677600"/>
              <a:ext cx="12375" cy="12375"/>
            </a:xfrm>
            <a:custGeom>
              <a:avLst/>
              <a:gdLst/>
              <a:ahLst/>
              <a:cxnLst/>
              <a:rect l="l" t="t" r="r" b="b"/>
              <a:pathLst>
                <a:path w="495" h="495" extrusionOk="0">
                  <a:moveTo>
                    <a:pt x="250" y="1"/>
                  </a:moveTo>
                  <a:cubicBezTo>
                    <a:pt x="107" y="1"/>
                    <a:pt x="0" y="107"/>
                    <a:pt x="0" y="243"/>
                  </a:cubicBezTo>
                  <a:cubicBezTo>
                    <a:pt x="0" y="388"/>
                    <a:pt x="107" y="495"/>
                    <a:pt x="250" y="495"/>
                  </a:cubicBezTo>
                  <a:cubicBezTo>
                    <a:pt x="388" y="495"/>
                    <a:pt x="494" y="388"/>
                    <a:pt x="494" y="243"/>
                  </a:cubicBezTo>
                  <a:cubicBezTo>
                    <a:pt x="494" y="107"/>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6" name="Google Shape;15406;p32"/>
            <p:cNvSpPr/>
            <p:nvPr/>
          </p:nvSpPr>
          <p:spPr>
            <a:xfrm>
              <a:off x="1135575" y="3677600"/>
              <a:ext cx="12575" cy="12375"/>
            </a:xfrm>
            <a:custGeom>
              <a:avLst/>
              <a:gdLst/>
              <a:ahLst/>
              <a:cxnLst/>
              <a:rect l="l" t="t" r="r" b="b"/>
              <a:pathLst>
                <a:path w="503" h="495" extrusionOk="0">
                  <a:moveTo>
                    <a:pt x="252" y="1"/>
                  </a:moveTo>
                  <a:cubicBezTo>
                    <a:pt x="116" y="1"/>
                    <a:pt x="0" y="107"/>
                    <a:pt x="0" y="243"/>
                  </a:cubicBezTo>
                  <a:cubicBezTo>
                    <a:pt x="0" y="388"/>
                    <a:pt x="116" y="495"/>
                    <a:pt x="252" y="495"/>
                  </a:cubicBezTo>
                  <a:cubicBezTo>
                    <a:pt x="387" y="495"/>
                    <a:pt x="503" y="388"/>
                    <a:pt x="503" y="243"/>
                  </a:cubicBezTo>
                  <a:cubicBezTo>
                    <a:pt x="503" y="107"/>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7" name="Google Shape;15407;p32"/>
            <p:cNvSpPr/>
            <p:nvPr/>
          </p:nvSpPr>
          <p:spPr>
            <a:xfrm>
              <a:off x="1227500" y="3677600"/>
              <a:ext cx="12400" cy="12375"/>
            </a:xfrm>
            <a:custGeom>
              <a:avLst/>
              <a:gdLst/>
              <a:ahLst/>
              <a:cxnLst/>
              <a:rect l="l" t="t" r="r" b="b"/>
              <a:pathLst>
                <a:path w="496" h="495" extrusionOk="0">
                  <a:moveTo>
                    <a:pt x="251" y="1"/>
                  </a:moveTo>
                  <a:cubicBezTo>
                    <a:pt x="109" y="1"/>
                    <a:pt x="0" y="107"/>
                    <a:pt x="0" y="243"/>
                  </a:cubicBezTo>
                  <a:cubicBezTo>
                    <a:pt x="0" y="388"/>
                    <a:pt x="109" y="495"/>
                    <a:pt x="251" y="495"/>
                  </a:cubicBezTo>
                  <a:cubicBezTo>
                    <a:pt x="387" y="495"/>
                    <a:pt x="496" y="388"/>
                    <a:pt x="496" y="243"/>
                  </a:cubicBezTo>
                  <a:cubicBezTo>
                    <a:pt x="496"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8" name="Google Shape;15408;p32"/>
            <p:cNvSpPr/>
            <p:nvPr/>
          </p:nvSpPr>
          <p:spPr>
            <a:xfrm>
              <a:off x="1319275" y="3677600"/>
              <a:ext cx="12550" cy="12375"/>
            </a:xfrm>
            <a:custGeom>
              <a:avLst/>
              <a:gdLst/>
              <a:ahLst/>
              <a:cxnLst/>
              <a:rect l="l" t="t" r="r" b="b"/>
              <a:pathLst>
                <a:path w="502" h="495" extrusionOk="0">
                  <a:moveTo>
                    <a:pt x="252" y="1"/>
                  </a:moveTo>
                  <a:cubicBezTo>
                    <a:pt x="114" y="1"/>
                    <a:pt x="1" y="107"/>
                    <a:pt x="1" y="243"/>
                  </a:cubicBezTo>
                  <a:cubicBezTo>
                    <a:pt x="1" y="388"/>
                    <a:pt x="114" y="495"/>
                    <a:pt x="252" y="495"/>
                  </a:cubicBezTo>
                  <a:cubicBezTo>
                    <a:pt x="388" y="495"/>
                    <a:pt x="501" y="388"/>
                    <a:pt x="501" y="243"/>
                  </a:cubicBezTo>
                  <a:cubicBezTo>
                    <a:pt x="501"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9" name="Google Shape;15409;p32"/>
            <p:cNvSpPr/>
            <p:nvPr/>
          </p:nvSpPr>
          <p:spPr>
            <a:xfrm>
              <a:off x="1411200" y="3677600"/>
              <a:ext cx="12425" cy="12375"/>
            </a:xfrm>
            <a:custGeom>
              <a:avLst/>
              <a:gdLst/>
              <a:ahLst/>
              <a:cxnLst/>
              <a:rect l="l" t="t" r="r" b="b"/>
              <a:pathLst>
                <a:path w="497" h="495" extrusionOk="0">
                  <a:moveTo>
                    <a:pt x="245" y="1"/>
                  </a:moveTo>
                  <a:cubicBezTo>
                    <a:pt x="109" y="1"/>
                    <a:pt x="1" y="107"/>
                    <a:pt x="1" y="243"/>
                  </a:cubicBezTo>
                  <a:cubicBezTo>
                    <a:pt x="1" y="388"/>
                    <a:pt x="109" y="495"/>
                    <a:pt x="245" y="495"/>
                  </a:cubicBezTo>
                  <a:cubicBezTo>
                    <a:pt x="388" y="495"/>
                    <a:pt x="496" y="388"/>
                    <a:pt x="496" y="243"/>
                  </a:cubicBezTo>
                  <a:cubicBezTo>
                    <a:pt x="496" y="107"/>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0" name="Google Shape;15410;p32"/>
            <p:cNvSpPr/>
            <p:nvPr/>
          </p:nvSpPr>
          <p:spPr>
            <a:xfrm>
              <a:off x="1503000" y="3677600"/>
              <a:ext cx="12525" cy="12375"/>
            </a:xfrm>
            <a:custGeom>
              <a:avLst/>
              <a:gdLst/>
              <a:ahLst/>
              <a:cxnLst/>
              <a:rect l="l" t="t" r="r" b="b"/>
              <a:pathLst>
                <a:path w="501" h="495" extrusionOk="0">
                  <a:moveTo>
                    <a:pt x="250" y="1"/>
                  </a:moveTo>
                  <a:cubicBezTo>
                    <a:pt x="114" y="1"/>
                    <a:pt x="0" y="107"/>
                    <a:pt x="0" y="243"/>
                  </a:cubicBezTo>
                  <a:cubicBezTo>
                    <a:pt x="0" y="388"/>
                    <a:pt x="114" y="495"/>
                    <a:pt x="250" y="495"/>
                  </a:cubicBezTo>
                  <a:cubicBezTo>
                    <a:pt x="387" y="495"/>
                    <a:pt x="501" y="388"/>
                    <a:pt x="501" y="243"/>
                  </a:cubicBezTo>
                  <a:cubicBezTo>
                    <a:pt x="501" y="107"/>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1" name="Google Shape;15411;p32"/>
            <p:cNvSpPr/>
            <p:nvPr/>
          </p:nvSpPr>
          <p:spPr>
            <a:xfrm>
              <a:off x="1594750" y="3677600"/>
              <a:ext cx="12575" cy="12375"/>
            </a:xfrm>
            <a:custGeom>
              <a:avLst/>
              <a:gdLst/>
              <a:ahLst/>
              <a:cxnLst/>
              <a:rect l="l" t="t" r="r" b="b"/>
              <a:pathLst>
                <a:path w="503" h="495" extrusionOk="0">
                  <a:moveTo>
                    <a:pt x="251" y="1"/>
                  </a:moveTo>
                  <a:cubicBezTo>
                    <a:pt x="115" y="1"/>
                    <a:pt x="0" y="107"/>
                    <a:pt x="0" y="243"/>
                  </a:cubicBezTo>
                  <a:cubicBezTo>
                    <a:pt x="0" y="388"/>
                    <a:pt x="115" y="495"/>
                    <a:pt x="251" y="495"/>
                  </a:cubicBezTo>
                  <a:cubicBezTo>
                    <a:pt x="394" y="495"/>
                    <a:pt x="503" y="388"/>
                    <a:pt x="503" y="243"/>
                  </a:cubicBezTo>
                  <a:cubicBezTo>
                    <a:pt x="503" y="107"/>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2" name="Google Shape;15412;p32"/>
            <p:cNvSpPr/>
            <p:nvPr/>
          </p:nvSpPr>
          <p:spPr>
            <a:xfrm>
              <a:off x="1686650" y="3677600"/>
              <a:ext cx="12600" cy="12375"/>
            </a:xfrm>
            <a:custGeom>
              <a:avLst/>
              <a:gdLst/>
              <a:ahLst/>
              <a:cxnLst/>
              <a:rect l="l" t="t" r="r" b="b"/>
              <a:pathLst>
                <a:path w="504" h="495" extrusionOk="0">
                  <a:moveTo>
                    <a:pt x="252" y="1"/>
                  </a:moveTo>
                  <a:cubicBezTo>
                    <a:pt x="116" y="1"/>
                    <a:pt x="1" y="107"/>
                    <a:pt x="1" y="243"/>
                  </a:cubicBezTo>
                  <a:cubicBezTo>
                    <a:pt x="1" y="388"/>
                    <a:pt x="116" y="495"/>
                    <a:pt x="252" y="495"/>
                  </a:cubicBezTo>
                  <a:cubicBezTo>
                    <a:pt x="388" y="495"/>
                    <a:pt x="503" y="388"/>
                    <a:pt x="503" y="243"/>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3" name="Google Shape;15413;p32"/>
            <p:cNvSpPr/>
            <p:nvPr/>
          </p:nvSpPr>
          <p:spPr>
            <a:xfrm>
              <a:off x="1778450" y="3677600"/>
              <a:ext cx="12550" cy="12375"/>
            </a:xfrm>
            <a:custGeom>
              <a:avLst/>
              <a:gdLst/>
              <a:ahLst/>
              <a:cxnLst/>
              <a:rect l="l" t="t" r="r" b="b"/>
              <a:pathLst>
                <a:path w="502" h="495" extrusionOk="0">
                  <a:moveTo>
                    <a:pt x="252" y="1"/>
                  </a:moveTo>
                  <a:cubicBezTo>
                    <a:pt x="114" y="1"/>
                    <a:pt x="1" y="107"/>
                    <a:pt x="1" y="243"/>
                  </a:cubicBezTo>
                  <a:cubicBezTo>
                    <a:pt x="1" y="388"/>
                    <a:pt x="114" y="495"/>
                    <a:pt x="252" y="495"/>
                  </a:cubicBezTo>
                  <a:cubicBezTo>
                    <a:pt x="388" y="495"/>
                    <a:pt x="501" y="388"/>
                    <a:pt x="501" y="243"/>
                  </a:cubicBezTo>
                  <a:cubicBezTo>
                    <a:pt x="501"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4" name="Google Shape;15414;p32"/>
            <p:cNvSpPr/>
            <p:nvPr/>
          </p:nvSpPr>
          <p:spPr>
            <a:xfrm>
              <a:off x="1870375" y="3677600"/>
              <a:ext cx="12400" cy="12375"/>
            </a:xfrm>
            <a:custGeom>
              <a:avLst/>
              <a:gdLst/>
              <a:ahLst/>
              <a:cxnLst/>
              <a:rect l="l" t="t" r="r" b="b"/>
              <a:pathLst>
                <a:path w="496" h="495" extrusionOk="0">
                  <a:moveTo>
                    <a:pt x="252" y="1"/>
                  </a:moveTo>
                  <a:cubicBezTo>
                    <a:pt x="109" y="1"/>
                    <a:pt x="0" y="107"/>
                    <a:pt x="0" y="243"/>
                  </a:cubicBezTo>
                  <a:cubicBezTo>
                    <a:pt x="0" y="388"/>
                    <a:pt x="109" y="495"/>
                    <a:pt x="252" y="495"/>
                  </a:cubicBezTo>
                  <a:cubicBezTo>
                    <a:pt x="387" y="495"/>
                    <a:pt x="496" y="388"/>
                    <a:pt x="496" y="243"/>
                  </a:cubicBezTo>
                  <a:cubicBezTo>
                    <a:pt x="496" y="107"/>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5" name="Google Shape;15415;p32"/>
            <p:cNvSpPr/>
            <p:nvPr/>
          </p:nvSpPr>
          <p:spPr>
            <a:xfrm>
              <a:off x="1962150" y="3677600"/>
              <a:ext cx="12550" cy="12375"/>
            </a:xfrm>
            <a:custGeom>
              <a:avLst/>
              <a:gdLst/>
              <a:ahLst/>
              <a:cxnLst/>
              <a:rect l="l" t="t" r="r" b="b"/>
              <a:pathLst>
                <a:path w="502" h="495" extrusionOk="0">
                  <a:moveTo>
                    <a:pt x="250" y="1"/>
                  </a:moveTo>
                  <a:cubicBezTo>
                    <a:pt x="114" y="1"/>
                    <a:pt x="1" y="107"/>
                    <a:pt x="1" y="243"/>
                  </a:cubicBezTo>
                  <a:cubicBezTo>
                    <a:pt x="1" y="388"/>
                    <a:pt x="114" y="495"/>
                    <a:pt x="250" y="495"/>
                  </a:cubicBezTo>
                  <a:cubicBezTo>
                    <a:pt x="388" y="495"/>
                    <a:pt x="502" y="388"/>
                    <a:pt x="502" y="243"/>
                  </a:cubicBezTo>
                  <a:cubicBezTo>
                    <a:pt x="502" y="107"/>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6" name="Google Shape;15416;p32"/>
            <p:cNvSpPr/>
            <p:nvPr/>
          </p:nvSpPr>
          <p:spPr>
            <a:xfrm>
              <a:off x="2054075" y="3677600"/>
              <a:ext cx="12425" cy="12375"/>
            </a:xfrm>
            <a:custGeom>
              <a:avLst/>
              <a:gdLst/>
              <a:ahLst/>
              <a:cxnLst/>
              <a:rect l="l" t="t" r="r" b="b"/>
              <a:pathLst>
                <a:path w="497" h="495" extrusionOk="0">
                  <a:moveTo>
                    <a:pt x="252" y="1"/>
                  </a:moveTo>
                  <a:cubicBezTo>
                    <a:pt x="109" y="1"/>
                    <a:pt x="1" y="107"/>
                    <a:pt x="1" y="243"/>
                  </a:cubicBezTo>
                  <a:cubicBezTo>
                    <a:pt x="1" y="388"/>
                    <a:pt x="109" y="495"/>
                    <a:pt x="252" y="495"/>
                  </a:cubicBezTo>
                  <a:cubicBezTo>
                    <a:pt x="388" y="495"/>
                    <a:pt x="496" y="388"/>
                    <a:pt x="496" y="243"/>
                  </a:cubicBezTo>
                  <a:cubicBezTo>
                    <a:pt x="496"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7" name="Google Shape;15417;p32"/>
            <p:cNvSpPr/>
            <p:nvPr/>
          </p:nvSpPr>
          <p:spPr>
            <a:xfrm>
              <a:off x="2145825" y="3677600"/>
              <a:ext cx="12600" cy="12375"/>
            </a:xfrm>
            <a:custGeom>
              <a:avLst/>
              <a:gdLst/>
              <a:ahLst/>
              <a:cxnLst/>
              <a:rect l="l" t="t" r="r" b="b"/>
              <a:pathLst>
                <a:path w="504" h="495" extrusionOk="0">
                  <a:moveTo>
                    <a:pt x="252" y="1"/>
                  </a:moveTo>
                  <a:cubicBezTo>
                    <a:pt x="116" y="1"/>
                    <a:pt x="1" y="107"/>
                    <a:pt x="1" y="243"/>
                  </a:cubicBezTo>
                  <a:cubicBezTo>
                    <a:pt x="1" y="388"/>
                    <a:pt x="116" y="495"/>
                    <a:pt x="252" y="495"/>
                  </a:cubicBezTo>
                  <a:cubicBezTo>
                    <a:pt x="388" y="495"/>
                    <a:pt x="503" y="388"/>
                    <a:pt x="503" y="243"/>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8" name="Google Shape;15418;p32"/>
            <p:cNvSpPr/>
            <p:nvPr/>
          </p:nvSpPr>
          <p:spPr>
            <a:xfrm>
              <a:off x="2237800" y="3677600"/>
              <a:ext cx="12350" cy="12375"/>
            </a:xfrm>
            <a:custGeom>
              <a:avLst/>
              <a:gdLst/>
              <a:ahLst/>
              <a:cxnLst/>
              <a:rect l="l" t="t" r="r" b="b"/>
              <a:pathLst>
                <a:path w="494" h="495" extrusionOk="0">
                  <a:moveTo>
                    <a:pt x="244" y="1"/>
                  </a:moveTo>
                  <a:cubicBezTo>
                    <a:pt x="107" y="1"/>
                    <a:pt x="0" y="107"/>
                    <a:pt x="0" y="243"/>
                  </a:cubicBezTo>
                  <a:cubicBezTo>
                    <a:pt x="0" y="388"/>
                    <a:pt x="107" y="495"/>
                    <a:pt x="244" y="495"/>
                  </a:cubicBezTo>
                  <a:cubicBezTo>
                    <a:pt x="387" y="495"/>
                    <a:pt x="494" y="388"/>
                    <a:pt x="494" y="243"/>
                  </a:cubicBezTo>
                  <a:cubicBezTo>
                    <a:pt x="494" y="107"/>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9" name="Google Shape;15419;p32"/>
            <p:cNvSpPr/>
            <p:nvPr/>
          </p:nvSpPr>
          <p:spPr>
            <a:xfrm>
              <a:off x="2329550" y="3677600"/>
              <a:ext cx="12575" cy="12375"/>
            </a:xfrm>
            <a:custGeom>
              <a:avLst/>
              <a:gdLst/>
              <a:ahLst/>
              <a:cxnLst/>
              <a:rect l="l" t="t" r="r" b="b"/>
              <a:pathLst>
                <a:path w="503" h="495" extrusionOk="0">
                  <a:moveTo>
                    <a:pt x="251" y="1"/>
                  </a:moveTo>
                  <a:cubicBezTo>
                    <a:pt x="115" y="1"/>
                    <a:pt x="0" y="107"/>
                    <a:pt x="0" y="243"/>
                  </a:cubicBezTo>
                  <a:cubicBezTo>
                    <a:pt x="0" y="388"/>
                    <a:pt x="115" y="495"/>
                    <a:pt x="251" y="495"/>
                  </a:cubicBezTo>
                  <a:cubicBezTo>
                    <a:pt x="387" y="495"/>
                    <a:pt x="502" y="388"/>
                    <a:pt x="502" y="243"/>
                  </a:cubicBezTo>
                  <a:cubicBezTo>
                    <a:pt x="502"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0" name="Google Shape;15420;p32"/>
            <p:cNvSpPr/>
            <p:nvPr/>
          </p:nvSpPr>
          <p:spPr>
            <a:xfrm>
              <a:off x="2421325" y="3677600"/>
              <a:ext cx="12550" cy="12375"/>
            </a:xfrm>
            <a:custGeom>
              <a:avLst/>
              <a:gdLst/>
              <a:ahLst/>
              <a:cxnLst/>
              <a:rect l="l" t="t" r="r" b="b"/>
              <a:pathLst>
                <a:path w="502" h="495" extrusionOk="0">
                  <a:moveTo>
                    <a:pt x="250" y="1"/>
                  </a:moveTo>
                  <a:cubicBezTo>
                    <a:pt x="114" y="1"/>
                    <a:pt x="1" y="107"/>
                    <a:pt x="1" y="243"/>
                  </a:cubicBezTo>
                  <a:cubicBezTo>
                    <a:pt x="1" y="388"/>
                    <a:pt x="114" y="495"/>
                    <a:pt x="250" y="495"/>
                  </a:cubicBezTo>
                  <a:cubicBezTo>
                    <a:pt x="395" y="495"/>
                    <a:pt x="501" y="388"/>
                    <a:pt x="501" y="243"/>
                  </a:cubicBezTo>
                  <a:cubicBezTo>
                    <a:pt x="501" y="107"/>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1" name="Google Shape;15421;p32"/>
            <p:cNvSpPr/>
            <p:nvPr/>
          </p:nvSpPr>
          <p:spPr>
            <a:xfrm>
              <a:off x="2513250" y="3677600"/>
              <a:ext cx="12575" cy="12375"/>
            </a:xfrm>
            <a:custGeom>
              <a:avLst/>
              <a:gdLst/>
              <a:ahLst/>
              <a:cxnLst/>
              <a:rect l="l" t="t" r="r" b="b"/>
              <a:pathLst>
                <a:path w="503" h="495" extrusionOk="0">
                  <a:moveTo>
                    <a:pt x="252" y="1"/>
                  </a:moveTo>
                  <a:cubicBezTo>
                    <a:pt x="109" y="1"/>
                    <a:pt x="0" y="107"/>
                    <a:pt x="0" y="243"/>
                  </a:cubicBezTo>
                  <a:cubicBezTo>
                    <a:pt x="0" y="388"/>
                    <a:pt x="109" y="495"/>
                    <a:pt x="252" y="495"/>
                  </a:cubicBezTo>
                  <a:cubicBezTo>
                    <a:pt x="388" y="495"/>
                    <a:pt x="503" y="388"/>
                    <a:pt x="503" y="243"/>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2" name="Google Shape;15422;p32"/>
            <p:cNvSpPr/>
            <p:nvPr/>
          </p:nvSpPr>
          <p:spPr>
            <a:xfrm>
              <a:off x="2605000" y="3677600"/>
              <a:ext cx="12575" cy="12375"/>
            </a:xfrm>
            <a:custGeom>
              <a:avLst/>
              <a:gdLst/>
              <a:ahLst/>
              <a:cxnLst/>
              <a:rect l="l" t="t" r="r" b="b"/>
              <a:pathLst>
                <a:path w="503" h="495" extrusionOk="0">
                  <a:moveTo>
                    <a:pt x="252" y="1"/>
                  </a:moveTo>
                  <a:cubicBezTo>
                    <a:pt x="116" y="1"/>
                    <a:pt x="0" y="107"/>
                    <a:pt x="0" y="243"/>
                  </a:cubicBezTo>
                  <a:cubicBezTo>
                    <a:pt x="0" y="388"/>
                    <a:pt x="116" y="495"/>
                    <a:pt x="252" y="495"/>
                  </a:cubicBezTo>
                  <a:cubicBezTo>
                    <a:pt x="387" y="495"/>
                    <a:pt x="503" y="388"/>
                    <a:pt x="503" y="243"/>
                  </a:cubicBezTo>
                  <a:cubicBezTo>
                    <a:pt x="503" y="107"/>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3" name="Google Shape;15423;p32"/>
            <p:cNvSpPr/>
            <p:nvPr/>
          </p:nvSpPr>
          <p:spPr>
            <a:xfrm>
              <a:off x="2696950" y="3677600"/>
              <a:ext cx="12375" cy="12375"/>
            </a:xfrm>
            <a:custGeom>
              <a:avLst/>
              <a:gdLst/>
              <a:ahLst/>
              <a:cxnLst/>
              <a:rect l="l" t="t" r="r" b="b"/>
              <a:pathLst>
                <a:path w="495" h="495" extrusionOk="0">
                  <a:moveTo>
                    <a:pt x="252" y="1"/>
                  </a:moveTo>
                  <a:cubicBezTo>
                    <a:pt x="108" y="1"/>
                    <a:pt x="1" y="107"/>
                    <a:pt x="1" y="243"/>
                  </a:cubicBezTo>
                  <a:cubicBezTo>
                    <a:pt x="1" y="388"/>
                    <a:pt x="108" y="495"/>
                    <a:pt x="252" y="495"/>
                  </a:cubicBezTo>
                  <a:cubicBezTo>
                    <a:pt x="388" y="495"/>
                    <a:pt x="495" y="388"/>
                    <a:pt x="495" y="243"/>
                  </a:cubicBezTo>
                  <a:cubicBezTo>
                    <a:pt x="495"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4" name="Google Shape;15424;p32"/>
            <p:cNvSpPr/>
            <p:nvPr/>
          </p:nvSpPr>
          <p:spPr>
            <a:xfrm>
              <a:off x="2788700" y="3677600"/>
              <a:ext cx="12600" cy="12375"/>
            </a:xfrm>
            <a:custGeom>
              <a:avLst/>
              <a:gdLst/>
              <a:ahLst/>
              <a:cxnLst/>
              <a:rect l="l" t="t" r="r" b="b"/>
              <a:pathLst>
                <a:path w="504" h="495" extrusionOk="0">
                  <a:moveTo>
                    <a:pt x="252" y="1"/>
                  </a:moveTo>
                  <a:cubicBezTo>
                    <a:pt x="116" y="1"/>
                    <a:pt x="1" y="107"/>
                    <a:pt x="1" y="243"/>
                  </a:cubicBezTo>
                  <a:cubicBezTo>
                    <a:pt x="1" y="388"/>
                    <a:pt x="116" y="495"/>
                    <a:pt x="252" y="495"/>
                  </a:cubicBezTo>
                  <a:cubicBezTo>
                    <a:pt x="388" y="495"/>
                    <a:pt x="503" y="388"/>
                    <a:pt x="503" y="243"/>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5" name="Google Shape;15425;p32"/>
            <p:cNvSpPr/>
            <p:nvPr/>
          </p:nvSpPr>
          <p:spPr>
            <a:xfrm>
              <a:off x="2880675" y="3677600"/>
              <a:ext cx="12375" cy="12375"/>
            </a:xfrm>
            <a:custGeom>
              <a:avLst/>
              <a:gdLst/>
              <a:ahLst/>
              <a:cxnLst/>
              <a:rect l="l" t="t" r="r" b="b"/>
              <a:pathLst>
                <a:path w="495" h="495" extrusionOk="0">
                  <a:moveTo>
                    <a:pt x="243" y="1"/>
                  </a:moveTo>
                  <a:cubicBezTo>
                    <a:pt x="107" y="1"/>
                    <a:pt x="0" y="107"/>
                    <a:pt x="0" y="243"/>
                  </a:cubicBezTo>
                  <a:cubicBezTo>
                    <a:pt x="0" y="388"/>
                    <a:pt x="107" y="495"/>
                    <a:pt x="243" y="495"/>
                  </a:cubicBezTo>
                  <a:cubicBezTo>
                    <a:pt x="387" y="495"/>
                    <a:pt x="494" y="388"/>
                    <a:pt x="494" y="243"/>
                  </a:cubicBezTo>
                  <a:cubicBezTo>
                    <a:pt x="494" y="107"/>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6" name="Google Shape;15426;p32"/>
            <p:cNvSpPr/>
            <p:nvPr/>
          </p:nvSpPr>
          <p:spPr>
            <a:xfrm>
              <a:off x="2972425" y="3677600"/>
              <a:ext cx="12575" cy="12375"/>
            </a:xfrm>
            <a:custGeom>
              <a:avLst/>
              <a:gdLst/>
              <a:ahLst/>
              <a:cxnLst/>
              <a:rect l="l" t="t" r="r" b="b"/>
              <a:pathLst>
                <a:path w="503" h="495" extrusionOk="0">
                  <a:moveTo>
                    <a:pt x="251" y="1"/>
                  </a:moveTo>
                  <a:cubicBezTo>
                    <a:pt x="115" y="1"/>
                    <a:pt x="0" y="107"/>
                    <a:pt x="0" y="243"/>
                  </a:cubicBezTo>
                  <a:cubicBezTo>
                    <a:pt x="0" y="388"/>
                    <a:pt x="115" y="495"/>
                    <a:pt x="251" y="495"/>
                  </a:cubicBezTo>
                  <a:cubicBezTo>
                    <a:pt x="387" y="495"/>
                    <a:pt x="503" y="388"/>
                    <a:pt x="503" y="243"/>
                  </a:cubicBezTo>
                  <a:cubicBezTo>
                    <a:pt x="503"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7" name="Google Shape;15427;p32"/>
            <p:cNvSpPr/>
            <p:nvPr/>
          </p:nvSpPr>
          <p:spPr>
            <a:xfrm>
              <a:off x="3064375" y="3677600"/>
              <a:ext cx="12375" cy="12375"/>
            </a:xfrm>
            <a:custGeom>
              <a:avLst/>
              <a:gdLst/>
              <a:ahLst/>
              <a:cxnLst/>
              <a:rect l="l" t="t" r="r" b="b"/>
              <a:pathLst>
                <a:path w="495" h="495" extrusionOk="0">
                  <a:moveTo>
                    <a:pt x="243" y="1"/>
                  </a:moveTo>
                  <a:cubicBezTo>
                    <a:pt x="107" y="1"/>
                    <a:pt x="1" y="107"/>
                    <a:pt x="1" y="243"/>
                  </a:cubicBezTo>
                  <a:cubicBezTo>
                    <a:pt x="1" y="388"/>
                    <a:pt x="107" y="495"/>
                    <a:pt x="243" y="495"/>
                  </a:cubicBezTo>
                  <a:cubicBezTo>
                    <a:pt x="388" y="495"/>
                    <a:pt x="495" y="388"/>
                    <a:pt x="495" y="243"/>
                  </a:cubicBezTo>
                  <a:cubicBezTo>
                    <a:pt x="495" y="107"/>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8" name="Google Shape;15428;p32"/>
            <p:cNvSpPr/>
            <p:nvPr/>
          </p:nvSpPr>
          <p:spPr>
            <a:xfrm>
              <a:off x="3156125" y="3677600"/>
              <a:ext cx="12600" cy="12375"/>
            </a:xfrm>
            <a:custGeom>
              <a:avLst/>
              <a:gdLst/>
              <a:ahLst/>
              <a:cxnLst/>
              <a:rect l="l" t="t" r="r" b="b"/>
              <a:pathLst>
                <a:path w="504" h="495" extrusionOk="0">
                  <a:moveTo>
                    <a:pt x="252" y="1"/>
                  </a:moveTo>
                  <a:cubicBezTo>
                    <a:pt x="116" y="1"/>
                    <a:pt x="1" y="107"/>
                    <a:pt x="1" y="243"/>
                  </a:cubicBezTo>
                  <a:cubicBezTo>
                    <a:pt x="1" y="388"/>
                    <a:pt x="116" y="495"/>
                    <a:pt x="252" y="495"/>
                  </a:cubicBezTo>
                  <a:cubicBezTo>
                    <a:pt x="388" y="495"/>
                    <a:pt x="503" y="388"/>
                    <a:pt x="503" y="243"/>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9" name="Google Shape;15429;p32"/>
            <p:cNvSpPr/>
            <p:nvPr/>
          </p:nvSpPr>
          <p:spPr>
            <a:xfrm>
              <a:off x="3247875" y="3677600"/>
              <a:ext cx="12575" cy="12375"/>
            </a:xfrm>
            <a:custGeom>
              <a:avLst/>
              <a:gdLst/>
              <a:ahLst/>
              <a:cxnLst/>
              <a:rect l="l" t="t" r="r" b="b"/>
              <a:pathLst>
                <a:path w="503" h="495" extrusionOk="0">
                  <a:moveTo>
                    <a:pt x="252" y="1"/>
                  </a:moveTo>
                  <a:cubicBezTo>
                    <a:pt x="116" y="1"/>
                    <a:pt x="1" y="107"/>
                    <a:pt x="1" y="243"/>
                  </a:cubicBezTo>
                  <a:cubicBezTo>
                    <a:pt x="1" y="388"/>
                    <a:pt x="116" y="495"/>
                    <a:pt x="252" y="495"/>
                  </a:cubicBezTo>
                  <a:cubicBezTo>
                    <a:pt x="388" y="495"/>
                    <a:pt x="503" y="388"/>
                    <a:pt x="503" y="243"/>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0" name="Google Shape;15430;p32"/>
            <p:cNvSpPr/>
            <p:nvPr/>
          </p:nvSpPr>
          <p:spPr>
            <a:xfrm>
              <a:off x="3339850" y="3677600"/>
              <a:ext cx="12525" cy="12375"/>
            </a:xfrm>
            <a:custGeom>
              <a:avLst/>
              <a:gdLst/>
              <a:ahLst/>
              <a:cxnLst/>
              <a:rect l="l" t="t" r="r" b="b"/>
              <a:pathLst>
                <a:path w="501" h="495" extrusionOk="0">
                  <a:moveTo>
                    <a:pt x="251" y="1"/>
                  </a:moveTo>
                  <a:cubicBezTo>
                    <a:pt x="107" y="1"/>
                    <a:pt x="0" y="107"/>
                    <a:pt x="0" y="243"/>
                  </a:cubicBezTo>
                  <a:cubicBezTo>
                    <a:pt x="0" y="388"/>
                    <a:pt x="107" y="495"/>
                    <a:pt x="251" y="495"/>
                  </a:cubicBezTo>
                  <a:cubicBezTo>
                    <a:pt x="387" y="495"/>
                    <a:pt x="501" y="388"/>
                    <a:pt x="501" y="243"/>
                  </a:cubicBezTo>
                  <a:cubicBezTo>
                    <a:pt x="501"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1" name="Google Shape;15431;p32"/>
            <p:cNvSpPr/>
            <p:nvPr/>
          </p:nvSpPr>
          <p:spPr>
            <a:xfrm>
              <a:off x="3431575" y="3677600"/>
              <a:ext cx="12600" cy="12375"/>
            </a:xfrm>
            <a:custGeom>
              <a:avLst/>
              <a:gdLst/>
              <a:ahLst/>
              <a:cxnLst/>
              <a:rect l="l" t="t" r="r" b="b"/>
              <a:pathLst>
                <a:path w="504" h="495" extrusionOk="0">
                  <a:moveTo>
                    <a:pt x="252" y="1"/>
                  </a:moveTo>
                  <a:cubicBezTo>
                    <a:pt x="116" y="1"/>
                    <a:pt x="1" y="107"/>
                    <a:pt x="1" y="243"/>
                  </a:cubicBezTo>
                  <a:cubicBezTo>
                    <a:pt x="1" y="388"/>
                    <a:pt x="116" y="495"/>
                    <a:pt x="252" y="495"/>
                  </a:cubicBezTo>
                  <a:cubicBezTo>
                    <a:pt x="388" y="495"/>
                    <a:pt x="503" y="388"/>
                    <a:pt x="503" y="243"/>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2" name="Google Shape;15432;p32"/>
            <p:cNvSpPr/>
            <p:nvPr/>
          </p:nvSpPr>
          <p:spPr>
            <a:xfrm>
              <a:off x="3523550" y="3677600"/>
              <a:ext cx="12375" cy="12375"/>
            </a:xfrm>
            <a:custGeom>
              <a:avLst/>
              <a:gdLst/>
              <a:ahLst/>
              <a:cxnLst/>
              <a:rect l="l" t="t" r="r" b="b"/>
              <a:pathLst>
                <a:path w="495" h="495" extrusionOk="0">
                  <a:moveTo>
                    <a:pt x="250" y="1"/>
                  </a:moveTo>
                  <a:cubicBezTo>
                    <a:pt x="107" y="1"/>
                    <a:pt x="0" y="107"/>
                    <a:pt x="0" y="243"/>
                  </a:cubicBezTo>
                  <a:cubicBezTo>
                    <a:pt x="0" y="388"/>
                    <a:pt x="107" y="495"/>
                    <a:pt x="250" y="495"/>
                  </a:cubicBezTo>
                  <a:cubicBezTo>
                    <a:pt x="388" y="495"/>
                    <a:pt x="494" y="388"/>
                    <a:pt x="494" y="243"/>
                  </a:cubicBezTo>
                  <a:cubicBezTo>
                    <a:pt x="494" y="107"/>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3" name="Google Shape;15433;p32"/>
            <p:cNvSpPr/>
            <p:nvPr/>
          </p:nvSpPr>
          <p:spPr>
            <a:xfrm>
              <a:off x="676400" y="37693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4" name="Google Shape;15434;p32"/>
            <p:cNvSpPr/>
            <p:nvPr/>
          </p:nvSpPr>
          <p:spPr>
            <a:xfrm>
              <a:off x="768325" y="3769350"/>
              <a:ext cx="12400" cy="12600"/>
            </a:xfrm>
            <a:custGeom>
              <a:avLst/>
              <a:gdLst/>
              <a:ahLst/>
              <a:cxnLst/>
              <a:rect l="l" t="t" r="r" b="b"/>
              <a:pathLst>
                <a:path w="496" h="504"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5" name="Google Shape;15435;p32"/>
            <p:cNvSpPr/>
            <p:nvPr/>
          </p:nvSpPr>
          <p:spPr>
            <a:xfrm>
              <a:off x="860125" y="3769350"/>
              <a:ext cx="12525" cy="12600"/>
            </a:xfrm>
            <a:custGeom>
              <a:avLst/>
              <a:gdLst/>
              <a:ahLst/>
              <a:cxnLst/>
              <a:rect l="l" t="t" r="r" b="b"/>
              <a:pathLst>
                <a:path w="501" h="504"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6" name="Google Shape;15436;p32"/>
            <p:cNvSpPr/>
            <p:nvPr/>
          </p:nvSpPr>
          <p:spPr>
            <a:xfrm>
              <a:off x="951850" y="37693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7" name="Google Shape;15437;p32"/>
            <p:cNvSpPr/>
            <p:nvPr/>
          </p:nvSpPr>
          <p:spPr>
            <a:xfrm>
              <a:off x="1043825" y="376935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8" name="Google Shape;15438;p32"/>
            <p:cNvSpPr/>
            <p:nvPr/>
          </p:nvSpPr>
          <p:spPr>
            <a:xfrm>
              <a:off x="1135575" y="376935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9" name="Google Shape;15439;p32"/>
            <p:cNvSpPr/>
            <p:nvPr/>
          </p:nvSpPr>
          <p:spPr>
            <a:xfrm>
              <a:off x="1227500" y="3769350"/>
              <a:ext cx="12400" cy="12600"/>
            </a:xfrm>
            <a:custGeom>
              <a:avLst/>
              <a:gdLst/>
              <a:ahLst/>
              <a:cxnLst/>
              <a:rect l="l" t="t" r="r" b="b"/>
              <a:pathLst>
                <a:path w="496" h="504"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0" name="Google Shape;15440;p32"/>
            <p:cNvSpPr/>
            <p:nvPr/>
          </p:nvSpPr>
          <p:spPr>
            <a:xfrm>
              <a:off x="1319275" y="376935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1" name="Google Shape;15441;p32"/>
            <p:cNvSpPr/>
            <p:nvPr/>
          </p:nvSpPr>
          <p:spPr>
            <a:xfrm>
              <a:off x="1411200" y="3769350"/>
              <a:ext cx="12425" cy="12600"/>
            </a:xfrm>
            <a:custGeom>
              <a:avLst/>
              <a:gdLst/>
              <a:ahLst/>
              <a:cxnLst/>
              <a:rect l="l" t="t" r="r" b="b"/>
              <a:pathLst>
                <a:path w="497" h="504"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2" name="Google Shape;15442;p32"/>
            <p:cNvSpPr/>
            <p:nvPr/>
          </p:nvSpPr>
          <p:spPr>
            <a:xfrm>
              <a:off x="1503000" y="3769350"/>
              <a:ext cx="12525" cy="12600"/>
            </a:xfrm>
            <a:custGeom>
              <a:avLst/>
              <a:gdLst/>
              <a:ahLst/>
              <a:cxnLst/>
              <a:rect l="l" t="t" r="r" b="b"/>
              <a:pathLst>
                <a:path w="501" h="504"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3" name="Google Shape;15443;p32"/>
            <p:cNvSpPr/>
            <p:nvPr/>
          </p:nvSpPr>
          <p:spPr>
            <a:xfrm>
              <a:off x="1594750" y="376935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4" name="Google Shape;15444;p32"/>
            <p:cNvSpPr/>
            <p:nvPr/>
          </p:nvSpPr>
          <p:spPr>
            <a:xfrm>
              <a:off x="1686650" y="37693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5" name="Google Shape;15445;p32"/>
            <p:cNvSpPr/>
            <p:nvPr/>
          </p:nvSpPr>
          <p:spPr>
            <a:xfrm>
              <a:off x="1778450" y="376935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6" name="Google Shape;15446;p32"/>
            <p:cNvSpPr/>
            <p:nvPr/>
          </p:nvSpPr>
          <p:spPr>
            <a:xfrm>
              <a:off x="1870375" y="3769350"/>
              <a:ext cx="12400" cy="12600"/>
            </a:xfrm>
            <a:custGeom>
              <a:avLst/>
              <a:gdLst/>
              <a:ahLst/>
              <a:cxnLst/>
              <a:rect l="l" t="t" r="r" b="b"/>
              <a:pathLst>
                <a:path w="496" h="504"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7" name="Google Shape;15447;p32"/>
            <p:cNvSpPr/>
            <p:nvPr/>
          </p:nvSpPr>
          <p:spPr>
            <a:xfrm>
              <a:off x="1962150" y="376935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8" name="Google Shape;15448;p32"/>
            <p:cNvSpPr/>
            <p:nvPr/>
          </p:nvSpPr>
          <p:spPr>
            <a:xfrm>
              <a:off x="2054075" y="3769350"/>
              <a:ext cx="12425" cy="12600"/>
            </a:xfrm>
            <a:custGeom>
              <a:avLst/>
              <a:gdLst/>
              <a:ahLst/>
              <a:cxnLst/>
              <a:rect l="l" t="t" r="r" b="b"/>
              <a:pathLst>
                <a:path w="497" h="504"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9" name="Google Shape;15449;p32"/>
            <p:cNvSpPr/>
            <p:nvPr/>
          </p:nvSpPr>
          <p:spPr>
            <a:xfrm>
              <a:off x="2145825" y="37693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0" name="Google Shape;15450;p32"/>
            <p:cNvSpPr/>
            <p:nvPr/>
          </p:nvSpPr>
          <p:spPr>
            <a:xfrm>
              <a:off x="2237800" y="3769350"/>
              <a:ext cx="12350" cy="12600"/>
            </a:xfrm>
            <a:custGeom>
              <a:avLst/>
              <a:gdLst/>
              <a:ahLst/>
              <a:cxnLst/>
              <a:rect l="l" t="t" r="r" b="b"/>
              <a:pathLst>
                <a:path w="494" h="504"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1" name="Google Shape;15451;p32"/>
            <p:cNvSpPr/>
            <p:nvPr/>
          </p:nvSpPr>
          <p:spPr>
            <a:xfrm>
              <a:off x="2329550" y="376935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2" name="Google Shape;15452;p32"/>
            <p:cNvSpPr/>
            <p:nvPr/>
          </p:nvSpPr>
          <p:spPr>
            <a:xfrm>
              <a:off x="2421325" y="376935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3" name="Google Shape;15453;p32"/>
            <p:cNvSpPr/>
            <p:nvPr/>
          </p:nvSpPr>
          <p:spPr>
            <a:xfrm>
              <a:off x="2513250" y="3769350"/>
              <a:ext cx="12575" cy="12600"/>
            </a:xfrm>
            <a:custGeom>
              <a:avLst/>
              <a:gdLst/>
              <a:ahLst/>
              <a:cxnLst/>
              <a:rect l="l" t="t" r="r" b="b"/>
              <a:pathLst>
                <a:path w="503" h="504"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4" name="Google Shape;15454;p32"/>
            <p:cNvSpPr/>
            <p:nvPr/>
          </p:nvSpPr>
          <p:spPr>
            <a:xfrm>
              <a:off x="2605000" y="376935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5" name="Google Shape;15455;p32"/>
            <p:cNvSpPr/>
            <p:nvPr/>
          </p:nvSpPr>
          <p:spPr>
            <a:xfrm>
              <a:off x="2696950" y="3769350"/>
              <a:ext cx="12375" cy="12600"/>
            </a:xfrm>
            <a:custGeom>
              <a:avLst/>
              <a:gdLst/>
              <a:ahLst/>
              <a:cxnLst/>
              <a:rect l="l" t="t" r="r" b="b"/>
              <a:pathLst>
                <a:path w="495" h="504"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6" name="Google Shape;15456;p32"/>
            <p:cNvSpPr/>
            <p:nvPr/>
          </p:nvSpPr>
          <p:spPr>
            <a:xfrm>
              <a:off x="2788700" y="37693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7" name="Google Shape;15457;p32"/>
            <p:cNvSpPr/>
            <p:nvPr/>
          </p:nvSpPr>
          <p:spPr>
            <a:xfrm>
              <a:off x="2880675" y="3769350"/>
              <a:ext cx="12375" cy="12600"/>
            </a:xfrm>
            <a:custGeom>
              <a:avLst/>
              <a:gdLst/>
              <a:ahLst/>
              <a:cxnLst/>
              <a:rect l="l" t="t" r="r" b="b"/>
              <a:pathLst>
                <a:path w="495" h="504"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8" name="Google Shape;15458;p32"/>
            <p:cNvSpPr/>
            <p:nvPr/>
          </p:nvSpPr>
          <p:spPr>
            <a:xfrm>
              <a:off x="2972425" y="376935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9" name="Google Shape;15459;p32"/>
            <p:cNvSpPr/>
            <p:nvPr/>
          </p:nvSpPr>
          <p:spPr>
            <a:xfrm>
              <a:off x="3064375" y="3769350"/>
              <a:ext cx="12375" cy="12600"/>
            </a:xfrm>
            <a:custGeom>
              <a:avLst/>
              <a:gdLst/>
              <a:ahLst/>
              <a:cxnLst/>
              <a:rect l="l" t="t" r="r" b="b"/>
              <a:pathLst>
                <a:path w="495" h="504"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0" name="Google Shape;15460;p32"/>
            <p:cNvSpPr/>
            <p:nvPr/>
          </p:nvSpPr>
          <p:spPr>
            <a:xfrm>
              <a:off x="3156125" y="37693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1" name="Google Shape;15461;p32"/>
            <p:cNvSpPr/>
            <p:nvPr/>
          </p:nvSpPr>
          <p:spPr>
            <a:xfrm>
              <a:off x="3247875" y="3769350"/>
              <a:ext cx="12575" cy="12600"/>
            </a:xfrm>
            <a:custGeom>
              <a:avLst/>
              <a:gdLst/>
              <a:ahLst/>
              <a:cxnLst/>
              <a:rect l="l" t="t" r="r" b="b"/>
              <a:pathLst>
                <a:path w="503"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2" name="Google Shape;15462;p32"/>
            <p:cNvSpPr/>
            <p:nvPr/>
          </p:nvSpPr>
          <p:spPr>
            <a:xfrm>
              <a:off x="3339850" y="3769350"/>
              <a:ext cx="12525" cy="12600"/>
            </a:xfrm>
            <a:custGeom>
              <a:avLst/>
              <a:gdLst/>
              <a:ahLst/>
              <a:cxnLst/>
              <a:rect l="l" t="t" r="r" b="b"/>
              <a:pathLst>
                <a:path w="501" h="504"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3" name="Google Shape;15463;p32"/>
            <p:cNvSpPr/>
            <p:nvPr/>
          </p:nvSpPr>
          <p:spPr>
            <a:xfrm>
              <a:off x="3431575" y="376935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4" name="Google Shape;15464;p32"/>
            <p:cNvSpPr/>
            <p:nvPr/>
          </p:nvSpPr>
          <p:spPr>
            <a:xfrm>
              <a:off x="3523550" y="376935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5" name="Google Shape;15465;p32"/>
            <p:cNvSpPr/>
            <p:nvPr/>
          </p:nvSpPr>
          <p:spPr>
            <a:xfrm>
              <a:off x="676400" y="386110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6" name="Google Shape;15466;p32"/>
            <p:cNvSpPr/>
            <p:nvPr/>
          </p:nvSpPr>
          <p:spPr>
            <a:xfrm>
              <a:off x="768325" y="3861100"/>
              <a:ext cx="12400" cy="12575"/>
            </a:xfrm>
            <a:custGeom>
              <a:avLst/>
              <a:gdLst/>
              <a:ahLst/>
              <a:cxnLst/>
              <a:rect l="l" t="t" r="r" b="b"/>
              <a:pathLst>
                <a:path w="496" h="503"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7" name="Google Shape;15467;p32"/>
            <p:cNvSpPr/>
            <p:nvPr/>
          </p:nvSpPr>
          <p:spPr>
            <a:xfrm>
              <a:off x="860125" y="3861100"/>
              <a:ext cx="12525" cy="12575"/>
            </a:xfrm>
            <a:custGeom>
              <a:avLst/>
              <a:gdLst/>
              <a:ahLst/>
              <a:cxnLst/>
              <a:rect l="l" t="t" r="r" b="b"/>
              <a:pathLst>
                <a:path w="501" h="503"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8" name="Google Shape;15468;p32"/>
            <p:cNvSpPr/>
            <p:nvPr/>
          </p:nvSpPr>
          <p:spPr>
            <a:xfrm>
              <a:off x="951850" y="386110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9" name="Google Shape;15469;p32"/>
            <p:cNvSpPr/>
            <p:nvPr/>
          </p:nvSpPr>
          <p:spPr>
            <a:xfrm>
              <a:off x="1043825" y="3861100"/>
              <a:ext cx="12375" cy="12575"/>
            </a:xfrm>
            <a:custGeom>
              <a:avLst/>
              <a:gdLst/>
              <a:ahLst/>
              <a:cxnLst/>
              <a:rect l="l" t="t" r="r" b="b"/>
              <a:pathLst>
                <a:path w="495" h="503"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0" name="Google Shape;15470;p32"/>
            <p:cNvSpPr/>
            <p:nvPr/>
          </p:nvSpPr>
          <p:spPr>
            <a:xfrm>
              <a:off x="1135575" y="3861100"/>
              <a:ext cx="12575" cy="12575"/>
            </a:xfrm>
            <a:custGeom>
              <a:avLst/>
              <a:gdLst/>
              <a:ahLst/>
              <a:cxnLst/>
              <a:rect l="l" t="t" r="r" b="b"/>
              <a:pathLst>
                <a:path w="503" h="503"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1" name="Google Shape;15471;p32"/>
            <p:cNvSpPr/>
            <p:nvPr/>
          </p:nvSpPr>
          <p:spPr>
            <a:xfrm>
              <a:off x="1227500" y="3861100"/>
              <a:ext cx="12400" cy="12575"/>
            </a:xfrm>
            <a:custGeom>
              <a:avLst/>
              <a:gdLst/>
              <a:ahLst/>
              <a:cxnLst/>
              <a:rect l="l" t="t" r="r" b="b"/>
              <a:pathLst>
                <a:path w="496" h="503"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2" name="Google Shape;15472;p32"/>
            <p:cNvSpPr/>
            <p:nvPr/>
          </p:nvSpPr>
          <p:spPr>
            <a:xfrm>
              <a:off x="1319275" y="3861100"/>
              <a:ext cx="12550" cy="12575"/>
            </a:xfrm>
            <a:custGeom>
              <a:avLst/>
              <a:gdLst/>
              <a:ahLst/>
              <a:cxnLst/>
              <a:rect l="l" t="t" r="r" b="b"/>
              <a:pathLst>
                <a:path w="502" h="503"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3" name="Google Shape;15473;p32"/>
            <p:cNvSpPr/>
            <p:nvPr/>
          </p:nvSpPr>
          <p:spPr>
            <a:xfrm>
              <a:off x="1411200" y="3861100"/>
              <a:ext cx="12425" cy="12575"/>
            </a:xfrm>
            <a:custGeom>
              <a:avLst/>
              <a:gdLst/>
              <a:ahLst/>
              <a:cxnLst/>
              <a:rect l="l" t="t" r="r" b="b"/>
              <a:pathLst>
                <a:path w="497" h="503"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4" name="Google Shape;15474;p32"/>
            <p:cNvSpPr/>
            <p:nvPr/>
          </p:nvSpPr>
          <p:spPr>
            <a:xfrm>
              <a:off x="1503000" y="3861100"/>
              <a:ext cx="12525" cy="12575"/>
            </a:xfrm>
            <a:custGeom>
              <a:avLst/>
              <a:gdLst/>
              <a:ahLst/>
              <a:cxnLst/>
              <a:rect l="l" t="t" r="r" b="b"/>
              <a:pathLst>
                <a:path w="501" h="503"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5" name="Google Shape;15475;p32"/>
            <p:cNvSpPr/>
            <p:nvPr/>
          </p:nvSpPr>
          <p:spPr>
            <a:xfrm>
              <a:off x="1594750" y="3861100"/>
              <a:ext cx="12575" cy="12575"/>
            </a:xfrm>
            <a:custGeom>
              <a:avLst/>
              <a:gdLst/>
              <a:ahLst/>
              <a:cxnLst/>
              <a:rect l="l" t="t" r="r" b="b"/>
              <a:pathLst>
                <a:path w="503" h="503"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6" name="Google Shape;15476;p32"/>
            <p:cNvSpPr/>
            <p:nvPr/>
          </p:nvSpPr>
          <p:spPr>
            <a:xfrm>
              <a:off x="1686650" y="386110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7" name="Google Shape;15477;p32"/>
            <p:cNvSpPr/>
            <p:nvPr/>
          </p:nvSpPr>
          <p:spPr>
            <a:xfrm>
              <a:off x="1778450" y="3861100"/>
              <a:ext cx="12550" cy="12575"/>
            </a:xfrm>
            <a:custGeom>
              <a:avLst/>
              <a:gdLst/>
              <a:ahLst/>
              <a:cxnLst/>
              <a:rect l="l" t="t" r="r" b="b"/>
              <a:pathLst>
                <a:path w="502" h="503"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8" name="Google Shape;15478;p32"/>
            <p:cNvSpPr/>
            <p:nvPr/>
          </p:nvSpPr>
          <p:spPr>
            <a:xfrm>
              <a:off x="1870375" y="3861100"/>
              <a:ext cx="12400" cy="12575"/>
            </a:xfrm>
            <a:custGeom>
              <a:avLst/>
              <a:gdLst/>
              <a:ahLst/>
              <a:cxnLst/>
              <a:rect l="l" t="t" r="r" b="b"/>
              <a:pathLst>
                <a:path w="496" h="503"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9" name="Google Shape;15479;p32"/>
            <p:cNvSpPr/>
            <p:nvPr/>
          </p:nvSpPr>
          <p:spPr>
            <a:xfrm>
              <a:off x="1962150" y="3861100"/>
              <a:ext cx="12550" cy="12575"/>
            </a:xfrm>
            <a:custGeom>
              <a:avLst/>
              <a:gdLst/>
              <a:ahLst/>
              <a:cxnLst/>
              <a:rect l="l" t="t" r="r" b="b"/>
              <a:pathLst>
                <a:path w="502" h="503"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0" name="Google Shape;15480;p32"/>
            <p:cNvSpPr/>
            <p:nvPr/>
          </p:nvSpPr>
          <p:spPr>
            <a:xfrm>
              <a:off x="2054075" y="3861100"/>
              <a:ext cx="12425" cy="12575"/>
            </a:xfrm>
            <a:custGeom>
              <a:avLst/>
              <a:gdLst/>
              <a:ahLst/>
              <a:cxnLst/>
              <a:rect l="l" t="t" r="r" b="b"/>
              <a:pathLst>
                <a:path w="497" h="503"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1" name="Google Shape;15481;p32"/>
            <p:cNvSpPr/>
            <p:nvPr/>
          </p:nvSpPr>
          <p:spPr>
            <a:xfrm>
              <a:off x="2145825" y="386110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2" name="Google Shape;15482;p32"/>
            <p:cNvSpPr/>
            <p:nvPr/>
          </p:nvSpPr>
          <p:spPr>
            <a:xfrm>
              <a:off x="2237800" y="3861100"/>
              <a:ext cx="12350" cy="12575"/>
            </a:xfrm>
            <a:custGeom>
              <a:avLst/>
              <a:gdLst/>
              <a:ahLst/>
              <a:cxnLst/>
              <a:rect l="l" t="t" r="r" b="b"/>
              <a:pathLst>
                <a:path w="494" h="503"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3" name="Google Shape;15483;p32"/>
            <p:cNvSpPr/>
            <p:nvPr/>
          </p:nvSpPr>
          <p:spPr>
            <a:xfrm>
              <a:off x="2329550" y="3861100"/>
              <a:ext cx="12575" cy="12575"/>
            </a:xfrm>
            <a:custGeom>
              <a:avLst/>
              <a:gdLst/>
              <a:ahLst/>
              <a:cxnLst/>
              <a:rect l="l" t="t" r="r" b="b"/>
              <a:pathLst>
                <a:path w="503" h="503"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4" name="Google Shape;15484;p32"/>
            <p:cNvSpPr/>
            <p:nvPr/>
          </p:nvSpPr>
          <p:spPr>
            <a:xfrm>
              <a:off x="2421325" y="3861100"/>
              <a:ext cx="12550" cy="12575"/>
            </a:xfrm>
            <a:custGeom>
              <a:avLst/>
              <a:gdLst/>
              <a:ahLst/>
              <a:cxnLst/>
              <a:rect l="l" t="t" r="r" b="b"/>
              <a:pathLst>
                <a:path w="502" h="503"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5" name="Google Shape;15485;p32"/>
            <p:cNvSpPr/>
            <p:nvPr/>
          </p:nvSpPr>
          <p:spPr>
            <a:xfrm>
              <a:off x="2513250" y="3861100"/>
              <a:ext cx="12575" cy="12575"/>
            </a:xfrm>
            <a:custGeom>
              <a:avLst/>
              <a:gdLst/>
              <a:ahLst/>
              <a:cxnLst/>
              <a:rect l="l" t="t" r="r" b="b"/>
              <a:pathLst>
                <a:path w="503" h="503"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6" name="Google Shape;15486;p32"/>
            <p:cNvSpPr/>
            <p:nvPr/>
          </p:nvSpPr>
          <p:spPr>
            <a:xfrm>
              <a:off x="2605000" y="3861100"/>
              <a:ext cx="12575" cy="12575"/>
            </a:xfrm>
            <a:custGeom>
              <a:avLst/>
              <a:gdLst/>
              <a:ahLst/>
              <a:cxnLst/>
              <a:rect l="l" t="t" r="r" b="b"/>
              <a:pathLst>
                <a:path w="503" h="503"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7" name="Google Shape;15487;p32"/>
            <p:cNvSpPr/>
            <p:nvPr/>
          </p:nvSpPr>
          <p:spPr>
            <a:xfrm>
              <a:off x="2696950" y="3861100"/>
              <a:ext cx="12375" cy="12575"/>
            </a:xfrm>
            <a:custGeom>
              <a:avLst/>
              <a:gdLst/>
              <a:ahLst/>
              <a:cxnLst/>
              <a:rect l="l" t="t" r="r" b="b"/>
              <a:pathLst>
                <a:path w="495" h="503"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8" name="Google Shape;15488;p32"/>
            <p:cNvSpPr/>
            <p:nvPr/>
          </p:nvSpPr>
          <p:spPr>
            <a:xfrm>
              <a:off x="2788700" y="386110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9" name="Google Shape;15489;p32"/>
            <p:cNvSpPr/>
            <p:nvPr/>
          </p:nvSpPr>
          <p:spPr>
            <a:xfrm>
              <a:off x="2880675" y="3861100"/>
              <a:ext cx="12375" cy="12575"/>
            </a:xfrm>
            <a:custGeom>
              <a:avLst/>
              <a:gdLst/>
              <a:ahLst/>
              <a:cxnLst/>
              <a:rect l="l" t="t" r="r" b="b"/>
              <a:pathLst>
                <a:path w="495" h="503"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0" name="Google Shape;15490;p32"/>
            <p:cNvSpPr/>
            <p:nvPr/>
          </p:nvSpPr>
          <p:spPr>
            <a:xfrm>
              <a:off x="2972425" y="3861100"/>
              <a:ext cx="12575" cy="12575"/>
            </a:xfrm>
            <a:custGeom>
              <a:avLst/>
              <a:gdLst/>
              <a:ahLst/>
              <a:cxnLst/>
              <a:rect l="l" t="t" r="r" b="b"/>
              <a:pathLst>
                <a:path w="503" h="503"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1" name="Google Shape;15491;p32"/>
            <p:cNvSpPr/>
            <p:nvPr/>
          </p:nvSpPr>
          <p:spPr>
            <a:xfrm>
              <a:off x="3064375" y="3861100"/>
              <a:ext cx="12375" cy="12575"/>
            </a:xfrm>
            <a:custGeom>
              <a:avLst/>
              <a:gdLst/>
              <a:ahLst/>
              <a:cxnLst/>
              <a:rect l="l" t="t" r="r" b="b"/>
              <a:pathLst>
                <a:path w="495" h="503"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2" name="Google Shape;15492;p32"/>
            <p:cNvSpPr/>
            <p:nvPr/>
          </p:nvSpPr>
          <p:spPr>
            <a:xfrm>
              <a:off x="3156125" y="386110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3" name="Google Shape;15493;p32"/>
            <p:cNvSpPr/>
            <p:nvPr/>
          </p:nvSpPr>
          <p:spPr>
            <a:xfrm>
              <a:off x="3247875" y="3861100"/>
              <a:ext cx="12575" cy="12575"/>
            </a:xfrm>
            <a:custGeom>
              <a:avLst/>
              <a:gdLst/>
              <a:ahLst/>
              <a:cxnLst/>
              <a:rect l="l" t="t" r="r" b="b"/>
              <a:pathLst>
                <a:path w="503"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4" name="Google Shape;15494;p32"/>
            <p:cNvSpPr/>
            <p:nvPr/>
          </p:nvSpPr>
          <p:spPr>
            <a:xfrm>
              <a:off x="3339850" y="3861100"/>
              <a:ext cx="12525" cy="12575"/>
            </a:xfrm>
            <a:custGeom>
              <a:avLst/>
              <a:gdLst/>
              <a:ahLst/>
              <a:cxnLst/>
              <a:rect l="l" t="t" r="r" b="b"/>
              <a:pathLst>
                <a:path w="501" h="503"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5" name="Google Shape;15495;p32"/>
            <p:cNvSpPr/>
            <p:nvPr/>
          </p:nvSpPr>
          <p:spPr>
            <a:xfrm>
              <a:off x="3431575" y="3861100"/>
              <a:ext cx="12600" cy="12575"/>
            </a:xfrm>
            <a:custGeom>
              <a:avLst/>
              <a:gdLst/>
              <a:ahLst/>
              <a:cxnLst/>
              <a:rect l="l" t="t" r="r" b="b"/>
              <a:pathLst>
                <a:path w="504" h="503"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6" name="Google Shape;15496;p32"/>
            <p:cNvSpPr/>
            <p:nvPr/>
          </p:nvSpPr>
          <p:spPr>
            <a:xfrm>
              <a:off x="3523550" y="3861100"/>
              <a:ext cx="12375" cy="12575"/>
            </a:xfrm>
            <a:custGeom>
              <a:avLst/>
              <a:gdLst/>
              <a:ahLst/>
              <a:cxnLst/>
              <a:rect l="l" t="t" r="r" b="b"/>
              <a:pathLst>
                <a:path w="495" h="503"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7" name="Google Shape;15497;p32"/>
            <p:cNvSpPr/>
            <p:nvPr/>
          </p:nvSpPr>
          <p:spPr>
            <a:xfrm>
              <a:off x="676400" y="3953075"/>
              <a:ext cx="12600" cy="12350"/>
            </a:xfrm>
            <a:custGeom>
              <a:avLst/>
              <a:gdLst/>
              <a:ahLst/>
              <a:cxnLst/>
              <a:rect l="l" t="t" r="r" b="b"/>
              <a:pathLst>
                <a:path w="504" h="494" extrusionOk="0">
                  <a:moveTo>
                    <a:pt x="252" y="0"/>
                  </a:moveTo>
                  <a:cubicBezTo>
                    <a:pt x="116" y="0"/>
                    <a:pt x="1" y="107"/>
                    <a:pt x="1" y="251"/>
                  </a:cubicBezTo>
                  <a:cubicBezTo>
                    <a:pt x="1" y="387"/>
                    <a:pt x="116" y="494"/>
                    <a:pt x="252" y="494"/>
                  </a:cubicBezTo>
                  <a:cubicBezTo>
                    <a:pt x="388" y="494"/>
                    <a:pt x="503" y="387"/>
                    <a:pt x="503" y="251"/>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8" name="Google Shape;15498;p32"/>
            <p:cNvSpPr/>
            <p:nvPr/>
          </p:nvSpPr>
          <p:spPr>
            <a:xfrm>
              <a:off x="768325" y="3953075"/>
              <a:ext cx="12400" cy="12350"/>
            </a:xfrm>
            <a:custGeom>
              <a:avLst/>
              <a:gdLst/>
              <a:ahLst/>
              <a:cxnLst/>
              <a:rect l="l" t="t" r="r" b="b"/>
              <a:pathLst>
                <a:path w="496" h="494" extrusionOk="0">
                  <a:moveTo>
                    <a:pt x="245" y="0"/>
                  </a:moveTo>
                  <a:cubicBezTo>
                    <a:pt x="109" y="0"/>
                    <a:pt x="0" y="107"/>
                    <a:pt x="0" y="251"/>
                  </a:cubicBezTo>
                  <a:cubicBezTo>
                    <a:pt x="0" y="387"/>
                    <a:pt x="109" y="494"/>
                    <a:pt x="245" y="494"/>
                  </a:cubicBezTo>
                  <a:cubicBezTo>
                    <a:pt x="388" y="494"/>
                    <a:pt x="496" y="387"/>
                    <a:pt x="496" y="251"/>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9" name="Google Shape;15499;p32"/>
            <p:cNvSpPr/>
            <p:nvPr/>
          </p:nvSpPr>
          <p:spPr>
            <a:xfrm>
              <a:off x="860125" y="3953075"/>
              <a:ext cx="12525" cy="12350"/>
            </a:xfrm>
            <a:custGeom>
              <a:avLst/>
              <a:gdLst/>
              <a:ahLst/>
              <a:cxnLst/>
              <a:rect l="l" t="t" r="r" b="b"/>
              <a:pathLst>
                <a:path w="501" h="494" extrusionOk="0">
                  <a:moveTo>
                    <a:pt x="251" y="0"/>
                  </a:moveTo>
                  <a:cubicBezTo>
                    <a:pt x="114" y="0"/>
                    <a:pt x="0" y="107"/>
                    <a:pt x="0" y="251"/>
                  </a:cubicBezTo>
                  <a:cubicBezTo>
                    <a:pt x="0" y="387"/>
                    <a:pt x="114" y="494"/>
                    <a:pt x="251" y="494"/>
                  </a:cubicBezTo>
                  <a:cubicBezTo>
                    <a:pt x="387" y="494"/>
                    <a:pt x="501" y="387"/>
                    <a:pt x="501" y="251"/>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0" name="Google Shape;15500;p32"/>
            <p:cNvSpPr/>
            <p:nvPr/>
          </p:nvSpPr>
          <p:spPr>
            <a:xfrm>
              <a:off x="951850" y="3953075"/>
              <a:ext cx="12600" cy="12350"/>
            </a:xfrm>
            <a:custGeom>
              <a:avLst/>
              <a:gdLst/>
              <a:ahLst/>
              <a:cxnLst/>
              <a:rect l="l" t="t" r="r" b="b"/>
              <a:pathLst>
                <a:path w="504" h="494" extrusionOk="0">
                  <a:moveTo>
                    <a:pt x="252" y="0"/>
                  </a:moveTo>
                  <a:cubicBezTo>
                    <a:pt x="116" y="0"/>
                    <a:pt x="1" y="107"/>
                    <a:pt x="1" y="251"/>
                  </a:cubicBezTo>
                  <a:cubicBezTo>
                    <a:pt x="1" y="387"/>
                    <a:pt x="116" y="494"/>
                    <a:pt x="252" y="494"/>
                  </a:cubicBezTo>
                  <a:cubicBezTo>
                    <a:pt x="388" y="494"/>
                    <a:pt x="503" y="387"/>
                    <a:pt x="503" y="251"/>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1" name="Google Shape;15501;p32"/>
            <p:cNvSpPr/>
            <p:nvPr/>
          </p:nvSpPr>
          <p:spPr>
            <a:xfrm>
              <a:off x="1043825" y="3953075"/>
              <a:ext cx="12375" cy="12350"/>
            </a:xfrm>
            <a:custGeom>
              <a:avLst/>
              <a:gdLst/>
              <a:ahLst/>
              <a:cxnLst/>
              <a:rect l="l" t="t" r="r" b="b"/>
              <a:pathLst>
                <a:path w="495" h="494" extrusionOk="0">
                  <a:moveTo>
                    <a:pt x="250" y="0"/>
                  </a:moveTo>
                  <a:cubicBezTo>
                    <a:pt x="107" y="0"/>
                    <a:pt x="0" y="107"/>
                    <a:pt x="0" y="251"/>
                  </a:cubicBezTo>
                  <a:cubicBezTo>
                    <a:pt x="0" y="387"/>
                    <a:pt x="107" y="494"/>
                    <a:pt x="250" y="494"/>
                  </a:cubicBezTo>
                  <a:cubicBezTo>
                    <a:pt x="388" y="494"/>
                    <a:pt x="494" y="387"/>
                    <a:pt x="494" y="251"/>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2" name="Google Shape;15502;p32"/>
            <p:cNvSpPr/>
            <p:nvPr/>
          </p:nvSpPr>
          <p:spPr>
            <a:xfrm>
              <a:off x="1135575" y="3953075"/>
              <a:ext cx="12575" cy="12350"/>
            </a:xfrm>
            <a:custGeom>
              <a:avLst/>
              <a:gdLst/>
              <a:ahLst/>
              <a:cxnLst/>
              <a:rect l="l" t="t" r="r" b="b"/>
              <a:pathLst>
                <a:path w="503" h="494" extrusionOk="0">
                  <a:moveTo>
                    <a:pt x="252" y="0"/>
                  </a:moveTo>
                  <a:cubicBezTo>
                    <a:pt x="116" y="0"/>
                    <a:pt x="0" y="107"/>
                    <a:pt x="0" y="251"/>
                  </a:cubicBezTo>
                  <a:cubicBezTo>
                    <a:pt x="0" y="387"/>
                    <a:pt x="116" y="494"/>
                    <a:pt x="252" y="494"/>
                  </a:cubicBezTo>
                  <a:cubicBezTo>
                    <a:pt x="387" y="494"/>
                    <a:pt x="503" y="387"/>
                    <a:pt x="503" y="251"/>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3" name="Google Shape;15503;p32"/>
            <p:cNvSpPr/>
            <p:nvPr/>
          </p:nvSpPr>
          <p:spPr>
            <a:xfrm>
              <a:off x="1227500" y="3953075"/>
              <a:ext cx="12400" cy="12350"/>
            </a:xfrm>
            <a:custGeom>
              <a:avLst/>
              <a:gdLst/>
              <a:ahLst/>
              <a:cxnLst/>
              <a:rect l="l" t="t" r="r" b="b"/>
              <a:pathLst>
                <a:path w="496" h="494" extrusionOk="0">
                  <a:moveTo>
                    <a:pt x="251" y="0"/>
                  </a:moveTo>
                  <a:cubicBezTo>
                    <a:pt x="109" y="0"/>
                    <a:pt x="0" y="107"/>
                    <a:pt x="0" y="251"/>
                  </a:cubicBezTo>
                  <a:cubicBezTo>
                    <a:pt x="0" y="387"/>
                    <a:pt x="109" y="494"/>
                    <a:pt x="251" y="494"/>
                  </a:cubicBezTo>
                  <a:cubicBezTo>
                    <a:pt x="387" y="494"/>
                    <a:pt x="496" y="387"/>
                    <a:pt x="496" y="251"/>
                  </a:cubicBezTo>
                  <a:cubicBezTo>
                    <a:pt x="496"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4" name="Google Shape;15504;p32"/>
            <p:cNvSpPr/>
            <p:nvPr/>
          </p:nvSpPr>
          <p:spPr>
            <a:xfrm>
              <a:off x="1319275" y="3953075"/>
              <a:ext cx="12550" cy="12350"/>
            </a:xfrm>
            <a:custGeom>
              <a:avLst/>
              <a:gdLst/>
              <a:ahLst/>
              <a:cxnLst/>
              <a:rect l="l" t="t" r="r" b="b"/>
              <a:pathLst>
                <a:path w="502" h="494" extrusionOk="0">
                  <a:moveTo>
                    <a:pt x="252" y="0"/>
                  </a:moveTo>
                  <a:cubicBezTo>
                    <a:pt x="114" y="0"/>
                    <a:pt x="1" y="107"/>
                    <a:pt x="1" y="251"/>
                  </a:cubicBezTo>
                  <a:cubicBezTo>
                    <a:pt x="1" y="387"/>
                    <a:pt x="114" y="494"/>
                    <a:pt x="252" y="494"/>
                  </a:cubicBezTo>
                  <a:cubicBezTo>
                    <a:pt x="388" y="494"/>
                    <a:pt x="501" y="387"/>
                    <a:pt x="501" y="251"/>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5" name="Google Shape;15505;p32"/>
            <p:cNvSpPr/>
            <p:nvPr/>
          </p:nvSpPr>
          <p:spPr>
            <a:xfrm>
              <a:off x="1411200" y="3953075"/>
              <a:ext cx="12425" cy="12350"/>
            </a:xfrm>
            <a:custGeom>
              <a:avLst/>
              <a:gdLst/>
              <a:ahLst/>
              <a:cxnLst/>
              <a:rect l="l" t="t" r="r" b="b"/>
              <a:pathLst>
                <a:path w="497" h="494" extrusionOk="0">
                  <a:moveTo>
                    <a:pt x="245" y="0"/>
                  </a:moveTo>
                  <a:cubicBezTo>
                    <a:pt x="109" y="0"/>
                    <a:pt x="1" y="107"/>
                    <a:pt x="1" y="251"/>
                  </a:cubicBezTo>
                  <a:cubicBezTo>
                    <a:pt x="1" y="387"/>
                    <a:pt x="109" y="494"/>
                    <a:pt x="245" y="494"/>
                  </a:cubicBezTo>
                  <a:cubicBezTo>
                    <a:pt x="388" y="494"/>
                    <a:pt x="496" y="387"/>
                    <a:pt x="496" y="251"/>
                  </a:cubicBezTo>
                  <a:cubicBezTo>
                    <a:pt x="496" y="107"/>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6" name="Google Shape;15506;p32"/>
            <p:cNvSpPr/>
            <p:nvPr/>
          </p:nvSpPr>
          <p:spPr>
            <a:xfrm>
              <a:off x="1503000" y="3953075"/>
              <a:ext cx="12525" cy="12350"/>
            </a:xfrm>
            <a:custGeom>
              <a:avLst/>
              <a:gdLst/>
              <a:ahLst/>
              <a:cxnLst/>
              <a:rect l="l" t="t" r="r" b="b"/>
              <a:pathLst>
                <a:path w="501" h="494" extrusionOk="0">
                  <a:moveTo>
                    <a:pt x="250" y="0"/>
                  </a:moveTo>
                  <a:cubicBezTo>
                    <a:pt x="114" y="0"/>
                    <a:pt x="0" y="107"/>
                    <a:pt x="0" y="251"/>
                  </a:cubicBezTo>
                  <a:cubicBezTo>
                    <a:pt x="0" y="387"/>
                    <a:pt x="114" y="494"/>
                    <a:pt x="250" y="494"/>
                  </a:cubicBezTo>
                  <a:cubicBezTo>
                    <a:pt x="387" y="494"/>
                    <a:pt x="501" y="387"/>
                    <a:pt x="501" y="251"/>
                  </a:cubicBezTo>
                  <a:cubicBezTo>
                    <a:pt x="501" y="107"/>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7" name="Google Shape;15507;p32"/>
            <p:cNvSpPr/>
            <p:nvPr/>
          </p:nvSpPr>
          <p:spPr>
            <a:xfrm>
              <a:off x="1594750" y="3953075"/>
              <a:ext cx="12575" cy="12350"/>
            </a:xfrm>
            <a:custGeom>
              <a:avLst/>
              <a:gdLst/>
              <a:ahLst/>
              <a:cxnLst/>
              <a:rect l="l" t="t" r="r" b="b"/>
              <a:pathLst>
                <a:path w="503" h="494" extrusionOk="0">
                  <a:moveTo>
                    <a:pt x="251" y="0"/>
                  </a:moveTo>
                  <a:cubicBezTo>
                    <a:pt x="115" y="0"/>
                    <a:pt x="0" y="107"/>
                    <a:pt x="0" y="251"/>
                  </a:cubicBezTo>
                  <a:cubicBezTo>
                    <a:pt x="0" y="387"/>
                    <a:pt x="115" y="494"/>
                    <a:pt x="251" y="494"/>
                  </a:cubicBezTo>
                  <a:cubicBezTo>
                    <a:pt x="394" y="494"/>
                    <a:pt x="503" y="387"/>
                    <a:pt x="503" y="251"/>
                  </a:cubicBezTo>
                  <a:cubicBezTo>
                    <a:pt x="503" y="107"/>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8" name="Google Shape;15508;p32"/>
            <p:cNvSpPr/>
            <p:nvPr/>
          </p:nvSpPr>
          <p:spPr>
            <a:xfrm>
              <a:off x="1686650" y="3953075"/>
              <a:ext cx="12600" cy="12350"/>
            </a:xfrm>
            <a:custGeom>
              <a:avLst/>
              <a:gdLst/>
              <a:ahLst/>
              <a:cxnLst/>
              <a:rect l="l" t="t" r="r" b="b"/>
              <a:pathLst>
                <a:path w="504" h="494" extrusionOk="0">
                  <a:moveTo>
                    <a:pt x="252" y="0"/>
                  </a:moveTo>
                  <a:cubicBezTo>
                    <a:pt x="116" y="0"/>
                    <a:pt x="1" y="107"/>
                    <a:pt x="1" y="251"/>
                  </a:cubicBezTo>
                  <a:cubicBezTo>
                    <a:pt x="1" y="387"/>
                    <a:pt x="116" y="494"/>
                    <a:pt x="252" y="494"/>
                  </a:cubicBezTo>
                  <a:cubicBezTo>
                    <a:pt x="388" y="494"/>
                    <a:pt x="503" y="387"/>
                    <a:pt x="503" y="251"/>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9" name="Google Shape;15509;p32"/>
            <p:cNvSpPr/>
            <p:nvPr/>
          </p:nvSpPr>
          <p:spPr>
            <a:xfrm>
              <a:off x="1778450" y="3953075"/>
              <a:ext cx="12550" cy="12350"/>
            </a:xfrm>
            <a:custGeom>
              <a:avLst/>
              <a:gdLst/>
              <a:ahLst/>
              <a:cxnLst/>
              <a:rect l="l" t="t" r="r" b="b"/>
              <a:pathLst>
                <a:path w="502" h="494" extrusionOk="0">
                  <a:moveTo>
                    <a:pt x="252" y="0"/>
                  </a:moveTo>
                  <a:cubicBezTo>
                    <a:pt x="114" y="0"/>
                    <a:pt x="1" y="107"/>
                    <a:pt x="1" y="251"/>
                  </a:cubicBezTo>
                  <a:cubicBezTo>
                    <a:pt x="1" y="387"/>
                    <a:pt x="114" y="494"/>
                    <a:pt x="252" y="494"/>
                  </a:cubicBezTo>
                  <a:cubicBezTo>
                    <a:pt x="388" y="494"/>
                    <a:pt x="501" y="387"/>
                    <a:pt x="501" y="251"/>
                  </a:cubicBezTo>
                  <a:cubicBezTo>
                    <a:pt x="501"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0" name="Google Shape;15510;p32"/>
            <p:cNvSpPr/>
            <p:nvPr/>
          </p:nvSpPr>
          <p:spPr>
            <a:xfrm>
              <a:off x="1870375" y="3953075"/>
              <a:ext cx="12400" cy="12350"/>
            </a:xfrm>
            <a:custGeom>
              <a:avLst/>
              <a:gdLst/>
              <a:ahLst/>
              <a:cxnLst/>
              <a:rect l="l" t="t" r="r" b="b"/>
              <a:pathLst>
                <a:path w="496" h="494" extrusionOk="0">
                  <a:moveTo>
                    <a:pt x="252" y="0"/>
                  </a:moveTo>
                  <a:cubicBezTo>
                    <a:pt x="109" y="0"/>
                    <a:pt x="0" y="107"/>
                    <a:pt x="0" y="251"/>
                  </a:cubicBezTo>
                  <a:cubicBezTo>
                    <a:pt x="0" y="387"/>
                    <a:pt x="109" y="494"/>
                    <a:pt x="252" y="494"/>
                  </a:cubicBezTo>
                  <a:cubicBezTo>
                    <a:pt x="387" y="494"/>
                    <a:pt x="496" y="387"/>
                    <a:pt x="496" y="251"/>
                  </a:cubicBezTo>
                  <a:cubicBezTo>
                    <a:pt x="496"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1" name="Google Shape;15511;p32"/>
            <p:cNvSpPr/>
            <p:nvPr/>
          </p:nvSpPr>
          <p:spPr>
            <a:xfrm>
              <a:off x="1962150" y="3953075"/>
              <a:ext cx="12550" cy="12350"/>
            </a:xfrm>
            <a:custGeom>
              <a:avLst/>
              <a:gdLst/>
              <a:ahLst/>
              <a:cxnLst/>
              <a:rect l="l" t="t" r="r" b="b"/>
              <a:pathLst>
                <a:path w="502" h="494" extrusionOk="0">
                  <a:moveTo>
                    <a:pt x="250" y="0"/>
                  </a:moveTo>
                  <a:cubicBezTo>
                    <a:pt x="114" y="0"/>
                    <a:pt x="1" y="107"/>
                    <a:pt x="1" y="251"/>
                  </a:cubicBezTo>
                  <a:cubicBezTo>
                    <a:pt x="1" y="387"/>
                    <a:pt x="114" y="494"/>
                    <a:pt x="250" y="494"/>
                  </a:cubicBezTo>
                  <a:cubicBezTo>
                    <a:pt x="388" y="494"/>
                    <a:pt x="502" y="387"/>
                    <a:pt x="502" y="251"/>
                  </a:cubicBezTo>
                  <a:cubicBezTo>
                    <a:pt x="502"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2" name="Google Shape;15512;p32"/>
            <p:cNvSpPr/>
            <p:nvPr/>
          </p:nvSpPr>
          <p:spPr>
            <a:xfrm>
              <a:off x="2054075" y="3953075"/>
              <a:ext cx="12425" cy="12350"/>
            </a:xfrm>
            <a:custGeom>
              <a:avLst/>
              <a:gdLst/>
              <a:ahLst/>
              <a:cxnLst/>
              <a:rect l="l" t="t" r="r" b="b"/>
              <a:pathLst>
                <a:path w="497" h="494" extrusionOk="0">
                  <a:moveTo>
                    <a:pt x="252" y="0"/>
                  </a:moveTo>
                  <a:cubicBezTo>
                    <a:pt x="109" y="0"/>
                    <a:pt x="1" y="107"/>
                    <a:pt x="1" y="251"/>
                  </a:cubicBezTo>
                  <a:cubicBezTo>
                    <a:pt x="1" y="387"/>
                    <a:pt x="109" y="494"/>
                    <a:pt x="252" y="494"/>
                  </a:cubicBezTo>
                  <a:cubicBezTo>
                    <a:pt x="388" y="494"/>
                    <a:pt x="496" y="387"/>
                    <a:pt x="496" y="251"/>
                  </a:cubicBezTo>
                  <a:cubicBezTo>
                    <a:pt x="496"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3" name="Google Shape;15513;p32"/>
            <p:cNvSpPr/>
            <p:nvPr/>
          </p:nvSpPr>
          <p:spPr>
            <a:xfrm>
              <a:off x="2145825" y="3953075"/>
              <a:ext cx="12600" cy="12350"/>
            </a:xfrm>
            <a:custGeom>
              <a:avLst/>
              <a:gdLst/>
              <a:ahLst/>
              <a:cxnLst/>
              <a:rect l="l" t="t" r="r" b="b"/>
              <a:pathLst>
                <a:path w="504" h="494" extrusionOk="0">
                  <a:moveTo>
                    <a:pt x="252" y="0"/>
                  </a:moveTo>
                  <a:cubicBezTo>
                    <a:pt x="116" y="0"/>
                    <a:pt x="1" y="107"/>
                    <a:pt x="1" y="251"/>
                  </a:cubicBezTo>
                  <a:cubicBezTo>
                    <a:pt x="1" y="387"/>
                    <a:pt x="116" y="494"/>
                    <a:pt x="252" y="494"/>
                  </a:cubicBezTo>
                  <a:cubicBezTo>
                    <a:pt x="388" y="494"/>
                    <a:pt x="503" y="387"/>
                    <a:pt x="503" y="251"/>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4" name="Google Shape;15514;p32"/>
            <p:cNvSpPr/>
            <p:nvPr/>
          </p:nvSpPr>
          <p:spPr>
            <a:xfrm>
              <a:off x="2237800" y="3953075"/>
              <a:ext cx="12350" cy="12350"/>
            </a:xfrm>
            <a:custGeom>
              <a:avLst/>
              <a:gdLst/>
              <a:ahLst/>
              <a:cxnLst/>
              <a:rect l="l" t="t" r="r" b="b"/>
              <a:pathLst>
                <a:path w="494" h="494" extrusionOk="0">
                  <a:moveTo>
                    <a:pt x="244" y="0"/>
                  </a:moveTo>
                  <a:cubicBezTo>
                    <a:pt x="107" y="0"/>
                    <a:pt x="0" y="107"/>
                    <a:pt x="0" y="251"/>
                  </a:cubicBezTo>
                  <a:cubicBezTo>
                    <a:pt x="0" y="387"/>
                    <a:pt x="107" y="494"/>
                    <a:pt x="244" y="494"/>
                  </a:cubicBezTo>
                  <a:cubicBezTo>
                    <a:pt x="387" y="494"/>
                    <a:pt x="494" y="387"/>
                    <a:pt x="494" y="251"/>
                  </a:cubicBezTo>
                  <a:cubicBezTo>
                    <a:pt x="494" y="107"/>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5" name="Google Shape;15515;p32"/>
            <p:cNvSpPr/>
            <p:nvPr/>
          </p:nvSpPr>
          <p:spPr>
            <a:xfrm>
              <a:off x="2329550" y="3953075"/>
              <a:ext cx="12575" cy="12350"/>
            </a:xfrm>
            <a:custGeom>
              <a:avLst/>
              <a:gdLst/>
              <a:ahLst/>
              <a:cxnLst/>
              <a:rect l="l" t="t" r="r" b="b"/>
              <a:pathLst>
                <a:path w="503" h="494" extrusionOk="0">
                  <a:moveTo>
                    <a:pt x="251" y="0"/>
                  </a:moveTo>
                  <a:cubicBezTo>
                    <a:pt x="115" y="0"/>
                    <a:pt x="0" y="107"/>
                    <a:pt x="0" y="251"/>
                  </a:cubicBezTo>
                  <a:cubicBezTo>
                    <a:pt x="0" y="387"/>
                    <a:pt x="115" y="494"/>
                    <a:pt x="251" y="494"/>
                  </a:cubicBezTo>
                  <a:cubicBezTo>
                    <a:pt x="387" y="494"/>
                    <a:pt x="502" y="387"/>
                    <a:pt x="502" y="251"/>
                  </a:cubicBezTo>
                  <a:cubicBezTo>
                    <a:pt x="502"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6" name="Google Shape;15516;p32"/>
            <p:cNvSpPr/>
            <p:nvPr/>
          </p:nvSpPr>
          <p:spPr>
            <a:xfrm>
              <a:off x="2421325" y="3953075"/>
              <a:ext cx="12550" cy="12350"/>
            </a:xfrm>
            <a:custGeom>
              <a:avLst/>
              <a:gdLst/>
              <a:ahLst/>
              <a:cxnLst/>
              <a:rect l="l" t="t" r="r" b="b"/>
              <a:pathLst>
                <a:path w="502" h="494" extrusionOk="0">
                  <a:moveTo>
                    <a:pt x="250" y="0"/>
                  </a:moveTo>
                  <a:cubicBezTo>
                    <a:pt x="114" y="0"/>
                    <a:pt x="1" y="107"/>
                    <a:pt x="1" y="251"/>
                  </a:cubicBezTo>
                  <a:cubicBezTo>
                    <a:pt x="1" y="387"/>
                    <a:pt x="114" y="494"/>
                    <a:pt x="250" y="494"/>
                  </a:cubicBezTo>
                  <a:cubicBezTo>
                    <a:pt x="395" y="494"/>
                    <a:pt x="501" y="387"/>
                    <a:pt x="501" y="251"/>
                  </a:cubicBezTo>
                  <a:cubicBezTo>
                    <a:pt x="501" y="107"/>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7" name="Google Shape;15517;p32"/>
            <p:cNvSpPr/>
            <p:nvPr/>
          </p:nvSpPr>
          <p:spPr>
            <a:xfrm>
              <a:off x="2513250" y="3953075"/>
              <a:ext cx="12575" cy="12350"/>
            </a:xfrm>
            <a:custGeom>
              <a:avLst/>
              <a:gdLst/>
              <a:ahLst/>
              <a:cxnLst/>
              <a:rect l="l" t="t" r="r" b="b"/>
              <a:pathLst>
                <a:path w="503" h="494" extrusionOk="0">
                  <a:moveTo>
                    <a:pt x="252" y="0"/>
                  </a:moveTo>
                  <a:cubicBezTo>
                    <a:pt x="109" y="0"/>
                    <a:pt x="0" y="107"/>
                    <a:pt x="0" y="251"/>
                  </a:cubicBezTo>
                  <a:cubicBezTo>
                    <a:pt x="0" y="387"/>
                    <a:pt x="109" y="494"/>
                    <a:pt x="252" y="494"/>
                  </a:cubicBezTo>
                  <a:cubicBezTo>
                    <a:pt x="388" y="494"/>
                    <a:pt x="503" y="387"/>
                    <a:pt x="503" y="251"/>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8" name="Google Shape;15518;p32"/>
            <p:cNvSpPr/>
            <p:nvPr/>
          </p:nvSpPr>
          <p:spPr>
            <a:xfrm>
              <a:off x="2605000" y="3953075"/>
              <a:ext cx="12575" cy="12350"/>
            </a:xfrm>
            <a:custGeom>
              <a:avLst/>
              <a:gdLst/>
              <a:ahLst/>
              <a:cxnLst/>
              <a:rect l="l" t="t" r="r" b="b"/>
              <a:pathLst>
                <a:path w="503" h="494" extrusionOk="0">
                  <a:moveTo>
                    <a:pt x="252" y="0"/>
                  </a:moveTo>
                  <a:cubicBezTo>
                    <a:pt x="116" y="0"/>
                    <a:pt x="0" y="107"/>
                    <a:pt x="0" y="251"/>
                  </a:cubicBezTo>
                  <a:cubicBezTo>
                    <a:pt x="0" y="387"/>
                    <a:pt x="116" y="494"/>
                    <a:pt x="252" y="494"/>
                  </a:cubicBezTo>
                  <a:cubicBezTo>
                    <a:pt x="387" y="494"/>
                    <a:pt x="503" y="387"/>
                    <a:pt x="503" y="251"/>
                  </a:cubicBezTo>
                  <a:cubicBezTo>
                    <a:pt x="503" y="107"/>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9" name="Google Shape;15519;p32"/>
            <p:cNvSpPr/>
            <p:nvPr/>
          </p:nvSpPr>
          <p:spPr>
            <a:xfrm>
              <a:off x="2696950" y="3953075"/>
              <a:ext cx="12375" cy="12350"/>
            </a:xfrm>
            <a:custGeom>
              <a:avLst/>
              <a:gdLst/>
              <a:ahLst/>
              <a:cxnLst/>
              <a:rect l="l" t="t" r="r" b="b"/>
              <a:pathLst>
                <a:path w="495" h="494" extrusionOk="0">
                  <a:moveTo>
                    <a:pt x="252" y="0"/>
                  </a:moveTo>
                  <a:cubicBezTo>
                    <a:pt x="108" y="0"/>
                    <a:pt x="1" y="107"/>
                    <a:pt x="1" y="251"/>
                  </a:cubicBezTo>
                  <a:cubicBezTo>
                    <a:pt x="1" y="387"/>
                    <a:pt x="108" y="494"/>
                    <a:pt x="252" y="494"/>
                  </a:cubicBezTo>
                  <a:cubicBezTo>
                    <a:pt x="388" y="494"/>
                    <a:pt x="495" y="387"/>
                    <a:pt x="495" y="251"/>
                  </a:cubicBezTo>
                  <a:cubicBezTo>
                    <a:pt x="495"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0" name="Google Shape;15520;p32"/>
            <p:cNvSpPr/>
            <p:nvPr/>
          </p:nvSpPr>
          <p:spPr>
            <a:xfrm>
              <a:off x="2788700" y="3953075"/>
              <a:ext cx="12600" cy="12350"/>
            </a:xfrm>
            <a:custGeom>
              <a:avLst/>
              <a:gdLst/>
              <a:ahLst/>
              <a:cxnLst/>
              <a:rect l="l" t="t" r="r" b="b"/>
              <a:pathLst>
                <a:path w="504" h="494" extrusionOk="0">
                  <a:moveTo>
                    <a:pt x="252" y="0"/>
                  </a:moveTo>
                  <a:cubicBezTo>
                    <a:pt x="116" y="0"/>
                    <a:pt x="1" y="107"/>
                    <a:pt x="1" y="251"/>
                  </a:cubicBezTo>
                  <a:cubicBezTo>
                    <a:pt x="1" y="387"/>
                    <a:pt x="116" y="494"/>
                    <a:pt x="252" y="494"/>
                  </a:cubicBezTo>
                  <a:cubicBezTo>
                    <a:pt x="388" y="494"/>
                    <a:pt x="503" y="387"/>
                    <a:pt x="503" y="251"/>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1" name="Google Shape;15521;p32"/>
            <p:cNvSpPr/>
            <p:nvPr/>
          </p:nvSpPr>
          <p:spPr>
            <a:xfrm>
              <a:off x="2880675" y="3953075"/>
              <a:ext cx="12375" cy="12350"/>
            </a:xfrm>
            <a:custGeom>
              <a:avLst/>
              <a:gdLst/>
              <a:ahLst/>
              <a:cxnLst/>
              <a:rect l="l" t="t" r="r" b="b"/>
              <a:pathLst>
                <a:path w="495" h="494" extrusionOk="0">
                  <a:moveTo>
                    <a:pt x="243" y="0"/>
                  </a:moveTo>
                  <a:cubicBezTo>
                    <a:pt x="107" y="0"/>
                    <a:pt x="0" y="107"/>
                    <a:pt x="0" y="251"/>
                  </a:cubicBezTo>
                  <a:cubicBezTo>
                    <a:pt x="0" y="387"/>
                    <a:pt x="107" y="494"/>
                    <a:pt x="243" y="494"/>
                  </a:cubicBezTo>
                  <a:cubicBezTo>
                    <a:pt x="387" y="494"/>
                    <a:pt x="494" y="387"/>
                    <a:pt x="494" y="251"/>
                  </a:cubicBezTo>
                  <a:cubicBezTo>
                    <a:pt x="494" y="107"/>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2" name="Google Shape;15522;p32"/>
            <p:cNvSpPr/>
            <p:nvPr/>
          </p:nvSpPr>
          <p:spPr>
            <a:xfrm>
              <a:off x="2972425" y="3953075"/>
              <a:ext cx="12575" cy="12350"/>
            </a:xfrm>
            <a:custGeom>
              <a:avLst/>
              <a:gdLst/>
              <a:ahLst/>
              <a:cxnLst/>
              <a:rect l="l" t="t" r="r" b="b"/>
              <a:pathLst>
                <a:path w="503" h="494" extrusionOk="0">
                  <a:moveTo>
                    <a:pt x="251" y="0"/>
                  </a:moveTo>
                  <a:cubicBezTo>
                    <a:pt x="115" y="0"/>
                    <a:pt x="0" y="107"/>
                    <a:pt x="0" y="251"/>
                  </a:cubicBezTo>
                  <a:cubicBezTo>
                    <a:pt x="0" y="387"/>
                    <a:pt x="115" y="494"/>
                    <a:pt x="251" y="494"/>
                  </a:cubicBezTo>
                  <a:cubicBezTo>
                    <a:pt x="387" y="494"/>
                    <a:pt x="503" y="387"/>
                    <a:pt x="503" y="251"/>
                  </a:cubicBezTo>
                  <a:cubicBezTo>
                    <a:pt x="503"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3" name="Google Shape;15523;p32"/>
            <p:cNvSpPr/>
            <p:nvPr/>
          </p:nvSpPr>
          <p:spPr>
            <a:xfrm>
              <a:off x="3064375" y="3953075"/>
              <a:ext cx="12375" cy="12350"/>
            </a:xfrm>
            <a:custGeom>
              <a:avLst/>
              <a:gdLst/>
              <a:ahLst/>
              <a:cxnLst/>
              <a:rect l="l" t="t" r="r" b="b"/>
              <a:pathLst>
                <a:path w="495" h="494" extrusionOk="0">
                  <a:moveTo>
                    <a:pt x="243" y="0"/>
                  </a:moveTo>
                  <a:cubicBezTo>
                    <a:pt x="107" y="0"/>
                    <a:pt x="1" y="107"/>
                    <a:pt x="1" y="251"/>
                  </a:cubicBezTo>
                  <a:cubicBezTo>
                    <a:pt x="1" y="387"/>
                    <a:pt x="107" y="494"/>
                    <a:pt x="243" y="494"/>
                  </a:cubicBezTo>
                  <a:cubicBezTo>
                    <a:pt x="388" y="494"/>
                    <a:pt x="495" y="387"/>
                    <a:pt x="495" y="251"/>
                  </a:cubicBezTo>
                  <a:cubicBezTo>
                    <a:pt x="495" y="107"/>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4" name="Google Shape;15524;p32"/>
            <p:cNvSpPr/>
            <p:nvPr/>
          </p:nvSpPr>
          <p:spPr>
            <a:xfrm>
              <a:off x="3156125" y="3953075"/>
              <a:ext cx="12600" cy="12350"/>
            </a:xfrm>
            <a:custGeom>
              <a:avLst/>
              <a:gdLst/>
              <a:ahLst/>
              <a:cxnLst/>
              <a:rect l="l" t="t" r="r" b="b"/>
              <a:pathLst>
                <a:path w="504" h="494" extrusionOk="0">
                  <a:moveTo>
                    <a:pt x="252" y="0"/>
                  </a:moveTo>
                  <a:cubicBezTo>
                    <a:pt x="116" y="0"/>
                    <a:pt x="1" y="107"/>
                    <a:pt x="1" y="251"/>
                  </a:cubicBezTo>
                  <a:cubicBezTo>
                    <a:pt x="1" y="387"/>
                    <a:pt x="116" y="494"/>
                    <a:pt x="252" y="494"/>
                  </a:cubicBezTo>
                  <a:cubicBezTo>
                    <a:pt x="388" y="494"/>
                    <a:pt x="503" y="387"/>
                    <a:pt x="503" y="251"/>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5" name="Google Shape;15525;p32"/>
            <p:cNvSpPr/>
            <p:nvPr/>
          </p:nvSpPr>
          <p:spPr>
            <a:xfrm>
              <a:off x="3247875" y="3953075"/>
              <a:ext cx="12575" cy="12350"/>
            </a:xfrm>
            <a:custGeom>
              <a:avLst/>
              <a:gdLst/>
              <a:ahLst/>
              <a:cxnLst/>
              <a:rect l="l" t="t" r="r" b="b"/>
              <a:pathLst>
                <a:path w="503" h="494" extrusionOk="0">
                  <a:moveTo>
                    <a:pt x="252" y="0"/>
                  </a:moveTo>
                  <a:cubicBezTo>
                    <a:pt x="116" y="0"/>
                    <a:pt x="1" y="107"/>
                    <a:pt x="1" y="251"/>
                  </a:cubicBezTo>
                  <a:cubicBezTo>
                    <a:pt x="1" y="387"/>
                    <a:pt x="116" y="494"/>
                    <a:pt x="252" y="494"/>
                  </a:cubicBezTo>
                  <a:cubicBezTo>
                    <a:pt x="388" y="494"/>
                    <a:pt x="503" y="387"/>
                    <a:pt x="503" y="251"/>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6" name="Google Shape;15526;p32"/>
            <p:cNvSpPr/>
            <p:nvPr/>
          </p:nvSpPr>
          <p:spPr>
            <a:xfrm>
              <a:off x="3339850" y="3953075"/>
              <a:ext cx="12525" cy="12350"/>
            </a:xfrm>
            <a:custGeom>
              <a:avLst/>
              <a:gdLst/>
              <a:ahLst/>
              <a:cxnLst/>
              <a:rect l="l" t="t" r="r" b="b"/>
              <a:pathLst>
                <a:path w="501" h="494" extrusionOk="0">
                  <a:moveTo>
                    <a:pt x="251" y="0"/>
                  </a:moveTo>
                  <a:cubicBezTo>
                    <a:pt x="107" y="0"/>
                    <a:pt x="0" y="107"/>
                    <a:pt x="0" y="251"/>
                  </a:cubicBezTo>
                  <a:cubicBezTo>
                    <a:pt x="0" y="387"/>
                    <a:pt x="107" y="494"/>
                    <a:pt x="251" y="494"/>
                  </a:cubicBezTo>
                  <a:cubicBezTo>
                    <a:pt x="387" y="494"/>
                    <a:pt x="501" y="387"/>
                    <a:pt x="501" y="251"/>
                  </a:cubicBezTo>
                  <a:cubicBezTo>
                    <a:pt x="501" y="107"/>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7" name="Google Shape;15527;p32"/>
            <p:cNvSpPr/>
            <p:nvPr/>
          </p:nvSpPr>
          <p:spPr>
            <a:xfrm>
              <a:off x="3431575" y="3953075"/>
              <a:ext cx="12600" cy="12350"/>
            </a:xfrm>
            <a:custGeom>
              <a:avLst/>
              <a:gdLst/>
              <a:ahLst/>
              <a:cxnLst/>
              <a:rect l="l" t="t" r="r" b="b"/>
              <a:pathLst>
                <a:path w="504" h="494" extrusionOk="0">
                  <a:moveTo>
                    <a:pt x="252" y="0"/>
                  </a:moveTo>
                  <a:cubicBezTo>
                    <a:pt x="116" y="0"/>
                    <a:pt x="1" y="107"/>
                    <a:pt x="1" y="251"/>
                  </a:cubicBezTo>
                  <a:cubicBezTo>
                    <a:pt x="1" y="387"/>
                    <a:pt x="116" y="494"/>
                    <a:pt x="252" y="494"/>
                  </a:cubicBezTo>
                  <a:cubicBezTo>
                    <a:pt x="388" y="494"/>
                    <a:pt x="503" y="387"/>
                    <a:pt x="503" y="251"/>
                  </a:cubicBezTo>
                  <a:cubicBezTo>
                    <a:pt x="503" y="107"/>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8" name="Google Shape;15528;p32"/>
            <p:cNvSpPr/>
            <p:nvPr/>
          </p:nvSpPr>
          <p:spPr>
            <a:xfrm>
              <a:off x="3523550" y="3953075"/>
              <a:ext cx="12375" cy="12350"/>
            </a:xfrm>
            <a:custGeom>
              <a:avLst/>
              <a:gdLst/>
              <a:ahLst/>
              <a:cxnLst/>
              <a:rect l="l" t="t" r="r" b="b"/>
              <a:pathLst>
                <a:path w="495" h="494" extrusionOk="0">
                  <a:moveTo>
                    <a:pt x="250" y="0"/>
                  </a:moveTo>
                  <a:cubicBezTo>
                    <a:pt x="107" y="0"/>
                    <a:pt x="0" y="107"/>
                    <a:pt x="0" y="251"/>
                  </a:cubicBezTo>
                  <a:cubicBezTo>
                    <a:pt x="0" y="387"/>
                    <a:pt x="107" y="494"/>
                    <a:pt x="250" y="494"/>
                  </a:cubicBezTo>
                  <a:cubicBezTo>
                    <a:pt x="388" y="494"/>
                    <a:pt x="494" y="387"/>
                    <a:pt x="494" y="251"/>
                  </a:cubicBezTo>
                  <a:cubicBezTo>
                    <a:pt x="494" y="107"/>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9" name="Google Shape;15529;p32"/>
            <p:cNvSpPr/>
            <p:nvPr/>
          </p:nvSpPr>
          <p:spPr>
            <a:xfrm>
              <a:off x="676400" y="40448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0" name="Google Shape;15530;p32"/>
            <p:cNvSpPr/>
            <p:nvPr/>
          </p:nvSpPr>
          <p:spPr>
            <a:xfrm>
              <a:off x="768325" y="4044800"/>
              <a:ext cx="12400" cy="12600"/>
            </a:xfrm>
            <a:custGeom>
              <a:avLst/>
              <a:gdLst/>
              <a:ahLst/>
              <a:cxnLst/>
              <a:rect l="l" t="t" r="r" b="b"/>
              <a:pathLst>
                <a:path w="496" h="504"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1" name="Google Shape;15531;p32"/>
            <p:cNvSpPr/>
            <p:nvPr/>
          </p:nvSpPr>
          <p:spPr>
            <a:xfrm>
              <a:off x="860125" y="4044800"/>
              <a:ext cx="12525" cy="12600"/>
            </a:xfrm>
            <a:custGeom>
              <a:avLst/>
              <a:gdLst/>
              <a:ahLst/>
              <a:cxnLst/>
              <a:rect l="l" t="t" r="r" b="b"/>
              <a:pathLst>
                <a:path w="501" h="504"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2" name="Google Shape;15532;p32"/>
            <p:cNvSpPr/>
            <p:nvPr/>
          </p:nvSpPr>
          <p:spPr>
            <a:xfrm>
              <a:off x="951850" y="40448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3" name="Google Shape;15533;p32"/>
            <p:cNvSpPr/>
            <p:nvPr/>
          </p:nvSpPr>
          <p:spPr>
            <a:xfrm>
              <a:off x="1043825" y="404480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4" name="Google Shape;15534;p32"/>
            <p:cNvSpPr/>
            <p:nvPr/>
          </p:nvSpPr>
          <p:spPr>
            <a:xfrm>
              <a:off x="1135575" y="404480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5" name="Google Shape;15535;p32"/>
            <p:cNvSpPr/>
            <p:nvPr/>
          </p:nvSpPr>
          <p:spPr>
            <a:xfrm>
              <a:off x="1227500" y="4044800"/>
              <a:ext cx="12400" cy="12600"/>
            </a:xfrm>
            <a:custGeom>
              <a:avLst/>
              <a:gdLst/>
              <a:ahLst/>
              <a:cxnLst/>
              <a:rect l="l" t="t" r="r" b="b"/>
              <a:pathLst>
                <a:path w="496" h="504"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6" name="Google Shape;15536;p32"/>
            <p:cNvSpPr/>
            <p:nvPr/>
          </p:nvSpPr>
          <p:spPr>
            <a:xfrm>
              <a:off x="1319275" y="404480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7" name="Google Shape;15537;p32"/>
            <p:cNvSpPr/>
            <p:nvPr/>
          </p:nvSpPr>
          <p:spPr>
            <a:xfrm>
              <a:off x="1411200" y="4044800"/>
              <a:ext cx="12425" cy="12600"/>
            </a:xfrm>
            <a:custGeom>
              <a:avLst/>
              <a:gdLst/>
              <a:ahLst/>
              <a:cxnLst/>
              <a:rect l="l" t="t" r="r" b="b"/>
              <a:pathLst>
                <a:path w="497" h="504"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8" name="Google Shape;15538;p32"/>
            <p:cNvSpPr/>
            <p:nvPr/>
          </p:nvSpPr>
          <p:spPr>
            <a:xfrm>
              <a:off x="1503000" y="4044800"/>
              <a:ext cx="12525" cy="12600"/>
            </a:xfrm>
            <a:custGeom>
              <a:avLst/>
              <a:gdLst/>
              <a:ahLst/>
              <a:cxnLst/>
              <a:rect l="l" t="t" r="r" b="b"/>
              <a:pathLst>
                <a:path w="501" h="504"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9" name="Google Shape;15539;p32"/>
            <p:cNvSpPr/>
            <p:nvPr/>
          </p:nvSpPr>
          <p:spPr>
            <a:xfrm>
              <a:off x="1594750" y="404480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0" name="Google Shape;15540;p32"/>
            <p:cNvSpPr/>
            <p:nvPr/>
          </p:nvSpPr>
          <p:spPr>
            <a:xfrm>
              <a:off x="1686650" y="40448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1" name="Google Shape;15541;p32"/>
            <p:cNvSpPr/>
            <p:nvPr/>
          </p:nvSpPr>
          <p:spPr>
            <a:xfrm>
              <a:off x="1778450" y="4044800"/>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2" name="Google Shape;15542;p32"/>
            <p:cNvSpPr/>
            <p:nvPr/>
          </p:nvSpPr>
          <p:spPr>
            <a:xfrm>
              <a:off x="1870375" y="4044800"/>
              <a:ext cx="12400" cy="12600"/>
            </a:xfrm>
            <a:custGeom>
              <a:avLst/>
              <a:gdLst/>
              <a:ahLst/>
              <a:cxnLst/>
              <a:rect l="l" t="t" r="r" b="b"/>
              <a:pathLst>
                <a:path w="496" h="504"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3" name="Google Shape;15543;p32"/>
            <p:cNvSpPr/>
            <p:nvPr/>
          </p:nvSpPr>
          <p:spPr>
            <a:xfrm>
              <a:off x="1962150" y="404480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4" name="Google Shape;15544;p32"/>
            <p:cNvSpPr/>
            <p:nvPr/>
          </p:nvSpPr>
          <p:spPr>
            <a:xfrm>
              <a:off x="2054075" y="4044800"/>
              <a:ext cx="12425" cy="12600"/>
            </a:xfrm>
            <a:custGeom>
              <a:avLst/>
              <a:gdLst/>
              <a:ahLst/>
              <a:cxnLst/>
              <a:rect l="l" t="t" r="r" b="b"/>
              <a:pathLst>
                <a:path w="497" h="504"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5" name="Google Shape;15545;p32"/>
            <p:cNvSpPr/>
            <p:nvPr/>
          </p:nvSpPr>
          <p:spPr>
            <a:xfrm>
              <a:off x="2145825" y="40448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6" name="Google Shape;15546;p32"/>
            <p:cNvSpPr/>
            <p:nvPr/>
          </p:nvSpPr>
          <p:spPr>
            <a:xfrm>
              <a:off x="2237800" y="4044800"/>
              <a:ext cx="12350" cy="12600"/>
            </a:xfrm>
            <a:custGeom>
              <a:avLst/>
              <a:gdLst/>
              <a:ahLst/>
              <a:cxnLst/>
              <a:rect l="l" t="t" r="r" b="b"/>
              <a:pathLst>
                <a:path w="494" h="504"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7" name="Google Shape;15547;p32"/>
            <p:cNvSpPr/>
            <p:nvPr/>
          </p:nvSpPr>
          <p:spPr>
            <a:xfrm>
              <a:off x="2329550" y="404480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8" name="Google Shape;15548;p32"/>
            <p:cNvSpPr/>
            <p:nvPr/>
          </p:nvSpPr>
          <p:spPr>
            <a:xfrm>
              <a:off x="2421325" y="4044800"/>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9" name="Google Shape;15549;p32"/>
            <p:cNvSpPr/>
            <p:nvPr/>
          </p:nvSpPr>
          <p:spPr>
            <a:xfrm>
              <a:off x="2513250" y="4044800"/>
              <a:ext cx="12575" cy="12600"/>
            </a:xfrm>
            <a:custGeom>
              <a:avLst/>
              <a:gdLst/>
              <a:ahLst/>
              <a:cxnLst/>
              <a:rect l="l" t="t" r="r" b="b"/>
              <a:pathLst>
                <a:path w="503" h="504"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0" name="Google Shape;15550;p32"/>
            <p:cNvSpPr/>
            <p:nvPr/>
          </p:nvSpPr>
          <p:spPr>
            <a:xfrm>
              <a:off x="2605000" y="4044800"/>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1" name="Google Shape;15551;p32"/>
            <p:cNvSpPr/>
            <p:nvPr/>
          </p:nvSpPr>
          <p:spPr>
            <a:xfrm>
              <a:off x="2696950" y="4044800"/>
              <a:ext cx="12375" cy="12600"/>
            </a:xfrm>
            <a:custGeom>
              <a:avLst/>
              <a:gdLst/>
              <a:ahLst/>
              <a:cxnLst/>
              <a:rect l="l" t="t" r="r" b="b"/>
              <a:pathLst>
                <a:path w="495" h="504"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2" name="Google Shape;15552;p32"/>
            <p:cNvSpPr/>
            <p:nvPr/>
          </p:nvSpPr>
          <p:spPr>
            <a:xfrm>
              <a:off x="2788700" y="40448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3" name="Google Shape;15553;p32"/>
            <p:cNvSpPr/>
            <p:nvPr/>
          </p:nvSpPr>
          <p:spPr>
            <a:xfrm>
              <a:off x="2880675" y="4044800"/>
              <a:ext cx="12375" cy="12600"/>
            </a:xfrm>
            <a:custGeom>
              <a:avLst/>
              <a:gdLst/>
              <a:ahLst/>
              <a:cxnLst/>
              <a:rect l="l" t="t" r="r" b="b"/>
              <a:pathLst>
                <a:path w="495" h="504"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4" name="Google Shape;15554;p32"/>
            <p:cNvSpPr/>
            <p:nvPr/>
          </p:nvSpPr>
          <p:spPr>
            <a:xfrm>
              <a:off x="2972425" y="4044800"/>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5" name="Google Shape;15555;p32"/>
            <p:cNvSpPr/>
            <p:nvPr/>
          </p:nvSpPr>
          <p:spPr>
            <a:xfrm>
              <a:off x="3064375" y="4044800"/>
              <a:ext cx="12375" cy="12600"/>
            </a:xfrm>
            <a:custGeom>
              <a:avLst/>
              <a:gdLst/>
              <a:ahLst/>
              <a:cxnLst/>
              <a:rect l="l" t="t" r="r" b="b"/>
              <a:pathLst>
                <a:path w="495" h="504"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6" name="Google Shape;15556;p32"/>
            <p:cNvSpPr/>
            <p:nvPr/>
          </p:nvSpPr>
          <p:spPr>
            <a:xfrm>
              <a:off x="3156125" y="40448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7" name="Google Shape;15557;p32"/>
            <p:cNvSpPr/>
            <p:nvPr/>
          </p:nvSpPr>
          <p:spPr>
            <a:xfrm>
              <a:off x="3247875" y="4044800"/>
              <a:ext cx="12575" cy="12600"/>
            </a:xfrm>
            <a:custGeom>
              <a:avLst/>
              <a:gdLst/>
              <a:ahLst/>
              <a:cxnLst/>
              <a:rect l="l" t="t" r="r" b="b"/>
              <a:pathLst>
                <a:path w="503"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8" name="Google Shape;15558;p32"/>
            <p:cNvSpPr/>
            <p:nvPr/>
          </p:nvSpPr>
          <p:spPr>
            <a:xfrm>
              <a:off x="3339850" y="4044800"/>
              <a:ext cx="12525" cy="12600"/>
            </a:xfrm>
            <a:custGeom>
              <a:avLst/>
              <a:gdLst/>
              <a:ahLst/>
              <a:cxnLst/>
              <a:rect l="l" t="t" r="r" b="b"/>
              <a:pathLst>
                <a:path w="501" h="504"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9" name="Google Shape;15559;p32"/>
            <p:cNvSpPr/>
            <p:nvPr/>
          </p:nvSpPr>
          <p:spPr>
            <a:xfrm>
              <a:off x="3431575" y="4044800"/>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0" name="Google Shape;15560;p32"/>
            <p:cNvSpPr/>
            <p:nvPr/>
          </p:nvSpPr>
          <p:spPr>
            <a:xfrm>
              <a:off x="3523550" y="4044800"/>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1" name="Google Shape;15561;p32"/>
            <p:cNvSpPr/>
            <p:nvPr/>
          </p:nvSpPr>
          <p:spPr>
            <a:xfrm>
              <a:off x="676400" y="4136775"/>
              <a:ext cx="12600" cy="12375"/>
            </a:xfrm>
            <a:custGeom>
              <a:avLst/>
              <a:gdLst/>
              <a:ahLst/>
              <a:cxnLst/>
              <a:rect l="l" t="t" r="r" b="b"/>
              <a:pathLst>
                <a:path w="504" h="495" extrusionOk="0">
                  <a:moveTo>
                    <a:pt x="252" y="1"/>
                  </a:moveTo>
                  <a:cubicBezTo>
                    <a:pt x="116" y="1"/>
                    <a:pt x="1" y="107"/>
                    <a:pt x="1" y="250"/>
                  </a:cubicBezTo>
                  <a:cubicBezTo>
                    <a:pt x="1" y="388"/>
                    <a:pt x="116" y="494"/>
                    <a:pt x="252" y="494"/>
                  </a:cubicBezTo>
                  <a:cubicBezTo>
                    <a:pt x="388" y="494"/>
                    <a:pt x="503" y="388"/>
                    <a:pt x="503" y="250"/>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2" name="Google Shape;15562;p32"/>
            <p:cNvSpPr/>
            <p:nvPr/>
          </p:nvSpPr>
          <p:spPr>
            <a:xfrm>
              <a:off x="768325" y="4136775"/>
              <a:ext cx="12400" cy="12375"/>
            </a:xfrm>
            <a:custGeom>
              <a:avLst/>
              <a:gdLst/>
              <a:ahLst/>
              <a:cxnLst/>
              <a:rect l="l" t="t" r="r" b="b"/>
              <a:pathLst>
                <a:path w="496" h="495" extrusionOk="0">
                  <a:moveTo>
                    <a:pt x="245" y="1"/>
                  </a:moveTo>
                  <a:cubicBezTo>
                    <a:pt x="109" y="1"/>
                    <a:pt x="0" y="107"/>
                    <a:pt x="0" y="250"/>
                  </a:cubicBezTo>
                  <a:cubicBezTo>
                    <a:pt x="0" y="388"/>
                    <a:pt x="109" y="494"/>
                    <a:pt x="245" y="494"/>
                  </a:cubicBezTo>
                  <a:cubicBezTo>
                    <a:pt x="388" y="494"/>
                    <a:pt x="496" y="388"/>
                    <a:pt x="496" y="250"/>
                  </a:cubicBezTo>
                  <a:cubicBezTo>
                    <a:pt x="496" y="107"/>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3" name="Google Shape;15563;p32"/>
            <p:cNvSpPr/>
            <p:nvPr/>
          </p:nvSpPr>
          <p:spPr>
            <a:xfrm>
              <a:off x="860125" y="4136775"/>
              <a:ext cx="12525" cy="12375"/>
            </a:xfrm>
            <a:custGeom>
              <a:avLst/>
              <a:gdLst/>
              <a:ahLst/>
              <a:cxnLst/>
              <a:rect l="l" t="t" r="r" b="b"/>
              <a:pathLst>
                <a:path w="501" h="495" extrusionOk="0">
                  <a:moveTo>
                    <a:pt x="251" y="1"/>
                  </a:moveTo>
                  <a:cubicBezTo>
                    <a:pt x="114" y="1"/>
                    <a:pt x="0" y="107"/>
                    <a:pt x="0" y="250"/>
                  </a:cubicBezTo>
                  <a:cubicBezTo>
                    <a:pt x="0" y="388"/>
                    <a:pt x="114" y="494"/>
                    <a:pt x="251" y="494"/>
                  </a:cubicBezTo>
                  <a:cubicBezTo>
                    <a:pt x="387" y="494"/>
                    <a:pt x="501" y="388"/>
                    <a:pt x="501" y="250"/>
                  </a:cubicBezTo>
                  <a:cubicBezTo>
                    <a:pt x="501"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4" name="Google Shape;15564;p32"/>
            <p:cNvSpPr/>
            <p:nvPr/>
          </p:nvSpPr>
          <p:spPr>
            <a:xfrm>
              <a:off x="951850" y="4136775"/>
              <a:ext cx="12600" cy="12375"/>
            </a:xfrm>
            <a:custGeom>
              <a:avLst/>
              <a:gdLst/>
              <a:ahLst/>
              <a:cxnLst/>
              <a:rect l="l" t="t" r="r" b="b"/>
              <a:pathLst>
                <a:path w="504" h="495" extrusionOk="0">
                  <a:moveTo>
                    <a:pt x="252" y="1"/>
                  </a:moveTo>
                  <a:cubicBezTo>
                    <a:pt x="116" y="1"/>
                    <a:pt x="1" y="107"/>
                    <a:pt x="1" y="250"/>
                  </a:cubicBezTo>
                  <a:cubicBezTo>
                    <a:pt x="1" y="388"/>
                    <a:pt x="116" y="494"/>
                    <a:pt x="252" y="494"/>
                  </a:cubicBezTo>
                  <a:cubicBezTo>
                    <a:pt x="388" y="494"/>
                    <a:pt x="503" y="388"/>
                    <a:pt x="503" y="250"/>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5" name="Google Shape;15565;p32"/>
            <p:cNvSpPr/>
            <p:nvPr/>
          </p:nvSpPr>
          <p:spPr>
            <a:xfrm>
              <a:off x="1043825" y="4136775"/>
              <a:ext cx="12375" cy="12375"/>
            </a:xfrm>
            <a:custGeom>
              <a:avLst/>
              <a:gdLst/>
              <a:ahLst/>
              <a:cxnLst/>
              <a:rect l="l" t="t" r="r" b="b"/>
              <a:pathLst>
                <a:path w="495" h="495" extrusionOk="0">
                  <a:moveTo>
                    <a:pt x="250" y="1"/>
                  </a:moveTo>
                  <a:cubicBezTo>
                    <a:pt x="107" y="1"/>
                    <a:pt x="0" y="107"/>
                    <a:pt x="0" y="250"/>
                  </a:cubicBezTo>
                  <a:cubicBezTo>
                    <a:pt x="0" y="388"/>
                    <a:pt x="107" y="494"/>
                    <a:pt x="250" y="494"/>
                  </a:cubicBezTo>
                  <a:cubicBezTo>
                    <a:pt x="388" y="494"/>
                    <a:pt x="494" y="388"/>
                    <a:pt x="494" y="250"/>
                  </a:cubicBezTo>
                  <a:cubicBezTo>
                    <a:pt x="494" y="107"/>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6" name="Google Shape;15566;p32"/>
            <p:cNvSpPr/>
            <p:nvPr/>
          </p:nvSpPr>
          <p:spPr>
            <a:xfrm>
              <a:off x="1135575" y="4136775"/>
              <a:ext cx="12575" cy="12375"/>
            </a:xfrm>
            <a:custGeom>
              <a:avLst/>
              <a:gdLst/>
              <a:ahLst/>
              <a:cxnLst/>
              <a:rect l="l" t="t" r="r" b="b"/>
              <a:pathLst>
                <a:path w="503" h="495" extrusionOk="0">
                  <a:moveTo>
                    <a:pt x="252" y="1"/>
                  </a:moveTo>
                  <a:cubicBezTo>
                    <a:pt x="116" y="1"/>
                    <a:pt x="0" y="107"/>
                    <a:pt x="0" y="250"/>
                  </a:cubicBezTo>
                  <a:cubicBezTo>
                    <a:pt x="0" y="388"/>
                    <a:pt x="116" y="494"/>
                    <a:pt x="252" y="494"/>
                  </a:cubicBezTo>
                  <a:cubicBezTo>
                    <a:pt x="387" y="494"/>
                    <a:pt x="503" y="388"/>
                    <a:pt x="503" y="250"/>
                  </a:cubicBezTo>
                  <a:cubicBezTo>
                    <a:pt x="503" y="107"/>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7" name="Google Shape;15567;p32"/>
            <p:cNvSpPr/>
            <p:nvPr/>
          </p:nvSpPr>
          <p:spPr>
            <a:xfrm>
              <a:off x="1227500" y="4136775"/>
              <a:ext cx="12400" cy="12375"/>
            </a:xfrm>
            <a:custGeom>
              <a:avLst/>
              <a:gdLst/>
              <a:ahLst/>
              <a:cxnLst/>
              <a:rect l="l" t="t" r="r" b="b"/>
              <a:pathLst>
                <a:path w="496" h="495" extrusionOk="0">
                  <a:moveTo>
                    <a:pt x="251" y="1"/>
                  </a:moveTo>
                  <a:cubicBezTo>
                    <a:pt x="109" y="1"/>
                    <a:pt x="0" y="107"/>
                    <a:pt x="0" y="250"/>
                  </a:cubicBezTo>
                  <a:cubicBezTo>
                    <a:pt x="0" y="388"/>
                    <a:pt x="109" y="494"/>
                    <a:pt x="251" y="494"/>
                  </a:cubicBezTo>
                  <a:cubicBezTo>
                    <a:pt x="387" y="494"/>
                    <a:pt x="496" y="388"/>
                    <a:pt x="496" y="250"/>
                  </a:cubicBezTo>
                  <a:cubicBezTo>
                    <a:pt x="496"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8" name="Google Shape;15568;p32"/>
            <p:cNvSpPr/>
            <p:nvPr/>
          </p:nvSpPr>
          <p:spPr>
            <a:xfrm>
              <a:off x="1319275" y="4136775"/>
              <a:ext cx="12550" cy="12375"/>
            </a:xfrm>
            <a:custGeom>
              <a:avLst/>
              <a:gdLst/>
              <a:ahLst/>
              <a:cxnLst/>
              <a:rect l="l" t="t" r="r" b="b"/>
              <a:pathLst>
                <a:path w="502" h="495" extrusionOk="0">
                  <a:moveTo>
                    <a:pt x="252" y="1"/>
                  </a:moveTo>
                  <a:cubicBezTo>
                    <a:pt x="114" y="1"/>
                    <a:pt x="1" y="107"/>
                    <a:pt x="1" y="250"/>
                  </a:cubicBezTo>
                  <a:cubicBezTo>
                    <a:pt x="1" y="388"/>
                    <a:pt x="114" y="494"/>
                    <a:pt x="252" y="494"/>
                  </a:cubicBezTo>
                  <a:cubicBezTo>
                    <a:pt x="388" y="494"/>
                    <a:pt x="501" y="388"/>
                    <a:pt x="501" y="250"/>
                  </a:cubicBezTo>
                  <a:cubicBezTo>
                    <a:pt x="501"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9" name="Google Shape;15569;p32"/>
            <p:cNvSpPr/>
            <p:nvPr/>
          </p:nvSpPr>
          <p:spPr>
            <a:xfrm>
              <a:off x="1411200" y="4136775"/>
              <a:ext cx="12425" cy="12375"/>
            </a:xfrm>
            <a:custGeom>
              <a:avLst/>
              <a:gdLst/>
              <a:ahLst/>
              <a:cxnLst/>
              <a:rect l="l" t="t" r="r" b="b"/>
              <a:pathLst>
                <a:path w="497" h="495" extrusionOk="0">
                  <a:moveTo>
                    <a:pt x="245" y="1"/>
                  </a:moveTo>
                  <a:cubicBezTo>
                    <a:pt x="109" y="1"/>
                    <a:pt x="1" y="107"/>
                    <a:pt x="1" y="250"/>
                  </a:cubicBezTo>
                  <a:cubicBezTo>
                    <a:pt x="1" y="388"/>
                    <a:pt x="109" y="494"/>
                    <a:pt x="245" y="494"/>
                  </a:cubicBezTo>
                  <a:cubicBezTo>
                    <a:pt x="388" y="494"/>
                    <a:pt x="496" y="388"/>
                    <a:pt x="496" y="250"/>
                  </a:cubicBezTo>
                  <a:cubicBezTo>
                    <a:pt x="496" y="107"/>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0" name="Google Shape;15570;p32"/>
            <p:cNvSpPr/>
            <p:nvPr/>
          </p:nvSpPr>
          <p:spPr>
            <a:xfrm>
              <a:off x="1503000" y="4136775"/>
              <a:ext cx="12525" cy="12375"/>
            </a:xfrm>
            <a:custGeom>
              <a:avLst/>
              <a:gdLst/>
              <a:ahLst/>
              <a:cxnLst/>
              <a:rect l="l" t="t" r="r" b="b"/>
              <a:pathLst>
                <a:path w="501" h="495" extrusionOk="0">
                  <a:moveTo>
                    <a:pt x="250" y="1"/>
                  </a:moveTo>
                  <a:cubicBezTo>
                    <a:pt x="114" y="1"/>
                    <a:pt x="0" y="107"/>
                    <a:pt x="0" y="250"/>
                  </a:cubicBezTo>
                  <a:cubicBezTo>
                    <a:pt x="0" y="388"/>
                    <a:pt x="114" y="494"/>
                    <a:pt x="250" y="494"/>
                  </a:cubicBezTo>
                  <a:cubicBezTo>
                    <a:pt x="387" y="494"/>
                    <a:pt x="501" y="388"/>
                    <a:pt x="501" y="250"/>
                  </a:cubicBezTo>
                  <a:cubicBezTo>
                    <a:pt x="501" y="107"/>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1" name="Google Shape;15571;p32"/>
            <p:cNvSpPr/>
            <p:nvPr/>
          </p:nvSpPr>
          <p:spPr>
            <a:xfrm>
              <a:off x="1594750" y="4136775"/>
              <a:ext cx="12575" cy="12375"/>
            </a:xfrm>
            <a:custGeom>
              <a:avLst/>
              <a:gdLst/>
              <a:ahLst/>
              <a:cxnLst/>
              <a:rect l="l" t="t" r="r" b="b"/>
              <a:pathLst>
                <a:path w="503" h="495" extrusionOk="0">
                  <a:moveTo>
                    <a:pt x="251" y="1"/>
                  </a:moveTo>
                  <a:cubicBezTo>
                    <a:pt x="115" y="1"/>
                    <a:pt x="0" y="107"/>
                    <a:pt x="0" y="250"/>
                  </a:cubicBezTo>
                  <a:cubicBezTo>
                    <a:pt x="0" y="388"/>
                    <a:pt x="115" y="494"/>
                    <a:pt x="251" y="494"/>
                  </a:cubicBezTo>
                  <a:cubicBezTo>
                    <a:pt x="394" y="494"/>
                    <a:pt x="503" y="388"/>
                    <a:pt x="503" y="250"/>
                  </a:cubicBezTo>
                  <a:cubicBezTo>
                    <a:pt x="503" y="107"/>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2" name="Google Shape;15572;p32"/>
            <p:cNvSpPr/>
            <p:nvPr/>
          </p:nvSpPr>
          <p:spPr>
            <a:xfrm>
              <a:off x="1686650" y="4136775"/>
              <a:ext cx="12600" cy="12375"/>
            </a:xfrm>
            <a:custGeom>
              <a:avLst/>
              <a:gdLst/>
              <a:ahLst/>
              <a:cxnLst/>
              <a:rect l="l" t="t" r="r" b="b"/>
              <a:pathLst>
                <a:path w="504" h="495" extrusionOk="0">
                  <a:moveTo>
                    <a:pt x="252" y="1"/>
                  </a:moveTo>
                  <a:cubicBezTo>
                    <a:pt x="116" y="1"/>
                    <a:pt x="1" y="107"/>
                    <a:pt x="1" y="250"/>
                  </a:cubicBezTo>
                  <a:cubicBezTo>
                    <a:pt x="1" y="388"/>
                    <a:pt x="116" y="494"/>
                    <a:pt x="252" y="494"/>
                  </a:cubicBezTo>
                  <a:cubicBezTo>
                    <a:pt x="388" y="494"/>
                    <a:pt x="503" y="388"/>
                    <a:pt x="503" y="250"/>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3" name="Google Shape;15573;p32"/>
            <p:cNvSpPr/>
            <p:nvPr/>
          </p:nvSpPr>
          <p:spPr>
            <a:xfrm>
              <a:off x="1778450" y="4136775"/>
              <a:ext cx="12550" cy="12375"/>
            </a:xfrm>
            <a:custGeom>
              <a:avLst/>
              <a:gdLst/>
              <a:ahLst/>
              <a:cxnLst/>
              <a:rect l="l" t="t" r="r" b="b"/>
              <a:pathLst>
                <a:path w="502" h="495" extrusionOk="0">
                  <a:moveTo>
                    <a:pt x="252" y="1"/>
                  </a:moveTo>
                  <a:cubicBezTo>
                    <a:pt x="114" y="1"/>
                    <a:pt x="1" y="107"/>
                    <a:pt x="1" y="250"/>
                  </a:cubicBezTo>
                  <a:cubicBezTo>
                    <a:pt x="1" y="388"/>
                    <a:pt x="114" y="494"/>
                    <a:pt x="252" y="494"/>
                  </a:cubicBezTo>
                  <a:cubicBezTo>
                    <a:pt x="388" y="494"/>
                    <a:pt x="501" y="388"/>
                    <a:pt x="501" y="250"/>
                  </a:cubicBezTo>
                  <a:cubicBezTo>
                    <a:pt x="501"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4" name="Google Shape;15574;p32"/>
            <p:cNvSpPr/>
            <p:nvPr/>
          </p:nvSpPr>
          <p:spPr>
            <a:xfrm>
              <a:off x="1870375" y="4136775"/>
              <a:ext cx="12400" cy="12375"/>
            </a:xfrm>
            <a:custGeom>
              <a:avLst/>
              <a:gdLst/>
              <a:ahLst/>
              <a:cxnLst/>
              <a:rect l="l" t="t" r="r" b="b"/>
              <a:pathLst>
                <a:path w="496" h="495" extrusionOk="0">
                  <a:moveTo>
                    <a:pt x="252" y="1"/>
                  </a:moveTo>
                  <a:cubicBezTo>
                    <a:pt x="109" y="1"/>
                    <a:pt x="0" y="107"/>
                    <a:pt x="0" y="250"/>
                  </a:cubicBezTo>
                  <a:cubicBezTo>
                    <a:pt x="0" y="388"/>
                    <a:pt x="109" y="494"/>
                    <a:pt x="252" y="494"/>
                  </a:cubicBezTo>
                  <a:cubicBezTo>
                    <a:pt x="387" y="494"/>
                    <a:pt x="496" y="388"/>
                    <a:pt x="496" y="250"/>
                  </a:cubicBezTo>
                  <a:cubicBezTo>
                    <a:pt x="496" y="107"/>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5" name="Google Shape;15575;p32"/>
            <p:cNvSpPr/>
            <p:nvPr/>
          </p:nvSpPr>
          <p:spPr>
            <a:xfrm>
              <a:off x="1962150" y="4136775"/>
              <a:ext cx="12550" cy="12375"/>
            </a:xfrm>
            <a:custGeom>
              <a:avLst/>
              <a:gdLst/>
              <a:ahLst/>
              <a:cxnLst/>
              <a:rect l="l" t="t" r="r" b="b"/>
              <a:pathLst>
                <a:path w="502" h="495" extrusionOk="0">
                  <a:moveTo>
                    <a:pt x="250" y="1"/>
                  </a:moveTo>
                  <a:cubicBezTo>
                    <a:pt x="114" y="1"/>
                    <a:pt x="1" y="107"/>
                    <a:pt x="1" y="250"/>
                  </a:cubicBezTo>
                  <a:cubicBezTo>
                    <a:pt x="1" y="388"/>
                    <a:pt x="114" y="494"/>
                    <a:pt x="250" y="494"/>
                  </a:cubicBezTo>
                  <a:cubicBezTo>
                    <a:pt x="388" y="494"/>
                    <a:pt x="502" y="388"/>
                    <a:pt x="502" y="250"/>
                  </a:cubicBezTo>
                  <a:cubicBezTo>
                    <a:pt x="502" y="107"/>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6" name="Google Shape;15576;p32"/>
            <p:cNvSpPr/>
            <p:nvPr/>
          </p:nvSpPr>
          <p:spPr>
            <a:xfrm>
              <a:off x="2054075" y="4136775"/>
              <a:ext cx="12425" cy="12375"/>
            </a:xfrm>
            <a:custGeom>
              <a:avLst/>
              <a:gdLst/>
              <a:ahLst/>
              <a:cxnLst/>
              <a:rect l="l" t="t" r="r" b="b"/>
              <a:pathLst>
                <a:path w="497" h="495" extrusionOk="0">
                  <a:moveTo>
                    <a:pt x="252" y="1"/>
                  </a:moveTo>
                  <a:cubicBezTo>
                    <a:pt x="109" y="1"/>
                    <a:pt x="1" y="107"/>
                    <a:pt x="1" y="250"/>
                  </a:cubicBezTo>
                  <a:cubicBezTo>
                    <a:pt x="1" y="388"/>
                    <a:pt x="109" y="494"/>
                    <a:pt x="252" y="494"/>
                  </a:cubicBezTo>
                  <a:cubicBezTo>
                    <a:pt x="388" y="494"/>
                    <a:pt x="496" y="388"/>
                    <a:pt x="496" y="250"/>
                  </a:cubicBezTo>
                  <a:cubicBezTo>
                    <a:pt x="496"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7" name="Google Shape;15577;p32"/>
            <p:cNvSpPr/>
            <p:nvPr/>
          </p:nvSpPr>
          <p:spPr>
            <a:xfrm>
              <a:off x="2145825" y="4136775"/>
              <a:ext cx="12600" cy="12375"/>
            </a:xfrm>
            <a:custGeom>
              <a:avLst/>
              <a:gdLst/>
              <a:ahLst/>
              <a:cxnLst/>
              <a:rect l="l" t="t" r="r" b="b"/>
              <a:pathLst>
                <a:path w="504" h="495" extrusionOk="0">
                  <a:moveTo>
                    <a:pt x="252" y="1"/>
                  </a:moveTo>
                  <a:cubicBezTo>
                    <a:pt x="116" y="1"/>
                    <a:pt x="1" y="107"/>
                    <a:pt x="1" y="250"/>
                  </a:cubicBezTo>
                  <a:cubicBezTo>
                    <a:pt x="1" y="388"/>
                    <a:pt x="116" y="494"/>
                    <a:pt x="252" y="494"/>
                  </a:cubicBezTo>
                  <a:cubicBezTo>
                    <a:pt x="388" y="494"/>
                    <a:pt x="503" y="388"/>
                    <a:pt x="503" y="250"/>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8" name="Google Shape;15578;p32"/>
            <p:cNvSpPr/>
            <p:nvPr/>
          </p:nvSpPr>
          <p:spPr>
            <a:xfrm>
              <a:off x="2237800" y="4136775"/>
              <a:ext cx="12350" cy="12375"/>
            </a:xfrm>
            <a:custGeom>
              <a:avLst/>
              <a:gdLst/>
              <a:ahLst/>
              <a:cxnLst/>
              <a:rect l="l" t="t" r="r" b="b"/>
              <a:pathLst>
                <a:path w="494" h="495" extrusionOk="0">
                  <a:moveTo>
                    <a:pt x="244" y="1"/>
                  </a:moveTo>
                  <a:cubicBezTo>
                    <a:pt x="107" y="1"/>
                    <a:pt x="0" y="107"/>
                    <a:pt x="0" y="250"/>
                  </a:cubicBezTo>
                  <a:cubicBezTo>
                    <a:pt x="0" y="388"/>
                    <a:pt x="107" y="494"/>
                    <a:pt x="244" y="494"/>
                  </a:cubicBezTo>
                  <a:cubicBezTo>
                    <a:pt x="387" y="494"/>
                    <a:pt x="494" y="388"/>
                    <a:pt x="494" y="250"/>
                  </a:cubicBezTo>
                  <a:cubicBezTo>
                    <a:pt x="494" y="107"/>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9" name="Google Shape;15579;p32"/>
            <p:cNvSpPr/>
            <p:nvPr/>
          </p:nvSpPr>
          <p:spPr>
            <a:xfrm>
              <a:off x="2329550" y="4136775"/>
              <a:ext cx="12575" cy="12375"/>
            </a:xfrm>
            <a:custGeom>
              <a:avLst/>
              <a:gdLst/>
              <a:ahLst/>
              <a:cxnLst/>
              <a:rect l="l" t="t" r="r" b="b"/>
              <a:pathLst>
                <a:path w="503" h="495" extrusionOk="0">
                  <a:moveTo>
                    <a:pt x="251" y="1"/>
                  </a:moveTo>
                  <a:cubicBezTo>
                    <a:pt x="115" y="1"/>
                    <a:pt x="0" y="107"/>
                    <a:pt x="0" y="250"/>
                  </a:cubicBezTo>
                  <a:cubicBezTo>
                    <a:pt x="0" y="388"/>
                    <a:pt x="115" y="494"/>
                    <a:pt x="251" y="494"/>
                  </a:cubicBezTo>
                  <a:cubicBezTo>
                    <a:pt x="387" y="494"/>
                    <a:pt x="502" y="388"/>
                    <a:pt x="502" y="250"/>
                  </a:cubicBezTo>
                  <a:cubicBezTo>
                    <a:pt x="502"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0" name="Google Shape;15580;p32"/>
            <p:cNvSpPr/>
            <p:nvPr/>
          </p:nvSpPr>
          <p:spPr>
            <a:xfrm>
              <a:off x="2421325" y="4136775"/>
              <a:ext cx="12550" cy="12375"/>
            </a:xfrm>
            <a:custGeom>
              <a:avLst/>
              <a:gdLst/>
              <a:ahLst/>
              <a:cxnLst/>
              <a:rect l="l" t="t" r="r" b="b"/>
              <a:pathLst>
                <a:path w="502" h="495" extrusionOk="0">
                  <a:moveTo>
                    <a:pt x="250" y="1"/>
                  </a:moveTo>
                  <a:cubicBezTo>
                    <a:pt x="114" y="1"/>
                    <a:pt x="1" y="107"/>
                    <a:pt x="1" y="250"/>
                  </a:cubicBezTo>
                  <a:cubicBezTo>
                    <a:pt x="1" y="388"/>
                    <a:pt x="114" y="494"/>
                    <a:pt x="250" y="494"/>
                  </a:cubicBezTo>
                  <a:cubicBezTo>
                    <a:pt x="395" y="494"/>
                    <a:pt x="501" y="388"/>
                    <a:pt x="501" y="250"/>
                  </a:cubicBezTo>
                  <a:cubicBezTo>
                    <a:pt x="501" y="107"/>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1" name="Google Shape;15581;p32"/>
            <p:cNvSpPr/>
            <p:nvPr/>
          </p:nvSpPr>
          <p:spPr>
            <a:xfrm>
              <a:off x="2513250" y="4136775"/>
              <a:ext cx="12575" cy="12375"/>
            </a:xfrm>
            <a:custGeom>
              <a:avLst/>
              <a:gdLst/>
              <a:ahLst/>
              <a:cxnLst/>
              <a:rect l="l" t="t" r="r" b="b"/>
              <a:pathLst>
                <a:path w="503" h="495" extrusionOk="0">
                  <a:moveTo>
                    <a:pt x="252" y="1"/>
                  </a:moveTo>
                  <a:cubicBezTo>
                    <a:pt x="109" y="1"/>
                    <a:pt x="0" y="107"/>
                    <a:pt x="0" y="250"/>
                  </a:cubicBezTo>
                  <a:cubicBezTo>
                    <a:pt x="0" y="388"/>
                    <a:pt x="109" y="494"/>
                    <a:pt x="252" y="494"/>
                  </a:cubicBezTo>
                  <a:cubicBezTo>
                    <a:pt x="388" y="494"/>
                    <a:pt x="503" y="388"/>
                    <a:pt x="503" y="250"/>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2" name="Google Shape;15582;p32"/>
            <p:cNvSpPr/>
            <p:nvPr/>
          </p:nvSpPr>
          <p:spPr>
            <a:xfrm>
              <a:off x="2605000" y="4136775"/>
              <a:ext cx="12575" cy="12375"/>
            </a:xfrm>
            <a:custGeom>
              <a:avLst/>
              <a:gdLst/>
              <a:ahLst/>
              <a:cxnLst/>
              <a:rect l="l" t="t" r="r" b="b"/>
              <a:pathLst>
                <a:path w="503" h="495" extrusionOk="0">
                  <a:moveTo>
                    <a:pt x="252" y="1"/>
                  </a:moveTo>
                  <a:cubicBezTo>
                    <a:pt x="116" y="1"/>
                    <a:pt x="0" y="107"/>
                    <a:pt x="0" y="250"/>
                  </a:cubicBezTo>
                  <a:cubicBezTo>
                    <a:pt x="0" y="388"/>
                    <a:pt x="116" y="494"/>
                    <a:pt x="252" y="494"/>
                  </a:cubicBezTo>
                  <a:cubicBezTo>
                    <a:pt x="387" y="494"/>
                    <a:pt x="503" y="388"/>
                    <a:pt x="503" y="250"/>
                  </a:cubicBezTo>
                  <a:cubicBezTo>
                    <a:pt x="503" y="107"/>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3" name="Google Shape;15583;p32"/>
            <p:cNvSpPr/>
            <p:nvPr/>
          </p:nvSpPr>
          <p:spPr>
            <a:xfrm>
              <a:off x="2696950" y="4136775"/>
              <a:ext cx="12375" cy="12375"/>
            </a:xfrm>
            <a:custGeom>
              <a:avLst/>
              <a:gdLst/>
              <a:ahLst/>
              <a:cxnLst/>
              <a:rect l="l" t="t" r="r" b="b"/>
              <a:pathLst>
                <a:path w="495" h="495" extrusionOk="0">
                  <a:moveTo>
                    <a:pt x="252" y="1"/>
                  </a:moveTo>
                  <a:cubicBezTo>
                    <a:pt x="108" y="1"/>
                    <a:pt x="1" y="107"/>
                    <a:pt x="1" y="250"/>
                  </a:cubicBezTo>
                  <a:cubicBezTo>
                    <a:pt x="1" y="388"/>
                    <a:pt x="108" y="494"/>
                    <a:pt x="252" y="494"/>
                  </a:cubicBezTo>
                  <a:cubicBezTo>
                    <a:pt x="388" y="494"/>
                    <a:pt x="495" y="388"/>
                    <a:pt x="495" y="250"/>
                  </a:cubicBezTo>
                  <a:cubicBezTo>
                    <a:pt x="495"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4" name="Google Shape;15584;p32"/>
            <p:cNvSpPr/>
            <p:nvPr/>
          </p:nvSpPr>
          <p:spPr>
            <a:xfrm>
              <a:off x="2788700" y="4136775"/>
              <a:ext cx="12600" cy="12375"/>
            </a:xfrm>
            <a:custGeom>
              <a:avLst/>
              <a:gdLst/>
              <a:ahLst/>
              <a:cxnLst/>
              <a:rect l="l" t="t" r="r" b="b"/>
              <a:pathLst>
                <a:path w="504" h="495" extrusionOk="0">
                  <a:moveTo>
                    <a:pt x="252" y="1"/>
                  </a:moveTo>
                  <a:cubicBezTo>
                    <a:pt x="116" y="1"/>
                    <a:pt x="1" y="107"/>
                    <a:pt x="1" y="250"/>
                  </a:cubicBezTo>
                  <a:cubicBezTo>
                    <a:pt x="1" y="388"/>
                    <a:pt x="116" y="494"/>
                    <a:pt x="252" y="494"/>
                  </a:cubicBezTo>
                  <a:cubicBezTo>
                    <a:pt x="388" y="494"/>
                    <a:pt x="503" y="388"/>
                    <a:pt x="503" y="250"/>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5" name="Google Shape;15585;p32"/>
            <p:cNvSpPr/>
            <p:nvPr/>
          </p:nvSpPr>
          <p:spPr>
            <a:xfrm>
              <a:off x="2880675" y="4136775"/>
              <a:ext cx="12375" cy="12375"/>
            </a:xfrm>
            <a:custGeom>
              <a:avLst/>
              <a:gdLst/>
              <a:ahLst/>
              <a:cxnLst/>
              <a:rect l="l" t="t" r="r" b="b"/>
              <a:pathLst>
                <a:path w="495" h="495" extrusionOk="0">
                  <a:moveTo>
                    <a:pt x="243" y="1"/>
                  </a:moveTo>
                  <a:cubicBezTo>
                    <a:pt x="107" y="1"/>
                    <a:pt x="0" y="107"/>
                    <a:pt x="0" y="250"/>
                  </a:cubicBezTo>
                  <a:cubicBezTo>
                    <a:pt x="0" y="388"/>
                    <a:pt x="107" y="494"/>
                    <a:pt x="243" y="494"/>
                  </a:cubicBezTo>
                  <a:cubicBezTo>
                    <a:pt x="387" y="494"/>
                    <a:pt x="494" y="388"/>
                    <a:pt x="494" y="250"/>
                  </a:cubicBezTo>
                  <a:cubicBezTo>
                    <a:pt x="494" y="107"/>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6" name="Google Shape;15586;p32"/>
            <p:cNvSpPr/>
            <p:nvPr/>
          </p:nvSpPr>
          <p:spPr>
            <a:xfrm>
              <a:off x="2972425" y="4136775"/>
              <a:ext cx="12575" cy="12375"/>
            </a:xfrm>
            <a:custGeom>
              <a:avLst/>
              <a:gdLst/>
              <a:ahLst/>
              <a:cxnLst/>
              <a:rect l="l" t="t" r="r" b="b"/>
              <a:pathLst>
                <a:path w="503" h="495" extrusionOk="0">
                  <a:moveTo>
                    <a:pt x="251" y="1"/>
                  </a:moveTo>
                  <a:cubicBezTo>
                    <a:pt x="115" y="1"/>
                    <a:pt x="0" y="107"/>
                    <a:pt x="0" y="250"/>
                  </a:cubicBezTo>
                  <a:cubicBezTo>
                    <a:pt x="0" y="388"/>
                    <a:pt x="115" y="494"/>
                    <a:pt x="251" y="494"/>
                  </a:cubicBezTo>
                  <a:cubicBezTo>
                    <a:pt x="387" y="494"/>
                    <a:pt x="503" y="388"/>
                    <a:pt x="503" y="250"/>
                  </a:cubicBezTo>
                  <a:cubicBezTo>
                    <a:pt x="503"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7" name="Google Shape;15587;p32"/>
            <p:cNvSpPr/>
            <p:nvPr/>
          </p:nvSpPr>
          <p:spPr>
            <a:xfrm>
              <a:off x="3064375" y="4136775"/>
              <a:ext cx="12375" cy="12375"/>
            </a:xfrm>
            <a:custGeom>
              <a:avLst/>
              <a:gdLst/>
              <a:ahLst/>
              <a:cxnLst/>
              <a:rect l="l" t="t" r="r" b="b"/>
              <a:pathLst>
                <a:path w="495" h="495" extrusionOk="0">
                  <a:moveTo>
                    <a:pt x="243" y="1"/>
                  </a:moveTo>
                  <a:cubicBezTo>
                    <a:pt x="107" y="1"/>
                    <a:pt x="1" y="107"/>
                    <a:pt x="1" y="250"/>
                  </a:cubicBezTo>
                  <a:cubicBezTo>
                    <a:pt x="1" y="388"/>
                    <a:pt x="107" y="494"/>
                    <a:pt x="243" y="494"/>
                  </a:cubicBezTo>
                  <a:cubicBezTo>
                    <a:pt x="388" y="494"/>
                    <a:pt x="495" y="388"/>
                    <a:pt x="495" y="250"/>
                  </a:cubicBezTo>
                  <a:cubicBezTo>
                    <a:pt x="495" y="107"/>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8" name="Google Shape;15588;p32"/>
            <p:cNvSpPr/>
            <p:nvPr/>
          </p:nvSpPr>
          <p:spPr>
            <a:xfrm>
              <a:off x="3156125" y="4136775"/>
              <a:ext cx="12600" cy="12375"/>
            </a:xfrm>
            <a:custGeom>
              <a:avLst/>
              <a:gdLst/>
              <a:ahLst/>
              <a:cxnLst/>
              <a:rect l="l" t="t" r="r" b="b"/>
              <a:pathLst>
                <a:path w="504" h="495" extrusionOk="0">
                  <a:moveTo>
                    <a:pt x="252" y="1"/>
                  </a:moveTo>
                  <a:cubicBezTo>
                    <a:pt x="116" y="1"/>
                    <a:pt x="1" y="107"/>
                    <a:pt x="1" y="250"/>
                  </a:cubicBezTo>
                  <a:cubicBezTo>
                    <a:pt x="1" y="388"/>
                    <a:pt x="116" y="494"/>
                    <a:pt x="252" y="494"/>
                  </a:cubicBezTo>
                  <a:cubicBezTo>
                    <a:pt x="388" y="494"/>
                    <a:pt x="503" y="388"/>
                    <a:pt x="503" y="250"/>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9" name="Google Shape;15589;p32"/>
            <p:cNvSpPr/>
            <p:nvPr/>
          </p:nvSpPr>
          <p:spPr>
            <a:xfrm>
              <a:off x="3247875" y="4136775"/>
              <a:ext cx="12575" cy="12375"/>
            </a:xfrm>
            <a:custGeom>
              <a:avLst/>
              <a:gdLst/>
              <a:ahLst/>
              <a:cxnLst/>
              <a:rect l="l" t="t" r="r" b="b"/>
              <a:pathLst>
                <a:path w="503" h="495" extrusionOk="0">
                  <a:moveTo>
                    <a:pt x="252" y="1"/>
                  </a:moveTo>
                  <a:cubicBezTo>
                    <a:pt x="116" y="1"/>
                    <a:pt x="1" y="107"/>
                    <a:pt x="1" y="250"/>
                  </a:cubicBezTo>
                  <a:cubicBezTo>
                    <a:pt x="1" y="388"/>
                    <a:pt x="116" y="494"/>
                    <a:pt x="252" y="494"/>
                  </a:cubicBezTo>
                  <a:cubicBezTo>
                    <a:pt x="388" y="494"/>
                    <a:pt x="503" y="388"/>
                    <a:pt x="503" y="250"/>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0" name="Google Shape;15590;p32"/>
            <p:cNvSpPr/>
            <p:nvPr/>
          </p:nvSpPr>
          <p:spPr>
            <a:xfrm>
              <a:off x="3339850" y="4136775"/>
              <a:ext cx="12525" cy="12375"/>
            </a:xfrm>
            <a:custGeom>
              <a:avLst/>
              <a:gdLst/>
              <a:ahLst/>
              <a:cxnLst/>
              <a:rect l="l" t="t" r="r" b="b"/>
              <a:pathLst>
                <a:path w="501" h="495" extrusionOk="0">
                  <a:moveTo>
                    <a:pt x="251" y="1"/>
                  </a:moveTo>
                  <a:cubicBezTo>
                    <a:pt x="107" y="1"/>
                    <a:pt x="0" y="107"/>
                    <a:pt x="0" y="250"/>
                  </a:cubicBezTo>
                  <a:cubicBezTo>
                    <a:pt x="0" y="388"/>
                    <a:pt x="107" y="494"/>
                    <a:pt x="251" y="494"/>
                  </a:cubicBezTo>
                  <a:cubicBezTo>
                    <a:pt x="387" y="494"/>
                    <a:pt x="501" y="388"/>
                    <a:pt x="501" y="250"/>
                  </a:cubicBezTo>
                  <a:cubicBezTo>
                    <a:pt x="501" y="107"/>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1" name="Google Shape;15591;p32"/>
            <p:cNvSpPr/>
            <p:nvPr/>
          </p:nvSpPr>
          <p:spPr>
            <a:xfrm>
              <a:off x="3431575" y="4136775"/>
              <a:ext cx="12600" cy="12375"/>
            </a:xfrm>
            <a:custGeom>
              <a:avLst/>
              <a:gdLst/>
              <a:ahLst/>
              <a:cxnLst/>
              <a:rect l="l" t="t" r="r" b="b"/>
              <a:pathLst>
                <a:path w="504" h="495" extrusionOk="0">
                  <a:moveTo>
                    <a:pt x="252" y="1"/>
                  </a:moveTo>
                  <a:cubicBezTo>
                    <a:pt x="116" y="1"/>
                    <a:pt x="1" y="107"/>
                    <a:pt x="1" y="250"/>
                  </a:cubicBezTo>
                  <a:cubicBezTo>
                    <a:pt x="1" y="388"/>
                    <a:pt x="116" y="494"/>
                    <a:pt x="252" y="494"/>
                  </a:cubicBezTo>
                  <a:cubicBezTo>
                    <a:pt x="388" y="494"/>
                    <a:pt x="503" y="388"/>
                    <a:pt x="503" y="250"/>
                  </a:cubicBezTo>
                  <a:cubicBezTo>
                    <a:pt x="503" y="107"/>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2" name="Google Shape;15592;p32"/>
            <p:cNvSpPr/>
            <p:nvPr/>
          </p:nvSpPr>
          <p:spPr>
            <a:xfrm>
              <a:off x="3523550" y="4136775"/>
              <a:ext cx="12375" cy="12375"/>
            </a:xfrm>
            <a:custGeom>
              <a:avLst/>
              <a:gdLst/>
              <a:ahLst/>
              <a:cxnLst/>
              <a:rect l="l" t="t" r="r" b="b"/>
              <a:pathLst>
                <a:path w="495" h="495" extrusionOk="0">
                  <a:moveTo>
                    <a:pt x="250" y="1"/>
                  </a:moveTo>
                  <a:cubicBezTo>
                    <a:pt x="107" y="1"/>
                    <a:pt x="0" y="107"/>
                    <a:pt x="0" y="250"/>
                  </a:cubicBezTo>
                  <a:cubicBezTo>
                    <a:pt x="0" y="388"/>
                    <a:pt x="107" y="494"/>
                    <a:pt x="250" y="494"/>
                  </a:cubicBezTo>
                  <a:cubicBezTo>
                    <a:pt x="388" y="494"/>
                    <a:pt x="494" y="388"/>
                    <a:pt x="494" y="250"/>
                  </a:cubicBezTo>
                  <a:cubicBezTo>
                    <a:pt x="494" y="107"/>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3" name="Google Shape;15593;p32"/>
            <p:cNvSpPr/>
            <p:nvPr/>
          </p:nvSpPr>
          <p:spPr>
            <a:xfrm>
              <a:off x="676400" y="4228525"/>
              <a:ext cx="12600" cy="12575"/>
            </a:xfrm>
            <a:custGeom>
              <a:avLst/>
              <a:gdLst/>
              <a:ahLst/>
              <a:cxnLst/>
              <a:rect l="l" t="t" r="r" b="b"/>
              <a:pathLst>
                <a:path w="504" h="503" extrusionOk="0">
                  <a:moveTo>
                    <a:pt x="252" y="0"/>
                  </a:moveTo>
                  <a:cubicBezTo>
                    <a:pt x="116" y="0"/>
                    <a:pt x="1" y="116"/>
                    <a:pt x="1" y="252"/>
                  </a:cubicBezTo>
                  <a:cubicBezTo>
                    <a:pt x="1" y="388"/>
                    <a:pt x="116" y="503"/>
                    <a:pt x="252" y="503"/>
                  </a:cubicBezTo>
                  <a:cubicBezTo>
                    <a:pt x="388" y="503"/>
                    <a:pt x="503" y="388"/>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4" name="Google Shape;15594;p32"/>
            <p:cNvSpPr/>
            <p:nvPr/>
          </p:nvSpPr>
          <p:spPr>
            <a:xfrm>
              <a:off x="768325" y="4228525"/>
              <a:ext cx="12400" cy="12575"/>
            </a:xfrm>
            <a:custGeom>
              <a:avLst/>
              <a:gdLst/>
              <a:ahLst/>
              <a:cxnLst/>
              <a:rect l="l" t="t" r="r" b="b"/>
              <a:pathLst>
                <a:path w="496" h="503" extrusionOk="0">
                  <a:moveTo>
                    <a:pt x="245" y="0"/>
                  </a:moveTo>
                  <a:cubicBezTo>
                    <a:pt x="109" y="0"/>
                    <a:pt x="0" y="116"/>
                    <a:pt x="0" y="252"/>
                  </a:cubicBezTo>
                  <a:cubicBezTo>
                    <a:pt x="0" y="388"/>
                    <a:pt x="109" y="503"/>
                    <a:pt x="245" y="503"/>
                  </a:cubicBezTo>
                  <a:cubicBezTo>
                    <a:pt x="388" y="503"/>
                    <a:pt x="496" y="388"/>
                    <a:pt x="496" y="252"/>
                  </a:cubicBezTo>
                  <a:cubicBezTo>
                    <a:pt x="496" y="116"/>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5" name="Google Shape;15595;p32"/>
            <p:cNvSpPr/>
            <p:nvPr/>
          </p:nvSpPr>
          <p:spPr>
            <a:xfrm>
              <a:off x="860125" y="4228525"/>
              <a:ext cx="12525" cy="12575"/>
            </a:xfrm>
            <a:custGeom>
              <a:avLst/>
              <a:gdLst/>
              <a:ahLst/>
              <a:cxnLst/>
              <a:rect l="l" t="t" r="r" b="b"/>
              <a:pathLst>
                <a:path w="501" h="503" extrusionOk="0">
                  <a:moveTo>
                    <a:pt x="251" y="0"/>
                  </a:moveTo>
                  <a:cubicBezTo>
                    <a:pt x="114" y="0"/>
                    <a:pt x="0" y="116"/>
                    <a:pt x="0" y="252"/>
                  </a:cubicBezTo>
                  <a:cubicBezTo>
                    <a:pt x="0" y="388"/>
                    <a:pt x="114" y="503"/>
                    <a:pt x="251" y="503"/>
                  </a:cubicBezTo>
                  <a:cubicBezTo>
                    <a:pt x="387" y="503"/>
                    <a:pt x="501" y="388"/>
                    <a:pt x="501" y="252"/>
                  </a:cubicBezTo>
                  <a:cubicBezTo>
                    <a:pt x="501"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6" name="Google Shape;15596;p32"/>
            <p:cNvSpPr/>
            <p:nvPr/>
          </p:nvSpPr>
          <p:spPr>
            <a:xfrm>
              <a:off x="951850" y="4228525"/>
              <a:ext cx="12600" cy="12575"/>
            </a:xfrm>
            <a:custGeom>
              <a:avLst/>
              <a:gdLst/>
              <a:ahLst/>
              <a:cxnLst/>
              <a:rect l="l" t="t" r="r" b="b"/>
              <a:pathLst>
                <a:path w="504" h="503" extrusionOk="0">
                  <a:moveTo>
                    <a:pt x="252" y="0"/>
                  </a:moveTo>
                  <a:cubicBezTo>
                    <a:pt x="116" y="0"/>
                    <a:pt x="1" y="116"/>
                    <a:pt x="1" y="252"/>
                  </a:cubicBezTo>
                  <a:cubicBezTo>
                    <a:pt x="1" y="388"/>
                    <a:pt x="116" y="503"/>
                    <a:pt x="252" y="503"/>
                  </a:cubicBezTo>
                  <a:cubicBezTo>
                    <a:pt x="388" y="503"/>
                    <a:pt x="503" y="388"/>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7" name="Google Shape;15597;p32"/>
            <p:cNvSpPr/>
            <p:nvPr/>
          </p:nvSpPr>
          <p:spPr>
            <a:xfrm>
              <a:off x="1043825" y="4228525"/>
              <a:ext cx="12375" cy="12575"/>
            </a:xfrm>
            <a:custGeom>
              <a:avLst/>
              <a:gdLst/>
              <a:ahLst/>
              <a:cxnLst/>
              <a:rect l="l" t="t" r="r" b="b"/>
              <a:pathLst>
                <a:path w="495" h="503" extrusionOk="0">
                  <a:moveTo>
                    <a:pt x="250" y="0"/>
                  </a:moveTo>
                  <a:cubicBezTo>
                    <a:pt x="107" y="0"/>
                    <a:pt x="0" y="116"/>
                    <a:pt x="0" y="252"/>
                  </a:cubicBezTo>
                  <a:cubicBezTo>
                    <a:pt x="0" y="388"/>
                    <a:pt x="107" y="503"/>
                    <a:pt x="250" y="503"/>
                  </a:cubicBezTo>
                  <a:cubicBezTo>
                    <a:pt x="388" y="503"/>
                    <a:pt x="494" y="388"/>
                    <a:pt x="494" y="252"/>
                  </a:cubicBezTo>
                  <a:cubicBezTo>
                    <a:pt x="494"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8" name="Google Shape;15598;p32"/>
            <p:cNvSpPr/>
            <p:nvPr/>
          </p:nvSpPr>
          <p:spPr>
            <a:xfrm>
              <a:off x="1135575" y="4228525"/>
              <a:ext cx="12575" cy="12575"/>
            </a:xfrm>
            <a:custGeom>
              <a:avLst/>
              <a:gdLst/>
              <a:ahLst/>
              <a:cxnLst/>
              <a:rect l="l" t="t" r="r" b="b"/>
              <a:pathLst>
                <a:path w="503" h="503" extrusionOk="0">
                  <a:moveTo>
                    <a:pt x="252" y="0"/>
                  </a:moveTo>
                  <a:cubicBezTo>
                    <a:pt x="116" y="0"/>
                    <a:pt x="0" y="116"/>
                    <a:pt x="0" y="252"/>
                  </a:cubicBezTo>
                  <a:cubicBezTo>
                    <a:pt x="0" y="388"/>
                    <a:pt x="116" y="503"/>
                    <a:pt x="252" y="503"/>
                  </a:cubicBezTo>
                  <a:cubicBezTo>
                    <a:pt x="387" y="503"/>
                    <a:pt x="503" y="388"/>
                    <a:pt x="503" y="252"/>
                  </a:cubicBezTo>
                  <a:cubicBezTo>
                    <a:pt x="503"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9" name="Google Shape;15599;p32"/>
            <p:cNvSpPr/>
            <p:nvPr/>
          </p:nvSpPr>
          <p:spPr>
            <a:xfrm>
              <a:off x="1227500" y="4228525"/>
              <a:ext cx="12400" cy="12575"/>
            </a:xfrm>
            <a:custGeom>
              <a:avLst/>
              <a:gdLst/>
              <a:ahLst/>
              <a:cxnLst/>
              <a:rect l="l" t="t" r="r" b="b"/>
              <a:pathLst>
                <a:path w="496" h="503" extrusionOk="0">
                  <a:moveTo>
                    <a:pt x="251" y="0"/>
                  </a:moveTo>
                  <a:cubicBezTo>
                    <a:pt x="109" y="0"/>
                    <a:pt x="0" y="116"/>
                    <a:pt x="0" y="252"/>
                  </a:cubicBezTo>
                  <a:cubicBezTo>
                    <a:pt x="0" y="388"/>
                    <a:pt x="109" y="503"/>
                    <a:pt x="251" y="503"/>
                  </a:cubicBezTo>
                  <a:cubicBezTo>
                    <a:pt x="387" y="503"/>
                    <a:pt x="496" y="388"/>
                    <a:pt x="496" y="252"/>
                  </a:cubicBezTo>
                  <a:cubicBezTo>
                    <a:pt x="496"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0" name="Google Shape;15600;p32"/>
            <p:cNvSpPr/>
            <p:nvPr/>
          </p:nvSpPr>
          <p:spPr>
            <a:xfrm>
              <a:off x="1319275" y="4228525"/>
              <a:ext cx="12550" cy="12575"/>
            </a:xfrm>
            <a:custGeom>
              <a:avLst/>
              <a:gdLst/>
              <a:ahLst/>
              <a:cxnLst/>
              <a:rect l="l" t="t" r="r" b="b"/>
              <a:pathLst>
                <a:path w="502" h="503" extrusionOk="0">
                  <a:moveTo>
                    <a:pt x="252" y="0"/>
                  </a:moveTo>
                  <a:cubicBezTo>
                    <a:pt x="114" y="0"/>
                    <a:pt x="1" y="116"/>
                    <a:pt x="1" y="252"/>
                  </a:cubicBezTo>
                  <a:cubicBezTo>
                    <a:pt x="1" y="388"/>
                    <a:pt x="114" y="503"/>
                    <a:pt x="252" y="503"/>
                  </a:cubicBezTo>
                  <a:cubicBezTo>
                    <a:pt x="388" y="503"/>
                    <a:pt x="501" y="388"/>
                    <a:pt x="501" y="252"/>
                  </a:cubicBezTo>
                  <a:cubicBezTo>
                    <a:pt x="501"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1" name="Google Shape;15601;p32"/>
            <p:cNvSpPr/>
            <p:nvPr/>
          </p:nvSpPr>
          <p:spPr>
            <a:xfrm>
              <a:off x="1411200" y="4228525"/>
              <a:ext cx="12425" cy="12575"/>
            </a:xfrm>
            <a:custGeom>
              <a:avLst/>
              <a:gdLst/>
              <a:ahLst/>
              <a:cxnLst/>
              <a:rect l="l" t="t" r="r" b="b"/>
              <a:pathLst>
                <a:path w="497" h="503" extrusionOk="0">
                  <a:moveTo>
                    <a:pt x="245" y="0"/>
                  </a:moveTo>
                  <a:cubicBezTo>
                    <a:pt x="109" y="0"/>
                    <a:pt x="1" y="116"/>
                    <a:pt x="1" y="252"/>
                  </a:cubicBezTo>
                  <a:cubicBezTo>
                    <a:pt x="1" y="388"/>
                    <a:pt x="109" y="503"/>
                    <a:pt x="245" y="503"/>
                  </a:cubicBezTo>
                  <a:cubicBezTo>
                    <a:pt x="388" y="503"/>
                    <a:pt x="496" y="388"/>
                    <a:pt x="496" y="252"/>
                  </a:cubicBezTo>
                  <a:cubicBezTo>
                    <a:pt x="496" y="116"/>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2" name="Google Shape;15602;p32"/>
            <p:cNvSpPr/>
            <p:nvPr/>
          </p:nvSpPr>
          <p:spPr>
            <a:xfrm>
              <a:off x="1503000" y="4228525"/>
              <a:ext cx="12525" cy="12575"/>
            </a:xfrm>
            <a:custGeom>
              <a:avLst/>
              <a:gdLst/>
              <a:ahLst/>
              <a:cxnLst/>
              <a:rect l="l" t="t" r="r" b="b"/>
              <a:pathLst>
                <a:path w="501" h="503" extrusionOk="0">
                  <a:moveTo>
                    <a:pt x="250" y="0"/>
                  </a:moveTo>
                  <a:cubicBezTo>
                    <a:pt x="114" y="0"/>
                    <a:pt x="0" y="116"/>
                    <a:pt x="0" y="252"/>
                  </a:cubicBezTo>
                  <a:cubicBezTo>
                    <a:pt x="0" y="388"/>
                    <a:pt x="114" y="503"/>
                    <a:pt x="250" y="503"/>
                  </a:cubicBezTo>
                  <a:cubicBezTo>
                    <a:pt x="387" y="503"/>
                    <a:pt x="501" y="388"/>
                    <a:pt x="501" y="252"/>
                  </a:cubicBezTo>
                  <a:cubicBezTo>
                    <a:pt x="501" y="116"/>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3" name="Google Shape;15603;p32"/>
            <p:cNvSpPr/>
            <p:nvPr/>
          </p:nvSpPr>
          <p:spPr>
            <a:xfrm>
              <a:off x="1594750" y="4228525"/>
              <a:ext cx="12575" cy="12575"/>
            </a:xfrm>
            <a:custGeom>
              <a:avLst/>
              <a:gdLst/>
              <a:ahLst/>
              <a:cxnLst/>
              <a:rect l="l" t="t" r="r" b="b"/>
              <a:pathLst>
                <a:path w="503" h="503" extrusionOk="0">
                  <a:moveTo>
                    <a:pt x="251" y="0"/>
                  </a:moveTo>
                  <a:cubicBezTo>
                    <a:pt x="115" y="0"/>
                    <a:pt x="0" y="116"/>
                    <a:pt x="0" y="252"/>
                  </a:cubicBezTo>
                  <a:cubicBezTo>
                    <a:pt x="0" y="388"/>
                    <a:pt x="115" y="503"/>
                    <a:pt x="251" y="503"/>
                  </a:cubicBezTo>
                  <a:cubicBezTo>
                    <a:pt x="394" y="503"/>
                    <a:pt x="503" y="388"/>
                    <a:pt x="503" y="252"/>
                  </a:cubicBezTo>
                  <a:cubicBezTo>
                    <a:pt x="503" y="116"/>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4" name="Google Shape;15604;p32"/>
            <p:cNvSpPr/>
            <p:nvPr/>
          </p:nvSpPr>
          <p:spPr>
            <a:xfrm>
              <a:off x="1686650" y="4228525"/>
              <a:ext cx="12600" cy="12575"/>
            </a:xfrm>
            <a:custGeom>
              <a:avLst/>
              <a:gdLst/>
              <a:ahLst/>
              <a:cxnLst/>
              <a:rect l="l" t="t" r="r" b="b"/>
              <a:pathLst>
                <a:path w="504" h="503" extrusionOk="0">
                  <a:moveTo>
                    <a:pt x="252" y="0"/>
                  </a:moveTo>
                  <a:cubicBezTo>
                    <a:pt x="116" y="0"/>
                    <a:pt x="1" y="116"/>
                    <a:pt x="1" y="252"/>
                  </a:cubicBezTo>
                  <a:cubicBezTo>
                    <a:pt x="1" y="388"/>
                    <a:pt x="116" y="503"/>
                    <a:pt x="252" y="503"/>
                  </a:cubicBezTo>
                  <a:cubicBezTo>
                    <a:pt x="388" y="503"/>
                    <a:pt x="503" y="388"/>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5" name="Google Shape;15605;p32"/>
            <p:cNvSpPr/>
            <p:nvPr/>
          </p:nvSpPr>
          <p:spPr>
            <a:xfrm>
              <a:off x="1778450" y="4228525"/>
              <a:ext cx="12550" cy="12575"/>
            </a:xfrm>
            <a:custGeom>
              <a:avLst/>
              <a:gdLst/>
              <a:ahLst/>
              <a:cxnLst/>
              <a:rect l="l" t="t" r="r" b="b"/>
              <a:pathLst>
                <a:path w="502" h="503" extrusionOk="0">
                  <a:moveTo>
                    <a:pt x="252" y="0"/>
                  </a:moveTo>
                  <a:cubicBezTo>
                    <a:pt x="114" y="0"/>
                    <a:pt x="1" y="116"/>
                    <a:pt x="1" y="252"/>
                  </a:cubicBezTo>
                  <a:cubicBezTo>
                    <a:pt x="1" y="388"/>
                    <a:pt x="114" y="503"/>
                    <a:pt x="252" y="503"/>
                  </a:cubicBezTo>
                  <a:cubicBezTo>
                    <a:pt x="388" y="503"/>
                    <a:pt x="501" y="388"/>
                    <a:pt x="501" y="252"/>
                  </a:cubicBezTo>
                  <a:cubicBezTo>
                    <a:pt x="501"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6" name="Google Shape;15606;p32"/>
            <p:cNvSpPr/>
            <p:nvPr/>
          </p:nvSpPr>
          <p:spPr>
            <a:xfrm>
              <a:off x="1870375" y="4228525"/>
              <a:ext cx="12400" cy="12575"/>
            </a:xfrm>
            <a:custGeom>
              <a:avLst/>
              <a:gdLst/>
              <a:ahLst/>
              <a:cxnLst/>
              <a:rect l="l" t="t" r="r" b="b"/>
              <a:pathLst>
                <a:path w="496" h="503" extrusionOk="0">
                  <a:moveTo>
                    <a:pt x="252" y="0"/>
                  </a:moveTo>
                  <a:cubicBezTo>
                    <a:pt x="109" y="0"/>
                    <a:pt x="0" y="116"/>
                    <a:pt x="0" y="252"/>
                  </a:cubicBezTo>
                  <a:cubicBezTo>
                    <a:pt x="0" y="388"/>
                    <a:pt x="109" y="503"/>
                    <a:pt x="252" y="503"/>
                  </a:cubicBezTo>
                  <a:cubicBezTo>
                    <a:pt x="387" y="503"/>
                    <a:pt x="496" y="388"/>
                    <a:pt x="496" y="252"/>
                  </a:cubicBezTo>
                  <a:cubicBezTo>
                    <a:pt x="496"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7" name="Google Shape;15607;p32"/>
            <p:cNvSpPr/>
            <p:nvPr/>
          </p:nvSpPr>
          <p:spPr>
            <a:xfrm>
              <a:off x="1962150" y="4228525"/>
              <a:ext cx="12550" cy="12575"/>
            </a:xfrm>
            <a:custGeom>
              <a:avLst/>
              <a:gdLst/>
              <a:ahLst/>
              <a:cxnLst/>
              <a:rect l="l" t="t" r="r" b="b"/>
              <a:pathLst>
                <a:path w="502" h="503" extrusionOk="0">
                  <a:moveTo>
                    <a:pt x="250" y="0"/>
                  </a:moveTo>
                  <a:cubicBezTo>
                    <a:pt x="114" y="0"/>
                    <a:pt x="1" y="116"/>
                    <a:pt x="1" y="252"/>
                  </a:cubicBezTo>
                  <a:cubicBezTo>
                    <a:pt x="1" y="388"/>
                    <a:pt x="114" y="503"/>
                    <a:pt x="250" y="503"/>
                  </a:cubicBezTo>
                  <a:cubicBezTo>
                    <a:pt x="388" y="503"/>
                    <a:pt x="502" y="388"/>
                    <a:pt x="502" y="252"/>
                  </a:cubicBezTo>
                  <a:cubicBezTo>
                    <a:pt x="502"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8" name="Google Shape;15608;p32"/>
            <p:cNvSpPr/>
            <p:nvPr/>
          </p:nvSpPr>
          <p:spPr>
            <a:xfrm>
              <a:off x="2054075" y="4228525"/>
              <a:ext cx="12425" cy="12575"/>
            </a:xfrm>
            <a:custGeom>
              <a:avLst/>
              <a:gdLst/>
              <a:ahLst/>
              <a:cxnLst/>
              <a:rect l="l" t="t" r="r" b="b"/>
              <a:pathLst>
                <a:path w="497" h="503" extrusionOk="0">
                  <a:moveTo>
                    <a:pt x="252" y="0"/>
                  </a:moveTo>
                  <a:cubicBezTo>
                    <a:pt x="109" y="0"/>
                    <a:pt x="1" y="116"/>
                    <a:pt x="1" y="252"/>
                  </a:cubicBezTo>
                  <a:cubicBezTo>
                    <a:pt x="1" y="388"/>
                    <a:pt x="109" y="503"/>
                    <a:pt x="252" y="503"/>
                  </a:cubicBezTo>
                  <a:cubicBezTo>
                    <a:pt x="388" y="503"/>
                    <a:pt x="496" y="388"/>
                    <a:pt x="496" y="252"/>
                  </a:cubicBezTo>
                  <a:cubicBezTo>
                    <a:pt x="496"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9" name="Google Shape;15609;p32"/>
            <p:cNvSpPr/>
            <p:nvPr/>
          </p:nvSpPr>
          <p:spPr>
            <a:xfrm>
              <a:off x="2145825" y="4228525"/>
              <a:ext cx="12600" cy="12575"/>
            </a:xfrm>
            <a:custGeom>
              <a:avLst/>
              <a:gdLst/>
              <a:ahLst/>
              <a:cxnLst/>
              <a:rect l="l" t="t" r="r" b="b"/>
              <a:pathLst>
                <a:path w="504" h="503" extrusionOk="0">
                  <a:moveTo>
                    <a:pt x="252" y="0"/>
                  </a:moveTo>
                  <a:cubicBezTo>
                    <a:pt x="116" y="0"/>
                    <a:pt x="1" y="116"/>
                    <a:pt x="1" y="252"/>
                  </a:cubicBezTo>
                  <a:cubicBezTo>
                    <a:pt x="1" y="388"/>
                    <a:pt x="116" y="503"/>
                    <a:pt x="252" y="503"/>
                  </a:cubicBezTo>
                  <a:cubicBezTo>
                    <a:pt x="388" y="503"/>
                    <a:pt x="503" y="388"/>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0" name="Google Shape;15610;p32"/>
            <p:cNvSpPr/>
            <p:nvPr/>
          </p:nvSpPr>
          <p:spPr>
            <a:xfrm>
              <a:off x="2237800" y="4228525"/>
              <a:ext cx="12350" cy="12575"/>
            </a:xfrm>
            <a:custGeom>
              <a:avLst/>
              <a:gdLst/>
              <a:ahLst/>
              <a:cxnLst/>
              <a:rect l="l" t="t" r="r" b="b"/>
              <a:pathLst>
                <a:path w="494" h="503" extrusionOk="0">
                  <a:moveTo>
                    <a:pt x="244" y="0"/>
                  </a:moveTo>
                  <a:cubicBezTo>
                    <a:pt x="107" y="0"/>
                    <a:pt x="0" y="116"/>
                    <a:pt x="0" y="252"/>
                  </a:cubicBezTo>
                  <a:cubicBezTo>
                    <a:pt x="0" y="388"/>
                    <a:pt x="107" y="503"/>
                    <a:pt x="244" y="503"/>
                  </a:cubicBezTo>
                  <a:cubicBezTo>
                    <a:pt x="387" y="503"/>
                    <a:pt x="494" y="388"/>
                    <a:pt x="494" y="252"/>
                  </a:cubicBezTo>
                  <a:cubicBezTo>
                    <a:pt x="494" y="116"/>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1" name="Google Shape;15611;p32"/>
            <p:cNvSpPr/>
            <p:nvPr/>
          </p:nvSpPr>
          <p:spPr>
            <a:xfrm>
              <a:off x="2329550" y="4228525"/>
              <a:ext cx="12575" cy="12575"/>
            </a:xfrm>
            <a:custGeom>
              <a:avLst/>
              <a:gdLst/>
              <a:ahLst/>
              <a:cxnLst/>
              <a:rect l="l" t="t" r="r" b="b"/>
              <a:pathLst>
                <a:path w="503" h="503" extrusionOk="0">
                  <a:moveTo>
                    <a:pt x="251" y="0"/>
                  </a:moveTo>
                  <a:cubicBezTo>
                    <a:pt x="115" y="0"/>
                    <a:pt x="0" y="116"/>
                    <a:pt x="0" y="252"/>
                  </a:cubicBezTo>
                  <a:cubicBezTo>
                    <a:pt x="0" y="388"/>
                    <a:pt x="115" y="503"/>
                    <a:pt x="251" y="503"/>
                  </a:cubicBezTo>
                  <a:cubicBezTo>
                    <a:pt x="387" y="503"/>
                    <a:pt x="502" y="388"/>
                    <a:pt x="502" y="252"/>
                  </a:cubicBezTo>
                  <a:cubicBezTo>
                    <a:pt x="502"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2" name="Google Shape;15612;p32"/>
            <p:cNvSpPr/>
            <p:nvPr/>
          </p:nvSpPr>
          <p:spPr>
            <a:xfrm>
              <a:off x="2421325" y="4228525"/>
              <a:ext cx="12550" cy="12575"/>
            </a:xfrm>
            <a:custGeom>
              <a:avLst/>
              <a:gdLst/>
              <a:ahLst/>
              <a:cxnLst/>
              <a:rect l="l" t="t" r="r" b="b"/>
              <a:pathLst>
                <a:path w="502" h="503" extrusionOk="0">
                  <a:moveTo>
                    <a:pt x="250" y="0"/>
                  </a:moveTo>
                  <a:cubicBezTo>
                    <a:pt x="114" y="0"/>
                    <a:pt x="1" y="116"/>
                    <a:pt x="1" y="252"/>
                  </a:cubicBezTo>
                  <a:cubicBezTo>
                    <a:pt x="1" y="388"/>
                    <a:pt x="114" y="503"/>
                    <a:pt x="250" y="503"/>
                  </a:cubicBezTo>
                  <a:cubicBezTo>
                    <a:pt x="395" y="503"/>
                    <a:pt x="501" y="388"/>
                    <a:pt x="501" y="252"/>
                  </a:cubicBezTo>
                  <a:cubicBezTo>
                    <a:pt x="501" y="116"/>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3" name="Google Shape;15613;p32"/>
            <p:cNvSpPr/>
            <p:nvPr/>
          </p:nvSpPr>
          <p:spPr>
            <a:xfrm>
              <a:off x="2513250" y="4228525"/>
              <a:ext cx="12575" cy="12575"/>
            </a:xfrm>
            <a:custGeom>
              <a:avLst/>
              <a:gdLst/>
              <a:ahLst/>
              <a:cxnLst/>
              <a:rect l="l" t="t" r="r" b="b"/>
              <a:pathLst>
                <a:path w="503" h="503" extrusionOk="0">
                  <a:moveTo>
                    <a:pt x="252" y="0"/>
                  </a:moveTo>
                  <a:cubicBezTo>
                    <a:pt x="109" y="0"/>
                    <a:pt x="0" y="116"/>
                    <a:pt x="0" y="252"/>
                  </a:cubicBezTo>
                  <a:cubicBezTo>
                    <a:pt x="0" y="388"/>
                    <a:pt x="109" y="503"/>
                    <a:pt x="252" y="503"/>
                  </a:cubicBezTo>
                  <a:cubicBezTo>
                    <a:pt x="388" y="503"/>
                    <a:pt x="503" y="388"/>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4" name="Google Shape;15614;p32"/>
            <p:cNvSpPr/>
            <p:nvPr/>
          </p:nvSpPr>
          <p:spPr>
            <a:xfrm>
              <a:off x="2605000" y="4228525"/>
              <a:ext cx="12575" cy="12575"/>
            </a:xfrm>
            <a:custGeom>
              <a:avLst/>
              <a:gdLst/>
              <a:ahLst/>
              <a:cxnLst/>
              <a:rect l="l" t="t" r="r" b="b"/>
              <a:pathLst>
                <a:path w="503" h="503" extrusionOk="0">
                  <a:moveTo>
                    <a:pt x="252" y="0"/>
                  </a:moveTo>
                  <a:cubicBezTo>
                    <a:pt x="116" y="0"/>
                    <a:pt x="0" y="116"/>
                    <a:pt x="0" y="252"/>
                  </a:cubicBezTo>
                  <a:cubicBezTo>
                    <a:pt x="0" y="388"/>
                    <a:pt x="116" y="503"/>
                    <a:pt x="252" y="503"/>
                  </a:cubicBezTo>
                  <a:cubicBezTo>
                    <a:pt x="387" y="503"/>
                    <a:pt x="503" y="388"/>
                    <a:pt x="503" y="252"/>
                  </a:cubicBezTo>
                  <a:cubicBezTo>
                    <a:pt x="503" y="116"/>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5" name="Google Shape;15615;p32"/>
            <p:cNvSpPr/>
            <p:nvPr/>
          </p:nvSpPr>
          <p:spPr>
            <a:xfrm>
              <a:off x="2696950" y="4228525"/>
              <a:ext cx="12375" cy="12575"/>
            </a:xfrm>
            <a:custGeom>
              <a:avLst/>
              <a:gdLst/>
              <a:ahLst/>
              <a:cxnLst/>
              <a:rect l="l" t="t" r="r" b="b"/>
              <a:pathLst>
                <a:path w="495" h="503" extrusionOk="0">
                  <a:moveTo>
                    <a:pt x="252" y="0"/>
                  </a:moveTo>
                  <a:cubicBezTo>
                    <a:pt x="108" y="0"/>
                    <a:pt x="1" y="116"/>
                    <a:pt x="1" y="252"/>
                  </a:cubicBezTo>
                  <a:cubicBezTo>
                    <a:pt x="1" y="388"/>
                    <a:pt x="108" y="503"/>
                    <a:pt x="252" y="503"/>
                  </a:cubicBezTo>
                  <a:cubicBezTo>
                    <a:pt x="388" y="503"/>
                    <a:pt x="495" y="388"/>
                    <a:pt x="495" y="252"/>
                  </a:cubicBezTo>
                  <a:cubicBezTo>
                    <a:pt x="495"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6" name="Google Shape;15616;p32"/>
            <p:cNvSpPr/>
            <p:nvPr/>
          </p:nvSpPr>
          <p:spPr>
            <a:xfrm>
              <a:off x="2788700" y="4228525"/>
              <a:ext cx="12600" cy="12575"/>
            </a:xfrm>
            <a:custGeom>
              <a:avLst/>
              <a:gdLst/>
              <a:ahLst/>
              <a:cxnLst/>
              <a:rect l="l" t="t" r="r" b="b"/>
              <a:pathLst>
                <a:path w="504" h="503" extrusionOk="0">
                  <a:moveTo>
                    <a:pt x="252" y="0"/>
                  </a:moveTo>
                  <a:cubicBezTo>
                    <a:pt x="116" y="0"/>
                    <a:pt x="1" y="116"/>
                    <a:pt x="1" y="252"/>
                  </a:cubicBezTo>
                  <a:cubicBezTo>
                    <a:pt x="1" y="388"/>
                    <a:pt x="116" y="503"/>
                    <a:pt x="252" y="503"/>
                  </a:cubicBezTo>
                  <a:cubicBezTo>
                    <a:pt x="388" y="503"/>
                    <a:pt x="503" y="388"/>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7" name="Google Shape;15617;p32"/>
            <p:cNvSpPr/>
            <p:nvPr/>
          </p:nvSpPr>
          <p:spPr>
            <a:xfrm>
              <a:off x="2880675" y="4228525"/>
              <a:ext cx="12375" cy="12575"/>
            </a:xfrm>
            <a:custGeom>
              <a:avLst/>
              <a:gdLst/>
              <a:ahLst/>
              <a:cxnLst/>
              <a:rect l="l" t="t" r="r" b="b"/>
              <a:pathLst>
                <a:path w="495" h="503" extrusionOk="0">
                  <a:moveTo>
                    <a:pt x="243" y="0"/>
                  </a:moveTo>
                  <a:cubicBezTo>
                    <a:pt x="107" y="0"/>
                    <a:pt x="0" y="116"/>
                    <a:pt x="0" y="252"/>
                  </a:cubicBezTo>
                  <a:cubicBezTo>
                    <a:pt x="0" y="388"/>
                    <a:pt x="107" y="503"/>
                    <a:pt x="243" y="503"/>
                  </a:cubicBezTo>
                  <a:cubicBezTo>
                    <a:pt x="387" y="503"/>
                    <a:pt x="494" y="388"/>
                    <a:pt x="494" y="252"/>
                  </a:cubicBezTo>
                  <a:cubicBezTo>
                    <a:pt x="494" y="116"/>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8" name="Google Shape;15618;p32"/>
            <p:cNvSpPr/>
            <p:nvPr/>
          </p:nvSpPr>
          <p:spPr>
            <a:xfrm>
              <a:off x="2972425" y="4228525"/>
              <a:ext cx="12575" cy="12575"/>
            </a:xfrm>
            <a:custGeom>
              <a:avLst/>
              <a:gdLst/>
              <a:ahLst/>
              <a:cxnLst/>
              <a:rect l="l" t="t" r="r" b="b"/>
              <a:pathLst>
                <a:path w="503" h="503" extrusionOk="0">
                  <a:moveTo>
                    <a:pt x="251" y="0"/>
                  </a:moveTo>
                  <a:cubicBezTo>
                    <a:pt x="115" y="0"/>
                    <a:pt x="0" y="116"/>
                    <a:pt x="0" y="252"/>
                  </a:cubicBezTo>
                  <a:cubicBezTo>
                    <a:pt x="0" y="388"/>
                    <a:pt x="115" y="503"/>
                    <a:pt x="251" y="503"/>
                  </a:cubicBezTo>
                  <a:cubicBezTo>
                    <a:pt x="387" y="503"/>
                    <a:pt x="503" y="388"/>
                    <a:pt x="503" y="252"/>
                  </a:cubicBezTo>
                  <a:cubicBezTo>
                    <a:pt x="503"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9" name="Google Shape;15619;p32"/>
            <p:cNvSpPr/>
            <p:nvPr/>
          </p:nvSpPr>
          <p:spPr>
            <a:xfrm>
              <a:off x="3064375" y="4228525"/>
              <a:ext cx="12375" cy="12575"/>
            </a:xfrm>
            <a:custGeom>
              <a:avLst/>
              <a:gdLst/>
              <a:ahLst/>
              <a:cxnLst/>
              <a:rect l="l" t="t" r="r" b="b"/>
              <a:pathLst>
                <a:path w="495" h="503" extrusionOk="0">
                  <a:moveTo>
                    <a:pt x="243" y="0"/>
                  </a:moveTo>
                  <a:cubicBezTo>
                    <a:pt x="107" y="0"/>
                    <a:pt x="1" y="116"/>
                    <a:pt x="1" y="252"/>
                  </a:cubicBezTo>
                  <a:cubicBezTo>
                    <a:pt x="1" y="388"/>
                    <a:pt x="107" y="503"/>
                    <a:pt x="243" y="503"/>
                  </a:cubicBezTo>
                  <a:cubicBezTo>
                    <a:pt x="388" y="503"/>
                    <a:pt x="495" y="388"/>
                    <a:pt x="495" y="252"/>
                  </a:cubicBezTo>
                  <a:cubicBezTo>
                    <a:pt x="495" y="116"/>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0" name="Google Shape;15620;p32"/>
            <p:cNvSpPr/>
            <p:nvPr/>
          </p:nvSpPr>
          <p:spPr>
            <a:xfrm>
              <a:off x="3156125" y="4228525"/>
              <a:ext cx="12600" cy="12575"/>
            </a:xfrm>
            <a:custGeom>
              <a:avLst/>
              <a:gdLst/>
              <a:ahLst/>
              <a:cxnLst/>
              <a:rect l="l" t="t" r="r" b="b"/>
              <a:pathLst>
                <a:path w="504" h="503" extrusionOk="0">
                  <a:moveTo>
                    <a:pt x="252" y="0"/>
                  </a:moveTo>
                  <a:cubicBezTo>
                    <a:pt x="116" y="0"/>
                    <a:pt x="1" y="116"/>
                    <a:pt x="1" y="252"/>
                  </a:cubicBezTo>
                  <a:cubicBezTo>
                    <a:pt x="1" y="388"/>
                    <a:pt x="116" y="503"/>
                    <a:pt x="252" y="503"/>
                  </a:cubicBezTo>
                  <a:cubicBezTo>
                    <a:pt x="388" y="503"/>
                    <a:pt x="503" y="388"/>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1" name="Google Shape;15621;p32"/>
            <p:cNvSpPr/>
            <p:nvPr/>
          </p:nvSpPr>
          <p:spPr>
            <a:xfrm>
              <a:off x="3247875" y="4228525"/>
              <a:ext cx="12575" cy="12575"/>
            </a:xfrm>
            <a:custGeom>
              <a:avLst/>
              <a:gdLst/>
              <a:ahLst/>
              <a:cxnLst/>
              <a:rect l="l" t="t" r="r" b="b"/>
              <a:pathLst>
                <a:path w="503" h="503" extrusionOk="0">
                  <a:moveTo>
                    <a:pt x="252" y="0"/>
                  </a:moveTo>
                  <a:cubicBezTo>
                    <a:pt x="116" y="0"/>
                    <a:pt x="1" y="116"/>
                    <a:pt x="1" y="252"/>
                  </a:cubicBezTo>
                  <a:cubicBezTo>
                    <a:pt x="1" y="388"/>
                    <a:pt x="116" y="503"/>
                    <a:pt x="252" y="503"/>
                  </a:cubicBezTo>
                  <a:cubicBezTo>
                    <a:pt x="388" y="503"/>
                    <a:pt x="503" y="388"/>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2" name="Google Shape;15622;p32"/>
            <p:cNvSpPr/>
            <p:nvPr/>
          </p:nvSpPr>
          <p:spPr>
            <a:xfrm>
              <a:off x="3339850" y="4228525"/>
              <a:ext cx="12525" cy="12575"/>
            </a:xfrm>
            <a:custGeom>
              <a:avLst/>
              <a:gdLst/>
              <a:ahLst/>
              <a:cxnLst/>
              <a:rect l="l" t="t" r="r" b="b"/>
              <a:pathLst>
                <a:path w="501" h="503" extrusionOk="0">
                  <a:moveTo>
                    <a:pt x="251" y="0"/>
                  </a:moveTo>
                  <a:cubicBezTo>
                    <a:pt x="107" y="0"/>
                    <a:pt x="0" y="116"/>
                    <a:pt x="0" y="252"/>
                  </a:cubicBezTo>
                  <a:cubicBezTo>
                    <a:pt x="0" y="388"/>
                    <a:pt x="107" y="503"/>
                    <a:pt x="251" y="503"/>
                  </a:cubicBezTo>
                  <a:cubicBezTo>
                    <a:pt x="387" y="503"/>
                    <a:pt x="501" y="388"/>
                    <a:pt x="501" y="252"/>
                  </a:cubicBezTo>
                  <a:cubicBezTo>
                    <a:pt x="501" y="116"/>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3" name="Google Shape;15623;p32"/>
            <p:cNvSpPr/>
            <p:nvPr/>
          </p:nvSpPr>
          <p:spPr>
            <a:xfrm>
              <a:off x="3431575" y="4228525"/>
              <a:ext cx="12600" cy="12575"/>
            </a:xfrm>
            <a:custGeom>
              <a:avLst/>
              <a:gdLst/>
              <a:ahLst/>
              <a:cxnLst/>
              <a:rect l="l" t="t" r="r" b="b"/>
              <a:pathLst>
                <a:path w="504" h="503" extrusionOk="0">
                  <a:moveTo>
                    <a:pt x="252" y="0"/>
                  </a:moveTo>
                  <a:cubicBezTo>
                    <a:pt x="116" y="0"/>
                    <a:pt x="1" y="116"/>
                    <a:pt x="1" y="252"/>
                  </a:cubicBezTo>
                  <a:cubicBezTo>
                    <a:pt x="1" y="388"/>
                    <a:pt x="116" y="503"/>
                    <a:pt x="252" y="503"/>
                  </a:cubicBezTo>
                  <a:cubicBezTo>
                    <a:pt x="388" y="503"/>
                    <a:pt x="503" y="388"/>
                    <a:pt x="503" y="252"/>
                  </a:cubicBezTo>
                  <a:cubicBezTo>
                    <a:pt x="503" y="116"/>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4" name="Google Shape;15624;p32"/>
            <p:cNvSpPr/>
            <p:nvPr/>
          </p:nvSpPr>
          <p:spPr>
            <a:xfrm>
              <a:off x="3523550" y="4228525"/>
              <a:ext cx="12375" cy="12575"/>
            </a:xfrm>
            <a:custGeom>
              <a:avLst/>
              <a:gdLst/>
              <a:ahLst/>
              <a:cxnLst/>
              <a:rect l="l" t="t" r="r" b="b"/>
              <a:pathLst>
                <a:path w="495" h="503" extrusionOk="0">
                  <a:moveTo>
                    <a:pt x="250" y="0"/>
                  </a:moveTo>
                  <a:cubicBezTo>
                    <a:pt x="107" y="0"/>
                    <a:pt x="0" y="116"/>
                    <a:pt x="0" y="252"/>
                  </a:cubicBezTo>
                  <a:cubicBezTo>
                    <a:pt x="0" y="388"/>
                    <a:pt x="107" y="503"/>
                    <a:pt x="250" y="503"/>
                  </a:cubicBezTo>
                  <a:cubicBezTo>
                    <a:pt x="388" y="503"/>
                    <a:pt x="494" y="388"/>
                    <a:pt x="494" y="252"/>
                  </a:cubicBezTo>
                  <a:cubicBezTo>
                    <a:pt x="494" y="116"/>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5" name="Google Shape;15625;p32"/>
            <p:cNvSpPr/>
            <p:nvPr/>
          </p:nvSpPr>
          <p:spPr>
            <a:xfrm>
              <a:off x="676400" y="4320450"/>
              <a:ext cx="12600" cy="12400"/>
            </a:xfrm>
            <a:custGeom>
              <a:avLst/>
              <a:gdLst/>
              <a:ahLst/>
              <a:cxnLst/>
              <a:rect l="l" t="t" r="r" b="b"/>
              <a:pathLst>
                <a:path w="504" h="496" extrusionOk="0">
                  <a:moveTo>
                    <a:pt x="252" y="0"/>
                  </a:moveTo>
                  <a:cubicBezTo>
                    <a:pt x="116" y="0"/>
                    <a:pt x="1" y="109"/>
                    <a:pt x="1" y="245"/>
                  </a:cubicBezTo>
                  <a:cubicBezTo>
                    <a:pt x="1" y="387"/>
                    <a:pt x="116" y="496"/>
                    <a:pt x="252" y="496"/>
                  </a:cubicBezTo>
                  <a:cubicBezTo>
                    <a:pt x="388" y="496"/>
                    <a:pt x="503" y="387"/>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6" name="Google Shape;15626;p32"/>
            <p:cNvSpPr/>
            <p:nvPr/>
          </p:nvSpPr>
          <p:spPr>
            <a:xfrm>
              <a:off x="768325" y="4320450"/>
              <a:ext cx="12400" cy="12400"/>
            </a:xfrm>
            <a:custGeom>
              <a:avLst/>
              <a:gdLst/>
              <a:ahLst/>
              <a:cxnLst/>
              <a:rect l="l" t="t" r="r" b="b"/>
              <a:pathLst>
                <a:path w="496" h="496" extrusionOk="0">
                  <a:moveTo>
                    <a:pt x="245" y="0"/>
                  </a:moveTo>
                  <a:cubicBezTo>
                    <a:pt x="109" y="0"/>
                    <a:pt x="0" y="109"/>
                    <a:pt x="0" y="245"/>
                  </a:cubicBezTo>
                  <a:cubicBezTo>
                    <a:pt x="0" y="387"/>
                    <a:pt x="109" y="496"/>
                    <a:pt x="245" y="496"/>
                  </a:cubicBezTo>
                  <a:cubicBezTo>
                    <a:pt x="388" y="496"/>
                    <a:pt x="496" y="387"/>
                    <a:pt x="496" y="245"/>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7" name="Google Shape;15627;p32"/>
            <p:cNvSpPr/>
            <p:nvPr/>
          </p:nvSpPr>
          <p:spPr>
            <a:xfrm>
              <a:off x="860125" y="4320450"/>
              <a:ext cx="12525" cy="12400"/>
            </a:xfrm>
            <a:custGeom>
              <a:avLst/>
              <a:gdLst/>
              <a:ahLst/>
              <a:cxnLst/>
              <a:rect l="l" t="t" r="r" b="b"/>
              <a:pathLst>
                <a:path w="501" h="496" extrusionOk="0">
                  <a:moveTo>
                    <a:pt x="251" y="0"/>
                  </a:moveTo>
                  <a:cubicBezTo>
                    <a:pt x="114" y="0"/>
                    <a:pt x="0" y="109"/>
                    <a:pt x="0" y="245"/>
                  </a:cubicBezTo>
                  <a:cubicBezTo>
                    <a:pt x="0" y="387"/>
                    <a:pt x="114" y="496"/>
                    <a:pt x="251" y="496"/>
                  </a:cubicBezTo>
                  <a:cubicBezTo>
                    <a:pt x="387" y="496"/>
                    <a:pt x="501" y="387"/>
                    <a:pt x="501" y="245"/>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8" name="Google Shape;15628;p32"/>
            <p:cNvSpPr/>
            <p:nvPr/>
          </p:nvSpPr>
          <p:spPr>
            <a:xfrm>
              <a:off x="951850" y="4320450"/>
              <a:ext cx="12600" cy="12400"/>
            </a:xfrm>
            <a:custGeom>
              <a:avLst/>
              <a:gdLst/>
              <a:ahLst/>
              <a:cxnLst/>
              <a:rect l="l" t="t" r="r" b="b"/>
              <a:pathLst>
                <a:path w="504" h="496" extrusionOk="0">
                  <a:moveTo>
                    <a:pt x="252" y="0"/>
                  </a:moveTo>
                  <a:cubicBezTo>
                    <a:pt x="116" y="0"/>
                    <a:pt x="1" y="109"/>
                    <a:pt x="1" y="245"/>
                  </a:cubicBezTo>
                  <a:cubicBezTo>
                    <a:pt x="1" y="387"/>
                    <a:pt x="116" y="496"/>
                    <a:pt x="252" y="496"/>
                  </a:cubicBezTo>
                  <a:cubicBezTo>
                    <a:pt x="388" y="496"/>
                    <a:pt x="503" y="387"/>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9" name="Google Shape;15629;p32"/>
            <p:cNvSpPr/>
            <p:nvPr/>
          </p:nvSpPr>
          <p:spPr>
            <a:xfrm>
              <a:off x="1043825" y="4320450"/>
              <a:ext cx="12375" cy="12400"/>
            </a:xfrm>
            <a:custGeom>
              <a:avLst/>
              <a:gdLst/>
              <a:ahLst/>
              <a:cxnLst/>
              <a:rect l="l" t="t" r="r" b="b"/>
              <a:pathLst>
                <a:path w="495" h="496" extrusionOk="0">
                  <a:moveTo>
                    <a:pt x="250" y="0"/>
                  </a:moveTo>
                  <a:cubicBezTo>
                    <a:pt x="107" y="0"/>
                    <a:pt x="0" y="109"/>
                    <a:pt x="0" y="245"/>
                  </a:cubicBezTo>
                  <a:cubicBezTo>
                    <a:pt x="0" y="387"/>
                    <a:pt x="107" y="496"/>
                    <a:pt x="250" y="496"/>
                  </a:cubicBezTo>
                  <a:cubicBezTo>
                    <a:pt x="388" y="496"/>
                    <a:pt x="494" y="387"/>
                    <a:pt x="494" y="245"/>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0" name="Google Shape;15630;p32"/>
            <p:cNvSpPr/>
            <p:nvPr/>
          </p:nvSpPr>
          <p:spPr>
            <a:xfrm>
              <a:off x="1135575" y="4320450"/>
              <a:ext cx="12575" cy="12400"/>
            </a:xfrm>
            <a:custGeom>
              <a:avLst/>
              <a:gdLst/>
              <a:ahLst/>
              <a:cxnLst/>
              <a:rect l="l" t="t" r="r" b="b"/>
              <a:pathLst>
                <a:path w="503" h="496" extrusionOk="0">
                  <a:moveTo>
                    <a:pt x="252" y="0"/>
                  </a:moveTo>
                  <a:cubicBezTo>
                    <a:pt x="116" y="0"/>
                    <a:pt x="0" y="109"/>
                    <a:pt x="0" y="245"/>
                  </a:cubicBezTo>
                  <a:cubicBezTo>
                    <a:pt x="0" y="387"/>
                    <a:pt x="116" y="496"/>
                    <a:pt x="252" y="496"/>
                  </a:cubicBezTo>
                  <a:cubicBezTo>
                    <a:pt x="387" y="496"/>
                    <a:pt x="503" y="387"/>
                    <a:pt x="503" y="245"/>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1" name="Google Shape;15631;p32"/>
            <p:cNvSpPr/>
            <p:nvPr/>
          </p:nvSpPr>
          <p:spPr>
            <a:xfrm>
              <a:off x="1227500" y="4320450"/>
              <a:ext cx="12400" cy="12400"/>
            </a:xfrm>
            <a:custGeom>
              <a:avLst/>
              <a:gdLst/>
              <a:ahLst/>
              <a:cxnLst/>
              <a:rect l="l" t="t" r="r" b="b"/>
              <a:pathLst>
                <a:path w="496" h="496" extrusionOk="0">
                  <a:moveTo>
                    <a:pt x="251" y="0"/>
                  </a:moveTo>
                  <a:cubicBezTo>
                    <a:pt x="109" y="0"/>
                    <a:pt x="0" y="109"/>
                    <a:pt x="0" y="245"/>
                  </a:cubicBezTo>
                  <a:cubicBezTo>
                    <a:pt x="0" y="387"/>
                    <a:pt x="109" y="496"/>
                    <a:pt x="251" y="496"/>
                  </a:cubicBezTo>
                  <a:cubicBezTo>
                    <a:pt x="387" y="496"/>
                    <a:pt x="496" y="387"/>
                    <a:pt x="496" y="245"/>
                  </a:cubicBezTo>
                  <a:cubicBezTo>
                    <a:pt x="496"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2" name="Google Shape;15632;p32"/>
            <p:cNvSpPr/>
            <p:nvPr/>
          </p:nvSpPr>
          <p:spPr>
            <a:xfrm>
              <a:off x="1319275" y="4320450"/>
              <a:ext cx="12550" cy="12400"/>
            </a:xfrm>
            <a:custGeom>
              <a:avLst/>
              <a:gdLst/>
              <a:ahLst/>
              <a:cxnLst/>
              <a:rect l="l" t="t" r="r" b="b"/>
              <a:pathLst>
                <a:path w="502" h="496" extrusionOk="0">
                  <a:moveTo>
                    <a:pt x="252" y="0"/>
                  </a:moveTo>
                  <a:cubicBezTo>
                    <a:pt x="114" y="0"/>
                    <a:pt x="1" y="109"/>
                    <a:pt x="1" y="245"/>
                  </a:cubicBezTo>
                  <a:cubicBezTo>
                    <a:pt x="1" y="387"/>
                    <a:pt x="114" y="496"/>
                    <a:pt x="252" y="496"/>
                  </a:cubicBezTo>
                  <a:cubicBezTo>
                    <a:pt x="388" y="496"/>
                    <a:pt x="501" y="387"/>
                    <a:pt x="501" y="245"/>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3" name="Google Shape;15633;p32"/>
            <p:cNvSpPr/>
            <p:nvPr/>
          </p:nvSpPr>
          <p:spPr>
            <a:xfrm>
              <a:off x="1411200" y="4320450"/>
              <a:ext cx="12425" cy="12400"/>
            </a:xfrm>
            <a:custGeom>
              <a:avLst/>
              <a:gdLst/>
              <a:ahLst/>
              <a:cxnLst/>
              <a:rect l="l" t="t" r="r" b="b"/>
              <a:pathLst>
                <a:path w="497" h="496" extrusionOk="0">
                  <a:moveTo>
                    <a:pt x="245" y="0"/>
                  </a:moveTo>
                  <a:cubicBezTo>
                    <a:pt x="109" y="0"/>
                    <a:pt x="1" y="109"/>
                    <a:pt x="1" y="245"/>
                  </a:cubicBezTo>
                  <a:cubicBezTo>
                    <a:pt x="1" y="387"/>
                    <a:pt x="109" y="496"/>
                    <a:pt x="245" y="496"/>
                  </a:cubicBezTo>
                  <a:cubicBezTo>
                    <a:pt x="388" y="496"/>
                    <a:pt x="496" y="387"/>
                    <a:pt x="496" y="245"/>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4" name="Google Shape;15634;p32"/>
            <p:cNvSpPr/>
            <p:nvPr/>
          </p:nvSpPr>
          <p:spPr>
            <a:xfrm>
              <a:off x="1503000" y="4320450"/>
              <a:ext cx="12525" cy="12400"/>
            </a:xfrm>
            <a:custGeom>
              <a:avLst/>
              <a:gdLst/>
              <a:ahLst/>
              <a:cxnLst/>
              <a:rect l="l" t="t" r="r" b="b"/>
              <a:pathLst>
                <a:path w="501" h="496" extrusionOk="0">
                  <a:moveTo>
                    <a:pt x="250" y="0"/>
                  </a:moveTo>
                  <a:cubicBezTo>
                    <a:pt x="114" y="0"/>
                    <a:pt x="0" y="109"/>
                    <a:pt x="0" y="245"/>
                  </a:cubicBezTo>
                  <a:cubicBezTo>
                    <a:pt x="0" y="387"/>
                    <a:pt x="114" y="496"/>
                    <a:pt x="250" y="496"/>
                  </a:cubicBezTo>
                  <a:cubicBezTo>
                    <a:pt x="387" y="496"/>
                    <a:pt x="501" y="387"/>
                    <a:pt x="501" y="245"/>
                  </a:cubicBezTo>
                  <a:cubicBezTo>
                    <a:pt x="501" y="109"/>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5" name="Google Shape;15635;p32"/>
            <p:cNvSpPr/>
            <p:nvPr/>
          </p:nvSpPr>
          <p:spPr>
            <a:xfrm>
              <a:off x="1594750" y="4320450"/>
              <a:ext cx="12575" cy="12400"/>
            </a:xfrm>
            <a:custGeom>
              <a:avLst/>
              <a:gdLst/>
              <a:ahLst/>
              <a:cxnLst/>
              <a:rect l="l" t="t" r="r" b="b"/>
              <a:pathLst>
                <a:path w="503" h="496" extrusionOk="0">
                  <a:moveTo>
                    <a:pt x="251" y="0"/>
                  </a:moveTo>
                  <a:cubicBezTo>
                    <a:pt x="115" y="0"/>
                    <a:pt x="0" y="109"/>
                    <a:pt x="0" y="245"/>
                  </a:cubicBezTo>
                  <a:cubicBezTo>
                    <a:pt x="0" y="387"/>
                    <a:pt x="115" y="496"/>
                    <a:pt x="251" y="496"/>
                  </a:cubicBezTo>
                  <a:cubicBezTo>
                    <a:pt x="394" y="496"/>
                    <a:pt x="503" y="387"/>
                    <a:pt x="503" y="245"/>
                  </a:cubicBezTo>
                  <a:cubicBezTo>
                    <a:pt x="503" y="109"/>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6" name="Google Shape;15636;p32"/>
            <p:cNvSpPr/>
            <p:nvPr/>
          </p:nvSpPr>
          <p:spPr>
            <a:xfrm>
              <a:off x="1686650" y="4320450"/>
              <a:ext cx="12600" cy="12400"/>
            </a:xfrm>
            <a:custGeom>
              <a:avLst/>
              <a:gdLst/>
              <a:ahLst/>
              <a:cxnLst/>
              <a:rect l="l" t="t" r="r" b="b"/>
              <a:pathLst>
                <a:path w="504" h="496" extrusionOk="0">
                  <a:moveTo>
                    <a:pt x="252" y="0"/>
                  </a:moveTo>
                  <a:cubicBezTo>
                    <a:pt x="116" y="0"/>
                    <a:pt x="1" y="109"/>
                    <a:pt x="1" y="245"/>
                  </a:cubicBezTo>
                  <a:cubicBezTo>
                    <a:pt x="1" y="387"/>
                    <a:pt x="116" y="496"/>
                    <a:pt x="252" y="496"/>
                  </a:cubicBezTo>
                  <a:cubicBezTo>
                    <a:pt x="388" y="496"/>
                    <a:pt x="503" y="387"/>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7" name="Google Shape;15637;p32"/>
            <p:cNvSpPr/>
            <p:nvPr/>
          </p:nvSpPr>
          <p:spPr>
            <a:xfrm>
              <a:off x="1778450" y="4320450"/>
              <a:ext cx="12550" cy="12400"/>
            </a:xfrm>
            <a:custGeom>
              <a:avLst/>
              <a:gdLst/>
              <a:ahLst/>
              <a:cxnLst/>
              <a:rect l="l" t="t" r="r" b="b"/>
              <a:pathLst>
                <a:path w="502" h="496" extrusionOk="0">
                  <a:moveTo>
                    <a:pt x="252" y="0"/>
                  </a:moveTo>
                  <a:cubicBezTo>
                    <a:pt x="114" y="0"/>
                    <a:pt x="1" y="109"/>
                    <a:pt x="1" y="245"/>
                  </a:cubicBezTo>
                  <a:cubicBezTo>
                    <a:pt x="1" y="387"/>
                    <a:pt x="114" y="496"/>
                    <a:pt x="252" y="496"/>
                  </a:cubicBezTo>
                  <a:cubicBezTo>
                    <a:pt x="388" y="496"/>
                    <a:pt x="501" y="387"/>
                    <a:pt x="501" y="245"/>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8" name="Google Shape;15638;p32"/>
            <p:cNvSpPr/>
            <p:nvPr/>
          </p:nvSpPr>
          <p:spPr>
            <a:xfrm>
              <a:off x="1870375" y="4320450"/>
              <a:ext cx="12400" cy="12400"/>
            </a:xfrm>
            <a:custGeom>
              <a:avLst/>
              <a:gdLst/>
              <a:ahLst/>
              <a:cxnLst/>
              <a:rect l="l" t="t" r="r" b="b"/>
              <a:pathLst>
                <a:path w="496" h="496" extrusionOk="0">
                  <a:moveTo>
                    <a:pt x="252" y="0"/>
                  </a:moveTo>
                  <a:cubicBezTo>
                    <a:pt x="109" y="0"/>
                    <a:pt x="0" y="109"/>
                    <a:pt x="0" y="245"/>
                  </a:cubicBezTo>
                  <a:cubicBezTo>
                    <a:pt x="0" y="387"/>
                    <a:pt x="109" y="496"/>
                    <a:pt x="252" y="496"/>
                  </a:cubicBezTo>
                  <a:cubicBezTo>
                    <a:pt x="387" y="496"/>
                    <a:pt x="496" y="387"/>
                    <a:pt x="496" y="245"/>
                  </a:cubicBezTo>
                  <a:cubicBezTo>
                    <a:pt x="496"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9" name="Google Shape;15639;p32"/>
            <p:cNvSpPr/>
            <p:nvPr/>
          </p:nvSpPr>
          <p:spPr>
            <a:xfrm>
              <a:off x="1962150" y="4320450"/>
              <a:ext cx="12550" cy="12400"/>
            </a:xfrm>
            <a:custGeom>
              <a:avLst/>
              <a:gdLst/>
              <a:ahLst/>
              <a:cxnLst/>
              <a:rect l="l" t="t" r="r" b="b"/>
              <a:pathLst>
                <a:path w="502" h="496" extrusionOk="0">
                  <a:moveTo>
                    <a:pt x="250" y="0"/>
                  </a:moveTo>
                  <a:cubicBezTo>
                    <a:pt x="114" y="0"/>
                    <a:pt x="1" y="109"/>
                    <a:pt x="1" y="245"/>
                  </a:cubicBezTo>
                  <a:cubicBezTo>
                    <a:pt x="1" y="387"/>
                    <a:pt x="114" y="496"/>
                    <a:pt x="250" y="496"/>
                  </a:cubicBezTo>
                  <a:cubicBezTo>
                    <a:pt x="388" y="496"/>
                    <a:pt x="502" y="387"/>
                    <a:pt x="502" y="245"/>
                  </a:cubicBezTo>
                  <a:cubicBezTo>
                    <a:pt x="502"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0" name="Google Shape;15640;p32"/>
            <p:cNvSpPr/>
            <p:nvPr/>
          </p:nvSpPr>
          <p:spPr>
            <a:xfrm>
              <a:off x="2054075" y="4320450"/>
              <a:ext cx="12425" cy="12400"/>
            </a:xfrm>
            <a:custGeom>
              <a:avLst/>
              <a:gdLst/>
              <a:ahLst/>
              <a:cxnLst/>
              <a:rect l="l" t="t" r="r" b="b"/>
              <a:pathLst>
                <a:path w="497" h="496" extrusionOk="0">
                  <a:moveTo>
                    <a:pt x="252" y="0"/>
                  </a:moveTo>
                  <a:cubicBezTo>
                    <a:pt x="109" y="0"/>
                    <a:pt x="1" y="109"/>
                    <a:pt x="1" y="245"/>
                  </a:cubicBezTo>
                  <a:cubicBezTo>
                    <a:pt x="1" y="387"/>
                    <a:pt x="109" y="496"/>
                    <a:pt x="252" y="496"/>
                  </a:cubicBezTo>
                  <a:cubicBezTo>
                    <a:pt x="388" y="496"/>
                    <a:pt x="496" y="387"/>
                    <a:pt x="496" y="245"/>
                  </a:cubicBezTo>
                  <a:cubicBezTo>
                    <a:pt x="496"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1" name="Google Shape;15641;p32"/>
            <p:cNvSpPr/>
            <p:nvPr/>
          </p:nvSpPr>
          <p:spPr>
            <a:xfrm>
              <a:off x="2145825" y="4320450"/>
              <a:ext cx="12600" cy="12400"/>
            </a:xfrm>
            <a:custGeom>
              <a:avLst/>
              <a:gdLst/>
              <a:ahLst/>
              <a:cxnLst/>
              <a:rect l="l" t="t" r="r" b="b"/>
              <a:pathLst>
                <a:path w="504" h="496" extrusionOk="0">
                  <a:moveTo>
                    <a:pt x="252" y="0"/>
                  </a:moveTo>
                  <a:cubicBezTo>
                    <a:pt x="116" y="0"/>
                    <a:pt x="1" y="109"/>
                    <a:pt x="1" y="245"/>
                  </a:cubicBezTo>
                  <a:cubicBezTo>
                    <a:pt x="1" y="387"/>
                    <a:pt x="116" y="496"/>
                    <a:pt x="252" y="496"/>
                  </a:cubicBezTo>
                  <a:cubicBezTo>
                    <a:pt x="388" y="496"/>
                    <a:pt x="503" y="387"/>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2" name="Google Shape;15642;p32"/>
            <p:cNvSpPr/>
            <p:nvPr/>
          </p:nvSpPr>
          <p:spPr>
            <a:xfrm>
              <a:off x="2237800" y="4320450"/>
              <a:ext cx="12350" cy="12400"/>
            </a:xfrm>
            <a:custGeom>
              <a:avLst/>
              <a:gdLst/>
              <a:ahLst/>
              <a:cxnLst/>
              <a:rect l="l" t="t" r="r" b="b"/>
              <a:pathLst>
                <a:path w="494" h="496" extrusionOk="0">
                  <a:moveTo>
                    <a:pt x="244" y="0"/>
                  </a:moveTo>
                  <a:cubicBezTo>
                    <a:pt x="107" y="0"/>
                    <a:pt x="0" y="109"/>
                    <a:pt x="0" y="245"/>
                  </a:cubicBezTo>
                  <a:cubicBezTo>
                    <a:pt x="0" y="387"/>
                    <a:pt x="107" y="496"/>
                    <a:pt x="244" y="496"/>
                  </a:cubicBezTo>
                  <a:cubicBezTo>
                    <a:pt x="387" y="496"/>
                    <a:pt x="494" y="387"/>
                    <a:pt x="494" y="245"/>
                  </a:cubicBezTo>
                  <a:cubicBezTo>
                    <a:pt x="494" y="109"/>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3" name="Google Shape;15643;p32"/>
            <p:cNvSpPr/>
            <p:nvPr/>
          </p:nvSpPr>
          <p:spPr>
            <a:xfrm>
              <a:off x="2329550" y="4320450"/>
              <a:ext cx="12575" cy="12400"/>
            </a:xfrm>
            <a:custGeom>
              <a:avLst/>
              <a:gdLst/>
              <a:ahLst/>
              <a:cxnLst/>
              <a:rect l="l" t="t" r="r" b="b"/>
              <a:pathLst>
                <a:path w="503" h="496" extrusionOk="0">
                  <a:moveTo>
                    <a:pt x="251" y="0"/>
                  </a:moveTo>
                  <a:cubicBezTo>
                    <a:pt x="115" y="0"/>
                    <a:pt x="0" y="109"/>
                    <a:pt x="0" y="245"/>
                  </a:cubicBezTo>
                  <a:cubicBezTo>
                    <a:pt x="0" y="387"/>
                    <a:pt x="115" y="496"/>
                    <a:pt x="251" y="496"/>
                  </a:cubicBezTo>
                  <a:cubicBezTo>
                    <a:pt x="387" y="496"/>
                    <a:pt x="502" y="387"/>
                    <a:pt x="502" y="245"/>
                  </a:cubicBezTo>
                  <a:cubicBezTo>
                    <a:pt x="502"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4" name="Google Shape;15644;p32"/>
            <p:cNvSpPr/>
            <p:nvPr/>
          </p:nvSpPr>
          <p:spPr>
            <a:xfrm>
              <a:off x="2421325" y="4320450"/>
              <a:ext cx="12550" cy="12400"/>
            </a:xfrm>
            <a:custGeom>
              <a:avLst/>
              <a:gdLst/>
              <a:ahLst/>
              <a:cxnLst/>
              <a:rect l="l" t="t" r="r" b="b"/>
              <a:pathLst>
                <a:path w="502" h="496" extrusionOk="0">
                  <a:moveTo>
                    <a:pt x="250" y="0"/>
                  </a:moveTo>
                  <a:cubicBezTo>
                    <a:pt x="114" y="0"/>
                    <a:pt x="1" y="109"/>
                    <a:pt x="1" y="245"/>
                  </a:cubicBezTo>
                  <a:cubicBezTo>
                    <a:pt x="1" y="387"/>
                    <a:pt x="114" y="496"/>
                    <a:pt x="250" y="496"/>
                  </a:cubicBezTo>
                  <a:cubicBezTo>
                    <a:pt x="395" y="496"/>
                    <a:pt x="501" y="387"/>
                    <a:pt x="501" y="245"/>
                  </a:cubicBezTo>
                  <a:cubicBezTo>
                    <a:pt x="501" y="109"/>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5" name="Google Shape;15645;p32"/>
            <p:cNvSpPr/>
            <p:nvPr/>
          </p:nvSpPr>
          <p:spPr>
            <a:xfrm>
              <a:off x="2513250" y="4320450"/>
              <a:ext cx="12575" cy="12400"/>
            </a:xfrm>
            <a:custGeom>
              <a:avLst/>
              <a:gdLst/>
              <a:ahLst/>
              <a:cxnLst/>
              <a:rect l="l" t="t" r="r" b="b"/>
              <a:pathLst>
                <a:path w="503" h="496" extrusionOk="0">
                  <a:moveTo>
                    <a:pt x="252" y="0"/>
                  </a:moveTo>
                  <a:cubicBezTo>
                    <a:pt x="109" y="0"/>
                    <a:pt x="0" y="109"/>
                    <a:pt x="0" y="245"/>
                  </a:cubicBezTo>
                  <a:cubicBezTo>
                    <a:pt x="0" y="387"/>
                    <a:pt x="109" y="496"/>
                    <a:pt x="252" y="496"/>
                  </a:cubicBezTo>
                  <a:cubicBezTo>
                    <a:pt x="388" y="496"/>
                    <a:pt x="503" y="387"/>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6" name="Google Shape;15646;p32"/>
            <p:cNvSpPr/>
            <p:nvPr/>
          </p:nvSpPr>
          <p:spPr>
            <a:xfrm>
              <a:off x="2605000" y="4320450"/>
              <a:ext cx="12575" cy="12400"/>
            </a:xfrm>
            <a:custGeom>
              <a:avLst/>
              <a:gdLst/>
              <a:ahLst/>
              <a:cxnLst/>
              <a:rect l="l" t="t" r="r" b="b"/>
              <a:pathLst>
                <a:path w="503" h="496" extrusionOk="0">
                  <a:moveTo>
                    <a:pt x="252" y="0"/>
                  </a:moveTo>
                  <a:cubicBezTo>
                    <a:pt x="116" y="0"/>
                    <a:pt x="0" y="109"/>
                    <a:pt x="0" y="245"/>
                  </a:cubicBezTo>
                  <a:cubicBezTo>
                    <a:pt x="0" y="387"/>
                    <a:pt x="116" y="496"/>
                    <a:pt x="252" y="496"/>
                  </a:cubicBezTo>
                  <a:cubicBezTo>
                    <a:pt x="387" y="496"/>
                    <a:pt x="503" y="387"/>
                    <a:pt x="503" y="245"/>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7" name="Google Shape;15647;p32"/>
            <p:cNvSpPr/>
            <p:nvPr/>
          </p:nvSpPr>
          <p:spPr>
            <a:xfrm>
              <a:off x="2696950" y="4320450"/>
              <a:ext cx="12375" cy="12400"/>
            </a:xfrm>
            <a:custGeom>
              <a:avLst/>
              <a:gdLst/>
              <a:ahLst/>
              <a:cxnLst/>
              <a:rect l="l" t="t" r="r" b="b"/>
              <a:pathLst>
                <a:path w="495" h="496" extrusionOk="0">
                  <a:moveTo>
                    <a:pt x="252" y="0"/>
                  </a:moveTo>
                  <a:cubicBezTo>
                    <a:pt x="108" y="0"/>
                    <a:pt x="1" y="109"/>
                    <a:pt x="1" y="245"/>
                  </a:cubicBezTo>
                  <a:cubicBezTo>
                    <a:pt x="1" y="387"/>
                    <a:pt x="108" y="496"/>
                    <a:pt x="252" y="496"/>
                  </a:cubicBezTo>
                  <a:cubicBezTo>
                    <a:pt x="388" y="496"/>
                    <a:pt x="495" y="387"/>
                    <a:pt x="495" y="245"/>
                  </a:cubicBezTo>
                  <a:cubicBezTo>
                    <a:pt x="495"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8" name="Google Shape;15648;p32"/>
            <p:cNvSpPr/>
            <p:nvPr/>
          </p:nvSpPr>
          <p:spPr>
            <a:xfrm>
              <a:off x="2788700" y="4320450"/>
              <a:ext cx="12600" cy="12400"/>
            </a:xfrm>
            <a:custGeom>
              <a:avLst/>
              <a:gdLst/>
              <a:ahLst/>
              <a:cxnLst/>
              <a:rect l="l" t="t" r="r" b="b"/>
              <a:pathLst>
                <a:path w="504" h="496" extrusionOk="0">
                  <a:moveTo>
                    <a:pt x="252" y="0"/>
                  </a:moveTo>
                  <a:cubicBezTo>
                    <a:pt x="116" y="0"/>
                    <a:pt x="1" y="109"/>
                    <a:pt x="1" y="245"/>
                  </a:cubicBezTo>
                  <a:cubicBezTo>
                    <a:pt x="1" y="387"/>
                    <a:pt x="116" y="496"/>
                    <a:pt x="252" y="496"/>
                  </a:cubicBezTo>
                  <a:cubicBezTo>
                    <a:pt x="388" y="496"/>
                    <a:pt x="503" y="387"/>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9" name="Google Shape;15649;p32"/>
            <p:cNvSpPr/>
            <p:nvPr/>
          </p:nvSpPr>
          <p:spPr>
            <a:xfrm>
              <a:off x="2880675" y="4320450"/>
              <a:ext cx="12375" cy="12400"/>
            </a:xfrm>
            <a:custGeom>
              <a:avLst/>
              <a:gdLst/>
              <a:ahLst/>
              <a:cxnLst/>
              <a:rect l="l" t="t" r="r" b="b"/>
              <a:pathLst>
                <a:path w="495" h="496" extrusionOk="0">
                  <a:moveTo>
                    <a:pt x="243" y="0"/>
                  </a:moveTo>
                  <a:cubicBezTo>
                    <a:pt x="107" y="0"/>
                    <a:pt x="0" y="109"/>
                    <a:pt x="0" y="245"/>
                  </a:cubicBezTo>
                  <a:cubicBezTo>
                    <a:pt x="0" y="387"/>
                    <a:pt x="107" y="496"/>
                    <a:pt x="243" y="496"/>
                  </a:cubicBezTo>
                  <a:cubicBezTo>
                    <a:pt x="387" y="496"/>
                    <a:pt x="494" y="387"/>
                    <a:pt x="494" y="245"/>
                  </a:cubicBezTo>
                  <a:cubicBezTo>
                    <a:pt x="494" y="109"/>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0" name="Google Shape;15650;p32"/>
            <p:cNvSpPr/>
            <p:nvPr/>
          </p:nvSpPr>
          <p:spPr>
            <a:xfrm>
              <a:off x="2972425" y="4320450"/>
              <a:ext cx="12575" cy="12400"/>
            </a:xfrm>
            <a:custGeom>
              <a:avLst/>
              <a:gdLst/>
              <a:ahLst/>
              <a:cxnLst/>
              <a:rect l="l" t="t" r="r" b="b"/>
              <a:pathLst>
                <a:path w="503" h="496" extrusionOk="0">
                  <a:moveTo>
                    <a:pt x="251" y="0"/>
                  </a:moveTo>
                  <a:cubicBezTo>
                    <a:pt x="115" y="0"/>
                    <a:pt x="0" y="109"/>
                    <a:pt x="0" y="245"/>
                  </a:cubicBezTo>
                  <a:cubicBezTo>
                    <a:pt x="0" y="387"/>
                    <a:pt x="115" y="496"/>
                    <a:pt x="251" y="496"/>
                  </a:cubicBezTo>
                  <a:cubicBezTo>
                    <a:pt x="387" y="496"/>
                    <a:pt x="503" y="387"/>
                    <a:pt x="503" y="245"/>
                  </a:cubicBezTo>
                  <a:cubicBezTo>
                    <a:pt x="503"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1" name="Google Shape;15651;p32"/>
            <p:cNvSpPr/>
            <p:nvPr/>
          </p:nvSpPr>
          <p:spPr>
            <a:xfrm>
              <a:off x="3064375" y="4320450"/>
              <a:ext cx="12375" cy="12400"/>
            </a:xfrm>
            <a:custGeom>
              <a:avLst/>
              <a:gdLst/>
              <a:ahLst/>
              <a:cxnLst/>
              <a:rect l="l" t="t" r="r" b="b"/>
              <a:pathLst>
                <a:path w="495" h="496" extrusionOk="0">
                  <a:moveTo>
                    <a:pt x="243" y="0"/>
                  </a:moveTo>
                  <a:cubicBezTo>
                    <a:pt x="107" y="0"/>
                    <a:pt x="1" y="109"/>
                    <a:pt x="1" y="245"/>
                  </a:cubicBezTo>
                  <a:cubicBezTo>
                    <a:pt x="1" y="387"/>
                    <a:pt x="107" y="496"/>
                    <a:pt x="243" y="496"/>
                  </a:cubicBezTo>
                  <a:cubicBezTo>
                    <a:pt x="388" y="496"/>
                    <a:pt x="495" y="387"/>
                    <a:pt x="495" y="245"/>
                  </a:cubicBezTo>
                  <a:cubicBezTo>
                    <a:pt x="495" y="109"/>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2" name="Google Shape;15652;p32"/>
            <p:cNvSpPr/>
            <p:nvPr/>
          </p:nvSpPr>
          <p:spPr>
            <a:xfrm>
              <a:off x="3156125" y="4320450"/>
              <a:ext cx="12600" cy="12400"/>
            </a:xfrm>
            <a:custGeom>
              <a:avLst/>
              <a:gdLst/>
              <a:ahLst/>
              <a:cxnLst/>
              <a:rect l="l" t="t" r="r" b="b"/>
              <a:pathLst>
                <a:path w="504" h="496" extrusionOk="0">
                  <a:moveTo>
                    <a:pt x="252" y="0"/>
                  </a:moveTo>
                  <a:cubicBezTo>
                    <a:pt x="116" y="0"/>
                    <a:pt x="1" y="109"/>
                    <a:pt x="1" y="245"/>
                  </a:cubicBezTo>
                  <a:cubicBezTo>
                    <a:pt x="1" y="387"/>
                    <a:pt x="116" y="496"/>
                    <a:pt x="252" y="496"/>
                  </a:cubicBezTo>
                  <a:cubicBezTo>
                    <a:pt x="388" y="496"/>
                    <a:pt x="503" y="387"/>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3" name="Google Shape;15653;p32"/>
            <p:cNvSpPr/>
            <p:nvPr/>
          </p:nvSpPr>
          <p:spPr>
            <a:xfrm>
              <a:off x="3247875" y="4320450"/>
              <a:ext cx="12575" cy="12400"/>
            </a:xfrm>
            <a:custGeom>
              <a:avLst/>
              <a:gdLst/>
              <a:ahLst/>
              <a:cxnLst/>
              <a:rect l="l" t="t" r="r" b="b"/>
              <a:pathLst>
                <a:path w="503" h="496" extrusionOk="0">
                  <a:moveTo>
                    <a:pt x="252" y="0"/>
                  </a:moveTo>
                  <a:cubicBezTo>
                    <a:pt x="116" y="0"/>
                    <a:pt x="1" y="109"/>
                    <a:pt x="1" y="245"/>
                  </a:cubicBezTo>
                  <a:cubicBezTo>
                    <a:pt x="1" y="387"/>
                    <a:pt x="116" y="496"/>
                    <a:pt x="252" y="496"/>
                  </a:cubicBezTo>
                  <a:cubicBezTo>
                    <a:pt x="388" y="496"/>
                    <a:pt x="503" y="387"/>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4" name="Google Shape;15654;p32"/>
            <p:cNvSpPr/>
            <p:nvPr/>
          </p:nvSpPr>
          <p:spPr>
            <a:xfrm>
              <a:off x="3339850" y="4320450"/>
              <a:ext cx="12525" cy="12400"/>
            </a:xfrm>
            <a:custGeom>
              <a:avLst/>
              <a:gdLst/>
              <a:ahLst/>
              <a:cxnLst/>
              <a:rect l="l" t="t" r="r" b="b"/>
              <a:pathLst>
                <a:path w="501" h="496" extrusionOk="0">
                  <a:moveTo>
                    <a:pt x="251" y="0"/>
                  </a:moveTo>
                  <a:cubicBezTo>
                    <a:pt x="107" y="0"/>
                    <a:pt x="0" y="109"/>
                    <a:pt x="0" y="245"/>
                  </a:cubicBezTo>
                  <a:cubicBezTo>
                    <a:pt x="0" y="387"/>
                    <a:pt x="107" y="496"/>
                    <a:pt x="251" y="496"/>
                  </a:cubicBezTo>
                  <a:cubicBezTo>
                    <a:pt x="387" y="496"/>
                    <a:pt x="501" y="387"/>
                    <a:pt x="501" y="245"/>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5" name="Google Shape;15655;p32"/>
            <p:cNvSpPr/>
            <p:nvPr/>
          </p:nvSpPr>
          <p:spPr>
            <a:xfrm>
              <a:off x="3431575" y="4320450"/>
              <a:ext cx="12600" cy="12400"/>
            </a:xfrm>
            <a:custGeom>
              <a:avLst/>
              <a:gdLst/>
              <a:ahLst/>
              <a:cxnLst/>
              <a:rect l="l" t="t" r="r" b="b"/>
              <a:pathLst>
                <a:path w="504" h="496" extrusionOk="0">
                  <a:moveTo>
                    <a:pt x="252" y="0"/>
                  </a:moveTo>
                  <a:cubicBezTo>
                    <a:pt x="116" y="0"/>
                    <a:pt x="1" y="109"/>
                    <a:pt x="1" y="245"/>
                  </a:cubicBezTo>
                  <a:cubicBezTo>
                    <a:pt x="1" y="387"/>
                    <a:pt x="116" y="496"/>
                    <a:pt x="252" y="496"/>
                  </a:cubicBezTo>
                  <a:cubicBezTo>
                    <a:pt x="388" y="496"/>
                    <a:pt x="503" y="387"/>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6" name="Google Shape;15656;p32"/>
            <p:cNvSpPr/>
            <p:nvPr/>
          </p:nvSpPr>
          <p:spPr>
            <a:xfrm>
              <a:off x="3523550" y="4320450"/>
              <a:ext cx="12375" cy="12400"/>
            </a:xfrm>
            <a:custGeom>
              <a:avLst/>
              <a:gdLst/>
              <a:ahLst/>
              <a:cxnLst/>
              <a:rect l="l" t="t" r="r" b="b"/>
              <a:pathLst>
                <a:path w="495" h="496" extrusionOk="0">
                  <a:moveTo>
                    <a:pt x="250" y="0"/>
                  </a:moveTo>
                  <a:cubicBezTo>
                    <a:pt x="107" y="0"/>
                    <a:pt x="0" y="109"/>
                    <a:pt x="0" y="245"/>
                  </a:cubicBezTo>
                  <a:cubicBezTo>
                    <a:pt x="0" y="387"/>
                    <a:pt x="107" y="496"/>
                    <a:pt x="250" y="496"/>
                  </a:cubicBezTo>
                  <a:cubicBezTo>
                    <a:pt x="388" y="496"/>
                    <a:pt x="494" y="387"/>
                    <a:pt x="494" y="245"/>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7" name="Google Shape;15657;p32"/>
            <p:cNvSpPr/>
            <p:nvPr/>
          </p:nvSpPr>
          <p:spPr>
            <a:xfrm>
              <a:off x="676400" y="4412225"/>
              <a:ext cx="12600" cy="12550"/>
            </a:xfrm>
            <a:custGeom>
              <a:avLst/>
              <a:gdLst/>
              <a:ahLst/>
              <a:cxnLst/>
              <a:rect l="l" t="t" r="r" b="b"/>
              <a:pathLst>
                <a:path w="504" h="502" extrusionOk="0">
                  <a:moveTo>
                    <a:pt x="252" y="1"/>
                  </a:moveTo>
                  <a:cubicBezTo>
                    <a:pt x="116" y="1"/>
                    <a:pt x="1" y="114"/>
                    <a:pt x="1" y="252"/>
                  </a:cubicBezTo>
                  <a:cubicBezTo>
                    <a:pt x="1" y="388"/>
                    <a:pt x="116" y="502"/>
                    <a:pt x="252" y="502"/>
                  </a:cubicBezTo>
                  <a:cubicBezTo>
                    <a:pt x="388" y="502"/>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8" name="Google Shape;15658;p32"/>
            <p:cNvSpPr/>
            <p:nvPr/>
          </p:nvSpPr>
          <p:spPr>
            <a:xfrm>
              <a:off x="768325" y="4412225"/>
              <a:ext cx="12400" cy="12550"/>
            </a:xfrm>
            <a:custGeom>
              <a:avLst/>
              <a:gdLst/>
              <a:ahLst/>
              <a:cxnLst/>
              <a:rect l="l" t="t" r="r" b="b"/>
              <a:pathLst>
                <a:path w="496" h="502" extrusionOk="0">
                  <a:moveTo>
                    <a:pt x="245" y="1"/>
                  </a:moveTo>
                  <a:cubicBezTo>
                    <a:pt x="109" y="1"/>
                    <a:pt x="0" y="114"/>
                    <a:pt x="0" y="252"/>
                  </a:cubicBezTo>
                  <a:cubicBezTo>
                    <a:pt x="0" y="388"/>
                    <a:pt x="109" y="502"/>
                    <a:pt x="245" y="502"/>
                  </a:cubicBezTo>
                  <a:cubicBezTo>
                    <a:pt x="388" y="502"/>
                    <a:pt x="496" y="388"/>
                    <a:pt x="496" y="252"/>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9" name="Google Shape;15659;p32"/>
            <p:cNvSpPr/>
            <p:nvPr/>
          </p:nvSpPr>
          <p:spPr>
            <a:xfrm>
              <a:off x="860125" y="4412225"/>
              <a:ext cx="12525" cy="12550"/>
            </a:xfrm>
            <a:custGeom>
              <a:avLst/>
              <a:gdLst/>
              <a:ahLst/>
              <a:cxnLst/>
              <a:rect l="l" t="t" r="r" b="b"/>
              <a:pathLst>
                <a:path w="501" h="502" extrusionOk="0">
                  <a:moveTo>
                    <a:pt x="251" y="1"/>
                  </a:moveTo>
                  <a:cubicBezTo>
                    <a:pt x="114" y="1"/>
                    <a:pt x="0" y="114"/>
                    <a:pt x="0" y="252"/>
                  </a:cubicBezTo>
                  <a:cubicBezTo>
                    <a:pt x="0" y="388"/>
                    <a:pt x="114" y="502"/>
                    <a:pt x="251" y="502"/>
                  </a:cubicBezTo>
                  <a:cubicBezTo>
                    <a:pt x="387" y="502"/>
                    <a:pt x="501" y="388"/>
                    <a:pt x="501" y="252"/>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0" name="Google Shape;15660;p32"/>
            <p:cNvSpPr/>
            <p:nvPr/>
          </p:nvSpPr>
          <p:spPr>
            <a:xfrm>
              <a:off x="951850" y="4412225"/>
              <a:ext cx="12600" cy="12550"/>
            </a:xfrm>
            <a:custGeom>
              <a:avLst/>
              <a:gdLst/>
              <a:ahLst/>
              <a:cxnLst/>
              <a:rect l="l" t="t" r="r" b="b"/>
              <a:pathLst>
                <a:path w="504" h="502" extrusionOk="0">
                  <a:moveTo>
                    <a:pt x="252" y="1"/>
                  </a:moveTo>
                  <a:cubicBezTo>
                    <a:pt x="116" y="1"/>
                    <a:pt x="1" y="114"/>
                    <a:pt x="1" y="252"/>
                  </a:cubicBezTo>
                  <a:cubicBezTo>
                    <a:pt x="1" y="388"/>
                    <a:pt x="116" y="502"/>
                    <a:pt x="252" y="502"/>
                  </a:cubicBezTo>
                  <a:cubicBezTo>
                    <a:pt x="388" y="502"/>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1" name="Google Shape;15661;p32"/>
            <p:cNvSpPr/>
            <p:nvPr/>
          </p:nvSpPr>
          <p:spPr>
            <a:xfrm>
              <a:off x="1043825" y="4412225"/>
              <a:ext cx="12375" cy="12550"/>
            </a:xfrm>
            <a:custGeom>
              <a:avLst/>
              <a:gdLst/>
              <a:ahLst/>
              <a:cxnLst/>
              <a:rect l="l" t="t" r="r" b="b"/>
              <a:pathLst>
                <a:path w="495" h="502" extrusionOk="0">
                  <a:moveTo>
                    <a:pt x="250" y="1"/>
                  </a:moveTo>
                  <a:cubicBezTo>
                    <a:pt x="107" y="1"/>
                    <a:pt x="0" y="114"/>
                    <a:pt x="0" y="252"/>
                  </a:cubicBezTo>
                  <a:cubicBezTo>
                    <a:pt x="0" y="388"/>
                    <a:pt x="107" y="502"/>
                    <a:pt x="250" y="502"/>
                  </a:cubicBezTo>
                  <a:cubicBezTo>
                    <a:pt x="388" y="502"/>
                    <a:pt x="494" y="388"/>
                    <a:pt x="494" y="252"/>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2" name="Google Shape;15662;p32"/>
            <p:cNvSpPr/>
            <p:nvPr/>
          </p:nvSpPr>
          <p:spPr>
            <a:xfrm>
              <a:off x="1135575" y="4412225"/>
              <a:ext cx="12575" cy="12550"/>
            </a:xfrm>
            <a:custGeom>
              <a:avLst/>
              <a:gdLst/>
              <a:ahLst/>
              <a:cxnLst/>
              <a:rect l="l" t="t" r="r" b="b"/>
              <a:pathLst>
                <a:path w="503" h="502" extrusionOk="0">
                  <a:moveTo>
                    <a:pt x="252" y="1"/>
                  </a:moveTo>
                  <a:cubicBezTo>
                    <a:pt x="116" y="1"/>
                    <a:pt x="0" y="114"/>
                    <a:pt x="0" y="252"/>
                  </a:cubicBezTo>
                  <a:cubicBezTo>
                    <a:pt x="0" y="388"/>
                    <a:pt x="116" y="502"/>
                    <a:pt x="252" y="502"/>
                  </a:cubicBezTo>
                  <a:cubicBezTo>
                    <a:pt x="387" y="502"/>
                    <a:pt x="503" y="388"/>
                    <a:pt x="503" y="252"/>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3" name="Google Shape;15663;p32"/>
            <p:cNvSpPr/>
            <p:nvPr/>
          </p:nvSpPr>
          <p:spPr>
            <a:xfrm>
              <a:off x="1227500" y="4412225"/>
              <a:ext cx="12400" cy="12550"/>
            </a:xfrm>
            <a:custGeom>
              <a:avLst/>
              <a:gdLst/>
              <a:ahLst/>
              <a:cxnLst/>
              <a:rect l="l" t="t" r="r" b="b"/>
              <a:pathLst>
                <a:path w="496" h="502" extrusionOk="0">
                  <a:moveTo>
                    <a:pt x="251" y="1"/>
                  </a:moveTo>
                  <a:cubicBezTo>
                    <a:pt x="109" y="1"/>
                    <a:pt x="0" y="114"/>
                    <a:pt x="0" y="252"/>
                  </a:cubicBezTo>
                  <a:cubicBezTo>
                    <a:pt x="0" y="388"/>
                    <a:pt x="109" y="502"/>
                    <a:pt x="251" y="502"/>
                  </a:cubicBezTo>
                  <a:cubicBezTo>
                    <a:pt x="387" y="502"/>
                    <a:pt x="496" y="388"/>
                    <a:pt x="496" y="252"/>
                  </a:cubicBezTo>
                  <a:cubicBezTo>
                    <a:pt x="496"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4" name="Google Shape;15664;p32"/>
            <p:cNvSpPr/>
            <p:nvPr/>
          </p:nvSpPr>
          <p:spPr>
            <a:xfrm>
              <a:off x="1319275" y="4412225"/>
              <a:ext cx="12550" cy="12550"/>
            </a:xfrm>
            <a:custGeom>
              <a:avLst/>
              <a:gdLst/>
              <a:ahLst/>
              <a:cxnLst/>
              <a:rect l="l" t="t" r="r" b="b"/>
              <a:pathLst>
                <a:path w="502" h="502" extrusionOk="0">
                  <a:moveTo>
                    <a:pt x="252" y="1"/>
                  </a:moveTo>
                  <a:cubicBezTo>
                    <a:pt x="114" y="1"/>
                    <a:pt x="1" y="114"/>
                    <a:pt x="1" y="252"/>
                  </a:cubicBezTo>
                  <a:cubicBezTo>
                    <a:pt x="1" y="388"/>
                    <a:pt x="114" y="502"/>
                    <a:pt x="252" y="502"/>
                  </a:cubicBezTo>
                  <a:cubicBezTo>
                    <a:pt x="388" y="502"/>
                    <a:pt x="501" y="388"/>
                    <a:pt x="501" y="252"/>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5" name="Google Shape;15665;p32"/>
            <p:cNvSpPr/>
            <p:nvPr/>
          </p:nvSpPr>
          <p:spPr>
            <a:xfrm>
              <a:off x="1411200" y="4412225"/>
              <a:ext cx="12425" cy="12550"/>
            </a:xfrm>
            <a:custGeom>
              <a:avLst/>
              <a:gdLst/>
              <a:ahLst/>
              <a:cxnLst/>
              <a:rect l="l" t="t" r="r" b="b"/>
              <a:pathLst>
                <a:path w="497" h="502" extrusionOk="0">
                  <a:moveTo>
                    <a:pt x="245" y="1"/>
                  </a:moveTo>
                  <a:cubicBezTo>
                    <a:pt x="109" y="1"/>
                    <a:pt x="1" y="114"/>
                    <a:pt x="1" y="252"/>
                  </a:cubicBezTo>
                  <a:cubicBezTo>
                    <a:pt x="1" y="388"/>
                    <a:pt x="109" y="502"/>
                    <a:pt x="245" y="502"/>
                  </a:cubicBezTo>
                  <a:cubicBezTo>
                    <a:pt x="388" y="502"/>
                    <a:pt x="496" y="388"/>
                    <a:pt x="496" y="252"/>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6" name="Google Shape;15666;p32"/>
            <p:cNvSpPr/>
            <p:nvPr/>
          </p:nvSpPr>
          <p:spPr>
            <a:xfrm>
              <a:off x="1503000" y="4412225"/>
              <a:ext cx="12525" cy="12550"/>
            </a:xfrm>
            <a:custGeom>
              <a:avLst/>
              <a:gdLst/>
              <a:ahLst/>
              <a:cxnLst/>
              <a:rect l="l" t="t" r="r" b="b"/>
              <a:pathLst>
                <a:path w="501" h="502" extrusionOk="0">
                  <a:moveTo>
                    <a:pt x="250" y="1"/>
                  </a:moveTo>
                  <a:cubicBezTo>
                    <a:pt x="114" y="1"/>
                    <a:pt x="0" y="114"/>
                    <a:pt x="0" y="252"/>
                  </a:cubicBezTo>
                  <a:cubicBezTo>
                    <a:pt x="0" y="388"/>
                    <a:pt x="114" y="502"/>
                    <a:pt x="250" y="502"/>
                  </a:cubicBezTo>
                  <a:cubicBezTo>
                    <a:pt x="387" y="502"/>
                    <a:pt x="501" y="388"/>
                    <a:pt x="501" y="252"/>
                  </a:cubicBezTo>
                  <a:cubicBezTo>
                    <a:pt x="501" y="114"/>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7" name="Google Shape;15667;p32"/>
            <p:cNvSpPr/>
            <p:nvPr/>
          </p:nvSpPr>
          <p:spPr>
            <a:xfrm>
              <a:off x="1594750" y="4412225"/>
              <a:ext cx="12575" cy="12550"/>
            </a:xfrm>
            <a:custGeom>
              <a:avLst/>
              <a:gdLst/>
              <a:ahLst/>
              <a:cxnLst/>
              <a:rect l="l" t="t" r="r" b="b"/>
              <a:pathLst>
                <a:path w="503" h="502" extrusionOk="0">
                  <a:moveTo>
                    <a:pt x="251" y="1"/>
                  </a:moveTo>
                  <a:cubicBezTo>
                    <a:pt x="115" y="1"/>
                    <a:pt x="0" y="114"/>
                    <a:pt x="0" y="252"/>
                  </a:cubicBezTo>
                  <a:cubicBezTo>
                    <a:pt x="0" y="388"/>
                    <a:pt x="115" y="502"/>
                    <a:pt x="251" y="502"/>
                  </a:cubicBezTo>
                  <a:cubicBezTo>
                    <a:pt x="394" y="502"/>
                    <a:pt x="503" y="388"/>
                    <a:pt x="503" y="252"/>
                  </a:cubicBezTo>
                  <a:cubicBezTo>
                    <a:pt x="503" y="114"/>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8" name="Google Shape;15668;p32"/>
            <p:cNvSpPr/>
            <p:nvPr/>
          </p:nvSpPr>
          <p:spPr>
            <a:xfrm>
              <a:off x="1686650" y="4412225"/>
              <a:ext cx="12600" cy="12550"/>
            </a:xfrm>
            <a:custGeom>
              <a:avLst/>
              <a:gdLst/>
              <a:ahLst/>
              <a:cxnLst/>
              <a:rect l="l" t="t" r="r" b="b"/>
              <a:pathLst>
                <a:path w="504" h="502" extrusionOk="0">
                  <a:moveTo>
                    <a:pt x="252" y="1"/>
                  </a:moveTo>
                  <a:cubicBezTo>
                    <a:pt x="116" y="1"/>
                    <a:pt x="1" y="114"/>
                    <a:pt x="1" y="252"/>
                  </a:cubicBezTo>
                  <a:cubicBezTo>
                    <a:pt x="1" y="388"/>
                    <a:pt x="116" y="502"/>
                    <a:pt x="252" y="502"/>
                  </a:cubicBezTo>
                  <a:cubicBezTo>
                    <a:pt x="388" y="502"/>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9" name="Google Shape;15669;p32"/>
            <p:cNvSpPr/>
            <p:nvPr/>
          </p:nvSpPr>
          <p:spPr>
            <a:xfrm>
              <a:off x="1778450" y="4412225"/>
              <a:ext cx="12550" cy="12550"/>
            </a:xfrm>
            <a:custGeom>
              <a:avLst/>
              <a:gdLst/>
              <a:ahLst/>
              <a:cxnLst/>
              <a:rect l="l" t="t" r="r" b="b"/>
              <a:pathLst>
                <a:path w="502" h="502" extrusionOk="0">
                  <a:moveTo>
                    <a:pt x="252" y="1"/>
                  </a:moveTo>
                  <a:cubicBezTo>
                    <a:pt x="114" y="1"/>
                    <a:pt x="1" y="114"/>
                    <a:pt x="1" y="252"/>
                  </a:cubicBezTo>
                  <a:cubicBezTo>
                    <a:pt x="1" y="388"/>
                    <a:pt x="114" y="502"/>
                    <a:pt x="252" y="502"/>
                  </a:cubicBezTo>
                  <a:cubicBezTo>
                    <a:pt x="388" y="502"/>
                    <a:pt x="501" y="388"/>
                    <a:pt x="501" y="252"/>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0" name="Google Shape;15670;p32"/>
            <p:cNvSpPr/>
            <p:nvPr/>
          </p:nvSpPr>
          <p:spPr>
            <a:xfrm>
              <a:off x="1870375" y="4412225"/>
              <a:ext cx="12400" cy="12550"/>
            </a:xfrm>
            <a:custGeom>
              <a:avLst/>
              <a:gdLst/>
              <a:ahLst/>
              <a:cxnLst/>
              <a:rect l="l" t="t" r="r" b="b"/>
              <a:pathLst>
                <a:path w="496" h="502" extrusionOk="0">
                  <a:moveTo>
                    <a:pt x="252" y="1"/>
                  </a:moveTo>
                  <a:cubicBezTo>
                    <a:pt x="109" y="1"/>
                    <a:pt x="0" y="114"/>
                    <a:pt x="0" y="252"/>
                  </a:cubicBezTo>
                  <a:cubicBezTo>
                    <a:pt x="0" y="388"/>
                    <a:pt x="109" y="502"/>
                    <a:pt x="252" y="502"/>
                  </a:cubicBezTo>
                  <a:cubicBezTo>
                    <a:pt x="387" y="502"/>
                    <a:pt x="496" y="388"/>
                    <a:pt x="496" y="252"/>
                  </a:cubicBezTo>
                  <a:cubicBezTo>
                    <a:pt x="496"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1" name="Google Shape;15671;p32"/>
            <p:cNvSpPr/>
            <p:nvPr/>
          </p:nvSpPr>
          <p:spPr>
            <a:xfrm>
              <a:off x="1962150" y="4412225"/>
              <a:ext cx="12550" cy="12550"/>
            </a:xfrm>
            <a:custGeom>
              <a:avLst/>
              <a:gdLst/>
              <a:ahLst/>
              <a:cxnLst/>
              <a:rect l="l" t="t" r="r" b="b"/>
              <a:pathLst>
                <a:path w="502" h="502" extrusionOk="0">
                  <a:moveTo>
                    <a:pt x="250" y="1"/>
                  </a:moveTo>
                  <a:cubicBezTo>
                    <a:pt x="114" y="1"/>
                    <a:pt x="1" y="114"/>
                    <a:pt x="1" y="252"/>
                  </a:cubicBezTo>
                  <a:cubicBezTo>
                    <a:pt x="1" y="388"/>
                    <a:pt x="114" y="502"/>
                    <a:pt x="250" y="502"/>
                  </a:cubicBezTo>
                  <a:cubicBezTo>
                    <a:pt x="388" y="502"/>
                    <a:pt x="502" y="388"/>
                    <a:pt x="502" y="252"/>
                  </a:cubicBezTo>
                  <a:cubicBezTo>
                    <a:pt x="502"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2" name="Google Shape;15672;p32"/>
            <p:cNvSpPr/>
            <p:nvPr/>
          </p:nvSpPr>
          <p:spPr>
            <a:xfrm>
              <a:off x="2054075" y="4412225"/>
              <a:ext cx="12425" cy="12550"/>
            </a:xfrm>
            <a:custGeom>
              <a:avLst/>
              <a:gdLst/>
              <a:ahLst/>
              <a:cxnLst/>
              <a:rect l="l" t="t" r="r" b="b"/>
              <a:pathLst>
                <a:path w="497" h="502" extrusionOk="0">
                  <a:moveTo>
                    <a:pt x="252" y="1"/>
                  </a:moveTo>
                  <a:cubicBezTo>
                    <a:pt x="109" y="1"/>
                    <a:pt x="1" y="114"/>
                    <a:pt x="1" y="252"/>
                  </a:cubicBezTo>
                  <a:cubicBezTo>
                    <a:pt x="1" y="388"/>
                    <a:pt x="109" y="502"/>
                    <a:pt x="252" y="502"/>
                  </a:cubicBezTo>
                  <a:cubicBezTo>
                    <a:pt x="388" y="502"/>
                    <a:pt x="496" y="388"/>
                    <a:pt x="496" y="252"/>
                  </a:cubicBezTo>
                  <a:cubicBezTo>
                    <a:pt x="496"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3" name="Google Shape;15673;p32"/>
            <p:cNvSpPr/>
            <p:nvPr/>
          </p:nvSpPr>
          <p:spPr>
            <a:xfrm>
              <a:off x="2145825" y="4412225"/>
              <a:ext cx="12600" cy="12550"/>
            </a:xfrm>
            <a:custGeom>
              <a:avLst/>
              <a:gdLst/>
              <a:ahLst/>
              <a:cxnLst/>
              <a:rect l="l" t="t" r="r" b="b"/>
              <a:pathLst>
                <a:path w="504" h="502" extrusionOk="0">
                  <a:moveTo>
                    <a:pt x="252" y="1"/>
                  </a:moveTo>
                  <a:cubicBezTo>
                    <a:pt x="116" y="1"/>
                    <a:pt x="1" y="114"/>
                    <a:pt x="1" y="252"/>
                  </a:cubicBezTo>
                  <a:cubicBezTo>
                    <a:pt x="1" y="388"/>
                    <a:pt x="116" y="502"/>
                    <a:pt x="252" y="502"/>
                  </a:cubicBezTo>
                  <a:cubicBezTo>
                    <a:pt x="388" y="502"/>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4" name="Google Shape;15674;p32"/>
            <p:cNvSpPr/>
            <p:nvPr/>
          </p:nvSpPr>
          <p:spPr>
            <a:xfrm>
              <a:off x="2237800" y="4412225"/>
              <a:ext cx="12350" cy="12550"/>
            </a:xfrm>
            <a:custGeom>
              <a:avLst/>
              <a:gdLst/>
              <a:ahLst/>
              <a:cxnLst/>
              <a:rect l="l" t="t" r="r" b="b"/>
              <a:pathLst>
                <a:path w="494" h="502" extrusionOk="0">
                  <a:moveTo>
                    <a:pt x="244" y="1"/>
                  </a:moveTo>
                  <a:cubicBezTo>
                    <a:pt x="107" y="1"/>
                    <a:pt x="0" y="114"/>
                    <a:pt x="0" y="252"/>
                  </a:cubicBezTo>
                  <a:cubicBezTo>
                    <a:pt x="0" y="388"/>
                    <a:pt x="107" y="502"/>
                    <a:pt x="244" y="502"/>
                  </a:cubicBezTo>
                  <a:cubicBezTo>
                    <a:pt x="387" y="502"/>
                    <a:pt x="494" y="388"/>
                    <a:pt x="494" y="252"/>
                  </a:cubicBezTo>
                  <a:cubicBezTo>
                    <a:pt x="494" y="114"/>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5" name="Google Shape;15675;p32"/>
            <p:cNvSpPr/>
            <p:nvPr/>
          </p:nvSpPr>
          <p:spPr>
            <a:xfrm>
              <a:off x="2329550" y="4412225"/>
              <a:ext cx="12575" cy="12550"/>
            </a:xfrm>
            <a:custGeom>
              <a:avLst/>
              <a:gdLst/>
              <a:ahLst/>
              <a:cxnLst/>
              <a:rect l="l" t="t" r="r" b="b"/>
              <a:pathLst>
                <a:path w="503" h="502" extrusionOk="0">
                  <a:moveTo>
                    <a:pt x="251" y="1"/>
                  </a:moveTo>
                  <a:cubicBezTo>
                    <a:pt x="115" y="1"/>
                    <a:pt x="0" y="114"/>
                    <a:pt x="0" y="252"/>
                  </a:cubicBezTo>
                  <a:cubicBezTo>
                    <a:pt x="0" y="388"/>
                    <a:pt x="115" y="502"/>
                    <a:pt x="251" y="502"/>
                  </a:cubicBezTo>
                  <a:cubicBezTo>
                    <a:pt x="387" y="502"/>
                    <a:pt x="502" y="388"/>
                    <a:pt x="502" y="252"/>
                  </a:cubicBezTo>
                  <a:cubicBezTo>
                    <a:pt x="502"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6" name="Google Shape;15676;p32"/>
            <p:cNvSpPr/>
            <p:nvPr/>
          </p:nvSpPr>
          <p:spPr>
            <a:xfrm>
              <a:off x="2421325" y="4412225"/>
              <a:ext cx="12550" cy="12550"/>
            </a:xfrm>
            <a:custGeom>
              <a:avLst/>
              <a:gdLst/>
              <a:ahLst/>
              <a:cxnLst/>
              <a:rect l="l" t="t" r="r" b="b"/>
              <a:pathLst>
                <a:path w="502" h="502" extrusionOk="0">
                  <a:moveTo>
                    <a:pt x="250" y="1"/>
                  </a:moveTo>
                  <a:cubicBezTo>
                    <a:pt x="114" y="1"/>
                    <a:pt x="1" y="114"/>
                    <a:pt x="1" y="252"/>
                  </a:cubicBezTo>
                  <a:cubicBezTo>
                    <a:pt x="1" y="388"/>
                    <a:pt x="114" y="502"/>
                    <a:pt x="250" y="502"/>
                  </a:cubicBezTo>
                  <a:cubicBezTo>
                    <a:pt x="395" y="502"/>
                    <a:pt x="501" y="388"/>
                    <a:pt x="501" y="252"/>
                  </a:cubicBezTo>
                  <a:cubicBezTo>
                    <a:pt x="501" y="114"/>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7" name="Google Shape;15677;p32"/>
            <p:cNvSpPr/>
            <p:nvPr/>
          </p:nvSpPr>
          <p:spPr>
            <a:xfrm>
              <a:off x="2513250" y="4412225"/>
              <a:ext cx="12575" cy="12550"/>
            </a:xfrm>
            <a:custGeom>
              <a:avLst/>
              <a:gdLst/>
              <a:ahLst/>
              <a:cxnLst/>
              <a:rect l="l" t="t" r="r" b="b"/>
              <a:pathLst>
                <a:path w="503" h="502" extrusionOk="0">
                  <a:moveTo>
                    <a:pt x="252" y="1"/>
                  </a:moveTo>
                  <a:cubicBezTo>
                    <a:pt x="109" y="1"/>
                    <a:pt x="0" y="114"/>
                    <a:pt x="0" y="252"/>
                  </a:cubicBezTo>
                  <a:cubicBezTo>
                    <a:pt x="0" y="388"/>
                    <a:pt x="109" y="502"/>
                    <a:pt x="252" y="502"/>
                  </a:cubicBezTo>
                  <a:cubicBezTo>
                    <a:pt x="388" y="502"/>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8" name="Google Shape;15678;p32"/>
            <p:cNvSpPr/>
            <p:nvPr/>
          </p:nvSpPr>
          <p:spPr>
            <a:xfrm>
              <a:off x="2605000" y="4412225"/>
              <a:ext cx="12575" cy="12550"/>
            </a:xfrm>
            <a:custGeom>
              <a:avLst/>
              <a:gdLst/>
              <a:ahLst/>
              <a:cxnLst/>
              <a:rect l="l" t="t" r="r" b="b"/>
              <a:pathLst>
                <a:path w="503" h="502" extrusionOk="0">
                  <a:moveTo>
                    <a:pt x="252" y="1"/>
                  </a:moveTo>
                  <a:cubicBezTo>
                    <a:pt x="116" y="1"/>
                    <a:pt x="0" y="114"/>
                    <a:pt x="0" y="252"/>
                  </a:cubicBezTo>
                  <a:cubicBezTo>
                    <a:pt x="0" y="388"/>
                    <a:pt x="116" y="502"/>
                    <a:pt x="252" y="502"/>
                  </a:cubicBezTo>
                  <a:cubicBezTo>
                    <a:pt x="387" y="502"/>
                    <a:pt x="503" y="388"/>
                    <a:pt x="503" y="252"/>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9" name="Google Shape;15679;p32"/>
            <p:cNvSpPr/>
            <p:nvPr/>
          </p:nvSpPr>
          <p:spPr>
            <a:xfrm>
              <a:off x="2696950" y="4412225"/>
              <a:ext cx="12375" cy="12550"/>
            </a:xfrm>
            <a:custGeom>
              <a:avLst/>
              <a:gdLst/>
              <a:ahLst/>
              <a:cxnLst/>
              <a:rect l="l" t="t" r="r" b="b"/>
              <a:pathLst>
                <a:path w="495" h="502" extrusionOk="0">
                  <a:moveTo>
                    <a:pt x="252" y="1"/>
                  </a:moveTo>
                  <a:cubicBezTo>
                    <a:pt x="108" y="1"/>
                    <a:pt x="1" y="114"/>
                    <a:pt x="1" y="252"/>
                  </a:cubicBezTo>
                  <a:cubicBezTo>
                    <a:pt x="1" y="388"/>
                    <a:pt x="108" y="502"/>
                    <a:pt x="252" y="502"/>
                  </a:cubicBezTo>
                  <a:cubicBezTo>
                    <a:pt x="388" y="502"/>
                    <a:pt x="495" y="388"/>
                    <a:pt x="495" y="252"/>
                  </a:cubicBezTo>
                  <a:cubicBezTo>
                    <a:pt x="495"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0" name="Google Shape;15680;p32"/>
            <p:cNvSpPr/>
            <p:nvPr/>
          </p:nvSpPr>
          <p:spPr>
            <a:xfrm>
              <a:off x="2788700" y="4412225"/>
              <a:ext cx="12600" cy="12550"/>
            </a:xfrm>
            <a:custGeom>
              <a:avLst/>
              <a:gdLst/>
              <a:ahLst/>
              <a:cxnLst/>
              <a:rect l="l" t="t" r="r" b="b"/>
              <a:pathLst>
                <a:path w="504" h="502" extrusionOk="0">
                  <a:moveTo>
                    <a:pt x="252" y="1"/>
                  </a:moveTo>
                  <a:cubicBezTo>
                    <a:pt x="116" y="1"/>
                    <a:pt x="1" y="114"/>
                    <a:pt x="1" y="252"/>
                  </a:cubicBezTo>
                  <a:cubicBezTo>
                    <a:pt x="1" y="388"/>
                    <a:pt x="116" y="502"/>
                    <a:pt x="252" y="502"/>
                  </a:cubicBezTo>
                  <a:cubicBezTo>
                    <a:pt x="388" y="502"/>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1" name="Google Shape;15681;p32"/>
            <p:cNvSpPr/>
            <p:nvPr/>
          </p:nvSpPr>
          <p:spPr>
            <a:xfrm>
              <a:off x="2880675" y="4412225"/>
              <a:ext cx="12375" cy="12550"/>
            </a:xfrm>
            <a:custGeom>
              <a:avLst/>
              <a:gdLst/>
              <a:ahLst/>
              <a:cxnLst/>
              <a:rect l="l" t="t" r="r" b="b"/>
              <a:pathLst>
                <a:path w="495" h="502" extrusionOk="0">
                  <a:moveTo>
                    <a:pt x="243" y="1"/>
                  </a:moveTo>
                  <a:cubicBezTo>
                    <a:pt x="107" y="1"/>
                    <a:pt x="0" y="114"/>
                    <a:pt x="0" y="252"/>
                  </a:cubicBezTo>
                  <a:cubicBezTo>
                    <a:pt x="0" y="388"/>
                    <a:pt x="107" y="502"/>
                    <a:pt x="243" y="502"/>
                  </a:cubicBezTo>
                  <a:cubicBezTo>
                    <a:pt x="387" y="502"/>
                    <a:pt x="494" y="388"/>
                    <a:pt x="494" y="252"/>
                  </a:cubicBezTo>
                  <a:cubicBezTo>
                    <a:pt x="494" y="114"/>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2" name="Google Shape;15682;p32"/>
            <p:cNvSpPr/>
            <p:nvPr/>
          </p:nvSpPr>
          <p:spPr>
            <a:xfrm>
              <a:off x="2972425" y="4412225"/>
              <a:ext cx="12575" cy="12550"/>
            </a:xfrm>
            <a:custGeom>
              <a:avLst/>
              <a:gdLst/>
              <a:ahLst/>
              <a:cxnLst/>
              <a:rect l="l" t="t" r="r" b="b"/>
              <a:pathLst>
                <a:path w="503" h="502" extrusionOk="0">
                  <a:moveTo>
                    <a:pt x="251" y="1"/>
                  </a:moveTo>
                  <a:cubicBezTo>
                    <a:pt x="115" y="1"/>
                    <a:pt x="0" y="114"/>
                    <a:pt x="0" y="252"/>
                  </a:cubicBezTo>
                  <a:cubicBezTo>
                    <a:pt x="0" y="388"/>
                    <a:pt x="115" y="502"/>
                    <a:pt x="251" y="502"/>
                  </a:cubicBezTo>
                  <a:cubicBezTo>
                    <a:pt x="387" y="502"/>
                    <a:pt x="503" y="388"/>
                    <a:pt x="503" y="252"/>
                  </a:cubicBezTo>
                  <a:cubicBezTo>
                    <a:pt x="503"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3" name="Google Shape;15683;p32"/>
            <p:cNvSpPr/>
            <p:nvPr/>
          </p:nvSpPr>
          <p:spPr>
            <a:xfrm>
              <a:off x="3064375" y="4412225"/>
              <a:ext cx="12375" cy="12550"/>
            </a:xfrm>
            <a:custGeom>
              <a:avLst/>
              <a:gdLst/>
              <a:ahLst/>
              <a:cxnLst/>
              <a:rect l="l" t="t" r="r" b="b"/>
              <a:pathLst>
                <a:path w="495" h="502" extrusionOk="0">
                  <a:moveTo>
                    <a:pt x="243" y="1"/>
                  </a:moveTo>
                  <a:cubicBezTo>
                    <a:pt x="107" y="1"/>
                    <a:pt x="1" y="114"/>
                    <a:pt x="1" y="252"/>
                  </a:cubicBezTo>
                  <a:cubicBezTo>
                    <a:pt x="1" y="388"/>
                    <a:pt x="107" y="502"/>
                    <a:pt x="243" y="502"/>
                  </a:cubicBezTo>
                  <a:cubicBezTo>
                    <a:pt x="388" y="502"/>
                    <a:pt x="495" y="388"/>
                    <a:pt x="495" y="252"/>
                  </a:cubicBezTo>
                  <a:cubicBezTo>
                    <a:pt x="495" y="114"/>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4" name="Google Shape;15684;p32"/>
            <p:cNvSpPr/>
            <p:nvPr/>
          </p:nvSpPr>
          <p:spPr>
            <a:xfrm>
              <a:off x="3156125" y="4412225"/>
              <a:ext cx="12600" cy="12550"/>
            </a:xfrm>
            <a:custGeom>
              <a:avLst/>
              <a:gdLst/>
              <a:ahLst/>
              <a:cxnLst/>
              <a:rect l="l" t="t" r="r" b="b"/>
              <a:pathLst>
                <a:path w="504" h="502" extrusionOk="0">
                  <a:moveTo>
                    <a:pt x="252" y="1"/>
                  </a:moveTo>
                  <a:cubicBezTo>
                    <a:pt x="116" y="1"/>
                    <a:pt x="1" y="114"/>
                    <a:pt x="1" y="252"/>
                  </a:cubicBezTo>
                  <a:cubicBezTo>
                    <a:pt x="1" y="388"/>
                    <a:pt x="116" y="502"/>
                    <a:pt x="252" y="502"/>
                  </a:cubicBezTo>
                  <a:cubicBezTo>
                    <a:pt x="388" y="502"/>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5" name="Google Shape;15685;p32"/>
            <p:cNvSpPr/>
            <p:nvPr/>
          </p:nvSpPr>
          <p:spPr>
            <a:xfrm>
              <a:off x="3247875" y="4412225"/>
              <a:ext cx="12575" cy="12550"/>
            </a:xfrm>
            <a:custGeom>
              <a:avLst/>
              <a:gdLst/>
              <a:ahLst/>
              <a:cxnLst/>
              <a:rect l="l" t="t" r="r" b="b"/>
              <a:pathLst>
                <a:path w="503" h="502" extrusionOk="0">
                  <a:moveTo>
                    <a:pt x="252" y="1"/>
                  </a:moveTo>
                  <a:cubicBezTo>
                    <a:pt x="116" y="1"/>
                    <a:pt x="1" y="114"/>
                    <a:pt x="1" y="252"/>
                  </a:cubicBezTo>
                  <a:cubicBezTo>
                    <a:pt x="1" y="388"/>
                    <a:pt x="116" y="502"/>
                    <a:pt x="252" y="502"/>
                  </a:cubicBezTo>
                  <a:cubicBezTo>
                    <a:pt x="388" y="502"/>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6" name="Google Shape;15686;p32"/>
            <p:cNvSpPr/>
            <p:nvPr/>
          </p:nvSpPr>
          <p:spPr>
            <a:xfrm>
              <a:off x="3339850" y="4412225"/>
              <a:ext cx="12525" cy="12550"/>
            </a:xfrm>
            <a:custGeom>
              <a:avLst/>
              <a:gdLst/>
              <a:ahLst/>
              <a:cxnLst/>
              <a:rect l="l" t="t" r="r" b="b"/>
              <a:pathLst>
                <a:path w="501" h="502" extrusionOk="0">
                  <a:moveTo>
                    <a:pt x="251" y="1"/>
                  </a:moveTo>
                  <a:cubicBezTo>
                    <a:pt x="107" y="1"/>
                    <a:pt x="0" y="114"/>
                    <a:pt x="0" y="252"/>
                  </a:cubicBezTo>
                  <a:cubicBezTo>
                    <a:pt x="0" y="388"/>
                    <a:pt x="107" y="502"/>
                    <a:pt x="251" y="502"/>
                  </a:cubicBezTo>
                  <a:cubicBezTo>
                    <a:pt x="387" y="502"/>
                    <a:pt x="501" y="388"/>
                    <a:pt x="501" y="252"/>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7" name="Google Shape;15687;p32"/>
            <p:cNvSpPr/>
            <p:nvPr/>
          </p:nvSpPr>
          <p:spPr>
            <a:xfrm>
              <a:off x="3431575" y="4412225"/>
              <a:ext cx="12600" cy="12550"/>
            </a:xfrm>
            <a:custGeom>
              <a:avLst/>
              <a:gdLst/>
              <a:ahLst/>
              <a:cxnLst/>
              <a:rect l="l" t="t" r="r" b="b"/>
              <a:pathLst>
                <a:path w="504" h="502" extrusionOk="0">
                  <a:moveTo>
                    <a:pt x="252" y="1"/>
                  </a:moveTo>
                  <a:cubicBezTo>
                    <a:pt x="116" y="1"/>
                    <a:pt x="1" y="114"/>
                    <a:pt x="1" y="252"/>
                  </a:cubicBezTo>
                  <a:cubicBezTo>
                    <a:pt x="1" y="388"/>
                    <a:pt x="116" y="502"/>
                    <a:pt x="252" y="502"/>
                  </a:cubicBezTo>
                  <a:cubicBezTo>
                    <a:pt x="388" y="502"/>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8" name="Google Shape;15688;p32"/>
            <p:cNvSpPr/>
            <p:nvPr/>
          </p:nvSpPr>
          <p:spPr>
            <a:xfrm>
              <a:off x="3523550" y="4412225"/>
              <a:ext cx="12375" cy="12550"/>
            </a:xfrm>
            <a:custGeom>
              <a:avLst/>
              <a:gdLst/>
              <a:ahLst/>
              <a:cxnLst/>
              <a:rect l="l" t="t" r="r" b="b"/>
              <a:pathLst>
                <a:path w="495" h="502" extrusionOk="0">
                  <a:moveTo>
                    <a:pt x="250" y="1"/>
                  </a:moveTo>
                  <a:cubicBezTo>
                    <a:pt x="107" y="1"/>
                    <a:pt x="0" y="114"/>
                    <a:pt x="0" y="252"/>
                  </a:cubicBezTo>
                  <a:cubicBezTo>
                    <a:pt x="0" y="388"/>
                    <a:pt x="107" y="502"/>
                    <a:pt x="250" y="502"/>
                  </a:cubicBezTo>
                  <a:cubicBezTo>
                    <a:pt x="388" y="502"/>
                    <a:pt x="494" y="388"/>
                    <a:pt x="494" y="252"/>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9" name="Google Shape;15689;p32"/>
            <p:cNvSpPr/>
            <p:nvPr/>
          </p:nvSpPr>
          <p:spPr>
            <a:xfrm>
              <a:off x="676400" y="4503975"/>
              <a:ext cx="12600" cy="12600"/>
            </a:xfrm>
            <a:custGeom>
              <a:avLst/>
              <a:gdLst/>
              <a:ahLst/>
              <a:cxnLst/>
              <a:rect l="l" t="t" r="r" b="b"/>
              <a:pathLst>
                <a:path w="504" h="504" extrusionOk="0">
                  <a:moveTo>
                    <a:pt x="252" y="1"/>
                  </a:moveTo>
                  <a:cubicBezTo>
                    <a:pt x="116" y="1"/>
                    <a:pt x="1" y="116"/>
                    <a:pt x="1" y="252"/>
                  </a:cubicBezTo>
                  <a:cubicBezTo>
                    <a:pt x="1" y="395"/>
                    <a:pt x="116" y="503"/>
                    <a:pt x="252" y="503"/>
                  </a:cubicBezTo>
                  <a:cubicBezTo>
                    <a:pt x="388" y="503"/>
                    <a:pt x="503" y="395"/>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0" name="Google Shape;15690;p32"/>
            <p:cNvSpPr/>
            <p:nvPr/>
          </p:nvSpPr>
          <p:spPr>
            <a:xfrm>
              <a:off x="768325" y="4503975"/>
              <a:ext cx="12400" cy="12600"/>
            </a:xfrm>
            <a:custGeom>
              <a:avLst/>
              <a:gdLst/>
              <a:ahLst/>
              <a:cxnLst/>
              <a:rect l="l" t="t" r="r" b="b"/>
              <a:pathLst>
                <a:path w="496" h="504" extrusionOk="0">
                  <a:moveTo>
                    <a:pt x="245" y="1"/>
                  </a:moveTo>
                  <a:cubicBezTo>
                    <a:pt x="109" y="1"/>
                    <a:pt x="0" y="116"/>
                    <a:pt x="0" y="252"/>
                  </a:cubicBezTo>
                  <a:cubicBezTo>
                    <a:pt x="0" y="395"/>
                    <a:pt x="109" y="503"/>
                    <a:pt x="245" y="503"/>
                  </a:cubicBezTo>
                  <a:cubicBezTo>
                    <a:pt x="388" y="503"/>
                    <a:pt x="496" y="395"/>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1" name="Google Shape;15691;p32"/>
            <p:cNvSpPr/>
            <p:nvPr/>
          </p:nvSpPr>
          <p:spPr>
            <a:xfrm>
              <a:off x="860125" y="4503975"/>
              <a:ext cx="12525" cy="12600"/>
            </a:xfrm>
            <a:custGeom>
              <a:avLst/>
              <a:gdLst/>
              <a:ahLst/>
              <a:cxnLst/>
              <a:rect l="l" t="t" r="r" b="b"/>
              <a:pathLst>
                <a:path w="501" h="504" extrusionOk="0">
                  <a:moveTo>
                    <a:pt x="251" y="1"/>
                  </a:moveTo>
                  <a:cubicBezTo>
                    <a:pt x="114" y="1"/>
                    <a:pt x="0" y="116"/>
                    <a:pt x="0" y="252"/>
                  </a:cubicBezTo>
                  <a:cubicBezTo>
                    <a:pt x="0" y="395"/>
                    <a:pt x="114" y="503"/>
                    <a:pt x="251" y="503"/>
                  </a:cubicBezTo>
                  <a:cubicBezTo>
                    <a:pt x="387" y="503"/>
                    <a:pt x="501" y="395"/>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2" name="Google Shape;15692;p32"/>
            <p:cNvSpPr/>
            <p:nvPr/>
          </p:nvSpPr>
          <p:spPr>
            <a:xfrm>
              <a:off x="951850" y="4503975"/>
              <a:ext cx="12600" cy="12600"/>
            </a:xfrm>
            <a:custGeom>
              <a:avLst/>
              <a:gdLst/>
              <a:ahLst/>
              <a:cxnLst/>
              <a:rect l="l" t="t" r="r" b="b"/>
              <a:pathLst>
                <a:path w="504" h="504" extrusionOk="0">
                  <a:moveTo>
                    <a:pt x="252" y="1"/>
                  </a:moveTo>
                  <a:cubicBezTo>
                    <a:pt x="116" y="1"/>
                    <a:pt x="1" y="116"/>
                    <a:pt x="1" y="252"/>
                  </a:cubicBezTo>
                  <a:cubicBezTo>
                    <a:pt x="1" y="395"/>
                    <a:pt x="116" y="503"/>
                    <a:pt x="252" y="503"/>
                  </a:cubicBezTo>
                  <a:cubicBezTo>
                    <a:pt x="388" y="503"/>
                    <a:pt x="503" y="395"/>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3" name="Google Shape;15693;p32"/>
            <p:cNvSpPr/>
            <p:nvPr/>
          </p:nvSpPr>
          <p:spPr>
            <a:xfrm>
              <a:off x="1043825" y="4503975"/>
              <a:ext cx="12375" cy="12600"/>
            </a:xfrm>
            <a:custGeom>
              <a:avLst/>
              <a:gdLst/>
              <a:ahLst/>
              <a:cxnLst/>
              <a:rect l="l" t="t" r="r" b="b"/>
              <a:pathLst>
                <a:path w="495" h="504" extrusionOk="0">
                  <a:moveTo>
                    <a:pt x="250" y="1"/>
                  </a:moveTo>
                  <a:cubicBezTo>
                    <a:pt x="107" y="1"/>
                    <a:pt x="0" y="116"/>
                    <a:pt x="0" y="252"/>
                  </a:cubicBezTo>
                  <a:cubicBezTo>
                    <a:pt x="0" y="395"/>
                    <a:pt x="107" y="503"/>
                    <a:pt x="250" y="503"/>
                  </a:cubicBezTo>
                  <a:cubicBezTo>
                    <a:pt x="388" y="503"/>
                    <a:pt x="494" y="395"/>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4" name="Google Shape;15694;p32"/>
            <p:cNvSpPr/>
            <p:nvPr/>
          </p:nvSpPr>
          <p:spPr>
            <a:xfrm>
              <a:off x="1135575" y="4503975"/>
              <a:ext cx="12575" cy="12600"/>
            </a:xfrm>
            <a:custGeom>
              <a:avLst/>
              <a:gdLst/>
              <a:ahLst/>
              <a:cxnLst/>
              <a:rect l="l" t="t" r="r" b="b"/>
              <a:pathLst>
                <a:path w="503" h="504" extrusionOk="0">
                  <a:moveTo>
                    <a:pt x="252" y="1"/>
                  </a:moveTo>
                  <a:cubicBezTo>
                    <a:pt x="116" y="1"/>
                    <a:pt x="0" y="116"/>
                    <a:pt x="0" y="252"/>
                  </a:cubicBezTo>
                  <a:cubicBezTo>
                    <a:pt x="0" y="395"/>
                    <a:pt x="116" y="503"/>
                    <a:pt x="252" y="503"/>
                  </a:cubicBezTo>
                  <a:cubicBezTo>
                    <a:pt x="387" y="503"/>
                    <a:pt x="503" y="395"/>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5" name="Google Shape;15695;p32"/>
            <p:cNvSpPr/>
            <p:nvPr/>
          </p:nvSpPr>
          <p:spPr>
            <a:xfrm>
              <a:off x="1227500" y="4503975"/>
              <a:ext cx="12400" cy="12600"/>
            </a:xfrm>
            <a:custGeom>
              <a:avLst/>
              <a:gdLst/>
              <a:ahLst/>
              <a:cxnLst/>
              <a:rect l="l" t="t" r="r" b="b"/>
              <a:pathLst>
                <a:path w="496" h="504" extrusionOk="0">
                  <a:moveTo>
                    <a:pt x="251" y="1"/>
                  </a:moveTo>
                  <a:cubicBezTo>
                    <a:pt x="109" y="1"/>
                    <a:pt x="0" y="116"/>
                    <a:pt x="0" y="252"/>
                  </a:cubicBezTo>
                  <a:cubicBezTo>
                    <a:pt x="0" y="395"/>
                    <a:pt x="109" y="503"/>
                    <a:pt x="251" y="503"/>
                  </a:cubicBezTo>
                  <a:cubicBezTo>
                    <a:pt x="387" y="503"/>
                    <a:pt x="496" y="395"/>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6" name="Google Shape;15696;p32"/>
            <p:cNvSpPr/>
            <p:nvPr/>
          </p:nvSpPr>
          <p:spPr>
            <a:xfrm>
              <a:off x="1319275" y="4503975"/>
              <a:ext cx="12550" cy="12600"/>
            </a:xfrm>
            <a:custGeom>
              <a:avLst/>
              <a:gdLst/>
              <a:ahLst/>
              <a:cxnLst/>
              <a:rect l="l" t="t" r="r" b="b"/>
              <a:pathLst>
                <a:path w="502" h="504" extrusionOk="0">
                  <a:moveTo>
                    <a:pt x="252" y="1"/>
                  </a:moveTo>
                  <a:cubicBezTo>
                    <a:pt x="114" y="1"/>
                    <a:pt x="1" y="116"/>
                    <a:pt x="1" y="252"/>
                  </a:cubicBezTo>
                  <a:cubicBezTo>
                    <a:pt x="1" y="395"/>
                    <a:pt x="114" y="503"/>
                    <a:pt x="252" y="503"/>
                  </a:cubicBezTo>
                  <a:cubicBezTo>
                    <a:pt x="388" y="503"/>
                    <a:pt x="501" y="395"/>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7" name="Google Shape;15697;p32"/>
            <p:cNvSpPr/>
            <p:nvPr/>
          </p:nvSpPr>
          <p:spPr>
            <a:xfrm>
              <a:off x="1411200" y="4503975"/>
              <a:ext cx="12425" cy="12600"/>
            </a:xfrm>
            <a:custGeom>
              <a:avLst/>
              <a:gdLst/>
              <a:ahLst/>
              <a:cxnLst/>
              <a:rect l="l" t="t" r="r" b="b"/>
              <a:pathLst>
                <a:path w="497" h="504" extrusionOk="0">
                  <a:moveTo>
                    <a:pt x="245" y="1"/>
                  </a:moveTo>
                  <a:cubicBezTo>
                    <a:pt x="109" y="1"/>
                    <a:pt x="1" y="116"/>
                    <a:pt x="1" y="252"/>
                  </a:cubicBezTo>
                  <a:cubicBezTo>
                    <a:pt x="1" y="395"/>
                    <a:pt x="109" y="503"/>
                    <a:pt x="245" y="503"/>
                  </a:cubicBezTo>
                  <a:cubicBezTo>
                    <a:pt x="388" y="503"/>
                    <a:pt x="496" y="395"/>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8" name="Google Shape;15698;p32"/>
            <p:cNvSpPr/>
            <p:nvPr/>
          </p:nvSpPr>
          <p:spPr>
            <a:xfrm>
              <a:off x="1503000" y="4503975"/>
              <a:ext cx="12525" cy="12600"/>
            </a:xfrm>
            <a:custGeom>
              <a:avLst/>
              <a:gdLst/>
              <a:ahLst/>
              <a:cxnLst/>
              <a:rect l="l" t="t" r="r" b="b"/>
              <a:pathLst>
                <a:path w="501" h="504" extrusionOk="0">
                  <a:moveTo>
                    <a:pt x="250" y="1"/>
                  </a:moveTo>
                  <a:cubicBezTo>
                    <a:pt x="114" y="1"/>
                    <a:pt x="0" y="116"/>
                    <a:pt x="0" y="252"/>
                  </a:cubicBezTo>
                  <a:cubicBezTo>
                    <a:pt x="0" y="395"/>
                    <a:pt x="114" y="503"/>
                    <a:pt x="250" y="503"/>
                  </a:cubicBezTo>
                  <a:cubicBezTo>
                    <a:pt x="387" y="503"/>
                    <a:pt x="501" y="395"/>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9" name="Google Shape;15699;p32"/>
            <p:cNvSpPr/>
            <p:nvPr/>
          </p:nvSpPr>
          <p:spPr>
            <a:xfrm>
              <a:off x="1594750" y="4503975"/>
              <a:ext cx="12575" cy="12600"/>
            </a:xfrm>
            <a:custGeom>
              <a:avLst/>
              <a:gdLst/>
              <a:ahLst/>
              <a:cxnLst/>
              <a:rect l="l" t="t" r="r" b="b"/>
              <a:pathLst>
                <a:path w="503" h="504" extrusionOk="0">
                  <a:moveTo>
                    <a:pt x="251" y="1"/>
                  </a:moveTo>
                  <a:cubicBezTo>
                    <a:pt x="115" y="1"/>
                    <a:pt x="0" y="116"/>
                    <a:pt x="0" y="252"/>
                  </a:cubicBezTo>
                  <a:cubicBezTo>
                    <a:pt x="0" y="395"/>
                    <a:pt x="115" y="503"/>
                    <a:pt x="251" y="503"/>
                  </a:cubicBezTo>
                  <a:cubicBezTo>
                    <a:pt x="394" y="503"/>
                    <a:pt x="503" y="395"/>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0" name="Google Shape;15700;p32"/>
            <p:cNvSpPr/>
            <p:nvPr/>
          </p:nvSpPr>
          <p:spPr>
            <a:xfrm>
              <a:off x="1686650" y="4503975"/>
              <a:ext cx="12600" cy="12600"/>
            </a:xfrm>
            <a:custGeom>
              <a:avLst/>
              <a:gdLst/>
              <a:ahLst/>
              <a:cxnLst/>
              <a:rect l="l" t="t" r="r" b="b"/>
              <a:pathLst>
                <a:path w="504" h="504" extrusionOk="0">
                  <a:moveTo>
                    <a:pt x="252" y="1"/>
                  </a:moveTo>
                  <a:cubicBezTo>
                    <a:pt x="116" y="1"/>
                    <a:pt x="1" y="116"/>
                    <a:pt x="1" y="252"/>
                  </a:cubicBezTo>
                  <a:cubicBezTo>
                    <a:pt x="1" y="395"/>
                    <a:pt x="116" y="503"/>
                    <a:pt x="252" y="503"/>
                  </a:cubicBezTo>
                  <a:cubicBezTo>
                    <a:pt x="388" y="503"/>
                    <a:pt x="503" y="395"/>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1" name="Google Shape;15701;p32"/>
            <p:cNvSpPr/>
            <p:nvPr/>
          </p:nvSpPr>
          <p:spPr>
            <a:xfrm>
              <a:off x="1778450" y="4503975"/>
              <a:ext cx="12550" cy="12600"/>
            </a:xfrm>
            <a:custGeom>
              <a:avLst/>
              <a:gdLst/>
              <a:ahLst/>
              <a:cxnLst/>
              <a:rect l="l" t="t" r="r" b="b"/>
              <a:pathLst>
                <a:path w="502" h="504" extrusionOk="0">
                  <a:moveTo>
                    <a:pt x="252" y="1"/>
                  </a:moveTo>
                  <a:cubicBezTo>
                    <a:pt x="114" y="1"/>
                    <a:pt x="1" y="116"/>
                    <a:pt x="1" y="252"/>
                  </a:cubicBezTo>
                  <a:cubicBezTo>
                    <a:pt x="1" y="395"/>
                    <a:pt x="114" y="503"/>
                    <a:pt x="252" y="503"/>
                  </a:cubicBezTo>
                  <a:cubicBezTo>
                    <a:pt x="388" y="503"/>
                    <a:pt x="501" y="395"/>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2" name="Google Shape;15702;p32"/>
            <p:cNvSpPr/>
            <p:nvPr/>
          </p:nvSpPr>
          <p:spPr>
            <a:xfrm>
              <a:off x="1870375" y="4503975"/>
              <a:ext cx="12400" cy="12600"/>
            </a:xfrm>
            <a:custGeom>
              <a:avLst/>
              <a:gdLst/>
              <a:ahLst/>
              <a:cxnLst/>
              <a:rect l="l" t="t" r="r" b="b"/>
              <a:pathLst>
                <a:path w="496" h="504" extrusionOk="0">
                  <a:moveTo>
                    <a:pt x="252" y="1"/>
                  </a:moveTo>
                  <a:cubicBezTo>
                    <a:pt x="109" y="1"/>
                    <a:pt x="0" y="116"/>
                    <a:pt x="0" y="252"/>
                  </a:cubicBezTo>
                  <a:cubicBezTo>
                    <a:pt x="0" y="395"/>
                    <a:pt x="109" y="503"/>
                    <a:pt x="252" y="503"/>
                  </a:cubicBezTo>
                  <a:cubicBezTo>
                    <a:pt x="387" y="503"/>
                    <a:pt x="496" y="395"/>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3" name="Google Shape;15703;p32"/>
            <p:cNvSpPr/>
            <p:nvPr/>
          </p:nvSpPr>
          <p:spPr>
            <a:xfrm>
              <a:off x="1962150" y="4503975"/>
              <a:ext cx="12550" cy="12600"/>
            </a:xfrm>
            <a:custGeom>
              <a:avLst/>
              <a:gdLst/>
              <a:ahLst/>
              <a:cxnLst/>
              <a:rect l="l" t="t" r="r" b="b"/>
              <a:pathLst>
                <a:path w="502" h="504" extrusionOk="0">
                  <a:moveTo>
                    <a:pt x="250" y="1"/>
                  </a:moveTo>
                  <a:cubicBezTo>
                    <a:pt x="114" y="1"/>
                    <a:pt x="1" y="116"/>
                    <a:pt x="1" y="252"/>
                  </a:cubicBezTo>
                  <a:cubicBezTo>
                    <a:pt x="1" y="395"/>
                    <a:pt x="114" y="503"/>
                    <a:pt x="250" y="503"/>
                  </a:cubicBezTo>
                  <a:cubicBezTo>
                    <a:pt x="388" y="503"/>
                    <a:pt x="502" y="395"/>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4" name="Google Shape;15704;p32"/>
            <p:cNvSpPr/>
            <p:nvPr/>
          </p:nvSpPr>
          <p:spPr>
            <a:xfrm>
              <a:off x="2054075" y="4503975"/>
              <a:ext cx="12425" cy="12600"/>
            </a:xfrm>
            <a:custGeom>
              <a:avLst/>
              <a:gdLst/>
              <a:ahLst/>
              <a:cxnLst/>
              <a:rect l="l" t="t" r="r" b="b"/>
              <a:pathLst>
                <a:path w="497" h="504" extrusionOk="0">
                  <a:moveTo>
                    <a:pt x="252" y="1"/>
                  </a:moveTo>
                  <a:cubicBezTo>
                    <a:pt x="109" y="1"/>
                    <a:pt x="1" y="116"/>
                    <a:pt x="1" y="252"/>
                  </a:cubicBezTo>
                  <a:cubicBezTo>
                    <a:pt x="1" y="395"/>
                    <a:pt x="109" y="503"/>
                    <a:pt x="252" y="503"/>
                  </a:cubicBezTo>
                  <a:cubicBezTo>
                    <a:pt x="388" y="503"/>
                    <a:pt x="496" y="395"/>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5" name="Google Shape;15705;p32"/>
            <p:cNvSpPr/>
            <p:nvPr/>
          </p:nvSpPr>
          <p:spPr>
            <a:xfrm>
              <a:off x="2145825" y="4503975"/>
              <a:ext cx="12600" cy="12600"/>
            </a:xfrm>
            <a:custGeom>
              <a:avLst/>
              <a:gdLst/>
              <a:ahLst/>
              <a:cxnLst/>
              <a:rect l="l" t="t" r="r" b="b"/>
              <a:pathLst>
                <a:path w="504" h="504" extrusionOk="0">
                  <a:moveTo>
                    <a:pt x="252" y="1"/>
                  </a:moveTo>
                  <a:cubicBezTo>
                    <a:pt x="116" y="1"/>
                    <a:pt x="1" y="116"/>
                    <a:pt x="1" y="252"/>
                  </a:cubicBezTo>
                  <a:cubicBezTo>
                    <a:pt x="1" y="395"/>
                    <a:pt x="116" y="503"/>
                    <a:pt x="252" y="503"/>
                  </a:cubicBezTo>
                  <a:cubicBezTo>
                    <a:pt x="388" y="503"/>
                    <a:pt x="503" y="395"/>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6" name="Google Shape;15706;p32"/>
            <p:cNvSpPr/>
            <p:nvPr/>
          </p:nvSpPr>
          <p:spPr>
            <a:xfrm>
              <a:off x="2237800" y="4503975"/>
              <a:ext cx="12350" cy="12600"/>
            </a:xfrm>
            <a:custGeom>
              <a:avLst/>
              <a:gdLst/>
              <a:ahLst/>
              <a:cxnLst/>
              <a:rect l="l" t="t" r="r" b="b"/>
              <a:pathLst>
                <a:path w="494" h="504" extrusionOk="0">
                  <a:moveTo>
                    <a:pt x="244" y="1"/>
                  </a:moveTo>
                  <a:cubicBezTo>
                    <a:pt x="107" y="1"/>
                    <a:pt x="0" y="116"/>
                    <a:pt x="0" y="252"/>
                  </a:cubicBezTo>
                  <a:cubicBezTo>
                    <a:pt x="0" y="395"/>
                    <a:pt x="107" y="503"/>
                    <a:pt x="244" y="503"/>
                  </a:cubicBezTo>
                  <a:cubicBezTo>
                    <a:pt x="387" y="503"/>
                    <a:pt x="494" y="395"/>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7" name="Google Shape;15707;p32"/>
            <p:cNvSpPr/>
            <p:nvPr/>
          </p:nvSpPr>
          <p:spPr>
            <a:xfrm>
              <a:off x="2329550" y="4503975"/>
              <a:ext cx="12575" cy="12600"/>
            </a:xfrm>
            <a:custGeom>
              <a:avLst/>
              <a:gdLst/>
              <a:ahLst/>
              <a:cxnLst/>
              <a:rect l="l" t="t" r="r" b="b"/>
              <a:pathLst>
                <a:path w="503" h="504" extrusionOk="0">
                  <a:moveTo>
                    <a:pt x="251" y="1"/>
                  </a:moveTo>
                  <a:cubicBezTo>
                    <a:pt x="115" y="1"/>
                    <a:pt x="0" y="116"/>
                    <a:pt x="0" y="252"/>
                  </a:cubicBezTo>
                  <a:cubicBezTo>
                    <a:pt x="0" y="395"/>
                    <a:pt x="115" y="503"/>
                    <a:pt x="251" y="503"/>
                  </a:cubicBezTo>
                  <a:cubicBezTo>
                    <a:pt x="387" y="503"/>
                    <a:pt x="502" y="395"/>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8" name="Google Shape;15708;p32"/>
            <p:cNvSpPr/>
            <p:nvPr/>
          </p:nvSpPr>
          <p:spPr>
            <a:xfrm>
              <a:off x="2421325" y="4503975"/>
              <a:ext cx="12550" cy="12600"/>
            </a:xfrm>
            <a:custGeom>
              <a:avLst/>
              <a:gdLst/>
              <a:ahLst/>
              <a:cxnLst/>
              <a:rect l="l" t="t" r="r" b="b"/>
              <a:pathLst>
                <a:path w="502" h="504" extrusionOk="0">
                  <a:moveTo>
                    <a:pt x="250" y="1"/>
                  </a:moveTo>
                  <a:cubicBezTo>
                    <a:pt x="114" y="1"/>
                    <a:pt x="1" y="116"/>
                    <a:pt x="1" y="252"/>
                  </a:cubicBezTo>
                  <a:cubicBezTo>
                    <a:pt x="1" y="395"/>
                    <a:pt x="114" y="503"/>
                    <a:pt x="250" y="503"/>
                  </a:cubicBezTo>
                  <a:cubicBezTo>
                    <a:pt x="395" y="503"/>
                    <a:pt x="501" y="395"/>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9" name="Google Shape;15709;p32"/>
            <p:cNvSpPr/>
            <p:nvPr/>
          </p:nvSpPr>
          <p:spPr>
            <a:xfrm>
              <a:off x="2513250" y="4503975"/>
              <a:ext cx="12575" cy="12600"/>
            </a:xfrm>
            <a:custGeom>
              <a:avLst/>
              <a:gdLst/>
              <a:ahLst/>
              <a:cxnLst/>
              <a:rect l="l" t="t" r="r" b="b"/>
              <a:pathLst>
                <a:path w="503" h="504" extrusionOk="0">
                  <a:moveTo>
                    <a:pt x="252" y="1"/>
                  </a:moveTo>
                  <a:cubicBezTo>
                    <a:pt x="109" y="1"/>
                    <a:pt x="0" y="116"/>
                    <a:pt x="0" y="252"/>
                  </a:cubicBezTo>
                  <a:cubicBezTo>
                    <a:pt x="0" y="395"/>
                    <a:pt x="109" y="503"/>
                    <a:pt x="252" y="503"/>
                  </a:cubicBezTo>
                  <a:cubicBezTo>
                    <a:pt x="388" y="503"/>
                    <a:pt x="503" y="395"/>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0" name="Google Shape;15710;p32"/>
            <p:cNvSpPr/>
            <p:nvPr/>
          </p:nvSpPr>
          <p:spPr>
            <a:xfrm>
              <a:off x="2605000" y="4503975"/>
              <a:ext cx="12575" cy="12600"/>
            </a:xfrm>
            <a:custGeom>
              <a:avLst/>
              <a:gdLst/>
              <a:ahLst/>
              <a:cxnLst/>
              <a:rect l="l" t="t" r="r" b="b"/>
              <a:pathLst>
                <a:path w="503" h="504" extrusionOk="0">
                  <a:moveTo>
                    <a:pt x="252" y="1"/>
                  </a:moveTo>
                  <a:cubicBezTo>
                    <a:pt x="116" y="1"/>
                    <a:pt x="0" y="116"/>
                    <a:pt x="0" y="252"/>
                  </a:cubicBezTo>
                  <a:cubicBezTo>
                    <a:pt x="0" y="395"/>
                    <a:pt x="116" y="503"/>
                    <a:pt x="252" y="503"/>
                  </a:cubicBezTo>
                  <a:cubicBezTo>
                    <a:pt x="387" y="503"/>
                    <a:pt x="503" y="395"/>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1" name="Google Shape;15711;p32"/>
            <p:cNvSpPr/>
            <p:nvPr/>
          </p:nvSpPr>
          <p:spPr>
            <a:xfrm>
              <a:off x="2696950" y="4503975"/>
              <a:ext cx="12375" cy="12600"/>
            </a:xfrm>
            <a:custGeom>
              <a:avLst/>
              <a:gdLst/>
              <a:ahLst/>
              <a:cxnLst/>
              <a:rect l="l" t="t" r="r" b="b"/>
              <a:pathLst>
                <a:path w="495" h="504" extrusionOk="0">
                  <a:moveTo>
                    <a:pt x="252" y="1"/>
                  </a:moveTo>
                  <a:cubicBezTo>
                    <a:pt x="108" y="1"/>
                    <a:pt x="1" y="116"/>
                    <a:pt x="1" y="252"/>
                  </a:cubicBezTo>
                  <a:cubicBezTo>
                    <a:pt x="1" y="395"/>
                    <a:pt x="108" y="503"/>
                    <a:pt x="252" y="503"/>
                  </a:cubicBezTo>
                  <a:cubicBezTo>
                    <a:pt x="388" y="503"/>
                    <a:pt x="495" y="395"/>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2" name="Google Shape;15712;p32"/>
            <p:cNvSpPr/>
            <p:nvPr/>
          </p:nvSpPr>
          <p:spPr>
            <a:xfrm>
              <a:off x="2788700" y="4503975"/>
              <a:ext cx="12600" cy="12600"/>
            </a:xfrm>
            <a:custGeom>
              <a:avLst/>
              <a:gdLst/>
              <a:ahLst/>
              <a:cxnLst/>
              <a:rect l="l" t="t" r="r" b="b"/>
              <a:pathLst>
                <a:path w="504" h="504" extrusionOk="0">
                  <a:moveTo>
                    <a:pt x="252" y="1"/>
                  </a:moveTo>
                  <a:cubicBezTo>
                    <a:pt x="116" y="1"/>
                    <a:pt x="1" y="116"/>
                    <a:pt x="1" y="252"/>
                  </a:cubicBezTo>
                  <a:cubicBezTo>
                    <a:pt x="1" y="395"/>
                    <a:pt x="116" y="503"/>
                    <a:pt x="252" y="503"/>
                  </a:cubicBezTo>
                  <a:cubicBezTo>
                    <a:pt x="388" y="503"/>
                    <a:pt x="503" y="395"/>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3" name="Google Shape;15713;p32"/>
            <p:cNvSpPr/>
            <p:nvPr/>
          </p:nvSpPr>
          <p:spPr>
            <a:xfrm>
              <a:off x="2880675" y="4503975"/>
              <a:ext cx="12375" cy="12600"/>
            </a:xfrm>
            <a:custGeom>
              <a:avLst/>
              <a:gdLst/>
              <a:ahLst/>
              <a:cxnLst/>
              <a:rect l="l" t="t" r="r" b="b"/>
              <a:pathLst>
                <a:path w="495" h="504" extrusionOk="0">
                  <a:moveTo>
                    <a:pt x="243" y="1"/>
                  </a:moveTo>
                  <a:cubicBezTo>
                    <a:pt x="107" y="1"/>
                    <a:pt x="0" y="116"/>
                    <a:pt x="0" y="252"/>
                  </a:cubicBezTo>
                  <a:cubicBezTo>
                    <a:pt x="0" y="395"/>
                    <a:pt x="107" y="503"/>
                    <a:pt x="243" y="503"/>
                  </a:cubicBezTo>
                  <a:cubicBezTo>
                    <a:pt x="387" y="503"/>
                    <a:pt x="494" y="395"/>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4" name="Google Shape;15714;p32"/>
            <p:cNvSpPr/>
            <p:nvPr/>
          </p:nvSpPr>
          <p:spPr>
            <a:xfrm>
              <a:off x="2972425" y="4503975"/>
              <a:ext cx="12575" cy="12600"/>
            </a:xfrm>
            <a:custGeom>
              <a:avLst/>
              <a:gdLst/>
              <a:ahLst/>
              <a:cxnLst/>
              <a:rect l="l" t="t" r="r" b="b"/>
              <a:pathLst>
                <a:path w="503" h="504" extrusionOk="0">
                  <a:moveTo>
                    <a:pt x="251" y="1"/>
                  </a:moveTo>
                  <a:cubicBezTo>
                    <a:pt x="115" y="1"/>
                    <a:pt x="0" y="116"/>
                    <a:pt x="0" y="252"/>
                  </a:cubicBezTo>
                  <a:cubicBezTo>
                    <a:pt x="0" y="395"/>
                    <a:pt x="115" y="503"/>
                    <a:pt x="251" y="503"/>
                  </a:cubicBezTo>
                  <a:cubicBezTo>
                    <a:pt x="387" y="503"/>
                    <a:pt x="503" y="395"/>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5" name="Google Shape;15715;p32"/>
            <p:cNvSpPr/>
            <p:nvPr/>
          </p:nvSpPr>
          <p:spPr>
            <a:xfrm>
              <a:off x="3064375" y="4503975"/>
              <a:ext cx="12375" cy="12600"/>
            </a:xfrm>
            <a:custGeom>
              <a:avLst/>
              <a:gdLst/>
              <a:ahLst/>
              <a:cxnLst/>
              <a:rect l="l" t="t" r="r" b="b"/>
              <a:pathLst>
                <a:path w="495" h="504" extrusionOk="0">
                  <a:moveTo>
                    <a:pt x="243" y="1"/>
                  </a:moveTo>
                  <a:cubicBezTo>
                    <a:pt x="107" y="1"/>
                    <a:pt x="1" y="116"/>
                    <a:pt x="1" y="252"/>
                  </a:cubicBezTo>
                  <a:cubicBezTo>
                    <a:pt x="1" y="395"/>
                    <a:pt x="107" y="503"/>
                    <a:pt x="243" y="503"/>
                  </a:cubicBezTo>
                  <a:cubicBezTo>
                    <a:pt x="388" y="503"/>
                    <a:pt x="495" y="395"/>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6" name="Google Shape;15716;p32"/>
            <p:cNvSpPr/>
            <p:nvPr/>
          </p:nvSpPr>
          <p:spPr>
            <a:xfrm>
              <a:off x="3156125" y="4503975"/>
              <a:ext cx="12600" cy="12600"/>
            </a:xfrm>
            <a:custGeom>
              <a:avLst/>
              <a:gdLst/>
              <a:ahLst/>
              <a:cxnLst/>
              <a:rect l="l" t="t" r="r" b="b"/>
              <a:pathLst>
                <a:path w="504" h="504" extrusionOk="0">
                  <a:moveTo>
                    <a:pt x="252" y="1"/>
                  </a:moveTo>
                  <a:cubicBezTo>
                    <a:pt x="116" y="1"/>
                    <a:pt x="1" y="116"/>
                    <a:pt x="1" y="252"/>
                  </a:cubicBezTo>
                  <a:cubicBezTo>
                    <a:pt x="1" y="395"/>
                    <a:pt x="116" y="503"/>
                    <a:pt x="252" y="503"/>
                  </a:cubicBezTo>
                  <a:cubicBezTo>
                    <a:pt x="388" y="503"/>
                    <a:pt x="503" y="395"/>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7" name="Google Shape;15717;p32"/>
            <p:cNvSpPr/>
            <p:nvPr/>
          </p:nvSpPr>
          <p:spPr>
            <a:xfrm>
              <a:off x="3247875" y="4503975"/>
              <a:ext cx="12575" cy="12600"/>
            </a:xfrm>
            <a:custGeom>
              <a:avLst/>
              <a:gdLst/>
              <a:ahLst/>
              <a:cxnLst/>
              <a:rect l="l" t="t" r="r" b="b"/>
              <a:pathLst>
                <a:path w="503" h="504" extrusionOk="0">
                  <a:moveTo>
                    <a:pt x="252" y="1"/>
                  </a:moveTo>
                  <a:cubicBezTo>
                    <a:pt x="116" y="1"/>
                    <a:pt x="1" y="116"/>
                    <a:pt x="1" y="252"/>
                  </a:cubicBezTo>
                  <a:cubicBezTo>
                    <a:pt x="1" y="395"/>
                    <a:pt x="116" y="503"/>
                    <a:pt x="252" y="503"/>
                  </a:cubicBezTo>
                  <a:cubicBezTo>
                    <a:pt x="388" y="503"/>
                    <a:pt x="503" y="395"/>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8" name="Google Shape;15718;p32"/>
            <p:cNvSpPr/>
            <p:nvPr/>
          </p:nvSpPr>
          <p:spPr>
            <a:xfrm>
              <a:off x="3339850" y="4503975"/>
              <a:ext cx="12525" cy="12600"/>
            </a:xfrm>
            <a:custGeom>
              <a:avLst/>
              <a:gdLst/>
              <a:ahLst/>
              <a:cxnLst/>
              <a:rect l="l" t="t" r="r" b="b"/>
              <a:pathLst>
                <a:path w="501" h="504" extrusionOk="0">
                  <a:moveTo>
                    <a:pt x="251" y="1"/>
                  </a:moveTo>
                  <a:cubicBezTo>
                    <a:pt x="107" y="1"/>
                    <a:pt x="0" y="116"/>
                    <a:pt x="0" y="252"/>
                  </a:cubicBezTo>
                  <a:cubicBezTo>
                    <a:pt x="0" y="395"/>
                    <a:pt x="107" y="503"/>
                    <a:pt x="251" y="503"/>
                  </a:cubicBezTo>
                  <a:cubicBezTo>
                    <a:pt x="387" y="503"/>
                    <a:pt x="501" y="395"/>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9" name="Google Shape;15719;p32"/>
            <p:cNvSpPr/>
            <p:nvPr/>
          </p:nvSpPr>
          <p:spPr>
            <a:xfrm>
              <a:off x="3431575" y="4503975"/>
              <a:ext cx="12600" cy="12600"/>
            </a:xfrm>
            <a:custGeom>
              <a:avLst/>
              <a:gdLst/>
              <a:ahLst/>
              <a:cxnLst/>
              <a:rect l="l" t="t" r="r" b="b"/>
              <a:pathLst>
                <a:path w="504" h="504" extrusionOk="0">
                  <a:moveTo>
                    <a:pt x="252" y="1"/>
                  </a:moveTo>
                  <a:cubicBezTo>
                    <a:pt x="116" y="1"/>
                    <a:pt x="1" y="116"/>
                    <a:pt x="1" y="252"/>
                  </a:cubicBezTo>
                  <a:cubicBezTo>
                    <a:pt x="1" y="395"/>
                    <a:pt x="116" y="503"/>
                    <a:pt x="252" y="503"/>
                  </a:cubicBezTo>
                  <a:cubicBezTo>
                    <a:pt x="388" y="503"/>
                    <a:pt x="503" y="395"/>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0" name="Google Shape;15720;p32"/>
            <p:cNvSpPr/>
            <p:nvPr/>
          </p:nvSpPr>
          <p:spPr>
            <a:xfrm>
              <a:off x="3523550" y="4503975"/>
              <a:ext cx="12375" cy="12600"/>
            </a:xfrm>
            <a:custGeom>
              <a:avLst/>
              <a:gdLst/>
              <a:ahLst/>
              <a:cxnLst/>
              <a:rect l="l" t="t" r="r" b="b"/>
              <a:pathLst>
                <a:path w="495" h="504" extrusionOk="0">
                  <a:moveTo>
                    <a:pt x="250" y="1"/>
                  </a:moveTo>
                  <a:cubicBezTo>
                    <a:pt x="107" y="1"/>
                    <a:pt x="0" y="116"/>
                    <a:pt x="0" y="252"/>
                  </a:cubicBezTo>
                  <a:cubicBezTo>
                    <a:pt x="0" y="395"/>
                    <a:pt x="107" y="503"/>
                    <a:pt x="250" y="503"/>
                  </a:cubicBezTo>
                  <a:cubicBezTo>
                    <a:pt x="388" y="503"/>
                    <a:pt x="494" y="395"/>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1" name="Google Shape;15721;p32"/>
            <p:cNvSpPr/>
            <p:nvPr/>
          </p:nvSpPr>
          <p:spPr>
            <a:xfrm>
              <a:off x="676400" y="4595950"/>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2" name="Google Shape;15722;p32"/>
            <p:cNvSpPr/>
            <p:nvPr/>
          </p:nvSpPr>
          <p:spPr>
            <a:xfrm>
              <a:off x="768325" y="4595950"/>
              <a:ext cx="12400" cy="12525"/>
            </a:xfrm>
            <a:custGeom>
              <a:avLst/>
              <a:gdLst/>
              <a:ahLst/>
              <a:cxnLst/>
              <a:rect l="l" t="t" r="r" b="b"/>
              <a:pathLst>
                <a:path w="496" h="501" extrusionOk="0">
                  <a:moveTo>
                    <a:pt x="245" y="0"/>
                  </a:moveTo>
                  <a:cubicBezTo>
                    <a:pt x="109" y="0"/>
                    <a:pt x="0" y="114"/>
                    <a:pt x="0" y="250"/>
                  </a:cubicBezTo>
                  <a:cubicBezTo>
                    <a:pt x="0" y="387"/>
                    <a:pt x="109" y="501"/>
                    <a:pt x="245" y="501"/>
                  </a:cubicBezTo>
                  <a:cubicBezTo>
                    <a:pt x="388" y="501"/>
                    <a:pt x="496" y="387"/>
                    <a:pt x="496" y="250"/>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3" name="Google Shape;15723;p32"/>
            <p:cNvSpPr/>
            <p:nvPr/>
          </p:nvSpPr>
          <p:spPr>
            <a:xfrm>
              <a:off x="860125" y="4595950"/>
              <a:ext cx="12525" cy="12525"/>
            </a:xfrm>
            <a:custGeom>
              <a:avLst/>
              <a:gdLst/>
              <a:ahLst/>
              <a:cxnLst/>
              <a:rect l="l" t="t" r="r" b="b"/>
              <a:pathLst>
                <a:path w="501" h="501" extrusionOk="0">
                  <a:moveTo>
                    <a:pt x="251" y="0"/>
                  </a:moveTo>
                  <a:cubicBezTo>
                    <a:pt x="114" y="0"/>
                    <a:pt x="0" y="114"/>
                    <a:pt x="0" y="250"/>
                  </a:cubicBezTo>
                  <a:cubicBezTo>
                    <a:pt x="0" y="387"/>
                    <a:pt x="114" y="501"/>
                    <a:pt x="251" y="501"/>
                  </a:cubicBezTo>
                  <a:cubicBezTo>
                    <a:pt x="387" y="501"/>
                    <a:pt x="501" y="387"/>
                    <a:pt x="501" y="250"/>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4" name="Google Shape;15724;p32"/>
            <p:cNvSpPr/>
            <p:nvPr/>
          </p:nvSpPr>
          <p:spPr>
            <a:xfrm>
              <a:off x="951850" y="4595950"/>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5" name="Google Shape;15725;p32"/>
            <p:cNvSpPr/>
            <p:nvPr/>
          </p:nvSpPr>
          <p:spPr>
            <a:xfrm>
              <a:off x="1043825" y="4595950"/>
              <a:ext cx="12375" cy="12525"/>
            </a:xfrm>
            <a:custGeom>
              <a:avLst/>
              <a:gdLst/>
              <a:ahLst/>
              <a:cxnLst/>
              <a:rect l="l" t="t" r="r" b="b"/>
              <a:pathLst>
                <a:path w="495" h="501" extrusionOk="0">
                  <a:moveTo>
                    <a:pt x="250" y="0"/>
                  </a:moveTo>
                  <a:cubicBezTo>
                    <a:pt x="107" y="0"/>
                    <a:pt x="0" y="114"/>
                    <a:pt x="0" y="250"/>
                  </a:cubicBezTo>
                  <a:cubicBezTo>
                    <a:pt x="0" y="387"/>
                    <a:pt x="107" y="501"/>
                    <a:pt x="250" y="501"/>
                  </a:cubicBezTo>
                  <a:cubicBezTo>
                    <a:pt x="388" y="501"/>
                    <a:pt x="494" y="387"/>
                    <a:pt x="494" y="250"/>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6" name="Google Shape;15726;p32"/>
            <p:cNvSpPr/>
            <p:nvPr/>
          </p:nvSpPr>
          <p:spPr>
            <a:xfrm>
              <a:off x="1135575" y="4595950"/>
              <a:ext cx="12575" cy="12525"/>
            </a:xfrm>
            <a:custGeom>
              <a:avLst/>
              <a:gdLst/>
              <a:ahLst/>
              <a:cxnLst/>
              <a:rect l="l" t="t" r="r" b="b"/>
              <a:pathLst>
                <a:path w="503" h="501" extrusionOk="0">
                  <a:moveTo>
                    <a:pt x="252" y="0"/>
                  </a:moveTo>
                  <a:cubicBezTo>
                    <a:pt x="116" y="0"/>
                    <a:pt x="0" y="114"/>
                    <a:pt x="0" y="250"/>
                  </a:cubicBezTo>
                  <a:cubicBezTo>
                    <a:pt x="0" y="387"/>
                    <a:pt x="116" y="501"/>
                    <a:pt x="252" y="501"/>
                  </a:cubicBezTo>
                  <a:cubicBezTo>
                    <a:pt x="387" y="501"/>
                    <a:pt x="503" y="387"/>
                    <a:pt x="503" y="250"/>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7" name="Google Shape;15727;p32"/>
            <p:cNvSpPr/>
            <p:nvPr/>
          </p:nvSpPr>
          <p:spPr>
            <a:xfrm>
              <a:off x="1227500" y="4595950"/>
              <a:ext cx="12400" cy="12525"/>
            </a:xfrm>
            <a:custGeom>
              <a:avLst/>
              <a:gdLst/>
              <a:ahLst/>
              <a:cxnLst/>
              <a:rect l="l" t="t" r="r" b="b"/>
              <a:pathLst>
                <a:path w="496" h="501" extrusionOk="0">
                  <a:moveTo>
                    <a:pt x="251" y="0"/>
                  </a:moveTo>
                  <a:cubicBezTo>
                    <a:pt x="109" y="0"/>
                    <a:pt x="0" y="114"/>
                    <a:pt x="0" y="250"/>
                  </a:cubicBezTo>
                  <a:cubicBezTo>
                    <a:pt x="0" y="387"/>
                    <a:pt x="109" y="501"/>
                    <a:pt x="251" y="501"/>
                  </a:cubicBezTo>
                  <a:cubicBezTo>
                    <a:pt x="387" y="501"/>
                    <a:pt x="496" y="387"/>
                    <a:pt x="496" y="250"/>
                  </a:cubicBezTo>
                  <a:cubicBezTo>
                    <a:pt x="496"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8" name="Google Shape;15728;p32"/>
            <p:cNvSpPr/>
            <p:nvPr/>
          </p:nvSpPr>
          <p:spPr>
            <a:xfrm>
              <a:off x="1319275" y="4595950"/>
              <a:ext cx="12550" cy="12525"/>
            </a:xfrm>
            <a:custGeom>
              <a:avLst/>
              <a:gdLst/>
              <a:ahLst/>
              <a:cxnLst/>
              <a:rect l="l" t="t" r="r" b="b"/>
              <a:pathLst>
                <a:path w="502" h="501" extrusionOk="0">
                  <a:moveTo>
                    <a:pt x="252" y="0"/>
                  </a:moveTo>
                  <a:cubicBezTo>
                    <a:pt x="114" y="0"/>
                    <a:pt x="1" y="114"/>
                    <a:pt x="1" y="250"/>
                  </a:cubicBezTo>
                  <a:cubicBezTo>
                    <a:pt x="1" y="387"/>
                    <a:pt x="114" y="501"/>
                    <a:pt x="252" y="501"/>
                  </a:cubicBezTo>
                  <a:cubicBezTo>
                    <a:pt x="388" y="501"/>
                    <a:pt x="501" y="387"/>
                    <a:pt x="501" y="250"/>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9" name="Google Shape;15729;p32"/>
            <p:cNvSpPr/>
            <p:nvPr/>
          </p:nvSpPr>
          <p:spPr>
            <a:xfrm>
              <a:off x="1411200" y="4595950"/>
              <a:ext cx="12425" cy="12525"/>
            </a:xfrm>
            <a:custGeom>
              <a:avLst/>
              <a:gdLst/>
              <a:ahLst/>
              <a:cxnLst/>
              <a:rect l="l" t="t" r="r" b="b"/>
              <a:pathLst>
                <a:path w="497" h="501" extrusionOk="0">
                  <a:moveTo>
                    <a:pt x="245" y="0"/>
                  </a:moveTo>
                  <a:cubicBezTo>
                    <a:pt x="109" y="0"/>
                    <a:pt x="1" y="114"/>
                    <a:pt x="1" y="250"/>
                  </a:cubicBezTo>
                  <a:cubicBezTo>
                    <a:pt x="1" y="387"/>
                    <a:pt x="109" y="501"/>
                    <a:pt x="245" y="501"/>
                  </a:cubicBezTo>
                  <a:cubicBezTo>
                    <a:pt x="388" y="501"/>
                    <a:pt x="496" y="387"/>
                    <a:pt x="496" y="250"/>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0" name="Google Shape;15730;p32"/>
            <p:cNvSpPr/>
            <p:nvPr/>
          </p:nvSpPr>
          <p:spPr>
            <a:xfrm>
              <a:off x="1503000" y="4595950"/>
              <a:ext cx="12525" cy="12525"/>
            </a:xfrm>
            <a:custGeom>
              <a:avLst/>
              <a:gdLst/>
              <a:ahLst/>
              <a:cxnLst/>
              <a:rect l="l" t="t" r="r" b="b"/>
              <a:pathLst>
                <a:path w="501" h="501" extrusionOk="0">
                  <a:moveTo>
                    <a:pt x="250" y="0"/>
                  </a:moveTo>
                  <a:cubicBezTo>
                    <a:pt x="114" y="0"/>
                    <a:pt x="0" y="114"/>
                    <a:pt x="0" y="250"/>
                  </a:cubicBezTo>
                  <a:cubicBezTo>
                    <a:pt x="0" y="387"/>
                    <a:pt x="114" y="501"/>
                    <a:pt x="250" y="501"/>
                  </a:cubicBezTo>
                  <a:cubicBezTo>
                    <a:pt x="387" y="501"/>
                    <a:pt x="501" y="387"/>
                    <a:pt x="501" y="250"/>
                  </a:cubicBezTo>
                  <a:cubicBezTo>
                    <a:pt x="501" y="114"/>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1" name="Google Shape;15731;p32"/>
            <p:cNvSpPr/>
            <p:nvPr/>
          </p:nvSpPr>
          <p:spPr>
            <a:xfrm>
              <a:off x="1594750" y="4595950"/>
              <a:ext cx="12575" cy="12525"/>
            </a:xfrm>
            <a:custGeom>
              <a:avLst/>
              <a:gdLst/>
              <a:ahLst/>
              <a:cxnLst/>
              <a:rect l="l" t="t" r="r" b="b"/>
              <a:pathLst>
                <a:path w="503" h="501" extrusionOk="0">
                  <a:moveTo>
                    <a:pt x="251" y="0"/>
                  </a:moveTo>
                  <a:cubicBezTo>
                    <a:pt x="115" y="0"/>
                    <a:pt x="0" y="114"/>
                    <a:pt x="0" y="250"/>
                  </a:cubicBezTo>
                  <a:cubicBezTo>
                    <a:pt x="0" y="387"/>
                    <a:pt x="115" y="501"/>
                    <a:pt x="251" y="501"/>
                  </a:cubicBezTo>
                  <a:cubicBezTo>
                    <a:pt x="394" y="501"/>
                    <a:pt x="503" y="387"/>
                    <a:pt x="503" y="250"/>
                  </a:cubicBezTo>
                  <a:cubicBezTo>
                    <a:pt x="503" y="114"/>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2" name="Google Shape;15732;p32"/>
            <p:cNvSpPr/>
            <p:nvPr/>
          </p:nvSpPr>
          <p:spPr>
            <a:xfrm>
              <a:off x="1686650" y="4595950"/>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3" name="Google Shape;15733;p32"/>
            <p:cNvSpPr/>
            <p:nvPr/>
          </p:nvSpPr>
          <p:spPr>
            <a:xfrm>
              <a:off x="1778450" y="4595950"/>
              <a:ext cx="12550" cy="12525"/>
            </a:xfrm>
            <a:custGeom>
              <a:avLst/>
              <a:gdLst/>
              <a:ahLst/>
              <a:cxnLst/>
              <a:rect l="l" t="t" r="r" b="b"/>
              <a:pathLst>
                <a:path w="502" h="501" extrusionOk="0">
                  <a:moveTo>
                    <a:pt x="252" y="0"/>
                  </a:moveTo>
                  <a:cubicBezTo>
                    <a:pt x="114" y="0"/>
                    <a:pt x="1" y="114"/>
                    <a:pt x="1" y="250"/>
                  </a:cubicBezTo>
                  <a:cubicBezTo>
                    <a:pt x="1" y="387"/>
                    <a:pt x="114" y="501"/>
                    <a:pt x="252" y="501"/>
                  </a:cubicBezTo>
                  <a:cubicBezTo>
                    <a:pt x="388" y="501"/>
                    <a:pt x="501" y="387"/>
                    <a:pt x="501" y="250"/>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4" name="Google Shape;15734;p32"/>
            <p:cNvSpPr/>
            <p:nvPr/>
          </p:nvSpPr>
          <p:spPr>
            <a:xfrm>
              <a:off x="1870375" y="4595950"/>
              <a:ext cx="12400" cy="12525"/>
            </a:xfrm>
            <a:custGeom>
              <a:avLst/>
              <a:gdLst/>
              <a:ahLst/>
              <a:cxnLst/>
              <a:rect l="l" t="t" r="r" b="b"/>
              <a:pathLst>
                <a:path w="496" h="501" extrusionOk="0">
                  <a:moveTo>
                    <a:pt x="252" y="0"/>
                  </a:moveTo>
                  <a:cubicBezTo>
                    <a:pt x="109" y="0"/>
                    <a:pt x="0" y="114"/>
                    <a:pt x="0" y="250"/>
                  </a:cubicBezTo>
                  <a:cubicBezTo>
                    <a:pt x="0" y="387"/>
                    <a:pt x="109" y="501"/>
                    <a:pt x="252" y="501"/>
                  </a:cubicBezTo>
                  <a:cubicBezTo>
                    <a:pt x="387" y="501"/>
                    <a:pt x="496" y="387"/>
                    <a:pt x="496" y="250"/>
                  </a:cubicBezTo>
                  <a:cubicBezTo>
                    <a:pt x="496"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5" name="Google Shape;15735;p32"/>
            <p:cNvSpPr/>
            <p:nvPr/>
          </p:nvSpPr>
          <p:spPr>
            <a:xfrm>
              <a:off x="1962150" y="4595950"/>
              <a:ext cx="12550" cy="12525"/>
            </a:xfrm>
            <a:custGeom>
              <a:avLst/>
              <a:gdLst/>
              <a:ahLst/>
              <a:cxnLst/>
              <a:rect l="l" t="t" r="r" b="b"/>
              <a:pathLst>
                <a:path w="502" h="501" extrusionOk="0">
                  <a:moveTo>
                    <a:pt x="250" y="0"/>
                  </a:moveTo>
                  <a:cubicBezTo>
                    <a:pt x="114" y="0"/>
                    <a:pt x="1" y="114"/>
                    <a:pt x="1" y="250"/>
                  </a:cubicBezTo>
                  <a:cubicBezTo>
                    <a:pt x="1" y="387"/>
                    <a:pt x="114" y="501"/>
                    <a:pt x="250" y="501"/>
                  </a:cubicBezTo>
                  <a:cubicBezTo>
                    <a:pt x="388" y="501"/>
                    <a:pt x="502" y="387"/>
                    <a:pt x="502" y="250"/>
                  </a:cubicBezTo>
                  <a:cubicBezTo>
                    <a:pt x="502"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6" name="Google Shape;15736;p32"/>
            <p:cNvSpPr/>
            <p:nvPr/>
          </p:nvSpPr>
          <p:spPr>
            <a:xfrm>
              <a:off x="2054075" y="4595950"/>
              <a:ext cx="12425" cy="12525"/>
            </a:xfrm>
            <a:custGeom>
              <a:avLst/>
              <a:gdLst/>
              <a:ahLst/>
              <a:cxnLst/>
              <a:rect l="l" t="t" r="r" b="b"/>
              <a:pathLst>
                <a:path w="497" h="501" extrusionOk="0">
                  <a:moveTo>
                    <a:pt x="252" y="0"/>
                  </a:moveTo>
                  <a:cubicBezTo>
                    <a:pt x="109" y="0"/>
                    <a:pt x="1" y="114"/>
                    <a:pt x="1" y="250"/>
                  </a:cubicBezTo>
                  <a:cubicBezTo>
                    <a:pt x="1" y="387"/>
                    <a:pt x="109" y="501"/>
                    <a:pt x="252" y="501"/>
                  </a:cubicBezTo>
                  <a:cubicBezTo>
                    <a:pt x="388" y="501"/>
                    <a:pt x="496" y="387"/>
                    <a:pt x="496" y="250"/>
                  </a:cubicBezTo>
                  <a:cubicBezTo>
                    <a:pt x="496"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7" name="Google Shape;15737;p32"/>
            <p:cNvSpPr/>
            <p:nvPr/>
          </p:nvSpPr>
          <p:spPr>
            <a:xfrm>
              <a:off x="2145825" y="4595950"/>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8" name="Google Shape;15738;p32"/>
            <p:cNvSpPr/>
            <p:nvPr/>
          </p:nvSpPr>
          <p:spPr>
            <a:xfrm>
              <a:off x="2237800" y="4595950"/>
              <a:ext cx="12350" cy="12525"/>
            </a:xfrm>
            <a:custGeom>
              <a:avLst/>
              <a:gdLst/>
              <a:ahLst/>
              <a:cxnLst/>
              <a:rect l="l" t="t" r="r" b="b"/>
              <a:pathLst>
                <a:path w="494" h="501" extrusionOk="0">
                  <a:moveTo>
                    <a:pt x="244" y="0"/>
                  </a:moveTo>
                  <a:cubicBezTo>
                    <a:pt x="107" y="0"/>
                    <a:pt x="0" y="114"/>
                    <a:pt x="0" y="250"/>
                  </a:cubicBezTo>
                  <a:cubicBezTo>
                    <a:pt x="0" y="387"/>
                    <a:pt x="107" y="501"/>
                    <a:pt x="244" y="501"/>
                  </a:cubicBezTo>
                  <a:cubicBezTo>
                    <a:pt x="387" y="501"/>
                    <a:pt x="494" y="387"/>
                    <a:pt x="494" y="250"/>
                  </a:cubicBezTo>
                  <a:cubicBezTo>
                    <a:pt x="494" y="114"/>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9" name="Google Shape;15739;p32"/>
            <p:cNvSpPr/>
            <p:nvPr/>
          </p:nvSpPr>
          <p:spPr>
            <a:xfrm>
              <a:off x="2329550" y="4595950"/>
              <a:ext cx="12575" cy="12525"/>
            </a:xfrm>
            <a:custGeom>
              <a:avLst/>
              <a:gdLst/>
              <a:ahLst/>
              <a:cxnLst/>
              <a:rect l="l" t="t" r="r" b="b"/>
              <a:pathLst>
                <a:path w="503" h="501" extrusionOk="0">
                  <a:moveTo>
                    <a:pt x="251" y="0"/>
                  </a:moveTo>
                  <a:cubicBezTo>
                    <a:pt x="115" y="0"/>
                    <a:pt x="0" y="114"/>
                    <a:pt x="0" y="250"/>
                  </a:cubicBezTo>
                  <a:cubicBezTo>
                    <a:pt x="0" y="387"/>
                    <a:pt x="115" y="501"/>
                    <a:pt x="251" y="501"/>
                  </a:cubicBezTo>
                  <a:cubicBezTo>
                    <a:pt x="387" y="501"/>
                    <a:pt x="502" y="387"/>
                    <a:pt x="502" y="250"/>
                  </a:cubicBezTo>
                  <a:cubicBezTo>
                    <a:pt x="502"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0" name="Google Shape;15740;p32"/>
            <p:cNvSpPr/>
            <p:nvPr/>
          </p:nvSpPr>
          <p:spPr>
            <a:xfrm>
              <a:off x="2421325" y="4595950"/>
              <a:ext cx="12550" cy="12525"/>
            </a:xfrm>
            <a:custGeom>
              <a:avLst/>
              <a:gdLst/>
              <a:ahLst/>
              <a:cxnLst/>
              <a:rect l="l" t="t" r="r" b="b"/>
              <a:pathLst>
                <a:path w="502" h="501" extrusionOk="0">
                  <a:moveTo>
                    <a:pt x="250" y="0"/>
                  </a:moveTo>
                  <a:cubicBezTo>
                    <a:pt x="114" y="0"/>
                    <a:pt x="1" y="114"/>
                    <a:pt x="1" y="250"/>
                  </a:cubicBezTo>
                  <a:cubicBezTo>
                    <a:pt x="1" y="387"/>
                    <a:pt x="114" y="501"/>
                    <a:pt x="250" y="501"/>
                  </a:cubicBezTo>
                  <a:cubicBezTo>
                    <a:pt x="395" y="501"/>
                    <a:pt x="501" y="387"/>
                    <a:pt x="501" y="250"/>
                  </a:cubicBezTo>
                  <a:cubicBezTo>
                    <a:pt x="501" y="114"/>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1" name="Google Shape;15741;p32"/>
            <p:cNvSpPr/>
            <p:nvPr/>
          </p:nvSpPr>
          <p:spPr>
            <a:xfrm>
              <a:off x="2513250" y="4595950"/>
              <a:ext cx="12575" cy="12525"/>
            </a:xfrm>
            <a:custGeom>
              <a:avLst/>
              <a:gdLst/>
              <a:ahLst/>
              <a:cxnLst/>
              <a:rect l="l" t="t" r="r" b="b"/>
              <a:pathLst>
                <a:path w="503" h="501" extrusionOk="0">
                  <a:moveTo>
                    <a:pt x="252" y="0"/>
                  </a:moveTo>
                  <a:cubicBezTo>
                    <a:pt x="109" y="0"/>
                    <a:pt x="0" y="114"/>
                    <a:pt x="0" y="250"/>
                  </a:cubicBezTo>
                  <a:cubicBezTo>
                    <a:pt x="0" y="387"/>
                    <a:pt x="109"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2" name="Google Shape;15742;p32"/>
            <p:cNvSpPr/>
            <p:nvPr/>
          </p:nvSpPr>
          <p:spPr>
            <a:xfrm>
              <a:off x="2605000" y="4595950"/>
              <a:ext cx="12575" cy="12525"/>
            </a:xfrm>
            <a:custGeom>
              <a:avLst/>
              <a:gdLst/>
              <a:ahLst/>
              <a:cxnLst/>
              <a:rect l="l" t="t" r="r" b="b"/>
              <a:pathLst>
                <a:path w="503" h="501" extrusionOk="0">
                  <a:moveTo>
                    <a:pt x="252" y="0"/>
                  </a:moveTo>
                  <a:cubicBezTo>
                    <a:pt x="116" y="0"/>
                    <a:pt x="0" y="114"/>
                    <a:pt x="0" y="250"/>
                  </a:cubicBezTo>
                  <a:cubicBezTo>
                    <a:pt x="0" y="387"/>
                    <a:pt x="116" y="501"/>
                    <a:pt x="252" y="501"/>
                  </a:cubicBezTo>
                  <a:cubicBezTo>
                    <a:pt x="387" y="501"/>
                    <a:pt x="503" y="387"/>
                    <a:pt x="503" y="250"/>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3" name="Google Shape;15743;p32"/>
            <p:cNvSpPr/>
            <p:nvPr/>
          </p:nvSpPr>
          <p:spPr>
            <a:xfrm>
              <a:off x="2696950" y="4595950"/>
              <a:ext cx="12375" cy="12525"/>
            </a:xfrm>
            <a:custGeom>
              <a:avLst/>
              <a:gdLst/>
              <a:ahLst/>
              <a:cxnLst/>
              <a:rect l="l" t="t" r="r" b="b"/>
              <a:pathLst>
                <a:path w="495" h="501" extrusionOk="0">
                  <a:moveTo>
                    <a:pt x="252" y="0"/>
                  </a:moveTo>
                  <a:cubicBezTo>
                    <a:pt x="108" y="0"/>
                    <a:pt x="1" y="114"/>
                    <a:pt x="1" y="250"/>
                  </a:cubicBezTo>
                  <a:cubicBezTo>
                    <a:pt x="1" y="387"/>
                    <a:pt x="108" y="501"/>
                    <a:pt x="252" y="501"/>
                  </a:cubicBezTo>
                  <a:cubicBezTo>
                    <a:pt x="388" y="501"/>
                    <a:pt x="495" y="387"/>
                    <a:pt x="495" y="250"/>
                  </a:cubicBezTo>
                  <a:cubicBezTo>
                    <a:pt x="495"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4" name="Google Shape;15744;p32"/>
            <p:cNvSpPr/>
            <p:nvPr/>
          </p:nvSpPr>
          <p:spPr>
            <a:xfrm>
              <a:off x="2788700" y="4595950"/>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5" name="Google Shape;15745;p32"/>
            <p:cNvSpPr/>
            <p:nvPr/>
          </p:nvSpPr>
          <p:spPr>
            <a:xfrm>
              <a:off x="2880675" y="4595950"/>
              <a:ext cx="12375" cy="12525"/>
            </a:xfrm>
            <a:custGeom>
              <a:avLst/>
              <a:gdLst/>
              <a:ahLst/>
              <a:cxnLst/>
              <a:rect l="l" t="t" r="r" b="b"/>
              <a:pathLst>
                <a:path w="495" h="501" extrusionOk="0">
                  <a:moveTo>
                    <a:pt x="243" y="0"/>
                  </a:moveTo>
                  <a:cubicBezTo>
                    <a:pt x="107" y="0"/>
                    <a:pt x="0" y="114"/>
                    <a:pt x="0" y="250"/>
                  </a:cubicBezTo>
                  <a:cubicBezTo>
                    <a:pt x="0" y="387"/>
                    <a:pt x="107" y="501"/>
                    <a:pt x="243" y="501"/>
                  </a:cubicBezTo>
                  <a:cubicBezTo>
                    <a:pt x="387" y="501"/>
                    <a:pt x="494" y="387"/>
                    <a:pt x="494" y="250"/>
                  </a:cubicBezTo>
                  <a:cubicBezTo>
                    <a:pt x="494" y="114"/>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6" name="Google Shape;15746;p32"/>
            <p:cNvSpPr/>
            <p:nvPr/>
          </p:nvSpPr>
          <p:spPr>
            <a:xfrm>
              <a:off x="2972425" y="4595950"/>
              <a:ext cx="12575" cy="12525"/>
            </a:xfrm>
            <a:custGeom>
              <a:avLst/>
              <a:gdLst/>
              <a:ahLst/>
              <a:cxnLst/>
              <a:rect l="l" t="t" r="r" b="b"/>
              <a:pathLst>
                <a:path w="503" h="501" extrusionOk="0">
                  <a:moveTo>
                    <a:pt x="251" y="0"/>
                  </a:moveTo>
                  <a:cubicBezTo>
                    <a:pt x="115" y="0"/>
                    <a:pt x="0" y="114"/>
                    <a:pt x="0" y="250"/>
                  </a:cubicBezTo>
                  <a:cubicBezTo>
                    <a:pt x="0" y="387"/>
                    <a:pt x="115" y="501"/>
                    <a:pt x="251" y="501"/>
                  </a:cubicBezTo>
                  <a:cubicBezTo>
                    <a:pt x="387" y="501"/>
                    <a:pt x="503" y="387"/>
                    <a:pt x="503" y="250"/>
                  </a:cubicBezTo>
                  <a:cubicBezTo>
                    <a:pt x="503"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7" name="Google Shape;15747;p32"/>
            <p:cNvSpPr/>
            <p:nvPr/>
          </p:nvSpPr>
          <p:spPr>
            <a:xfrm>
              <a:off x="3064375" y="4595950"/>
              <a:ext cx="12375" cy="12525"/>
            </a:xfrm>
            <a:custGeom>
              <a:avLst/>
              <a:gdLst/>
              <a:ahLst/>
              <a:cxnLst/>
              <a:rect l="l" t="t" r="r" b="b"/>
              <a:pathLst>
                <a:path w="495" h="501" extrusionOk="0">
                  <a:moveTo>
                    <a:pt x="243" y="0"/>
                  </a:moveTo>
                  <a:cubicBezTo>
                    <a:pt x="107" y="0"/>
                    <a:pt x="1" y="114"/>
                    <a:pt x="1" y="250"/>
                  </a:cubicBezTo>
                  <a:cubicBezTo>
                    <a:pt x="1" y="387"/>
                    <a:pt x="107" y="501"/>
                    <a:pt x="243" y="501"/>
                  </a:cubicBezTo>
                  <a:cubicBezTo>
                    <a:pt x="388" y="501"/>
                    <a:pt x="495" y="387"/>
                    <a:pt x="495" y="250"/>
                  </a:cubicBezTo>
                  <a:cubicBezTo>
                    <a:pt x="495" y="114"/>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8" name="Google Shape;15748;p32"/>
            <p:cNvSpPr/>
            <p:nvPr/>
          </p:nvSpPr>
          <p:spPr>
            <a:xfrm>
              <a:off x="3156125" y="4595950"/>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9" name="Google Shape;15749;p32"/>
            <p:cNvSpPr/>
            <p:nvPr/>
          </p:nvSpPr>
          <p:spPr>
            <a:xfrm>
              <a:off x="3247875" y="4595950"/>
              <a:ext cx="12575" cy="12525"/>
            </a:xfrm>
            <a:custGeom>
              <a:avLst/>
              <a:gdLst/>
              <a:ahLst/>
              <a:cxnLst/>
              <a:rect l="l" t="t" r="r" b="b"/>
              <a:pathLst>
                <a:path w="503"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0" name="Google Shape;15750;p32"/>
            <p:cNvSpPr/>
            <p:nvPr/>
          </p:nvSpPr>
          <p:spPr>
            <a:xfrm>
              <a:off x="3339850" y="4595950"/>
              <a:ext cx="12525" cy="12525"/>
            </a:xfrm>
            <a:custGeom>
              <a:avLst/>
              <a:gdLst/>
              <a:ahLst/>
              <a:cxnLst/>
              <a:rect l="l" t="t" r="r" b="b"/>
              <a:pathLst>
                <a:path w="501" h="501" extrusionOk="0">
                  <a:moveTo>
                    <a:pt x="251" y="0"/>
                  </a:moveTo>
                  <a:cubicBezTo>
                    <a:pt x="107" y="0"/>
                    <a:pt x="0" y="114"/>
                    <a:pt x="0" y="250"/>
                  </a:cubicBezTo>
                  <a:cubicBezTo>
                    <a:pt x="0" y="387"/>
                    <a:pt x="107" y="501"/>
                    <a:pt x="251" y="501"/>
                  </a:cubicBezTo>
                  <a:cubicBezTo>
                    <a:pt x="387" y="501"/>
                    <a:pt x="501" y="387"/>
                    <a:pt x="501" y="250"/>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1" name="Google Shape;15751;p32"/>
            <p:cNvSpPr/>
            <p:nvPr/>
          </p:nvSpPr>
          <p:spPr>
            <a:xfrm>
              <a:off x="3431575" y="4595950"/>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2" name="Google Shape;15752;p32"/>
            <p:cNvSpPr/>
            <p:nvPr/>
          </p:nvSpPr>
          <p:spPr>
            <a:xfrm>
              <a:off x="3523550" y="4595950"/>
              <a:ext cx="12375" cy="12525"/>
            </a:xfrm>
            <a:custGeom>
              <a:avLst/>
              <a:gdLst/>
              <a:ahLst/>
              <a:cxnLst/>
              <a:rect l="l" t="t" r="r" b="b"/>
              <a:pathLst>
                <a:path w="495" h="501" extrusionOk="0">
                  <a:moveTo>
                    <a:pt x="250" y="0"/>
                  </a:moveTo>
                  <a:cubicBezTo>
                    <a:pt x="107" y="0"/>
                    <a:pt x="0" y="114"/>
                    <a:pt x="0" y="250"/>
                  </a:cubicBezTo>
                  <a:cubicBezTo>
                    <a:pt x="0" y="387"/>
                    <a:pt x="107" y="501"/>
                    <a:pt x="250" y="501"/>
                  </a:cubicBezTo>
                  <a:cubicBezTo>
                    <a:pt x="388" y="501"/>
                    <a:pt x="494" y="387"/>
                    <a:pt x="494" y="250"/>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3" name="Google Shape;15753;p32"/>
            <p:cNvSpPr/>
            <p:nvPr/>
          </p:nvSpPr>
          <p:spPr>
            <a:xfrm>
              <a:off x="676400" y="46877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4" name="Google Shape;15754;p32"/>
            <p:cNvSpPr/>
            <p:nvPr/>
          </p:nvSpPr>
          <p:spPr>
            <a:xfrm>
              <a:off x="768325" y="4687700"/>
              <a:ext cx="12400" cy="12575"/>
            </a:xfrm>
            <a:custGeom>
              <a:avLst/>
              <a:gdLst/>
              <a:ahLst/>
              <a:cxnLst/>
              <a:rect l="l" t="t" r="r" b="b"/>
              <a:pathLst>
                <a:path w="496" h="503" extrusionOk="0">
                  <a:moveTo>
                    <a:pt x="245" y="0"/>
                  </a:moveTo>
                  <a:cubicBezTo>
                    <a:pt x="109" y="0"/>
                    <a:pt x="0" y="115"/>
                    <a:pt x="0" y="251"/>
                  </a:cubicBezTo>
                  <a:cubicBezTo>
                    <a:pt x="0" y="387"/>
                    <a:pt x="109" y="503"/>
                    <a:pt x="245" y="503"/>
                  </a:cubicBezTo>
                  <a:cubicBezTo>
                    <a:pt x="388" y="503"/>
                    <a:pt x="496" y="387"/>
                    <a:pt x="496" y="251"/>
                  </a:cubicBezTo>
                  <a:cubicBezTo>
                    <a:pt x="496" y="115"/>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5" name="Google Shape;15755;p32"/>
            <p:cNvSpPr/>
            <p:nvPr/>
          </p:nvSpPr>
          <p:spPr>
            <a:xfrm>
              <a:off x="860125" y="4687700"/>
              <a:ext cx="12525" cy="12575"/>
            </a:xfrm>
            <a:custGeom>
              <a:avLst/>
              <a:gdLst/>
              <a:ahLst/>
              <a:cxnLst/>
              <a:rect l="l" t="t" r="r" b="b"/>
              <a:pathLst>
                <a:path w="501" h="503" extrusionOk="0">
                  <a:moveTo>
                    <a:pt x="251" y="0"/>
                  </a:moveTo>
                  <a:cubicBezTo>
                    <a:pt x="114" y="0"/>
                    <a:pt x="0" y="115"/>
                    <a:pt x="0" y="251"/>
                  </a:cubicBezTo>
                  <a:cubicBezTo>
                    <a:pt x="0" y="387"/>
                    <a:pt x="114" y="503"/>
                    <a:pt x="251" y="503"/>
                  </a:cubicBezTo>
                  <a:cubicBezTo>
                    <a:pt x="387" y="503"/>
                    <a:pt x="501" y="387"/>
                    <a:pt x="501" y="251"/>
                  </a:cubicBezTo>
                  <a:cubicBezTo>
                    <a:pt x="501"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6" name="Google Shape;15756;p32"/>
            <p:cNvSpPr/>
            <p:nvPr/>
          </p:nvSpPr>
          <p:spPr>
            <a:xfrm>
              <a:off x="951850" y="46877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7" name="Google Shape;15757;p32"/>
            <p:cNvSpPr/>
            <p:nvPr/>
          </p:nvSpPr>
          <p:spPr>
            <a:xfrm>
              <a:off x="1043825" y="4687700"/>
              <a:ext cx="12375" cy="12575"/>
            </a:xfrm>
            <a:custGeom>
              <a:avLst/>
              <a:gdLst/>
              <a:ahLst/>
              <a:cxnLst/>
              <a:rect l="l" t="t" r="r" b="b"/>
              <a:pathLst>
                <a:path w="495" h="503" extrusionOk="0">
                  <a:moveTo>
                    <a:pt x="250" y="0"/>
                  </a:moveTo>
                  <a:cubicBezTo>
                    <a:pt x="107" y="0"/>
                    <a:pt x="0" y="115"/>
                    <a:pt x="0" y="251"/>
                  </a:cubicBezTo>
                  <a:cubicBezTo>
                    <a:pt x="0" y="387"/>
                    <a:pt x="107" y="503"/>
                    <a:pt x="250" y="503"/>
                  </a:cubicBezTo>
                  <a:cubicBezTo>
                    <a:pt x="388" y="503"/>
                    <a:pt x="494" y="387"/>
                    <a:pt x="494" y="251"/>
                  </a:cubicBezTo>
                  <a:cubicBezTo>
                    <a:pt x="494" y="115"/>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8" name="Google Shape;15758;p32"/>
            <p:cNvSpPr/>
            <p:nvPr/>
          </p:nvSpPr>
          <p:spPr>
            <a:xfrm>
              <a:off x="1135575" y="4687700"/>
              <a:ext cx="12575" cy="12575"/>
            </a:xfrm>
            <a:custGeom>
              <a:avLst/>
              <a:gdLst/>
              <a:ahLst/>
              <a:cxnLst/>
              <a:rect l="l" t="t" r="r" b="b"/>
              <a:pathLst>
                <a:path w="503" h="503" extrusionOk="0">
                  <a:moveTo>
                    <a:pt x="252" y="0"/>
                  </a:moveTo>
                  <a:cubicBezTo>
                    <a:pt x="116" y="0"/>
                    <a:pt x="0" y="115"/>
                    <a:pt x="0" y="251"/>
                  </a:cubicBezTo>
                  <a:cubicBezTo>
                    <a:pt x="0" y="387"/>
                    <a:pt x="116" y="503"/>
                    <a:pt x="252" y="503"/>
                  </a:cubicBezTo>
                  <a:cubicBezTo>
                    <a:pt x="387" y="503"/>
                    <a:pt x="503" y="387"/>
                    <a:pt x="503" y="251"/>
                  </a:cubicBezTo>
                  <a:cubicBezTo>
                    <a:pt x="503" y="115"/>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9" name="Google Shape;15759;p32"/>
            <p:cNvSpPr/>
            <p:nvPr/>
          </p:nvSpPr>
          <p:spPr>
            <a:xfrm>
              <a:off x="1227500" y="4687700"/>
              <a:ext cx="12400" cy="12575"/>
            </a:xfrm>
            <a:custGeom>
              <a:avLst/>
              <a:gdLst/>
              <a:ahLst/>
              <a:cxnLst/>
              <a:rect l="l" t="t" r="r" b="b"/>
              <a:pathLst>
                <a:path w="496" h="503" extrusionOk="0">
                  <a:moveTo>
                    <a:pt x="251" y="0"/>
                  </a:moveTo>
                  <a:cubicBezTo>
                    <a:pt x="109" y="0"/>
                    <a:pt x="0" y="115"/>
                    <a:pt x="0" y="251"/>
                  </a:cubicBezTo>
                  <a:cubicBezTo>
                    <a:pt x="0" y="387"/>
                    <a:pt x="109" y="503"/>
                    <a:pt x="251" y="503"/>
                  </a:cubicBezTo>
                  <a:cubicBezTo>
                    <a:pt x="387" y="503"/>
                    <a:pt x="496" y="387"/>
                    <a:pt x="496" y="251"/>
                  </a:cubicBezTo>
                  <a:cubicBezTo>
                    <a:pt x="496"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0" name="Google Shape;15760;p32"/>
            <p:cNvSpPr/>
            <p:nvPr/>
          </p:nvSpPr>
          <p:spPr>
            <a:xfrm>
              <a:off x="1319275" y="4687700"/>
              <a:ext cx="12550" cy="12575"/>
            </a:xfrm>
            <a:custGeom>
              <a:avLst/>
              <a:gdLst/>
              <a:ahLst/>
              <a:cxnLst/>
              <a:rect l="l" t="t" r="r" b="b"/>
              <a:pathLst>
                <a:path w="502" h="503" extrusionOk="0">
                  <a:moveTo>
                    <a:pt x="252" y="0"/>
                  </a:moveTo>
                  <a:cubicBezTo>
                    <a:pt x="114" y="0"/>
                    <a:pt x="1" y="115"/>
                    <a:pt x="1" y="251"/>
                  </a:cubicBezTo>
                  <a:cubicBezTo>
                    <a:pt x="1" y="387"/>
                    <a:pt x="114" y="503"/>
                    <a:pt x="252" y="503"/>
                  </a:cubicBezTo>
                  <a:cubicBezTo>
                    <a:pt x="388" y="503"/>
                    <a:pt x="501" y="387"/>
                    <a:pt x="501" y="251"/>
                  </a:cubicBezTo>
                  <a:cubicBezTo>
                    <a:pt x="501"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1" name="Google Shape;15761;p32"/>
            <p:cNvSpPr/>
            <p:nvPr/>
          </p:nvSpPr>
          <p:spPr>
            <a:xfrm>
              <a:off x="1411200" y="4687700"/>
              <a:ext cx="12425" cy="12575"/>
            </a:xfrm>
            <a:custGeom>
              <a:avLst/>
              <a:gdLst/>
              <a:ahLst/>
              <a:cxnLst/>
              <a:rect l="l" t="t" r="r" b="b"/>
              <a:pathLst>
                <a:path w="497" h="503" extrusionOk="0">
                  <a:moveTo>
                    <a:pt x="245" y="0"/>
                  </a:moveTo>
                  <a:cubicBezTo>
                    <a:pt x="109" y="0"/>
                    <a:pt x="1" y="115"/>
                    <a:pt x="1" y="251"/>
                  </a:cubicBezTo>
                  <a:cubicBezTo>
                    <a:pt x="1" y="387"/>
                    <a:pt x="109" y="503"/>
                    <a:pt x="245" y="503"/>
                  </a:cubicBezTo>
                  <a:cubicBezTo>
                    <a:pt x="388" y="503"/>
                    <a:pt x="496" y="387"/>
                    <a:pt x="496" y="251"/>
                  </a:cubicBezTo>
                  <a:cubicBezTo>
                    <a:pt x="496" y="115"/>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2" name="Google Shape;15762;p32"/>
            <p:cNvSpPr/>
            <p:nvPr/>
          </p:nvSpPr>
          <p:spPr>
            <a:xfrm>
              <a:off x="1503000" y="4687700"/>
              <a:ext cx="12525" cy="12575"/>
            </a:xfrm>
            <a:custGeom>
              <a:avLst/>
              <a:gdLst/>
              <a:ahLst/>
              <a:cxnLst/>
              <a:rect l="l" t="t" r="r" b="b"/>
              <a:pathLst>
                <a:path w="501" h="503" extrusionOk="0">
                  <a:moveTo>
                    <a:pt x="250" y="0"/>
                  </a:moveTo>
                  <a:cubicBezTo>
                    <a:pt x="114" y="0"/>
                    <a:pt x="0" y="115"/>
                    <a:pt x="0" y="251"/>
                  </a:cubicBezTo>
                  <a:cubicBezTo>
                    <a:pt x="0" y="387"/>
                    <a:pt x="114" y="503"/>
                    <a:pt x="250" y="503"/>
                  </a:cubicBezTo>
                  <a:cubicBezTo>
                    <a:pt x="387" y="503"/>
                    <a:pt x="501" y="387"/>
                    <a:pt x="501" y="251"/>
                  </a:cubicBezTo>
                  <a:cubicBezTo>
                    <a:pt x="501" y="115"/>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3" name="Google Shape;15763;p32"/>
            <p:cNvSpPr/>
            <p:nvPr/>
          </p:nvSpPr>
          <p:spPr>
            <a:xfrm>
              <a:off x="1594750" y="4687700"/>
              <a:ext cx="12575" cy="12575"/>
            </a:xfrm>
            <a:custGeom>
              <a:avLst/>
              <a:gdLst/>
              <a:ahLst/>
              <a:cxnLst/>
              <a:rect l="l" t="t" r="r" b="b"/>
              <a:pathLst>
                <a:path w="503" h="503" extrusionOk="0">
                  <a:moveTo>
                    <a:pt x="251" y="0"/>
                  </a:moveTo>
                  <a:cubicBezTo>
                    <a:pt x="115" y="0"/>
                    <a:pt x="0" y="115"/>
                    <a:pt x="0" y="251"/>
                  </a:cubicBezTo>
                  <a:cubicBezTo>
                    <a:pt x="0" y="387"/>
                    <a:pt x="115" y="503"/>
                    <a:pt x="251" y="503"/>
                  </a:cubicBezTo>
                  <a:cubicBezTo>
                    <a:pt x="394" y="503"/>
                    <a:pt x="503" y="387"/>
                    <a:pt x="503" y="251"/>
                  </a:cubicBezTo>
                  <a:cubicBezTo>
                    <a:pt x="503" y="115"/>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4" name="Google Shape;15764;p32"/>
            <p:cNvSpPr/>
            <p:nvPr/>
          </p:nvSpPr>
          <p:spPr>
            <a:xfrm>
              <a:off x="1686650" y="46877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5" name="Google Shape;15765;p32"/>
            <p:cNvSpPr/>
            <p:nvPr/>
          </p:nvSpPr>
          <p:spPr>
            <a:xfrm>
              <a:off x="1778450" y="4687700"/>
              <a:ext cx="12550" cy="12575"/>
            </a:xfrm>
            <a:custGeom>
              <a:avLst/>
              <a:gdLst/>
              <a:ahLst/>
              <a:cxnLst/>
              <a:rect l="l" t="t" r="r" b="b"/>
              <a:pathLst>
                <a:path w="502" h="503" extrusionOk="0">
                  <a:moveTo>
                    <a:pt x="252" y="0"/>
                  </a:moveTo>
                  <a:cubicBezTo>
                    <a:pt x="114" y="0"/>
                    <a:pt x="1" y="115"/>
                    <a:pt x="1" y="251"/>
                  </a:cubicBezTo>
                  <a:cubicBezTo>
                    <a:pt x="1" y="387"/>
                    <a:pt x="114" y="503"/>
                    <a:pt x="252" y="503"/>
                  </a:cubicBezTo>
                  <a:cubicBezTo>
                    <a:pt x="388" y="503"/>
                    <a:pt x="501" y="387"/>
                    <a:pt x="501" y="251"/>
                  </a:cubicBezTo>
                  <a:cubicBezTo>
                    <a:pt x="501"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6" name="Google Shape;15766;p32"/>
            <p:cNvSpPr/>
            <p:nvPr/>
          </p:nvSpPr>
          <p:spPr>
            <a:xfrm>
              <a:off x="1870375" y="4687700"/>
              <a:ext cx="12400" cy="12575"/>
            </a:xfrm>
            <a:custGeom>
              <a:avLst/>
              <a:gdLst/>
              <a:ahLst/>
              <a:cxnLst/>
              <a:rect l="l" t="t" r="r" b="b"/>
              <a:pathLst>
                <a:path w="496" h="503" extrusionOk="0">
                  <a:moveTo>
                    <a:pt x="252" y="0"/>
                  </a:moveTo>
                  <a:cubicBezTo>
                    <a:pt x="109" y="0"/>
                    <a:pt x="0" y="115"/>
                    <a:pt x="0" y="251"/>
                  </a:cubicBezTo>
                  <a:cubicBezTo>
                    <a:pt x="0" y="387"/>
                    <a:pt x="109" y="503"/>
                    <a:pt x="252" y="503"/>
                  </a:cubicBezTo>
                  <a:cubicBezTo>
                    <a:pt x="387" y="503"/>
                    <a:pt x="496" y="387"/>
                    <a:pt x="496" y="251"/>
                  </a:cubicBezTo>
                  <a:cubicBezTo>
                    <a:pt x="496" y="115"/>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7" name="Google Shape;15767;p32"/>
            <p:cNvSpPr/>
            <p:nvPr/>
          </p:nvSpPr>
          <p:spPr>
            <a:xfrm>
              <a:off x="1962150" y="4687700"/>
              <a:ext cx="12550" cy="12575"/>
            </a:xfrm>
            <a:custGeom>
              <a:avLst/>
              <a:gdLst/>
              <a:ahLst/>
              <a:cxnLst/>
              <a:rect l="l" t="t" r="r" b="b"/>
              <a:pathLst>
                <a:path w="502" h="503" extrusionOk="0">
                  <a:moveTo>
                    <a:pt x="250" y="0"/>
                  </a:moveTo>
                  <a:cubicBezTo>
                    <a:pt x="114" y="0"/>
                    <a:pt x="1" y="115"/>
                    <a:pt x="1" y="251"/>
                  </a:cubicBezTo>
                  <a:cubicBezTo>
                    <a:pt x="1" y="387"/>
                    <a:pt x="114" y="503"/>
                    <a:pt x="250" y="503"/>
                  </a:cubicBezTo>
                  <a:cubicBezTo>
                    <a:pt x="388" y="503"/>
                    <a:pt x="502" y="387"/>
                    <a:pt x="502" y="251"/>
                  </a:cubicBezTo>
                  <a:cubicBezTo>
                    <a:pt x="502" y="115"/>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8" name="Google Shape;15768;p32"/>
            <p:cNvSpPr/>
            <p:nvPr/>
          </p:nvSpPr>
          <p:spPr>
            <a:xfrm>
              <a:off x="2054075" y="4687700"/>
              <a:ext cx="12425" cy="12575"/>
            </a:xfrm>
            <a:custGeom>
              <a:avLst/>
              <a:gdLst/>
              <a:ahLst/>
              <a:cxnLst/>
              <a:rect l="l" t="t" r="r" b="b"/>
              <a:pathLst>
                <a:path w="497" h="503" extrusionOk="0">
                  <a:moveTo>
                    <a:pt x="252" y="0"/>
                  </a:moveTo>
                  <a:cubicBezTo>
                    <a:pt x="109" y="0"/>
                    <a:pt x="1" y="115"/>
                    <a:pt x="1" y="251"/>
                  </a:cubicBezTo>
                  <a:cubicBezTo>
                    <a:pt x="1" y="387"/>
                    <a:pt x="109" y="503"/>
                    <a:pt x="252" y="503"/>
                  </a:cubicBezTo>
                  <a:cubicBezTo>
                    <a:pt x="388" y="503"/>
                    <a:pt x="496" y="387"/>
                    <a:pt x="496" y="251"/>
                  </a:cubicBezTo>
                  <a:cubicBezTo>
                    <a:pt x="496"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9" name="Google Shape;15769;p32"/>
            <p:cNvSpPr/>
            <p:nvPr/>
          </p:nvSpPr>
          <p:spPr>
            <a:xfrm>
              <a:off x="2145825" y="46877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0" name="Google Shape;15770;p32"/>
            <p:cNvSpPr/>
            <p:nvPr/>
          </p:nvSpPr>
          <p:spPr>
            <a:xfrm>
              <a:off x="2237800" y="4687700"/>
              <a:ext cx="12350" cy="12575"/>
            </a:xfrm>
            <a:custGeom>
              <a:avLst/>
              <a:gdLst/>
              <a:ahLst/>
              <a:cxnLst/>
              <a:rect l="l" t="t" r="r" b="b"/>
              <a:pathLst>
                <a:path w="494" h="503" extrusionOk="0">
                  <a:moveTo>
                    <a:pt x="244" y="0"/>
                  </a:moveTo>
                  <a:cubicBezTo>
                    <a:pt x="107" y="0"/>
                    <a:pt x="0" y="115"/>
                    <a:pt x="0" y="251"/>
                  </a:cubicBezTo>
                  <a:cubicBezTo>
                    <a:pt x="0" y="387"/>
                    <a:pt x="107" y="503"/>
                    <a:pt x="244" y="503"/>
                  </a:cubicBezTo>
                  <a:cubicBezTo>
                    <a:pt x="387" y="503"/>
                    <a:pt x="494" y="387"/>
                    <a:pt x="494" y="251"/>
                  </a:cubicBezTo>
                  <a:cubicBezTo>
                    <a:pt x="494" y="115"/>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1" name="Google Shape;15771;p32"/>
            <p:cNvSpPr/>
            <p:nvPr/>
          </p:nvSpPr>
          <p:spPr>
            <a:xfrm>
              <a:off x="2329550" y="4687700"/>
              <a:ext cx="12575" cy="12575"/>
            </a:xfrm>
            <a:custGeom>
              <a:avLst/>
              <a:gdLst/>
              <a:ahLst/>
              <a:cxnLst/>
              <a:rect l="l" t="t" r="r" b="b"/>
              <a:pathLst>
                <a:path w="503" h="503" extrusionOk="0">
                  <a:moveTo>
                    <a:pt x="251" y="0"/>
                  </a:moveTo>
                  <a:cubicBezTo>
                    <a:pt x="115" y="0"/>
                    <a:pt x="0" y="115"/>
                    <a:pt x="0" y="251"/>
                  </a:cubicBezTo>
                  <a:cubicBezTo>
                    <a:pt x="0" y="387"/>
                    <a:pt x="115" y="503"/>
                    <a:pt x="251" y="503"/>
                  </a:cubicBezTo>
                  <a:cubicBezTo>
                    <a:pt x="387" y="503"/>
                    <a:pt x="502" y="387"/>
                    <a:pt x="502" y="251"/>
                  </a:cubicBezTo>
                  <a:cubicBezTo>
                    <a:pt x="502"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2" name="Google Shape;15772;p32"/>
            <p:cNvSpPr/>
            <p:nvPr/>
          </p:nvSpPr>
          <p:spPr>
            <a:xfrm>
              <a:off x="2421325" y="4687700"/>
              <a:ext cx="12550" cy="12575"/>
            </a:xfrm>
            <a:custGeom>
              <a:avLst/>
              <a:gdLst/>
              <a:ahLst/>
              <a:cxnLst/>
              <a:rect l="l" t="t" r="r" b="b"/>
              <a:pathLst>
                <a:path w="502" h="503" extrusionOk="0">
                  <a:moveTo>
                    <a:pt x="250" y="0"/>
                  </a:moveTo>
                  <a:cubicBezTo>
                    <a:pt x="114" y="0"/>
                    <a:pt x="1" y="115"/>
                    <a:pt x="1" y="251"/>
                  </a:cubicBezTo>
                  <a:cubicBezTo>
                    <a:pt x="1" y="387"/>
                    <a:pt x="114" y="503"/>
                    <a:pt x="250" y="503"/>
                  </a:cubicBezTo>
                  <a:cubicBezTo>
                    <a:pt x="395" y="503"/>
                    <a:pt x="501" y="387"/>
                    <a:pt x="501" y="251"/>
                  </a:cubicBezTo>
                  <a:cubicBezTo>
                    <a:pt x="501" y="115"/>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3" name="Google Shape;15773;p32"/>
            <p:cNvSpPr/>
            <p:nvPr/>
          </p:nvSpPr>
          <p:spPr>
            <a:xfrm>
              <a:off x="2513250" y="4687700"/>
              <a:ext cx="12575" cy="12575"/>
            </a:xfrm>
            <a:custGeom>
              <a:avLst/>
              <a:gdLst/>
              <a:ahLst/>
              <a:cxnLst/>
              <a:rect l="l" t="t" r="r" b="b"/>
              <a:pathLst>
                <a:path w="503" h="503" extrusionOk="0">
                  <a:moveTo>
                    <a:pt x="252" y="0"/>
                  </a:moveTo>
                  <a:cubicBezTo>
                    <a:pt x="109" y="0"/>
                    <a:pt x="0" y="115"/>
                    <a:pt x="0" y="251"/>
                  </a:cubicBezTo>
                  <a:cubicBezTo>
                    <a:pt x="0" y="387"/>
                    <a:pt x="109"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4" name="Google Shape;15774;p32"/>
            <p:cNvSpPr/>
            <p:nvPr/>
          </p:nvSpPr>
          <p:spPr>
            <a:xfrm>
              <a:off x="2605000" y="4687700"/>
              <a:ext cx="12575" cy="12575"/>
            </a:xfrm>
            <a:custGeom>
              <a:avLst/>
              <a:gdLst/>
              <a:ahLst/>
              <a:cxnLst/>
              <a:rect l="l" t="t" r="r" b="b"/>
              <a:pathLst>
                <a:path w="503" h="503" extrusionOk="0">
                  <a:moveTo>
                    <a:pt x="252" y="0"/>
                  </a:moveTo>
                  <a:cubicBezTo>
                    <a:pt x="116" y="0"/>
                    <a:pt x="0" y="115"/>
                    <a:pt x="0" y="251"/>
                  </a:cubicBezTo>
                  <a:cubicBezTo>
                    <a:pt x="0" y="387"/>
                    <a:pt x="116" y="503"/>
                    <a:pt x="252" y="503"/>
                  </a:cubicBezTo>
                  <a:cubicBezTo>
                    <a:pt x="387" y="503"/>
                    <a:pt x="503" y="387"/>
                    <a:pt x="503" y="251"/>
                  </a:cubicBezTo>
                  <a:cubicBezTo>
                    <a:pt x="503" y="115"/>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5" name="Google Shape;15775;p32"/>
            <p:cNvSpPr/>
            <p:nvPr/>
          </p:nvSpPr>
          <p:spPr>
            <a:xfrm>
              <a:off x="2696950" y="4687700"/>
              <a:ext cx="12375" cy="12575"/>
            </a:xfrm>
            <a:custGeom>
              <a:avLst/>
              <a:gdLst/>
              <a:ahLst/>
              <a:cxnLst/>
              <a:rect l="l" t="t" r="r" b="b"/>
              <a:pathLst>
                <a:path w="495" h="503" extrusionOk="0">
                  <a:moveTo>
                    <a:pt x="252" y="0"/>
                  </a:moveTo>
                  <a:cubicBezTo>
                    <a:pt x="108" y="0"/>
                    <a:pt x="1" y="115"/>
                    <a:pt x="1" y="251"/>
                  </a:cubicBezTo>
                  <a:cubicBezTo>
                    <a:pt x="1" y="387"/>
                    <a:pt x="108" y="503"/>
                    <a:pt x="252" y="503"/>
                  </a:cubicBezTo>
                  <a:cubicBezTo>
                    <a:pt x="388" y="503"/>
                    <a:pt x="495" y="387"/>
                    <a:pt x="495" y="251"/>
                  </a:cubicBezTo>
                  <a:cubicBezTo>
                    <a:pt x="495"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6" name="Google Shape;15776;p32"/>
            <p:cNvSpPr/>
            <p:nvPr/>
          </p:nvSpPr>
          <p:spPr>
            <a:xfrm>
              <a:off x="2788700" y="46877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7" name="Google Shape;15777;p32"/>
            <p:cNvSpPr/>
            <p:nvPr/>
          </p:nvSpPr>
          <p:spPr>
            <a:xfrm>
              <a:off x="2880675" y="4687700"/>
              <a:ext cx="12375" cy="12575"/>
            </a:xfrm>
            <a:custGeom>
              <a:avLst/>
              <a:gdLst/>
              <a:ahLst/>
              <a:cxnLst/>
              <a:rect l="l" t="t" r="r" b="b"/>
              <a:pathLst>
                <a:path w="495" h="503" extrusionOk="0">
                  <a:moveTo>
                    <a:pt x="243" y="0"/>
                  </a:moveTo>
                  <a:cubicBezTo>
                    <a:pt x="107" y="0"/>
                    <a:pt x="0" y="115"/>
                    <a:pt x="0" y="251"/>
                  </a:cubicBezTo>
                  <a:cubicBezTo>
                    <a:pt x="0" y="387"/>
                    <a:pt x="107" y="503"/>
                    <a:pt x="243" y="503"/>
                  </a:cubicBezTo>
                  <a:cubicBezTo>
                    <a:pt x="387" y="503"/>
                    <a:pt x="494" y="387"/>
                    <a:pt x="494" y="251"/>
                  </a:cubicBezTo>
                  <a:cubicBezTo>
                    <a:pt x="494" y="115"/>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8" name="Google Shape;15778;p32"/>
            <p:cNvSpPr/>
            <p:nvPr/>
          </p:nvSpPr>
          <p:spPr>
            <a:xfrm>
              <a:off x="2972425" y="4687700"/>
              <a:ext cx="12575" cy="12575"/>
            </a:xfrm>
            <a:custGeom>
              <a:avLst/>
              <a:gdLst/>
              <a:ahLst/>
              <a:cxnLst/>
              <a:rect l="l" t="t" r="r" b="b"/>
              <a:pathLst>
                <a:path w="503" h="503" extrusionOk="0">
                  <a:moveTo>
                    <a:pt x="251" y="0"/>
                  </a:moveTo>
                  <a:cubicBezTo>
                    <a:pt x="115" y="0"/>
                    <a:pt x="0" y="115"/>
                    <a:pt x="0" y="251"/>
                  </a:cubicBezTo>
                  <a:cubicBezTo>
                    <a:pt x="0" y="387"/>
                    <a:pt x="115" y="503"/>
                    <a:pt x="251" y="503"/>
                  </a:cubicBezTo>
                  <a:cubicBezTo>
                    <a:pt x="387" y="503"/>
                    <a:pt x="503" y="387"/>
                    <a:pt x="503" y="251"/>
                  </a:cubicBezTo>
                  <a:cubicBezTo>
                    <a:pt x="503"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9" name="Google Shape;15779;p32"/>
            <p:cNvSpPr/>
            <p:nvPr/>
          </p:nvSpPr>
          <p:spPr>
            <a:xfrm>
              <a:off x="3064375" y="4687700"/>
              <a:ext cx="12375" cy="12575"/>
            </a:xfrm>
            <a:custGeom>
              <a:avLst/>
              <a:gdLst/>
              <a:ahLst/>
              <a:cxnLst/>
              <a:rect l="l" t="t" r="r" b="b"/>
              <a:pathLst>
                <a:path w="495" h="503" extrusionOk="0">
                  <a:moveTo>
                    <a:pt x="243" y="0"/>
                  </a:moveTo>
                  <a:cubicBezTo>
                    <a:pt x="107" y="0"/>
                    <a:pt x="1" y="115"/>
                    <a:pt x="1" y="251"/>
                  </a:cubicBezTo>
                  <a:cubicBezTo>
                    <a:pt x="1" y="387"/>
                    <a:pt x="107" y="503"/>
                    <a:pt x="243" y="503"/>
                  </a:cubicBezTo>
                  <a:cubicBezTo>
                    <a:pt x="388" y="503"/>
                    <a:pt x="495" y="387"/>
                    <a:pt x="495" y="251"/>
                  </a:cubicBezTo>
                  <a:cubicBezTo>
                    <a:pt x="495" y="115"/>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0" name="Google Shape;15780;p32"/>
            <p:cNvSpPr/>
            <p:nvPr/>
          </p:nvSpPr>
          <p:spPr>
            <a:xfrm>
              <a:off x="3156125" y="46877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1" name="Google Shape;15781;p32"/>
            <p:cNvSpPr/>
            <p:nvPr/>
          </p:nvSpPr>
          <p:spPr>
            <a:xfrm>
              <a:off x="3247875" y="4687700"/>
              <a:ext cx="12575" cy="12575"/>
            </a:xfrm>
            <a:custGeom>
              <a:avLst/>
              <a:gdLst/>
              <a:ahLst/>
              <a:cxnLst/>
              <a:rect l="l" t="t" r="r" b="b"/>
              <a:pathLst>
                <a:path w="503"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2" name="Google Shape;15782;p32"/>
            <p:cNvSpPr/>
            <p:nvPr/>
          </p:nvSpPr>
          <p:spPr>
            <a:xfrm>
              <a:off x="3339850" y="4687700"/>
              <a:ext cx="12525" cy="12575"/>
            </a:xfrm>
            <a:custGeom>
              <a:avLst/>
              <a:gdLst/>
              <a:ahLst/>
              <a:cxnLst/>
              <a:rect l="l" t="t" r="r" b="b"/>
              <a:pathLst>
                <a:path w="501" h="503" extrusionOk="0">
                  <a:moveTo>
                    <a:pt x="251" y="0"/>
                  </a:moveTo>
                  <a:cubicBezTo>
                    <a:pt x="107" y="0"/>
                    <a:pt x="0" y="115"/>
                    <a:pt x="0" y="251"/>
                  </a:cubicBezTo>
                  <a:cubicBezTo>
                    <a:pt x="0" y="387"/>
                    <a:pt x="107" y="503"/>
                    <a:pt x="251" y="503"/>
                  </a:cubicBezTo>
                  <a:cubicBezTo>
                    <a:pt x="387" y="503"/>
                    <a:pt x="501" y="387"/>
                    <a:pt x="501" y="251"/>
                  </a:cubicBezTo>
                  <a:cubicBezTo>
                    <a:pt x="501" y="115"/>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3" name="Google Shape;15783;p32"/>
            <p:cNvSpPr/>
            <p:nvPr/>
          </p:nvSpPr>
          <p:spPr>
            <a:xfrm>
              <a:off x="3431575" y="4687700"/>
              <a:ext cx="12600" cy="12575"/>
            </a:xfrm>
            <a:custGeom>
              <a:avLst/>
              <a:gdLst/>
              <a:ahLst/>
              <a:cxnLst/>
              <a:rect l="l" t="t" r="r" b="b"/>
              <a:pathLst>
                <a:path w="504" h="503" extrusionOk="0">
                  <a:moveTo>
                    <a:pt x="252" y="0"/>
                  </a:moveTo>
                  <a:cubicBezTo>
                    <a:pt x="116" y="0"/>
                    <a:pt x="1" y="115"/>
                    <a:pt x="1" y="251"/>
                  </a:cubicBezTo>
                  <a:cubicBezTo>
                    <a:pt x="1" y="387"/>
                    <a:pt x="116" y="503"/>
                    <a:pt x="252" y="503"/>
                  </a:cubicBezTo>
                  <a:cubicBezTo>
                    <a:pt x="388" y="503"/>
                    <a:pt x="503" y="387"/>
                    <a:pt x="503" y="251"/>
                  </a:cubicBezTo>
                  <a:cubicBezTo>
                    <a:pt x="503" y="115"/>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4" name="Google Shape;15784;p32"/>
            <p:cNvSpPr/>
            <p:nvPr/>
          </p:nvSpPr>
          <p:spPr>
            <a:xfrm>
              <a:off x="3523550" y="4687700"/>
              <a:ext cx="12375" cy="12575"/>
            </a:xfrm>
            <a:custGeom>
              <a:avLst/>
              <a:gdLst/>
              <a:ahLst/>
              <a:cxnLst/>
              <a:rect l="l" t="t" r="r" b="b"/>
              <a:pathLst>
                <a:path w="495" h="503" extrusionOk="0">
                  <a:moveTo>
                    <a:pt x="250" y="0"/>
                  </a:moveTo>
                  <a:cubicBezTo>
                    <a:pt x="107" y="0"/>
                    <a:pt x="0" y="115"/>
                    <a:pt x="0" y="251"/>
                  </a:cubicBezTo>
                  <a:cubicBezTo>
                    <a:pt x="0" y="387"/>
                    <a:pt x="107" y="503"/>
                    <a:pt x="250" y="503"/>
                  </a:cubicBezTo>
                  <a:cubicBezTo>
                    <a:pt x="388" y="503"/>
                    <a:pt x="494" y="387"/>
                    <a:pt x="494" y="251"/>
                  </a:cubicBezTo>
                  <a:cubicBezTo>
                    <a:pt x="494" y="115"/>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5" name="Google Shape;15785;p32"/>
            <p:cNvSpPr/>
            <p:nvPr/>
          </p:nvSpPr>
          <p:spPr>
            <a:xfrm>
              <a:off x="676400" y="4779625"/>
              <a:ext cx="12600" cy="12400"/>
            </a:xfrm>
            <a:custGeom>
              <a:avLst/>
              <a:gdLst/>
              <a:ahLst/>
              <a:cxnLst/>
              <a:rect l="l" t="t" r="r" b="b"/>
              <a:pathLst>
                <a:path w="504" h="496" extrusionOk="0">
                  <a:moveTo>
                    <a:pt x="252" y="0"/>
                  </a:moveTo>
                  <a:cubicBezTo>
                    <a:pt x="116" y="0"/>
                    <a:pt x="1" y="108"/>
                    <a:pt x="1" y="251"/>
                  </a:cubicBezTo>
                  <a:cubicBezTo>
                    <a:pt x="1" y="387"/>
                    <a:pt x="116" y="496"/>
                    <a:pt x="252" y="496"/>
                  </a:cubicBezTo>
                  <a:cubicBezTo>
                    <a:pt x="388" y="496"/>
                    <a:pt x="503" y="387"/>
                    <a:pt x="503" y="251"/>
                  </a:cubicBezTo>
                  <a:cubicBezTo>
                    <a:pt x="503"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6" name="Google Shape;15786;p32"/>
            <p:cNvSpPr/>
            <p:nvPr/>
          </p:nvSpPr>
          <p:spPr>
            <a:xfrm>
              <a:off x="768325" y="4779625"/>
              <a:ext cx="12400" cy="12400"/>
            </a:xfrm>
            <a:custGeom>
              <a:avLst/>
              <a:gdLst/>
              <a:ahLst/>
              <a:cxnLst/>
              <a:rect l="l" t="t" r="r" b="b"/>
              <a:pathLst>
                <a:path w="496" h="496" extrusionOk="0">
                  <a:moveTo>
                    <a:pt x="245" y="0"/>
                  </a:moveTo>
                  <a:cubicBezTo>
                    <a:pt x="109" y="0"/>
                    <a:pt x="0" y="108"/>
                    <a:pt x="0" y="251"/>
                  </a:cubicBezTo>
                  <a:cubicBezTo>
                    <a:pt x="0" y="387"/>
                    <a:pt x="109" y="496"/>
                    <a:pt x="245" y="496"/>
                  </a:cubicBezTo>
                  <a:cubicBezTo>
                    <a:pt x="388" y="496"/>
                    <a:pt x="496" y="387"/>
                    <a:pt x="496" y="251"/>
                  </a:cubicBezTo>
                  <a:cubicBezTo>
                    <a:pt x="496" y="108"/>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7" name="Google Shape;15787;p32"/>
            <p:cNvSpPr/>
            <p:nvPr/>
          </p:nvSpPr>
          <p:spPr>
            <a:xfrm>
              <a:off x="860125" y="4779625"/>
              <a:ext cx="12525" cy="12400"/>
            </a:xfrm>
            <a:custGeom>
              <a:avLst/>
              <a:gdLst/>
              <a:ahLst/>
              <a:cxnLst/>
              <a:rect l="l" t="t" r="r" b="b"/>
              <a:pathLst>
                <a:path w="501" h="496" extrusionOk="0">
                  <a:moveTo>
                    <a:pt x="251" y="0"/>
                  </a:moveTo>
                  <a:cubicBezTo>
                    <a:pt x="114" y="0"/>
                    <a:pt x="0" y="108"/>
                    <a:pt x="0" y="251"/>
                  </a:cubicBezTo>
                  <a:cubicBezTo>
                    <a:pt x="0" y="387"/>
                    <a:pt x="114" y="496"/>
                    <a:pt x="251" y="496"/>
                  </a:cubicBezTo>
                  <a:cubicBezTo>
                    <a:pt x="387" y="496"/>
                    <a:pt x="501" y="387"/>
                    <a:pt x="501" y="251"/>
                  </a:cubicBezTo>
                  <a:cubicBezTo>
                    <a:pt x="501" y="108"/>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8" name="Google Shape;15788;p32"/>
            <p:cNvSpPr/>
            <p:nvPr/>
          </p:nvSpPr>
          <p:spPr>
            <a:xfrm>
              <a:off x="951850" y="4779625"/>
              <a:ext cx="12600" cy="12400"/>
            </a:xfrm>
            <a:custGeom>
              <a:avLst/>
              <a:gdLst/>
              <a:ahLst/>
              <a:cxnLst/>
              <a:rect l="l" t="t" r="r" b="b"/>
              <a:pathLst>
                <a:path w="504" h="496" extrusionOk="0">
                  <a:moveTo>
                    <a:pt x="252" y="0"/>
                  </a:moveTo>
                  <a:cubicBezTo>
                    <a:pt x="116" y="0"/>
                    <a:pt x="1" y="108"/>
                    <a:pt x="1" y="251"/>
                  </a:cubicBezTo>
                  <a:cubicBezTo>
                    <a:pt x="1" y="387"/>
                    <a:pt x="116" y="496"/>
                    <a:pt x="252" y="496"/>
                  </a:cubicBezTo>
                  <a:cubicBezTo>
                    <a:pt x="388" y="496"/>
                    <a:pt x="503" y="387"/>
                    <a:pt x="503" y="251"/>
                  </a:cubicBezTo>
                  <a:cubicBezTo>
                    <a:pt x="503"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9" name="Google Shape;15789;p32"/>
            <p:cNvSpPr/>
            <p:nvPr/>
          </p:nvSpPr>
          <p:spPr>
            <a:xfrm>
              <a:off x="1043825" y="4779625"/>
              <a:ext cx="12375" cy="12400"/>
            </a:xfrm>
            <a:custGeom>
              <a:avLst/>
              <a:gdLst/>
              <a:ahLst/>
              <a:cxnLst/>
              <a:rect l="l" t="t" r="r" b="b"/>
              <a:pathLst>
                <a:path w="495" h="496" extrusionOk="0">
                  <a:moveTo>
                    <a:pt x="250" y="0"/>
                  </a:moveTo>
                  <a:cubicBezTo>
                    <a:pt x="107" y="0"/>
                    <a:pt x="0" y="108"/>
                    <a:pt x="0" y="251"/>
                  </a:cubicBezTo>
                  <a:cubicBezTo>
                    <a:pt x="0" y="387"/>
                    <a:pt x="107" y="496"/>
                    <a:pt x="250" y="496"/>
                  </a:cubicBezTo>
                  <a:cubicBezTo>
                    <a:pt x="388" y="496"/>
                    <a:pt x="494" y="387"/>
                    <a:pt x="494" y="251"/>
                  </a:cubicBezTo>
                  <a:cubicBezTo>
                    <a:pt x="494" y="108"/>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0" name="Google Shape;15790;p32"/>
            <p:cNvSpPr/>
            <p:nvPr/>
          </p:nvSpPr>
          <p:spPr>
            <a:xfrm>
              <a:off x="1135575" y="4779625"/>
              <a:ext cx="12575" cy="12400"/>
            </a:xfrm>
            <a:custGeom>
              <a:avLst/>
              <a:gdLst/>
              <a:ahLst/>
              <a:cxnLst/>
              <a:rect l="l" t="t" r="r" b="b"/>
              <a:pathLst>
                <a:path w="503" h="496" extrusionOk="0">
                  <a:moveTo>
                    <a:pt x="252" y="0"/>
                  </a:moveTo>
                  <a:cubicBezTo>
                    <a:pt x="116" y="0"/>
                    <a:pt x="0" y="108"/>
                    <a:pt x="0" y="251"/>
                  </a:cubicBezTo>
                  <a:cubicBezTo>
                    <a:pt x="0" y="387"/>
                    <a:pt x="116" y="496"/>
                    <a:pt x="252" y="496"/>
                  </a:cubicBezTo>
                  <a:cubicBezTo>
                    <a:pt x="387" y="496"/>
                    <a:pt x="503" y="387"/>
                    <a:pt x="503" y="251"/>
                  </a:cubicBezTo>
                  <a:cubicBezTo>
                    <a:pt x="503" y="108"/>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1" name="Google Shape;15791;p32"/>
            <p:cNvSpPr/>
            <p:nvPr/>
          </p:nvSpPr>
          <p:spPr>
            <a:xfrm>
              <a:off x="1227500" y="4779625"/>
              <a:ext cx="12400" cy="12400"/>
            </a:xfrm>
            <a:custGeom>
              <a:avLst/>
              <a:gdLst/>
              <a:ahLst/>
              <a:cxnLst/>
              <a:rect l="l" t="t" r="r" b="b"/>
              <a:pathLst>
                <a:path w="496" h="496" extrusionOk="0">
                  <a:moveTo>
                    <a:pt x="251" y="0"/>
                  </a:moveTo>
                  <a:cubicBezTo>
                    <a:pt x="109" y="0"/>
                    <a:pt x="0" y="108"/>
                    <a:pt x="0" y="251"/>
                  </a:cubicBezTo>
                  <a:cubicBezTo>
                    <a:pt x="0" y="387"/>
                    <a:pt x="109" y="496"/>
                    <a:pt x="251" y="496"/>
                  </a:cubicBezTo>
                  <a:cubicBezTo>
                    <a:pt x="387" y="496"/>
                    <a:pt x="496" y="387"/>
                    <a:pt x="496" y="251"/>
                  </a:cubicBezTo>
                  <a:cubicBezTo>
                    <a:pt x="496" y="108"/>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2" name="Google Shape;15792;p32"/>
            <p:cNvSpPr/>
            <p:nvPr/>
          </p:nvSpPr>
          <p:spPr>
            <a:xfrm>
              <a:off x="1319275" y="4779625"/>
              <a:ext cx="12550" cy="12400"/>
            </a:xfrm>
            <a:custGeom>
              <a:avLst/>
              <a:gdLst/>
              <a:ahLst/>
              <a:cxnLst/>
              <a:rect l="l" t="t" r="r" b="b"/>
              <a:pathLst>
                <a:path w="502" h="496" extrusionOk="0">
                  <a:moveTo>
                    <a:pt x="252" y="0"/>
                  </a:moveTo>
                  <a:cubicBezTo>
                    <a:pt x="114" y="0"/>
                    <a:pt x="1" y="108"/>
                    <a:pt x="1" y="251"/>
                  </a:cubicBezTo>
                  <a:cubicBezTo>
                    <a:pt x="1" y="387"/>
                    <a:pt x="114" y="496"/>
                    <a:pt x="252" y="496"/>
                  </a:cubicBezTo>
                  <a:cubicBezTo>
                    <a:pt x="388" y="496"/>
                    <a:pt x="501" y="387"/>
                    <a:pt x="501" y="251"/>
                  </a:cubicBezTo>
                  <a:cubicBezTo>
                    <a:pt x="501"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3" name="Google Shape;15793;p32"/>
            <p:cNvSpPr/>
            <p:nvPr/>
          </p:nvSpPr>
          <p:spPr>
            <a:xfrm>
              <a:off x="1411200" y="4779625"/>
              <a:ext cx="12425" cy="12400"/>
            </a:xfrm>
            <a:custGeom>
              <a:avLst/>
              <a:gdLst/>
              <a:ahLst/>
              <a:cxnLst/>
              <a:rect l="l" t="t" r="r" b="b"/>
              <a:pathLst>
                <a:path w="497" h="496" extrusionOk="0">
                  <a:moveTo>
                    <a:pt x="245" y="0"/>
                  </a:moveTo>
                  <a:cubicBezTo>
                    <a:pt x="109" y="0"/>
                    <a:pt x="1" y="108"/>
                    <a:pt x="1" y="251"/>
                  </a:cubicBezTo>
                  <a:cubicBezTo>
                    <a:pt x="1" y="387"/>
                    <a:pt x="109" y="496"/>
                    <a:pt x="245" y="496"/>
                  </a:cubicBezTo>
                  <a:cubicBezTo>
                    <a:pt x="388" y="496"/>
                    <a:pt x="496" y="387"/>
                    <a:pt x="496" y="251"/>
                  </a:cubicBezTo>
                  <a:cubicBezTo>
                    <a:pt x="496" y="108"/>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4" name="Google Shape;15794;p32"/>
            <p:cNvSpPr/>
            <p:nvPr/>
          </p:nvSpPr>
          <p:spPr>
            <a:xfrm>
              <a:off x="1503000" y="4779625"/>
              <a:ext cx="12525" cy="12400"/>
            </a:xfrm>
            <a:custGeom>
              <a:avLst/>
              <a:gdLst/>
              <a:ahLst/>
              <a:cxnLst/>
              <a:rect l="l" t="t" r="r" b="b"/>
              <a:pathLst>
                <a:path w="501" h="496" extrusionOk="0">
                  <a:moveTo>
                    <a:pt x="250" y="0"/>
                  </a:moveTo>
                  <a:cubicBezTo>
                    <a:pt x="114" y="0"/>
                    <a:pt x="0" y="108"/>
                    <a:pt x="0" y="251"/>
                  </a:cubicBezTo>
                  <a:cubicBezTo>
                    <a:pt x="0" y="387"/>
                    <a:pt x="114" y="496"/>
                    <a:pt x="250" y="496"/>
                  </a:cubicBezTo>
                  <a:cubicBezTo>
                    <a:pt x="387" y="496"/>
                    <a:pt x="501" y="387"/>
                    <a:pt x="501" y="251"/>
                  </a:cubicBezTo>
                  <a:cubicBezTo>
                    <a:pt x="501" y="108"/>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5" name="Google Shape;15795;p32"/>
            <p:cNvSpPr/>
            <p:nvPr/>
          </p:nvSpPr>
          <p:spPr>
            <a:xfrm>
              <a:off x="1594750" y="4779625"/>
              <a:ext cx="12575" cy="12400"/>
            </a:xfrm>
            <a:custGeom>
              <a:avLst/>
              <a:gdLst/>
              <a:ahLst/>
              <a:cxnLst/>
              <a:rect l="l" t="t" r="r" b="b"/>
              <a:pathLst>
                <a:path w="503" h="496" extrusionOk="0">
                  <a:moveTo>
                    <a:pt x="251" y="0"/>
                  </a:moveTo>
                  <a:cubicBezTo>
                    <a:pt x="115" y="0"/>
                    <a:pt x="0" y="108"/>
                    <a:pt x="0" y="251"/>
                  </a:cubicBezTo>
                  <a:cubicBezTo>
                    <a:pt x="0" y="387"/>
                    <a:pt x="115" y="496"/>
                    <a:pt x="251" y="496"/>
                  </a:cubicBezTo>
                  <a:cubicBezTo>
                    <a:pt x="394" y="496"/>
                    <a:pt x="503" y="387"/>
                    <a:pt x="503" y="251"/>
                  </a:cubicBezTo>
                  <a:cubicBezTo>
                    <a:pt x="503" y="108"/>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6" name="Google Shape;15796;p32"/>
            <p:cNvSpPr/>
            <p:nvPr/>
          </p:nvSpPr>
          <p:spPr>
            <a:xfrm>
              <a:off x="1686650" y="4779625"/>
              <a:ext cx="12600" cy="12400"/>
            </a:xfrm>
            <a:custGeom>
              <a:avLst/>
              <a:gdLst/>
              <a:ahLst/>
              <a:cxnLst/>
              <a:rect l="l" t="t" r="r" b="b"/>
              <a:pathLst>
                <a:path w="504" h="496" extrusionOk="0">
                  <a:moveTo>
                    <a:pt x="252" y="0"/>
                  </a:moveTo>
                  <a:cubicBezTo>
                    <a:pt x="116" y="0"/>
                    <a:pt x="1" y="108"/>
                    <a:pt x="1" y="251"/>
                  </a:cubicBezTo>
                  <a:cubicBezTo>
                    <a:pt x="1" y="387"/>
                    <a:pt x="116" y="496"/>
                    <a:pt x="252" y="496"/>
                  </a:cubicBezTo>
                  <a:cubicBezTo>
                    <a:pt x="388" y="496"/>
                    <a:pt x="503" y="387"/>
                    <a:pt x="503" y="251"/>
                  </a:cubicBezTo>
                  <a:cubicBezTo>
                    <a:pt x="503"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7" name="Google Shape;15797;p32"/>
            <p:cNvSpPr/>
            <p:nvPr/>
          </p:nvSpPr>
          <p:spPr>
            <a:xfrm>
              <a:off x="1778450" y="4779625"/>
              <a:ext cx="12550" cy="12400"/>
            </a:xfrm>
            <a:custGeom>
              <a:avLst/>
              <a:gdLst/>
              <a:ahLst/>
              <a:cxnLst/>
              <a:rect l="l" t="t" r="r" b="b"/>
              <a:pathLst>
                <a:path w="502" h="496" extrusionOk="0">
                  <a:moveTo>
                    <a:pt x="252" y="0"/>
                  </a:moveTo>
                  <a:cubicBezTo>
                    <a:pt x="114" y="0"/>
                    <a:pt x="1" y="108"/>
                    <a:pt x="1" y="251"/>
                  </a:cubicBezTo>
                  <a:cubicBezTo>
                    <a:pt x="1" y="387"/>
                    <a:pt x="114" y="496"/>
                    <a:pt x="252" y="496"/>
                  </a:cubicBezTo>
                  <a:cubicBezTo>
                    <a:pt x="388" y="496"/>
                    <a:pt x="501" y="387"/>
                    <a:pt x="501" y="251"/>
                  </a:cubicBezTo>
                  <a:cubicBezTo>
                    <a:pt x="501"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8" name="Google Shape;15798;p32"/>
            <p:cNvSpPr/>
            <p:nvPr/>
          </p:nvSpPr>
          <p:spPr>
            <a:xfrm>
              <a:off x="1870375" y="4779625"/>
              <a:ext cx="12400" cy="12400"/>
            </a:xfrm>
            <a:custGeom>
              <a:avLst/>
              <a:gdLst/>
              <a:ahLst/>
              <a:cxnLst/>
              <a:rect l="l" t="t" r="r" b="b"/>
              <a:pathLst>
                <a:path w="496" h="496" extrusionOk="0">
                  <a:moveTo>
                    <a:pt x="252" y="0"/>
                  </a:moveTo>
                  <a:cubicBezTo>
                    <a:pt x="109" y="0"/>
                    <a:pt x="0" y="108"/>
                    <a:pt x="0" y="251"/>
                  </a:cubicBezTo>
                  <a:cubicBezTo>
                    <a:pt x="0" y="387"/>
                    <a:pt x="109" y="496"/>
                    <a:pt x="252" y="496"/>
                  </a:cubicBezTo>
                  <a:cubicBezTo>
                    <a:pt x="387" y="496"/>
                    <a:pt x="496" y="387"/>
                    <a:pt x="496" y="251"/>
                  </a:cubicBezTo>
                  <a:cubicBezTo>
                    <a:pt x="496" y="108"/>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9" name="Google Shape;15799;p32"/>
            <p:cNvSpPr/>
            <p:nvPr/>
          </p:nvSpPr>
          <p:spPr>
            <a:xfrm>
              <a:off x="1962150" y="4779625"/>
              <a:ext cx="12550" cy="12400"/>
            </a:xfrm>
            <a:custGeom>
              <a:avLst/>
              <a:gdLst/>
              <a:ahLst/>
              <a:cxnLst/>
              <a:rect l="l" t="t" r="r" b="b"/>
              <a:pathLst>
                <a:path w="502" h="496" extrusionOk="0">
                  <a:moveTo>
                    <a:pt x="250" y="0"/>
                  </a:moveTo>
                  <a:cubicBezTo>
                    <a:pt x="114" y="0"/>
                    <a:pt x="1" y="108"/>
                    <a:pt x="1" y="251"/>
                  </a:cubicBezTo>
                  <a:cubicBezTo>
                    <a:pt x="1" y="387"/>
                    <a:pt x="114" y="496"/>
                    <a:pt x="250" y="496"/>
                  </a:cubicBezTo>
                  <a:cubicBezTo>
                    <a:pt x="388" y="496"/>
                    <a:pt x="502" y="387"/>
                    <a:pt x="502" y="251"/>
                  </a:cubicBezTo>
                  <a:cubicBezTo>
                    <a:pt x="502" y="108"/>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0" name="Google Shape;15800;p32"/>
            <p:cNvSpPr/>
            <p:nvPr/>
          </p:nvSpPr>
          <p:spPr>
            <a:xfrm>
              <a:off x="2054075" y="4779625"/>
              <a:ext cx="12425" cy="12400"/>
            </a:xfrm>
            <a:custGeom>
              <a:avLst/>
              <a:gdLst/>
              <a:ahLst/>
              <a:cxnLst/>
              <a:rect l="l" t="t" r="r" b="b"/>
              <a:pathLst>
                <a:path w="497" h="496" extrusionOk="0">
                  <a:moveTo>
                    <a:pt x="252" y="0"/>
                  </a:moveTo>
                  <a:cubicBezTo>
                    <a:pt x="109" y="0"/>
                    <a:pt x="1" y="108"/>
                    <a:pt x="1" y="251"/>
                  </a:cubicBezTo>
                  <a:cubicBezTo>
                    <a:pt x="1" y="387"/>
                    <a:pt x="109" y="496"/>
                    <a:pt x="252" y="496"/>
                  </a:cubicBezTo>
                  <a:cubicBezTo>
                    <a:pt x="388" y="496"/>
                    <a:pt x="496" y="387"/>
                    <a:pt x="496" y="251"/>
                  </a:cubicBezTo>
                  <a:cubicBezTo>
                    <a:pt x="496"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1" name="Google Shape;15801;p32"/>
            <p:cNvSpPr/>
            <p:nvPr/>
          </p:nvSpPr>
          <p:spPr>
            <a:xfrm>
              <a:off x="2145825" y="4779625"/>
              <a:ext cx="12600" cy="12400"/>
            </a:xfrm>
            <a:custGeom>
              <a:avLst/>
              <a:gdLst/>
              <a:ahLst/>
              <a:cxnLst/>
              <a:rect l="l" t="t" r="r" b="b"/>
              <a:pathLst>
                <a:path w="504" h="496" extrusionOk="0">
                  <a:moveTo>
                    <a:pt x="252" y="0"/>
                  </a:moveTo>
                  <a:cubicBezTo>
                    <a:pt x="116" y="0"/>
                    <a:pt x="1" y="108"/>
                    <a:pt x="1" y="251"/>
                  </a:cubicBezTo>
                  <a:cubicBezTo>
                    <a:pt x="1" y="387"/>
                    <a:pt x="116" y="496"/>
                    <a:pt x="252" y="496"/>
                  </a:cubicBezTo>
                  <a:cubicBezTo>
                    <a:pt x="388" y="496"/>
                    <a:pt x="503" y="387"/>
                    <a:pt x="503" y="251"/>
                  </a:cubicBezTo>
                  <a:cubicBezTo>
                    <a:pt x="503"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2" name="Google Shape;15802;p32"/>
            <p:cNvSpPr/>
            <p:nvPr/>
          </p:nvSpPr>
          <p:spPr>
            <a:xfrm>
              <a:off x="2237800" y="4779625"/>
              <a:ext cx="12350" cy="12400"/>
            </a:xfrm>
            <a:custGeom>
              <a:avLst/>
              <a:gdLst/>
              <a:ahLst/>
              <a:cxnLst/>
              <a:rect l="l" t="t" r="r" b="b"/>
              <a:pathLst>
                <a:path w="494" h="496" extrusionOk="0">
                  <a:moveTo>
                    <a:pt x="244" y="0"/>
                  </a:moveTo>
                  <a:cubicBezTo>
                    <a:pt x="107" y="0"/>
                    <a:pt x="0" y="108"/>
                    <a:pt x="0" y="251"/>
                  </a:cubicBezTo>
                  <a:cubicBezTo>
                    <a:pt x="0" y="387"/>
                    <a:pt x="107" y="496"/>
                    <a:pt x="244" y="496"/>
                  </a:cubicBezTo>
                  <a:cubicBezTo>
                    <a:pt x="387" y="496"/>
                    <a:pt x="494" y="387"/>
                    <a:pt x="494" y="251"/>
                  </a:cubicBezTo>
                  <a:cubicBezTo>
                    <a:pt x="494" y="108"/>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3" name="Google Shape;15803;p32"/>
            <p:cNvSpPr/>
            <p:nvPr/>
          </p:nvSpPr>
          <p:spPr>
            <a:xfrm>
              <a:off x="2329550" y="4779625"/>
              <a:ext cx="12575" cy="12400"/>
            </a:xfrm>
            <a:custGeom>
              <a:avLst/>
              <a:gdLst/>
              <a:ahLst/>
              <a:cxnLst/>
              <a:rect l="l" t="t" r="r" b="b"/>
              <a:pathLst>
                <a:path w="503" h="496" extrusionOk="0">
                  <a:moveTo>
                    <a:pt x="251" y="0"/>
                  </a:moveTo>
                  <a:cubicBezTo>
                    <a:pt x="115" y="0"/>
                    <a:pt x="0" y="108"/>
                    <a:pt x="0" y="251"/>
                  </a:cubicBezTo>
                  <a:cubicBezTo>
                    <a:pt x="0" y="387"/>
                    <a:pt x="115" y="496"/>
                    <a:pt x="251" y="496"/>
                  </a:cubicBezTo>
                  <a:cubicBezTo>
                    <a:pt x="387" y="496"/>
                    <a:pt x="502" y="387"/>
                    <a:pt x="502" y="251"/>
                  </a:cubicBezTo>
                  <a:cubicBezTo>
                    <a:pt x="502" y="108"/>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4" name="Google Shape;15804;p32"/>
            <p:cNvSpPr/>
            <p:nvPr/>
          </p:nvSpPr>
          <p:spPr>
            <a:xfrm>
              <a:off x="2421325" y="4779625"/>
              <a:ext cx="12550" cy="12400"/>
            </a:xfrm>
            <a:custGeom>
              <a:avLst/>
              <a:gdLst/>
              <a:ahLst/>
              <a:cxnLst/>
              <a:rect l="l" t="t" r="r" b="b"/>
              <a:pathLst>
                <a:path w="502" h="496" extrusionOk="0">
                  <a:moveTo>
                    <a:pt x="250" y="0"/>
                  </a:moveTo>
                  <a:cubicBezTo>
                    <a:pt x="114" y="0"/>
                    <a:pt x="1" y="108"/>
                    <a:pt x="1" y="251"/>
                  </a:cubicBezTo>
                  <a:cubicBezTo>
                    <a:pt x="1" y="387"/>
                    <a:pt x="114" y="496"/>
                    <a:pt x="250" y="496"/>
                  </a:cubicBezTo>
                  <a:cubicBezTo>
                    <a:pt x="395" y="496"/>
                    <a:pt x="501" y="387"/>
                    <a:pt x="501" y="251"/>
                  </a:cubicBezTo>
                  <a:cubicBezTo>
                    <a:pt x="501" y="108"/>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5" name="Google Shape;15805;p32"/>
            <p:cNvSpPr/>
            <p:nvPr/>
          </p:nvSpPr>
          <p:spPr>
            <a:xfrm>
              <a:off x="2513250" y="4779625"/>
              <a:ext cx="12575" cy="12400"/>
            </a:xfrm>
            <a:custGeom>
              <a:avLst/>
              <a:gdLst/>
              <a:ahLst/>
              <a:cxnLst/>
              <a:rect l="l" t="t" r="r" b="b"/>
              <a:pathLst>
                <a:path w="503" h="496" extrusionOk="0">
                  <a:moveTo>
                    <a:pt x="252" y="0"/>
                  </a:moveTo>
                  <a:cubicBezTo>
                    <a:pt x="109" y="0"/>
                    <a:pt x="0" y="108"/>
                    <a:pt x="0" y="251"/>
                  </a:cubicBezTo>
                  <a:cubicBezTo>
                    <a:pt x="0" y="387"/>
                    <a:pt x="109" y="496"/>
                    <a:pt x="252" y="496"/>
                  </a:cubicBezTo>
                  <a:cubicBezTo>
                    <a:pt x="388" y="496"/>
                    <a:pt x="503" y="387"/>
                    <a:pt x="503" y="251"/>
                  </a:cubicBezTo>
                  <a:cubicBezTo>
                    <a:pt x="503"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6" name="Google Shape;15806;p32"/>
            <p:cNvSpPr/>
            <p:nvPr/>
          </p:nvSpPr>
          <p:spPr>
            <a:xfrm>
              <a:off x="2605000" y="4779625"/>
              <a:ext cx="12575" cy="12400"/>
            </a:xfrm>
            <a:custGeom>
              <a:avLst/>
              <a:gdLst/>
              <a:ahLst/>
              <a:cxnLst/>
              <a:rect l="l" t="t" r="r" b="b"/>
              <a:pathLst>
                <a:path w="503" h="496" extrusionOk="0">
                  <a:moveTo>
                    <a:pt x="252" y="0"/>
                  </a:moveTo>
                  <a:cubicBezTo>
                    <a:pt x="116" y="0"/>
                    <a:pt x="0" y="108"/>
                    <a:pt x="0" y="251"/>
                  </a:cubicBezTo>
                  <a:cubicBezTo>
                    <a:pt x="0" y="387"/>
                    <a:pt x="116" y="496"/>
                    <a:pt x="252" y="496"/>
                  </a:cubicBezTo>
                  <a:cubicBezTo>
                    <a:pt x="387" y="496"/>
                    <a:pt x="503" y="387"/>
                    <a:pt x="503" y="251"/>
                  </a:cubicBezTo>
                  <a:cubicBezTo>
                    <a:pt x="503" y="108"/>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7" name="Google Shape;15807;p32"/>
            <p:cNvSpPr/>
            <p:nvPr/>
          </p:nvSpPr>
          <p:spPr>
            <a:xfrm>
              <a:off x="2696950" y="4779625"/>
              <a:ext cx="12375" cy="12400"/>
            </a:xfrm>
            <a:custGeom>
              <a:avLst/>
              <a:gdLst/>
              <a:ahLst/>
              <a:cxnLst/>
              <a:rect l="l" t="t" r="r" b="b"/>
              <a:pathLst>
                <a:path w="495" h="496" extrusionOk="0">
                  <a:moveTo>
                    <a:pt x="252" y="0"/>
                  </a:moveTo>
                  <a:cubicBezTo>
                    <a:pt x="108" y="0"/>
                    <a:pt x="1" y="108"/>
                    <a:pt x="1" y="251"/>
                  </a:cubicBezTo>
                  <a:cubicBezTo>
                    <a:pt x="1" y="387"/>
                    <a:pt x="108" y="496"/>
                    <a:pt x="252" y="496"/>
                  </a:cubicBezTo>
                  <a:cubicBezTo>
                    <a:pt x="388" y="496"/>
                    <a:pt x="495" y="387"/>
                    <a:pt x="495" y="251"/>
                  </a:cubicBezTo>
                  <a:cubicBezTo>
                    <a:pt x="495"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8" name="Google Shape;15808;p32"/>
            <p:cNvSpPr/>
            <p:nvPr/>
          </p:nvSpPr>
          <p:spPr>
            <a:xfrm>
              <a:off x="2788700" y="4779625"/>
              <a:ext cx="12600" cy="12400"/>
            </a:xfrm>
            <a:custGeom>
              <a:avLst/>
              <a:gdLst/>
              <a:ahLst/>
              <a:cxnLst/>
              <a:rect l="l" t="t" r="r" b="b"/>
              <a:pathLst>
                <a:path w="504" h="496" extrusionOk="0">
                  <a:moveTo>
                    <a:pt x="252" y="0"/>
                  </a:moveTo>
                  <a:cubicBezTo>
                    <a:pt x="116" y="0"/>
                    <a:pt x="1" y="108"/>
                    <a:pt x="1" y="251"/>
                  </a:cubicBezTo>
                  <a:cubicBezTo>
                    <a:pt x="1" y="387"/>
                    <a:pt x="116" y="496"/>
                    <a:pt x="252" y="496"/>
                  </a:cubicBezTo>
                  <a:cubicBezTo>
                    <a:pt x="388" y="496"/>
                    <a:pt x="503" y="387"/>
                    <a:pt x="503" y="251"/>
                  </a:cubicBezTo>
                  <a:cubicBezTo>
                    <a:pt x="503"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9" name="Google Shape;15809;p32"/>
            <p:cNvSpPr/>
            <p:nvPr/>
          </p:nvSpPr>
          <p:spPr>
            <a:xfrm>
              <a:off x="2880675" y="4779625"/>
              <a:ext cx="12375" cy="12400"/>
            </a:xfrm>
            <a:custGeom>
              <a:avLst/>
              <a:gdLst/>
              <a:ahLst/>
              <a:cxnLst/>
              <a:rect l="l" t="t" r="r" b="b"/>
              <a:pathLst>
                <a:path w="495" h="496" extrusionOk="0">
                  <a:moveTo>
                    <a:pt x="243" y="0"/>
                  </a:moveTo>
                  <a:cubicBezTo>
                    <a:pt x="107" y="0"/>
                    <a:pt x="0" y="108"/>
                    <a:pt x="0" y="251"/>
                  </a:cubicBezTo>
                  <a:cubicBezTo>
                    <a:pt x="0" y="387"/>
                    <a:pt x="107" y="496"/>
                    <a:pt x="243" y="496"/>
                  </a:cubicBezTo>
                  <a:cubicBezTo>
                    <a:pt x="387" y="496"/>
                    <a:pt x="494" y="387"/>
                    <a:pt x="494" y="251"/>
                  </a:cubicBezTo>
                  <a:cubicBezTo>
                    <a:pt x="494" y="108"/>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0" name="Google Shape;15810;p32"/>
            <p:cNvSpPr/>
            <p:nvPr/>
          </p:nvSpPr>
          <p:spPr>
            <a:xfrm>
              <a:off x="2972425" y="4779625"/>
              <a:ext cx="12575" cy="12400"/>
            </a:xfrm>
            <a:custGeom>
              <a:avLst/>
              <a:gdLst/>
              <a:ahLst/>
              <a:cxnLst/>
              <a:rect l="l" t="t" r="r" b="b"/>
              <a:pathLst>
                <a:path w="503" h="496" extrusionOk="0">
                  <a:moveTo>
                    <a:pt x="251" y="0"/>
                  </a:moveTo>
                  <a:cubicBezTo>
                    <a:pt x="115" y="0"/>
                    <a:pt x="0" y="108"/>
                    <a:pt x="0" y="251"/>
                  </a:cubicBezTo>
                  <a:cubicBezTo>
                    <a:pt x="0" y="387"/>
                    <a:pt x="115" y="496"/>
                    <a:pt x="251" y="496"/>
                  </a:cubicBezTo>
                  <a:cubicBezTo>
                    <a:pt x="387" y="496"/>
                    <a:pt x="503" y="387"/>
                    <a:pt x="503" y="251"/>
                  </a:cubicBezTo>
                  <a:cubicBezTo>
                    <a:pt x="503" y="108"/>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1" name="Google Shape;15811;p32"/>
            <p:cNvSpPr/>
            <p:nvPr/>
          </p:nvSpPr>
          <p:spPr>
            <a:xfrm>
              <a:off x="3064375" y="4779625"/>
              <a:ext cx="12375" cy="12400"/>
            </a:xfrm>
            <a:custGeom>
              <a:avLst/>
              <a:gdLst/>
              <a:ahLst/>
              <a:cxnLst/>
              <a:rect l="l" t="t" r="r" b="b"/>
              <a:pathLst>
                <a:path w="495" h="496" extrusionOk="0">
                  <a:moveTo>
                    <a:pt x="243" y="0"/>
                  </a:moveTo>
                  <a:cubicBezTo>
                    <a:pt x="107" y="0"/>
                    <a:pt x="1" y="108"/>
                    <a:pt x="1" y="251"/>
                  </a:cubicBezTo>
                  <a:cubicBezTo>
                    <a:pt x="1" y="387"/>
                    <a:pt x="107" y="496"/>
                    <a:pt x="243" y="496"/>
                  </a:cubicBezTo>
                  <a:cubicBezTo>
                    <a:pt x="388" y="496"/>
                    <a:pt x="495" y="387"/>
                    <a:pt x="495" y="251"/>
                  </a:cubicBezTo>
                  <a:cubicBezTo>
                    <a:pt x="495" y="108"/>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2" name="Google Shape;15812;p32"/>
            <p:cNvSpPr/>
            <p:nvPr/>
          </p:nvSpPr>
          <p:spPr>
            <a:xfrm>
              <a:off x="3156125" y="4779625"/>
              <a:ext cx="12600" cy="12400"/>
            </a:xfrm>
            <a:custGeom>
              <a:avLst/>
              <a:gdLst/>
              <a:ahLst/>
              <a:cxnLst/>
              <a:rect l="l" t="t" r="r" b="b"/>
              <a:pathLst>
                <a:path w="504" h="496" extrusionOk="0">
                  <a:moveTo>
                    <a:pt x="252" y="0"/>
                  </a:moveTo>
                  <a:cubicBezTo>
                    <a:pt x="116" y="0"/>
                    <a:pt x="1" y="108"/>
                    <a:pt x="1" y="251"/>
                  </a:cubicBezTo>
                  <a:cubicBezTo>
                    <a:pt x="1" y="387"/>
                    <a:pt x="116" y="496"/>
                    <a:pt x="252" y="496"/>
                  </a:cubicBezTo>
                  <a:cubicBezTo>
                    <a:pt x="388" y="496"/>
                    <a:pt x="503" y="387"/>
                    <a:pt x="503" y="251"/>
                  </a:cubicBezTo>
                  <a:cubicBezTo>
                    <a:pt x="503"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3" name="Google Shape;15813;p32"/>
            <p:cNvSpPr/>
            <p:nvPr/>
          </p:nvSpPr>
          <p:spPr>
            <a:xfrm>
              <a:off x="3247875" y="4779625"/>
              <a:ext cx="12575" cy="12400"/>
            </a:xfrm>
            <a:custGeom>
              <a:avLst/>
              <a:gdLst/>
              <a:ahLst/>
              <a:cxnLst/>
              <a:rect l="l" t="t" r="r" b="b"/>
              <a:pathLst>
                <a:path w="503" h="496" extrusionOk="0">
                  <a:moveTo>
                    <a:pt x="252" y="0"/>
                  </a:moveTo>
                  <a:cubicBezTo>
                    <a:pt x="116" y="0"/>
                    <a:pt x="1" y="108"/>
                    <a:pt x="1" y="251"/>
                  </a:cubicBezTo>
                  <a:cubicBezTo>
                    <a:pt x="1" y="387"/>
                    <a:pt x="116" y="496"/>
                    <a:pt x="252" y="496"/>
                  </a:cubicBezTo>
                  <a:cubicBezTo>
                    <a:pt x="388" y="496"/>
                    <a:pt x="503" y="387"/>
                    <a:pt x="503" y="251"/>
                  </a:cubicBezTo>
                  <a:cubicBezTo>
                    <a:pt x="503"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4" name="Google Shape;15814;p32"/>
            <p:cNvSpPr/>
            <p:nvPr/>
          </p:nvSpPr>
          <p:spPr>
            <a:xfrm>
              <a:off x="3339850" y="4779625"/>
              <a:ext cx="12525" cy="12400"/>
            </a:xfrm>
            <a:custGeom>
              <a:avLst/>
              <a:gdLst/>
              <a:ahLst/>
              <a:cxnLst/>
              <a:rect l="l" t="t" r="r" b="b"/>
              <a:pathLst>
                <a:path w="501" h="496" extrusionOk="0">
                  <a:moveTo>
                    <a:pt x="251" y="0"/>
                  </a:moveTo>
                  <a:cubicBezTo>
                    <a:pt x="107" y="0"/>
                    <a:pt x="0" y="108"/>
                    <a:pt x="0" y="251"/>
                  </a:cubicBezTo>
                  <a:cubicBezTo>
                    <a:pt x="0" y="387"/>
                    <a:pt x="107" y="496"/>
                    <a:pt x="251" y="496"/>
                  </a:cubicBezTo>
                  <a:cubicBezTo>
                    <a:pt x="387" y="496"/>
                    <a:pt x="501" y="387"/>
                    <a:pt x="501" y="251"/>
                  </a:cubicBezTo>
                  <a:cubicBezTo>
                    <a:pt x="501" y="108"/>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5" name="Google Shape;15815;p32"/>
            <p:cNvSpPr/>
            <p:nvPr/>
          </p:nvSpPr>
          <p:spPr>
            <a:xfrm>
              <a:off x="3431575" y="4779625"/>
              <a:ext cx="12600" cy="12400"/>
            </a:xfrm>
            <a:custGeom>
              <a:avLst/>
              <a:gdLst/>
              <a:ahLst/>
              <a:cxnLst/>
              <a:rect l="l" t="t" r="r" b="b"/>
              <a:pathLst>
                <a:path w="504" h="496" extrusionOk="0">
                  <a:moveTo>
                    <a:pt x="252" y="0"/>
                  </a:moveTo>
                  <a:cubicBezTo>
                    <a:pt x="116" y="0"/>
                    <a:pt x="1" y="108"/>
                    <a:pt x="1" y="251"/>
                  </a:cubicBezTo>
                  <a:cubicBezTo>
                    <a:pt x="1" y="387"/>
                    <a:pt x="116" y="496"/>
                    <a:pt x="252" y="496"/>
                  </a:cubicBezTo>
                  <a:cubicBezTo>
                    <a:pt x="388" y="496"/>
                    <a:pt x="503" y="387"/>
                    <a:pt x="503" y="251"/>
                  </a:cubicBezTo>
                  <a:cubicBezTo>
                    <a:pt x="503" y="108"/>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6" name="Google Shape;15816;p32"/>
            <p:cNvSpPr/>
            <p:nvPr/>
          </p:nvSpPr>
          <p:spPr>
            <a:xfrm>
              <a:off x="3523550" y="4779625"/>
              <a:ext cx="12375" cy="12400"/>
            </a:xfrm>
            <a:custGeom>
              <a:avLst/>
              <a:gdLst/>
              <a:ahLst/>
              <a:cxnLst/>
              <a:rect l="l" t="t" r="r" b="b"/>
              <a:pathLst>
                <a:path w="495" h="496" extrusionOk="0">
                  <a:moveTo>
                    <a:pt x="250" y="0"/>
                  </a:moveTo>
                  <a:cubicBezTo>
                    <a:pt x="107" y="0"/>
                    <a:pt x="0" y="108"/>
                    <a:pt x="0" y="251"/>
                  </a:cubicBezTo>
                  <a:cubicBezTo>
                    <a:pt x="0" y="387"/>
                    <a:pt x="107" y="496"/>
                    <a:pt x="250" y="496"/>
                  </a:cubicBezTo>
                  <a:cubicBezTo>
                    <a:pt x="388" y="496"/>
                    <a:pt x="494" y="387"/>
                    <a:pt x="494" y="251"/>
                  </a:cubicBezTo>
                  <a:cubicBezTo>
                    <a:pt x="494" y="108"/>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7" name="Google Shape;15817;p32"/>
            <p:cNvSpPr/>
            <p:nvPr/>
          </p:nvSpPr>
          <p:spPr>
            <a:xfrm>
              <a:off x="676400" y="48714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8" name="Google Shape;15818;p32"/>
            <p:cNvSpPr/>
            <p:nvPr/>
          </p:nvSpPr>
          <p:spPr>
            <a:xfrm>
              <a:off x="768325" y="4871400"/>
              <a:ext cx="12400" cy="12550"/>
            </a:xfrm>
            <a:custGeom>
              <a:avLst/>
              <a:gdLst/>
              <a:ahLst/>
              <a:cxnLst/>
              <a:rect l="l" t="t" r="r" b="b"/>
              <a:pathLst>
                <a:path w="496" h="502" extrusionOk="0">
                  <a:moveTo>
                    <a:pt x="245" y="1"/>
                  </a:moveTo>
                  <a:cubicBezTo>
                    <a:pt x="109" y="1"/>
                    <a:pt x="0" y="114"/>
                    <a:pt x="0" y="252"/>
                  </a:cubicBezTo>
                  <a:cubicBezTo>
                    <a:pt x="0" y="388"/>
                    <a:pt x="109" y="501"/>
                    <a:pt x="245" y="501"/>
                  </a:cubicBezTo>
                  <a:cubicBezTo>
                    <a:pt x="388" y="501"/>
                    <a:pt x="496" y="388"/>
                    <a:pt x="496" y="252"/>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9" name="Google Shape;15819;p32"/>
            <p:cNvSpPr/>
            <p:nvPr/>
          </p:nvSpPr>
          <p:spPr>
            <a:xfrm>
              <a:off x="860125" y="4871400"/>
              <a:ext cx="12525" cy="12550"/>
            </a:xfrm>
            <a:custGeom>
              <a:avLst/>
              <a:gdLst/>
              <a:ahLst/>
              <a:cxnLst/>
              <a:rect l="l" t="t" r="r" b="b"/>
              <a:pathLst>
                <a:path w="501" h="502" extrusionOk="0">
                  <a:moveTo>
                    <a:pt x="251" y="1"/>
                  </a:moveTo>
                  <a:cubicBezTo>
                    <a:pt x="114" y="1"/>
                    <a:pt x="0" y="114"/>
                    <a:pt x="0" y="252"/>
                  </a:cubicBezTo>
                  <a:cubicBezTo>
                    <a:pt x="0" y="388"/>
                    <a:pt x="114" y="501"/>
                    <a:pt x="251" y="501"/>
                  </a:cubicBezTo>
                  <a:cubicBezTo>
                    <a:pt x="387" y="501"/>
                    <a:pt x="501" y="388"/>
                    <a:pt x="501" y="252"/>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0" name="Google Shape;15820;p32"/>
            <p:cNvSpPr/>
            <p:nvPr/>
          </p:nvSpPr>
          <p:spPr>
            <a:xfrm>
              <a:off x="951850" y="48714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1" name="Google Shape;15821;p32"/>
            <p:cNvSpPr/>
            <p:nvPr/>
          </p:nvSpPr>
          <p:spPr>
            <a:xfrm>
              <a:off x="1043825" y="4871400"/>
              <a:ext cx="12375" cy="12550"/>
            </a:xfrm>
            <a:custGeom>
              <a:avLst/>
              <a:gdLst/>
              <a:ahLst/>
              <a:cxnLst/>
              <a:rect l="l" t="t" r="r" b="b"/>
              <a:pathLst>
                <a:path w="495" h="502" extrusionOk="0">
                  <a:moveTo>
                    <a:pt x="250" y="1"/>
                  </a:moveTo>
                  <a:cubicBezTo>
                    <a:pt x="107" y="1"/>
                    <a:pt x="0" y="114"/>
                    <a:pt x="0" y="252"/>
                  </a:cubicBezTo>
                  <a:cubicBezTo>
                    <a:pt x="0" y="388"/>
                    <a:pt x="107" y="501"/>
                    <a:pt x="250" y="501"/>
                  </a:cubicBezTo>
                  <a:cubicBezTo>
                    <a:pt x="388" y="501"/>
                    <a:pt x="494" y="388"/>
                    <a:pt x="494" y="252"/>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2" name="Google Shape;15822;p32"/>
            <p:cNvSpPr/>
            <p:nvPr/>
          </p:nvSpPr>
          <p:spPr>
            <a:xfrm>
              <a:off x="1135575" y="4871400"/>
              <a:ext cx="12575" cy="12550"/>
            </a:xfrm>
            <a:custGeom>
              <a:avLst/>
              <a:gdLst/>
              <a:ahLst/>
              <a:cxnLst/>
              <a:rect l="l" t="t" r="r" b="b"/>
              <a:pathLst>
                <a:path w="503" h="502" extrusionOk="0">
                  <a:moveTo>
                    <a:pt x="252" y="1"/>
                  </a:moveTo>
                  <a:cubicBezTo>
                    <a:pt x="116" y="1"/>
                    <a:pt x="0" y="114"/>
                    <a:pt x="0" y="252"/>
                  </a:cubicBezTo>
                  <a:cubicBezTo>
                    <a:pt x="0" y="388"/>
                    <a:pt x="116" y="501"/>
                    <a:pt x="252" y="501"/>
                  </a:cubicBezTo>
                  <a:cubicBezTo>
                    <a:pt x="387" y="501"/>
                    <a:pt x="503" y="388"/>
                    <a:pt x="503" y="252"/>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3" name="Google Shape;15823;p32"/>
            <p:cNvSpPr/>
            <p:nvPr/>
          </p:nvSpPr>
          <p:spPr>
            <a:xfrm>
              <a:off x="1227500" y="4871400"/>
              <a:ext cx="12400" cy="12550"/>
            </a:xfrm>
            <a:custGeom>
              <a:avLst/>
              <a:gdLst/>
              <a:ahLst/>
              <a:cxnLst/>
              <a:rect l="l" t="t" r="r" b="b"/>
              <a:pathLst>
                <a:path w="496" h="502" extrusionOk="0">
                  <a:moveTo>
                    <a:pt x="251" y="1"/>
                  </a:moveTo>
                  <a:cubicBezTo>
                    <a:pt x="109" y="1"/>
                    <a:pt x="0" y="114"/>
                    <a:pt x="0" y="252"/>
                  </a:cubicBezTo>
                  <a:cubicBezTo>
                    <a:pt x="0" y="388"/>
                    <a:pt x="109" y="501"/>
                    <a:pt x="251" y="501"/>
                  </a:cubicBezTo>
                  <a:cubicBezTo>
                    <a:pt x="387" y="501"/>
                    <a:pt x="496" y="388"/>
                    <a:pt x="496" y="252"/>
                  </a:cubicBezTo>
                  <a:cubicBezTo>
                    <a:pt x="496"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4" name="Google Shape;15824;p32"/>
            <p:cNvSpPr/>
            <p:nvPr/>
          </p:nvSpPr>
          <p:spPr>
            <a:xfrm>
              <a:off x="1319275" y="4871400"/>
              <a:ext cx="12550" cy="12550"/>
            </a:xfrm>
            <a:custGeom>
              <a:avLst/>
              <a:gdLst/>
              <a:ahLst/>
              <a:cxnLst/>
              <a:rect l="l" t="t" r="r" b="b"/>
              <a:pathLst>
                <a:path w="502" h="502" extrusionOk="0">
                  <a:moveTo>
                    <a:pt x="252" y="1"/>
                  </a:moveTo>
                  <a:cubicBezTo>
                    <a:pt x="114" y="1"/>
                    <a:pt x="1" y="114"/>
                    <a:pt x="1" y="252"/>
                  </a:cubicBezTo>
                  <a:cubicBezTo>
                    <a:pt x="1" y="388"/>
                    <a:pt x="114" y="501"/>
                    <a:pt x="252" y="501"/>
                  </a:cubicBezTo>
                  <a:cubicBezTo>
                    <a:pt x="388" y="501"/>
                    <a:pt x="501" y="388"/>
                    <a:pt x="501" y="252"/>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5" name="Google Shape;15825;p32"/>
            <p:cNvSpPr/>
            <p:nvPr/>
          </p:nvSpPr>
          <p:spPr>
            <a:xfrm>
              <a:off x="1411200" y="4871400"/>
              <a:ext cx="12425" cy="12550"/>
            </a:xfrm>
            <a:custGeom>
              <a:avLst/>
              <a:gdLst/>
              <a:ahLst/>
              <a:cxnLst/>
              <a:rect l="l" t="t" r="r" b="b"/>
              <a:pathLst>
                <a:path w="497" h="502" extrusionOk="0">
                  <a:moveTo>
                    <a:pt x="245" y="1"/>
                  </a:moveTo>
                  <a:cubicBezTo>
                    <a:pt x="109" y="1"/>
                    <a:pt x="1" y="114"/>
                    <a:pt x="1" y="252"/>
                  </a:cubicBezTo>
                  <a:cubicBezTo>
                    <a:pt x="1" y="388"/>
                    <a:pt x="109" y="501"/>
                    <a:pt x="245" y="501"/>
                  </a:cubicBezTo>
                  <a:cubicBezTo>
                    <a:pt x="388" y="501"/>
                    <a:pt x="496" y="388"/>
                    <a:pt x="496" y="252"/>
                  </a:cubicBezTo>
                  <a:cubicBezTo>
                    <a:pt x="496" y="114"/>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6" name="Google Shape;15826;p32"/>
            <p:cNvSpPr/>
            <p:nvPr/>
          </p:nvSpPr>
          <p:spPr>
            <a:xfrm>
              <a:off x="1503000" y="4871400"/>
              <a:ext cx="12525" cy="12550"/>
            </a:xfrm>
            <a:custGeom>
              <a:avLst/>
              <a:gdLst/>
              <a:ahLst/>
              <a:cxnLst/>
              <a:rect l="l" t="t" r="r" b="b"/>
              <a:pathLst>
                <a:path w="501" h="502" extrusionOk="0">
                  <a:moveTo>
                    <a:pt x="250" y="1"/>
                  </a:moveTo>
                  <a:cubicBezTo>
                    <a:pt x="114" y="1"/>
                    <a:pt x="0" y="114"/>
                    <a:pt x="0" y="252"/>
                  </a:cubicBezTo>
                  <a:cubicBezTo>
                    <a:pt x="0" y="388"/>
                    <a:pt x="114" y="501"/>
                    <a:pt x="250" y="501"/>
                  </a:cubicBezTo>
                  <a:cubicBezTo>
                    <a:pt x="387" y="501"/>
                    <a:pt x="501" y="388"/>
                    <a:pt x="501" y="252"/>
                  </a:cubicBezTo>
                  <a:cubicBezTo>
                    <a:pt x="501" y="114"/>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7" name="Google Shape;15827;p32"/>
            <p:cNvSpPr/>
            <p:nvPr/>
          </p:nvSpPr>
          <p:spPr>
            <a:xfrm>
              <a:off x="1594750" y="4871400"/>
              <a:ext cx="12575" cy="12550"/>
            </a:xfrm>
            <a:custGeom>
              <a:avLst/>
              <a:gdLst/>
              <a:ahLst/>
              <a:cxnLst/>
              <a:rect l="l" t="t" r="r" b="b"/>
              <a:pathLst>
                <a:path w="503" h="502" extrusionOk="0">
                  <a:moveTo>
                    <a:pt x="251" y="1"/>
                  </a:moveTo>
                  <a:cubicBezTo>
                    <a:pt x="115" y="1"/>
                    <a:pt x="0" y="114"/>
                    <a:pt x="0" y="252"/>
                  </a:cubicBezTo>
                  <a:cubicBezTo>
                    <a:pt x="0" y="388"/>
                    <a:pt x="115" y="501"/>
                    <a:pt x="251" y="501"/>
                  </a:cubicBezTo>
                  <a:cubicBezTo>
                    <a:pt x="394" y="501"/>
                    <a:pt x="503" y="388"/>
                    <a:pt x="503" y="252"/>
                  </a:cubicBezTo>
                  <a:cubicBezTo>
                    <a:pt x="503" y="114"/>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8" name="Google Shape;15828;p32"/>
            <p:cNvSpPr/>
            <p:nvPr/>
          </p:nvSpPr>
          <p:spPr>
            <a:xfrm>
              <a:off x="1686650" y="48714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9" name="Google Shape;15829;p32"/>
            <p:cNvSpPr/>
            <p:nvPr/>
          </p:nvSpPr>
          <p:spPr>
            <a:xfrm>
              <a:off x="1778450" y="4871400"/>
              <a:ext cx="12550" cy="12550"/>
            </a:xfrm>
            <a:custGeom>
              <a:avLst/>
              <a:gdLst/>
              <a:ahLst/>
              <a:cxnLst/>
              <a:rect l="l" t="t" r="r" b="b"/>
              <a:pathLst>
                <a:path w="502" h="502" extrusionOk="0">
                  <a:moveTo>
                    <a:pt x="252" y="1"/>
                  </a:moveTo>
                  <a:cubicBezTo>
                    <a:pt x="114" y="1"/>
                    <a:pt x="1" y="114"/>
                    <a:pt x="1" y="252"/>
                  </a:cubicBezTo>
                  <a:cubicBezTo>
                    <a:pt x="1" y="388"/>
                    <a:pt x="114" y="501"/>
                    <a:pt x="252" y="501"/>
                  </a:cubicBezTo>
                  <a:cubicBezTo>
                    <a:pt x="388" y="501"/>
                    <a:pt x="501" y="388"/>
                    <a:pt x="501" y="252"/>
                  </a:cubicBezTo>
                  <a:cubicBezTo>
                    <a:pt x="501"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0" name="Google Shape;15830;p32"/>
            <p:cNvSpPr/>
            <p:nvPr/>
          </p:nvSpPr>
          <p:spPr>
            <a:xfrm>
              <a:off x="1870375" y="4871400"/>
              <a:ext cx="12400" cy="12550"/>
            </a:xfrm>
            <a:custGeom>
              <a:avLst/>
              <a:gdLst/>
              <a:ahLst/>
              <a:cxnLst/>
              <a:rect l="l" t="t" r="r" b="b"/>
              <a:pathLst>
                <a:path w="496" h="502" extrusionOk="0">
                  <a:moveTo>
                    <a:pt x="252" y="1"/>
                  </a:moveTo>
                  <a:cubicBezTo>
                    <a:pt x="109" y="1"/>
                    <a:pt x="0" y="114"/>
                    <a:pt x="0" y="252"/>
                  </a:cubicBezTo>
                  <a:cubicBezTo>
                    <a:pt x="0" y="388"/>
                    <a:pt x="109" y="501"/>
                    <a:pt x="252" y="501"/>
                  </a:cubicBezTo>
                  <a:cubicBezTo>
                    <a:pt x="387" y="501"/>
                    <a:pt x="496" y="388"/>
                    <a:pt x="496" y="252"/>
                  </a:cubicBezTo>
                  <a:cubicBezTo>
                    <a:pt x="496"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1" name="Google Shape;15831;p32"/>
            <p:cNvSpPr/>
            <p:nvPr/>
          </p:nvSpPr>
          <p:spPr>
            <a:xfrm>
              <a:off x="1962150" y="4871400"/>
              <a:ext cx="12550" cy="12550"/>
            </a:xfrm>
            <a:custGeom>
              <a:avLst/>
              <a:gdLst/>
              <a:ahLst/>
              <a:cxnLst/>
              <a:rect l="l" t="t" r="r" b="b"/>
              <a:pathLst>
                <a:path w="502" h="502" extrusionOk="0">
                  <a:moveTo>
                    <a:pt x="250" y="1"/>
                  </a:moveTo>
                  <a:cubicBezTo>
                    <a:pt x="114" y="1"/>
                    <a:pt x="1" y="114"/>
                    <a:pt x="1" y="252"/>
                  </a:cubicBezTo>
                  <a:cubicBezTo>
                    <a:pt x="1" y="388"/>
                    <a:pt x="114" y="501"/>
                    <a:pt x="250" y="501"/>
                  </a:cubicBezTo>
                  <a:cubicBezTo>
                    <a:pt x="388" y="501"/>
                    <a:pt x="502" y="388"/>
                    <a:pt x="502" y="252"/>
                  </a:cubicBezTo>
                  <a:cubicBezTo>
                    <a:pt x="502"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2" name="Google Shape;15832;p32"/>
            <p:cNvSpPr/>
            <p:nvPr/>
          </p:nvSpPr>
          <p:spPr>
            <a:xfrm>
              <a:off x="2054075" y="4871400"/>
              <a:ext cx="12425" cy="12550"/>
            </a:xfrm>
            <a:custGeom>
              <a:avLst/>
              <a:gdLst/>
              <a:ahLst/>
              <a:cxnLst/>
              <a:rect l="l" t="t" r="r" b="b"/>
              <a:pathLst>
                <a:path w="497" h="502" extrusionOk="0">
                  <a:moveTo>
                    <a:pt x="252" y="1"/>
                  </a:moveTo>
                  <a:cubicBezTo>
                    <a:pt x="109" y="1"/>
                    <a:pt x="1" y="114"/>
                    <a:pt x="1" y="252"/>
                  </a:cubicBezTo>
                  <a:cubicBezTo>
                    <a:pt x="1" y="388"/>
                    <a:pt x="109" y="501"/>
                    <a:pt x="252" y="501"/>
                  </a:cubicBezTo>
                  <a:cubicBezTo>
                    <a:pt x="388" y="501"/>
                    <a:pt x="496" y="388"/>
                    <a:pt x="496" y="252"/>
                  </a:cubicBezTo>
                  <a:cubicBezTo>
                    <a:pt x="496"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3" name="Google Shape;15833;p32"/>
            <p:cNvSpPr/>
            <p:nvPr/>
          </p:nvSpPr>
          <p:spPr>
            <a:xfrm>
              <a:off x="2145825" y="48714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4" name="Google Shape;15834;p32"/>
            <p:cNvSpPr/>
            <p:nvPr/>
          </p:nvSpPr>
          <p:spPr>
            <a:xfrm>
              <a:off x="2237800" y="4871400"/>
              <a:ext cx="12350" cy="12550"/>
            </a:xfrm>
            <a:custGeom>
              <a:avLst/>
              <a:gdLst/>
              <a:ahLst/>
              <a:cxnLst/>
              <a:rect l="l" t="t" r="r" b="b"/>
              <a:pathLst>
                <a:path w="494" h="502" extrusionOk="0">
                  <a:moveTo>
                    <a:pt x="244" y="1"/>
                  </a:moveTo>
                  <a:cubicBezTo>
                    <a:pt x="107" y="1"/>
                    <a:pt x="0" y="114"/>
                    <a:pt x="0" y="252"/>
                  </a:cubicBezTo>
                  <a:cubicBezTo>
                    <a:pt x="0" y="388"/>
                    <a:pt x="107" y="501"/>
                    <a:pt x="244" y="501"/>
                  </a:cubicBezTo>
                  <a:cubicBezTo>
                    <a:pt x="387" y="501"/>
                    <a:pt x="494" y="388"/>
                    <a:pt x="494" y="252"/>
                  </a:cubicBezTo>
                  <a:cubicBezTo>
                    <a:pt x="494" y="114"/>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5" name="Google Shape;15835;p32"/>
            <p:cNvSpPr/>
            <p:nvPr/>
          </p:nvSpPr>
          <p:spPr>
            <a:xfrm>
              <a:off x="2329550" y="4871400"/>
              <a:ext cx="12575" cy="12550"/>
            </a:xfrm>
            <a:custGeom>
              <a:avLst/>
              <a:gdLst/>
              <a:ahLst/>
              <a:cxnLst/>
              <a:rect l="l" t="t" r="r" b="b"/>
              <a:pathLst>
                <a:path w="503" h="502" extrusionOk="0">
                  <a:moveTo>
                    <a:pt x="251" y="1"/>
                  </a:moveTo>
                  <a:cubicBezTo>
                    <a:pt x="115" y="1"/>
                    <a:pt x="0" y="114"/>
                    <a:pt x="0" y="252"/>
                  </a:cubicBezTo>
                  <a:cubicBezTo>
                    <a:pt x="0" y="388"/>
                    <a:pt x="115" y="501"/>
                    <a:pt x="251" y="501"/>
                  </a:cubicBezTo>
                  <a:cubicBezTo>
                    <a:pt x="387" y="501"/>
                    <a:pt x="502" y="388"/>
                    <a:pt x="502" y="252"/>
                  </a:cubicBezTo>
                  <a:cubicBezTo>
                    <a:pt x="502"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6" name="Google Shape;15836;p32"/>
            <p:cNvSpPr/>
            <p:nvPr/>
          </p:nvSpPr>
          <p:spPr>
            <a:xfrm>
              <a:off x="2421325" y="4871400"/>
              <a:ext cx="12550" cy="12550"/>
            </a:xfrm>
            <a:custGeom>
              <a:avLst/>
              <a:gdLst/>
              <a:ahLst/>
              <a:cxnLst/>
              <a:rect l="l" t="t" r="r" b="b"/>
              <a:pathLst>
                <a:path w="502" h="502" extrusionOk="0">
                  <a:moveTo>
                    <a:pt x="250" y="1"/>
                  </a:moveTo>
                  <a:cubicBezTo>
                    <a:pt x="114" y="1"/>
                    <a:pt x="1" y="114"/>
                    <a:pt x="1" y="252"/>
                  </a:cubicBezTo>
                  <a:cubicBezTo>
                    <a:pt x="1" y="388"/>
                    <a:pt x="114" y="501"/>
                    <a:pt x="250" y="501"/>
                  </a:cubicBezTo>
                  <a:cubicBezTo>
                    <a:pt x="395" y="501"/>
                    <a:pt x="501" y="388"/>
                    <a:pt x="501" y="252"/>
                  </a:cubicBezTo>
                  <a:cubicBezTo>
                    <a:pt x="501" y="114"/>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7" name="Google Shape;15837;p32"/>
            <p:cNvSpPr/>
            <p:nvPr/>
          </p:nvSpPr>
          <p:spPr>
            <a:xfrm>
              <a:off x="2513250" y="4871400"/>
              <a:ext cx="12575" cy="12550"/>
            </a:xfrm>
            <a:custGeom>
              <a:avLst/>
              <a:gdLst/>
              <a:ahLst/>
              <a:cxnLst/>
              <a:rect l="l" t="t" r="r" b="b"/>
              <a:pathLst>
                <a:path w="503" h="502" extrusionOk="0">
                  <a:moveTo>
                    <a:pt x="252" y="1"/>
                  </a:moveTo>
                  <a:cubicBezTo>
                    <a:pt x="109" y="1"/>
                    <a:pt x="0" y="114"/>
                    <a:pt x="0" y="252"/>
                  </a:cubicBezTo>
                  <a:cubicBezTo>
                    <a:pt x="0" y="388"/>
                    <a:pt x="109"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8" name="Google Shape;15838;p32"/>
            <p:cNvSpPr/>
            <p:nvPr/>
          </p:nvSpPr>
          <p:spPr>
            <a:xfrm>
              <a:off x="2605000" y="4871400"/>
              <a:ext cx="12575" cy="12550"/>
            </a:xfrm>
            <a:custGeom>
              <a:avLst/>
              <a:gdLst/>
              <a:ahLst/>
              <a:cxnLst/>
              <a:rect l="l" t="t" r="r" b="b"/>
              <a:pathLst>
                <a:path w="503" h="502" extrusionOk="0">
                  <a:moveTo>
                    <a:pt x="252" y="1"/>
                  </a:moveTo>
                  <a:cubicBezTo>
                    <a:pt x="116" y="1"/>
                    <a:pt x="0" y="114"/>
                    <a:pt x="0" y="252"/>
                  </a:cubicBezTo>
                  <a:cubicBezTo>
                    <a:pt x="0" y="388"/>
                    <a:pt x="116" y="501"/>
                    <a:pt x="252" y="501"/>
                  </a:cubicBezTo>
                  <a:cubicBezTo>
                    <a:pt x="387" y="501"/>
                    <a:pt x="503" y="388"/>
                    <a:pt x="503" y="252"/>
                  </a:cubicBezTo>
                  <a:cubicBezTo>
                    <a:pt x="503" y="114"/>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9" name="Google Shape;15839;p32"/>
            <p:cNvSpPr/>
            <p:nvPr/>
          </p:nvSpPr>
          <p:spPr>
            <a:xfrm>
              <a:off x="2696950" y="4871400"/>
              <a:ext cx="12375" cy="12550"/>
            </a:xfrm>
            <a:custGeom>
              <a:avLst/>
              <a:gdLst/>
              <a:ahLst/>
              <a:cxnLst/>
              <a:rect l="l" t="t" r="r" b="b"/>
              <a:pathLst>
                <a:path w="495" h="502" extrusionOk="0">
                  <a:moveTo>
                    <a:pt x="252" y="1"/>
                  </a:moveTo>
                  <a:cubicBezTo>
                    <a:pt x="108" y="1"/>
                    <a:pt x="1" y="114"/>
                    <a:pt x="1" y="252"/>
                  </a:cubicBezTo>
                  <a:cubicBezTo>
                    <a:pt x="1" y="388"/>
                    <a:pt x="108" y="501"/>
                    <a:pt x="252" y="501"/>
                  </a:cubicBezTo>
                  <a:cubicBezTo>
                    <a:pt x="388" y="501"/>
                    <a:pt x="495" y="388"/>
                    <a:pt x="495" y="252"/>
                  </a:cubicBezTo>
                  <a:cubicBezTo>
                    <a:pt x="495"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0" name="Google Shape;15840;p32"/>
            <p:cNvSpPr/>
            <p:nvPr/>
          </p:nvSpPr>
          <p:spPr>
            <a:xfrm>
              <a:off x="2788700" y="48714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1" name="Google Shape;15841;p32"/>
            <p:cNvSpPr/>
            <p:nvPr/>
          </p:nvSpPr>
          <p:spPr>
            <a:xfrm>
              <a:off x="2880675" y="4871400"/>
              <a:ext cx="12375" cy="12550"/>
            </a:xfrm>
            <a:custGeom>
              <a:avLst/>
              <a:gdLst/>
              <a:ahLst/>
              <a:cxnLst/>
              <a:rect l="l" t="t" r="r" b="b"/>
              <a:pathLst>
                <a:path w="495" h="502" extrusionOk="0">
                  <a:moveTo>
                    <a:pt x="243" y="1"/>
                  </a:moveTo>
                  <a:cubicBezTo>
                    <a:pt x="107" y="1"/>
                    <a:pt x="0" y="114"/>
                    <a:pt x="0" y="252"/>
                  </a:cubicBezTo>
                  <a:cubicBezTo>
                    <a:pt x="0" y="388"/>
                    <a:pt x="107" y="501"/>
                    <a:pt x="243" y="501"/>
                  </a:cubicBezTo>
                  <a:cubicBezTo>
                    <a:pt x="387" y="501"/>
                    <a:pt x="494" y="388"/>
                    <a:pt x="494" y="252"/>
                  </a:cubicBezTo>
                  <a:cubicBezTo>
                    <a:pt x="494" y="114"/>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2" name="Google Shape;15842;p32"/>
            <p:cNvSpPr/>
            <p:nvPr/>
          </p:nvSpPr>
          <p:spPr>
            <a:xfrm>
              <a:off x="2972425" y="4871400"/>
              <a:ext cx="12575" cy="12550"/>
            </a:xfrm>
            <a:custGeom>
              <a:avLst/>
              <a:gdLst/>
              <a:ahLst/>
              <a:cxnLst/>
              <a:rect l="l" t="t" r="r" b="b"/>
              <a:pathLst>
                <a:path w="503" h="502" extrusionOk="0">
                  <a:moveTo>
                    <a:pt x="251" y="1"/>
                  </a:moveTo>
                  <a:cubicBezTo>
                    <a:pt x="115" y="1"/>
                    <a:pt x="0" y="114"/>
                    <a:pt x="0" y="252"/>
                  </a:cubicBezTo>
                  <a:cubicBezTo>
                    <a:pt x="0" y="388"/>
                    <a:pt x="115" y="501"/>
                    <a:pt x="251" y="501"/>
                  </a:cubicBezTo>
                  <a:cubicBezTo>
                    <a:pt x="387" y="501"/>
                    <a:pt x="503" y="388"/>
                    <a:pt x="503" y="252"/>
                  </a:cubicBezTo>
                  <a:cubicBezTo>
                    <a:pt x="503"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3" name="Google Shape;15843;p32"/>
            <p:cNvSpPr/>
            <p:nvPr/>
          </p:nvSpPr>
          <p:spPr>
            <a:xfrm>
              <a:off x="3064375" y="4871400"/>
              <a:ext cx="12375" cy="12550"/>
            </a:xfrm>
            <a:custGeom>
              <a:avLst/>
              <a:gdLst/>
              <a:ahLst/>
              <a:cxnLst/>
              <a:rect l="l" t="t" r="r" b="b"/>
              <a:pathLst>
                <a:path w="495" h="502" extrusionOk="0">
                  <a:moveTo>
                    <a:pt x="243" y="1"/>
                  </a:moveTo>
                  <a:cubicBezTo>
                    <a:pt x="107" y="1"/>
                    <a:pt x="1" y="114"/>
                    <a:pt x="1" y="252"/>
                  </a:cubicBezTo>
                  <a:cubicBezTo>
                    <a:pt x="1" y="388"/>
                    <a:pt x="107" y="501"/>
                    <a:pt x="243" y="501"/>
                  </a:cubicBezTo>
                  <a:cubicBezTo>
                    <a:pt x="388" y="501"/>
                    <a:pt x="495" y="388"/>
                    <a:pt x="495" y="252"/>
                  </a:cubicBezTo>
                  <a:cubicBezTo>
                    <a:pt x="495" y="114"/>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4" name="Google Shape;15844;p32"/>
            <p:cNvSpPr/>
            <p:nvPr/>
          </p:nvSpPr>
          <p:spPr>
            <a:xfrm>
              <a:off x="3156125" y="48714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5" name="Google Shape;15845;p32"/>
            <p:cNvSpPr/>
            <p:nvPr/>
          </p:nvSpPr>
          <p:spPr>
            <a:xfrm>
              <a:off x="3247875" y="4871400"/>
              <a:ext cx="12575" cy="12550"/>
            </a:xfrm>
            <a:custGeom>
              <a:avLst/>
              <a:gdLst/>
              <a:ahLst/>
              <a:cxnLst/>
              <a:rect l="l" t="t" r="r" b="b"/>
              <a:pathLst>
                <a:path w="503"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6" name="Google Shape;15846;p32"/>
            <p:cNvSpPr/>
            <p:nvPr/>
          </p:nvSpPr>
          <p:spPr>
            <a:xfrm>
              <a:off x="3339850" y="4871400"/>
              <a:ext cx="12525" cy="12550"/>
            </a:xfrm>
            <a:custGeom>
              <a:avLst/>
              <a:gdLst/>
              <a:ahLst/>
              <a:cxnLst/>
              <a:rect l="l" t="t" r="r" b="b"/>
              <a:pathLst>
                <a:path w="501" h="502" extrusionOk="0">
                  <a:moveTo>
                    <a:pt x="251" y="1"/>
                  </a:moveTo>
                  <a:cubicBezTo>
                    <a:pt x="107" y="1"/>
                    <a:pt x="0" y="114"/>
                    <a:pt x="0" y="252"/>
                  </a:cubicBezTo>
                  <a:cubicBezTo>
                    <a:pt x="0" y="388"/>
                    <a:pt x="107" y="501"/>
                    <a:pt x="251" y="501"/>
                  </a:cubicBezTo>
                  <a:cubicBezTo>
                    <a:pt x="387" y="501"/>
                    <a:pt x="501" y="388"/>
                    <a:pt x="501" y="252"/>
                  </a:cubicBezTo>
                  <a:cubicBezTo>
                    <a:pt x="501" y="114"/>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7" name="Google Shape;15847;p32"/>
            <p:cNvSpPr/>
            <p:nvPr/>
          </p:nvSpPr>
          <p:spPr>
            <a:xfrm>
              <a:off x="3431575" y="4871400"/>
              <a:ext cx="12600" cy="12550"/>
            </a:xfrm>
            <a:custGeom>
              <a:avLst/>
              <a:gdLst/>
              <a:ahLst/>
              <a:cxnLst/>
              <a:rect l="l" t="t" r="r" b="b"/>
              <a:pathLst>
                <a:path w="504" h="502" extrusionOk="0">
                  <a:moveTo>
                    <a:pt x="252" y="1"/>
                  </a:moveTo>
                  <a:cubicBezTo>
                    <a:pt x="116" y="1"/>
                    <a:pt x="1" y="114"/>
                    <a:pt x="1" y="252"/>
                  </a:cubicBezTo>
                  <a:cubicBezTo>
                    <a:pt x="1" y="388"/>
                    <a:pt x="116" y="501"/>
                    <a:pt x="252" y="501"/>
                  </a:cubicBezTo>
                  <a:cubicBezTo>
                    <a:pt x="388" y="501"/>
                    <a:pt x="503" y="388"/>
                    <a:pt x="503" y="252"/>
                  </a:cubicBezTo>
                  <a:cubicBezTo>
                    <a:pt x="503" y="114"/>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8" name="Google Shape;15848;p32"/>
            <p:cNvSpPr/>
            <p:nvPr/>
          </p:nvSpPr>
          <p:spPr>
            <a:xfrm>
              <a:off x="3523550" y="4871400"/>
              <a:ext cx="12375" cy="12550"/>
            </a:xfrm>
            <a:custGeom>
              <a:avLst/>
              <a:gdLst/>
              <a:ahLst/>
              <a:cxnLst/>
              <a:rect l="l" t="t" r="r" b="b"/>
              <a:pathLst>
                <a:path w="495" h="502" extrusionOk="0">
                  <a:moveTo>
                    <a:pt x="250" y="1"/>
                  </a:moveTo>
                  <a:cubicBezTo>
                    <a:pt x="107" y="1"/>
                    <a:pt x="0" y="114"/>
                    <a:pt x="0" y="252"/>
                  </a:cubicBezTo>
                  <a:cubicBezTo>
                    <a:pt x="0" y="388"/>
                    <a:pt x="107" y="501"/>
                    <a:pt x="250" y="501"/>
                  </a:cubicBezTo>
                  <a:cubicBezTo>
                    <a:pt x="388" y="501"/>
                    <a:pt x="494" y="388"/>
                    <a:pt x="494" y="252"/>
                  </a:cubicBezTo>
                  <a:cubicBezTo>
                    <a:pt x="494" y="114"/>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9" name="Google Shape;15849;p32"/>
            <p:cNvSpPr/>
            <p:nvPr/>
          </p:nvSpPr>
          <p:spPr>
            <a:xfrm>
              <a:off x="676400" y="49633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0" name="Google Shape;15850;p32"/>
            <p:cNvSpPr/>
            <p:nvPr/>
          </p:nvSpPr>
          <p:spPr>
            <a:xfrm>
              <a:off x="768325" y="4963325"/>
              <a:ext cx="12400" cy="12400"/>
            </a:xfrm>
            <a:custGeom>
              <a:avLst/>
              <a:gdLst/>
              <a:ahLst/>
              <a:cxnLst/>
              <a:rect l="l" t="t" r="r" b="b"/>
              <a:pathLst>
                <a:path w="496" h="496" extrusionOk="0">
                  <a:moveTo>
                    <a:pt x="245" y="0"/>
                  </a:moveTo>
                  <a:cubicBezTo>
                    <a:pt x="109" y="0"/>
                    <a:pt x="0" y="109"/>
                    <a:pt x="0" y="245"/>
                  </a:cubicBezTo>
                  <a:cubicBezTo>
                    <a:pt x="0" y="388"/>
                    <a:pt x="109" y="496"/>
                    <a:pt x="245" y="496"/>
                  </a:cubicBezTo>
                  <a:cubicBezTo>
                    <a:pt x="388" y="496"/>
                    <a:pt x="496" y="388"/>
                    <a:pt x="496" y="245"/>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1" name="Google Shape;15851;p32"/>
            <p:cNvSpPr/>
            <p:nvPr/>
          </p:nvSpPr>
          <p:spPr>
            <a:xfrm>
              <a:off x="860125" y="4963325"/>
              <a:ext cx="12525" cy="12400"/>
            </a:xfrm>
            <a:custGeom>
              <a:avLst/>
              <a:gdLst/>
              <a:ahLst/>
              <a:cxnLst/>
              <a:rect l="l" t="t" r="r" b="b"/>
              <a:pathLst>
                <a:path w="501" h="496" extrusionOk="0">
                  <a:moveTo>
                    <a:pt x="251" y="0"/>
                  </a:moveTo>
                  <a:cubicBezTo>
                    <a:pt x="114" y="0"/>
                    <a:pt x="0" y="109"/>
                    <a:pt x="0" y="245"/>
                  </a:cubicBezTo>
                  <a:cubicBezTo>
                    <a:pt x="0" y="388"/>
                    <a:pt x="114" y="496"/>
                    <a:pt x="251" y="496"/>
                  </a:cubicBezTo>
                  <a:cubicBezTo>
                    <a:pt x="387" y="496"/>
                    <a:pt x="501" y="388"/>
                    <a:pt x="501" y="245"/>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2" name="Google Shape;15852;p32"/>
            <p:cNvSpPr/>
            <p:nvPr/>
          </p:nvSpPr>
          <p:spPr>
            <a:xfrm>
              <a:off x="951850" y="49633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3" name="Google Shape;15853;p32"/>
            <p:cNvSpPr/>
            <p:nvPr/>
          </p:nvSpPr>
          <p:spPr>
            <a:xfrm>
              <a:off x="1043825" y="4963325"/>
              <a:ext cx="12375" cy="12400"/>
            </a:xfrm>
            <a:custGeom>
              <a:avLst/>
              <a:gdLst/>
              <a:ahLst/>
              <a:cxnLst/>
              <a:rect l="l" t="t" r="r" b="b"/>
              <a:pathLst>
                <a:path w="495" h="496" extrusionOk="0">
                  <a:moveTo>
                    <a:pt x="250" y="0"/>
                  </a:moveTo>
                  <a:cubicBezTo>
                    <a:pt x="107" y="0"/>
                    <a:pt x="0" y="109"/>
                    <a:pt x="0" y="245"/>
                  </a:cubicBezTo>
                  <a:cubicBezTo>
                    <a:pt x="0" y="388"/>
                    <a:pt x="107" y="496"/>
                    <a:pt x="250" y="496"/>
                  </a:cubicBezTo>
                  <a:cubicBezTo>
                    <a:pt x="388" y="496"/>
                    <a:pt x="494" y="388"/>
                    <a:pt x="494" y="245"/>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4" name="Google Shape;15854;p32"/>
            <p:cNvSpPr/>
            <p:nvPr/>
          </p:nvSpPr>
          <p:spPr>
            <a:xfrm>
              <a:off x="1135575" y="4963325"/>
              <a:ext cx="12575" cy="12400"/>
            </a:xfrm>
            <a:custGeom>
              <a:avLst/>
              <a:gdLst/>
              <a:ahLst/>
              <a:cxnLst/>
              <a:rect l="l" t="t" r="r" b="b"/>
              <a:pathLst>
                <a:path w="503" h="496" extrusionOk="0">
                  <a:moveTo>
                    <a:pt x="252" y="0"/>
                  </a:moveTo>
                  <a:cubicBezTo>
                    <a:pt x="116" y="0"/>
                    <a:pt x="0" y="109"/>
                    <a:pt x="0" y="245"/>
                  </a:cubicBezTo>
                  <a:cubicBezTo>
                    <a:pt x="0" y="388"/>
                    <a:pt x="116" y="496"/>
                    <a:pt x="252" y="496"/>
                  </a:cubicBezTo>
                  <a:cubicBezTo>
                    <a:pt x="387" y="496"/>
                    <a:pt x="503" y="388"/>
                    <a:pt x="503" y="245"/>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5" name="Google Shape;15855;p32"/>
            <p:cNvSpPr/>
            <p:nvPr/>
          </p:nvSpPr>
          <p:spPr>
            <a:xfrm>
              <a:off x="1227500" y="4963325"/>
              <a:ext cx="12400" cy="12400"/>
            </a:xfrm>
            <a:custGeom>
              <a:avLst/>
              <a:gdLst/>
              <a:ahLst/>
              <a:cxnLst/>
              <a:rect l="l" t="t" r="r" b="b"/>
              <a:pathLst>
                <a:path w="496" h="496" extrusionOk="0">
                  <a:moveTo>
                    <a:pt x="251" y="0"/>
                  </a:moveTo>
                  <a:cubicBezTo>
                    <a:pt x="109" y="0"/>
                    <a:pt x="0" y="109"/>
                    <a:pt x="0" y="245"/>
                  </a:cubicBezTo>
                  <a:cubicBezTo>
                    <a:pt x="0" y="388"/>
                    <a:pt x="109" y="496"/>
                    <a:pt x="251" y="496"/>
                  </a:cubicBezTo>
                  <a:cubicBezTo>
                    <a:pt x="387" y="496"/>
                    <a:pt x="496" y="388"/>
                    <a:pt x="496" y="245"/>
                  </a:cubicBezTo>
                  <a:cubicBezTo>
                    <a:pt x="496"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6" name="Google Shape;15856;p32"/>
            <p:cNvSpPr/>
            <p:nvPr/>
          </p:nvSpPr>
          <p:spPr>
            <a:xfrm>
              <a:off x="1319275" y="4963325"/>
              <a:ext cx="12550" cy="12400"/>
            </a:xfrm>
            <a:custGeom>
              <a:avLst/>
              <a:gdLst/>
              <a:ahLst/>
              <a:cxnLst/>
              <a:rect l="l" t="t" r="r" b="b"/>
              <a:pathLst>
                <a:path w="502" h="496" extrusionOk="0">
                  <a:moveTo>
                    <a:pt x="252" y="0"/>
                  </a:moveTo>
                  <a:cubicBezTo>
                    <a:pt x="114" y="0"/>
                    <a:pt x="1" y="109"/>
                    <a:pt x="1" y="245"/>
                  </a:cubicBezTo>
                  <a:cubicBezTo>
                    <a:pt x="1" y="388"/>
                    <a:pt x="114" y="496"/>
                    <a:pt x="252" y="496"/>
                  </a:cubicBezTo>
                  <a:cubicBezTo>
                    <a:pt x="388" y="496"/>
                    <a:pt x="501" y="388"/>
                    <a:pt x="501" y="245"/>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7" name="Google Shape;15857;p32"/>
            <p:cNvSpPr/>
            <p:nvPr/>
          </p:nvSpPr>
          <p:spPr>
            <a:xfrm>
              <a:off x="1411200" y="4963325"/>
              <a:ext cx="12425" cy="12400"/>
            </a:xfrm>
            <a:custGeom>
              <a:avLst/>
              <a:gdLst/>
              <a:ahLst/>
              <a:cxnLst/>
              <a:rect l="l" t="t" r="r" b="b"/>
              <a:pathLst>
                <a:path w="497" h="496" extrusionOk="0">
                  <a:moveTo>
                    <a:pt x="245" y="0"/>
                  </a:moveTo>
                  <a:cubicBezTo>
                    <a:pt x="109" y="0"/>
                    <a:pt x="1" y="109"/>
                    <a:pt x="1" y="245"/>
                  </a:cubicBezTo>
                  <a:cubicBezTo>
                    <a:pt x="1" y="388"/>
                    <a:pt x="109" y="496"/>
                    <a:pt x="245" y="496"/>
                  </a:cubicBezTo>
                  <a:cubicBezTo>
                    <a:pt x="388" y="496"/>
                    <a:pt x="496" y="388"/>
                    <a:pt x="496" y="245"/>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8" name="Google Shape;15858;p32"/>
            <p:cNvSpPr/>
            <p:nvPr/>
          </p:nvSpPr>
          <p:spPr>
            <a:xfrm>
              <a:off x="1503000" y="4963325"/>
              <a:ext cx="12525" cy="12400"/>
            </a:xfrm>
            <a:custGeom>
              <a:avLst/>
              <a:gdLst/>
              <a:ahLst/>
              <a:cxnLst/>
              <a:rect l="l" t="t" r="r" b="b"/>
              <a:pathLst>
                <a:path w="501" h="496" extrusionOk="0">
                  <a:moveTo>
                    <a:pt x="250" y="0"/>
                  </a:moveTo>
                  <a:cubicBezTo>
                    <a:pt x="114" y="0"/>
                    <a:pt x="0" y="109"/>
                    <a:pt x="0" y="245"/>
                  </a:cubicBezTo>
                  <a:cubicBezTo>
                    <a:pt x="0" y="388"/>
                    <a:pt x="114" y="496"/>
                    <a:pt x="250" y="496"/>
                  </a:cubicBezTo>
                  <a:cubicBezTo>
                    <a:pt x="387" y="496"/>
                    <a:pt x="501" y="388"/>
                    <a:pt x="501" y="245"/>
                  </a:cubicBezTo>
                  <a:cubicBezTo>
                    <a:pt x="501" y="109"/>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9" name="Google Shape;15859;p32"/>
            <p:cNvSpPr/>
            <p:nvPr/>
          </p:nvSpPr>
          <p:spPr>
            <a:xfrm>
              <a:off x="1594750" y="4963325"/>
              <a:ext cx="12575" cy="12400"/>
            </a:xfrm>
            <a:custGeom>
              <a:avLst/>
              <a:gdLst/>
              <a:ahLst/>
              <a:cxnLst/>
              <a:rect l="l" t="t" r="r" b="b"/>
              <a:pathLst>
                <a:path w="503" h="496" extrusionOk="0">
                  <a:moveTo>
                    <a:pt x="251" y="0"/>
                  </a:moveTo>
                  <a:cubicBezTo>
                    <a:pt x="115" y="0"/>
                    <a:pt x="0" y="109"/>
                    <a:pt x="0" y="245"/>
                  </a:cubicBezTo>
                  <a:cubicBezTo>
                    <a:pt x="0" y="388"/>
                    <a:pt x="115" y="496"/>
                    <a:pt x="251" y="496"/>
                  </a:cubicBezTo>
                  <a:cubicBezTo>
                    <a:pt x="394" y="496"/>
                    <a:pt x="503" y="388"/>
                    <a:pt x="503" y="245"/>
                  </a:cubicBezTo>
                  <a:cubicBezTo>
                    <a:pt x="503" y="109"/>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0" name="Google Shape;15860;p32"/>
            <p:cNvSpPr/>
            <p:nvPr/>
          </p:nvSpPr>
          <p:spPr>
            <a:xfrm>
              <a:off x="1686650" y="49633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1" name="Google Shape;15861;p32"/>
            <p:cNvSpPr/>
            <p:nvPr/>
          </p:nvSpPr>
          <p:spPr>
            <a:xfrm>
              <a:off x="1778450" y="4963325"/>
              <a:ext cx="12550" cy="12400"/>
            </a:xfrm>
            <a:custGeom>
              <a:avLst/>
              <a:gdLst/>
              <a:ahLst/>
              <a:cxnLst/>
              <a:rect l="l" t="t" r="r" b="b"/>
              <a:pathLst>
                <a:path w="502" h="496" extrusionOk="0">
                  <a:moveTo>
                    <a:pt x="252" y="0"/>
                  </a:moveTo>
                  <a:cubicBezTo>
                    <a:pt x="114" y="0"/>
                    <a:pt x="1" y="109"/>
                    <a:pt x="1" y="245"/>
                  </a:cubicBezTo>
                  <a:cubicBezTo>
                    <a:pt x="1" y="388"/>
                    <a:pt x="114" y="496"/>
                    <a:pt x="252" y="496"/>
                  </a:cubicBezTo>
                  <a:cubicBezTo>
                    <a:pt x="388" y="496"/>
                    <a:pt x="501" y="388"/>
                    <a:pt x="501" y="245"/>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2" name="Google Shape;15862;p32"/>
            <p:cNvSpPr/>
            <p:nvPr/>
          </p:nvSpPr>
          <p:spPr>
            <a:xfrm>
              <a:off x="1870375" y="4963325"/>
              <a:ext cx="12400" cy="12400"/>
            </a:xfrm>
            <a:custGeom>
              <a:avLst/>
              <a:gdLst/>
              <a:ahLst/>
              <a:cxnLst/>
              <a:rect l="l" t="t" r="r" b="b"/>
              <a:pathLst>
                <a:path w="496" h="496" extrusionOk="0">
                  <a:moveTo>
                    <a:pt x="252" y="0"/>
                  </a:moveTo>
                  <a:cubicBezTo>
                    <a:pt x="109" y="0"/>
                    <a:pt x="0" y="109"/>
                    <a:pt x="0" y="245"/>
                  </a:cubicBezTo>
                  <a:cubicBezTo>
                    <a:pt x="0" y="388"/>
                    <a:pt x="109" y="496"/>
                    <a:pt x="252" y="496"/>
                  </a:cubicBezTo>
                  <a:cubicBezTo>
                    <a:pt x="387" y="496"/>
                    <a:pt x="496" y="388"/>
                    <a:pt x="496" y="245"/>
                  </a:cubicBezTo>
                  <a:cubicBezTo>
                    <a:pt x="496"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3" name="Google Shape;15863;p32"/>
            <p:cNvSpPr/>
            <p:nvPr/>
          </p:nvSpPr>
          <p:spPr>
            <a:xfrm>
              <a:off x="1962150" y="4963325"/>
              <a:ext cx="12550" cy="12400"/>
            </a:xfrm>
            <a:custGeom>
              <a:avLst/>
              <a:gdLst/>
              <a:ahLst/>
              <a:cxnLst/>
              <a:rect l="l" t="t" r="r" b="b"/>
              <a:pathLst>
                <a:path w="502" h="496" extrusionOk="0">
                  <a:moveTo>
                    <a:pt x="250" y="0"/>
                  </a:moveTo>
                  <a:cubicBezTo>
                    <a:pt x="114" y="0"/>
                    <a:pt x="1" y="109"/>
                    <a:pt x="1" y="245"/>
                  </a:cubicBezTo>
                  <a:cubicBezTo>
                    <a:pt x="1" y="388"/>
                    <a:pt x="114" y="496"/>
                    <a:pt x="250" y="496"/>
                  </a:cubicBezTo>
                  <a:cubicBezTo>
                    <a:pt x="388" y="496"/>
                    <a:pt x="502" y="388"/>
                    <a:pt x="502" y="245"/>
                  </a:cubicBezTo>
                  <a:cubicBezTo>
                    <a:pt x="502"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4" name="Google Shape;15864;p32"/>
            <p:cNvSpPr/>
            <p:nvPr/>
          </p:nvSpPr>
          <p:spPr>
            <a:xfrm>
              <a:off x="2054075" y="4963325"/>
              <a:ext cx="12425" cy="12400"/>
            </a:xfrm>
            <a:custGeom>
              <a:avLst/>
              <a:gdLst/>
              <a:ahLst/>
              <a:cxnLst/>
              <a:rect l="l" t="t" r="r" b="b"/>
              <a:pathLst>
                <a:path w="497" h="496" extrusionOk="0">
                  <a:moveTo>
                    <a:pt x="252" y="0"/>
                  </a:moveTo>
                  <a:cubicBezTo>
                    <a:pt x="109" y="0"/>
                    <a:pt x="1" y="109"/>
                    <a:pt x="1" y="245"/>
                  </a:cubicBezTo>
                  <a:cubicBezTo>
                    <a:pt x="1" y="388"/>
                    <a:pt x="109" y="496"/>
                    <a:pt x="252" y="496"/>
                  </a:cubicBezTo>
                  <a:cubicBezTo>
                    <a:pt x="388" y="496"/>
                    <a:pt x="496" y="388"/>
                    <a:pt x="496" y="245"/>
                  </a:cubicBezTo>
                  <a:cubicBezTo>
                    <a:pt x="496"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5" name="Google Shape;15865;p32"/>
            <p:cNvSpPr/>
            <p:nvPr/>
          </p:nvSpPr>
          <p:spPr>
            <a:xfrm>
              <a:off x="2145825" y="49633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6" name="Google Shape;15866;p32"/>
            <p:cNvSpPr/>
            <p:nvPr/>
          </p:nvSpPr>
          <p:spPr>
            <a:xfrm>
              <a:off x="2237800" y="4963325"/>
              <a:ext cx="12350" cy="12400"/>
            </a:xfrm>
            <a:custGeom>
              <a:avLst/>
              <a:gdLst/>
              <a:ahLst/>
              <a:cxnLst/>
              <a:rect l="l" t="t" r="r" b="b"/>
              <a:pathLst>
                <a:path w="494" h="496" extrusionOk="0">
                  <a:moveTo>
                    <a:pt x="244" y="0"/>
                  </a:moveTo>
                  <a:cubicBezTo>
                    <a:pt x="107" y="0"/>
                    <a:pt x="0" y="109"/>
                    <a:pt x="0" y="245"/>
                  </a:cubicBezTo>
                  <a:cubicBezTo>
                    <a:pt x="0" y="388"/>
                    <a:pt x="107" y="496"/>
                    <a:pt x="244" y="496"/>
                  </a:cubicBezTo>
                  <a:cubicBezTo>
                    <a:pt x="387" y="496"/>
                    <a:pt x="494" y="388"/>
                    <a:pt x="494" y="245"/>
                  </a:cubicBezTo>
                  <a:cubicBezTo>
                    <a:pt x="494" y="109"/>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7" name="Google Shape;15867;p32"/>
            <p:cNvSpPr/>
            <p:nvPr/>
          </p:nvSpPr>
          <p:spPr>
            <a:xfrm>
              <a:off x="2329550" y="4963325"/>
              <a:ext cx="12575" cy="12400"/>
            </a:xfrm>
            <a:custGeom>
              <a:avLst/>
              <a:gdLst/>
              <a:ahLst/>
              <a:cxnLst/>
              <a:rect l="l" t="t" r="r" b="b"/>
              <a:pathLst>
                <a:path w="503" h="496" extrusionOk="0">
                  <a:moveTo>
                    <a:pt x="251" y="0"/>
                  </a:moveTo>
                  <a:cubicBezTo>
                    <a:pt x="115" y="0"/>
                    <a:pt x="0" y="109"/>
                    <a:pt x="0" y="245"/>
                  </a:cubicBezTo>
                  <a:cubicBezTo>
                    <a:pt x="0" y="388"/>
                    <a:pt x="115" y="496"/>
                    <a:pt x="251" y="496"/>
                  </a:cubicBezTo>
                  <a:cubicBezTo>
                    <a:pt x="387" y="496"/>
                    <a:pt x="502" y="388"/>
                    <a:pt x="502" y="245"/>
                  </a:cubicBezTo>
                  <a:cubicBezTo>
                    <a:pt x="502"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8" name="Google Shape;15868;p32"/>
            <p:cNvSpPr/>
            <p:nvPr/>
          </p:nvSpPr>
          <p:spPr>
            <a:xfrm>
              <a:off x="2421325" y="4963325"/>
              <a:ext cx="12550" cy="12400"/>
            </a:xfrm>
            <a:custGeom>
              <a:avLst/>
              <a:gdLst/>
              <a:ahLst/>
              <a:cxnLst/>
              <a:rect l="l" t="t" r="r" b="b"/>
              <a:pathLst>
                <a:path w="502" h="496" extrusionOk="0">
                  <a:moveTo>
                    <a:pt x="250" y="0"/>
                  </a:moveTo>
                  <a:cubicBezTo>
                    <a:pt x="114" y="0"/>
                    <a:pt x="1" y="109"/>
                    <a:pt x="1" y="245"/>
                  </a:cubicBezTo>
                  <a:cubicBezTo>
                    <a:pt x="1" y="388"/>
                    <a:pt x="114" y="496"/>
                    <a:pt x="250" y="496"/>
                  </a:cubicBezTo>
                  <a:cubicBezTo>
                    <a:pt x="395" y="496"/>
                    <a:pt x="501" y="388"/>
                    <a:pt x="501" y="245"/>
                  </a:cubicBezTo>
                  <a:cubicBezTo>
                    <a:pt x="501" y="109"/>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9" name="Google Shape;15869;p32"/>
            <p:cNvSpPr/>
            <p:nvPr/>
          </p:nvSpPr>
          <p:spPr>
            <a:xfrm>
              <a:off x="2513250" y="4963325"/>
              <a:ext cx="12575" cy="12400"/>
            </a:xfrm>
            <a:custGeom>
              <a:avLst/>
              <a:gdLst/>
              <a:ahLst/>
              <a:cxnLst/>
              <a:rect l="l" t="t" r="r" b="b"/>
              <a:pathLst>
                <a:path w="503" h="496" extrusionOk="0">
                  <a:moveTo>
                    <a:pt x="252" y="0"/>
                  </a:moveTo>
                  <a:cubicBezTo>
                    <a:pt x="109" y="0"/>
                    <a:pt x="0" y="109"/>
                    <a:pt x="0" y="245"/>
                  </a:cubicBezTo>
                  <a:cubicBezTo>
                    <a:pt x="0" y="388"/>
                    <a:pt x="109"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0" name="Google Shape;15870;p32"/>
            <p:cNvSpPr/>
            <p:nvPr/>
          </p:nvSpPr>
          <p:spPr>
            <a:xfrm>
              <a:off x="2605000" y="4963325"/>
              <a:ext cx="12575" cy="12400"/>
            </a:xfrm>
            <a:custGeom>
              <a:avLst/>
              <a:gdLst/>
              <a:ahLst/>
              <a:cxnLst/>
              <a:rect l="l" t="t" r="r" b="b"/>
              <a:pathLst>
                <a:path w="503" h="496" extrusionOk="0">
                  <a:moveTo>
                    <a:pt x="252" y="0"/>
                  </a:moveTo>
                  <a:cubicBezTo>
                    <a:pt x="116" y="0"/>
                    <a:pt x="0" y="109"/>
                    <a:pt x="0" y="245"/>
                  </a:cubicBezTo>
                  <a:cubicBezTo>
                    <a:pt x="0" y="388"/>
                    <a:pt x="116" y="496"/>
                    <a:pt x="252" y="496"/>
                  </a:cubicBezTo>
                  <a:cubicBezTo>
                    <a:pt x="387" y="496"/>
                    <a:pt x="503" y="388"/>
                    <a:pt x="503" y="245"/>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1" name="Google Shape;15871;p32"/>
            <p:cNvSpPr/>
            <p:nvPr/>
          </p:nvSpPr>
          <p:spPr>
            <a:xfrm>
              <a:off x="2696950" y="4963325"/>
              <a:ext cx="12375" cy="12400"/>
            </a:xfrm>
            <a:custGeom>
              <a:avLst/>
              <a:gdLst/>
              <a:ahLst/>
              <a:cxnLst/>
              <a:rect l="l" t="t" r="r" b="b"/>
              <a:pathLst>
                <a:path w="495" h="496" extrusionOk="0">
                  <a:moveTo>
                    <a:pt x="252" y="0"/>
                  </a:moveTo>
                  <a:cubicBezTo>
                    <a:pt x="108" y="0"/>
                    <a:pt x="1" y="109"/>
                    <a:pt x="1" y="245"/>
                  </a:cubicBezTo>
                  <a:cubicBezTo>
                    <a:pt x="1" y="388"/>
                    <a:pt x="108" y="496"/>
                    <a:pt x="252" y="496"/>
                  </a:cubicBezTo>
                  <a:cubicBezTo>
                    <a:pt x="388" y="496"/>
                    <a:pt x="495" y="388"/>
                    <a:pt x="495" y="245"/>
                  </a:cubicBezTo>
                  <a:cubicBezTo>
                    <a:pt x="495"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2" name="Google Shape;15872;p32"/>
            <p:cNvSpPr/>
            <p:nvPr/>
          </p:nvSpPr>
          <p:spPr>
            <a:xfrm>
              <a:off x="2788700" y="49633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3" name="Google Shape;15873;p32"/>
            <p:cNvSpPr/>
            <p:nvPr/>
          </p:nvSpPr>
          <p:spPr>
            <a:xfrm>
              <a:off x="2880675" y="4963325"/>
              <a:ext cx="12375" cy="12400"/>
            </a:xfrm>
            <a:custGeom>
              <a:avLst/>
              <a:gdLst/>
              <a:ahLst/>
              <a:cxnLst/>
              <a:rect l="l" t="t" r="r" b="b"/>
              <a:pathLst>
                <a:path w="495" h="496" extrusionOk="0">
                  <a:moveTo>
                    <a:pt x="243" y="0"/>
                  </a:moveTo>
                  <a:cubicBezTo>
                    <a:pt x="107" y="0"/>
                    <a:pt x="0" y="109"/>
                    <a:pt x="0" y="245"/>
                  </a:cubicBezTo>
                  <a:cubicBezTo>
                    <a:pt x="0" y="388"/>
                    <a:pt x="107" y="496"/>
                    <a:pt x="243" y="496"/>
                  </a:cubicBezTo>
                  <a:cubicBezTo>
                    <a:pt x="387" y="496"/>
                    <a:pt x="494" y="388"/>
                    <a:pt x="494" y="245"/>
                  </a:cubicBezTo>
                  <a:cubicBezTo>
                    <a:pt x="494" y="109"/>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4" name="Google Shape;15874;p32"/>
            <p:cNvSpPr/>
            <p:nvPr/>
          </p:nvSpPr>
          <p:spPr>
            <a:xfrm>
              <a:off x="2972425" y="4963325"/>
              <a:ext cx="12575" cy="12400"/>
            </a:xfrm>
            <a:custGeom>
              <a:avLst/>
              <a:gdLst/>
              <a:ahLst/>
              <a:cxnLst/>
              <a:rect l="l" t="t" r="r" b="b"/>
              <a:pathLst>
                <a:path w="503" h="496" extrusionOk="0">
                  <a:moveTo>
                    <a:pt x="251" y="0"/>
                  </a:moveTo>
                  <a:cubicBezTo>
                    <a:pt x="115" y="0"/>
                    <a:pt x="0" y="109"/>
                    <a:pt x="0" y="245"/>
                  </a:cubicBezTo>
                  <a:cubicBezTo>
                    <a:pt x="0" y="388"/>
                    <a:pt x="115" y="496"/>
                    <a:pt x="251" y="496"/>
                  </a:cubicBezTo>
                  <a:cubicBezTo>
                    <a:pt x="387" y="496"/>
                    <a:pt x="503" y="388"/>
                    <a:pt x="503" y="245"/>
                  </a:cubicBezTo>
                  <a:cubicBezTo>
                    <a:pt x="503"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5" name="Google Shape;15875;p32"/>
            <p:cNvSpPr/>
            <p:nvPr/>
          </p:nvSpPr>
          <p:spPr>
            <a:xfrm>
              <a:off x="3064375" y="4963325"/>
              <a:ext cx="12375" cy="12400"/>
            </a:xfrm>
            <a:custGeom>
              <a:avLst/>
              <a:gdLst/>
              <a:ahLst/>
              <a:cxnLst/>
              <a:rect l="l" t="t" r="r" b="b"/>
              <a:pathLst>
                <a:path w="495" h="496" extrusionOk="0">
                  <a:moveTo>
                    <a:pt x="243" y="0"/>
                  </a:moveTo>
                  <a:cubicBezTo>
                    <a:pt x="107" y="0"/>
                    <a:pt x="1" y="109"/>
                    <a:pt x="1" y="245"/>
                  </a:cubicBezTo>
                  <a:cubicBezTo>
                    <a:pt x="1" y="388"/>
                    <a:pt x="107" y="496"/>
                    <a:pt x="243" y="496"/>
                  </a:cubicBezTo>
                  <a:cubicBezTo>
                    <a:pt x="388" y="496"/>
                    <a:pt x="495" y="388"/>
                    <a:pt x="495" y="245"/>
                  </a:cubicBezTo>
                  <a:cubicBezTo>
                    <a:pt x="495" y="109"/>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6" name="Google Shape;15876;p32"/>
            <p:cNvSpPr/>
            <p:nvPr/>
          </p:nvSpPr>
          <p:spPr>
            <a:xfrm>
              <a:off x="3156125" y="49633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7" name="Google Shape;15877;p32"/>
            <p:cNvSpPr/>
            <p:nvPr/>
          </p:nvSpPr>
          <p:spPr>
            <a:xfrm>
              <a:off x="3247875" y="4963325"/>
              <a:ext cx="12575" cy="12400"/>
            </a:xfrm>
            <a:custGeom>
              <a:avLst/>
              <a:gdLst/>
              <a:ahLst/>
              <a:cxnLst/>
              <a:rect l="l" t="t" r="r" b="b"/>
              <a:pathLst>
                <a:path w="503"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8" name="Google Shape;15878;p32"/>
            <p:cNvSpPr/>
            <p:nvPr/>
          </p:nvSpPr>
          <p:spPr>
            <a:xfrm>
              <a:off x="3339850" y="4963325"/>
              <a:ext cx="12525" cy="12400"/>
            </a:xfrm>
            <a:custGeom>
              <a:avLst/>
              <a:gdLst/>
              <a:ahLst/>
              <a:cxnLst/>
              <a:rect l="l" t="t" r="r" b="b"/>
              <a:pathLst>
                <a:path w="501" h="496" extrusionOk="0">
                  <a:moveTo>
                    <a:pt x="251" y="0"/>
                  </a:moveTo>
                  <a:cubicBezTo>
                    <a:pt x="107" y="0"/>
                    <a:pt x="0" y="109"/>
                    <a:pt x="0" y="245"/>
                  </a:cubicBezTo>
                  <a:cubicBezTo>
                    <a:pt x="0" y="388"/>
                    <a:pt x="107" y="496"/>
                    <a:pt x="251" y="496"/>
                  </a:cubicBezTo>
                  <a:cubicBezTo>
                    <a:pt x="387" y="496"/>
                    <a:pt x="501" y="388"/>
                    <a:pt x="501" y="245"/>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9" name="Google Shape;15879;p32"/>
            <p:cNvSpPr/>
            <p:nvPr/>
          </p:nvSpPr>
          <p:spPr>
            <a:xfrm>
              <a:off x="3431575" y="4963325"/>
              <a:ext cx="12600" cy="12400"/>
            </a:xfrm>
            <a:custGeom>
              <a:avLst/>
              <a:gdLst/>
              <a:ahLst/>
              <a:cxnLst/>
              <a:rect l="l" t="t" r="r" b="b"/>
              <a:pathLst>
                <a:path w="504" h="496" extrusionOk="0">
                  <a:moveTo>
                    <a:pt x="252" y="0"/>
                  </a:moveTo>
                  <a:cubicBezTo>
                    <a:pt x="116" y="0"/>
                    <a:pt x="1" y="109"/>
                    <a:pt x="1" y="245"/>
                  </a:cubicBezTo>
                  <a:cubicBezTo>
                    <a:pt x="1" y="388"/>
                    <a:pt x="116" y="496"/>
                    <a:pt x="252" y="496"/>
                  </a:cubicBezTo>
                  <a:cubicBezTo>
                    <a:pt x="388" y="496"/>
                    <a:pt x="503" y="388"/>
                    <a:pt x="503" y="245"/>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0" name="Google Shape;15880;p32"/>
            <p:cNvSpPr/>
            <p:nvPr/>
          </p:nvSpPr>
          <p:spPr>
            <a:xfrm>
              <a:off x="3523550" y="4963325"/>
              <a:ext cx="12375" cy="12400"/>
            </a:xfrm>
            <a:custGeom>
              <a:avLst/>
              <a:gdLst/>
              <a:ahLst/>
              <a:cxnLst/>
              <a:rect l="l" t="t" r="r" b="b"/>
              <a:pathLst>
                <a:path w="495" h="496" extrusionOk="0">
                  <a:moveTo>
                    <a:pt x="250" y="0"/>
                  </a:moveTo>
                  <a:cubicBezTo>
                    <a:pt x="107" y="0"/>
                    <a:pt x="0" y="109"/>
                    <a:pt x="0" y="245"/>
                  </a:cubicBezTo>
                  <a:cubicBezTo>
                    <a:pt x="0" y="388"/>
                    <a:pt x="107" y="496"/>
                    <a:pt x="250" y="496"/>
                  </a:cubicBezTo>
                  <a:cubicBezTo>
                    <a:pt x="388" y="496"/>
                    <a:pt x="494" y="388"/>
                    <a:pt x="494" y="245"/>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1" name="Google Shape;15881;p32"/>
            <p:cNvSpPr/>
            <p:nvPr/>
          </p:nvSpPr>
          <p:spPr>
            <a:xfrm>
              <a:off x="676400" y="50551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2" name="Google Shape;15882;p32"/>
            <p:cNvSpPr/>
            <p:nvPr/>
          </p:nvSpPr>
          <p:spPr>
            <a:xfrm>
              <a:off x="768325" y="5055125"/>
              <a:ext cx="12400" cy="12525"/>
            </a:xfrm>
            <a:custGeom>
              <a:avLst/>
              <a:gdLst/>
              <a:ahLst/>
              <a:cxnLst/>
              <a:rect l="l" t="t" r="r" b="b"/>
              <a:pathLst>
                <a:path w="496" h="501" extrusionOk="0">
                  <a:moveTo>
                    <a:pt x="245" y="0"/>
                  </a:moveTo>
                  <a:cubicBezTo>
                    <a:pt x="109" y="0"/>
                    <a:pt x="0" y="114"/>
                    <a:pt x="0" y="250"/>
                  </a:cubicBezTo>
                  <a:cubicBezTo>
                    <a:pt x="0" y="387"/>
                    <a:pt x="109" y="501"/>
                    <a:pt x="245" y="501"/>
                  </a:cubicBezTo>
                  <a:cubicBezTo>
                    <a:pt x="388" y="501"/>
                    <a:pt x="496" y="387"/>
                    <a:pt x="496" y="250"/>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3" name="Google Shape;15883;p32"/>
            <p:cNvSpPr/>
            <p:nvPr/>
          </p:nvSpPr>
          <p:spPr>
            <a:xfrm>
              <a:off x="860125" y="5055125"/>
              <a:ext cx="12525" cy="12525"/>
            </a:xfrm>
            <a:custGeom>
              <a:avLst/>
              <a:gdLst/>
              <a:ahLst/>
              <a:cxnLst/>
              <a:rect l="l" t="t" r="r" b="b"/>
              <a:pathLst>
                <a:path w="501" h="501" extrusionOk="0">
                  <a:moveTo>
                    <a:pt x="251" y="0"/>
                  </a:moveTo>
                  <a:cubicBezTo>
                    <a:pt x="114" y="0"/>
                    <a:pt x="0" y="114"/>
                    <a:pt x="0" y="250"/>
                  </a:cubicBezTo>
                  <a:cubicBezTo>
                    <a:pt x="0" y="387"/>
                    <a:pt x="114" y="501"/>
                    <a:pt x="251" y="501"/>
                  </a:cubicBezTo>
                  <a:cubicBezTo>
                    <a:pt x="387" y="501"/>
                    <a:pt x="501" y="387"/>
                    <a:pt x="501" y="250"/>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4" name="Google Shape;15884;p32"/>
            <p:cNvSpPr/>
            <p:nvPr/>
          </p:nvSpPr>
          <p:spPr>
            <a:xfrm>
              <a:off x="951850" y="50551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5" name="Google Shape;15885;p32"/>
            <p:cNvSpPr/>
            <p:nvPr/>
          </p:nvSpPr>
          <p:spPr>
            <a:xfrm>
              <a:off x="1043825" y="5055125"/>
              <a:ext cx="12375" cy="12525"/>
            </a:xfrm>
            <a:custGeom>
              <a:avLst/>
              <a:gdLst/>
              <a:ahLst/>
              <a:cxnLst/>
              <a:rect l="l" t="t" r="r" b="b"/>
              <a:pathLst>
                <a:path w="495" h="501" extrusionOk="0">
                  <a:moveTo>
                    <a:pt x="250" y="0"/>
                  </a:moveTo>
                  <a:cubicBezTo>
                    <a:pt x="107" y="0"/>
                    <a:pt x="0" y="114"/>
                    <a:pt x="0" y="250"/>
                  </a:cubicBezTo>
                  <a:cubicBezTo>
                    <a:pt x="0" y="387"/>
                    <a:pt x="107" y="501"/>
                    <a:pt x="250" y="501"/>
                  </a:cubicBezTo>
                  <a:cubicBezTo>
                    <a:pt x="388" y="501"/>
                    <a:pt x="494" y="387"/>
                    <a:pt x="494" y="250"/>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6" name="Google Shape;15886;p32"/>
            <p:cNvSpPr/>
            <p:nvPr/>
          </p:nvSpPr>
          <p:spPr>
            <a:xfrm>
              <a:off x="1135575" y="5055125"/>
              <a:ext cx="12575" cy="12525"/>
            </a:xfrm>
            <a:custGeom>
              <a:avLst/>
              <a:gdLst/>
              <a:ahLst/>
              <a:cxnLst/>
              <a:rect l="l" t="t" r="r" b="b"/>
              <a:pathLst>
                <a:path w="503" h="501" extrusionOk="0">
                  <a:moveTo>
                    <a:pt x="252" y="0"/>
                  </a:moveTo>
                  <a:cubicBezTo>
                    <a:pt x="116" y="0"/>
                    <a:pt x="0" y="114"/>
                    <a:pt x="0" y="250"/>
                  </a:cubicBezTo>
                  <a:cubicBezTo>
                    <a:pt x="0" y="387"/>
                    <a:pt x="116" y="501"/>
                    <a:pt x="252" y="501"/>
                  </a:cubicBezTo>
                  <a:cubicBezTo>
                    <a:pt x="387" y="501"/>
                    <a:pt x="503" y="387"/>
                    <a:pt x="503" y="250"/>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7" name="Google Shape;15887;p32"/>
            <p:cNvSpPr/>
            <p:nvPr/>
          </p:nvSpPr>
          <p:spPr>
            <a:xfrm>
              <a:off x="1227500" y="5055125"/>
              <a:ext cx="12400" cy="12525"/>
            </a:xfrm>
            <a:custGeom>
              <a:avLst/>
              <a:gdLst/>
              <a:ahLst/>
              <a:cxnLst/>
              <a:rect l="l" t="t" r="r" b="b"/>
              <a:pathLst>
                <a:path w="496" h="501" extrusionOk="0">
                  <a:moveTo>
                    <a:pt x="251" y="0"/>
                  </a:moveTo>
                  <a:cubicBezTo>
                    <a:pt x="109" y="0"/>
                    <a:pt x="0" y="114"/>
                    <a:pt x="0" y="250"/>
                  </a:cubicBezTo>
                  <a:cubicBezTo>
                    <a:pt x="0" y="387"/>
                    <a:pt x="109" y="501"/>
                    <a:pt x="251" y="501"/>
                  </a:cubicBezTo>
                  <a:cubicBezTo>
                    <a:pt x="387" y="501"/>
                    <a:pt x="496" y="387"/>
                    <a:pt x="496" y="250"/>
                  </a:cubicBezTo>
                  <a:cubicBezTo>
                    <a:pt x="496"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8" name="Google Shape;15888;p32"/>
            <p:cNvSpPr/>
            <p:nvPr/>
          </p:nvSpPr>
          <p:spPr>
            <a:xfrm>
              <a:off x="1319275" y="5055125"/>
              <a:ext cx="12550" cy="12525"/>
            </a:xfrm>
            <a:custGeom>
              <a:avLst/>
              <a:gdLst/>
              <a:ahLst/>
              <a:cxnLst/>
              <a:rect l="l" t="t" r="r" b="b"/>
              <a:pathLst>
                <a:path w="502" h="501" extrusionOk="0">
                  <a:moveTo>
                    <a:pt x="252" y="0"/>
                  </a:moveTo>
                  <a:cubicBezTo>
                    <a:pt x="114" y="0"/>
                    <a:pt x="1" y="114"/>
                    <a:pt x="1" y="250"/>
                  </a:cubicBezTo>
                  <a:cubicBezTo>
                    <a:pt x="1" y="387"/>
                    <a:pt x="114" y="501"/>
                    <a:pt x="252" y="501"/>
                  </a:cubicBezTo>
                  <a:cubicBezTo>
                    <a:pt x="388" y="501"/>
                    <a:pt x="501" y="387"/>
                    <a:pt x="501" y="250"/>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9" name="Google Shape;15889;p32"/>
            <p:cNvSpPr/>
            <p:nvPr/>
          </p:nvSpPr>
          <p:spPr>
            <a:xfrm>
              <a:off x="1411200" y="5055125"/>
              <a:ext cx="12425" cy="12525"/>
            </a:xfrm>
            <a:custGeom>
              <a:avLst/>
              <a:gdLst/>
              <a:ahLst/>
              <a:cxnLst/>
              <a:rect l="l" t="t" r="r" b="b"/>
              <a:pathLst>
                <a:path w="497" h="501" extrusionOk="0">
                  <a:moveTo>
                    <a:pt x="245" y="0"/>
                  </a:moveTo>
                  <a:cubicBezTo>
                    <a:pt x="109" y="0"/>
                    <a:pt x="1" y="114"/>
                    <a:pt x="1" y="250"/>
                  </a:cubicBezTo>
                  <a:cubicBezTo>
                    <a:pt x="1" y="387"/>
                    <a:pt x="109" y="501"/>
                    <a:pt x="245" y="501"/>
                  </a:cubicBezTo>
                  <a:cubicBezTo>
                    <a:pt x="388" y="501"/>
                    <a:pt x="496" y="387"/>
                    <a:pt x="496" y="250"/>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0" name="Google Shape;15890;p32"/>
            <p:cNvSpPr/>
            <p:nvPr/>
          </p:nvSpPr>
          <p:spPr>
            <a:xfrm>
              <a:off x="1503000" y="5055125"/>
              <a:ext cx="12525" cy="12525"/>
            </a:xfrm>
            <a:custGeom>
              <a:avLst/>
              <a:gdLst/>
              <a:ahLst/>
              <a:cxnLst/>
              <a:rect l="l" t="t" r="r" b="b"/>
              <a:pathLst>
                <a:path w="501" h="501" extrusionOk="0">
                  <a:moveTo>
                    <a:pt x="250" y="0"/>
                  </a:moveTo>
                  <a:cubicBezTo>
                    <a:pt x="114" y="0"/>
                    <a:pt x="0" y="114"/>
                    <a:pt x="0" y="250"/>
                  </a:cubicBezTo>
                  <a:cubicBezTo>
                    <a:pt x="0" y="387"/>
                    <a:pt x="114" y="501"/>
                    <a:pt x="250" y="501"/>
                  </a:cubicBezTo>
                  <a:cubicBezTo>
                    <a:pt x="387" y="501"/>
                    <a:pt x="501" y="387"/>
                    <a:pt x="501" y="250"/>
                  </a:cubicBezTo>
                  <a:cubicBezTo>
                    <a:pt x="501" y="114"/>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1" name="Google Shape;15891;p32"/>
            <p:cNvSpPr/>
            <p:nvPr/>
          </p:nvSpPr>
          <p:spPr>
            <a:xfrm>
              <a:off x="1594750" y="5055125"/>
              <a:ext cx="12575" cy="12525"/>
            </a:xfrm>
            <a:custGeom>
              <a:avLst/>
              <a:gdLst/>
              <a:ahLst/>
              <a:cxnLst/>
              <a:rect l="l" t="t" r="r" b="b"/>
              <a:pathLst>
                <a:path w="503" h="501" extrusionOk="0">
                  <a:moveTo>
                    <a:pt x="251" y="0"/>
                  </a:moveTo>
                  <a:cubicBezTo>
                    <a:pt x="115" y="0"/>
                    <a:pt x="0" y="114"/>
                    <a:pt x="0" y="250"/>
                  </a:cubicBezTo>
                  <a:cubicBezTo>
                    <a:pt x="0" y="387"/>
                    <a:pt x="115" y="501"/>
                    <a:pt x="251" y="501"/>
                  </a:cubicBezTo>
                  <a:cubicBezTo>
                    <a:pt x="394" y="501"/>
                    <a:pt x="503" y="387"/>
                    <a:pt x="503" y="250"/>
                  </a:cubicBezTo>
                  <a:cubicBezTo>
                    <a:pt x="503" y="114"/>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2" name="Google Shape;15892;p32"/>
            <p:cNvSpPr/>
            <p:nvPr/>
          </p:nvSpPr>
          <p:spPr>
            <a:xfrm>
              <a:off x="1686650" y="50551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3" name="Google Shape;15893;p32"/>
            <p:cNvSpPr/>
            <p:nvPr/>
          </p:nvSpPr>
          <p:spPr>
            <a:xfrm>
              <a:off x="1778450" y="5055125"/>
              <a:ext cx="12550" cy="12525"/>
            </a:xfrm>
            <a:custGeom>
              <a:avLst/>
              <a:gdLst/>
              <a:ahLst/>
              <a:cxnLst/>
              <a:rect l="l" t="t" r="r" b="b"/>
              <a:pathLst>
                <a:path w="502" h="501" extrusionOk="0">
                  <a:moveTo>
                    <a:pt x="252" y="0"/>
                  </a:moveTo>
                  <a:cubicBezTo>
                    <a:pt x="114" y="0"/>
                    <a:pt x="1" y="114"/>
                    <a:pt x="1" y="250"/>
                  </a:cubicBezTo>
                  <a:cubicBezTo>
                    <a:pt x="1" y="387"/>
                    <a:pt x="114" y="501"/>
                    <a:pt x="252" y="501"/>
                  </a:cubicBezTo>
                  <a:cubicBezTo>
                    <a:pt x="388" y="501"/>
                    <a:pt x="501" y="387"/>
                    <a:pt x="501" y="250"/>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4" name="Google Shape;15894;p32"/>
            <p:cNvSpPr/>
            <p:nvPr/>
          </p:nvSpPr>
          <p:spPr>
            <a:xfrm>
              <a:off x="1870375" y="5055125"/>
              <a:ext cx="12400" cy="12525"/>
            </a:xfrm>
            <a:custGeom>
              <a:avLst/>
              <a:gdLst/>
              <a:ahLst/>
              <a:cxnLst/>
              <a:rect l="l" t="t" r="r" b="b"/>
              <a:pathLst>
                <a:path w="496" h="501" extrusionOk="0">
                  <a:moveTo>
                    <a:pt x="252" y="0"/>
                  </a:moveTo>
                  <a:cubicBezTo>
                    <a:pt x="109" y="0"/>
                    <a:pt x="0" y="114"/>
                    <a:pt x="0" y="250"/>
                  </a:cubicBezTo>
                  <a:cubicBezTo>
                    <a:pt x="0" y="387"/>
                    <a:pt x="109" y="501"/>
                    <a:pt x="252" y="501"/>
                  </a:cubicBezTo>
                  <a:cubicBezTo>
                    <a:pt x="387" y="501"/>
                    <a:pt x="496" y="387"/>
                    <a:pt x="496" y="250"/>
                  </a:cubicBezTo>
                  <a:cubicBezTo>
                    <a:pt x="496"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5" name="Google Shape;15895;p32"/>
            <p:cNvSpPr/>
            <p:nvPr/>
          </p:nvSpPr>
          <p:spPr>
            <a:xfrm>
              <a:off x="1962150" y="5055125"/>
              <a:ext cx="12550" cy="12525"/>
            </a:xfrm>
            <a:custGeom>
              <a:avLst/>
              <a:gdLst/>
              <a:ahLst/>
              <a:cxnLst/>
              <a:rect l="l" t="t" r="r" b="b"/>
              <a:pathLst>
                <a:path w="502" h="501" extrusionOk="0">
                  <a:moveTo>
                    <a:pt x="250" y="0"/>
                  </a:moveTo>
                  <a:cubicBezTo>
                    <a:pt x="114" y="0"/>
                    <a:pt x="1" y="114"/>
                    <a:pt x="1" y="250"/>
                  </a:cubicBezTo>
                  <a:cubicBezTo>
                    <a:pt x="1" y="387"/>
                    <a:pt x="114" y="501"/>
                    <a:pt x="250" y="501"/>
                  </a:cubicBezTo>
                  <a:cubicBezTo>
                    <a:pt x="388" y="501"/>
                    <a:pt x="502" y="387"/>
                    <a:pt x="502" y="250"/>
                  </a:cubicBezTo>
                  <a:cubicBezTo>
                    <a:pt x="502"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6" name="Google Shape;15896;p32"/>
            <p:cNvSpPr/>
            <p:nvPr/>
          </p:nvSpPr>
          <p:spPr>
            <a:xfrm>
              <a:off x="2054075" y="5055125"/>
              <a:ext cx="12425" cy="12525"/>
            </a:xfrm>
            <a:custGeom>
              <a:avLst/>
              <a:gdLst/>
              <a:ahLst/>
              <a:cxnLst/>
              <a:rect l="l" t="t" r="r" b="b"/>
              <a:pathLst>
                <a:path w="497" h="501" extrusionOk="0">
                  <a:moveTo>
                    <a:pt x="252" y="0"/>
                  </a:moveTo>
                  <a:cubicBezTo>
                    <a:pt x="109" y="0"/>
                    <a:pt x="1" y="114"/>
                    <a:pt x="1" y="250"/>
                  </a:cubicBezTo>
                  <a:cubicBezTo>
                    <a:pt x="1" y="387"/>
                    <a:pt x="109" y="501"/>
                    <a:pt x="252" y="501"/>
                  </a:cubicBezTo>
                  <a:cubicBezTo>
                    <a:pt x="388" y="501"/>
                    <a:pt x="496" y="387"/>
                    <a:pt x="496" y="250"/>
                  </a:cubicBezTo>
                  <a:cubicBezTo>
                    <a:pt x="496"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7" name="Google Shape;15897;p32"/>
            <p:cNvSpPr/>
            <p:nvPr/>
          </p:nvSpPr>
          <p:spPr>
            <a:xfrm>
              <a:off x="2145825" y="50551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8" name="Google Shape;15898;p32"/>
            <p:cNvSpPr/>
            <p:nvPr/>
          </p:nvSpPr>
          <p:spPr>
            <a:xfrm>
              <a:off x="2237800" y="5055125"/>
              <a:ext cx="12350" cy="12525"/>
            </a:xfrm>
            <a:custGeom>
              <a:avLst/>
              <a:gdLst/>
              <a:ahLst/>
              <a:cxnLst/>
              <a:rect l="l" t="t" r="r" b="b"/>
              <a:pathLst>
                <a:path w="494" h="501" extrusionOk="0">
                  <a:moveTo>
                    <a:pt x="244" y="0"/>
                  </a:moveTo>
                  <a:cubicBezTo>
                    <a:pt x="107" y="0"/>
                    <a:pt x="0" y="114"/>
                    <a:pt x="0" y="250"/>
                  </a:cubicBezTo>
                  <a:cubicBezTo>
                    <a:pt x="0" y="387"/>
                    <a:pt x="107" y="501"/>
                    <a:pt x="244" y="501"/>
                  </a:cubicBezTo>
                  <a:cubicBezTo>
                    <a:pt x="387" y="501"/>
                    <a:pt x="494" y="387"/>
                    <a:pt x="494" y="250"/>
                  </a:cubicBezTo>
                  <a:cubicBezTo>
                    <a:pt x="494" y="114"/>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9" name="Google Shape;15899;p32"/>
            <p:cNvSpPr/>
            <p:nvPr/>
          </p:nvSpPr>
          <p:spPr>
            <a:xfrm>
              <a:off x="2329550" y="5055125"/>
              <a:ext cx="12575" cy="12525"/>
            </a:xfrm>
            <a:custGeom>
              <a:avLst/>
              <a:gdLst/>
              <a:ahLst/>
              <a:cxnLst/>
              <a:rect l="l" t="t" r="r" b="b"/>
              <a:pathLst>
                <a:path w="503" h="501" extrusionOk="0">
                  <a:moveTo>
                    <a:pt x="251" y="0"/>
                  </a:moveTo>
                  <a:cubicBezTo>
                    <a:pt x="115" y="0"/>
                    <a:pt x="0" y="114"/>
                    <a:pt x="0" y="250"/>
                  </a:cubicBezTo>
                  <a:cubicBezTo>
                    <a:pt x="0" y="387"/>
                    <a:pt x="115" y="501"/>
                    <a:pt x="251" y="501"/>
                  </a:cubicBezTo>
                  <a:cubicBezTo>
                    <a:pt x="387" y="501"/>
                    <a:pt x="502" y="387"/>
                    <a:pt x="502" y="250"/>
                  </a:cubicBezTo>
                  <a:cubicBezTo>
                    <a:pt x="502"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0" name="Google Shape;15900;p32"/>
            <p:cNvSpPr/>
            <p:nvPr/>
          </p:nvSpPr>
          <p:spPr>
            <a:xfrm>
              <a:off x="2421325" y="5055125"/>
              <a:ext cx="12550" cy="12525"/>
            </a:xfrm>
            <a:custGeom>
              <a:avLst/>
              <a:gdLst/>
              <a:ahLst/>
              <a:cxnLst/>
              <a:rect l="l" t="t" r="r" b="b"/>
              <a:pathLst>
                <a:path w="502" h="501" extrusionOk="0">
                  <a:moveTo>
                    <a:pt x="250" y="0"/>
                  </a:moveTo>
                  <a:cubicBezTo>
                    <a:pt x="114" y="0"/>
                    <a:pt x="1" y="114"/>
                    <a:pt x="1" y="250"/>
                  </a:cubicBezTo>
                  <a:cubicBezTo>
                    <a:pt x="1" y="387"/>
                    <a:pt x="114" y="501"/>
                    <a:pt x="250" y="501"/>
                  </a:cubicBezTo>
                  <a:cubicBezTo>
                    <a:pt x="395" y="501"/>
                    <a:pt x="501" y="387"/>
                    <a:pt x="501" y="250"/>
                  </a:cubicBezTo>
                  <a:cubicBezTo>
                    <a:pt x="501" y="114"/>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1" name="Google Shape;15901;p32"/>
            <p:cNvSpPr/>
            <p:nvPr/>
          </p:nvSpPr>
          <p:spPr>
            <a:xfrm>
              <a:off x="2513250" y="5055125"/>
              <a:ext cx="12575" cy="12525"/>
            </a:xfrm>
            <a:custGeom>
              <a:avLst/>
              <a:gdLst/>
              <a:ahLst/>
              <a:cxnLst/>
              <a:rect l="l" t="t" r="r" b="b"/>
              <a:pathLst>
                <a:path w="503" h="501" extrusionOk="0">
                  <a:moveTo>
                    <a:pt x="252" y="0"/>
                  </a:moveTo>
                  <a:cubicBezTo>
                    <a:pt x="109" y="0"/>
                    <a:pt x="0" y="114"/>
                    <a:pt x="0" y="250"/>
                  </a:cubicBezTo>
                  <a:cubicBezTo>
                    <a:pt x="0" y="387"/>
                    <a:pt x="109"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2" name="Google Shape;15902;p32"/>
            <p:cNvSpPr/>
            <p:nvPr/>
          </p:nvSpPr>
          <p:spPr>
            <a:xfrm>
              <a:off x="2605000" y="5055125"/>
              <a:ext cx="12575" cy="12525"/>
            </a:xfrm>
            <a:custGeom>
              <a:avLst/>
              <a:gdLst/>
              <a:ahLst/>
              <a:cxnLst/>
              <a:rect l="l" t="t" r="r" b="b"/>
              <a:pathLst>
                <a:path w="503" h="501" extrusionOk="0">
                  <a:moveTo>
                    <a:pt x="252" y="0"/>
                  </a:moveTo>
                  <a:cubicBezTo>
                    <a:pt x="116" y="0"/>
                    <a:pt x="0" y="114"/>
                    <a:pt x="0" y="250"/>
                  </a:cubicBezTo>
                  <a:cubicBezTo>
                    <a:pt x="0" y="387"/>
                    <a:pt x="116" y="501"/>
                    <a:pt x="252" y="501"/>
                  </a:cubicBezTo>
                  <a:cubicBezTo>
                    <a:pt x="387" y="501"/>
                    <a:pt x="503" y="387"/>
                    <a:pt x="503" y="250"/>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3" name="Google Shape;15903;p32"/>
            <p:cNvSpPr/>
            <p:nvPr/>
          </p:nvSpPr>
          <p:spPr>
            <a:xfrm>
              <a:off x="2696950" y="5055125"/>
              <a:ext cx="12375" cy="12525"/>
            </a:xfrm>
            <a:custGeom>
              <a:avLst/>
              <a:gdLst/>
              <a:ahLst/>
              <a:cxnLst/>
              <a:rect l="l" t="t" r="r" b="b"/>
              <a:pathLst>
                <a:path w="495" h="501" extrusionOk="0">
                  <a:moveTo>
                    <a:pt x="252" y="0"/>
                  </a:moveTo>
                  <a:cubicBezTo>
                    <a:pt x="108" y="0"/>
                    <a:pt x="1" y="114"/>
                    <a:pt x="1" y="250"/>
                  </a:cubicBezTo>
                  <a:cubicBezTo>
                    <a:pt x="1" y="387"/>
                    <a:pt x="108" y="501"/>
                    <a:pt x="252" y="501"/>
                  </a:cubicBezTo>
                  <a:cubicBezTo>
                    <a:pt x="388" y="501"/>
                    <a:pt x="495" y="387"/>
                    <a:pt x="495" y="250"/>
                  </a:cubicBezTo>
                  <a:cubicBezTo>
                    <a:pt x="495"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4" name="Google Shape;15904;p32"/>
            <p:cNvSpPr/>
            <p:nvPr/>
          </p:nvSpPr>
          <p:spPr>
            <a:xfrm>
              <a:off x="2788700" y="50551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5" name="Google Shape;15905;p32"/>
            <p:cNvSpPr/>
            <p:nvPr/>
          </p:nvSpPr>
          <p:spPr>
            <a:xfrm>
              <a:off x="2880675" y="5055125"/>
              <a:ext cx="12375" cy="12525"/>
            </a:xfrm>
            <a:custGeom>
              <a:avLst/>
              <a:gdLst/>
              <a:ahLst/>
              <a:cxnLst/>
              <a:rect l="l" t="t" r="r" b="b"/>
              <a:pathLst>
                <a:path w="495" h="501" extrusionOk="0">
                  <a:moveTo>
                    <a:pt x="243" y="0"/>
                  </a:moveTo>
                  <a:cubicBezTo>
                    <a:pt x="107" y="0"/>
                    <a:pt x="0" y="114"/>
                    <a:pt x="0" y="250"/>
                  </a:cubicBezTo>
                  <a:cubicBezTo>
                    <a:pt x="0" y="387"/>
                    <a:pt x="107" y="501"/>
                    <a:pt x="243" y="501"/>
                  </a:cubicBezTo>
                  <a:cubicBezTo>
                    <a:pt x="387" y="501"/>
                    <a:pt x="494" y="387"/>
                    <a:pt x="494" y="250"/>
                  </a:cubicBezTo>
                  <a:cubicBezTo>
                    <a:pt x="494" y="114"/>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6" name="Google Shape;15906;p32"/>
            <p:cNvSpPr/>
            <p:nvPr/>
          </p:nvSpPr>
          <p:spPr>
            <a:xfrm>
              <a:off x="2972425" y="5055125"/>
              <a:ext cx="12575" cy="12525"/>
            </a:xfrm>
            <a:custGeom>
              <a:avLst/>
              <a:gdLst/>
              <a:ahLst/>
              <a:cxnLst/>
              <a:rect l="l" t="t" r="r" b="b"/>
              <a:pathLst>
                <a:path w="503" h="501" extrusionOk="0">
                  <a:moveTo>
                    <a:pt x="251" y="0"/>
                  </a:moveTo>
                  <a:cubicBezTo>
                    <a:pt x="115" y="0"/>
                    <a:pt x="0" y="114"/>
                    <a:pt x="0" y="250"/>
                  </a:cubicBezTo>
                  <a:cubicBezTo>
                    <a:pt x="0" y="387"/>
                    <a:pt x="115" y="501"/>
                    <a:pt x="251" y="501"/>
                  </a:cubicBezTo>
                  <a:cubicBezTo>
                    <a:pt x="387" y="501"/>
                    <a:pt x="503" y="387"/>
                    <a:pt x="503" y="250"/>
                  </a:cubicBezTo>
                  <a:cubicBezTo>
                    <a:pt x="503"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7" name="Google Shape;15907;p32"/>
            <p:cNvSpPr/>
            <p:nvPr/>
          </p:nvSpPr>
          <p:spPr>
            <a:xfrm>
              <a:off x="3064375" y="5055125"/>
              <a:ext cx="12375" cy="12525"/>
            </a:xfrm>
            <a:custGeom>
              <a:avLst/>
              <a:gdLst/>
              <a:ahLst/>
              <a:cxnLst/>
              <a:rect l="l" t="t" r="r" b="b"/>
              <a:pathLst>
                <a:path w="495" h="501" extrusionOk="0">
                  <a:moveTo>
                    <a:pt x="243" y="0"/>
                  </a:moveTo>
                  <a:cubicBezTo>
                    <a:pt x="107" y="0"/>
                    <a:pt x="1" y="114"/>
                    <a:pt x="1" y="250"/>
                  </a:cubicBezTo>
                  <a:cubicBezTo>
                    <a:pt x="1" y="387"/>
                    <a:pt x="107" y="501"/>
                    <a:pt x="243" y="501"/>
                  </a:cubicBezTo>
                  <a:cubicBezTo>
                    <a:pt x="388" y="501"/>
                    <a:pt x="495" y="387"/>
                    <a:pt x="495" y="250"/>
                  </a:cubicBezTo>
                  <a:cubicBezTo>
                    <a:pt x="495" y="114"/>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8" name="Google Shape;15908;p32"/>
            <p:cNvSpPr/>
            <p:nvPr/>
          </p:nvSpPr>
          <p:spPr>
            <a:xfrm>
              <a:off x="3156125" y="50551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9" name="Google Shape;15909;p32"/>
            <p:cNvSpPr/>
            <p:nvPr/>
          </p:nvSpPr>
          <p:spPr>
            <a:xfrm>
              <a:off x="3247875" y="5055125"/>
              <a:ext cx="12575" cy="12525"/>
            </a:xfrm>
            <a:custGeom>
              <a:avLst/>
              <a:gdLst/>
              <a:ahLst/>
              <a:cxnLst/>
              <a:rect l="l" t="t" r="r" b="b"/>
              <a:pathLst>
                <a:path w="503"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0" name="Google Shape;15910;p32"/>
            <p:cNvSpPr/>
            <p:nvPr/>
          </p:nvSpPr>
          <p:spPr>
            <a:xfrm>
              <a:off x="3339850" y="5055125"/>
              <a:ext cx="12525" cy="12525"/>
            </a:xfrm>
            <a:custGeom>
              <a:avLst/>
              <a:gdLst/>
              <a:ahLst/>
              <a:cxnLst/>
              <a:rect l="l" t="t" r="r" b="b"/>
              <a:pathLst>
                <a:path w="501" h="501" extrusionOk="0">
                  <a:moveTo>
                    <a:pt x="251" y="0"/>
                  </a:moveTo>
                  <a:cubicBezTo>
                    <a:pt x="107" y="0"/>
                    <a:pt x="0" y="114"/>
                    <a:pt x="0" y="250"/>
                  </a:cubicBezTo>
                  <a:cubicBezTo>
                    <a:pt x="0" y="387"/>
                    <a:pt x="107" y="501"/>
                    <a:pt x="251" y="501"/>
                  </a:cubicBezTo>
                  <a:cubicBezTo>
                    <a:pt x="387" y="501"/>
                    <a:pt x="501" y="387"/>
                    <a:pt x="501" y="250"/>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1" name="Google Shape;15911;p32"/>
            <p:cNvSpPr/>
            <p:nvPr/>
          </p:nvSpPr>
          <p:spPr>
            <a:xfrm>
              <a:off x="3431575" y="5055125"/>
              <a:ext cx="12600" cy="12525"/>
            </a:xfrm>
            <a:custGeom>
              <a:avLst/>
              <a:gdLst/>
              <a:ahLst/>
              <a:cxnLst/>
              <a:rect l="l" t="t" r="r" b="b"/>
              <a:pathLst>
                <a:path w="504" h="501" extrusionOk="0">
                  <a:moveTo>
                    <a:pt x="252" y="0"/>
                  </a:moveTo>
                  <a:cubicBezTo>
                    <a:pt x="116" y="0"/>
                    <a:pt x="1" y="114"/>
                    <a:pt x="1" y="250"/>
                  </a:cubicBezTo>
                  <a:cubicBezTo>
                    <a:pt x="1" y="387"/>
                    <a:pt x="116" y="501"/>
                    <a:pt x="252" y="501"/>
                  </a:cubicBezTo>
                  <a:cubicBezTo>
                    <a:pt x="388" y="501"/>
                    <a:pt x="503" y="387"/>
                    <a:pt x="503" y="250"/>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2" name="Google Shape;15912;p32"/>
            <p:cNvSpPr/>
            <p:nvPr/>
          </p:nvSpPr>
          <p:spPr>
            <a:xfrm>
              <a:off x="3523550" y="5055125"/>
              <a:ext cx="12375" cy="12525"/>
            </a:xfrm>
            <a:custGeom>
              <a:avLst/>
              <a:gdLst/>
              <a:ahLst/>
              <a:cxnLst/>
              <a:rect l="l" t="t" r="r" b="b"/>
              <a:pathLst>
                <a:path w="495" h="501" extrusionOk="0">
                  <a:moveTo>
                    <a:pt x="250" y="0"/>
                  </a:moveTo>
                  <a:cubicBezTo>
                    <a:pt x="107" y="0"/>
                    <a:pt x="0" y="114"/>
                    <a:pt x="0" y="250"/>
                  </a:cubicBezTo>
                  <a:cubicBezTo>
                    <a:pt x="0" y="387"/>
                    <a:pt x="107" y="501"/>
                    <a:pt x="250" y="501"/>
                  </a:cubicBezTo>
                  <a:cubicBezTo>
                    <a:pt x="388" y="501"/>
                    <a:pt x="494" y="387"/>
                    <a:pt x="494" y="250"/>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3" name="Google Shape;15913;p32"/>
            <p:cNvSpPr/>
            <p:nvPr/>
          </p:nvSpPr>
          <p:spPr>
            <a:xfrm>
              <a:off x="676400" y="5147025"/>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4" name="Google Shape;15914;p32"/>
            <p:cNvSpPr/>
            <p:nvPr/>
          </p:nvSpPr>
          <p:spPr>
            <a:xfrm>
              <a:off x="768325" y="5147025"/>
              <a:ext cx="12400" cy="12425"/>
            </a:xfrm>
            <a:custGeom>
              <a:avLst/>
              <a:gdLst/>
              <a:ahLst/>
              <a:cxnLst/>
              <a:rect l="l" t="t" r="r" b="b"/>
              <a:pathLst>
                <a:path w="496" h="497" extrusionOk="0">
                  <a:moveTo>
                    <a:pt x="245" y="1"/>
                  </a:moveTo>
                  <a:cubicBezTo>
                    <a:pt x="109" y="1"/>
                    <a:pt x="0" y="109"/>
                    <a:pt x="0" y="245"/>
                  </a:cubicBezTo>
                  <a:cubicBezTo>
                    <a:pt x="0" y="388"/>
                    <a:pt x="109" y="496"/>
                    <a:pt x="245" y="496"/>
                  </a:cubicBezTo>
                  <a:cubicBezTo>
                    <a:pt x="388" y="496"/>
                    <a:pt x="496" y="388"/>
                    <a:pt x="496" y="245"/>
                  </a:cubicBezTo>
                  <a:cubicBezTo>
                    <a:pt x="496" y="109"/>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5" name="Google Shape;15915;p32"/>
            <p:cNvSpPr/>
            <p:nvPr/>
          </p:nvSpPr>
          <p:spPr>
            <a:xfrm>
              <a:off x="860125" y="5147025"/>
              <a:ext cx="12525" cy="12425"/>
            </a:xfrm>
            <a:custGeom>
              <a:avLst/>
              <a:gdLst/>
              <a:ahLst/>
              <a:cxnLst/>
              <a:rect l="l" t="t" r="r" b="b"/>
              <a:pathLst>
                <a:path w="501" h="497" extrusionOk="0">
                  <a:moveTo>
                    <a:pt x="251" y="1"/>
                  </a:moveTo>
                  <a:cubicBezTo>
                    <a:pt x="114" y="1"/>
                    <a:pt x="0" y="109"/>
                    <a:pt x="0" y="245"/>
                  </a:cubicBezTo>
                  <a:cubicBezTo>
                    <a:pt x="0" y="388"/>
                    <a:pt x="114" y="496"/>
                    <a:pt x="251" y="496"/>
                  </a:cubicBezTo>
                  <a:cubicBezTo>
                    <a:pt x="387" y="496"/>
                    <a:pt x="501" y="388"/>
                    <a:pt x="501" y="245"/>
                  </a:cubicBezTo>
                  <a:cubicBezTo>
                    <a:pt x="501"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6" name="Google Shape;15916;p32"/>
            <p:cNvSpPr/>
            <p:nvPr/>
          </p:nvSpPr>
          <p:spPr>
            <a:xfrm>
              <a:off x="951850" y="5147025"/>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7" name="Google Shape;15917;p32"/>
            <p:cNvSpPr/>
            <p:nvPr/>
          </p:nvSpPr>
          <p:spPr>
            <a:xfrm>
              <a:off x="1043825" y="5147025"/>
              <a:ext cx="12375" cy="12425"/>
            </a:xfrm>
            <a:custGeom>
              <a:avLst/>
              <a:gdLst/>
              <a:ahLst/>
              <a:cxnLst/>
              <a:rect l="l" t="t" r="r" b="b"/>
              <a:pathLst>
                <a:path w="495" h="497" extrusionOk="0">
                  <a:moveTo>
                    <a:pt x="250" y="1"/>
                  </a:moveTo>
                  <a:cubicBezTo>
                    <a:pt x="107" y="1"/>
                    <a:pt x="0" y="109"/>
                    <a:pt x="0" y="245"/>
                  </a:cubicBezTo>
                  <a:cubicBezTo>
                    <a:pt x="0" y="388"/>
                    <a:pt x="107" y="496"/>
                    <a:pt x="250" y="496"/>
                  </a:cubicBezTo>
                  <a:cubicBezTo>
                    <a:pt x="388" y="496"/>
                    <a:pt x="494" y="388"/>
                    <a:pt x="494" y="245"/>
                  </a:cubicBezTo>
                  <a:cubicBezTo>
                    <a:pt x="494"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8" name="Google Shape;15918;p32"/>
            <p:cNvSpPr/>
            <p:nvPr/>
          </p:nvSpPr>
          <p:spPr>
            <a:xfrm>
              <a:off x="1135575" y="5147025"/>
              <a:ext cx="12575" cy="12425"/>
            </a:xfrm>
            <a:custGeom>
              <a:avLst/>
              <a:gdLst/>
              <a:ahLst/>
              <a:cxnLst/>
              <a:rect l="l" t="t" r="r" b="b"/>
              <a:pathLst>
                <a:path w="503" h="497" extrusionOk="0">
                  <a:moveTo>
                    <a:pt x="252" y="1"/>
                  </a:moveTo>
                  <a:cubicBezTo>
                    <a:pt x="116" y="1"/>
                    <a:pt x="0" y="109"/>
                    <a:pt x="0" y="245"/>
                  </a:cubicBezTo>
                  <a:cubicBezTo>
                    <a:pt x="0" y="388"/>
                    <a:pt x="116" y="496"/>
                    <a:pt x="252" y="496"/>
                  </a:cubicBezTo>
                  <a:cubicBezTo>
                    <a:pt x="387" y="496"/>
                    <a:pt x="503" y="388"/>
                    <a:pt x="503" y="245"/>
                  </a:cubicBezTo>
                  <a:cubicBezTo>
                    <a:pt x="503"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9" name="Google Shape;15919;p32"/>
            <p:cNvSpPr/>
            <p:nvPr/>
          </p:nvSpPr>
          <p:spPr>
            <a:xfrm>
              <a:off x="1227500" y="5147025"/>
              <a:ext cx="12400" cy="12425"/>
            </a:xfrm>
            <a:custGeom>
              <a:avLst/>
              <a:gdLst/>
              <a:ahLst/>
              <a:cxnLst/>
              <a:rect l="l" t="t" r="r" b="b"/>
              <a:pathLst>
                <a:path w="496" h="497" extrusionOk="0">
                  <a:moveTo>
                    <a:pt x="251" y="1"/>
                  </a:moveTo>
                  <a:cubicBezTo>
                    <a:pt x="109" y="1"/>
                    <a:pt x="0" y="109"/>
                    <a:pt x="0" y="245"/>
                  </a:cubicBezTo>
                  <a:cubicBezTo>
                    <a:pt x="0" y="388"/>
                    <a:pt x="109" y="496"/>
                    <a:pt x="251" y="496"/>
                  </a:cubicBezTo>
                  <a:cubicBezTo>
                    <a:pt x="387" y="496"/>
                    <a:pt x="496" y="388"/>
                    <a:pt x="496" y="245"/>
                  </a:cubicBezTo>
                  <a:cubicBezTo>
                    <a:pt x="496"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0" name="Google Shape;15920;p32"/>
            <p:cNvSpPr/>
            <p:nvPr/>
          </p:nvSpPr>
          <p:spPr>
            <a:xfrm>
              <a:off x="1319275" y="5147025"/>
              <a:ext cx="12550" cy="12425"/>
            </a:xfrm>
            <a:custGeom>
              <a:avLst/>
              <a:gdLst/>
              <a:ahLst/>
              <a:cxnLst/>
              <a:rect l="l" t="t" r="r" b="b"/>
              <a:pathLst>
                <a:path w="502" h="497" extrusionOk="0">
                  <a:moveTo>
                    <a:pt x="252" y="1"/>
                  </a:moveTo>
                  <a:cubicBezTo>
                    <a:pt x="114" y="1"/>
                    <a:pt x="1" y="109"/>
                    <a:pt x="1" y="245"/>
                  </a:cubicBezTo>
                  <a:cubicBezTo>
                    <a:pt x="1" y="388"/>
                    <a:pt x="114" y="496"/>
                    <a:pt x="252" y="496"/>
                  </a:cubicBezTo>
                  <a:cubicBezTo>
                    <a:pt x="388" y="496"/>
                    <a:pt x="501" y="388"/>
                    <a:pt x="501" y="245"/>
                  </a:cubicBezTo>
                  <a:cubicBezTo>
                    <a:pt x="501"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1" name="Google Shape;15921;p32"/>
            <p:cNvSpPr/>
            <p:nvPr/>
          </p:nvSpPr>
          <p:spPr>
            <a:xfrm>
              <a:off x="1411200" y="5147025"/>
              <a:ext cx="12425" cy="12425"/>
            </a:xfrm>
            <a:custGeom>
              <a:avLst/>
              <a:gdLst/>
              <a:ahLst/>
              <a:cxnLst/>
              <a:rect l="l" t="t" r="r" b="b"/>
              <a:pathLst>
                <a:path w="497" h="497" extrusionOk="0">
                  <a:moveTo>
                    <a:pt x="245" y="1"/>
                  </a:moveTo>
                  <a:cubicBezTo>
                    <a:pt x="109" y="1"/>
                    <a:pt x="1" y="109"/>
                    <a:pt x="1" y="245"/>
                  </a:cubicBezTo>
                  <a:cubicBezTo>
                    <a:pt x="1" y="388"/>
                    <a:pt x="109" y="496"/>
                    <a:pt x="245" y="496"/>
                  </a:cubicBezTo>
                  <a:cubicBezTo>
                    <a:pt x="388" y="496"/>
                    <a:pt x="496" y="388"/>
                    <a:pt x="496" y="245"/>
                  </a:cubicBezTo>
                  <a:cubicBezTo>
                    <a:pt x="496" y="109"/>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2" name="Google Shape;15922;p32"/>
            <p:cNvSpPr/>
            <p:nvPr/>
          </p:nvSpPr>
          <p:spPr>
            <a:xfrm>
              <a:off x="1503000" y="5147025"/>
              <a:ext cx="12525" cy="12425"/>
            </a:xfrm>
            <a:custGeom>
              <a:avLst/>
              <a:gdLst/>
              <a:ahLst/>
              <a:cxnLst/>
              <a:rect l="l" t="t" r="r" b="b"/>
              <a:pathLst>
                <a:path w="501" h="497" extrusionOk="0">
                  <a:moveTo>
                    <a:pt x="250" y="1"/>
                  </a:moveTo>
                  <a:cubicBezTo>
                    <a:pt x="114" y="1"/>
                    <a:pt x="0" y="109"/>
                    <a:pt x="0" y="245"/>
                  </a:cubicBezTo>
                  <a:cubicBezTo>
                    <a:pt x="0" y="388"/>
                    <a:pt x="114" y="496"/>
                    <a:pt x="250" y="496"/>
                  </a:cubicBezTo>
                  <a:cubicBezTo>
                    <a:pt x="387" y="496"/>
                    <a:pt x="501" y="388"/>
                    <a:pt x="501" y="245"/>
                  </a:cubicBezTo>
                  <a:cubicBezTo>
                    <a:pt x="501" y="109"/>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3" name="Google Shape;15923;p32"/>
            <p:cNvSpPr/>
            <p:nvPr/>
          </p:nvSpPr>
          <p:spPr>
            <a:xfrm>
              <a:off x="1594750" y="5147025"/>
              <a:ext cx="12575" cy="12425"/>
            </a:xfrm>
            <a:custGeom>
              <a:avLst/>
              <a:gdLst/>
              <a:ahLst/>
              <a:cxnLst/>
              <a:rect l="l" t="t" r="r" b="b"/>
              <a:pathLst>
                <a:path w="503" h="497" extrusionOk="0">
                  <a:moveTo>
                    <a:pt x="251" y="1"/>
                  </a:moveTo>
                  <a:cubicBezTo>
                    <a:pt x="115" y="1"/>
                    <a:pt x="0" y="109"/>
                    <a:pt x="0" y="245"/>
                  </a:cubicBezTo>
                  <a:cubicBezTo>
                    <a:pt x="0" y="388"/>
                    <a:pt x="115" y="496"/>
                    <a:pt x="251" y="496"/>
                  </a:cubicBezTo>
                  <a:cubicBezTo>
                    <a:pt x="394" y="496"/>
                    <a:pt x="503" y="388"/>
                    <a:pt x="503" y="245"/>
                  </a:cubicBezTo>
                  <a:cubicBezTo>
                    <a:pt x="503" y="109"/>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4" name="Google Shape;15924;p32"/>
            <p:cNvSpPr/>
            <p:nvPr/>
          </p:nvSpPr>
          <p:spPr>
            <a:xfrm>
              <a:off x="1686650" y="5147025"/>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5" name="Google Shape;15925;p32"/>
            <p:cNvSpPr/>
            <p:nvPr/>
          </p:nvSpPr>
          <p:spPr>
            <a:xfrm>
              <a:off x="1778450" y="5147025"/>
              <a:ext cx="12550" cy="12425"/>
            </a:xfrm>
            <a:custGeom>
              <a:avLst/>
              <a:gdLst/>
              <a:ahLst/>
              <a:cxnLst/>
              <a:rect l="l" t="t" r="r" b="b"/>
              <a:pathLst>
                <a:path w="502" h="497" extrusionOk="0">
                  <a:moveTo>
                    <a:pt x="252" y="1"/>
                  </a:moveTo>
                  <a:cubicBezTo>
                    <a:pt x="114" y="1"/>
                    <a:pt x="1" y="109"/>
                    <a:pt x="1" y="245"/>
                  </a:cubicBezTo>
                  <a:cubicBezTo>
                    <a:pt x="1" y="388"/>
                    <a:pt x="114" y="496"/>
                    <a:pt x="252" y="496"/>
                  </a:cubicBezTo>
                  <a:cubicBezTo>
                    <a:pt x="388" y="496"/>
                    <a:pt x="501" y="388"/>
                    <a:pt x="501" y="245"/>
                  </a:cubicBezTo>
                  <a:cubicBezTo>
                    <a:pt x="501"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6" name="Google Shape;15926;p32"/>
            <p:cNvSpPr/>
            <p:nvPr/>
          </p:nvSpPr>
          <p:spPr>
            <a:xfrm>
              <a:off x="1870375" y="5147025"/>
              <a:ext cx="12400" cy="12425"/>
            </a:xfrm>
            <a:custGeom>
              <a:avLst/>
              <a:gdLst/>
              <a:ahLst/>
              <a:cxnLst/>
              <a:rect l="l" t="t" r="r" b="b"/>
              <a:pathLst>
                <a:path w="496" h="497" extrusionOk="0">
                  <a:moveTo>
                    <a:pt x="252" y="1"/>
                  </a:moveTo>
                  <a:cubicBezTo>
                    <a:pt x="109" y="1"/>
                    <a:pt x="0" y="109"/>
                    <a:pt x="0" y="245"/>
                  </a:cubicBezTo>
                  <a:cubicBezTo>
                    <a:pt x="0" y="388"/>
                    <a:pt x="109" y="496"/>
                    <a:pt x="252" y="496"/>
                  </a:cubicBezTo>
                  <a:cubicBezTo>
                    <a:pt x="387" y="496"/>
                    <a:pt x="496" y="388"/>
                    <a:pt x="496" y="245"/>
                  </a:cubicBezTo>
                  <a:cubicBezTo>
                    <a:pt x="496"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7" name="Google Shape;15927;p32"/>
            <p:cNvSpPr/>
            <p:nvPr/>
          </p:nvSpPr>
          <p:spPr>
            <a:xfrm>
              <a:off x="1962150" y="5147025"/>
              <a:ext cx="12550" cy="12425"/>
            </a:xfrm>
            <a:custGeom>
              <a:avLst/>
              <a:gdLst/>
              <a:ahLst/>
              <a:cxnLst/>
              <a:rect l="l" t="t" r="r" b="b"/>
              <a:pathLst>
                <a:path w="502" h="497" extrusionOk="0">
                  <a:moveTo>
                    <a:pt x="250" y="1"/>
                  </a:moveTo>
                  <a:cubicBezTo>
                    <a:pt x="114" y="1"/>
                    <a:pt x="1" y="109"/>
                    <a:pt x="1" y="245"/>
                  </a:cubicBezTo>
                  <a:cubicBezTo>
                    <a:pt x="1" y="388"/>
                    <a:pt x="114" y="496"/>
                    <a:pt x="250" y="496"/>
                  </a:cubicBezTo>
                  <a:cubicBezTo>
                    <a:pt x="388" y="496"/>
                    <a:pt x="502" y="388"/>
                    <a:pt x="502" y="245"/>
                  </a:cubicBezTo>
                  <a:cubicBezTo>
                    <a:pt x="502"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8" name="Google Shape;15928;p32"/>
            <p:cNvSpPr/>
            <p:nvPr/>
          </p:nvSpPr>
          <p:spPr>
            <a:xfrm>
              <a:off x="2054075" y="5147025"/>
              <a:ext cx="12425" cy="12425"/>
            </a:xfrm>
            <a:custGeom>
              <a:avLst/>
              <a:gdLst/>
              <a:ahLst/>
              <a:cxnLst/>
              <a:rect l="l" t="t" r="r" b="b"/>
              <a:pathLst>
                <a:path w="497" h="497" extrusionOk="0">
                  <a:moveTo>
                    <a:pt x="252" y="1"/>
                  </a:moveTo>
                  <a:cubicBezTo>
                    <a:pt x="109" y="1"/>
                    <a:pt x="1" y="109"/>
                    <a:pt x="1" y="245"/>
                  </a:cubicBezTo>
                  <a:cubicBezTo>
                    <a:pt x="1" y="388"/>
                    <a:pt x="109" y="496"/>
                    <a:pt x="252" y="496"/>
                  </a:cubicBezTo>
                  <a:cubicBezTo>
                    <a:pt x="388" y="496"/>
                    <a:pt x="496" y="388"/>
                    <a:pt x="496" y="245"/>
                  </a:cubicBezTo>
                  <a:cubicBezTo>
                    <a:pt x="496"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9" name="Google Shape;15929;p32"/>
            <p:cNvSpPr/>
            <p:nvPr/>
          </p:nvSpPr>
          <p:spPr>
            <a:xfrm>
              <a:off x="2145825" y="5147025"/>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0" name="Google Shape;15930;p32"/>
            <p:cNvSpPr/>
            <p:nvPr/>
          </p:nvSpPr>
          <p:spPr>
            <a:xfrm>
              <a:off x="2237800" y="5147025"/>
              <a:ext cx="12350" cy="12425"/>
            </a:xfrm>
            <a:custGeom>
              <a:avLst/>
              <a:gdLst/>
              <a:ahLst/>
              <a:cxnLst/>
              <a:rect l="l" t="t" r="r" b="b"/>
              <a:pathLst>
                <a:path w="494" h="497" extrusionOk="0">
                  <a:moveTo>
                    <a:pt x="244" y="1"/>
                  </a:moveTo>
                  <a:cubicBezTo>
                    <a:pt x="107" y="1"/>
                    <a:pt x="0" y="109"/>
                    <a:pt x="0" y="245"/>
                  </a:cubicBezTo>
                  <a:cubicBezTo>
                    <a:pt x="0" y="388"/>
                    <a:pt x="107" y="496"/>
                    <a:pt x="244" y="496"/>
                  </a:cubicBezTo>
                  <a:cubicBezTo>
                    <a:pt x="387" y="496"/>
                    <a:pt x="494" y="388"/>
                    <a:pt x="494" y="245"/>
                  </a:cubicBezTo>
                  <a:cubicBezTo>
                    <a:pt x="494" y="109"/>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1" name="Google Shape;15931;p32"/>
            <p:cNvSpPr/>
            <p:nvPr/>
          </p:nvSpPr>
          <p:spPr>
            <a:xfrm>
              <a:off x="2329550" y="5147025"/>
              <a:ext cx="12575" cy="12425"/>
            </a:xfrm>
            <a:custGeom>
              <a:avLst/>
              <a:gdLst/>
              <a:ahLst/>
              <a:cxnLst/>
              <a:rect l="l" t="t" r="r" b="b"/>
              <a:pathLst>
                <a:path w="503" h="497" extrusionOk="0">
                  <a:moveTo>
                    <a:pt x="251" y="1"/>
                  </a:moveTo>
                  <a:cubicBezTo>
                    <a:pt x="115" y="1"/>
                    <a:pt x="0" y="109"/>
                    <a:pt x="0" y="245"/>
                  </a:cubicBezTo>
                  <a:cubicBezTo>
                    <a:pt x="0" y="388"/>
                    <a:pt x="115" y="496"/>
                    <a:pt x="251" y="496"/>
                  </a:cubicBezTo>
                  <a:cubicBezTo>
                    <a:pt x="387" y="496"/>
                    <a:pt x="502" y="388"/>
                    <a:pt x="502" y="245"/>
                  </a:cubicBezTo>
                  <a:cubicBezTo>
                    <a:pt x="502"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2" name="Google Shape;15932;p32"/>
            <p:cNvSpPr/>
            <p:nvPr/>
          </p:nvSpPr>
          <p:spPr>
            <a:xfrm>
              <a:off x="2421325" y="5147025"/>
              <a:ext cx="12550" cy="12425"/>
            </a:xfrm>
            <a:custGeom>
              <a:avLst/>
              <a:gdLst/>
              <a:ahLst/>
              <a:cxnLst/>
              <a:rect l="l" t="t" r="r" b="b"/>
              <a:pathLst>
                <a:path w="502" h="497" extrusionOk="0">
                  <a:moveTo>
                    <a:pt x="250" y="1"/>
                  </a:moveTo>
                  <a:cubicBezTo>
                    <a:pt x="114" y="1"/>
                    <a:pt x="1" y="109"/>
                    <a:pt x="1" y="245"/>
                  </a:cubicBezTo>
                  <a:cubicBezTo>
                    <a:pt x="1" y="388"/>
                    <a:pt x="114" y="496"/>
                    <a:pt x="250" y="496"/>
                  </a:cubicBezTo>
                  <a:cubicBezTo>
                    <a:pt x="395" y="496"/>
                    <a:pt x="501" y="388"/>
                    <a:pt x="501" y="245"/>
                  </a:cubicBezTo>
                  <a:cubicBezTo>
                    <a:pt x="501" y="109"/>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3" name="Google Shape;15933;p32"/>
            <p:cNvSpPr/>
            <p:nvPr/>
          </p:nvSpPr>
          <p:spPr>
            <a:xfrm>
              <a:off x="2513250" y="5147025"/>
              <a:ext cx="12575" cy="12425"/>
            </a:xfrm>
            <a:custGeom>
              <a:avLst/>
              <a:gdLst/>
              <a:ahLst/>
              <a:cxnLst/>
              <a:rect l="l" t="t" r="r" b="b"/>
              <a:pathLst>
                <a:path w="503" h="497" extrusionOk="0">
                  <a:moveTo>
                    <a:pt x="252" y="1"/>
                  </a:moveTo>
                  <a:cubicBezTo>
                    <a:pt x="109" y="1"/>
                    <a:pt x="0" y="109"/>
                    <a:pt x="0" y="245"/>
                  </a:cubicBezTo>
                  <a:cubicBezTo>
                    <a:pt x="0" y="388"/>
                    <a:pt x="109"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4" name="Google Shape;15934;p32"/>
            <p:cNvSpPr/>
            <p:nvPr/>
          </p:nvSpPr>
          <p:spPr>
            <a:xfrm>
              <a:off x="2605000" y="5147025"/>
              <a:ext cx="12575" cy="12425"/>
            </a:xfrm>
            <a:custGeom>
              <a:avLst/>
              <a:gdLst/>
              <a:ahLst/>
              <a:cxnLst/>
              <a:rect l="l" t="t" r="r" b="b"/>
              <a:pathLst>
                <a:path w="503" h="497" extrusionOk="0">
                  <a:moveTo>
                    <a:pt x="252" y="1"/>
                  </a:moveTo>
                  <a:cubicBezTo>
                    <a:pt x="116" y="1"/>
                    <a:pt x="0" y="109"/>
                    <a:pt x="0" y="245"/>
                  </a:cubicBezTo>
                  <a:cubicBezTo>
                    <a:pt x="0" y="388"/>
                    <a:pt x="116" y="496"/>
                    <a:pt x="252" y="496"/>
                  </a:cubicBezTo>
                  <a:cubicBezTo>
                    <a:pt x="387" y="496"/>
                    <a:pt x="503" y="388"/>
                    <a:pt x="503" y="245"/>
                  </a:cubicBezTo>
                  <a:cubicBezTo>
                    <a:pt x="503" y="109"/>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5" name="Google Shape;15935;p32"/>
            <p:cNvSpPr/>
            <p:nvPr/>
          </p:nvSpPr>
          <p:spPr>
            <a:xfrm>
              <a:off x="2696950" y="5147025"/>
              <a:ext cx="12375" cy="12425"/>
            </a:xfrm>
            <a:custGeom>
              <a:avLst/>
              <a:gdLst/>
              <a:ahLst/>
              <a:cxnLst/>
              <a:rect l="l" t="t" r="r" b="b"/>
              <a:pathLst>
                <a:path w="495" h="497" extrusionOk="0">
                  <a:moveTo>
                    <a:pt x="252" y="1"/>
                  </a:moveTo>
                  <a:cubicBezTo>
                    <a:pt x="108" y="1"/>
                    <a:pt x="1" y="109"/>
                    <a:pt x="1" y="245"/>
                  </a:cubicBezTo>
                  <a:cubicBezTo>
                    <a:pt x="1" y="388"/>
                    <a:pt x="108" y="496"/>
                    <a:pt x="252" y="496"/>
                  </a:cubicBezTo>
                  <a:cubicBezTo>
                    <a:pt x="388" y="496"/>
                    <a:pt x="495" y="388"/>
                    <a:pt x="495" y="245"/>
                  </a:cubicBezTo>
                  <a:cubicBezTo>
                    <a:pt x="495"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6" name="Google Shape;15936;p32"/>
            <p:cNvSpPr/>
            <p:nvPr/>
          </p:nvSpPr>
          <p:spPr>
            <a:xfrm>
              <a:off x="2788700" y="5147025"/>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7" name="Google Shape;15937;p32"/>
            <p:cNvSpPr/>
            <p:nvPr/>
          </p:nvSpPr>
          <p:spPr>
            <a:xfrm>
              <a:off x="2880675" y="5147025"/>
              <a:ext cx="12375" cy="12425"/>
            </a:xfrm>
            <a:custGeom>
              <a:avLst/>
              <a:gdLst/>
              <a:ahLst/>
              <a:cxnLst/>
              <a:rect l="l" t="t" r="r" b="b"/>
              <a:pathLst>
                <a:path w="495" h="497" extrusionOk="0">
                  <a:moveTo>
                    <a:pt x="243" y="1"/>
                  </a:moveTo>
                  <a:cubicBezTo>
                    <a:pt x="107" y="1"/>
                    <a:pt x="0" y="109"/>
                    <a:pt x="0" y="245"/>
                  </a:cubicBezTo>
                  <a:cubicBezTo>
                    <a:pt x="0" y="388"/>
                    <a:pt x="107" y="496"/>
                    <a:pt x="243" y="496"/>
                  </a:cubicBezTo>
                  <a:cubicBezTo>
                    <a:pt x="387" y="496"/>
                    <a:pt x="494" y="388"/>
                    <a:pt x="494" y="245"/>
                  </a:cubicBezTo>
                  <a:cubicBezTo>
                    <a:pt x="494" y="109"/>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8" name="Google Shape;15938;p32"/>
            <p:cNvSpPr/>
            <p:nvPr/>
          </p:nvSpPr>
          <p:spPr>
            <a:xfrm>
              <a:off x="2972425" y="5147025"/>
              <a:ext cx="12575" cy="12425"/>
            </a:xfrm>
            <a:custGeom>
              <a:avLst/>
              <a:gdLst/>
              <a:ahLst/>
              <a:cxnLst/>
              <a:rect l="l" t="t" r="r" b="b"/>
              <a:pathLst>
                <a:path w="503" h="497" extrusionOk="0">
                  <a:moveTo>
                    <a:pt x="251" y="1"/>
                  </a:moveTo>
                  <a:cubicBezTo>
                    <a:pt x="115" y="1"/>
                    <a:pt x="0" y="109"/>
                    <a:pt x="0" y="245"/>
                  </a:cubicBezTo>
                  <a:cubicBezTo>
                    <a:pt x="0" y="388"/>
                    <a:pt x="115" y="496"/>
                    <a:pt x="251" y="496"/>
                  </a:cubicBezTo>
                  <a:cubicBezTo>
                    <a:pt x="387" y="496"/>
                    <a:pt x="503" y="388"/>
                    <a:pt x="503" y="245"/>
                  </a:cubicBezTo>
                  <a:cubicBezTo>
                    <a:pt x="503"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9" name="Google Shape;15939;p32"/>
            <p:cNvSpPr/>
            <p:nvPr/>
          </p:nvSpPr>
          <p:spPr>
            <a:xfrm>
              <a:off x="3064375" y="5147025"/>
              <a:ext cx="12375" cy="12425"/>
            </a:xfrm>
            <a:custGeom>
              <a:avLst/>
              <a:gdLst/>
              <a:ahLst/>
              <a:cxnLst/>
              <a:rect l="l" t="t" r="r" b="b"/>
              <a:pathLst>
                <a:path w="495" h="497" extrusionOk="0">
                  <a:moveTo>
                    <a:pt x="243" y="1"/>
                  </a:moveTo>
                  <a:cubicBezTo>
                    <a:pt x="107" y="1"/>
                    <a:pt x="1" y="109"/>
                    <a:pt x="1" y="245"/>
                  </a:cubicBezTo>
                  <a:cubicBezTo>
                    <a:pt x="1" y="388"/>
                    <a:pt x="107" y="496"/>
                    <a:pt x="243" y="496"/>
                  </a:cubicBezTo>
                  <a:cubicBezTo>
                    <a:pt x="388" y="496"/>
                    <a:pt x="495" y="388"/>
                    <a:pt x="495" y="245"/>
                  </a:cubicBezTo>
                  <a:cubicBezTo>
                    <a:pt x="495" y="109"/>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0" name="Google Shape;15940;p32"/>
            <p:cNvSpPr/>
            <p:nvPr/>
          </p:nvSpPr>
          <p:spPr>
            <a:xfrm>
              <a:off x="3156125" y="5147025"/>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1" name="Google Shape;15941;p32"/>
            <p:cNvSpPr/>
            <p:nvPr/>
          </p:nvSpPr>
          <p:spPr>
            <a:xfrm>
              <a:off x="3247875" y="5147025"/>
              <a:ext cx="12575" cy="12425"/>
            </a:xfrm>
            <a:custGeom>
              <a:avLst/>
              <a:gdLst/>
              <a:ahLst/>
              <a:cxnLst/>
              <a:rect l="l" t="t" r="r" b="b"/>
              <a:pathLst>
                <a:path w="503"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2" name="Google Shape;15942;p32"/>
            <p:cNvSpPr/>
            <p:nvPr/>
          </p:nvSpPr>
          <p:spPr>
            <a:xfrm>
              <a:off x="3339850" y="5147025"/>
              <a:ext cx="12525" cy="12425"/>
            </a:xfrm>
            <a:custGeom>
              <a:avLst/>
              <a:gdLst/>
              <a:ahLst/>
              <a:cxnLst/>
              <a:rect l="l" t="t" r="r" b="b"/>
              <a:pathLst>
                <a:path w="501" h="497" extrusionOk="0">
                  <a:moveTo>
                    <a:pt x="251" y="1"/>
                  </a:moveTo>
                  <a:cubicBezTo>
                    <a:pt x="107" y="1"/>
                    <a:pt x="0" y="109"/>
                    <a:pt x="0" y="245"/>
                  </a:cubicBezTo>
                  <a:cubicBezTo>
                    <a:pt x="0" y="388"/>
                    <a:pt x="107" y="496"/>
                    <a:pt x="251" y="496"/>
                  </a:cubicBezTo>
                  <a:cubicBezTo>
                    <a:pt x="387" y="496"/>
                    <a:pt x="501" y="388"/>
                    <a:pt x="501" y="245"/>
                  </a:cubicBezTo>
                  <a:cubicBezTo>
                    <a:pt x="501" y="109"/>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3" name="Google Shape;15943;p32"/>
            <p:cNvSpPr/>
            <p:nvPr/>
          </p:nvSpPr>
          <p:spPr>
            <a:xfrm>
              <a:off x="3431575" y="5147025"/>
              <a:ext cx="12600" cy="12425"/>
            </a:xfrm>
            <a:custGeom>
              <a:avLst/>
              <a:gdLst/>
              <a:ahLst/>
              <a:cxnLst/>
              <a:rect l="l" t="t" r="r" b="b"/>
              <a:pathLst>
                <a:path w="504" h="497" extrusionOk="0">
                  <a:moveTo>
                    <a:pt x="252" y="1"/>
                  </a:moveTo>
                  <a:cubicBezTo>
                    <a:pt x="116" y="1"/>
                    <a:pt x="1" y="109"/>
                    <a:pt x="1" y="245"/>
                  </a:cubicBezTo>
                  <a:cubicBezTo>
                    <a:pt x="1" y="388"/>
                    <a:pt x="116" y="496"/>
                    <a:pt x="252" y="496"/>
                  </a:cubicBezTo>
                  <a:cubicBezTo>
                    <a:pt x="388" y="496"/>
                    <a:pt x="503" y="388"/>
                    <a:pt x="503" y="245"/>
                  </a:cubicBezTo>
                  <a:cubicBezTo>
                    <a:pt x="503" y="109"/>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4" name="Google Shape;15944;p32"/>
            <p:cNvSpPr/>
            <p:nvPr/>
          </p:nvSpPr>
          <p:spPr>
            <a:xfrm>
              <a:off x="3523550" y="5147025"/>
              <a:ext cx="12375" cy="12425"/>
            </a:xfrm>
            <a:custGeom>
              <a:avLst/>
              <a:gdLst/>
              <a:ahLst/>
              <a:cxnLst/>
              <a:rect l="l" t="t" r="r" b="b"/>
              <a:pathLst>
                <a:path w="495" h="497" extrusionOk="0">
                  <a:moveTo>
                    <a:pt x="250" y="1"/>
                  </a:moveTo>
                  <a:cubicBezTo>
                    <a:pt x="107" y="1"/>
                    <a:pt x="0" y="109"/>
                    <a:pt x="0" y="245"/>
                  </a:cubicBezTo>
                  <a:cubicBezTo>
                    <a:pt x="0" y="388"/>
                    <a:pt x="107" y="496"/>
                    <a:pt x="250" y="496"/>
                  </a:cubicBezTo>
                  <a:cubicBezTo>
                    <a:pt x="388" y="496"/>
                    <a:pt x="494" y="388"/>
                    <a:pt x="494" y="245"/>
                  </a:cubicBezTo>
                  <a:cubicBezTo>
                    <a:pt x="494" y="109"/>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5" name="Google Shape;15945;p32"/>
            <p:cNvSpPr/>
            <p:nvPr/>
          </p:nvSpPr>
          <p:spPr>
            <a:xfrm>
              <a:off x="676400" y="52387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6" name="Google Shape;15946;p32"/>
            <p:cNvSpPr/>
            <p:nvPr/>
          </p:nvSpPr>
          <p:spPr>
            <a:xfrm>
              <a:off x="768325" y="5238775"/>
              <a:ext cx="12400" cy="12600"/>
            </a:xfrm>
            <a:custGeom>
              <a:avLst/>
              <a:gdLst/>
              <a:ahLst/>
              <a:cxnLst/>
              <a:rect l="l" t="t" r="r" b="b"/>
              <a:pathLst>
                <a:path w="496" h="504" extrusionOk="0">
                  <a:moveTo>
                    <a:pt x="245" y="1"/>
                  </a:moveTo>
                  <a:cubicBezTo>
                    <a:pt x="109" y="1"/>
                    <a:pt x="0" y="116"/>
                    <a:pt x="0" y="252"/>
                  </a:cubicBezTo>
                  <a:cubicBezTo>
                    <a:pt x="0"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7" name="Google Shape;15947;p32"/>
            <p:cNvSpPr/>
            <p:nvPr/>
          </p:nvSpPr>
          <p:spPr>
            <a:xfrm>
              <a:off x="860125" y="5238775"/>
              <a:ext cx="12525" cy="12600"/>
            </a:xfrm>
            <a:custGeom>
              <a:avLst/>
              <a:gdLst/>
              <a:ahLst/>
              <a:cxnLst/>
              <a:rect l="l" t="t" r="r" b="b"/>
              <a:pathLst>
                <a:path w="501" h="504" extrusionOk="0">
                  <a:moveTo>
                    <a:pt x="251" y="1"/>
                  </a:moveTo>
                  <a:cubicBezTo>
                    <a:pt x="114" y="1"/>
                    <a:pt x="0" y="116"/>
                    <a:pt x="0" y="252"/>
                  </a:cubicBezTo>
                  <a:cubicBezTo>
                    <a:pt x="0" y="388"/>
                    <a:pt x="114"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8" name="Google Shape;15948;p32"/>
            <p:cNvSpPr/>
            <p:nvPr/>
          </p:nvSpPr>
          <p:spPr>
            <a:xfrm>
              <a:off x="951850" y="52387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9" name="Google Shape;15949;p32"/>
            <p:cNvSpPr/>
            <p:nvPr/>
          </p:nvSpPr>
          <p:spPr>
            <a:xfrm>
              <a:off x="1043825" y="5238775"/>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0" name="Google Shape;15950;p32"/>
            <p:cNvSpPr/>
            <p:nvPr/>
          </p:nvSpPr>
          <p:spPr>
            <a:xfrm>
              <a:off x="1135575" y="5238775"/>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1" name="Google Shape;15951;p32"/>
            <p:cNvSpPr/>
            <p:nvPr/>
          </p:nvSpPr>
          <p:spPr>
            <a:xfrm>
              <a:off x="1227500" y="5238775"/>
              <a:ext cx="12400" cy="12600"/>
            </a:xfrm>
            <a:custGeom>
              <a:avLst/>
              <a:gdLst/>
              <a:ahLst/>
              <a:cxnLst/>
              <a:rect l="l" t="t" r="r" b="b"/>
              <a:pathLst>
                <a:path w="496" h="504" extrusionOk="0">
                  <a:moveTo>
                    <a:pt x="251" y="1"/>
                  </a:moveTo>
                  <a:cubicBezTo>
                    <a:pt x="109" y="1"/>
                    <a:pt x="0" y="116"/>
                    <a:pt x="0" y="252"/>
                  </a:cubicBezTo>
                  <a:cubicBezTo>
                    <a:pt x="0" y="388"/>
                    <a:pt x="109" y="503"/>
                    <a:pt x="251" y="503"/>
                  </a:cubicBezTo>
                  <a:cubicBezTo>
                    <a:pt x="387" y="503"/>
                    <a:pt x="496" y="388"/>
                    <a:pt x="496" y="252"/>
                  </a:cubicBezTo>
                  <a:cubicBezTo>
                    <a:pt x="496"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2" name="Google Shape;15952;p32"/>
            <p:cNvSpPr/>
            <p:nvPr/>
          </p:nvSpPr>
          <p:spPr>
            <a:xfrm>
              <a:off x="1319275" y="5238775"/>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3" name="Google Shape;15953;p32"/>
            <p:cNvSpPr/>
            <p:nvPr/>
          </p:nvSpPr>
          <p:spPr>
            <a:xfrm>
              <a:off x="1411200" y="5238775"/>
              <a:ext cx="12425" cy="12600"/>
            </a:xfrm>
            <a:custGeom>
              <a:avLst/>
              <a:gdLst/>
              <a:ahLst/>
              <a:cxnLst/>
              <a:rect l="l" t="t" r="r" b="b"/>
              <a:pathLst>
                <a:path w="497" h="504" extrusionOk="0">
                  <a:moveTo>
                    <a:pt x="245" y="1"/>
                  </a:moveTo>
                  <a:cubicBezTo>
                    <a:pt x="109" y="1"/>
                    <a:pt x="1" y="116"/>
                    <a:pt x="1" y="252"/>
                  </a:cubicBezTo>
                  <a:cubicBezTo>
                    <a:pt x="1" y="388"/>
                    <a:pt x="109" y="503"/>
                    <a:pt x="245" y="503"/>
                  </a:cubicBezTo>
                  <a:cubicBezTo>
                    <a:pt x="388" y="503"/>
                    <a:pt x="496" y="388"/>
                    <a:pt x="496" y="252"/>
                  </a:cubicBezTo>
                  <a:cubicBezTo>
                    <a:pt x="496" y="116"/>
                    <a:pt x="388" y="1"/>
                    <a:pt x="245"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4" name="Google Shape;15954;p32"/>
            <p:cNvSpPr/>
            <p:nvPr/>
          </p:nvSpPr>
          <p:spPr>
            <a:xfrm>
              <a:off x="1503000" y="5238775"/>
              <a:ext cx="12525" cy="12600"/>
            </a:xfrm>
            <a:custGeom>
              <a:avLst/>
              <a:gdLst/>
              <a:ahLst/>
              <a:cxnLst/>
              <a:rect l="l" t="t" r="r" b="b"/>
              <a:pathLst>
                <a:path w="501" h="504" extrusionOk="0">
                  <a:moveTo>
                    <a:pt x="250" y="1"/>
                  </a:moveTo>
                  <a:cubicBezTo>
                    <a:pt x="114" y="1"/>
                    <a:pt x="0" y="116"/>
                    <a:pt x="0" y="252"/>
                  </a:cubicBezTo>
                  <a:cubicBezTo>
                    <a:pt x="0" y="388"/>
                    <a:pt x="114" y="503"/>
                    <a:pt x="250" y="503"/>
                  </a:cubicBezTo>
                  <a:cubicBezTo>
                    <a:pt x="387" y="503"/>
                    <a:pt x="501" y="388"/>
                    <a:pt x="501" y="252"/>
                  </a:cubicBezTo>
                  <a:cubicBezTo>
                    <a:pt x="501" y="116"/>
                    <a:pt x="387"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5" name="Google Shape;15955;p32"/>
            <p:cNvSpPr/>
            <p:nvPr/>
          </p:nvSpPr>
          <p:spPr>
            <a:xfrm>
              <a:off x="1594750" y="5238775"/>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94" y="503"/>
                    <a:pt x="503" y="388"/>
                    <a:pt x="503" y="252"/>
                  </a:cubicBezTo>
                  <a:cubicBezTo>
                    <a:pt x="503" y="116"/>
                    <a:pt x="394"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6" name="Google Shape;15956;p32"/>
            <p:cNvSpPr/>
            <p:nvPr/>
          </p:nvSpPr>
          <p:spPr>
            <a:xfrm>
              <a:off x="1686650" y="52387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7" name="Google Shape;15957;p32"/>
            <p:cNvSpPr/>
            <p:nvPr/>
          </p:nvSpPr>
          <p:spPr>
            <a:xfrm>
              <a:off x="1778450" y="5238775"/>
              <a:ext cx="12550" cy="12600"/>
            </a:xfrm>
            <a:custGeom>
              <a:avLst/>
              <a:gdLst/>
              <a:ahLst/>
              <a:cxnLst/>
              <a:rect l="l" t="t" r="r" b="b"/>
              <a:pathLst>
                <a:path w="502" h="504" extrusionOk="0">
                  <a:moveTo>
                    <a:pt x="252" y="1"/>
                  </a:moveTo>
                  <a:cubicBezTo>
                    <a:pt x="114" y="1"/>
                    <a:pt x="1" y="116"/>
                    <a:pt x="1" y="252"/>
                  </a:cubicBezTo>
                  <a:cubicBezTo>
                    <a:pt x="1" y="388"/>
                    <a:pt x="114" y="503"/>
                    <a:pt x="252" y="503"/>
                  </a:cubicBezTo>
                  <a:cubicBezTo>
                    <a:pt x="388" y="503"/>
                    <a:pt x="501" y="388"/>
                    <a:pt x="501" y="252"/>
                  </a:cubicBezTo>
                  <a:cubicBezTo>
                    <a:pt x="501"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8" name="Google Shape;15958;p32"/>
            <p:cNvSpPr/>
            <p:nvPr/>
          </p:nvSpPr>
          <p:spPr>
            <a:xfrm>
              <a:off x="1870375" y="5238775"/>
              <a:ext cx="12400" cy="12600"/>
            </a:xfrm>
            <a:custGeom>
              <a:avLst/>
              <a:gdLst/>
              <a:ahLst/>
              <a:cxnLst/>
              <a:rect l="l" t="t" r="r" b="b"/>
              <a:pathLst>
                <a:path w="496" h="504" extrusionOk="0">
                  <a:moveTo>
                    <a:pt x="252" y="1"/>
                  </a:moveTo>
                  <a:cubicBezTo>
                    <a:pt x="109" y="1"/>
                    <a:pt x="0" y="116"/>
                    <a:pt x="0" y="252"/>
                  </a:cubicBezTo>
                  <a:cubicBezTo>
                    <a:pt x="0" y="388"/>
                    <a:pt x="109" y="503"/>
                    <a:pt x="252" y="503"/>
                  </a:cubicBezTo>
                  <a:cubicBezTo>
                    <a:pt x="387" y="503"/>
                    <a:pt x="496" y="388"/>
                    <a:pt x="496" y="252"/>
                  </a:cubicBezTo>
                  <a:cubicBezTo>
                    <a:pt x="496"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9" name="Google Shape;15959;p32"/>
            <p:cNvSpPr/>
            <p:nvPr/>
          </p:nvSpPr>
          <p:spPr>
            <a:xfrm>
              <a:off x="1962150" y="5238775"/>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88" y="503"/>
                    <a:pt x="502" y="388"/>
                    <a:pt x="502" y="252"/>
                  </a:cubicBezTo>
                  <a:cubicBezTo>
                    <a:pt x="502"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0" name="Google Shape;15960;p32"/>
            <p:cNvSpPr/>
            <p:nvPr/>
          </p:nvSpPr>
          <p:spPr>
            <a:xfrm>
              <a:off x="2054075" y="5238775"/>
              <a:ext cx="12425" cy="12600"/>
            </a:xfrm>
            <a:custGeom>
              <a:avLst/>
              <a:gdLst/>
              <a:ahLst/>
              <a:cxnLst/>
              <a:rect l="l" t="t" r="r" b="b"/>
              <a:pathLst>
                <a:path w="497" h="504" extrusionOk="0">
                  <a:moveTo>
                    <a:pt x="252" y="1"/>
                  </a:moveTo>
                  <a:cubicBezTo>
                    <a:pt x="109" y="1"/>
                    <a:pt x="1" y="116"/>
                    <a:pt x="1" y="252"/>
                  </a:cubicBezTo>
                  <a:cubicBezTo>
                    <a:pt x="1" y="388"/>
                    <a:pt x="109" y="503"/>
                    <a:pt x="252" y="503"/>
                  </a:cubicBezTo>
                  <a:cubicBezTo>
                    <a:pt x="388" y="503"/>
                    <a:pt x="496" y="388"/>
                    <a:pt x="496" y="252"/>
                  </a:cubicBezTo>
                  <a:cubicBezTo>
                    <a:pt x="496"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1" name="Google Shape;15961;p32"/>
            <p:cNvSpPr/>
            <p:nvPr/>
          </p:nvSpPr>
          <p:spPr>
            <a:xfrm>
              <a:off x="2145825" y="52387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2" name="Google Shape;15962;p32"/>
            <p:cNvSpPr/>
            <p:nvPr/>
          </p:nvSpPr>
          <p:spPr>
            <a:xfrm>
              <a:off x="2237800" y="5238775"/>
              <a:ext cx="12350" cy="12600"/>
            </a:xfrm>
            <a:custGeom>
              <a:avLst/>
              <a:gdLst/>
              <a:ahLst/>
              <a:cxnLst/>
              <a:rect l="l" t="t" r="r" b="b"/>
              <a:pathLst>
                <a:path w="494" h="504" extrusionOk="0">
                  <a:moveTo>
                    <a:pt x="244" y="1"/>
                  </a:moveTo>
                  <a:cubicBezTo>
                    <a:pt x="107" y="1"/>
                    <a:pt x="0" y="116"/>
                    <a:pt x="0" y="252"/>
                  </a:cubicBezTo>
                  <a:cubicBezTo>
                    <a:pt x="0" y="388"/>
                    <a:pt x="107" y="503"/>
                    <a:pt x="244" y="503"/>
                  </a:cubicBezTo>
                  <a:cubicBezTo>
                    <a:pt x="387" y="503"/>
                    <a:pt x="494" y="388"/>
                    <a:pt x="494" y="252"/>
                  </a:cubicBezTo>
                  <a:cubicBezTo>
                    <a:pt x="494" y="116"/>
                    <a:pt x="387" y="1"/>
                    <a:pt x="244"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3" name="Google Shape;15963;p32"/>
            <p:cNvSpPr/>
            <p:nvPr/>
          </p:nvSpPr>
          <p:spPr>
            <a:xfrm>
              <a:off x="2329550" y="5238775"/>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2" y="388"/>
                    <a:pt x="502" y="252"/>
                  </a:cubicBezTo>
                  <a:cubicBezTo>
                    <a:pt x="502"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4" name="Google Shape;15964;p32"/>
            <p:cNvSpPr/>
            <p:nvPr/>
          </p:nvSpPr>
          <p:spPr>
            <a:xfrm>
              <a:off x="2421325" y="5238775"/>
              <a:ext cx="12550" cy="12600"/>
            </a:xfrm>
            <a:custGeom>
              <a:avLst/>
              <a:gdLst/>
              <a:ahLst/>
              <a:cxnLst/>
              <a:rect l="l" t="t" r="r" b="b"/>
              <a:pathLst>
                <a:path w="502" h="504" extrusionOk="0">
                  <a:moveTo>
                    <a:pt x="250" y="1"/>
                  </a:moveTo>
                  <a:cubicBezTo>
                    <a:pt x="114" y="1"/>
                    <a:pt x="1" y="116"/>
                    <a:pt x="1" y="252"/>
                  </a:cubicBezTo>
                  <a:cubicBezTo>
                    <a:pt x="1" y="388"/>
                    <a:pt x="114" y="503"/>
                    <a:pt x="250" y="503"/>
                  </a:cubicBezTo>
                  <a:cubicBezTo>
                    <a:pt x="395" y="503"/>
                    <a:pt x="501" y="388"/>
                    <a:pt x="501" y="252"/>
                  </a:cubicBezTo>
                  <a:cubicBezTo>
                    <a:pt x="501" y="116"/>
                    <a:pt x="395"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5" name="Google Shape;15965;p32"/>
            <p:cNvSpPr/>
            <p:nvPr/>
          </p:nvSpPr>
          <p:spPr>
            <a:xfrm>
              <a:off x="2513250" y="5238775"/>
              <a:ext cx="12575" cy="12600"/>
            </a:xfrm>
            <a:custGeom>
              <a:avLst/>
              <a:gdLst/>
              <a:ahLst/>
              <a:cxnLst/>
              <a:rect l="l" t="t" r="r" b="b"/>
              <a:pathLst>
                <a:path w="503" h="504" extrusionOk="0">
                  <a:moveTo>
                    <a:pt x="252" y="1"/>
                  </a:moveTo>
                  <a:cubicBezTo>
                    <a:pt x="109" y="1"/>
                    <a:pt x="0" y="116"/>
                    <a:pt x="0" y="252"/>
                  </a:cubicBezTo>
                  <a:cubicBezTo>
                    <a:pt x="0" y="388"/>
                    <a:pt x="109"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6" name="Google Shape;15966;p32"/>
            <p:cNvSpPr/>
            <p:nvPr/>
          </p:nvSpPr>
          <p:spPr>
            <a:xfrm>
              <a:off x="2605000" y="5238775"/>
              <a:ext cx="12575" cy="12600"/>
            </a:xfrm>
            <a:custGeom>
              <a:avLst/>
              <a:gdLst/>
              <a:ahLst/>
              <a:cxnLst/>
              <a:rect l="l" t="t" r="r" b="b"/>
              <a:pathLst>
                <a:path w="503" h="504" extrusionOk="0">
                  <a:moveTo>
                    <a:pt x="252" y="1"/>
                  </a:moveTo>
                  <a:cubicBezTo>
                    <a:pt x="116" y="1"/>
                    <a:pt x="0" y="116"/>
                    <a:pt x="0" y="252"/>
                  </a:cubicBezTo>
                  <a:cubicBezTo>
                    <a:pt x="0" y="388"/>
                    <a:pt x="116" y="503"/>
                    <a:pt x="252" y="503"/>
                  </a:cubicBezTo>
                  <a:cubicBezTo>
                    <a:pt x="387" y="503"/>
                    <a:pt x="503" y="388"/>
                    <a:pt x="503" y="252"/>
                  </a:cubicBezTo>
                  <a:cubicBezTo>
                    <a:pt x="503" y="116"/>
                    <a:pt x="387"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7" name="Google Shape;15967;p32"/>
            <p:cNvSpPr/>
            <p:nvPr/>
          </p:nvSpPr>
          <p:spPr>
            <a:xfrm>
              <a:off x="2696950" y="5238775"/>
              <a:ext cx="12375" cy="12600"/>
            </a:xfrm>
            <a:custGeom>
              <a:avLst/>
              <a:gdLst/>
              <a:ahLst/>
              <a:cxnLst/>
              <a:rect l="l" t="t" r="r" b="b"/>
              <a:pathLst>
                <a:path w="495" h="504" extrusionOk="0">
                  <a:moveTo>
                    <a:pt x="252" y="1"/>
                  </a:moveTo>
                  <a:cubicBezTo>
                    <a:pt x="108" y="1"/>
                    <a:pt x="1" y="116"/>
                    <a:pt x="1" y="252"/>
                  </a:cubicBezTo>
                  <a:cubicBezTo>
                    <a:pt x="1" y="388"/>
                    <a:pt x="108" y="503"/>
                    <a:pt x="252" y="503"/>
                  </a:cubicBezTo>
                  <a:cubicBezTo>
                    <a:pt x="388" y="503"/>
                    <a:pt x="495" y="388"/>
                    <a:pt x="495" y="252"/>
                  </a:cubicBezTo>
                  <a:cubicBezTo>
                    <a:pt x="495"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8" name="Google Shape;15968;p32"/>
            <p:cNvSpPr/>
            <p:nvPr/>
          </p:nvSpPr>
          <p:spPr>
            <a:xfrm>
              <a:off x="2788700" y="52387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9" name="Google Shape;15969;p32"/>
            <p:cNvSpPr/>
            <p:nvPr/>
          </p:nvSpPr>
          <p:spPr>
            <a:xfrm>
              <a:off x="2880675" y="5238775"/>
              <a:ext cx="12375" cy="12600"/>
            </a:xfrm>
            <a:custGeom>
              <a:avLst/>
              <a:gdLst/>
              <a:ahLst/>
              <a:cxnLst/>
              <a:rect l="l" t="t" r="r" b="b"/>
              <a:pathLst>
                <a:path w="495" h="504" extrusionOk="0">
                  <a:moveTo>
                    <a:pt x="243" y="1"/>
                  </a:moveTo>
                  <a:cubicBezTo>
                    <a:pt x="107" y="1"/>
                    <a:pt x="0" y="116"/>
                    <a:pt x="0" y="252"/>
                  </a:cubicBezTo>
                  <a:cubicBezTo>
                    <a:pt x="0" y="388"/>
                    <a:pt x="107" y="503"/>
                    <a:pt x="243" y="503"/>
                  </a:cubicBezTo>
                  <a:cubicBezTo>
                    <a:pt x="387" y="503"/>
                    <a:pt x="494" y="388"/>
                    <a:pt x="494" y="252"/>
                  </a:cubicBezTo>
                  <a:cubicBezTo>
                    <a:pt x="494" y="116"/>
                    <a:pt x="387"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0" name="Google Shape;15970;p32"/>
            <p:cNvSpPr/>
            <p:nvPr/>
          </p:nvSpPr>
          <p:spPr>
            <a:xfrm>
              <a:off x="2972425" y="5238775"/>
              <a:ext cx="12575" cy="12600"/>
            </a:xfrm>
            <a:custGeom>
              <a:avLst/>
              <a:gdLst/>
              <a:ahLst/>
              <a:cxnLst/>
              <a:rect l="l" t="t" r="r" b="b"/>
              <a:pathLst>
                <a:path w="503" h="504" extrusionOk="0">
                  <a:moveTo>
                    <a:pt x="251" y="1"/>
                  </a:moveTo>
                  <a:cubicBezTo>
                    <a:pt x="115" y="1"/>
                    <a:pt x="0" y="116"/>
                    <a:pt x="0" y="252"/>
                  </a:cubicBezTo>
                  <a:cubicBezTo>
                    <a:pt x="0" y="388"/>
                    <a:pt x="115" y="503"/>
                    <a:pt x="251" y="503"/>
                  </a:cubicBezTo>
                  <a:cubicBezTo>
                    <a:pt x="387" y="503"/>
                    <a:pt x="503" y="388"/>
                    <a:pt x="503" y="252"/>
                  </a:cubicBezTo>
                  <a:cubicBezTo>
                    <a:pt x="503"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1" name="Google Shape;15971;p32"/>
            <p:cNvSpPr/>
            <p:nvPr/>
          </p:nvSpPr>
          <p:spPr>
            <a:xfrm>
              <a:off x="3064375" y="5238775"/>
              <a:ext cx="12375" cy="12600"/>
            </a:xfrm>
            <a:custGeom>
              <a:avLst/>
              <a:gdLst/>
              <a:ahLst/>
              <a:cxnLst/>
              <a:rect l="l" t="t" r="r" b="b"/>
              <a:pathLst>
                <a:path w="495" h="504" extrusionOk="0">
                  <a:moveTo>
                    <a:pt x="243" y="1"/>
                  </a:moveTo>
                  <a:cubicBezTo>
                    <a:pt x="107" y="1"/>
                    <a:pt x="1" y="116"/>
                    <a:pt x="1" y="252"/>
                  </a:cubicBezTo>
                  <a:cubicBezTo>
                    <a:pt x="1" y="388"/>
                    <a:pt x="107" y="503"/>
                    <a:pt x="243" y="503"/>
                  </a:cubicBezTo>
                  <a:cubicBezTo>
                    <a:pt x="388" y="503"/>
                    <a:pt x="495" y="388"/>
                    <a:pt x="495" y="252"/>
                  </a:cubicBezTo>
                  <a:cubicBezTo>
                    <a:pt x="495" y="116"/>
                    <a:pt x="388" y="1"/>
                    <a:pt x="243"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2" name="Google Shape;15972;p32"/>
            <p:cNvSpPr/>
            <p:nvPr/>
          </p:nvSpPr>
          <p:spPr>
            <a:xfrm>
              <a:off x="3156125" y="52387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3" name="Google Shape;15973;p32"/>
            <p:cNvSpPr/>
            <p:nvPr/>
          </p:nvSpPr>
          <p:spPr>
            <a:xfrm>
              <a:off x="3247875" y="5238775"/>
              <a:ext cx="12575" cy="12600"/>
            </a:xfrm>
            <a:custGeom>
              <a:avLst/>
              <a:gdLst/>
              <a:ahLst/>
              <a:cxnLst/>
              <a:rect l="l" t="t" r="r" b="b"/>
              <a:pathLst>
                <a:path w="503"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4" name="Google Shape;15974;p32"/>
            <p:cNvSpPr/>
            <p:nvPr/>
          </p:nvSpPr>
          <p:spPr>
            <a:xfrm>
              <a:off x="3339850" y="5238775"/>
              <a:ext cx="12525" cy="12600"/>
            </a:xfrm>
            <a:custGeom>
              <a:avLst/>
              <a:gdLst/>
              <a:ahLst/>
              <a:cxnLst/>
              <a:rect l="l" t="t" r="r" b="b"/>
              <a:pathLst>
                <a:path w="501" h="504" extrusionOk="0">
                  <a:moveTo>
                    <a:pt x="251" y="1"/>
                  </a:moveTo>
                  <a:cubicBezTo>
                    <a:pt x="107" y="1"/>
                    <a:pt x="0" y="116"/>
                    <a:pt x="0" y="252"/>
                  </a:cubicBezTo>
                  <a:cubicBezTo>
                    <a:pt x="0" y="388"/>
                    <a:pt x="107" y="503"/>
                    <a:pt x="251" y="503"/>
                  </a:cubicBezTo>
                  <a:cubicBezTo>
                    <a:pt x="387" y="503"/>
                    <a:pt x="501" y="388"/>
                    <a:pt x="501" y="252"/>
                  </a:cubicBezTo>
                  <a:cubicBezTo>
                    <a:pt x="501" y="116"/>
                    <a:pt x="387" y="1"/>
                    <a:pt x="251"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5" name="Google Shape;15975;p32"/>
            <p:cNvSpPr/>
            <p:nvPr/>
          </p:nvSpPr>
          <p:spPr>
            <a:xfrm>
              <a:off x="3431575" y="5238775"/>
              <a:ext cx="12600" cy="12600"/>
            </a:xfrm>
            <a:custGeom>
              <a:avLst/>
              <a:gdLst/>
              <a:ahLst/>
              <a:cxnLst/>
              <a:rect l="l" t="t" r="r" b="b"/>
              <a:pathLst>
                <a:path w="504" h="504" extrusionOk="0">
                  <a:moveTo>
                    <a:pt x="252" y="1"/>
                  </a:moveTo>
                  <a:cubicBezTo>
                    <a:pt x="116" y="1"/>
                    <a:pt x="1" y="116"/>
                    <a:pt x="1" y="252"/>
                  </a:cubicBezTo>
                  <a:cubicBezTo>
                    <a:pt x="1" y="388"/>
                    <a:pt x="116" y="503"/>
                    <a:pt x="252" y="503"/>
                  </a:cubicBezTo>
                  <a:cubicBezTo>
                    <a:pt x="388" y="503"/>
                    <a:pt x="503" y="388"/>
                    <a:pt x="503" y="252"/>
                  </a:cubicBezTo>
                  <a:cubicBezTo>
                    <a:pt x="503" y="116"/>
                    <a:pt x="388" y="1"/>
                    <a:pt x="252"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6" name="Google Shape;15976;p32"/>
            <p:cNvSpPr/>
            <p:nvPr/>
          </p:nvSpPr>
          <p:spPr>
            <a:xfrm>
              <a:off x="3523550" y="5238775"/>
              <a:ext cx="12375" cy="12600"/>
            </a:xfrm>
            <a:custGeom>
              <a:avLst/>
              <a:gdLst/>
              <a:ahLst/>
              <a:cxnLst/>
              <a:rect l="l" t="t" r="r" b="b"/>
              <a:pathLst>
                <a:path w="495" h="504" extrusionOk="0">
                  <a:moveTo>
                    <a:pt x="250" y="1"/>
                  </a:moveTo>
                  <a:cubicBezTo>
                    <a:pt x="107" y="1"/>
                    <a:pt x="0" y="116"/>
                    <a:pt x="0" y="252"/>
                  </a:cubicBezTo>
                  <a:cubicBezTo>
                    <a:pt x="0" y="388"/>
                    <a:pt x="107" y="503"/>
                    <a:pt x="250" y="503"/>
                  </a:cubicBezTo>
                  <a:cubicBezTo>
                    <a:pt x="388" y="503"/>
                    <a:pt x="494" y="388"/>
                    <a:pt x="494" y="252"/>
                  </a:cubicBezTo>
                  <a:cubicBezTo>
                    <a:pt x="494" y="116"/>
                    <a:pt x="388" y="1"/>
                    <a:pt x="250" y="1"/>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7" name="Google Shape;15977;p32"/>
            <p:cNvSpPr/>
            <p:nvPr/>
          </p:nvSpPr>
          <p:spPr>
            <a:xfrm>
              <a:off x="676400" y="53305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8" name="Google Shape;15978;p32"/>
            <p:cNvSpPr/>
            <p:nvPr/>
          </p:nvSpPr>
          <p:spPr>
            <a:xfrm>
              <a:off x="768325" y="5330575"/>
              <a:ext cx="12400" cy="12550"/>
            </a:xfrm>
            <a:custGeom>
              <a:avLst/>
              <a:gdLst/>
              <a:ahLst/>
              <a:cxnLst/>
              <a:rect l="l" t="t" r="r" b="b"/>
              <a:pathLst>
                <a:path w="496" h="502" extrusionOk="0">
                  <a:moveTo>
                    <a:pt x="245" y="0"/>
                  </a:moveTo>
                  <a:cubicBezTo>
                    <a:pt x="109" y="0"/>
                    <a:pt x="0" y="114"/>
                    <a:pt x="0" y="252"/>
                  </a:cubicBezTo>
                  <a:cubicBezTo>
                    <a:pt x="0" y="388"/>
                    <a:pt x="109" y="501"/>
                    <a:pt x="245" y="501"/>
                  </a:cubicBezTo>
                  <a:cubicBezTo>
                    <a:pt x="388" y="501"/>
                    <a:pt x="496" y="388"/>
                    <a:pt x="496" y="252"/>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9" name="Google Shape;15979;p32"/>
            <p:cNvSpPr/>
            <p:nvPr/>
          </p:nvSpPr>
          <p:spPr>
            <a:xfrm>
              <a:off x="860125" y="5330575"/>
              <a:ext cx="12525" cy="12550"/>
            </a:xfrm>
            <a:custGeom>
              <a:avLst/>
              <a:gdLst/>
              <a:ahLst/>
              <a:cxnLst/>
              <a:rect l="l" t="t" r="r" b="b"/>
              <a:pathLst>
                <a:path w="501" h="502" extrusionOk="0">
                  <a:moveTo>
                    <a:pt x="251" y="0"/>
                  </a:moveTo>
                  <a:cubicBezTo>
                    <a:pt x="114" y="0"/>
                    <a:pt x="0" y="114"/>
                    <a:pt x="0" y="252"/>
                  </a:cubicBezTo>
                  <a:cubicBezTo>
                    <a:pt x="0" y="388"/>
                    <a:pt x="114" y="501"/>
                    <a:pt x="251" y="501"/>
                  </a:cubicBezTo>
                  <a:cubicBezTo>
                    <a:pt x="387" y="501"/>
                    <a:pt x="501" y="388"/>
                    <a:pt x="501" y="252"/>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0" name="Google Shape;15980;p32"/>
            <p:cNvSpPr/>
            <p:nvPr/>
          </p:nvSpPr>
          <p:spPr>
            <a:xfrm>
              <a:off x="951850" y="53305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1" name="Google Shape;15981;p32"/>
            <p:cNvSpPr/>
            <p:nvPr/>
          </p:nvSpPr>
          <p:spPr>
            <a:xfrm>
              <a:off x="1043825" y="5330575"/>
              <a:ext cx="12375" cy="12550"/>
            </a:xfrm>
            <a:custGeom>
              <a:avLst/>
              <a:gdLst/>
              <a:ahLst/>
              <a:cxnLst/>
              <a:rect l="l" t="t" r="r" b="b"/>
              <a:pathLst>
                <a:path w="495" h="502" extrusionOk="0">
                  <a:moveTo>
                    <a:pt x="250" y="0"/>
                  </a:moveTo>
                  <a:cubicBezTo>
                    <a:pt x="107" y="0"/>
                    <a:pt x="0" y="114"/>
                    <a:pt x="0" y="252"/>
                  </a:cubicBezTo>
                  <a:cubicBezTo>
                    <a:pt x="0" y="388"/>
                    <a:pt x="107" y="501"/>
                    <a:pt x="250" y="501"/>
                  </a:cubicBezTo>
                  <a:cubicBezTo>
                    <a:pt x="388" y="501"/>
                    <a:pt x="494" y="388"/>
                    <a:pt x="494" y="252"/>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2" name="Google Shape;15982;p32"/>
            <p:cNvSpPr/>
            <p:nvPr/>
          </p:nvSpPr>
          <p:spPr>
            <a:xfrm>
              <a:off x="1135575" y="5330575"/>
              <a:ext cx="12575" cy="12550"/>
            </a:xfrm>
            <a:custGeom>
              <a:avLst/>
              <a:gdLst/>
              <a:ahLst/>
              <a:cxnLst/>
              <a:rect l="l" t="t" r="r" b="b"/>
              <a:pathLst>
                <a:path w="503" h="502" extrusionOk="0">
                  <a:moveTo>
                    <a:pt x="252" y="0"/>
                  </a:moveTo>
                  <a:cubicBezTo>
                    <a:pt x="116" y="0"/>
                    <a:pt x="0" y="114"/>
                    <a:pt x="0" y="252"/>
                  </a:cubicBezTo>
                  <a:cubicBezTo>
                    <a:pt x="0" y="388"/>
                    <a:pt x="116" y="501"/>
                    <a:pt x="252" y="501"/>
                  </a:cubicBezTo>
                  <a:cubicBezTo>
                    <a:pt x="387" y="501"/>
                    <a:pt x="503" y="388"/>
                    <a:pt x="503" y="252"/>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3" name="Google Shape;15983;p32"/>
            <p:cNvSpPr/>
            <p:nvPr/>
          </p:nvSpPr>
          <p:spPr>
            <a:xfrm>
              <a:off x="1227500" y="5330575"/>
              <a:ext cx="12400" cy="12550"/>
            </a:xfrm>
            <a:custGeom>
              <a:avLst/>
              <a:gdLst/>
              <a:ahLst/>
              <a:cxnLst/>
              <a:rect l="l" t="t" r="r" b="b"/>
              <a:pathLst>
                <a:path w="496" h="502" extrusionOk="0">
                  <a:moveTo>
                    <a:pt x="251" y="0"/>
                  </a:moveTo>
                  <a:cubicBezTo>
                    <a:pt x="109" y="0"/>
                    <a:pt x="0" y="114"/>
                    <a:pt x="0" y="252"/>
                  </a:cubicBezTo>
                  <a:cubicBezTo>
                    <a:pt x="0" y="388"/>
                    <a:pt x="109" y="501"/>
                    <a:pt x="251" y="501"/>
                  </a:cubicBezTo>
                  <a:cubicBezTo>
                    <a:pt x="387" y="501"/>
                    <a:pt x="496" y="388"/>
                    <a:pt x="496" y="252"/>
                  </a:cubicBezTo>
                  <a:cubicBezTo>
                    <a:pt x="496"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4" name="Google Shape;15984;p32"/>
            <p:cNvSpPr/>
            <p:nvPr/>
          </p:nvSpPr>
          <p:spPr>
            <a:xfrm>
              <a:off x="1319275" y="5330575"/>
              <a:ext cx="12550" cy="12550"/>
            </a:xfrm>
            <a:custGeom>
              <a:avLst/>
              <a:gdLst/>
              <a:ahLst/>
              <a:cxnLst/>
              <a:rect l="l" t="t" r="r" b="b"/>
              <a:pathLst>
                <a:path w="502" h="502" extrusionOk="0">
                  <a:moveTo>
                    <a:pt x="252" y="0"/>
                  </a:moveTo>
                  <a:cubicBezTo>
                    <a:pt x="114" y="0"/>
                    <a:pt x="1" y="114"/>
                    <a:pt x="1" y="252"/>
                  </a:cubicBezTo>
                  <a:cubicBezTo>
                    <a:pt x="1" y="388"/>
                    <a:pt x="114" y="501"/>
                    <a:pt x="252" y="501"/>
                  </a:cubicBezTo>
                  <a:cubicBezTo>
                    <a:pt x="388" y="501"/>
                    <a:pt x="501" y="388"/>
                    <a:pt x="501" y="252"/>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5" name="Google Shape;15985;p32"/>
            <p:cNvSpPr/>
            <p:nvPr/>
          </p:nvSpPr>
          <p:spPr>
            <a:xfrm>
              <a:off x="1411200" y="5330575"/>
              <a:ext cx="12425" cy="12550"/>
            </a:xfrm>
            <a:custGeom>
              <a:avLst/>
              <a:gdLst/>
              <a:ahLst/>
              <a:cxnLst/>
              <a:rect l="l" t="t" r="r" b="b"/>
              <a:pathLst>
                <a:path w="497" h="502" extrusionOk="0">
                  <a:moveTo>
                    <a:pt x="245" y="0"/>
                  </a:moveTo>
                  <a:cubicBezTo>
                    <a:pt x="109" y="0"/>
                    <a:pt x="1" y="114"/>
                    <a:pt x="1" y="252"/>
                  </a:cubicBezTo>
                  <a:cubicBezTo>
                    <a:pt x="1" y="388"/>
                    <a:pt x="109" y="501"/>
                    <a:pt x="245" y="501"/>
                  </a:cubicBezTo>
                  <a:cubicBezTo>
                    <a:pt x="388" y="501"/>
                    <a:pt x="496" y="388"/>
                    <a:pt x="496" y="252"/>
                  </a:cubicBezTo>
                  <a:cubicBezTo>
                    <a:pt x="496" y="114"/>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6" name="Google Shape;15986;p32"/>
            <p:cNvSpPr/>
            <p:nvPr/>
          </p:nvSpPr>
          <p:spPr>
            <a:xfrm>
              <a:off x="1503000" y="5330575"/>
              <a:ext cx="12525" cy="12550"/>
            </a:xfrm>
            <a:custGeom>
              <a:avLst/>
              <a:gdLst/>
              <a:ahLst/>
              <a:cxnLst/>
              <a:rect l="l" t="t" r="r" b="b"/>
              <a:pathLst>
                <a:path w="501" h="502" extrusionOk="0">
                  <a:moveTo>
                    <a:pt x="250" y="0"/>
                  </a:moveTo>
                  <a:cubicBezTo>
                    <a:pt x="114" y="0"/>
                    <a:pt x="0" y="114"/>
                    <a:pt x="0" y="252"/>
                  </a:cubicBezTo>
                  <a:cubicBezTo>
                    <a:pt x="0" y="388"/>
                    <a:pt x="114" y="501"/>
                    <a:pt x="250" y="501"/>
                  </a:cubicBezTo>
                  <a:cubicBezTo>
                    <a:pt x="387" y="501"/>
                    <a:pt x="501" y="388"/>
                    <a:pt x="501" y="252"/>
                  </a:cubicBezTo>
                  <a:cubicBezTo>
                    <a:pt x="501" y="114"/>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7" name="Google Shape;15987;p32"/>
            <p:cNvSpPr/>
            <p:nvPr/>
          </p:nvSpPr>
          <p:spPr>
            <a:xfrm>
              <a:off x="1594750" y="5330575"/>
              <a:ext cx="12575" cy="12550"/>
            </a:xfrm>
            <a:custGeom>
              <a:avLst/>
              <a:gdLst/>
              <a:ahLst/>
              <a:cxnLst/>
              <a:rect l="l" t="t" r="r" b="b"/>
              <a:pathLst>
                <a:path w="503" h="502" extrusionOk="0">
                  <a:moveTo>
                    <a:pt x="251" y="0"/>
                  </a:moveTo>
                  <a:cubicBezTo>
                    <a:pt x="115" y="0"/>
                    <a:pt x="0" y="114"/>
                    <a:pt x="0" y="252"/>
                  </a:cubicBezTo>
                  <a:cubicBezTo>
                    <a:pt x="0" y="388"/>
                    <a:pt x="115" y="501"/>
                    <a:pt x="251" y="501"/>
                  </a:cubicBezTo>
                  <a:cubicBezTo>
                    <a:pt x="394" y="501"/>
                    <a:pt x="503" y="388"/>
                    <a:pt x="503" y="252"/>
                  </a:cubicBezTo>
                  <a:cubicBezTo>
                    <a:pt x="503" y="114"/>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8" name="Google Shape;15988;p32"/>
            <p:cNvSpPr/>
            <p:nvPr/>
          </p:nvSpPr>
          <p:spPr>
            <a:xfrm>
              <a:off x="1686650" y="53305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9" name="Google Shape;15989;p32"/>
            <p:cNvSpPr/>
            <p:nvPr/>
          </p:nvSpPr>
          <p:spPr>
            <a:xfrm>
              <a:off x="1778450" y="5330575"/>
              <a:ext cx="12550" cy="12550"/>
            </a:xfrm>
            <a:custGeom>
              <a:avLst/>
              <a:gdLst/>
              <a:ahLst/>
              <a:cxnLst/>
              <a:rect l="l" t="t" r="r" b="b"/>
              <a:pathLst>
                <a:path w="502" h="502" extrusionOk="0">
                  <a:moveTo>
                    <a:pt x="252" y="0"/>
                  </a:moveTo>
                  <a:cubicBezTo>
                    <a:pt x="114" y="0"/>
                    <a:pt x="1" y="114"/>
                    <a:pt x="1" y="252"/>
                  </a:cubicBezTo>
                  <a:cubicBezTo>
                    <a:pt x="1" y="388"/>
                    <a:pt x="114" y="501"/>
                    <a:pt x="252" y="501"/>
                  </a:cubicBezTo>
                  <a:cubicBezTo>
                    <a:pt x="388" y="501"/>
                    <a:pt x="501" y="388"/>
                    <a:pt x="501" y="252"/>
                  </a:cubicBezTo>
                  <a:cubicBezTo>
                    <a:pt x="501"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0" name="Google Shape;15990;p32"/>
            <p:cNvSpPr/>
            <p:nvPr/>
          </p:nvSpPr>
          <p:spPr>
            <a:xfrm>
              <a:off x="1870375" y="5330575"/>
              <a:ext cx="12400" cy="12550"/>
            </a:xfrm>
            <a:custGeom>
              <a:avLst/>
              <a:gdLst/>
              <a:ahLst/>
              <a:cxnLst/>
              <a:rect l="l" t="t" r="r" b="b"/>
              <a:pathLst>
                <a:path w="496" h="502" extrusionOk="0">
                  <a:moveTo>
                    <a:pt x="252" y="0"/>
                  </a:moveTo>
                  <a:cubicBezTo>
                    <a:pt x="109" y="0"/>
                    <a:pt x="0" y="114"/>
                    <a:pt x="0" y="252"/>
                  </a:cubicBezTo>
                  <a:cubicBezTo>
                    <a:pt x="0" y="388"/>
                    <a:pt x="109" y="501"/>
                    <a:pt x="252" y="501"/>
                  </a:cubicBezTo>
                  <a:cubicBezTo>
                    <a:pt x="387" y="501"/>
                    <a:pt x="496" y="388"/>
                    <a:pt x="496" y="252"/>
                  </a:cubicBezTo>
                  <a:cubicBezTo>
                    <a:pt x="496"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1" name="Google Shape;15991;p32"/>
            <p:cNvSpPr/>
            <p:nvPr/>
          </p:nvSpPr>
          <p:spPr>
            <a:xfrm>
              <a:off x="1962150" y="5330575"/>
              <a:ext cx="12550" cy="12550"/>
            </a:xfrm>
            <a:custGeom>
              <a:avLst/>
              <a:gdLst/>
              <a:ahLst/>
              <a:cxnLst/>
              <a:rect l="l" t="t" r="r" b="b"/>
              <a:pathLst>
                <a:path w="502" h="502" extrusionOk="0">
                  <a:moveTo>
                    <a:pt x="250" y="0"/>
                  </a:moveTo>
                  <a:cubicBezTo>
                    <a:pt x="114" y="0"/>
                    <a:pt x="1" y="114"/>
                    <a:pt x="1" y="252"/>
                  </a:cubicBezTo>
                  <a:cubicBezTo>
                    <a:pt x="1" y="388"/>
                    <a:pt x="114" y="501"/>
                    <a:pt x="250" y="501"/>
                  </a:cubicBezTo>
                  <a:cubicBezTo>
                    <a:pt x="388" y="501"/>
                    <a:pt x="502" y="388"/>
                    <a:pt x="502" y="252"/>
                  </a:cubicBezTo>
                  <a:cubicBezTo>
                    <a:pt x="502"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2" name="Google Shape;15992;p32"/>
            <p:cNvSpPr/>
            <p:nvPr/>
          </p:nvSpPr>
          <p:spPr>
            <a:xfrm>
              <a:off x="2054075" y="5330575"/>
              <a:ext cx="12425" cy="12550"/>
            </a:xfrm>
            <a:custGeom>
              <a:avLst/>
              <a:gdLst/>
              <a:ahLst/>
              <a:cxnLst/>
              <a:rect l="l" t="t" r="r" b="b"/>
              <a:pathLst>
                <a:path w="497" h="502" extrusionOk="0">
                  <a:moveTo>
                    <a:pt x="252" y="0"/>
                  </a:moveTo>
                  <a:cubicBezTo>
                    <a:pt x="109" y="0"/>
                    <a:pt x="1" y="114"/>
                    <a:pt x="1" y="252"/>
                  </a:cubicBezTo>
                  <a:cubicBezTo>
                    <a:pt x="1" y="388"/>
                    <a:pt x="109" y="501"/>
                    <a:pt x="252" y="501"/>
                  </a:cubicBezTo>
                  <a:cubicBezTo>
                    <a:pt x="388" y="501"/>
                    <a:pt x="496" y="388"/>
                    <a:pt x="496" y="252"/>
                  </a:cubicBezTo>
                  <a:cubicBezTo>
                    <a:pt x="496"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3" name="Google Shape;15993;p32"/>
            <p:cNvSpPr/>
            <p:nvPr/>
          </p:nvSpPr>
          <p:spPr>
            <a:xfrm>
              <a:off x="2145825" y="53305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4" name="Google Shape;15994;p32"/>
            <p:cNvSpPr/>
            <p:nvPr/>
          </p:nvSpPr>
          <p:spPr>
            <a:xfrm>
              <a:off x="2237800" y="5330575"/>
              <a:ext cx="12350" cy="12550"/>
            </a:xfrm>
            <a:custGeom>
              <a:avLst/>
              <a:gdLst/>
              <a:ahLst/>
              <a:cxnLst/>
              <a:rect l="l" t="t" r="r" b="b"/>
              <a:pathLst>
                <a:path w="494" h="502" extrusionOk="0">
                  <a:moveTo>
                    <a:pt x="244" y="0"/>
                  </a:moveTo>
                  <a:cubicBezTo>
                    <a:pt x="107" y="0"/>
                    <a:pt x="0" y="114"/>
                    <a:pt x="0" y="252"/>
                  </a:cubicBezTo>
                  <a:cubicBezTo>
                    <a:pt x="0" y="388"/>
                    <a:pt x="107" y="501"/>
                    <a:pt x="244" y="501"/>
                  </a:cubicBezTo>
                  <a:cubicBezTo>
                    <a:pt x="387" y="501"/>
                    <a:pt x="494" y="388"/>
                    <a:pt x="494" y="252"/>
                  </a:cubicBezTo>
                  <a:cubicBezTo>
                    <a:pt x="494" y="114"/>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5" name="Google Shape;15995;p32"/>
            <p:cNvSpPr/>
            <p:nvPr/>
          </p:nvSpPr>
          <p:spPr>
            <a:xfrm>
              <a:off x="2329550" y="5330575"/>
              <a:ext cx="12575" cy="12550"/>
            </a:xfrm>
            <a:custGeom>
              <a:avLst/>
              <a:gdLst/>
              <a:ahLst/>
              <a:cxnLst/>
              <a:rect l="l" t="t" r="r" b="b"/>
              <a:pathLst>
                <a:path w="503" h="502" extrusionOk="0">
                  <a:moveTo>
                    <a:pt x="251" y="0"/>
                  </a:moveTo>
                  <a:cubicBezTo>
                    <a:pt x="115" y="0"/>
                    <a:pt x="0" y="114"/>
                    <a:pt x="0" y="252"/>
                  </a:cubicBezTo>
                  <a:cubicBezTo>
                    <a:pt x="0" y="388"/>
                    <a:pt x="115" y="501"/>
                    <a:pt x="251" y="501"/>
                  </a:cubicBezTo>
                  <a:cubicBezTo>
                    <a:pt x="387" y="501"/>
                    <a:pt x="502" y="388"/>
                    <a:pt x="502" y="252"/>
                  </a:cubicBezTo>
                  <a:cubicBezTo>
                    <a:pt x="502"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6" name="Google Shape;15996;p32"/>
            <p:cNvSpPr/>
            <p:nvPr/>
          </p:nvSpPr>
          <p:spPr>
            <a:xfrm>
              <a:off x="2421325" y="5330575"/>
              <a:ext cx="12550" cy="12550"/>
            </a:xfrm>
            <a:custGeom>
              <a:avLst/>
              <a:gdLst/>
              <a:ahLst/>
              <a:cxnLst/>
              <a:rect l="l" t="t" r="r" b="b"/>
              <a:pathLst>
                <a:path w="502" h="502" extrusionOk="0">
                  <a:moveTo>
                    <a:pt x="250" y="0"/>
                  </a:moveTo>
                  <a:cubicBezTo>
                    <a:pt x="114" y="0"/>
                    <a:pt x="1" y="114"/>
                    <a:pt x="1" y="252"/>
                  </a:cubicBezTo>
                  <a:cubicBezTo>
                    <a:pt x="1" y="388"/>
                    <a:pt x="114" y="501"/>
                    <a:pt x="250" y="501"/>
                  </a:cubicBezTo>
                  <a:cubicBezTo>
                    <a:pt x="395" y="501"/>
                    <a:pt x="501" y="388"/>
                    <a:pt x="501" y="252"/>
                  </a:cubicBezTo>
                  <a:cubicBezTo>
                    <a:pt x="501" y="114"/>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7" name="Google Shape;15997;p32"/>
            <p:cNvSpPr/>
            <p:nvPr/>
          </p:nvSpPr>
          <p:spPr>
            <a:xfrm>
              <a:off x="2513250" y="5330575"/>
              <a:ext cx="12575" cy="12550"/>
            </a:xfrm>
            <a:custGeom>
              <a:avLst/>
              <a:gdLst/>
              <a:ahLst/>
              <a:cxnLst/>
              <a:rect l="l" t="t" r="r" b="b"/>
              <a:pathLst>
                <a:path w="503" h="502" extrusionOk="0">
                  <a:moveTo>
                    <a:pt x="252" y="0"/>
                  </a:moveTo>
                  <a:cubicBezTo>
                    <a:pt x="109" y="0"/>
                    <a:pt x="0" y="114"/>
                    <a:pt x="0" y="252"/>
                  </a:cubicBezTo>
                  <a:cubicBezTo>
                    <a:pt x="0" y="388"/>
                    <a:pt x="109"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8" name="Google Shape;15998;p32"/>
            <p:cNvSpPr/>
            <p:nvPr/>
          </p:nvSpPr>
          <p:spPr>
            <a:xfrm>
              <a:off x="2605000" y="5330575"/>
              <a:ext cx="12575" cy="12550"/>
            </a:xfrm>
            <a:custGeom>
              <a:avLst/>
              <a:gdLst/>
              <a:ahLst/>
              <a:cxnLst/>
              <a:rect l="l" t="t" r="r" b="b"/>
              <a:pathLst>
                <a:path w="503" h="502" extrusionOk="0">
                  <a:moveTo>
                    <a:pt x="252" y="0"/>
                  </a:moveTo>
                  <a:cubicBezTo>
                    <a:pt x="116" y="0"/>
                    <a:pt x="0" y="114"/>
                    <a:pt x="0" y="252"/>
                  </a:cubicBezTo>
                  <a:cubicBezTo>
                    <a:pt x="0" y="388"/>
                    <a:pt x="116" y="501"/>
                    <a:pt x="252" y="501"/>
                  </a:cubicBezTo>
                  <a:cubicBezTo>
                    <a:pt x="387" y="501"/>
                    <a:pt x="503" y="388"/>
                    <a:pt x="503" y="252"/>
                  </a:cubicBezTo>
                  <a:cubicBezTo>
                    <a:pt x="503" y="114"/>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9" name="Google Shape;15999;p32"/>
            <p:cNvSpPr/>
            <p:nvPr/>
          </p:nvSpPr>
          <p:spPr>
            <a:xfrm>
              <a:off x="2696950" y="5330575"/>
              <a:ext cx="12375" cy="12550"/>
            </a:xfrm>
            <a:custGeom>
              <a:avLst/>
              <a:gdLst/>
              <a:ahLst/>
              <a:cxnLst/>
              <a:rect l="l" t="t" r="r" b="b"/>
              <a:pathLst>
                <a:path w="495" h="502" extrusionOk="0">
                  <a:moveTo>
                    <a:pt x="252" y="0"/>
                  </a:moveTo>
                  <a:cubicBezTo>
                    <a:pt x="108" y="0"/>
                    <a:pt x="1" y="114"/>
                    <a:pt x="1" y="252"/>
                  </a:cubicBezTo>
                  <a:cubicBezTo>
                    <a:pt x="1" y="388"/>
                    <a:pt x="108" y="501"/>
                    <a:pt x="252" y="501"/>
                  </a:cubicBezTo>
                  <a:cubicBezTo>
                    <a:pt x="388" y="501"/>
                    <a:pt x="495" y="388"/>
                    <a:pt x="495" y="252"/>
                  </a:cubicBezTo>
                  <a:cubicBezTo>
                    <a:pt x="495"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0" name="Google Shape;16000;p32"/>
            <p:cNvSpPr/>
            <p:nvPr/>
          </p:nvSpPr>
          <p:spPr>
            <a:xfrm>
              <a:off x="2788700" y="53305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1" name="Google Shape;16001;p32"/>
            <p:cNvSpPr/>
            <p:nvPr/>
          </p:nvSpPr>
          <p:spPr>
            <a:xfrm>
              <a:off x="2880675" y="5330575"/>
              <a:ext cx="12375" cy="12550"/>
            </a:xfrm>
            <a:custGeom>
              <a:avLst/>
              <a:gdLst/>
              <a:ahLst/>
              <a:cxnLst/>
              <a:rect l="l" t="t" r="r" b="b"/>
              <a:pathLst>
                <a:path w="495" h="502" extrusionOk="0">
                  <a:moveTo>
                    <a:pt x="243" y="0"/>
                  </a:moveTo>
                  <a:cubicBezTo>
                    <a:pt x="107" y="0"/>
                    <a:pt x="0" y="114"/>
                    <a:pt x="0" y="252"/>
                  </a:cubicBezTo>
                  <a:cubicBezTo>
                    <a:pt x="0" y="388"/>
                    <a:pt x="107" y="501"/>
                    <a:pt x="243" y="501"/>
                  </a:cubicBezTo>
                  <a:cubicBezTo>
                    <a:pt x="387" y="501"/>
                    <a:pt x="494" y="388"/>
                    <a:pt x="494" y="252"/>
                  </a:cubicBezTo>
                  <a:cubicBezTo>
                    <a:pt x="494" y="114"/>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2" name="Google Shape;16002;p32"/>
            <p:cNvSpPr/>
            <p:nvPr/>
          </p:nvSpPr>
          <p:spPr>
            <a:xfrm>
              <a:off x="2972425" y="5330575"/>
              <a:ext cx="12575" cy="12550"/>
            </a:xfrm>
            <a:custGeom>
              <a:avLst/>
              <a:gdLst/>
              <a:ahLst/>
              <a:cxnLst/>
              <a:rect l="l" t="t" r="r" b="b"/>
              <a:pathLst>
                <a:path w="503" h="502" extrusionOk="0">
                  <a:moveTo>
                    <a:pt x="251" y="0"/>
                  </a:moveTo>
                  <a:cubicBezTo>
                    <a:pt x="115" y="0"/>
                    <a:pt x="0" y="114"/>
                    <a:pt x="0" y="252"/>
                  </a:cubicBezTo>
                  <a:cubicBezTo>
                    <a:pt x="0" y="388"/>
                    <a:pt x="115" y="501"/>
                    <a:pt x="251" y="501"/>
                  </a:cubicBezTo>
                  <a:cubicBezTo>
                    <a:pt x="387" y="501"/>
                    <a:pt x="503" y="388"/>
                    <a:pt x="503" y="252"/>
                  </a:cubicBezTo>
                  <a:cubicBezTo>
                    <a:pt x="503"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3" name="Google Shape;16003;p32"/>
            <p:cNvSpPr/>
            <p:nvPr/>
          </p:nvSpPr>
          <p:spPr>
            <a:xfrm>
              <a:off x="3064375" y="5330575"/>
              <a:ext cx="12375" cy="12550"/>
            </a:xfrm>
            <a:custGeom>
              <a:avLst/>
              <a:gdLst/>
              <a:ahLst/>
              <a:cxnLst/>
              <a:rect l="l" t="t" r="r" b="b"/>
              <a:pathLst>
                <a:path w="495" h="502" extrusionOk="0">
                  <a:moveTo>
                    <a:pt x="243" y="0"/>
                  </a:moveTo>
                  <a:cubicBezTo>
                    <a:pt x="107" y="0"/>
                    <a:pt x="1" y="114"/>
                    <a:pt x="1" y="252"/>
                  </a:cubicBezTo>
                  <a:cubicBezTo>
                    <a:pt x="1" y="388"/>
                    <a:pt x="107" y="501"/>
                    <a:pt x="243" y="501"/>
                  </a:cubicBezTo>
                  <a:cubicBezTo>
                    <a:pt x="388" y="501"/>
                    <a:pt x="495" y="388"/>
                    <a:pt x="495" y="252"/>
                  </a:cubicBezTo>
                  <a:cubicBezTo>
                    <a:pt x="495" y="114"/>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4" name="Google Shape;16004;p32"/>
            <p:cNvSpPr/>
            <p:nvPr/>
          </p:nvSpPr>
          <p:spPr>
            <a:xfrm>
              <a:off x="3156125" y="53305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5" name="Google Shape;16005;p32"/>
            <p:cNvSpPr/>
            <p:nvPr/>
          </p:nvSpPr>
          <p:spPr>
            <a:xfrm>
              <a:off x="3247875" y="5330575"/>
              <a:ext cx="12575" cy="12550"/>
            </a:xfrm>
            <a:custGeom>
              <a:avLst/>
              <a:gdLst/>
              <a:ahLst/>
              <a:cxnLst/>
              <a:rect l="l" t="t" r="r" b="b"/>
              <a:pathLst>
                <a:path w="503"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6" name="Google Shape;16006;p32"/>
            <p:cNvSpPr/>
            <p:nvPr/>
          </p:nvSpPr>
          <p:spPr>
            <a:xfrm>
              <a:off x="3339850" y="5330575"/>
              <a:ext cx="12525" cy="12550"/>
            </a:xfrm>
            <a:custGeom>
              <a:avLst/>
              <a:gdLst/>
              <a:ahLst/>
              <a:cxnLst/>
              <a:rect l="l" t="t" r="r" b="b"/>
              <a:pathLst>
                <a:path w="501" h="502" extrusionOk="0">
                  <a:moveTo>
                    <a:pt x="251" y="0"/>
                  </a:moveTo>
                  <a:cubicBezTo>
                    <a:pt x="107" y="0"/>
                    <a:pt x="0" y="114"/>
                    <a:pt x="0" y="252"/>
                  </a:cubicBezTo>
                  <a:cubicBezTo>
                    <a:pt x="0" y="388"/>
                    <a:pt x="107" y="501"/>
                    <a:pt x="251" y="501"/>
                  </a:cubicBezTo>
                  <a:cubicBezTo>
                    <a:pt x="387" y="501"/>
                    <a:pt x="501" y="388"/>
                    <a:pt x="501" y="252"/>
                  </a:cubicBezTo>
                  <a:cubicBezTo>
                    <a:pt x="501" y="114"/>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7" name="Google Shape;16007;p32"/>
            <p:cNvSpPr/>
            <p:nvPr/>
          </p:nvSpPr>
          <p:spPr>
            <a:xfrm>
              <a:off x="3431575" y="5330575"/>
              <a:ext cx="12600" cy="12550"/>
            </a:xfrm>
            <a:custGeom>
              <a:avLst/>
              <a:gdLst/>
              <a:ahLst/>
              <a:cxnLst/>
              <a:rect l="l" t="t" r="r" b="b"/>
              <a:pathLst>
                <a:path w="504" h="502" extrusionOk="0">
                  <a:moveTo>
                    <a:pt x="252" y="0"/>
                  </a:moveTo>
                  <a:cubicBezTo>
                    <a:pt x="116" y="0"/>
                    <a:pt x="1" y="114"/>
                    <a:pt x="1" y="252"/>
                  </a:cubicBezTo>
                  <a:cubicBezTo>
                    <a:pt x="1" y="388"/>
                    <a:pt x="116" y="501"/>
                    <a:pt x="252" y="501"/>
                  </a:cubicBezTo>
                  <a:cubicBezTo>
                    <a:pt x="388" y="501"/>
                    <a:pt x="503" y="388"/>
                    <a:pt x="503" y="252"/>
                  </a:cubicBezTo>
                  <a:cubicBezTo>
                    <a:pt x="503" y="114"/>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8" name="Google Shape;16008;p32"/>
            <p:cNvSpPr/>
            <p:nvPr/>
          </p:nvSpPr>
          <p:spPr>
            <a:xfrm>
              <a:off x="3523550" y="5330575"/>
              <a:ext cx="12375" cy="12550"/>
            </a:xfrm>
            <a:custGeom>
              <a:avLst/>
              <a:gdLst/>
              <a:ahLst/>
              <a:cxnLst/>
              <a:rect l="l" t="t" r="r" b="b"/>
              <a:pathLst>
                <a:path w="495" h="502" extrusionOk="0">
                  <a:moveTo>
                    <a:pt x="250" y="0"/>
                  </a:moveTo>
                  <a:cubicBezTo>
                    <a:pt x="107" y="0"/>
                    <a:pt x="0" y="114"/>
                    <a:pt x="0" y="252"/>
                  </a:cubicBezTo>
                  <a:cubicBezTo>
                    <a:pt x="0" y="388"/>
                    <a:pt x="107" y="501"/>
                    <a:pt x="250" y="501"/>
                  </a:cubicBezTo>
                  <a:cubicBezTo>
                    <a:pt x="388" y="501"/>
                    <a:pt x="494" y="388"/>
                    <a:pt x="494" y="252"/>
                  </a:cubicBezTo>
                  <a:cubicBezTo>
                    <a:pt x="494" y="114"/>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9" name="Google Shape;16009;p32"/>
            <p:cNvSpPr/>
            <p:nvPr/>
          </p:nvSpPr>
          <p:spPr>
            <a:xfrm>
              <a:off x="676400" y="5422500"/>
              <a:ext cx="12600" cy="12575"/>
            </a:xfrm>
            <a:custGeom>
              <a:avLst/>
              <a:gdLst/>
              <a:ahLst/>
              <a:cxnLst/>
              <a:rect l="l" t="t" r="r" b="b"/>
              <a:pathLst>
                <a:path w="504" h="503" extrusionOk="0">
                  <a:moveTo>
                    <a:pt x="252" y="0"/>
                  </a:moveTo>
                  <a:cubicBezTo>
                    <a:pt x="116" y="0"/>
                    <a:pt x="1" y="109"/>
                    <a:pt x="1" y="251"/>
                  </a:cubicBezTo>
                  <a:cubicBezTo>
                    <a:pt x="1" y="387"/>
                    <a:pt x="116" y="503"/>
                    <a:pt x="252" y="503"/>
                  </a:cubicBezTo>
                  <a:cubicBezTo>
                    <a:pt x="388" y="503"/>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0" name="Google Shape;16010;p32"/>
            <p:cNvSpPr/>
            <p:nvPr/>
          </p:nvSpPr>
          <p:spPr>
            <a:xfrm>
              <a:off x="768325" y="5422500"/>
              <a:ext cx="12400" cy="12575"/>
            </a:xfrm>
            <a:custGeom>
              <a:avLst/>
              <a:gdLst/>
              <a:ahLst/>
              <a:cxnLst/>
              <a:rect l="l" t="t" r="r" b="b"/>
              <a:pathLst>
                <a:path w="496" h="503" extrusionOk="0">
                  <a:moveTo>
                    <a:pt x="245" y="0"/>
                  </a:moveTo>
                  <a:cubicBezTo>
                    <a:pt x="109" y="0"/>
                    <a:pt x="0" y="109"/>
                    <a:pt x="0" y="251"/>
                  </a:cubicBezTo>
                  <a:cubicBezTo>
                    <a:pt x="0" y="387"/>
                    <a:pt x="109" y="503"/>
                    <a:pt x="245" y="503"/>
                  </a:cubicBezTo>
                  <a:cubicBezTo>
                    <a:pt x="388" y="503"/>
                    <a:pt x="496" y="387"/>
                    <a:pt x="496" y="251"/>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1" name="Google Shape;16011;p32"/>
            <p:cNvSpPr/>
            <p:nvPr/>
          </p:nvSpPr>
          <p:spPr>
            <a:xfrm>
              <a:off x="860125" y="5422500"/>
              <a:ext cx="12525" cy="12575"/>
            </a:xfrm>
            <a:custGeom>
              <a:avLst/>
              <a:gdLst/>
              <a:ahLst/>
              <a:cxnLst/>
              <a:rect l="l" t="t" r="r" b="b"/>
              <a:pathLst>
                <a:path w="501" h="503" extrusionOk="0">
                  <a:moveTo>
                    <a:pt x="251" y="0"/>
                  </a:moveTo>
                  <a:cubicBezTo>
                    <a:pt x="114" y="0"/>
                    <a:pt x="0" y="109"/>
                    <a:pt x="0" y="251"/>
                  </a:cubicBezTo>
                  <a:cubicBezTo>
                    <a:pt x="0" y="387"/>
                    <a:pt x="114" y="503"/>
                    <a:pt x="251" y="503"/>
                  </a:cubicBezTo>
                  <a:cubicBezTo>
                    <a:pt x="387" y="503"/>
                    <a:pt x="501" y="387"/>
                    <a:pt x="501" y="251"/>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2" name="Google Shape;16012;p32"/>
            <p:cNvSpPr/>
            <p:nvPr/>
          </p:nvSpPr>
          <p:spPr>
            <a:xfrm>
              <a:off x="951850" y="5422500"/>
              <a:ext cx="12600" cy="12575"/>
            </a:xfrm>
            <a:custGeom>
              <a:avLst/>
              <a:gdLst/>
              <a:ahLst/>
              <a:cxnLst/>
              <a:rect l="l" t="t" r="r" b="b"/>
              <a:pathLst>
                <a:path w="504" h="503" extrusionOk="0">
                  <a:moveTo>
                    <a:pt x="252" y="0"/>
                  </a:moveTo>
                  <a:cubicBezTo>
                    <a:pt x="116" y="0"/>
                    <a:pt x="1" y="109"/>
                    <a:pt x="1" y="251"/>
                  </a:cubicBezTo>
                  <a:cubicBezTo>
                    <a:pt x="1" y="387"/>
                    <a:pt x="116" y="503"/>
                    <a:pt x="252" y="503"/>
                  </a:cubicBezTo>
                  <a:cubicBezTo>
                    <a:pt x="388" y="503"/>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3" name="Google Shape;16013;p32"/>
            <p:cNvSpPr/>
            <p:nvPr/>
          </p:nvSpPr>
          <p:spPr>
            <a:xfrm>
              <a:off x="1043825" y="5422500"/>
              <a:ext cx="12375" cy="12575"/>
            </a:xfrm>
            <a:custGeom>
              <a:avLst/>
              <a:gdLst/>
              <a:ahLst/>
              <a:cxnLst/>
              <a:rect l="l" t="t" r="r" b="b"/>
              <a:pathLst>
                <a:path w="495" h="503" extrusionOk="0">
                  <a:moveTo>
                    <a:pt x="250" y="0"/>
                  </a:moveTo>
                  <a:cubicBezTo>
                    <a:pt x="107" y="0"/>
                    <a:pt x="0" y="109"/>
                    <a:pt x="0" y="251"/>
                  </a:cubicBezTo>
                  <a:cubicBezTo>
                    <a:pt x="0" y="387"/>
                    <a:pt x="107" y="503"/>
                    <a:pt x="250" y="503"/>
                  </a:cubicBezTo>
                  <a:cubicBezTo>
                    <a:pt x="388" y="503"/>
                    <a:pt x="494" y="387"/>
                    <a:pt x="494" y="251"/>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4" name="Google Shape;16014;p32"/>
            <p:cNvSpPr/>
            <p:nvPr/>
          </p:nvSpPr>
          <p:spPr>
            <a:xfrm>
              <a:off x="1135575" y="5422500"/>
              <a:ext cx="12575" cy="12575"/>
            </a:xfrm>
            <a:custGeom>
              <a:avLst/>
              <a:gdLst/>
              <a:ahLst/>
              <a:cxnLst/>
              <a:rect l="l" t="t" r="r" b="b"/>
              <a:pathLst>
                <a:path w="503" h="503" extrusionOk="0">
                  <a:moveTo>
                    <a:pt x="252" y="0"/>
                  </a:moveTo>
                  <a:cubicBezTo>
                    <a:pt x="116" y="0"/>
                    <a:pt x="0" y="109"/>
                    <a:pt x="0" y="251"/>
                  </a:cubicBezTo>
                  <a:cubicBezTo>
                    <a:pt x="0" y="387"/>
                    <a:pt x="116" y="503"/>
                    <a:pt x="252" y="503"/>
                  </a:cubicBezTo>
                  <a:cubicBezTo>
                    <a:pt x="387" y="503"/>
                    <a:pt x="503" y="387"/>
                    <a:pt x="503" y="251"/>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5" name="Google Shape;16015;p32"/>
            <p:cNvSpPr/>
            <p:nvPr/>
          </p:nvSpPr>
          <p:spPr>
            <a:xfrm>
              <a:off x="1227500" y="5422500"/>
              <a:ext cx="12400" cy="12575"/>
            </a:xfrm>
            <a:custGeom>
              <a:avLst/>
              <a:gdLst/>
              <a:ahLst/>
              <a:cxnLst/>
              <a:rect l="l" t="t" r="r" b="b"/>
              <a:pathLst>
                <a:path w="496" h="503" extrusionOk="0">
                  <a:moveTo>
                    <a:pt x="251" y="0"/>
                  </a:moveTo>
                  <a:cubicBezTo>
                    <a:pt x="109" y="0"/>
                    <a:pt x="0" y="109"/>
                    <a:pt x="0" y="251"/>
                  </a:cubicBezTo>
                  <a:cubicBezTo>
                    <a:pt x="0" y="387"/>
                    <a:pt x="109" y="503"/>
                    <a:pt x="251" y="503"/>
                  </a:cubicBezTo>
                  <a:cubicBezTo>
                    <a:pt x="387" y="503"/>
                    <a:pt x="496" y="387"/>
                    <a:pt x="496" y="251"/>
                  </a:cubicBezTo>
                  <a:cubicBezTo>
                    <a:pt x="496"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6" name="Google Shape;16016;p32"/>
            <p:cNvSpPr/>
            <p:nvPr/>
          </p:nvSpPr>
          <p:spPr>
            <a:xfrm>
              <a:off x="1319275" y="5422500"/>
              <a:ext cx="12550" cy="12575"/>
            </a:xfrm>
            <a:custGeom>
              <a:avLst/>
              <a:gdLst/>
              <a:ahLst/>
              <a:cxnLst/>
              <a:rect l="l" t="t" r="r" b="b"/>
              <a:pathLst>
                <a:path w="502" h="503" extrusionOk="0">
                  <a:moveTo>
                    <a:pt x="252" y="0"/>
                  </a:moveTo>
                  <a:cubicBezTo>
                    <a:pt x="114" y="0"/>
                    <a:pt x="1" y="109"/>
                    <a:pt x="1" y="251"/>
                  </a:cubicBezTo>
                  <a:cubicBezTo>
                    <a:pt x="1" y="387"/>
                    <a:pt x="114" y="503"/>
                    <a:pt x="252" y="503"/>
                  </a:cubicBezTo>
                  <a:cubicBezTo>
                    <a:pt x="388" y="503"/>
                    <a:pt x="501" y="387"/>
                    <a:pt x="501" y="251"/>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7" name="Google Shape;16017;p32"/>
            <p:cNvSpPr/>
            <p:nvPr/>
          </p:nvSpPr>
          <p:spPr>
            <a:xfrm>
              <a:off x="1411200" y="5422500"/>
              <a:ext cx="12425" cy="12575"/>
            </a:xfrm>
            <a:custGeom>
              <a:avLst/>
              <a:gdLst/>
              <a:ahLst/>
              <a:cxnLst/>
              <a:rect l="l" t="t" r="r" b="b"/>
              <a:pathLst>
                <a:path w="497" h="503" extrusionOk="0">
                  <a:moveTo>
                    <a:pt x="245" y="0"/>
                  </a:moveTo>
                  <a:cubicBezTo>
                    <a:pt x="109" y="0"/>
                    <a:pt x="1" y="109"/>
                    <a:pt x="1" y="251"/>
                  </a:cubicBezTo>
                  <a:cubicBezTo>
                    <a:pt x="1" y="387"/>
                    <a:pt x="109" y="503"/>
                    <a:pt x="245" y="503"/>
                  </a:cubicBezTo>
                  <a:cubicBezTo>
                    <a:pt x="388" y="503"/>
                    <a:pt x="496" y="387"/>
                    <a:pt x="496" y="251"/>
                  </a:cubicBezTo>
                  <a:cubicBezTo>
                    <a:pt x="496" y="109"/>
                    <a:pt x="388" y="0"/>
                    <a:pt x="245"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8" name="Google Shape;16018;p32"/>
            <p:cNvSpPr/>
            <p:nvPr/>
          </p:nvSpPr>
          <p:spPr>
            <a:xfrm>
              <a:off x="1503000" y="5422500"/>
              <a:ext cx="12525" cy="12575"/>
            </a:xfrm>
            <a:custGeom>
              <a:avLst/>
              <a:gdLst/>
              <a:ahLst/>
              <a:cxnLst/>
              <a:rect l="l" t="t" r="r" b="b"/>
              <a:pathLst>
                <a:path w="501" h="503" extrusionOk="0">
                  <a:moveTo>
                    <a:pt x="250" y="0"/>
                  </a:moveTo>
                  <a:cubicBezTo>
                    <a:pt x="114" y="0"/>
                    <a:pt x="0" y="109"/>
                    <a:pt x="0" y="251"/>
                  </a:cubicBezTo>
                  <a:cubicBezTo>
                    <a:pt x="0" y="387"/>
                    <a:pt x="114" y="503"/>
                    <a:pt x="250" y="503"/>
                  </a:cubicBezTo>
                  <a:cubicBezTo>
                    <a:pt x="387" y="503"/>
                    <a:pt x="501" y="387"/>
                    <a:pt x="501" y="251"/>
                  </a:cubicBezTo>
                  <a:cubicBezTo>
                    <a:pt x="501" y="109"/>
                    <a:pt x="387"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9" name="Google Shape;16019;p32"/>
            <p:cNvSpPr/>
            <p:nvPr/>
          </p:nvSpPr>
          <p:spPr>
            <a:xfrm>
              <a:off x="1594750" y="5422500"/>
              <a:ext cx="12575" cy="12575"/>
            </a:xfrm>
            <a:custGeom>
              <a:avLst/>
              <a:gdLst/>
              <a:ahLst/>
              <a:cxnLst/>
              <a:rect l="l" t="t" r="r" b="b"/>
              <a:pathLst>
                <a:path w="503" h="503" extrusionOk="0">
                  <a:moveTo>
                    <a:pt x="251" y="0"/>
                  </a:moveTo>
                  <a:cubicBezTo>
                    <a:pt x="115" y="0"/>
                    <a:pt x="0" y="109"/>
                    <a:pt x="0" y="251"/>
                  </a:cubicBezTo>
                  <a:cubicBezTo>
                    <a:pt x="0" y="387"/>
                    <a:pt x="115" y="503"/>
                    <a:pt x="251" y="503"/>
                  </a:cubicBezTo>
                  <a:cubicBezTo>
                    <a:pt x="394" y="503"/>
                    <a:pt x="503" y="387"/>
                    <a:pt x="503" y="251"/>
                  </a:cubicBezTo>
                  <a:cubicBezTo>
                    <a:pt x="503" y="109"/>
                    <a:pt x="394"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0" name="Google Shape;16020;p32"/>
            <p:cNvSpPr/>
            <p:nvPr/>
          </p:nvSpPr>
          <p:spPr>
            <a:xfrm>
              <a:off x="1686650" y="5422500"/>
              <a:ext cx="12600" cy="12575"/>
            </a:xfrm>
            <a:custGeom>
              <a:avLst/>
              <a:gdLst/>
              <a:ahLst/>
              <a:cxnLst/>
              <a:rect l="l" t="t" r="r" b="b"/>
              <a:pathLst>
                <a:path w="504" h="503" extrusionOk="0">
                  <a:moveTo>
                    <a:pt x="252" y="0"/>
                  </a:moveTo>
                  <a:cubicBezTo>
                    <a:pt x="116" y="0"/>
                    <a:pt x="1" y="109"/>
                    <a:pt x="1" y="251"/>
                  </a:cubicBezTo>
                  <a:cubicBezTo>
                    <a:pt x="1" y="387"/>
                    <a:pt x="116" y="503"/>
                    <a:pt x="252" y="503"/>
                  </a:cubicBezTo>
                  <a:cubicBezTo>
                    <a:pt x="388" y="503"/>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1" name="Google Shape;16021;p32"/>
            <p:cNvSpPr/>
            <p:nvPr/>
          </p:nvSpPr>
          <p:spPr>
            <a:xfrm>
              <a:off x="1778450" y="5422500"/>
              <a:ext cx="12550" cy="12575"/>
            </a:xfrm>
            <a:custGeom>
              <a:avLst/>
              <a:gdLst/>
              <a:ahLst/>
              <a:cxnLst/>
              <a:rect l="l" t="t" r="r" b="b"/>
              <a:pathLst>
                <a:path w="502" h="503" extrusionOk="0">
                  <a:moveTo>
                    <a:pt x="252" y="0"/>
                  </a:moveTo>
                  <a:cubicBezTo>
                    <a:pt x="114" y="0"/>
                    <a:pt x="1" y="109"/>
                    <a:pt x="1" y="251"/>
                  </a:cubicBezTo>
                  <a:cubicBezTo>
                    <a:pt x="1" y="387"/>
                    <a:pt x="114" y="503"/>
                    <a:pt x="252" y="503"/>
                  </a:cubicBezTo>
                  <a:cubicBezTo>
                    <a:pt x="388" y="503"/>
                    <a:pt x="501" y="387"/>
                    <a:pt x="501" y="251"/>
                  </a:cubicBezTo>
                  <a:cubicBezTo>
                    <a:pt x="501"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2" name="Google Shape;16022;p32"/>
            <p:cNvSpPr/>
            <p:nvPr/>
          </p:nvSpPr>
          <p:spPr>
            <a:xfrm>
              <a:off x="1870375" y="5422500"/>
              <a:ext cx="12400" cy="12575"/>
            </a:xfrm>
            <a:custGeom>
              <a:avLst/>
              <a:gdLst/>
              <a:ahLst/>
              <a:cxnLst/>
              <a:rect l="l" t="t" r="r" b="b"/>
              <a:pathLst>
                <a:path w="496" h="503" extrusionOk="0">
                  <a:moveTo>
                    <a:pt x="252" y="0"/>
                  </a:moveTo>
                  <a:cubicBezTo>
                    <a:pt x="109" y="0"/>
                    <a:pt x="0" y="109"/>
                    <a:pt x="0" y="251"/>
                  </a:cubicBezTo>
                  <a:cubicBezTo>
                    <a:pt x="0" y="387"/>
                    <a:pt x="109" y="503"/>
                    <a:pt x="252" y="503"/>
                  </a:cubicBezTo>
                  <a:cubicBezTo>
                    <a:pt x="387" y="503"/>
                    <a:pt x="496" y="387"/>
                    <a:pt x="496" y="251"/>
                  </a:cubicBezTo>
                  <a:cubicBezTo>
                    <a:pt x="496"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3" name="Google Shape;16023;p32"/>
            <p:cNvSpPr/>
            <p:nvPr/>
          </p:nvSpPr>
          <p:spPr>
            <a:xfrm>
              <a:off x="1962150" y="5422500"/>
              <a:ext cx="12550" cy="12575"/>
            </a:xfrm>
            <a:custGeom>
              <a:avLst/>
              <a:gdLst/>
              <a:ahLst/>
              <a:cxnLst/>
              <a:rect l="l" t="t" r="r" b="b"/>
              <a:pathLst>
                <a:path w="502" h="503" extrusionOk="0">
                  <a:moveTo>
                    <a:pt x="250" y="0"/>
                  </a:moveTo>
                  <a:cubicBezTo>
                    <a:pt x="114" y="0"/>
                    <a:pt x="1" y="109"/>
                    <a:pt x="1" y="251"/>
                  </a:cubicBezTo>
                  <a:cubicBezTo>
                    <a:pt x="1" y="387"/>
                    <a:pt x="114" y="503"/>
                    <a:pt x="250" y="503"/>
                  </a:cubicBezTo>
                  <a:cubicBezTo>
                    <a:pt x="388" y="503"/>
                    <a:pt x="502" y="387"/>
                    <a:pt x="502" y="251"/>
                  </a:cubicBezTo>
                  <a:cubicBezTo>
                    <a:pt x="502"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4" name="Google Shape;16024;p32"/>
            <p:cNvSpPr/>
            <p:nvPr/>
          </p:nvSpPr>
          <p:spPr>
            <a:xfrm>
              <a:off x="2054075" y="5422500"/>
              <a:ext cx="12425" cy="12575"/>
            </a:xfrm>
            <a:custGeom>
              <a:avLst/>
              <a:gdLst/>
              <a:ahLst/>
              <a:cxnLst/>
              <a:rect l="l" t="t" r="r" b="b"/>
              <a:pathLst>
                <a:path w="497" h="503" extrusionOk="0">
                  <a:moveTo>
                    <a:pt x="252" y="0"/>
                  </a:moveTo>
                  <a:cubicBezTo>
                    <a:pt x="109" y="0"/>
                    <a:pt x="1" y="109"/>
                    <a:pt x="1" y="251"/>
                  </a:cubicBezTo>
                  <a:cubicBezTo>
                    <a:pt x="1" y="387"/>
                    <a:pt x="109" y="503"/>
                    <a:pt x="252" y="503"/>
                  </a:cubicBezTo>
                  <a:cubicBezTo>
                    <a:pt x="388" y="503"/>
                    <a:pt x="496" y="387"/>
                    <a:pt x="496" y="251"/>
                  </a:cubicBezTo>
                  <a:cubicBezTo>
                    <a:pt x="496"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5" name="Google Shape;16025;p32"/>
            <p:cNvSpPr/>
            <p:nvPr/>
          </p:nvSpPr>
          <p:spPr>
            <a:xfrm>
              <a:off x="2145825" y="5422500"/>
              <a:ext cx="12600" cy="12575"/>
            </a:xfrm>
            <a:custGeom>
              <a:avLst/>
              <a:gdLst/>
              <a:ahLst/>
              <a:cxnLst/>
              <a:rect l="l" t="t" r="r" b="b"/>
              <a:pathLst>
                <a:path w="504" h="503" extrusionOk="0">
                  <a:moveTo>
                    <a:pt x="252" y="0"/>
                  </a:moveTo>
                  <a:cubicBezTo>
                    <a:pt x="116" y="0"/>
                    <a:pt x="1" y="109"/>
                    <a:pt x="1" y="251"/>
                  </a:cubicBezTo>
                  <a:cubicBezTo>
                    <a:pt x="1" y="387"/>
                    <a:pt x="116" y="503"/>
                    <a:pt x="252" y="503"/>
                  </a:cubicBezTo>
                  <a:cubicBezTo>
                    <a:pt x="388" y="503"/>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6" name="Google Shape;16026;p32"/>
            <p:cNvSpPr/>
            <p:nvPr/>
          </p:nvSpPr>
          <p:spPr>
            <a:xfrm>
              <a:off x="2237800" y="5422500"/>
              <a:ext cx="12350" cy="12575"/>
            </a:xfrm>
            <a:custGeom>
              <a:avLst/>
              <a:gdLst/>
              <a:ahLst/>
              <a:cxnLst/>
              <a:rect l="l" t="t" r="r" b="b"/>
              <a:pathLst>
                <a:path w="494" h="503" extrusionOk="0">
                  <a:moveTo>
                    <a:pt x="244" y="0"/>
                  </a:moveTo>
                  <a:cubicBezTo>
                    <a:pt x="107" y="0"/>
                    <a:pt x="0" y="109"/>
                    <a:pt x="0" y="251"/>
                  </a:cubicBezTo>
                  <a:cubicBezTo>
                    <a:pt x="0" y="387"/>
                    <a:pt x="107" y="503"/>
                    <a:pt x="244" y="503"/>
                  </a:cubicBezTo>
                  <a:cubicBezTo>
                    <a:pt x="387" y="503"/>
                    <a:pt x="494" y="387"/>
                    <a:pt x="494" y="251"/>
                  </a:cubicBezTo>
                  <a:cubicBezTo>
                    <a:pt x="494" y="109"/>
                    <a:pt x="387" y="0"/>
                    <a:pt x="244"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7" name="Google Shape;16027;p32"/>
            <p:cNvSpPr/>
            <p:nvPr/>
          </p:nvSpPr>
          <p:spPr>
            <a:xfrm>
              <a:off x="2329550" y="5422500"/>
              <a:ext cx="12575" cy="12575"/>
            </a:xfrm>
            <a:custGeom>
              <a:avLst/>
              <a:gdLst/>
              <a:ahLst/>
              <a:cxnLst/>
              <a:rect l="l" t="t" r="r" b="b"/>
              <a:pathLst>
                <a:path w="503" h="503" extrusionOk="0">
                  <a:moveTo>
                    <a:pt x="251" y="0"/>
                  </a:moveTo>
                  <a:cubicBezTo>
                    <a:pt x="115" y="0"/>
                    <a:pt x="0" y="109"/>
                    <a:pt x="0" y="251"/>
                  </a:cubicBezTo>
                  <a:cubicBezTo>
                    <a:pt x="0" y="387"/>
                    <a:pt x="115" y="503"/>
                    <a:pt x="251" y="503"/>
                  </a:cubicBezTo>
                  <a:cubicBezTo>
                    <a:pt x="387" y="503"/>
                    <a:pt x="502" y="387"/>
                    <a:pt x="502" y="251"/>
                  </a:cubicBezTo>
                  <a:cubicBezTo>
                    <a:pt x="502"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8" name="Google Shape;16028;p32"/>
            <p:cNvSpPr/>
            <p:nvPr/>
          </p:nvSpPr>
          <p:spPr>
            <a:xfrm>
              <a:off x="2421325" y="5422500"/>
              <a:ext cx="12550" cy="12575"/>
            </a:xfrm>
            <a:custGeom>
              <a:avLst/>
              <a:gdLst/>
              <a:ahLst/>
              <a:cxnLst/>
              <a:rect l="l" t="t" r="r" b="b"/>
              <a:pathLst>
                <a:path w="502" h="503" extrusionOk="0">
                  <a:moveTo>
                    <a:pt x="250" y="0"/>
                  </a:moveTo>
                  <a:cubicBezTo>
                    <a:pt x="114" y="0"/>
                    <a:pt x="1" y="109"/>
                    <a:pt x="1" y="251"/>
                  </a:cubicBezTo>
                  <a:cubicBezTo>
                    <a:pt x="1" y="387"/>
                    <a:pt x="114" y="503"/>
                    <a:pt x="250" y="503"/>
                  </a:cubicBezTo>
                  <a:cubicBezTo>
                    <a:pt x="395" y="503"/>
                    <a:pt x="501" y="387"/>
                    <a:pt x="501" y="251"/>
                  </a:cubicBezTo>
                  <a:cubicBezTo>
                    <a:pt x="501" y="109"/>
                    <a:pt x="395"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9" name="Google Shape;16029;p32"/>
            <p:cNvSpPr/>
            <p:nvPr/>
          </p:nvSpPr>
          <p:spPr>
            <a:xfrm>
              <a:off x="2513250" y="5422500"/>
              <a:ext cx="12575" cy="12575"/>
            </a:xfrm>
            <a:custGeom>
              <a:avLst/>
              <a:gdLst/>
              <a:ahLst/>
              <a:cxnLst/>
              <a:rect l="l" t="t" r="r" b="b"/>
              <a:pathLst>
                <a:path w="503" h="503" extrusionOk="0">
                  <a:moveTo>
                    <a:pt x="252" y="0"/>
                  </a:moveTo>
                  <a:cubicBezTo>
                    <a:pt x="109" y="0"/>
                    <a:pt x="0" y="109"/>
                    <a:pt x="0" y="251"/>
                  </a:cubicBezTo>
                  <a:cubicBezTo>
                    <a:pt x="0" y="387"/>
                    <a:pt x="109" y="503"/>
                    <a:pt x="252" y="503"/>
                  </a:cubicBezTo>
                  <a:cubicBezTo>
                    <a:pt x="388" y="503"/>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0" name="Google Shape;16030;p32"/>
            <p:cNvSpPr/>
            <p:nvPr/>
          </p:nvSpPr>
          <p:spPr>
            <a:xfrm>
              <a:off x="2605000" y="5422500"/>
              <a:ext cx="12575" cy="12575"/>
            </a:xfrm>
            <a:custGeom>
              <a:avLst/>
              <a:gdLst/>
              <a:ahLst/>
              <a:cxnLst/>
              <a:rect l="l" t="t" r="r" b="b"/>
              <a:pathLst>
                <a:path w="503" h="503" extrusionOk="0">
                  <a:moveTo>
                    <a:pt x="252" y="0"/>
                  </a:moveTo>
                  <a:cubicBezTo>
                    <a:pt x="116" y="0"/>
                    <a:pt x="0" y="109"/>
                    <a:pt x="0" y="251"/>
                  </a:cubicBezTo>
                  <a:cubicBezTo>
                    <a:pt x="0" y="387"/>
                    <a:pt x="116" y="503"/>
                    <a:pt x="252" y="503"/>
                  </a:cubicBezTo>
                  <a:cubicBezTo>
                    <a:pt x="387" y="503"/>
                    <a:pt x="503" y="387"/>
                    <a:pt x="503" y="251"/>
                  </a:cubicBezTo>
                  <a:cubicBezTo>
                    <a:pt x="503" y="109"/>
                    <a:pt x="387"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1" name="Google Shape;16031;p32"/>
            <p:cNvSpPr/>
            <p:nvPr/>
          </p:nvSpPr>
          <p:spPr>
            <a:xfrm>
              <a:off x="2696950" y="5422500"/>
              <a:ext cx="12375" cy="12575"/>
            </a:xfrm>
            <a:custGeom>
              <a:avLst/>
              <a:gdLst/>
              <a:ahLst/>
              <a:cxnLst/>
              <a:rect l="l" t="t" r="r" b="b"/>
              <a:pathLst>
                <a:path w="495" h="503" extrusionOk="0">
                  <a:moveTo>
                    <a:pt x="252" y="0"/>
                  </a:moveTo>
                  <a:cubicBezTo>
                    <a:pt x="108" y="0"/>
                    <a:pt x="1" y="109"/>
                    <a:pt x="1" y="251"/>
                  </a:cubicBezTo>
                  <a:cubicBezTo>
                    <a:pt x="1" y="387"/>
                    <a:pt x="108" y="503"/>
                    <a:pt x="252" y="503"/>
                  </a:cubicBezTo>
                  <a:cubicBezTo>
                    <a:pt x="388" y="503"/>
                    <a:pt x="495" y="387"/>
                    <a:pt x="495" y="251"/>
                  </a:cubicBezTo>
                  <a:cubicBezTo>
                    <a:pt x="495"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2" name="Google Shape;16032;p32"/>
            <p:cNvSpPr/>
            <p:nvPr/>
          </p:nvSpPr>
          <p:spPr>
            <a:xfrm>
              <a:off x="2788700" y="5422500"/>
              <a:ext cx="12600" cy="12575"/>
            </a:xfrm>
            <a:custGeom>
              <a:avLst/>
              <a:gdLst/>
              <a:ahLst/>
              <a:cxnLst/>
              <a:rect l="l" t="t" r="r" b="b"/>
              <a:pathLst>
                <a:path w="504" h="503" extrusionOk="0">
                  <a:moveTo>
                    <a:pt x="252" y="0"/>
                  </a:moveTo>
                  <a:cubicBezTo>
                    <a:pt x="116" y="0"/>
                    <a:pt x="1" y="109"/>
                    <a:pt x="1" y="251"/>
                  </a:cubicBezTo>
                  <a:cubicBezTo>
                    <a:pt x="1" y="387"/>
                    <a:pt x="116" y="503"/>
                    <a:pt x="252" y="503"/>
                  </a:cubicBezTo>
                  <a:cubicBezTo>
                    <a:pt x="388" y="503"/>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3" name="Google Shape;16033;p32"/>
            <p:cNvSpPr/>
            <p:nvPr/>
          </p:nvSpPr>
          <p:spPr>
            <a:xfrm>
              <a:off x="2880675" y="5422500"/>
              <a:ext cx="12375" cy="12575"/>
            </a:xfrm>
            <a:custGeom>
              <a:avLst/>
              <a:gdLst/>
              <a:ahLst/>
              <a:cxnLst/>
              <a:rect l="l" t="t" r="r" b="b"/>
              <a:pathLst>
                <a:path w="495" h="503" extrusionOk="0">
                  <a:moveTo>
                    <a:pt x="243" y="0"/>
                  </a:moveTo>
                  <a:cubicBezTo>
                    <a:pt x="107" y="0"/>
                    <a:pt x="0" y="109"/>
                    <a:pt x="0" y="251"/>
                  </a:cubicBezTo>
                  <a:cubicBezTo>
                    <a:pt x="0" y="387"/>
                    <a:pt x="107" y="503"/>
                    <a:pt x="243" y="503"/>
                  </a:cubicBezTo>
                  <a:cubicBezTo>
                    <a:pt x="387" y="503"/>
                    <a:pt x="494" y="387"/>
                    <a:pt x="494" y="251"/>
                  </a:cubicBezTo>
                  <a:cubicBezTo>
                    <a:pt x="494" y="109"/>
                    <a:pt x="387"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4" name="Google Shape;16034;p32"/>
            <p:cNvSpPr/>
            <p:nvPr/>
          </p:nvSpPr>
          <p:spPr>
            <a:xfrm>
              <a:off x="2972425" y="5422500"/>
              <a:ext cx="12575" cy="12575"/>
            </a:xfrm>
            <a:custGeom>
              <a:avLst/>
              <a:gdLst/>
              <a:ahLst/>
              <a:cxnLst/>
              <a:rect l="l" t="t" r="r" b="b"/>
              <a:pathLst>
                <a:path w="503" h="503" extrusionOk="0">
                  <a:moveTo>
                    <a:pt x="251" y="0"/>
                  </a:moveTo>
                  <a:cubicBezTo>
                    <a:pt x="115" y="0"/>
                    <a:pt x="0" y="109"/>
                    <a:pt x="0" y="251"/>
                  </a:cubicBezTo>
                  <a:cubicBezTo>
                    <a:pt x="0" y="387"/>
                    <a:pt x="115" y="503"/>
                    <a:pt x="251" y="503"/>
                  </a:cubicBezTo>
                  <a:cubicBezTo>
                    <a:pt x="387" y="503"/>
                    <a:pt x="503" y="387"/>
                    <a:pt x="503" y="251"/>
                  </a:cubicBezTo>
                  <a:cubicBezTo>
                    <a:pt x="503"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5" name="Google Shape;16035;p32"/>
            <p:cNvSpPr/>
            <p:nvPr/>
          </p:nvSpPr>
          <p:spPr>
            <a:xfrm>
              <a:off x="3064375" y="5422500"/>
              <a:ext cx="12375" cy="12575"/>
            </a:xfrm>
            <a:custGeom>
              <a:avLst/>
              <a:gdLst/>
              <a:ahLst/>
              <a:cxnLst/>
              <a:rect l="l" t="t" r="r" b="b"/>
              <a:pathLst>
                <a:path w="495" h="503" extrusionOk="0">
                  <a:moveTo>
                    <a:pt x="243" y="0"/>
                  </a:moveTo>
                  <a:cubicBezTo>
                    <a:pt x="107" y="0"/>
                    <a:pt x="1" y="109"/>
                    <a:pt x="1" y="251"/>
                  </a:cubicBezTo>
                  <a:cubicBezTo>
                    <a:pt x="1" y="387"/>
                    <a:pt x="107" y="503"/>
                    <a:pt x="243" y="503"/>
                  </a:cubicBezTo>
                  <a:cubicBezTo>
                    <a:pt x="388" y="503"/>
                    <a:pt x="495" y="387"/>
                    <a:pt x="495" y="251"/>
                  </a:cubicBezTo>
                  <a:cubicBezTo>
                    <a:pt x="495" y="109"/>
                    <a:pt x="388" y="0"/>
                    <a:pt x="243"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6" name="Google Shape;16036;p32"/>
            <p:cNvSpPr/>
            <p:nvPr/>
          </p:nvSpPr>
          <p:spPr>
            <a:xfrm>
              <a:off x="3156125" y="5422500"/>
              <a:ext cx="12600" cy="12575"/>
            </a:xfrm>
            <a:custGeom>
              <a:avLst/>
              <a:gdLst/>
              <a:ahLst/>
              <a:cxnLst/>
              <a:rect l="l" t="t" r="r" b="b"/>
              <a:pathLst>
                <a:path w="504" h="503" extrusionOk="0">
                  <a:moveTo>
                    <a:pt x="252" y="0"/>
                  </a:moveTo>
                  <a:cubicBezTo>
                    <a:pt x="116" y="0"/>
                    <a:pt x="1" y="109"/>
                    <a:pt x="1" y="251"/>
                  </a:cubicBezTo>
                  <a:cubicBezTo>
                    <a:pt x="1" y="387"/>
                    <a:pt x="116" y="503"/>
                    <a:pt x="252" y="503"/>
                  </a:cubicBezTo>
                  <a:cubicBezTo>
                    <a:pt x="388" y="503"/>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7" name="Google Shape;16037;p32"/>
            <p:cNvSpPr/>
            <p:nvPr/>
          </p:nvSpPr>
          <p:spPr>
            <a:xfrm>
              <a:off x="3247875" y="5422500"/>
              <a:ext cx="12575" cy="12575"/>
            </a:xfrm>
            <a:custGeom>
              <a:avLst/>
              <a:gdLst/>
              <a:ahLst/>
              <a:cxnLst/>
              <a:rect l="l" t="t" r="r" b="b"/>
              <a:pathLst>
                <a:path w="503" h="503" extrusionOk="0">
                  <a:moveTo>
                    <a:pt x="252" y="0"/>
                  </a:moveTo>
                  <a:cubicBezTo>
                    <a:pt x="116" y="0"/>
                    <a:pt x="1" y="109"/>
                    <a:pt x="1" y="251"/>
                  </a:cubicBezTo>
                  <a:cubicBezTo>
                    <a:pt x="1" y="387"/>
                    <a:pt x="116" y="503"/>
                    <a:pt x="252" y="503"/>
                  </a:cubicBezTo>
                  <a:cubicBezTo>
                    <a:pt x="388" y="503"/>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8" name="Google Shape;16038;p32"/>
            <p:cNvSpPr/>
            <p:nvPr/>
          </p:nvSpPr>
          <p:spPr>
            <a:xfrm>
              <a:off x="3339850" y="5422500"/>
              <a:ext cx="12525" cy="12575"/>
            </a:xfrm>
            <a:custGeom>
              <a:avLst/>
              <a:gdLst/>
              <a:ahLst/>
              <a:cxnLst/>
              <a:rect l="l" t="t" r="r" b="b"/>
              <a:pathLst>
                <a:path w="501" h="503" extrusionOk="0">
                  <a:moveTo>
                    <a:pt x="251" y="0"/>
                  </a:moveTo>
                  <a:cubicBezTo>
                    <a:pt x="107" y="0"/>
                    <a:pt x="0" y="109"/>
                    <a:pt x="0" y="251"/>
                  </a:cubicBezTo>
                  <a:cubicBezTo>
                    <a:pt x="0" y="387"/>
                    <a:pt x="107" y="503"/>
                    <a:pt x="251" y="503"/>
                  </a:cubicBezTo>
                  <a:cubicBezTo>
                    <a:pt x="387" y="503"/>
                    <a:pt x="501" y="387"/>
                    <a:pt x="501" y="251"/>
                  </a:cubicBezTo>
                  <a:cubicBezTo>
                    <a:pt x="501" y="109"/>
                    <a:pt x="387" y="0"/>
                    <a:pt x="251"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9" name="Google Shape;16039;p32"/>
            <p:cNvSpPr/>
            <p:nvPr/>
          </p:nvSpPr>
          <p:spPr>
            <a:xfrm>
              <a:off x="3431575" y="5422500"/>
              <a:ext cx="12600" cy="12575"/>
            </a:xfrm>
            <a:custGeom>
              <a:avLst/>
              <a:gdLst/>
              <a:ahLst/>
              <a:cxnLst/>
              <a:rect l="l" t="t" r="r" b="b"/>
              <a:pathLst>
                <a:path w="504" h="503" extrusionOk="0">
                  <a:moveTo>
                    <a:pt x="252" y="0"/>
                  </a:moveTo>
                  <a:cubicBezTo>
                    <a:pt x="116" y="0"/>
                    <a:pt x="1" y="109"/>
                    <a:pt x="1" y="251"/>
                  </a:cubicBezTo>
                  <a:cubicBezTo>
                    <a:pt x="1" y="387"/>
                    <a:pt x="116" y="503"/>
                    <a:pt x="252" y="503"/>
                  </a:cubicBezTo>
                  <a:cubicBezTo>
                    <a:pt x="388" y="503"/>
                    <a:pt x="503" y="387"/>
                    <a:pt x="503" y="251"/>
                  </a:cubicBezTo>
                  <a:cubicBezTo>
                    <a:pt x="503" y="109"/>
                    <a:pt x="388" y="0"/>
                    <a:pt x="252"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0" name="Google Shape;16040;p32"/>
            <p:cNvSpPr/>
            <p:nvPr/>
          </p:nvSpPr>
          <p:spPr>
            <a:xfrm>
              <a:off x="3523550" y="5422500"/>
              <a:ext cx="12375" cy="12575"/>
            </a:xfrm>
            <a:custGeom>
              <a:avLst/>
              <a:gdLst/>
              <a:ahLst/>
              <a:cxnLst/>
              <a:rect l="l" t="t" r="r" b="b"/>
              <a:pathLst>
                <a:path w="495" h="503" extrusionOk="0">
                  <a:moveTo>
                    <a:pt x="250" y="0"/>
                  </a:moveTo>
                  <a:cubicBezTo>
                    <a:pt x="107" y="0"/>
                    <a:pt x="0" y="109"/>
                    <a:pt x="0" y="251"/>
                  </a:cubicBezTo>
                  <a:cubicBezTo>
                    <a:pt x="0" y="387"/>
                    <a:pt x="107" y="503"/>
                    <a:pt x="250" y="503"/>
                  </a:cubicBezTo>
                  <a:cubicBezTo>
                    <a:pt x="388" y="503"/>
                    <a:pt x="494" y="387"/>
                    <a:pt x="494" y="251"/>
                  </a:cubicBezTo>
                  <a:cubicBezTo>
                    <a:pt x="494" y="109"/>
                    <a:pt x="388" y="0"/>
                    <a:pt x="250" y="0"/>
                  </a:cubicBez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1" name="Google Shape;16041;p32"/>
            <p:cNvSpPr/>
            <p:nvPr/>
          </p:nvSpPr>
          <p:spPr>
            <a:xfrm>
              <a:off x="635875" y="5336650"/>
              <a:ext cx="2940550" cy="1475"/>
            </a:xfrm>
            <a:custGeom>
              <a:avLst/>
              <a:gdLst/>
              <a:ahLst/>
              <a:cxnLst/>
              <a:rect l="l" t="t" r="r" b="b"/>
              <a:pathLst>
                <a:path w="117622" h="59" extrusionOk="0">
                  <a:moveTo>
                    <a:pt x="1" y="0"/>
                  </a:moveTo>
                  <a:lnTo>
                    <a:pt x="1" y="59"/>
                  </a:lnTo>
                  <a:lnTo>
                    <a:pt x="117622" y="59"/>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2" name="Google Shape;16042;p32"/>
            <p:cNvSpPr/>
            <p:nvPr/>
          </p:nvSpPr>
          <p:spPr>
            <a:xfrm>
              <a:off x="635875" y="5428425"/>
              <a:ext cx="2940550" cy="1450"/>
            </a:xfrm>
            <a:custGeom>
              <a:avLst/>
              <a:gdLst/>
              <a:ahLst/>
              <a:cxnLst/>
              <a:rect l="l" t="t" r="r" b="b"/>
              <a:pathLst>
                <a:path w="117622" h="58" extrusionOk="0">
                  <a:moveTo>
                    <a:pt x="1" y="1"/>
                  </a:moveTo>
                  <a:lnTo>
                    <a:pt x="1" y="57"/>
                  </a:lnTo>
                  <a:lnTo>
                    <a:pt x="117622" y="57"/>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3" name="Google Shape;16043;p32"/>
            <p:cNvSpPr/>
            <p:nvPr/>
          </p:nvSpPr>
          <p:spPr>
            <a:xfrm>
              <a:off x="635875" y="5244725"/>
              <a:ext cx="2940550" cy="1450"/>
            </a:xfrm>
            <a:custGeom>
              <a:avLst/>
              <a:gdLst/>
              <a:ahLst/>
              <a:cxnLst/>
              <a:rect l="l" t="t" r="r" b="b"/>
              <a:pathLst>
                <a:path w="117622" h="58"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4" name="Google Shape;16044;p32"/>
            <p:cNvSpPr/>
            <p:nvPr/>
          </p:nvSpPr>
          <p:spPr>
            <a:xfrm>
              <a:off x="635875" y="5152975"/>
              <a:ext cx="2940550" cy="1450"/>
            </a:xfrm>
            <a:custGeom>
              <a:avLst/>
              <a:gdLst/>
              <a:ahLst/>
              <a:cxnLst/>
              <a:rect l="l" t="t" r="r" b="b"/>
              <a:pathLst>
                <a:path w="117622" h="58"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5" name="Google Shape;16045;p32"/>
            <p:cNvSpPr/>
            <p:nvPr/>
          </p:nvSpPr>
          <p:spPr>
            <a:xfrm>
              <a:off x="635875" y="5061000"/>
              <a:ext cx="2940550" cy="1450"/>
            </a:xfrm>
            <a:custGeom>
              <a:avLst/>
              <a:gdLst/>
              <a:ahLst/>
              <a:cxnLst/>
              <a:rect l="l" t="t" r="r" b="b"/>
              <a:pathLst>
                <a:path w="117622" h="58" extrusionOk="0">
                  <a:moveTo>
                    <a:pt x="1" y="1"/>
                  </a:moveTo>
                  <a:lnTo>
                    <a:pt x="1" y="58"/>
                  </a:lnTo>
                  <a:lnTo>
                    <a:pt x="117622" y="58"/>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6" name="Google Shape;16046;p32"/>
            <p:cNvSpPr/>
            <p:nvPr/>
          </p:nvSpPr>
          <p:spPr>
            <a:xfrm>
              <a:off x="635875" y="4969250"/>
              <a:ext cx="2940550" cy="1450"/>
            </a:xfrm>
            <a:custGeom>
              <a:avLst/>
              <a:gdLst/>
              <a:ahLst/>
              <a:cxnLst/>
              <a:rect l="l" t="t" r="r" b="b"/>
              <a:pathLst>
                <a:path w="117622" h="58" extrusionOk="0">
                  <a:moveTo>
                    <a:pt x="1" y="1"/>
                  </a:moveTo>
                  <a:lnTo>
                    <a:pt x="1" y="58"/>
                  </a:lnTo>
                  <a:lnTo>
                    <a:pt x="117622" y="58"/>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7" name="Google Shape;16047;p32"/>
            <p:cNvSpPr/>
            <p:nvPr/>
          </p:nvSpPr>
          <p:spPr>
            <a:xfrm>
              <a:off x="635875" y="4877300"/>
              <a:ext cx="2940550" cy="1650"/>
            </a:xfrm>
            <a:custGeom>
              <a:avLst/>
              <a:gdLst/>
              <a:ahLst/>
              <a:cxnLst/>
              <a:rect l="l" t="t" r="r" b="b"/>
              <a:pathLst>
                <a:path w="117622" h="66" extrusionOk="0">
                  <a:moveTo>
                    <a:pt x="1" y="0"/>
                  </a:moveTo>
                  <a:lnTo>
                    <a:pt x="1" y="66"/>
                  </a:lnTo>
                  <a:lnTo>
                    <a:pt x="117622" y="66"/>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8" name="Google Shape;16048;p32"/>
            <p:cNvSpPr/>
            <p:nvPr/>
          </p:nvSpPr>
          <p:spPr>
            <a:xfrm>
              <a:off x="635875" y="4785550"/>
              <a:ext cx="2940550" cy="1450"/>
            </a:xfrm>
            <a:custGeom>
              <a:avLst/>
              <a:gdLst/>
              <a:ahLst/>
              <a:cxnLst/>
              <a:rect l="l" t="t" r="r" b="b"/>
              <a:pathLst>
                <a:path w="117622" h="58"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9" name="Google Shape;16049;p32"/>
            <p:cNvSpPr/>
            <p:nvPr/>
          </p:nvSpPr>
          <p:spPr>
            <a:xfrm>
              <a:off x="635875" y="4693575"/>
              <a:ext cx="2940550" cy="1675"/>
            </a:xfrm>
            <a:custGeom>
              <a:avLst/>
              <a:gdLst/>
              <a:ahLst/>
              <a:cxnLst/>
              <a:rect l="l" t="t" r="r" b="b"/>
              <a:pathLst>
                <a:path w="117622" h="67" extrusionOk="0">
                  <a:moveTo>
                    <a:pt x="1" y="1"/>
                  </a:moveTo>
                  <a:lnTo>
                    <a:pt x="1" y="66"/>
                  </a:lnTo>
                  <a:lnTo>
                    <a:pt x="117622" y="66"/>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0" name="Google Shape;16050;p32"/>
            <p:cNvSpPr/>
            <p:nvPr/>
          </p:nvSpPr>
          <p:spPr>
            <a:xfrm>
              <a:off x="635875" y="4601850"/>
              <a:ext cx="2940550" cy="1425"/>
            </a:xfrm>
            <a:custGeom>
              <a:avLst/>
              <a:gdLst/>
              <a:ahLst/>
              <a:cxnLst/>
              <a:rect l="l" t="t" r="r" b="b"/>
              <a:pathLst>
                <a:path w="117622" h="57"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1" name="Google Shape;16051;p32"/>
            <p:cNvSpPr/>
            <p:nvPr/>
          </p:nvSpPr>
          <p:spPr>
            <a:xfrm>
              <a:off x="635875" y="4510100"/>
              <a:ext cx="2940550" cy="1425"/>
            </a:xfrm>
            <a:custGeom>
              <a:avLst/>
              <a:gdLst/>
              <a:ahLst/>
              <a:cxnLst/>
              <a:rect l="l" t="t" r="r" b="b"/>
              <a:pathLst>
                <a:path w="117622" h="57"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2" name="Google Shape;16052;p32"/>
            <p:cNvSpPr/>
            <p:nvPr/>
          </p:nvSpPr>
          <p:spPr>
            <a:xfrm>
              <a:off x="635875" y="4418125"/>
              <a:ext cx="2940550" cy="1500"/>
            </a:xfrm>
            <a:custGeom>
              <a:avLst/>
              <a:gdLst/>
              <a:ahLst/>
              <a:cxnLst/>
              <a:rect l="l" t="t" r="r" b="b"/>
              <a:pathLst>
                <a:path w="117622" h="60" extrusionOk="0">
                  <a:moveTo>
                    <a:pt x="1" y="1"/>
                  </a:moveTo>
                  <a:lnTo>
                    <a:pt x="1" y="59"/>
                  </a:lnTo>
                  <a:lnTo>
                    <a:pt x="117622" y="59"/>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3" name="Google Shape;16053;p32"/>
            <p:cNvSpPr/>
            <p:nvPr/>
          </p:nvSpPr>
          <p:spPr>
            <a:xfrm>
              <a:off x="635875" y="4326375"/>
              <a:ext cx="2940550" cy="1450"/>
            </a:xfrm>
            <a:custGeom>
              <a:avLst/>
              <a:gdLst/>
              <a:ahLst/>
              <a:cxnLst/>
              <a:rect l="l" t="t" r="r" b="b"/>
              <a:pathLst>
                <a:path w="117622" h="58" extrusionOk="0">
                  <a:moveTo>
                    <a:pt x="1" y="1"/>
                  </a:moveTo>
                  <a:lnTo>
                    <a:pt x="1" y="57"/>
                  </a:lnTo>
                  <a:lnTo>
                    <a:pt x="117622" y="57"/>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4" name="Google Shape;16054;p32"/>
            <p:cNvSpPr/>
            <p:nvPr/>
          </p:nvSpPr>
          <p:spPr>
            <a:xfrm>
              <a:off x="635875" y="4234425"/>
              <a:ext cx="2940550" cy="1475"/>
            </a:xfrm>
            <a:custGeom>
              <a:avLst/>
              <a:gdLst/>
              <a:ahLst/>
              <a:cxnLst/>
              <a:rect l="l" t="t" r="r" b="b"/>
              <a:pathLst>
                <a:path w="117622" h="59" extrusionOk="0">
                  <a:moveTo>
                    <a:pt x="1" y="0"/>
                  </a:moveTo>
                  <a:lnTo>
                    <a:pt x="1" y="59"/>
                  </a:lnTo>
                  <a:lnTo>
                    <a:pt x="117622" y="59"/>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5" name="Google Shape;16055;p32"/>
            <p:cNvSpPr/>
            <p:nvPr/>
          </p:nvSpPr>
          <p:spPr>
            <a:xfrm>
              <a:off x="635875" y="4142675"/>
              <a:ext cx="2940550" cy="1425"/>
            </a:xfrm>
            <a:custGeom>
              <a:avLst/>
              <a:gdLst/>
              <a:ahLst/>
              <a:cxnLst/>
              <a:rect l="l" t="t" r="r" b="b"/>
              <a:pathLst>
                <a:path w="117622" h="57"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6" name="Google Shape;16056;p32"/>
            <p:cNvSpPr/>
            <p:nvPr/>
          </p:nvSpPr>
          <p:spPr>
            <a:xfrm>
              <a:off x="635875" y="4050750"/>
              <a:ext cx="2940550" cy="1625"/>
            </a:xfrm>
            <a:custGeom>
              <a:avLst/>
              <a:gdLst/>
              <a:ahLst/>
              <a:cxnLst/>
              <a:rect l="l" t="t" r="r" b="b"/>
              <a:pathLst>
                <a:path w="117622" h="65" extrusionOk="0">
                  <a:moveTo>
                    <a:pt x="1" y="0"/>
                  </a:moveTo>
                  <a:lnTo>
                    <a:pt x="1" y="64"/>
                  </a:lnTo>
                  <a:lnTo>
                    <a:pt x="117622" y="64"/>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7" name="Google Shape;16057;p32"/>
            <p:cNvSpPr/>
            <p:nvPr/>
          </p:nvSpPr>
          <p:spPr>
            <a:xfrm>
              <a:off x="635875" y="3958950"/>
              <a:ext cx="2940550" cy="1500"/>
            </a:xfrm>
            <a:custGeom>
              <a:avLst/>
              <a:gdLst/>
              <a:ahLst/>
              <a:cxnLst/>
              <a:rect l="l" t="t" r="r" b="b"/>
              <a:pathLst>
                <a:path w="117622" h="60" extrusionOk="0">
                  <a:moveTo>
                    <a:pt x="1" y="1"/>
                  </a:moveTo>
                  <a:lnTo>
                    <a:pt x="1" y="59"/>
                  </a:lnTo>
                  <a:lnTo>
                    <a:pt x="117622" y="59"/>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8" name="Google Shape;16058;p32"/>
            <p:cNvSpPr/>
            <p:nvPr/>
          </p:nvSpPr>
          <p:spPr>
            <a:xfrm>
              <a:off x="635875" y="3867025"/>
              <a:ext cx="2940550" cy="1625"/>
            </a:xfrm>
            <a:custGeom>
              <a:avLst/>
              <a:gdLst/>
              <a:ahLst/>
              <a:cxnLst/>
              <a:rect l="l" t="t" r="r" b="b"/>
              <a:pathLst>
                <a:path w="117622" h="65" extrusionOk="0">
                  <a:moveTo>
                    <a:pt x="1" y="1"/>
                  </a:moveTo>
                  <a:lnTo>
                    <a:pt x="1" y="65"/>
                  </a:lnTo>
                  <a:lnTo>
                    <a:pt x="117622" y="65"/>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9" name="Google Shape;16059;p32"/>
            <p:cNvSpPr/>
            <p:nvPr/>
          </p:nvSpPr>
          <p:spPr>
            <a:xfrm>
              <a:off x="635875" y="3775250"/>
              <a:ext cx="2940550" cy="1475"/>
            </a:xfrm>
            <a:custGeom>
              <a:avLst/>
              <a:gdLst/>
              <a:ahLst/>
              <a:cxnLst/>
              <a:rect l="l" t="t" r="r" b="b"/>
              <a:pathLst>
                <a:path w="117622" h="59" extrusionOk="0">
                  <a:moveTo>
                    <a:pt x="1" y="0"/>
                  </a:moveTo>
                  <a:lnTo>
                    <a:pt x="1" y="59"/>
                  </a:lnTo>
                  <a:lnTo>
                    <a:pt x="117622" y="59"/>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0" name="Google Shape;16060;p32"/>
            <p:cNvSpPr/>
            <p:nvPr/>
          </p:nvSpPr>
          <p:spPr>
            <a:xfrm>
              <a:off x="635875" y="3683500"/>
              <a:ext cx="2940550" cy="1450"/>
            </a:xfrm>
            <a:custGeom>
              <a:avLst/>
              <a:gdLst/>
              <a:ahLst/>
              <a:cxnLst/>
              <a:rect l="l" t="t" r="r" b="b"/>
              <a:pathLst>
                <a:path w="117622" h="58"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1" name="Google Shape;16061;p32"/>
            <p:cNvSpPr/>
            <p:nvPr/>
          </p:nvSpPr>
          <p:spPr>
            <a:xfrm>
              <a:off x="635875" y="3591575"/>
              <a:ext cx="2940550" cy="1450"/>
            </a:xfrm>
            <a:custGeom>
              <a:avLst/>
              <a:gdLst/>
              <a:ahLst/>
              <a:cxnLst/>
              <a:rect l="l" t="t" r="r" b="b"/>
              <a:pathLst>
                <a:path w="117622" h="58" extrusionOk="0">
                  <a:moveTo>
                    <a:pt x="1" y="1"/>
                  </a:moveTo>
                  <a:lnTo>
                    <a:pt x="1" y="57"/>
                  </a:lnTo>
                  <a:lnTo>
                    <a:pt x="117622" y="57"/>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2" name="Google Shape;16062;p32"/>
            <p:cNvSpPr/>
            <p:nvPr/>
          </p:nvSpPr>
          <p:spPr>
            <a:xfrm>
              <a:off x="635875" y="3499800"/>
              <a:ext cx="2940550" cy="1475"/>
            </a:xfrm>
            <a:custGeom>
              <a:avLst/>
              <a:gdLst/>
              <a:ahLst/>
              <a:cxnLst/>
              <a:rect l="l" t="t" r="r" b="b"/>
              <a:pathLst>
                <a:path w="117622" h="59" extrusionOk="0">
                  <a:moveTo>
                    <a:pt x="1" y="0"/>
                  </a:moveTo>
                  <a:lnTo>
                    <a:pt x="1" y="59"/>
                  </a:lnTo>
                  <a:lnTo>
                    <a:pt x="117622" y="59"/>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3" name="Google Shape;16063;p32"/>
            <p:cNvSpPr/>
            <p:nvPr/>
          </p:nvSpPr>
          <p:spPr>
            <a:xfrm>
              <a:off x="635875" y="3407875"/>
              <a:ext cx="2940550" cy="1425"/>
            </a:xfrm>
            <a:custGeom>
              <a:avLst/>
              <a:gdLst/>
              <a:ahLst/>
              <a:cxnLst/>
              <a:rect l="l" t="t" r="r" b="b"/>
              <a:pathLst>
                <a:path w="117622" h="57"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4" name="Google Shape;16064;p32"/>
            <p:cNvSpPr/>
            <p:nvPr/>
          </p:nvSpPr>
          <p:spPr>
            <a:xfrm>
              <a:off x="635875" y="3316075"/>
              <a:ext cx="2940550" cy="1500"/>
            </a:xfrm>
            <a:custGeom>
              <a:avLst/>
              <a:gdLst/>
              <a:ahLst/>
              <a:cxnLst/>
              <a:rect l="l" t="t" r="r" b="b"/>
              <a:pathLst>
                <a:path w="117622" h="60" extrusionOk="0">
                  <a:moveTo>
                    <a:pt x="1" y="1"/>
                  </a:moveTo>
                  <a:lnTo>
                    <a:pt x="1" y="59"/>
                  </a:lnTo>
                  <a:lnTo>
                    <a:pt x="117622" y="59"/>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5" name="Google Shape;16065;p32"/>
            <p:cNvSpPr/>
            <p:nvPr/>
          </p:nvSpPr>
          <p:spPr>
            <a:xfrm>
              <a:off x="635875" y="3224150"/>
              <a:ext cx="2940550" cy="1625"/>
            </a:xfrm>
            <a:custGeom>
              <a:avLst/>
              <a:gdLst/>
              <a:ahLst/>
              <a:cxnLst/>
              <a:rect l="l" t="t" r="r" b="b"/>
              <a:pathLst>
                <a:path w="117622" h="65" extrusionOk="0">
                  <a:moveTo>
                    <a:pt x="1" y="1"/>
                  </a:moveTo>
                  <a:lnTo>
                    <a:pt x="1" y="64"/>
                  </a:lnTo>
                  <a:lnTo>
                    <a:pt x="117622" y="64"/>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6" name="Google Shape;16066;p32"/>
            <p:cNvSpPr/>
            <p:nvPr/>
          </p:nvSpPr>
          <p:spPr>
            <a:xfrm>
              <a:off x="635875" y="3132400"/>
              <a:ext cx="2940550" cy="1450"/>
            </a:xfrm>
            <a:custGeom>
              <a:avLst/>
              <a:gdLst/>
              <a:ahLst/>
              <a:cxnLst/>
              <a:rect l="l" t="t" r="r" b="b"/>
              <a:pathLst>
                <a:path w="117622" h="58" extrusionOk="0">
                  <a:moveTo>
                    <a:pt x="1" y="1"/>
                  </a:moveTo>
                  <a:lnTo>
                    <a:pt x="1" y="58"/>
                  </a:lnTo>
                  <a:lnTo>
                    <a:pt x="117622" y="58"/>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7" name="Google Shape;16067;p32"/>
            <p:cNvSpPr/>
            <p:nvPr/>
          </p:nvSpPr>
          <p:spPr>
            <a:xfrm>
              <a:off x="635875" y="3040450"/>
              <a:ext cx="2940550" cy="1650"/>
            </a:xfrm>
            <a:custGeom>
              <a:avLst/>
              <a:gdLst/>
              <a:ahLst/>
              <a:cxnLst/>
              <a:rect l="l" t="t" r="r" b="b"/>
              <a:pathLst>
                <a:path w="117622" h="66" extrusionOk="0">
                  <a:moveTo>
                    <a:pt x="1" y="0"/>
                  </a:moveTo>
                  <a:lnTo>
                    <a:pt x="1" y="66"/>
                  </a:lnTo>
                  <a:lnTo>
                    <a:pt x="117622" y="66"/>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8" name="Google Shape;16068;p32"/>
            <p:cNvSpPr/>
            <p:nvPr/>
          </p:nvSpPr>
          <p:spPr>
            <a:xfrm>
              <a:off x="635875" y="2948700"/>
              <a:ext cx="2940550" cy="1450"/>
            </a:xfrm>
            <a:custGeom>
              <a:avLst/>
              <a:gdLst/>
              <a:ahLst/>
              <a:cxnLst/>
              <a:rect l="l" t="t" r="r" b="b"/>
              <a:pathLst>
                <a:path w="117622" h="58"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9" name="Google Shape;16069;p32"/>
            <p:cNvSpPr/>
            <p:nvPr/>
          </p:nvSpPr>
          <p:spPr>
            <a:xfrm>
              <a:off x="635875" y="2856900"/>
              <a:ext cx="2940550" cy="1500"/>
            </a:xfrm>
            <a:custGeom>
              <a:avLst/>
              <a:gdLst/>
              <a:ahLst/>
              <a:cxnLst/>
              <a:rect l="l" t="t" r="r" b="b"/>
              <a:pathLst>
                <a:path w="117622" h="60" extrusionOk="0">
                  <a:moveTo>
                    <a:pt x="1" y="1"/>
                  </a:moveTo>
                  <a:lnTo>
                    <a:pt x="1" y="59"/>
                  </a:lnTo>
                  <a:lnTo>
                    <a:pt x="117622" y="59"/>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0" name="Google Shape;16070;p32"/>
            <p:cNvSpPr/>
            <p:nvPr/>
          </p:nvSpPr>
          <p:spPr>
            <a:xfrm>
              <a:off x="635875" y="2764975"/>
              <a:ext cx="2940550" cy="1450"/>
            </a:xfrm>
            <a:custGeom>
              <a:avLst/>
              <a:gdLst/>
              <a:ahLst/>
              <a:cxnLst/>
              <a:rect l="l" t="t" r="r" b="b"/>
              <a:pathLst>
                <a:path w="117622" h="58" extrusionOk="0">
                  <a:moveTo>
                    <a:pt x="1" y="1"/>
                  </a:moveTo>
                  <a:lnTo>
                    <a:pt x="1" y="58"/>
                  </a:lnTo>
                  <a:lnTo>
                    <a:pt x="117622" y="58"/>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1" name="Google Shape;16071;p32"/>
            <p:cNvSpPr/>
            <p:nvPr/>
          </p:nvSpPr>
          <p:spPr>
            <a:xfrm>
              <a:off x="635875" y="2673250"/>
              <a:ext cx="2940550" cy="1425"/>
            </a:xfrm>
            <a:custGeom>
              <a:avLst/>
              <a:gdLst/>
              <a:ahLst/>
              <a:cxnLst/>
              <a:rect l="l" t="t" r="r" b="b"/>
              <a:pathLst>
                <a:path w="117622" h="57"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2" name="Google Shape;16072;p32"/>
            <p:cNvSpPr/>
            <p:nvPr/>
          </p:nvSpPr>
          <p:spPr>
            <a:xfrm>
              <a:off x="635875" y="2581275"/>
              <a:ext cx="2940550" cy="1450"/>
            </a:xfrm>
            <a:custGeom>
              <a:avLst/>
              <a:gdLst/>
              <a:ahLst/>
              <a:cxnLst/>
              <a:rect l="l" t="t" r="r" b="b"/>
              <a:pathLst>
                <a:path w="117622" h="58" extrusionOk="0">
                  <a:moveTo>
                    <a:pt x="1" y="1"/>
                  </a:moveTo>
                  <a:lnTo>
                    <a:pt x="1" y="57"/>
                  </a:lnTo>
                  <a:lnTo>
                    <a:pt x="117622" y="57"/>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3" name="Google Shape;16073;p32"/>
            <p:cNvSpPr/>
            <p:nvPr/>
          </p:nvSpPr>
          <p:spPr>
            <a:xfrm>
              <a:off x="635875" y="2489525"/>
              <a:ext cx="2940550" cy="1450"/>
            </a:xfrm>
            <a:custGeom>
              <a:avLst/>
              <a:gdLst/>
              <a:ahLst/>
              <a:cxnLst/>
              <a:rect l="l" t="t" r="r" b="b"/>
              <a:pathLst>
                <a:path w="117622" h="58" extrusionOk="0">
                  <a:moveTo>
                    <a:pt x="1" y="1"/>
                  </a:moveTo>
                  <a:lnTo>
                    <a:pt x="1" y="57"/>
                  </a:lnTo>
                  <a:lnTo>
                    <a:pt x="117622" y="57"/>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4" name="Google Shape;16074;p32"/>
            <p:cNvSpPr/>
            <p:nvPr/>
          </p:nvSpPr>
          <p:spPr>
            <a:xfrm>
              <a:off x="635875" y="2397575"/>
              <a:ext cx="2940550" cy="1650"/>
            </a:xfrm>
            <a:custGeom>
              <a:avLst/>
              <a:gdLst/>
              <a:ahLst/>
              <a:cxnLst/>
              <a:rect l="l" t="t" r="r" b="b"/>
              <a:pathLst>
                <a:path w="117622" h="66" extrusionOk="0">
                  <a:moveTo>
                    <a:pt x="1" y="0"/>
                  </a:moveTo>
                  <a:lnTo>
                    <a:pt x="1" y="65"/>
                  </a:lnTo>
                  <a:lnTo>
                    <a:pt x="117622" y="65"/>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5" name="Google Shape;16075;p32"/>
            <p:cNvSpPr/>
            <p:nvPr/>
          </p:nvSpPr>
          <p:spPr>
            <a:xfrm>
              <a:off x="635875" y="2305825"/>
              <a:ext cx="2940550" cy="1425"/>
            </a:xfrm>
            <a:custGeom>
              <a:avLst/>
              <a:gdLst/>
              <a:ahLst/>
              <a:cxnLst/>
              <a:rect l="l" t="t" r="r" b="b"/>
              <a:pathLst>
                <a:path w="117622" h="57"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6" name="Google Shape;16076;p32"/>
            <p:cNvSpPr/>
            <p:nvPr/>
          </p:nvSpPr>
          <p:spPr>
            <a:xfrm>
              <a:off x="635875" y="2213850"/>
              <a:ext cx="2940550" cy="1675"/>
            </a:xfrm>
            <a:custGeom>
              <a:avLst/>
              <a:gdLst/>
              <a:ahLst/>
              <a:cxnLst/>
              <a:rect l="l" t="t" r="r" b="b"/>
              <a:pathLst>
                <a:path w="117622" h="67" extrusionOk="0">
                  <a:moveTo>
                    <a:pt x="1" y="1"/>
                  </a:moveTo>
                  <a:lnTo>
                    <a:pt x="1" y="66"/>
                  </a:lnTo>
                  <a:lnTo>
                    <a:pt x="117622" y="66"/>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7" name="Google Shape;16077;p32"/>
            <p:cNvSpPr/>
            <p:nvPr/>
          </p:nvSpPr>
          <p:spPr>
            <a:xfrm>
              <a:off x="635875" y="2122100"/>
              <a:ext cx="2940550" cy="1450"/>
            </a:xfrm>
            <a:custGeom>
              <a:avLst/>
              <a:gdLst/>
              <a:ahLst/>
              <a:cxnLst/>
              <a:rect l="l" t="t" r="r" b="b"/>
              <a:pathLst>
                <a:path w="117622" h="58" extrusionOk="0">
                  <a:moveTo>
                    <a:pt x="1" y="1"/>
                  </a:moveTo>
                  <a:lnTo>
                    <a:pt x="1" y="58"/>
                  </a:lnTo>
                  <a:lnTo>
                    <a:pt x="117622" y="58"/>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8" name="Google Shape;16078;p32"/>
            <p:cNvSpPr/>
            <p:nvPr/>
          </p:nvSpPr>
          <p:spPr>
            <a:xfrm>
              <a:off x="635875" y="2030350"/>
              <a:ext cx="2940550" cy="1450"/>
            </a:xfrm>
            <a:custGeom>
              <a:avLst/>
              <a:gdLst/>
              <a:ahLst/>
              <a:cxnLst/>
              <a:rect l="l" t="t" r="r" b="b"/>
              <a:pathLst>
                <a:path w="117622" h="58" extrusionOk="0">
                  <a:moveTo>
                    <a:pt x="1" y="1"/>
                  </a:moveTo>
                  <a:lnTo>
                    <a:pt x="1" y="58"/>
                  </a:lnTo>
                  <a:lnTo>
                    <a:pt x="117622" y="58"/>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9" name="Google Shape;16079;p32"/>
            <p:cNvSpPr/>
            <p:nvPr/>
          </p:nvSpPr>
          <p:spPr>
            <a:xfrm>
              <a:off x="635875" y="1938400"/>
              <a:ext cx="2940550" cy="1475"/>
            </a:xfrm>
            <a:custGeom>
              <a:avLst/>
              <a:gdLst/>
              <a:ahLst/>
              <a:cxnLst/>
              <a:rect l="l" t="t" r="r" b="b"/>
              <a:pathLst>
                <a:path w="117622" h="59" extrusionOk="0">
                  <a:moveTo>
                    <a:pt x="1" y="0"/>
                  </a:moveTo>
                  <a:lnTo>
                    <a:pt x="1" y="59"/>
                  </a:lnTo>
                  <a:lnTo>
                    <a:pt x="117622" y="59"/>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0" name="Google Shape;16080;p32"/>
            <p:cNvSpPr/>
            <p:nvPr/>
          </p:nvSpPr>
          <p:spPr>
            <a:xfrm>
              <a:off x="635875" y="1846650"/>
              <a:ext cx="2940550" cy="1450"/>
            </a:xfrm>
            <a:custGeom>
              <a:avLst/>
              <a:gdLst/>
              <a:ahLst/>
              <a:cxnLst/>
              <a:rect l="l" t="t" r="r" b="b"/>
              <a:pathLst>
                <a:path w="117622" h="58"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1" name="Google Shape;16081;p32"/>
            <p:cNvSpPr/>
            <p:nvPr/>
          </p:nvSpPr>
          <p:spPr>
            <a:xfrm>
              <a:off x="635875" y="1754675"/>
              <a:ext cx="2940550" cy="1500"/>
            </a:xfrm>
            <a:custGeom>
              <a:avLst/>
              <a:gdLst/>
              <a:ahLst/>
              <a:cxnLst/>
              <a:rect l="l" t="t" r="r" b="b"/>
              <a:pathLst>
                <a:path w="117622" h="60" extrusionOk="0">
                  <a:moveTo>
                    <a:pt x="1" y="1"/>
                  </a:moveTo>
                  <a:lnTo>
                    <a:pt x="1" y="59"/>
                  </a:lnTo>
                  <a:lnTo>
                    <a:pt x="117622" y="59"/>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2" name="Google Shape;16082;p32"/>
            <p:cNvSpPr/>
            <p:nvPr/>
          </p:nvSpPr>
          <p:spPr>
            <a:xfrm>
              <a:off x="635875" y="1662925"/>
              <a:ext cx="2940550" cy="1450"/>
            </a:xfrm>
            <a:custGeom>
              <a:avLst/>
              <a:gdLst/>
              <a:ahLst/>
              <a:cxnLst/>
              <a:rect l="l" t="t" r="r" b="b"/>
              <a:pathLst>
                <a:path w="117622" h="58" extrusionOk="0">
                  <a:moveTo>
                    <a:pt x="1" y="1"/>
                  </a:moveTo>
                  <a:lnTo>
                    <a:pt x="1" y="58"/>
                  </a:lnTo>
                  <a:lnTo>
                    <a:pt x="117622" y="58"/>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3" name="Google Shape;16083;p32"/>
            <p:cNvSpPr/>
            <p:nvPr/>
          </p:nvSpPr>
          <p:spPr>
            <a:xfrm>
              <a:off x="635875" y="1571025"/>
              <a:ext cx="2940550" cy="1600"/>
            </a:xfrm>
            <a:custGeom>
              <a:avLst/>
              <a:gdLst/>
              <a:ahLst/>
              <a:cxnLst/>
              <a:rect l="l" t="t" r="r" b="b"/>
              <a:pathLst>
                <a:path w="117622" h="64" extrusionOk="0">
                  <a:moveTo>
                    <a:pt x="1" y="0"/>
                  </a:moveTo>
                  <a:lnTo>
                    <a:pt x="1" y="64"/>
                  </a:lnTo>
                  <a:lnTo>
                    <a:pt x="117622" y="64"/>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4" name="Google Shape;16084;p32"/>
            <p:cNvSpPr/>
            <p:nvPr/>
          </p:nvSpPr>
          <p:spPr>
            <a:xfrm>
              <a:off x="635875" y="1479225"/>
              <a:ext cx="2940550" cy="1500"/>
            </a:xfrm>
            <a:custGeom>
              <a:avLst/>
              <a:gdLst/>
              <a:ahLst/>
              <a:cxnLst/>
              <a:rect l="l" t="t" r="r" b="b"/>
              <a:pathLst>
                <a:path w="117622" h="60" extrusionOk="0">
                  <a:moveTo>
                    <a:pt x="1" y="1"/>
                  </a:moveTo>
                  <a:lnTo>
                    <a:pt x="1" y="59"/>
                  </a:lnTo>
                  <a:lnTo>
                    <a:pt x="117622" y="59"/>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5" name="Google Shape;16085;p32"/>
            <p:cNvSpPr/>
            <p:nvPr/>
          </p:nvSpPr>
          <p:spPr>
            <a:xfrm>
              <a:off x="635875" y="1387475"/>
              <a:ext cx="2940550" cy="1450"/>
            </a:xfrm>
            <a:custGeom>
              <a:avLst/>
              <a:gdLst/>
              <a:ahLst/>
              <a:cxnLst/>
              <a:rect l="l" t="t" r="r" b="b"/>
              <a:pathLst>
                <a:path w="117622" h="58" extrusionOk="0">
                  <a:moveTo>
                    <a:pt x="1" y="1"/>
                  </a:moveTo>
                  <a:lnTo>
                    <a:pt x="1" y="57"/>
                  </a:lnTo>
                  <a:lnTo>
                    <a:pt x="117622" y="57"/>
                  </a:lnTo>
                  <a:lnTo>
                    <a:pt x="117622" y="1"/>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6" name="Google Shape;16086;p32"/>
            <p:cNvSpPr/>
            <p:nvPr/>
          </p:nvSpPr>
          <p:spPr>
            <a:xfrm>
              <a:off x="635875" y="1295525"/>
              <a:ext cx="2940550" cy="1475"/>
            </a:xfrm>
            <a:custGeom>
              <a:avLst/>
              <a:gdLst/>
              <a:ahLst/>
              <a:cxnLst/>
              <a:rect l="l" t="t" r="r" b="b"/>
              <a:pathLst>
                <a:path w="117622" h="59" extrusionOk="0">
                  <a:moveTo>
                    <a:pt x="1" y="0"/>
                  </a:moveTo>
                  <a:lnTo>
                    <a:pt x="1" y="59"/>
                  </a:lnTo>
                  <a:lnTo>
                    <a:pt x="117622" y="59"/>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7" name="Google Shape;16087;p32"/>
            <p:cNvSpPr/>
            <p:nvPr/>
          </p:nvSpPr>
          <p:spPr>
            <a:xfrm>
              <a:off x="635875" y="1203775"/>
              <a:ext cx="2940550" cy="1425"/>
            </a:xfrm>
            <a:custGeom>
              <a:avLst/>
              <a:gdLst/>
              <a:ahLst/>
              <a:cxnLst/>
              <a:rect l="l" t="t" r="r" b="b"/>
              <a:pathLst>
                <a:path w="117622" h="57"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8" name="Google Shape;16088;p32"/>
            <p:cNvSpPr/>
            <p:nvPr/>
          </p:nvSpPr>
          <p:spPr>
            <a:xfrm>
              <a:off x="635875" y="1111850"/>
              <a:ext cx="2940550" cy="1450"/>
            </a:xfrm>
            <a:custGeom>
              <a:avLst/>
              <a:gdLst/>
              <a:ahLst/>
              <a:cxnLst/>
              <a:rect l="l" t="t" r="r" b="b"/>
              <a:pathLst>
                <a:path w="117622" h="58" extrusionOk="0">
                  <a:moveTo>
                    <a:pt x="1" y="0"/>
                  </a:moveTo>
                  <a:lnTo>
                    <a:pt x="1" y="57"/>
                  </a:lnTo>
                  <a:lnTo>
                    <a:pt x="117622" y="57"/>
                  </a:lnTo>
                  <a:lnTo>
                    <a:pt x="117622"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9" name="Google Shape;16089;p32"/>
            <p:cNvSpPr/>
            <p:nvPr/>
          </p:nvSpPr>
          <p:spPr>
            <a:xfrm>
              <a:off x="773700" y="1065050"/>
              <a:ext cx="1475" cy="4410900"/>
            </a:xfrm>
            <a:custGeom>
              <a:avLst/>
              <a:gdLst/>
              <a:ahLst/>
              <a:cxnLst/>
              <a:rect l="l" t="t" r="r" b="b"/>
              <a:pathLst>
                <a:path w="59" h="176436" extrusionOk="0">
                  <a:moveTo>
                    <a:pt x="0" y="0"/>
                  </a:moveTo>
                  <a:lnTo>
                    <a:pt x="0" y="176435"/>
                  </a:lnTo>
                  <a:lnTo>
                    <a:pt x="59" y="176435"/>
                  </a:lnTo>
                  <a:lnTo>
                    <a:pt x="59"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0" name="Google Shape;16090;p32"/>
            <p:cNvSpPr/>
            <p:nvPr/>
          </p:nvSpPr>
          <p:spPr>
            <a:xfrm>
              <a:off x="681950" y="1065050"/>
              <a:ext cx="1450" cy="4410900"/>
            </a:xfrm>
            <a:custGeom>
              <a:avLst/>
              <a:gdLst/>
              <a:ahLst/>
              <a:cxnLst/>
              <a:rect l="l" t="t" r="r" b="b"/>
              <a:pathLst>
                <a:path w="58" h="176436" extrusionOk="0">
                  <a:moveTo>
                    <a:pt x="1" y="0"/>
                  </a:moveTo>
                  <a:lnTo>
                    <a:pt x="1"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1" name="Google Shape;16091;p32"/>
            <p:cNvSpPr/>
            <p:nvPr/>
          </p:nvSpPr>
          <p:spPr>
            <a:xfrm>
              <a:off x="865650" y="1065050"/>
              <a:ext cx="1450" cy="4410900"/>
            </a:xfrm>
            <a:custGeom>
              <a:avLst/>
              <a:gdLst/>
              <a:ahLst/>
              <a:cxnLst/>
              <a:rect l="l" t="t" r="r" b="b"/>
              <a:pathLst>
                <a:path w="58" h="176436" extrusionOk="0">
                  <a:moveTo>
                    <a:pt x="1" y="0"/>
                  </a:moveTo>
                  <a:lnTo>
                    <a:pt x="1" y="176435"/>
                  </a:lnTo>
                  <a:lnTo>
                    <a:pt x="58" y="176435"/>
                  </a:lnTo>
                  <a:lnTo>
                    <a:pt x="58"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2" name="Google Shape;16092;p32"/>
            <p:cNvSpPr/>
            <p:nvPr/>
          </p:nvSpPr>
          <p:spPr>
            <a:xfrm>
              <a:off x="957400" y="1065050"/>
              <a:ext cx="1500" cy="4410900"/>
            </a:xfrm>
            <a:custGeom>
              <a:avLst/>
              <a:gdLst/>
              <a:ahLst/>
              <a:cxnLst/>
              <a:rect l="l" t="t" r="r" b="b"/>
              <a:pathLst>
                <a:path w="60" h="176436" extrusionOk="0">
                  <a:moveTo>
                    <a:pt x="1" y="0"/>
                  </a:moveTo>
                  <a:lnTo>
                    <a:pt x="1" y="176435"/>
                  </a:lnTo>
                  <a:lnTo>
                    <a:pt x="59" y="176435"/>
                  </a:lnTo>
                  <a:lnTo>
                    <a:pt x="59"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3" name="Google Shape;16093;p32"/>
            <p:cNvSpPr/>
            <p:nvPr/>
          </p:nvSpPr>
          <p:spPr>
            <a:xfrm>
              <a:off x="1049375" y="1065050"/>
              <a:ext cx="1450" cy="4410900"/>
            </a:xfrm>
            <a:custGeom>
              <a:avLst/>
              <a:gdLst/>
              <a:ahLst/>
              <a:cxnLst/>
              <a:rect l="l" t="t" r="r" b="b"/>
              <a:pathLst>
                <a:path w="58" h="176436" extrusionOk="0">
                  <a:moveTo>
                    <a:pt x="0" y="0"/>
                  </a:moveTo>
                  <a:lnTo>
                    <a:pt x="0"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4" name="Google Shape;16094;p32"/>
            <p:cNvSpPr/>
            <p:nvPr/>
          </p:nvSpPr>
          <p:spPr>
            <a:xfrm>
              <a:off x="1141125" y="1065050"/>
              <a:ext cx="1450" cy="4410900"/>
            </a:xfrm>
            <a:custGeom>
              <a:avLst/>
              <a:gdLst/>
              <a:ahLst/>
              <a:cxnLst/>
              <a:rect l="l" t="t" r="r" b="b"/>
              <a:pathLst>
                <a:path w="58" h="176436" extrusionOk="0">
                  <a:moveTo>
                    <a:pt x="0" y="0"/>
                  </a:moveTo>
                  <a:lnTo>
                    <a:pt x="0"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5" name="Google Shape;16095;p32"/>
            <p:cNvSpPr/>
            <p:nvPr/>
          </p:nvSpPr>
          <p:spPr>
            <a:xfrm>
              <a:off x="1232875" y="1065050"/>
              <a:ext cx="1650" cy="4410900"/>
            </a:xfrm>
            <a:custGeom>
              <a:avLst/>
              <a:gdLst/>
              <a:ahLst/>
              <a:cxnLst/>
              <a:rect l="l" t="t" r="r" b="b"/>
              <a:pathLst>
                <a:path w="66" h="176436" extrusionOk="0">
                  <a:moveTo>
                    <a:pt x="0" y="0"/>
                  </a:moveTo>
                  <a:lnTo>
                    <a:pt x="0" y="176435"/>
                  </a:lnTo>
                  <a:lnTo>
                    <a:pt x="66" y="176435"/>
                  </a:lnTo>
                  <a:lnTo>
                    <a:pt x="66"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6" name="Google Shape;16096;p32"/>
            <p:cNvSpPr/>
            <p:nvPr/>
          </p:nvSpPr>
          <p:spPr>
            <a:xfrm>
              <a:off x="1324825" y="1065050"/>
              <a:ext cx="1450" cy="4410900"/>
            </a:xfrm>
            <a:custGeom>
              <a:avLst/>
              <a:gdLst/>
              <a:ahLst/>
              <a:cxnLst/>
              <a:rect l="l" t="t" r="r" b="b"/>
              <a:pathLst>
                <a:path w="58" h="176436" extrusionOk="0">
                  <a:moveTo>
                    <a:pt x="1" y="0"/>
                  </a:moveTo>
                  <a:lnTo>
                    <a:pt x="1" y="176435"/>
                  </a:lnTo>
                  <a:lnTo>
                    <a:pt x="58" y="176435"/>
                  </a:lnTo>
                  <a:lnTo>
                    <a:pt x="58"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7" name="Google Shape;16097;p32"/>
            <p:cNvSpPr/>
            <p:nvPr/>
          </p:nvSpPr>
          <p:spPr>
            <a:xfrm>
              <a:off x="1416575" y="1065050"/>
              <a:ext cx="1500" cy="4410900"/>
            </a:xfrm>
            <a:custGeom>
              <a:avLst/>
              <a:gdLst/>
              <a:ahLst/>
              <a:cxnLst/>
              <a:rect l="l" t="t" r="r" b="b"/>
              <a:pathLst>
                <a:path w="60" h="176436" extrusionOk="0">
                  <a:moveTo>
                    <a:pt x="1" y="0"/>
                  </a:moveTo>
                  <a:lnTo>
                    <a:pt x="1" y="176435"/>
                  </a:lnTo>
                  <a:lnTo>
                    <a:pt x="59" y="176435"/>
                  </a:lnTo>
                  <a:lnTo>
                    <a:pt x="59"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8" name="Google Shape;16098;p32"/>
            <p:cNvSpPr/>
            <p:nvPr/>
          </p:nvSpPr>
          <p:spPr>
            <a:xfrm>
              <a:off x="1508550" y="1065050"/>
              <a:ext cx="1425" cy="4410900"/>
            </a:xfrm>
            <a:custGeom>
              <a:avLst/>
              <a:gdLst/>
              <a:ahLst/>
              <a:cxnLst/>
              <a:rect l="l" t="t" r="r" b="b"/>
              <a:pathLst>
                <a:path w="57" h="176436" extrusionOk="0">
                  <a:moveTo>
                    <a:pt x="0" y="0"/>
                  </a:moveTo>
                  <a:lnTo>
                    <a:pt x="0"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9" name="Google Shape;16099;p32"/>
            <p:cNvSpPr/>
            <p:nvPr/>
          </p:nvSpPr>
          <p:spPr>
            <a:xfrm>
              <a:off x="1600300" y="1065050"/>
              <a:ext cx="1425" cy="4410900"/>
            </a:xfrm>
            <a:custGeom>
              <a:avLst/>
              <a:gdLst/>
              <a:ahLst/>
              <a:cxnLst/>
              <a:rect l="l" t="t" r="r" b="b"/>
              <a:pathLst>
                <a:path w="57" h="176436" extrusionOk="0">
                  <a:moveTo>
                    <a:pt x="0" y="0"/>
                  </a:moveTo>
                  <a:lnTo>
                    <a:pt x="0"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0" name="Google Shape;16100;p32"/>
            <p:cNvSpPr/>
            <p:nvPr/>
          </p:nvSpPr>
          <p:spPr>
            <a:xfrm>
              <a:off x="1692250" y="1065050"/>
              <a:ext cx="1450" cy="4410900"/>
            </a:xfrm>
            <a:custGeom>
              <a:avLst/>
              <a:gdLst/>
              <a:ahLst/>
              <a:cxnLst/>
              <a:rect l="l" t="t" r="r" b="b"/>
              <a:pathLst>
                <a:path w="58" h="176436" extrusionOk="0">
                  <a:moveTo>
                    <a:pt x="1" y="0"/>
                  </a:moveTo>
                  <a:lnTo>
                    <a:pt x="1"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1" name="Google Shape;16101;p32"/>
            <p:cNvSpPr/>
            <p:nvPr/>
          </p:nvSpPr>
          <p:spPr>
            <a:xfrm>
              <a:off x="1784000" y="1065050"/>
              <a:ext cx="1450" cy="4410900"/>
            </a:xfrm>
            <a:custGeom>
              <a:avLst/>
              <a:gdLst/>
              <a:ahLst/>
              <a:cxnLst/>
              <a:rect l="l" t="t" r="r" b="b"/>
              <a:pathLst>
                <a:path w="58" h="176436" extrusionOk="0">
                  <a:moveTo>
                    <a:pt x="0" y="0"/>
                  </a:moveTo>
                  <a:lnTo>
                    <a:pt x="0"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2" name="Google Shape;16102;p32"/>
            <p:cNvSpPr/>
            <p:nvPr/>
          </p:nvSpPr>
          <p:spPr>
            <a:xfrm>
              <a:off x="1875750" y="1065050"/>
              <a:ext cx="1650" cy="4410900"/>
            </a:xfrm>
            <a:custGeom>
              <a:avLst/>
              <a:gdLst/>
              <a:ahLst/>
              <a:cxnLst/>
              <a:rect l="l" t="t" r="r" b="b"/>
              <a:pathLst>
                <a:path w="66" h="176436" extrusionOk="0">
                  <a:moveTo>
                    <a:pt x="0" y="0"/>
                  </a:moveTo>
                  <a:lnTo>
                    <a:pt x="0" y="176435"/>
                  </a:lnTo>
                  <a:lnTo>
                    <a:pt x="66" y="176435"/>
                  </a:lnTo>
                  <a:lnTo>
                    <a:pt x="66"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3" name="Google Shape;16103;p32"/>
            <p:cNvSpPr/>
            <p:nvPr/>
          </p:nvSpPr>
          <p:spPr>
            <a:xfrm>
              <a:off x="1967700" y="1065050"/>
              <a:ext cx="1450" cy="4410900"/>
            </a:xfrm>
            <a:custGeom>
              <a:avLst/>
              <a:gdLst/>
              <a:ahLst/>
              <a:cxnLst/>
              <a:rect l="l" t="t" r="r" b="b"/>
              <a:pathLst>
                <a:path w="58" h="176436" extrusionOk="0">
                  <a:moveTo>
                    <a:pt x="1" y="0"/>
                  </a:moveTo>
                  <a:lnTo>
                    <a:pt x="1" y="176435"/>
                  </a:lnTo>
                  <a:lnTo>
                    <a:pt x="58" y="176435"/>
                  </a:lnTo>
                  <a:lnTo>
                    <a:pt x="58"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4" name="Google Shape;16104;p32"/>
            <p:cNvSpPr/>
            <p:nvPr/>
          </p:nvSpPr>
          <p:spPr>
            <a:xfrm>
              <a:off x="2059450" y="1065050"/>
              <a:ext cx="1675" cy="4410900"/>
            </a:xfrm>
            <a:custGeom>
              <a:avLst/>
              <a:gdLst/>
              <a:ahLst/>
              <a:cxnLst/>
              <a:rect l="l" t="t" r="r" b="b"/>
              <a:pathLst>
                <a:path w="67" h="176436" extrusionOk="0">
                  <a:moveTo>
                    <a:pt x="1" y="0"/>
                  </a:moveTo>
                  <a:lnTo>
                    <a:pt x="1" y="176435"/>
                  </a:lnTo>
                  <a:lnTo>
                    <a:pt x="66" y="176435"/>
                  </a:lnTo>
                  <a:lnTo>
                    <a:pt x="66"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5" name="Google Shape;16105;p32"/>
            <p:cNvSpPr/>
            <p:nvPr/>
          </p:nvSpPr>
          <p:spPr>
            <a:xfrm>
              <a:off x="2151425" y="1065050"/>
              <a:ext cx="1450" cy="4410900"/>
            </a:xfrm>
            <a:custGeom>
              <a:avLst/>
              <a:gdLst/>
              <a:ahLst/>
              <a:cxnLst/>
              <a:rect l="l" t="t" r="r" b="b"/>
              <a:pathLst>
                <a:path w="58" h="176436" extrusionOk="0">
                  <a:moveTo>
                    <a:pt x="0" y="0"/>
                  </a:moveTo>
                  <a:lnTo>
                    <a:pt x="0"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6" name="Google Shape;16106;p32"/>
            <p:cNvSpPr/>
            <p:nvPr/>
          </p:nvSpPr>
          <p:spPr>
            <a:xfrm>
              <a:off x="2243175" y="1065050"/>
              <a:ext cx="1425" cy="4410900"/>
            </a:xfrm>
            <a:custGeom>
              <a:avLst/>
              <a:gdLst/>
              <a:ahLst/>
              <a:cxnLst/>
              <a:rect l="l" t="t" r="r" b="b"/>
              <a:pathLst>
                <a:path w="57" h="176436" extrusionOk="0">
                  <a:moveTo>
                    <a:pt x="0" y="0"/>
                  </a:moveTo>
                  <a:lnTo>
                    <a:pt x="0"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7" name="Google Shape;16107;p32"/>
            <p:cNvSpPr/>
            <p:nvPr/>
          </p:nvSpPr>
          <p:spPr>
            <a:xfrm>
              <a:off x="2335075" y="1065050"/>
              <a:ext cx="1500" cy="4410900"/>
            </a:xfrm>
            <a:custGeom>
              <a:avLst/>
              <a:gdLst/>
              <a:ahLst/>
              <a:cxnLst/>
              <a:rect l="l" t="t" r="r" b="b"/>
              <a:pathLst>
                <a:path w="60" h="176436" extrusionOk="0">
                  <a:moveTo>
                    <a:pt x="1" y="0"/>
                  </a:moveTo>
                  <a:lnTo>
                    <a:pt x="1" y="176435"/>
                  </a:lnTo>
                  <a:lnTo>
                    <a:pt x="59" y="176435"/>
                  </a:lnTo>
                  <a:lnTo>
                    <a:pt x="59"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8" name="Google Shape;16108;p32"/>
            <p:cNvSpPr/>
            <p:nvPr/>
          </p:nvSpPr>
          <p:spPr>
            <a:xfrm>
              <a:off x="2426875" y="1065050"/>
              <a:ext cx="1450" cy="4410900"/>
            </a:xfrm>
            <a:custGeom>
              <a:avLst/>
              <a:gdLst/>
              <a:ahLst/>
              <a:cxnLst/>
              <a:rect l="l" t="t" r="r" b="b"/>
              <a:pathLst>
                <a:path w="58" h="176436" extrusionOk="0">
                  <a:moveTo>
                    <a:pt x="1" y="0"/>
                  </a:moveTo>
                  <a:lnTo>
                    <a:pt x="1"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9" name="Google Shape;16109;p32"/>
            <p:cNvSpPr/>
            <p:nvPr/>
          </p:nvSpPr>
          <p:spPr>
            <a:xfrm>
              <a:off x="2518800" y="1065050"/>
              <a:ext cx="1475" cy="4410900"/>
            </a:xfrm>
            <a:custGeom>
              <a:avLst/>
              <a:gdLst/>
              <a:ahLst/>
              <a:cxnLst/>
              <a:rect l="l" t="t" r="r" b="b"/>
              <a:pathLst>
                <a:path w="59" h="176436" extrusionOk="0">
                  <a:moveTo>
                    <a:pt x="0" y="0"/>
                  </a:moveTo>
                  <a:lnTo>
                    <a:pt x="0" y="176435"/>
                  </a:lnTo>
                  <a:lnTo>
                    <a:pt x="59" y="176435"/>
                  </a:lnTo>
                  <a:lnTo>
                    <a:pt x="59"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0" name="Google Shape;16110;p32"/>
            <p:cNvSpPr/>
            <p:nvPr/>
          </p:nvSpPr>
          <p:spPr>
            <a:xfrm>
              <a:off x="2610600" y="1065050"/>
              <a:ext cx="1425" cy="4410900"/>
            </a:xfrm>
            <a:custGeom>
              <a:avLst/>
              <a:gdLst/>
              <a:ahLst/>
              <a:cxnLst/>
              <a:rect l="l" t="t" r="r" b="b"/>
              <a:pathLst>
                <a:path w="57" h="176436" extrusionOk="0">
                  <a:moveTo>
                    <a:pt x="0" y="0"/>
                  </a:moveTo>
                  <a:lnTo>
                    <a:pt x="0"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1" name="Google Shape;16111;p32"/>
            <p:cNvSpPr/>
            <p:nvPr/>
          </p:nvSpPr>
          <p:spPr>
            <a:xfrm>
              <a:off x="2702325" y="1065050"/>
              <a:ext cx="1625" cy="4410900"/>
            </a:xfrm>
            <a:custGeom>
              <a:avLst/>
              <a:gdLst/>
              <a:ahLst/>
              <a:cxnLst/>
              <a:rect l="l" t="t" r="r" b="b"/>
              <a:pathLst>
                <a:path w="65" h="176436" extrusionOk="0">
                  <a:moveTo>
                    <a:pt x="1" y="0"/>
                  </a:moveTo>
                  <a:lnTo>
                    <a:pt x="1" y="176435"/>
                  </a:lnTo>
                  <a:lnTo>
                    <a:pt x="65" y="176435"/>
                  </a:lnTo>
                  <a:lnTo>
                    <a:pt x="65"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2" name="Google Shape;16112;p32"/>
            <p:cNvSpPr/>
            <p:nvPr/>
          </p:nvSpPr>
          <p:spPr>
            <a:xfrm>
              <a:off x="2794250" y="1065050"/>
              <a:ext cx="1500" cy="4410900"/>
            </a:xfrm>
            <a:custGeom>
              <a:avLst/>
              <a:gdLst/>
              <a:ahLst/>
              <a:cxnLst/>
              <a:rect l="l" t="t" r="r" b="b"/>
              <a:pathLst>
                <a:path w="60" h="176436" extrusionOk="0">
                  <a:moveTo>
                    <a:pt x="1" y="0"/>
                  </a:moveTo>
                  <a:lnTo>
                    <a:pt x="1" y="176435"/>
                  </a:lnTo>
                  <a:lnTo>
                    <a:pt x="59" y="176435"/>
                  </a:lnTo>
                  <a:lnTo>
                    <a:pt x="59"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3" name="Google Shape;16113;p32"/>
            <p:cNvSpPr/>
            <p:nvPr/>
          </p:nvSpPr>
          <p:spPr>
            <a:xfrm>
              <a:off x="2886050" y="1065050"/>
              <a:ext cx="1625" cy="4410900"/>
            </a:xfrm>
            <a:custGeom>
              <a:avLst/>
              <a:gdLst/>
              <a:ahLst/>
              <a:cxnLst/>
              <a:rect l="l" t="t" r="r" b="b"/>
              <a:pathLst>
                <a:path w="65" h="176436" extrusionOk="0">
                  <a:moveTo>
                    <a:pt x="0" y="0"/>
                  </a:moveTo>
                  <a:lnTo>
                    <a:pt x="0" y="176435"/>
                  </a:lnTo>
                  <a:lnTo>
                    <a:pt x="64" y="176435"/>
                  </a:lnTo>
                  <a:lnTo>
                    <a:pt x="64"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4" name="Google Shape;16114;p32"/>
            <p:cNvSpPr/>
            <p:nvPr/>
          </p:nvSpPr>
          <p:spPr>
            <a:xfrm>
              <a:off x="2977975" y="1065050"/>
              <a:ext cx="1475" cy="4410900"/>
            </a:xfrm>
            <a:custGeom>
              <a:avLst/>
              <a:gdLst/>
              <a:ahLst/>
              <a:cxnLst/>
              <a:rect l="l" t="t" r="r" b="b"/>
              <a:pathLst>
                <a:path w="59" h="176436" extrusionOk="0">
                  <a:moveTo>
                    <a:pt x="0" y="0"/>
                  </a:moveTo>
                  <a:lnTo>
                    <a:pt x="0" y="176435"/>
                  </a:lnTo>
                  <a:lnTo>
                    <a:pt x="59" y="176435"/>
                  </a:lnTo>
                  <a:lnTo>
                    <a:pt x="59"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5" name="Google Shape;16115;p32"/>
            <p:cNvSpPr/>
            <p:nvPr/>
          </p:nvSpPr>
          <p:spPr>
            <a:xfrm>
              <a:off x="3069750" y="1065050"/>
              <a:ext cx="1450" cy="4410900"/>
            </a:xfrm>
            <a:custGeom>
              <a:avLst/>
              <a:gdLst/>
              <a:ahLst/>
              <a:cxnLst/>
              <a:rect l="l" t="t" r="r" b="b"/>
              <a:pathLst>
                <a:path w="58" h="176436" extrusionOk="0">
                  <a:moveTo>
                    <a:pt x="1" y="0"/>
                  </a:moveTo>
                  <a:lnTo>
                    <a:pt x="1" y="176435"/>
                  </a:lnTo>
                  <a:lnTo>
                    <a:pt x="58" y="176435"/>
                  </a:lnTo>
                  <a:lnTo>
                    <a:pt x="58"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6" name="Google Shape;16116;p32"/>
            <p:cNvSpPr/>
            <p:nvPr/>
          </p:nvSpPr>
          <p:spPr>
            <a:xfrm>
              <a:off x="3161675" y="1065050"/>
              <a:ext cx="1450" cy="4410900"/>
            </a:xfrm>
            <a:custGeom>
              <a:avLst/>
              <a:gdLst/>
              <a:ahLst/>
              <a:cxnLst/>
              <a:rect l="l" t="t" r="r" b="b"/>
              <a:pathLst>
                <a:path w="58" h="176436" extrusionOk="0">
                  <a:moveTo>
                    <a:pt x="1" y="0"/>
                  </a:moveTo>
                  <a:lnTo>
                    <a:pt x="1" y="176435"/>
                  </a:lnTo>
                  <a:lnTo>
                    <a:pt x="57" y="176435"/>
                  </a:lnTo>
                  <a:lnTo>
                    <a:pt x="57"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7" name="Google Shape;16117;p32"/>
            <p:cNvSpPr/>
            <p:nvPr/>
          </p:nvSpPr>
          <p:spPr>
            <a:xfrm>
              <a:off x="3253425" y="1065050"/>
              <a:ext cx="1475" cy="4410900"/>
            </a:xfrm>
            <a:custGeom>
              <a:avLst/>
              <a:gdLst/>
              <a:ahLst/>
              <a:cxnLst/>
              <a:rect l="l" t="t" r="r" b="b"/>
              <a:pathLst>
                <a:path w="59" h="176436" extrusionOk="0">
                  <a:moveTo>
                    <a:pt x="0" y="0"/>
                  </a:moveTo>
                  <a:lnTo>
                    <a:pt x="0" y="176435"/>
                  </a:lnTo>
                  <a:lnTo>
                    <a:pt x="59" y="176435"/>
                  </a:lnTo>
                  <a:lnTo>
                    <a:pt x="59"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8" name="Google Shape;16118;p32"/>
            <p:cNvSpPr/>
            <p:nvPr/>
          </p:nvSpPr>
          <p:spPr>
            <a:xfrm>
              <a:off x="3345375" y="1065050"/>
              <a:ext cx="1450" cy="4410900"/>
            </a:xfrm>
            <a:custGeom>
              <a:avLst/>
              <a:gdLst/>
              <a:ahLst/>
              <a:cxnLst/>
              <a:rect l="l" t="t" r="r" b="b"/>
              <a:pathLst>
                <a:path w="58" h="176436" extrusionOk="0">
                  <a:moveTo>
                    <a:pt x="1" y="0"/>
                  </a:moveTo>
                  <a:lnTo>
                    <a:pt x="1" y="176435"/>
                  </a:lnTo>
                  <a:lnTo>
                    <a:pt x="58" y="176435"/>
                  </a:lnTo>
                  <a:lnTo>
                    <a:pt x="58"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9" name="Google Shape;16119;p32"/>
            <p:cNvSpPr/>
            <p:nvPr/>
          </p:nvSpPr>
          <p:spPr>
            <a:xfrm>
              <a:off x="3437125" y="1065050"/>
              <a:ext cx="1500" cy="4410900"/>
            </a:xfrm>
            <a:custGeom>
              <a:avLst/>
              <a:gdLst/>
              <a:ahLst/>
              <a:cxnLst/>
              <a:rect l="l" t="t" r="r" b="b"/>
              <a:pathLst>
                <a:path w="60" h="176436" extrusionOk="0">
                  <a:moveTo>
                    <a:pt x="1" y="0"/>
                  </a:moveTo>
                  <a:lnTo>
                    <a:pt x="1" y="176435"/>
                  </a:lnTo>
                  <a:lnTo>
                    <a:pt x="59" y="176435"/>
                  </a:lnTo>
                  <a:lnTo>
                    <a:pt x="59"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0" name="Google Shape;16120;p32"/>
            <p:cNvSpPr/>
            <p:nvPr/>
          </p:nvSpPr>
          <p:spPr>
            <a:xfrm>
              <a:off x="3528925" y="1065050"/>
              <a:ext cx="1625" cy="4410900"/>
            </a:xfrm>
            <a:custGeom>
              <a:avLst/>
              <a:gdLst/>
              <a:ahLst/>
              <a:cxnLst/>
              <a:rect l="l" t="t" r="r" b="b"/>
              <a:pathLst>
                <a:path w="65" h="176436" extrusionOk="0">
                  <a:moveTo>
                    <a:pt x="1" y="0"/>
                  </a:moveTo>
                  <a:lnTo>
                    <a:pt x="1" y="176435"/>
                  </a:lnTo>
                  <a:lnTo>
                    <a:pt x="64" y="176435"/>
                  </a:lnTo>
                  <a:lnTo>
                    <a:pt x="64" y="0"/>
                  </a:lnTo>
                  <a:close/>
                </a:path>
              </a:pathLst>
            </a:custGeom>
            <a:solidFill>
              <a:srgbClr val="FFFFFF">
                <a:alpha val="33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2453775212"/>
      </p:ext>
    </p:extLst>
  </p:cSld>
  <p:clrMapOvr>
    <a:masterClrMapping/>
  </p:clrMapOvr>
  <p:hf sldNum="0" hdr="0" ftr="0" dt="0"/>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Background 1">
  <p:cSld name="Background 1">
    <p:spTree>
      <p:nvGrpSpPr>
        <p:cNvPr id="1" name="Shape 16121"/>
        <p:cNvGrpSpPr/>
        <p:nvPr/>
      </p:nvGrpSpPr>
      <p:grpSpPr>
        <a:xfrm>
          <a:off x="0" y="0"/>
          <a:ext cx="0" cy="0"/>
          <a:chOff x="0" y="0"/>
          <a:chExt cx="0" cy="0"/>
        </a:xfrm>
      </p:grpSpPr>
      <p:sp>
        <p:nvSpPr>
          <p:cNvPr id="16122" name="Google Shape;16122;p33"/>
          <p:cNvSpPr/>
          <p:nvPr/>
        </p:nvSpPr>
        <p:spPr>
          <a:xfrm>
            <a:off x="-214975" y="3963813"/>
            <a:ext cx="928204" cy="975843"/>
          </a:xfrm>
          <a:custGeom>
            <a:avLst/>
            <a:gdLst/>
            <a:ahLst/>
            <a:cxnLst/>
            <a:rect l="l" t="t" r="r" b="b"/>
            <a:pathLst>
              <a:path w="16581" h="17432" extrusionOk="0">
                <a:moveTo>
                  <a:pt x="8431" y="4679"/>
                </a:moveTo>
                <a:cubicBezTo>
                  <a:pt x="9068" y="4707"/>
                  <a:pt x="9697" y="4879"/>
                  <a:pt x="10256" y="5191"/>
                </a:cubicBezTo>
                <a:cubicBezTo>
                  <a:pt x="10264" y="5191"/>
                  <a:pt x="10264" y="5198"/>
                  <a:pt x="10271" y="5198"/>
                </a:cubicBezTo>
                <a:cubicBezTo>
                  <a:pt x="10298" y="5211"/>
                  <a:pt x="10319" y="5226"/>
                  <a:pt x="10339" y="5239"/>
                </a:cubicBezTo>
                <a:cubicBezTo>
                  <a:pt x="10367" y="5253"/>
                  <a:pt x="10389" y="5267"/>
                  <a:pt x="10415" y="5281"/>
                </a:cubicBezTo>
                <a:cubicBezTo>
                  <a:pt x="10415" y="5287"/>
                  <a:pt x="10422" y="5287"/>
                  <a:pt x="10430" y="5294"/>
                </a:cubicBezTo>
                <a:cubicBezTo>
                  <a:pt x="10969" y="5632"/>
                  <a:pt x="11426" y="6097"/>
                  <a:pt x="11757" y="6643"/>
                </a:cubicBezTo>
                <a:cubicBezTo>
                  <a:pt x="11757" y="6649"/>
                  <a:pt x="11764" y="6656"/>
                  <a:pt x="11764" y="6663"/>
                </a:cubicBezTo>
                <a:cubicBezTo>
                  <a:pt x="11777" y="6684"/>
                  <a:pt x="11790" y="6704"/>
                  <a:pt x="11805" y="6732"/>
                </a:cubicBezTo>
                <a:cubicBezTo>
                  <a:pt x="11819" y="6752"/>
                  <a:pt x="11832" y="6780"/>
                  <a:pt x="11847" y="6802"/>
                </a:cubicBezTo>
                <a:cubicBezTo>
                  <a:pt x="11847" y="6808"/>
                  <a:pt x="11854" y="6815"/>
                  <a:pt x="11854" y="6822"/>
                </a:cubicBezTo>
                <a:cubicBezTo>
                  <a:pt x="12150" y="7382"/>
                  <a:pt x="12316" y="8018"/>
                  <a:pt x="12330" y="8653"/>
                </a:cubicBezTo>
                <a:lnTo>
                  <a:pt x="12330" y="8675"/>
                </a:lnTo>
                <a:cubicBezTo>
                  <a:pt x="12330" y="8701"/>
                  <a:pt x="12330" y="8723"/>
                  <a:pt x="12323" y="8751"/>
                </a:cubicBezTo>
                <a:lnTo>
                  <a:pt x="12323" y="8834"/>
                </a:lnTo>
                <a:lnTo>
                  <a:pt x="12323" y="8854"/>
                </a:lnTo>
                <a:cubicBezTo>
                  <a:pt x="12303" y="9497"/>
                  <a:pt x="12131" y="10119"/>
                  <a:pt x="11819" y="10678"/>
                </a:cubicBezTo>
                <a:cubicBezTo>
                  <a:pt x="11812" y="10685"/>
                  <a:pt x="11812" y="10692"/>
                  <a:pt x="11805" y="10700"/>
                </a:cubicBezTo>
                <a:cubicBezTo>
                  <a:pt x="11799" y="10720"/>
                  <a:pt x="11784" y="10741"/>
                  <a:pt x="11771" y="10761"/>
                </a:cubicBezTo>
                <a:cubicBezTo>
                  <a:pt x="11757" y="10790"/>
                  <a:pt x="11742" y="10809"/>
                  <a:pt x="11722" y="10838"/>
                </a:cubicBezTo>
                <a:cubicBezTo>
                  <a:pt x="11722" y="10844"/>
                  <a:pt x="11716" y="10851"/>
                  <a:pt x="11716" y="10851"/>
                </a:cubicBezTo>
                <a:cubicBezTo>
                  <a:pt x="11376" y="11397"/>
                  <a:pt x="10913" y="11853"/>
                  <a:pt x="10361" y="12178"/>
                </a:cubicBezTo>
                <a:cubicBezTo>
                  <a:pt x="10361" y="12185"/>
                  <a:pt x="10354" y="12185"/>
                  <a:pt x="10347" y="12193"/>
                </a:cubicBezTo>
                <a:cubicBezTo>
                  <a:pt x="10319" y="12206"/>
                  <a:pt x="10298" y="12219"/>
                  <a:pt x="10271" y="12234"/>
                </a:cubicBezTo>
                <a:cubicBezTo>
                  <a:pt x="10249" y="12248"/>
                  <a:pt x="10230" y="12261"/>
                  <a:pt x="10201" y="12267"/>
                </a:cubicBezTo>
                <a:cubicBezTo>
                  <a:pt x="10201" y="12276"/>
                  <a:pt x="10195" y="12276"/>
                  <a:pt x="10188" y="12282"/>
                </a:cubicBezTo>
                <a:cubicBezTo>
                  <a:pt x="9621" y="12579"/>
                  <a:pt x="8992" y="12739"/>
                  <a:pt x="8357" y="12752"/>
                </a:cubicBezTo>
                <a:lnTo>
                  <a:pt x="8150" y="12752"/>
                </a:lnTo>
                <a:cubicBezTo>
                  <a:pt x="7513" y="12724"/>
                  <a:pt x="6884" y="12551"/>
                  <a:pt x="6325" y="12241"/>
                </a:cubicBezTo>
                <a:cubicBezTo>
                  <a:pt x="6325" y="12241"/>
                  <a:pt x="6317" y="12234"/>
                  <a:pt x="6310" y="12234"/>
                </a:cubicBezTo>
                <a:cubicBezTo>
                  <a:pt x="6283" y="12219"/>
                  <a:pt x="6262" y="12206"/>
                  <a:pt x="6234" y="12193"/>
                </a:cubicBezTo>
                <a:cubicBezTo>
                  <a:pt x="6214" y="12178"/>
                  <a:pt x="6192" y="12165"/>
                  <a:pt x="6172" y="12151"/>
                </a:cubicBezTo>
                <a:cubicBezTo>
                  <a:pt x="6166" y="12143"/>
                  <a:pt x="6159" y="12143"/>
                  <a:pt x="6151" y="12136"/>
                </a:cubicBezTo>
                <a:cubicBezTo>
                  <a:pt x="5612" y="11798"/>
                  <a:pt x="5155" y="11335"/>
                  <a:pt x="4824" y="10790"/>
                </a:cubicBezTo>
                <a:cubicBezTo>
                  <a:pt x="4824" y="10783"/>
                  <a:pt x="4817" y="10775"/>
                  <a:pt x="4817" y="10768"/>
                </a:cubicBezTo>
                <a:cubicBezTo>
                  <a:pt x="4804" y="10748"/>
                  <a:pt x="4791" y="10720"/>
                  <a:pt x="4776" y="10700"/>
                </a:cubicBezTo>
                <a:cubicBezTo>
                  <a:pt x="4762" y="10672"/>
                  <a:pt x="4749" y="10650"/>
                  <a:pt x="4734" y="10630"/>
                </a:cubicBezTo>
                <a:cubicBezTo>
                  <a:pt x="4734" y="10624"/>
                  <a:pt x="4727" y="10617"/>
                  <a:pt x="4727" y="10609"/>
                </a:cubicBezTo>
                <a:cubicBezTo>
                  <a:pt x="4431" y="10050"/>
                  <a:pt x="4265" y="9421"/>
                  <a:pt x="4258" y="8777"/>
                </a:cubicBezTo>
                <a:lnTo>
                  <a:pt x="4258" y="8758"/>
                </a:lnTo>
                <a:lnTo>
                  <a:pt x="4258" y="8675"/>
                </a:lnTo>
                <a:lnTo>
                  <a:pt x="4258" y="8598"/>
                </a:lnTo>
                <a:lnTo>
                  <a:pt x="4258" y="8577"/>
                </a:lnTo>
                <a:cubicBezTo>
                  <a:pt x="4278" y="7935"/>
                  <a:pt x="4450" y="7313"/>
                  <a:pt x="4762" y="6752"/>
                </a:cubicBezTo>
                <a:cubicBezTo>
                  <a:pt x="4769" y="6745"/>
                  <a:pt x="4769" y="6739"/>
                  <a:pt x="4776" y="6732"/>
                </a:cubicBezTo>
                <a:cubicBezTo>
                  <a:pt x="4791" y="6711"/>
                  <a:pt x="4804" y="6684"/>
                  <a:pt x="4817" y="6663"/>
                </a:cubicBezTo>
                <a:cubicBezTo>
                  <a:pt x="4832" y="6636"/>
                  <a:pt x="4845" y="6614"/>
                  <a:pt x="4859" y="6594"/>
                </a:cubicBezTo>
                <a:cubicBezTo>
                  <a:pt x="4859" y="6586"/>
                  <a:pt x="4865" y="6586"/>
                  <a:pt x="4865" y="6580"/>
                </a:cubicBezTo>
                <a:cubicBezTo>
                  <a:pt x="5205" y="6034"/>
                  <a:pt x="5675" y="5578"/>
                  <a:pt x="6220" y="5253"/>
                </a:cubicBezTo>
                <a:cubicBezTo>
                  <a:pt x="6227" y="5246"/>
                  <a:pt x="6227" y="5246"/>
                  <a:pt x="6234" y="5239"/>
                </a:cubicBezTo>
                <a:cubicBezTo>
                  <a:pt x="6255" y="5226"/>
                  <a:pt x="6283" y="5218"/>
                  <a:pt x="6303" y="5204"/>
                </a:cubicBezTo>
                <a:cubicBezTo>
                  <a:pt x="6332" y="5191"/>
                  <a:pt x="6351" y="5176"/>
                  <a:pt x="6380" y="5163"/>
                </a:cubicBezTo>
                <a:cubicBezTo>
                  <a:pt x="6386" y="5156"/>
                  <a:pt x="6386" y="5156"/>
                  <a:pt x="6393" y="5150"/>
                </a:cubicBezTo>
                <a:cubicBezTo>
                  <a:pt x="6960" y="4853"/>
                  <a:pt x="7589" y="4694"/>
                  <a:pt x="8232" y="4679"/>
                </a:cubicBezTo>
                <a:close/>
                <a:moveTo>
                  <a:pt x="6932" y="1"/>
                </a:moveTo>
                <a:lnTo>
                  <a:pt x="6317" y="2544"/>
                </a:lnTo>
                <a:cubicBezTo>
                  <a:pt x="6096" y="2613"/>
                  <a:pt x="5889" y="2688"/>
                  <a:pt x="5681" y="2779"/>
                </a:cubicBezTo>
                <a:cubicBezTo>
                  <a:pt x="5537" y="2841"/>
                  <a:pt x="5398" y="2910"/>
                  <a:pt x="5253" y="2987"/>
                </a:cubicBezTo>
                <a:cubicBezTo>
                  <a:pt x="5247" y="2993"/>
                  <a:pt x="5238" y="3000"/>
                  <a:pt x="5225" y="3000"/>
                </a:cubicBezTo>
                <a:cubicBezTo>
                  <a:pt x="5218" y="3007"/>
                  <a:pt x="5218" y="3007"/>
                  <a:pt x="5212" y="3013"/>
                </a:cubicBezTo>
                <a:cubicBezTo>
                  <a:pt x="5170" y="3035"/>
                  <a:pt x="5136" y="3048"/>
                  <a:pt x="5101" y="3070"/>
                </a:cubicBezTo>
                <a:cubicBezTo>
                  <a:pt x="5101" y="3076"/>
                  <a:pt x="5094" y="3076"/>
                  <a:pt x="5087" y="3076"/>
                </a:cubicBezTo>
                <a:cubicBezTo>
                  <a:pt x="5059" y="3096"/>
                  <a:pt x="5031" y="3111"/>
                  <a:pt x="4998" y="3131"/>
                </a:cubicBezTo>
                <a:cubicBezTo>
                  <a:pt x="4990" y="3131"/>
                  <a:pt x="4990" y="3138"/>
                  <a:pt x="4983" y="3144"/>
                </a:cubicBezTo>
                <a:cubicBezTo>
                  <a:pt x="4928" y="3172"/>
                  <a:pt x="4873" y="3207"/>
                  <a:pt x="4817" y="3242"/>
                </a:cubicBezTo>
                <a:cubicBezTo>
                  <a:pt x="4776" y="3269"/>
                  <a:pt x="4734" y="3297"/>
                  <a:pt x="4686" y="3325"/>
                </a:cubicBezTo>
                <a:cubicBezTo>
                  <a:pt x="4459" y="3476"/>
                  <a:pt x="4236" y="3650"/>
                  <a:pt x="4023" y="3836"/>
                </a:cubicBezTo>
                <a:lnTo>
                  <a:pt x="1528" y="3048"/>
                </a:lnTo>
                <a:lnTo>
                  <a:pt x="63" y="5536"/>
                </a:lnTo>
                <a:lnTo>
                  <a:pt x="1956" y="7341"/>
                </a:lnTo>
                <a:cubicBezTo>
                  <a:pt x="1921" y="7507"/>
                  <a:pt x="1888" y="7673"/>
                  <a:pt x="1866" y="7830"/>
                </a:cubicBezTo>
                <a:cubicBezTo>
                  <a:pt x="1859" y="7893"/>
                  <a:pt x="1853" y="7948"/>
                  <a:pt x="1846" y="8011"/>
                </a:cubicBezTo>
                <a:cubicBezTo>
                  <a:pt x="1831" y="8107"/>
                  <a:pt x="1825" y="8212"/>
                  <a:pt x="1818" y="8315"/>
                </a:cubicBezTo>
                <a:lnTo>
                  <a:pt x="1818" y="8328"/>
                </a:lnTo>
                <a:cubicBezTo>
                  <a:pt x="1818" y="8391"/>
                  <a:pt x="1811" y="8452"/>
                  <a:pt x="1811" y="8509"/>
                </a:cubicBezTo>
                <a:lnTo>
                  <a:pt x="1811" y="8535"/>
                </a:lnTo>
                <a:lnTo>
                  <a:pt x="1811" y="8633"/>
                </a:lnTo>
                <a:lnTo>
                  <a:pt x="1811" y="8653"/>
                </a:lnTo>
                <a:lnTo>
                  <a:pt x="1811" y="8771"/>
                </a:lnTo>
                <a:lnTo>
                  <a:pt x="1811" y="8799"/>
                </a:lnTo>
                <a:cubicBezTo>
                  <a:pt x="1811" y="9185"/>
                  <a:pt x="1853" y="9580"/>
                  <a:pt x="1929" y="9967"/>
                </a:cubicBezTo>
                <a:lnTo>
                  <a:pt x="0" y="11743"/>
                </a:lnTo>
                <a:lnTo>
                  <a:pt x="1423" y="14251"/>
                </a:lnTo>
                <a:lnTo>
                  <a:pt x="3933" y="13512"/>
                </a:lnTo>
                <a:cubicBezTo>
                  <a:pt x="4140" y="13706"/>
                  <a:pt x="4354" y="13878"/>
                  <a:pt x="4583" y="14037"/>
                </a:cubicBezTo>
                <a:cubicBezTo>
                  <a:pt x="4673" y="14092"/>
                  <a:pt x="4756" y="14155"/>
                  <a:pt x="4845" y="14210"/>
                </a:cubicBezTo>
                <a:cubicBezTo>
                  <a:pt x="4852" y="14217"/>
                  <a:pt x="4865" y="14217"/>
                  <a:pt x="4873" y="14225"/>
                </a:cubicBezTo>
                <a:cubicBezTo>
                  <a:pt x="4880" y="14231"/>
                  <a:pt x="4887" y="14231"/>
                  <a:pt x="4893" y="14238"/>
                </a:cubicBezTo>
                <a:cubicBezTo>
                  <a:pt x="4928" y="14258"/>
                  <a:pt x="4963" y="14280"/>
                  <a:pt x="4998" y="14299"/>
                </a:cubicBezTo>
                <a:cubicBezTo>
                  <a:pt x="5031" y="14321"/>
                  <a:pt x="5066" y="14341"/>
                  <a:pt x="5101" y="14362"/>
                </a:cubicBezTo>
                <a:cubicBezTo>
                  <a:pt x="5107" y="14362"/>
                  <a:pt x="5114" y="14369"/>
                  <a:pt x="5122" y="14369"/>
                </a:cubicBezTo>
                <a:cubicBezTo>
                  <a:pt x="5129" y="14376"/>
                  <a:pt x="5136" y="14382"/>
                  <a:pt x="5149" y="14382"/>
                </a:cubicBezTo>
                <a:cubicBezTo>
                  <a:pt x="5280" y="14459"/>
                  <a:pt x="5426" y="14535"/>
                  <a:pt x="5563" y="14598"/>
                </a:cubicBezTo>
                <a:cubicBezTo>
                  <a:pt x="5771" y="14694"/>
                  <a:pt x="5978" y="14777"/>
                  <a:pt x="6192" y="14853"/>
                </a:cubicBezTo>
                <a:lnTo>
                  <a:pt x="6766" y="17403"/>
                </a:lnTo>
                <a:lnTo>
                  <a:pt x="9649" y="17431"/>
                </a:lnTo>
                <a:lnTo>
                  <a:pt x="10271" y="14888"/>
                </a:lnTo>
                <a:cubicBezTo>
                  <a:pt x="10485" y="14819"/>
                  <a:pt x="10692" y="14742"/>
                  <a:pt x="10900" y="14653"/>
                </a:cubicBezTo>
                <a:cubicBezTo>
                  <a:pt x="11044" y="14590"/>
                  <a:pt x="11190" y="14522"/>
                  <a:pt x="11328" y="14445"/>
                </a:cubicBezTo>
                <a:cubicBezTo>
                  <a:pt x="11334" y="14439"/>
                  <a:pt x="11343" y="14439"/>
                  <a:pt x="11356" y="14432"/>
                </a:cubicBezTo>
                <a:cubicBezTo>
                  <a:pt x="11363" y="14424"/>
                  <a:pt x="11369" y="14424"/>
                  <a:pt x="11369" y="14417"/>
                </a:cubicBezTo>
                <a:cubicBezTo>
                  <a:pt x="11411" y="14404"/>
                  <a:pt x="11445" y="14382"/>
                  <a:pt x="11480" y="14362"/>
                </a:cubicBezTo>
                <a:cubicBezTo>
                  <a:pt x="11480" y="14356"/>
                  <a:pt x="11487" y="14356"/>
                  <a:pt x="11494" y="14356"/>
                </a:cubicBezTo>
                <a:cubicBezTo>
                  <a:pt x="11522" y="14334"/>
                  <a:pt x="11550" y="14321"/>
                  <a:pt x="11583" y="14299"/>
                </a:cubicBezTo>
                <a:cubicBezTo>
                  <a:pt x="11591" y="14299"/>
                  <a:pt x="11598" y="14293"/>
                  <a:pt x="11605" y="14293"/>
                </a:cubicBezTo>
                <a:cubicBezTo>
                  <a:pt x="11936" y="14092"/>
                  <a:pt x="12262" y="13858"/>
                  <a:pt x="12558" y="13603"/>
                </a:cubicBezTo>
                <a:lnTo>
                  <a:pt x="15053" y="14382"/>
                </a:lnTo>
                <a:lnTo>
                  <a:pt x="16518" y="11903"/>
                </a:lnTo>
                <a:lnTo>
                  <a:pt x="14625" y="10091"/>
                </a:lnTo>
                <a:cubicBezTo>
                  <a:pt x="14652" y="9973"/>
                  <a:pt x="14673" y="9856"/>
                  <a:pt x="14693" y="9738"/>
                </a:cubicBezTo>
                <a:cubicBezTo>
                  <a:pt x="14708" y="9628"/>
                  <a:pt x="14722" y="9524"/>
                  <a:pt x="14735" y="9421"/>
                </a:cubicBezTo>
                <a:cubicBezTo>
                  <a:pt x="14743" y="9373"/>
                  <a:pt x="14750" y="9317"/>
                  <a:pt x="14750" y="9268"/>
                </a:cubicBezTo>
                <a:cubicBezTo>
                  <a:pt x="14763" y="9166"/>
                  <a:pt x="14763" y="9054"/>
                  <a:pt x="14770" y="8950"/>
                </a:cubicBezTo>
                <a:lnTo>
                  <a:pt x="14770" y="8923"/>
                </a:lnTo>
                <a:lnTo>
                  <a:pt x="14770" y="8895"/>
                </a:lnTo>
                <a:cubicBezTo>
                  <a:pt x="14770" y="8860"/>
                  <a:pt x="14776" y="8819"/>
                  <a:pt x="14776" y="8777"/>
                </a:cubicBezTo>
                <a:lnTo>
                  <a:pt x="14776" y="8660"/>
                </a:lnTo>
                <a:lnTo>
                  <a:pt x="14776" y="8633"/>
                </a:lnTo>
                <a:cubicBezTo>
                  <a:pt x="14770" y="8245"/>
                  <a:pt x="14728" y="7852"/>
                  <a:pt x="14652" y="7465"/>
                </a:cubicBezTo>
                <a:lnTo>
                  <a:pt x="16581" y="5695"/>
                </a:lnTo>
                <a:lnTo>
                  <a:pt x="15164" y="3179"/>
                </a:lnTo>
                <a:lnTo>
                  <a:pt x="12648" y="3919"/>
                </a:lnTo>
                <a:cubicBezTo>
                  <a:pt x="12558" y="3836"/>
                  <a:pt x="12469" y="3753"/>
                  <a:pt x="12379" y="3677"/>
                </a:cubicBezTo>
                <a:cubicBezTo>
                  <a:pt x="12296" y="3615"/>
                  <a:pt x="12213" y="3552"/>
                  <a:pt x="12122" y="3491"/>
                </a:cubicBezTo>
                <a:cubicBezTo>
                  <a:pt x="12081" y="3456"/>
                  <a:pt x="12039" y="3428"/>
                  <a:pt x="11998" y="3393"/>
                </a:cubicBezTo>
                <a:cubicBezTo>
                  <a:pt x="11908" y="3338"/>
                  <a:pt x="11825" y="3277"/>
                  <a:pt x="11736" y="3221"/>
                </a:cubicBezTo>
                <a:cubicBezTo>
                  <a:pt x="11729" y="3214"/>
                  <a:pt x="11716" y="3214"/>
                  <a:pt x="11708" y="3207"/>
                </a:cubicBezTo>
                <a:cubicBezTo>
                  <a:pt x="11701" y="3201"/>
                  <a:pt x="11694" y="3201"/>
                  <a:pt x="11688" y="3194"/>
                </a:cubicBezTo>
                <a:cubicBezTo>
                  <a:pt x="11653" y="3172"/>
                  <a:pt x="11618" y="3153"/>
                  <a:pt x="11583" y="3131"/>
                </a:cubicBezTo>
                <a:cubicBezTo>
                  <a:pt x="11550" y="3111"/>
                  <a:pt x="11515" y="3090"/>
                  <a:pt x="11480" y="3076"/>
                </a:cubicBezTo>
                <a:cubicBezTo>
                  <a:pt x="11474" y="3070"/>
                  <a:pt x="11467" y="3070"/>
                  <a:pt x="11467" y="3061"/>
                </a:cubicBezTo>
                <a:cubicBezTo>
                  <a:pt x="11452" y="3055"/>
                  <a:pt x="11445" y="3048"/>
                  <a:pt x="11439" y="3048"/>
                </a:cubicBezTo>
                <a:cubicBezTo>
                  <a:pt x="11301" y="2972"/>
                  <a:pt x="11155" y="2895"/>
                  <a:pt x="11018" y="2834"/>
                </a:cubicBezTo>
                <a:cubicBezTo>
                  <a:pt x="10810" y="2738"/>
                  <a:pt x="10603" y="2655"/>
                  <a:pt x="10389" y="2579"/>
                </a:cubicBezTo>
                <a:lnTo>
                  <a:pt x="9815" y="27"/>
                </a:lnTo>
                <a:lnTo>
                  <a:pt x="6932" y="1"/>
                </a:lnTo>
                <a:close/>
              </a:path>
            </a:pathLst>
          </a:custGeom>
          <a:solidFill>
            <a:schemeClr val="dk1"/>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3" name="Google Shape;16123;p33"/>
          <p:cNvSpPr/>
          <p:nvPr/>
        </p:nvSpPr>
        <p:spPr>
          <a:xfrm>
            <a:off x="8872872" y="246175"/>
            <a:ext cx="550800" cy="22470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4" name="Google Shape;16124;p33"/>
          <p:cNvSpPr/>
          <p:nvPr/>
        </p:nvSpPr>
        <p:spPr>
          <a:xfrm>
            <a:off x="8519900" y="1931816"/>
            <a:ext cx="1609800" cy="16098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022131184"/>
      </p:ext>
    </p:extLst>
  </p:cSld>
  <p:clrMapOvr>
    <a:masterClrMapping/>
  </p:clrMapOvr>
  <p:hf sldNum="0" hdr="0" ftr="0" dt="0"/>
</p:sldLayout>
</file>

<file path=ppt/slideLayouts/slideLayout33.xml><?xml version="1.0" encoding="utf-8"?>
<p:sldLayout xmlns:a="http://schemas.openxmlformats.org/drawingml/2006/main" xmlns:r="http://schemas.openxmlformats.org/officeDocument/2006/relationships" xmlns:p="http://schemas.openxmlformats.org/presentationml/2006/main" matchingName="Title and two columns" type="twoColTx">
  <p:cSld name="1_Title and two columns">
    <p:spTree>
      <p:nvGrpSpPr>
        <p:cNvPr id="1" name="Shape 20"/>
        <p:cNvGrpSpPr/>
        <p:nvPr/>
      </p:nvGrpSpPr>
      <p:grpSpPr>
        <a:xfrm>
          <a:off x="0" y="0"/>
          <a:ext cx="0" cy="0"/>
          <a:chOff x="0" y="0"/>
          <a:chExt cx="0" cy="0"/>
        </a:xfrm>
      </p:grpSpPr>
      <p:sp>
        <p:nvSpPr>
          <p:cNvPr id="21" name="Google Shape;21;p5"/>
          <p:cNvSpPr txBox="1">
            <a:spLocks noGrp="1"/>
          </p:cNvSpPr>
          <p:nvPr>
            <p:ph type="title"/>
          </p:nvPr>
        </p:nvSpPr>
        <p:spPr>
          <a:xfrm>
            <a:off x="311700" y="445025"/>
            <a:ext cx="8520600" cy="572700"/>
          </a:xfrm>
          <a:prstGeom prst="rect">
            <a:avLst/>
          </a:prstGeom>
        </p:spPr>
        <p:txBody>
          <a:bodyPr spcFirstLastPara="1" wrap="square" lIns="91425" tIns="91425" rIns="91425" bIns="91425" anchor="t" anchorCtr="0">
            <a:no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22" name="Google Shape;22;p5"/>
          <p:cNvSpPr txBox="1">
            <a:spLocks noGrp="1"/>
          </p:cNvSpPr>
          <p:nvPr>
            <p:ph type="body" idx="1"/>
          </p:nvPr>
        </p:nvSpPr>
        <p:spPr>
          <a:xfrm>
            <a:off x="311700" y="1152475"/>
            <a:ext cx="3999900" cy="3416400"/>
          </a:xfrm>
          <a:prstGeom prst="rect">
            <a:avLst/>
          </a:prstGeom>
        </p:spPr>
        <p:txBody>
          <a:bodyPr spcFirstLastPara="1" wrap="square" lIns="91425" tIns="91425" rIns="91425" bIns="91425" anchor="t" anchorCtr="0">
            <a:noAutofit/>
          </a:bodyPr>
          <a:lstStyle>
            <a:lvl1pPr marL="457200" lvl="0" indent="-317500">
              <a:spcBef>
                <a:spcPts val="0"/>
              </a:spcBef>
              <a:spcAft>
                <a:spcPts val="0"/>
              </a:spcAft>
              <a:buSzPts val="1400"/>
              <a:buChar char="●"/>
              <a:defRPr sz="1400"/>
            </a:lvl1pPr>
            <a:lvl2pPr marL="914400" lvl="1" indent="-304800">
              <a:spcBef>
                <a:spcPts val="1600"/>
              </a:spcBef>
              <a:spcAft>
                <a:spcPts val="0"/>
              </a:spcAft>
              <a:buSzPts val="1200"/>
              <a:buChar char="○"/>
              <a:defRPr sz="1200"/>
            </a:lvl2pPr>
            <a:lvl3pPr marL="1371600" lvl="2" indent="-304800">
              <a:spcBef>
                <a:spcPts val="1600"/>
              </a:spcBef>
              <a:spcAft>
                <a:spcPts val="0"/>
              </a:spcAft>
              <a:buSzPts val="1200"/>
              <a:buChar char="■"/>
              <a:defRPr sz="1200"/>
            </a:lvl3pPr>
            <a:lvl4pPr marL="1828800" lvl="3" indent="-304800">
              <a:spcBef>
                <a:spcPts val="1600"/>
              </a:spcBef>
              <a:spcAft>
                <a:spcPts val="0"/>
              </a:spcAft>
              <a:buSzPts val="1200"/>
              <a:buChar char="●"/>
              <a:defRPr sz="1200"/>
            </a:lvl4pPr>
            <a:lvl5pPr marL="2286000" lvl="4" indent="-304800">
              <a:spcBef>
                <a:spcPts val="1600"/>
              </a:spcBef>
              <a:spcAft>
                <a:spcPts val="0"/>
              </a:spcAft>
              <a:buSzPts val="1200"/>
              <a:buChar char="○"/>
              <a:defRPr sz="1200"/>
            </a:lvl5pPr>
            <a:lvl6pPr marL="2743200" lvl="5" indent="-304800">
              <a:spcBef>
                <a:spcPts val="1600"/>
              </a:spcBef>
              <a:spcAft>
                <a:spcPts val="0"/>
              </a:spcAft>
              <a:buSzPts val="1200"/>
              <a:buChar char="■"/>
              <a:defRPr sz="1200"/>
            </a:lvl6pPr>
            <a:lvl7pPr marL="3200400" lvl="6" indent="-304800">
              <a:spcBef>
                <a:spcPts val="1600"/>
              </a:spcBef>
              <a:spcAft>
                <a:spcPts val="0"/>
              </a:spcAft>
              <a:buSzPts val="1200"/>
              <a:buChar char="●"/>
              <a:defRPr sz="1200"/>
            </a:lvl7pPr>
            <a:lvl8pPr marL="3657600" lvl="7" indent="-304800">
              <a:spcBef>
                <a:spcPts val="1600"/>
              </a:spcBef>
              <a:spcAft>
                <a:spcPts val="0"/>
              </a:spcAft>
              <a:buSzPts val="1200"/>
              <a:buChar char="○"/>
              <a:defRPr sz="1200"/>
            </a:lvl8pPr>
            <a:lvl9pPr marL="4114800" lvl="8" indent="-304800">
              <a:spcBef>
                <a:spcPts val="1600"/>
              </a:spcBef>
              <a:spcAft>
                <a:spcPts val="1600"/>
              </a:spcAft>
              <a:buSzPts val="1200"/>
              <a:buChar char="■"/>
              <a:defRPr sz="1200"/>
            </a:lvl9pPr>
          </a:lstStyle>
          <a:p>
            <a:endParaRPr/>
          </a:p>
        </p:txBody>
      </p:sp>
      <p:sp>
        <p:nvSpPr>
          <p:cNvPr id="23" name="Google Shape;23;p5"/>
          <p:cNvSpPr txBox="1">
            <a:spLocks noGrp="1"/>
          </p:cNvSpPr>
          <p:nvPr>
            <p:ph type="body" idx="2"/>
          </p:nvPr>
        </p:nvSpPr>
        <p:spPr>
          <a:xfrm>
            <a:off x="4832400" y="1152475"/>
            <a:ext cx="3999900" cy="3416400"/>
          </a:xfrm>
          <a:prstGeom prst="rect">
            <a:avLst/>
          </a:prstGeom>
        </p:spPr>
        <p:txBody>
          <a:bodyPr spcFirstLastPara="1" wrap="square" lIns="91425" tIns="91425" rIns="91425" bIns="91425" anchor="t" anchorCtr="0">
            <a:noAutofit/>
          </a:bodyPr>
          <a:lstStyle>
            <a:lvl1pPr marL="457200" lvl="0" indent="-317500">
              <a:spcBef>
                <a:spcPts val="0"/>
              </a:spcBef>
              <a:spcAft>
                <a:spcPts val="0"/>
              </a:spcAft>
              <a:buSzPts val="1400"/>
              <a:buChar char="●"/>
              <a:defRPr sz="1400"/>
            </a:lvl1pPr>
            <a:lvl2pPr marL="914400" lvl="1" indent="-304800">
              <a:spcBef>
                <a:spcPts val="1600"/>
              </a:spcBef>
              <a:spcAft>
                <a:spcPts val="0"/>
              </a:spcAft>
              <a:buSzPts val="1200"/>
              <a:buChar char="○"/>
              <a:defRPr sz="1200"/>
            </a:lvl2pPr>
            <a:lvl3pPr marL="1371600" lvl="2" indent="-304800">
              <a:spcBef>
                <a:spcPts val="1600"/>
              </a:spcBef>
              <a:spcAft>
                <a:spcPts val="0"/>
              </a:spcAft>
              <a:buSzPts val="1200"/>
              <a:buChar char="■"/>
              <a:defRPr sz="1200"/>
            </a:lvl3pPr>
            <a:lvl4pPr marL="1828800" lvl="3" indent="-304800">
              <a:spcBef>
                <a:spcPts val="1600"/>
              </a:spcBef>
              <a:spcAft>
                <a:spcPts val="0"/>
              </a:spcAft>
              <a:buSzPts val="1200"/>
              <a:buChar char="●"/>
              <a:defRPr sz="1200"/>
            </a:lvl4pPr>
            <a:lvl5pPr marL="2286000" lvl="4" indent="-304800">
              <a:spcBef>
                <a:spcPts val="1600"/>
              </a:spcBef>
              <a:spcAft>
                <a:spcPts val="0"/>
              </a:spcAft>
              <a:buSzPts val="1200"/>
              <a:buChar char="○"/>
              <a:defRPr sz="1200"/>
            </a:lvl5pPr>
            <a:lvl6pPr marL="2743200" lvl="5" indent="-304800">
              <a:spcBef>
                <a:spcPts val="1600"/>
              </a:spcBef>
              <a:spcAft>
                <a:spcPts val="0"/>
              </a:spcAft>
              <a:buSzPts val="1200"/>
              <a:buChar char="■"/>
              <a:defRPr sz="1200"/>
            </a:lvl6pPr>
            <a:lvl7pPr marL="3200400" lvl="6" indent="-304800">
              <a:spcBef>
                <a:spcPts val="1600"/>
              </a:spcBef>
              <a:spcAft>
                <a:spcPts val="0"/>
              </a:spcAft>
              <a:buSzPts val="1200"/>
              <a:buChar char="●"/>
              <a:defRPr sz="1200"/>
            </a:lvl7pPr>
            <a:lvl8pPr marL="3657600" lvl="7" indent="-304800">
              <a:spcBef>
                <a:spcPts val="1600"/>
              </a:spcBef>
              <a:spcAft>
                <a:spcPts val="0"/>
              </a:spcAft>
              <a:buSzPts val="1200"/>
              <a:buChar char="○"/>
              <a:defRPr sz="1200"/>
            </a:lvl8pPr>
            <a:lvl9pPr marL="4114800" lvl="8" indent="-304800">
              <a:spcBef>
                <a:spcPts val="1600"/>
              </a:spcBef>
              <a:spcAft>
                <a:spcPts val="1600"/>
              </a:spcAft>
              <a:buSzPts val="1200"/>
              <a:buChar char="■"/>
              <a:defRPr sz="1200"/>
            </a:lvl9pPr>
          </a:lstStyle>
          <a:p>
            <a:endParaRPr/>
          </a:p>
        </p:txBody>
      </p:sp>
      <p:sp>
        <p:nvSpPr>
          <p:cNvPr id="24" name="Google Shape;24;p5"/>
          <p:cNvSpPr txBox="1">
            <a:spLocks noGrp="1"/>
          </p:cNvSpPr>
          <p:nvPr>
            <p:ph type="sldNum" idx="12"/>
          </p:nvPr>
        </p:nvSpPr>
        <p:spPr>
          <a:xfrm>
            <a:off x="8472458" y="4663217"/>
            <a:ext cx="548700" cy="3936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lvl="0" indent="0" algn="r" rtl="0">
              <a:spcBef>
                <a:spcPts val="0"/>
              </a:spcBef>
              <a:spcAft>
                <a:spcPts val="0"/>
              </a:spcAft>
              <a:buNone/>
            </a:pPr>
            <a:fld id="{00000000-1234-1234-1234-123412341234}" type="slidenum">
              <a:rPr lang="en"/>
              <a:t>‹#›</a:t>
            </a:fld>
            <a:endParaRPr/>
          </a:p>
        </p:txBody>
      </p:sp>
    </p:spTree>
    <p:extLst>
      <p:ext uri="{BB962C8B-B14F-4D97-AF65-F5344CB8AC3E}">
        <p14:creationId xmlns:p14="http://schemas.microsoft.com/office/powerpoint/2010/main" val="4079405672"/>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matchingName="Blank slide" type="blank" preserve="1">
  <p:cSld name="Blank slide">
    <p:spTree>
      <p:nvGrpSpPr>
        <p:cNvPr id="1" name="Shape 16128"/>
        <p:cNvGrpSpPr/>
        <p:nvPr/>
      </p:nvGrpSpPr>
      <p:grpSpPr>
        <a:xfrm>
          <a:off x="0" y="0"/>
          <a:ext cx="0" cy="0"/>
          <a:chOff x="0" y="0"/>
          <a:chExt cx="0" cy="0"/>
        </a:xfrm>
      </p:grpSpPr>
    </p:spTree>
    <p:extLst>
      <p:ext uri="{BB962C8B-B14F-4D97-AF65-F5344CB8AC3E}">
        <p14:creationId xmlns:p14="http://schemas.microsoft.com/office/powerpoint/2010/main" val="3711688327"/>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matchingName="Title only" preserve="1">
  <p:cSld name="Title only">
    <p:spTree>
      <p:nvGrpSpPr>
        <p:cNvPr id="1" name="Shape 16129"/>
        <p:cNvGrpSpPr/>
        <p:nvPr/>
      </p:nvGrpSpPr>
      <p:grpSpPr>
        <a:xfrm>
          <a:off x="0" y="0"/>
          <a:ext cx="0" cy="0"/>
          <a:chOff x="0" y="0"/>
          <a:chExt cx="0" cy="0"/>
        </a:xfrm>
      </p:grpSpPr>
      <p:sp>
        <p:nvSpPr>
          <p:cNvPr id="16130" name="Google Shape;16130;p36"/>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None/>
              <a:defRPr>
                <a:solidFill>
                  <a:schemeClr val="lt1"/>
                </a:solidFill>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a:r>
              <a:rPr lang="en-US"/>
              <a:t>Click to edit Master title style</a:t>
            </a:r>
            <a:endParaRPr/>
          </a:p>
        </p:txBody>
      </p:sp>
    </p:spTree>
    <p:extLst>
      <p:ext uri="{BB962C8B-B14F-4D97-AF65-F5344CB8AC3E}">
        <p14:creationId xmlns:p14="http://schemas.microsoft.com/office/powerpoint/2010/main" val="4220123639"/>
      </p:ext>
    </p:extLst>
  </p:cSld>
  <p:clrMapOvr>
    <a:masterClrMapping/>
  </p:clrMapOvr>
</p:sldLayout>
</file>

<file path=ppt/slideMasters/_rels/slideMaster1.xml.rels><?xml version="1.0" encoding="UTF-8" standalone="yes"?>
<Relationships xmlns="http://schemas.openxmlformats.org/package/2006/relationships"><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 Type="http://schemas.openxmlformats.org/officeDocument/2006/relationships/slideLayout" Target="../slideLayouts/slideLayout3.xml"/><Relationship Id="rId21" Type="http://schemas.openxmlformats.org/officeDocument/2006/relationships/slideLayout" Target="../slideLayouts/slideLayout21.xml"/><Relationship Id="rId34" Type="http://schemas.openxmlformats.org/officeDocument/2006/relationships/theme" Target="../theme/theme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slideLayout" Target="../slideLayouts/slideLayout29.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3" Type="http://schemas.openxmlformats.org/officeDocument/2006/relationships/theme" Target="../theme/theme2.xml"/><Relationship Id="rId2" Type="http://schemas.openxmlformats.org/officeDocument/2006/relationships/slideLayout" Target="../slideLayouts/slideLayout35.xml"/><Relationship Id="rId1" Type="http://schemas.openxmlformats.org/officeDocument/2006/relationships/slideLayout" Target="../slideLayouts/slideLayout34.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solidFill>
          <a:schemeClr val="dk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13225" y="445025"/>
            <a:ext cx="7717500" cy="5727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2"/>
              </a:buClr>
              <a:buSzPts val="3500"/>
              <a:buFont typeface="Poppins SemiBold"/>
              <a:buNone/>
              <a:defRPr sz="3500">
                <a:solidFill>
                  <a:schemeClr val="dk2"/>
                </a:solidFill>
                <a:latin typeface="Poppins SemiBold"/>
                <a:ea typeface="Poppins SemiBold"/>
                <a:cs typeface="Poppins SemiBold"/>
                <a:sym typeface="Poppins SemiBold"/>
              </a:defRPr>
            </a:lvl1pPr>
            <a:lvl2pPr lvl="1" rtl="0">
              <a:spcBef>
                <a:spcPts val="0"/>
              </a:spcBef>
              <a:spcAft>
                <a:spcPts val="0"/>
              </a:spcAft>
              <a:buClr>
                <a:schemeClr val="dk2"/>
              </a:buClr>
              <a:buSzPts val="3500"/>
              <a:buFont typeface="Poppins SemiBold"/>
              <a:buNone/>
              <a:defRPr sz="3500">
                <a:solidFill>
                  <a:schemeClr val="dk2"/>
                </a:solidFill>
                <a:latin typeface="Poppins SemiBold"/>
                <a:ea typeface="Poppins SemiBold"/>
                <a:cs typeface="Poppins SemiBold"/>
                <a:sym typeface="Poppins SemiBold"/>
              </a:defRPr>
            </a:lvl2pPr>
            <a:lvl3pPr lvl="2" rtl="0">
              <a:spcBef>
                <a:spcPts val="0"/>
              </a:spcBef>
              <a:spcAft>
                <a:spcPts val="0"/>
              </a:spcAft>
              <a:buClr>
                <a:schemeClr val="dk2"/>
              </a:buClr>
              <a:buSzPts val="3500"/>
              <a:buFont typeface="Poppins SemiBold"/>
              <a:buNone/>
              <a:defRPr sz="3500">
                <a:solidFill>
                  <a:schemeClr val="dk2"/>
                </a:solidFill>
                <a:latin typeface="Poppins SemiBold"/>
                <a:ea typeface="Poppins SemiBold"/>
                <a:cs typeface="Poppins SemiBold"/>
                <a:sym typeface="Poppins SemiBold"/>
              </a:defRPr>
            </a:lvl3pPr>
            <a:lvl4pPr lvl="3" rtl="0">
              <a:spcBef>
                <a:spcPts val="0"/>
              </a:spcBef>
              <a:spcAft>
                <a:spcPts val="0"/>
              </a:spcAft>
              <a:buClr>
                <a:schemeClr val="dk2"/>
              </a:buClr>
              <a:buSzPts val="3500"/>
              <a:buFont typeface="Poppins SemiBold"/>
              <a:buNone/>
              <a:defRPr sz="3500">
                <a:solidFill>
                  <a:schemeClr val="dk2"/>
                </a:solidFill>
                <a:latin typeface="Poppins SemiBold"/>
                <a:ea typeface="Poppins SemiBold"/>
                <a:cs typeface="Poppins SemiBold"/>
                <a:sym typeface="Poppins SemiBold"/>
              </a:defRPr>
            </a:lvl4pPr>
            <a:lvl5pPr lvl="4" rtl="0">
              <a:spcBef>
                <a:spcPts val="0"/>
              </a:spcBef>
              <a:spcAft>
                <a:spcPts val="0"/>
              </a:spcAft>
              <a:buClr>
                <a:schemeClr val="dk2"/>
              </a:buClr>
              <a:buSzPts val="3500"/>
              <a:buFont typeface="Poppins SemiBold"/>
              <a:buNone/>
              <a:defRPr sz="3500">
                <a:solidFill>
                  <a:schemeClr val="dk2"/>
                </a:solidFill>
                <a:latin typeface="Poppins SemiBold"/>
                <a:ea typeface="Poppins SemiBold"/>
                <a:cs typeface="Poppins SemiBold"/>
                <a:sym typeface="Poppins SemiBold"/>
              </a:defRPr>
            </a:lvl5pPr>
            <a:lvl6pPr lvl="5" rtl="0">
              <a:spcBef>
                <a:spcPts val="0"/>
              </a:spcBef>
              <a:spcAft>
                <a:spcPts val="0"/>
              </a:spcAft>
              <a:buClr>
                <a:schemeClr val="dk2"/>
              </a:buClr>
              <a:buSzPts val="3500"/>
              <a:buFont typeface="Poppins SemiBold"/>
              <a:buNone/>
              <a:defRPr sz="3500">
                <a:solidFill>
                  <a:schemeClr val="dk2"/>
                </a:solidFill>
                <a:latin typeface="Poppins SemiBold"/>
                <a:ea typeface="Poppins SemiBold"/>
                <a:cs typeface="Poppins SemiBold"/>
                <a:sym typeface="Poppins SemiBold"/>
              </a:defRPr>
            </a:lvl6pPr>
            <a:lvl7pPr lvl="6" rtl="0">
              <a:spcBef>
                <a:spcPts val="0"/>
              </a:spcBef>
              <a:spcAft>
                <a:spcPts val="0"/>
              </a:spcAft>
              <a:buClr>
                <a:schemeClr val="dk2"/>
              </a:buClr>
              <a:buSzPts val="3500"/>
              <a:buFont typeface="Poppins SemiBold"/>
              <a:buNone/>
              <a:defRPr sz="3500">
                <a:solidFill>
                  <a:schemeClr val="dk2"/>
                </a:solidFill>
                <a:latin typeface="Poppins SemiBold"/>
                <a:ea typeface="Poppins SemiBold"/>
                <a:cs typeface="Poppins SemiBold"/>
                <a:sym typeface="Poppins SemiBold"/>
              </a:defRPr>
            </a:lvl7pPr>
            <a:lvl8pPr lvl="7" rtl="0">
              <a:spcBef>
                <a:spcPts val="0"/>
              </a:spcBef>
              <a:spcAft>
                <a:spcPts val="0"/>
              </a:spcAft>
              <a:buClr>
                <a:schemeClr val="dk2"/>
              </a:buClr>
              <a:buSzPts val="3500"/>
              <a:buFont typeface="Poppins SemiBold"/>
              <a:buNone/>
              <a:defRPr sz="3500">
                <a:solidFill>
                  <a:schemeClr val="dk2"/>
                </a:solidFill>
                <a:latin typeface="Poppins SemiBold"/>
                <a:ea typeface="Poppins SemiBold"/>
                <a:cs typeface="Poppins SemiBold"/>
                <a:sym typeface="Poppins SemiBold"/>
              </a:defRPr>
            </a:lvl8pPr>
            <a:lvl9pPr lvl="8" rtl="0">
              <a:spcBef>
                <a:spcPts val="0"/>
              </a:spcBef>
              <a:spcAft>
                <a:spcPts val="0"/>
              </a:spcAft>
              <a:buClr>
                <a:schemeClr val="dk2"/>
              </a:buClr>
              <a:buSzPts val="3500"/>
              <a:buFont typeface="Poppins SemiBold"/>
              <a:buNone/>
              <a:defRPr sz="3500">
                <a:solidFill>
                  <a:schemeClr val="dk2"/>
                </a:solidFill>
                <a:latin typeface="Poppins SemiBold"/>
                <a:ea typeface="Poppins SemiBold"/>
                <a:cs typeface="Poppins SemiBold"/>
                <a:sym typeface="Poppins SemiBold"/>
              </a:defRPr>
            </a:lvl9pPr>
          </a:lstStyle>
          <a:p>
            <a:endParaRPr/>
          </a:p>
        </p:txBody>
      </p:sp>
      <p:sp>
        <p:nvSpPr>
          <p:cNvPr id="7" name="Google Shape;7;p1"/>
          <p:cNvSpPr txBox="1">
            <a:spLocks noGrp="1"/>
          </p:cNvSpPr>
          <p:nvPr>
            <p:ph type="body" idx="1"/>
          </p:nvPr>
        </p:nvSpPr>
        <p:spPr>
          <a:xfrm>
            <a:off x="713225" y="1152475"/>
            <a:ext cx="7717500" cy="3416400"/>
          </a:xfrm>
          <a:prstGeom prst="rect">
            <a:avLst/>
          </a:prstGeom>
          <a:noFill/>
          <a:ln>
            <a:noFill/>
          </a:ln>
        </p:spPr>
        <p:txBody>
          <a:bodyPr spcFirstLastPara="1" wrap="square" lIns="91425" tIns="91425" rIns="91425" bIns="91425" anchor="t" anchorCtr="0">
            <a:noAutofit/>
          </a:bodyPr>
          <a:lstStyle>
            <a:lvl1pPr marL="457200" lvl="0" indent="-317500">
              <a:lnSpc>
                <a:spcPct val="100000"/>
              </a:lnSpc>
              <a:spcBef>
                <a:spcPts val="0"/>
              </a:spcBef>
              <a:spcAft>
                <a:spcPts val="0"/>
              </a:spcAft>
              <a:buClr>
                <a:schemeClr val="dk2"/>
              </a:buClr>
              <a:buSzPts val="1400"/>
              <a:buFont typeface="Poppins"/>
              <a:buChar char="●"/>
              <a:defRPr>
                <a:solidFill>
                  <a:schemeClr val="dk2"/>
                </a:solidFill>
                <a:latin typeface="Poppins"/>
                <a:ea typeface="Poppins"/>
                <a:cs typeface="Poppins"/>
                <a:sym typeface="Poppins"/>
              </a:defRPr>
            </a:lvl1pPr>
            <a:lvl2pPr marL="914400" lvl="1" indent="-317500">
              <a:lnSpc>
                <a:spcPct val="100000"/>
              </a:lnSpc>
              <a:spcBef>
                <a:spcPts val="1600"/>
              </a:spcBef>
              <a:spcAft>
                <a:spcPts val="0"/>
              </a:spcAft>
              <a:buClr>
                <a:schemeClr val="dk2"/>
              </a:buClr>
              <a:buSzPts val="1400"/>
              <a:buFont typeface="Poppins"/>
              <a:buChar char="○"/>
              <a:defRPr>
                <a:solidFill>
                  <a:schemeClr val="dk2"/>
                </a:solidFill>
                <a:latin typeface="Poppins"/>
                <a:ea typeface="Poppins"/>
                <a:cs typeface="Poppins"/>
                <a:sym typeface="Poppins"/>
              </a:defRPr>
            </a:lvl2pPr>
            <a:lvl3pPr marL="1371600" lvl="2" indent="-317500">
              <a:lnSpc>
                <a:spcPct val="100000"/>
              </a:lnSpc>
              <a:spcBef>
                <a:spcPts val="1600"/>
              </a:spcBef>
              <a:spcAft>
                <a:spcPts val="0"/>
              </a:spcAft>
              <a:buClr>
                <a:schemeClr val="dk2"/>
              </a:buClr>
              <a:buSzPts val="1400"/>
              <a:buFont typeface="Poppins"/>
              <a:buChar char="■"/>
              <a:defRPr>
                <a:solidFill>
                  <a:schemeClr val="dk2"/>
                </a:solidFill>
                <a:latin typeface="Poppins"/>
                <a:ea typeface="Poppins"/>
                <a:cs typeface="Poppins"/>
                <a:sym typeface="Poppins"/>
              </a:defRPr>
            </a:lvl3pPr>
            <a:lvl4pPr marL="1828800" lvl="3" indent="-317500">
              <a:lnSpc>
                <a:spcPct val="100000"/>
              </a:lnSpc>
              <a:spcBef>
                <a:spcPts val="1600"/>
              </a:spcBef>
              <a:spcAft>
                <a:spcPts val="0"/>
              </a:spcAft>
              <a:buClr>
                <a:schemeClr val="dk2"/>
              </a:buClr>
              <a:buSzPts val="1400"/>
              <a:buFont typeface="Poppins"/>
              <a:buChar char="●"/>
              <a:defRPr>
                <a:solidFill>
                  <a:schemeClr val="dk2"/>
                </a:solidFill>
                <a:latin typeface="Poppins"/>
                <a:ea typeface="Poppins"/>
                <a:cs typeface="Poppins"/>
                <a:sym typeface="Poppins"/>
              </a:defRPr>
            </a:lvl4pPr>
            <a:lvl5pPr marL="2286000" lvl="4" indent="-317500">
              <a:lnSpc>
                <a:spcPct val="100000"/>
              </a:lnSpc>
              <a:spcBef>
                <a:spcPts val="1600"/>
              </a:spcBef>
              <a:spcAft>
                <a:spcPts val="0"/>
              </a:spcAft>
              <a:buClr>
                <a:schemeClr val="dk2"/>
              </a:buClr>
              <a:buSzPts val="1400"/>
              <a:buFont typeface="Poppins"/>
              <a:buChar char="○"/>
              <a:defRPr>
                <a:solidFill>
                  <a:schemeClr val="dk2"/>
                </a:solidFill>
                <a:latin typeface="Poppins"/>
                <a:ea typeface="Poppins"/>
                <a:cs typeface="Poppins"/>
                <a:sym typeface="Poppins"/>
              </a:defRPr>
            </a:lvl5pPr>
            <a:lvl6pPr marL="2743200" lvl="5" indent="-317500">
              <a:lnSpc>
                <a:spcPct val="100000"/>
              </a:lnSpc>
              <a:spcBef>
                <a:spcPts val="1600"/>
              </a:spcBef>
              <a:spcAft>
                <a:spcPts val="0"/>
              </a:spcAft>
              <a:buClr>
                <a:schemeClr val="dk2"/>
              </a:buClr>
              <a:buSzPts val="1400"/>
              <a:buFont typeface="Poppins"/>
              <a:buChar char="■"/>
              <a:defRPr>
                <a:solidFill>
                  <a:schemeClr val="dk2"/>
                </a:solidFill>
                <a:latin typeface="Poppins"/>
                <a:ea typeface="Poppins"/>
                <a:cs typeface="Poppins"/>
                <a:sym typeface="Poppins"/>
              </a:defRPr>
            </a:lvl6pPr>
            <a:lvl7pPr marL="3200400" lvl="6" indent="-317500">
              <a:lnSpc>
                <a:spcPct val="100000"/>
              </a:lnSpc>
              <a:spcBef>
                <a:spcPts val="1600"/>
              </a:spcBef>
              <a:spcAft>
                <a:spcPts val="0"/>
              </a:spcAft>
              <a:buClr>
                <a:schemeClr val="dk2"/>
              </a:buClr>
              <a:buSzPts val="1400"/>
              <a:buFont typeface="Poppins"/>
              <a:buChar char="●"/>
              <a:defRPr>
                <a:solidFill>
                  <a:schemeClr val="dk2"/>
                </a:solidFill>
                <a:latin typeface="Poppins"/>
                <a:ea typeface="Poppins"/>
                <a:cs typeface="Poppins"/>
                <a:sym typeface="Poppins"/>
              </a:defRPr>
            </a:lvl7pPr>
            <a:lvl8pPr marL="3657600" lvl="7" indent="-317500">
              <a:lnSpc>
                <a:spcPct val="100000"/>
              </a:lnSpc>
              <a:spcBef>
                <a:spcPts val="1600"/>
              </a:spcBef>
              <a:spcAft>
                <a:spcPts val="0"/>
              </a:spcAft>
              <a:buClr>
                <a:schemeClr val="dk2"/>
              </a:buClr>
              <a:buSzPts val="1400"/>
              <a:buFont typeface="Poppins"/>
              <a:buChar char="○"/>
              <a:defRPr>
                <a:solidFill>
                  <a:schemeClr val="dk2"/>
                </a:solidFill>
                <a:latin typeface="Poppins"/>
                <a:ea typeface="Poppins"/>
                <a:cs typeface="Poppins"/>
                <a:sym typeface="Poppins"/>
              </a:defRPr>
            </a:lvl8pPr>
            <a:lvl9pPr marL="4114800" lvl="8" indent="-317500">
              <a:lnSpc>
                <a:spcPct val="100000"/>
              </a:lnSpc>
              <a:spcBef>
                <a:spcPts val="1600"/>
              </a:spcBef>
              <a:spcAft>
                <a:spcPts val="1600"/>
              </a:spcAft>
              <a:buClr>
                <a:schemeClr val="dk2"/>
              </a:buClr>
              <a:buSzPts val="1400"/>
              <a:buFont typeface="Poppins"/>
              <a:buChar char="■"/>
              <a:defRPr>
                <a:solidFill>
                  <a:schemeClr val="dk2"/>
                </a:solidFill>
                <a:latin typeface="Poppins"/>
                <a:ea typeface="Poppins"/>
                <a:cs typeface="Poppins"/>
                <a:sym typeface="Poppins"/>
              </a:defRPr>
            </a:lvl9pPr>
          </a:lstStyle>
          <a:p>
            <a:endParaRPr/>
          </a:p>
        </p:txBody>
      </p:sp>
    </p:spTree>
    <p:extLst>
      <p:ext uri="{BB962C8B-B14F-4D97-AF65-F5344CB8AC3E}">
        <p14:creationId xmlns:p14="http://schemas.microsoft.com/office/powerpoint/2010/main" val="1624539449"/>
      </p:ext>
    </p:extLst>
  </p:cSld>
  <p:clrMap bg1="lt1" tx1="dk1" bg2="dk2" tx2="lt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 id="2147483672" r:id="rId12"/>
    <p:sldLayoutId id="2147483673" r:id="rId13"/>
    <p:sldLayoutId id="2147483674" r:id="rId14"/>
    <p:sldLayoutId id="2147483675" r:id="rId15"/>
    <p:sldLayoutId id="2147483676" r:id="rId16"/>
    <p:sldLayoutId id="2147483677" r:id="rId17"/>
    <p:sldLayoutId id="2147483678" r:id="rId18"/>
    <p:sldLayoutId id="2147483679" r:id="rId19"/>
    <p:sldLayoutId id="2147483680" r:id="rId20"/>
    <p:sldLayoutId id="2147483681" r:id="rId21"/>
    <p:sldLayoutId id="2147483682" r:id="rId22"/>
    <p:sldLayoutId id="2147483683" r:id="rId23"/>
    <p:sldLayoutId id="2147483684" r:id="rId24"/>
    <p:sldLayoutId id="2147483685" r:id="rId25"/>
    <p:sldLayoutId id="2147483686" r:id="rId26"/>
    <p:sldLayoutId id="2147483687" r:id="rId27"/>
    <p:sldLayoutId id="2147483688" r:id="rId28"/>
    <p:sldLayoutId id="2147483689" r:id="rId29"/>
    <p:sldLayoutId id="2147483690" r:id="rId30"/>
    <p:sldLayoutId id="2147483691" r:id="rId31"/>
    <p:sldLayoutId id="2147483692" r:id="rId32"/>
    <p:sldLayoutId id="2147483693" r:id="rId33"/>
  </p:sldLayoutIdLst>
  <p:hf sldNum="0" hdr="0" ftr="0" dt="0"/>
  <p:txStyles>
    <p:title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eaLnBrk="1" hangingPunct="1">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eaLnBrk="1" hangingPunct="1">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eaLnBrk="1" hangingPunct="1">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eaLnBrk="1" hangingPunct="1">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eaLnBrk="1" hangingPunct="1">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eaLnBrk="1" hangingPunct="1">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eaLnBrk="1" hangingPunct="1">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eaLnBrk="1" hangingPunct="1">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eaLnBrk="1" hangingPunct="1">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eaLnBrk="1" hangingPunct="1">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eaLnBrk="1" hangingPunct="1">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eaLnBrk="1" hangingPunct="1">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solidFill>
          <a:srgbClr val="0E2A47"/>
        </a:solidFill>
        <a:effectLst/>
      </p:bgPr>
    </p:bg>
    <p:spTree>
      <p:nvGrpSpPr>
        <p:cNvPr id="1" name="Shape 16125"/>
        <p:cNvGrpSpPr/>
        <p:nvPr/>
      </p:nvGrpSpPr>
      <p:grpSpPr>
        <a:xfrm>
          <a:off x="0" y="0"/>
          <a:ext cx="0" cy="0"/>
          <a:chOff x="0" y="0"/>
          <a:chExt cx="0" cy="0"/>
        </a:xfrm>
      </p:grpSpPr>
      <p:sp>
        <p:nvSpPr>
          <p:cNvPr id="16126" name="Google Shape;16126;p34"/>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None/>
              <a:defRPr sz="2400">
                <a:solidFill>
                  <a:srgbClr val="FFFFFF"/>
                </a:solidFill>
              </a:defRPr>
            </a:lvl1pPr>
            <a:lvl2pPr lvl="1" algn="ctr" rtl="0">
              <a:spcBef>
                <a:spcPts val="0"/>
              </a:spcBef>
              <a:spcAft>
                <a:spcPts val="0"/>
              </a:spcAft>
              <a:buClr>
                <a:srgbClr val="FFFFFF"/>
              </a:buClr>
              <a:buSzPts val="2400"/>
              <a:buNone/>
              <a:defRPr sz="2400">
                <a:solidFill>
                  <a:srgbClr val="FFFFFF"/>
                </a:solidFill>
              </a:defRPr>
            </a:lvl2pPr>
            <a:lvl3pPr lvl="2" algn="ctr" rtl="0">
              <a:spcBef>
                <a:spcPts val="0"/>
              </a:spcBef>
              <a:spcAft>
                <a:spcPts val="0"/>
              </a:spcAft>
              <a:buClr>
                <a:srgbClr val="FFFFFF"/>
              </a:buClr>
              <a:buSzPts val="2400"/>
              <a:buNone/>
              <a:defRPr sz="2400">
                <a:solidFill>
                  <a:srgbClr val="FFFFFF"/>
                </a:solidFill>
              </a:defRPr>
            </a:lvl3pPr>
            <a:lvl4pPr lvl="3" algn="ctr" rtl="0">
              <a:spcBef>
                <a:spcPts val="0"/>
              </a:spcBef>
              <a:spcAft>
                <a:spcPts val="0"/>
              </a:spcAft>
              <a:buClr>
                <a:srgbClr val="FFFFFF"/>
              </a:buClr>
              <a:buSzPts val="2400"/>
              <a:buNone/>
              <a:defRPr sz="2400">
                <a:solidFill>
                  <a:srgbClr val="FFFFFF"/>
                </a:solidFill>
              </a:defRPr>
            </a:lvl4pPr>
            <a:lvl5pPr lvl="4" algn="ctr" rtl="0">
              <a:spcBef>
                <a:spcPts val="0"/>
              </a:spcBef>
              <a:spcAft>
                <a:spcPts val="0"/>
              </a:spcAft>
              <a:buClr>
                <a:srgbClr val="FFFFFF"/>
              </a:buClr>
              <a:buSzPts val="2400"/>
              <a:buNone/>
              <a:defRPr sz="2400">
                <a:solidFill>
                  <a:srgbClr val="FFFFFF"/>
                </a:solidFill>
              </a:defRPr>
            </a:lvl5pPr>
            <a:lvl6pPr lvl="5" algn="ctr" rtl="0">
              <a:spcBef>
                <a:spcPts val="0"/>
              </a:spcBef>
              <a:spcAft>
                <a:spcPts val="0"/>
              </a:spcAft>
              <a:buClr>
                <a:srgbClr val="FFFFFF"/>
              </a:buClr>
              <a:buSzPts val="2400"/>
              <a:buNone/>
              <a:defRPr sz="2400">
                <a:solidFill>
                  <a:srgbClr val="FFFFFF"/>
                </a:solidFill>
              </a:defRPr>
            </a:lvl6pPr>
            <a:lvl7pPr lvl="6" algn="ctr" rtl="0">
              <a:spcBef>
                <a:spcPts val="0"/>
              </a:spcBef>
              <a:spcAft>
                <a:spcPts val="0"/>
              </a:spcAft>
              <a:buClr>
                <a:srgbClr val="FFFFFF"/>
              </a:buClr>
              <a:buSzPts val="2400"/>
              <a:buNone/>
              <a:defRPr sz="2400">
                <a:solidFill>
                  <a:srgbClr val="FFFFFF"/>
                </a:solidFill>
              </a:defRPr>
            </a:lvl7pPr>
            <a:lvl8pPr lvl="7" algn="ctr" rtl="0">
              <a:spcBef>
                <a:spcPts val="0"/>
              </a:spcBef>
              <a:spcAft>
                <a:spcPts val="0"/>
              </a:spcAft>
              <a:buClr>
                <a:srgbClr val="FFFFFF"/>
              </a:buClr>
              <a:buSzPts val="2400"/>
              <a:buNone/>
              <a:defRPr sz="2400">
                <a:solidFill>
                  <a:srgbClr val="FFFFFF"/>
                </a:solidFill>
              </a:defRPr>
            </a:lvl8pPr>
            <a:lvl9pPr lvl="8" algn="ctr" rtl="0">
              <a:spcBef>
                <a:spcPts val="0"/>
              </a:spcBef>
              <a:spcAft>
                <a:spcPts val="0"/>
              </a:spcAft>
              <a:buClr>
                <a:srgbClr val="FFFFFF"/>
              </a:buClr>
              <a:buSzPts val="2400"/>
              <a:buNone/>
              <a:defRPr sz="2400">
                <a:solidFill>
                  <a:srgbClr val="FFFFFF"/>
                </a:solidFill>
              </a:defRPr>
            </a:lvl9pPr>
          </a:lstStyle>
          <a:p>
            <a:endParaRPr/>
          </a:p>
        </p:txBody>
      </p:sp>
      <p:sp>
        <p:nvSpPr>
          <p:cNvPr id="16127" name="Google Shape;16127;p34"/>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extLst>
      <p:ext uri="{BB962C8B-B14F-4D97-AF65-F5344CB8AC3E}">
        <p14:creationId xmlns:p14="http://schemas.microsoft.com/office/powerpoint/2010/main" val="1225372473"/>
      </p:ext>
    </p:extLst>
  </p:cSld>
  <p:clrMap bg1="lt1" tx1="dk1" bg2="dk2" tx2="lt2" accent1="accent1" accent2="accent2" accent3="accent3" accent4="accent4" accent5="accent5" accent6="accent6" hlink="hlink" folHlink="folHlink"/>
  <p:sldLayoutIdLst>
    <p:sldLayoutId id="2147483695" r:id="rId1"/>
    <p:sldLayoutId id="2147483696" r:id="rId2"/>
  </p:sldLayoutIdLst>
  <p:hf hdr="0" ftr="0" dt="0"/>
  <p:txStyles>
    <p:title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eaLnBrk="1" hangingPunct="1">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eaLnBrk="1" hangingPunct="1">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eaLnBrk="1" hangingPunct="1">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eaLnBrk="1" hangingPunct="1">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eaLnBrk="1" hangingPunct="1">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eaLnBrk="1" hangingPunct="1">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eaLnBrk="1" hangingPunct="1">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eaLnBrk="1" hangingPunct="1">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eaLnBrk="1" hangingPunct="1">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eaLnBrk="1" hangingPunct="1">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eaLnBrk="1" hangingPunct="1">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eaLnBrk="1" hangingPunct="1">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3.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3.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3.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3.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3.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3.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3.xml"/></Relationships>
</file>

<file path=ppt/slides/_rels/slide1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0.xml"/><Relationship Id="rId1" Type="http://schemas.openxmlformats.org/officeDocument/2006/relationships/slideLayout" Target="../slideLayouts/slideLayout3.xml"/></Relationships>
</file>

<file path=ppt/slides/_rels/slide1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1.xml"/><Relationship Id="rId1" Type="http://schemas.openxmlformats.org/officeDocument/2006/relationships/slideLayout" Target="../slideLayouts/slideLayout3.xml"/></Relationships>
</file>

<file path=ppt/slides/_rels/slide1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2.xml"/><Relationship Id="rId1" Type="http://schemas.openxmlformats.org/officeDocument/2006/relationships/slideLayout" Target="../slideLayouts/slideLayout3.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3.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3.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3.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3.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3.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3.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3.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3.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3.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3.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3.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3.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33.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33.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53"/>
        <p:cNvGrpSpPr/>
        <p:nvPr/>
      </p:nvGrpSpPr>
      <p:grpSpPr>
        <a:xfrm>
          <a:off x="0" y="0"/>
          <a:ext cx="0" cy="0"/>
          <a:chOff x="0" y="0"/>
          <a:chExt cx="0" cy="0"/>
        </a:xfrm>
      </p:grpSpPr>
      <p:sp>
        <p:nvSpPr>
          <p:cNvPr id="54" name="Google Shape;54;p13"/>
          <p:cNvSpPr txBox="1">
            <a:spLocks noGrp="1"/>
          </p:cNvSpPr>
          <p:nvPr>
            <p:ph type="title"/>
          </p:nvPr>
        </p:nvSpPr>
        <p:spPr>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Introduction to Engineering</a:t>
            </a:r>
            <a:endParaRPr/>
          </a:p>
        </p:txBody>
      </p:sp>
      <p:sp>
        <p:nvSpPr>
          <p:cNvPr id="55" name="Google Shape;55;p13"/>
          <p:cNvSpPr txBox="1">
            <a:spLocks noGrp="1"/>
          </p:cNvSpPr>
          <p:nvPr>
            <p:ph type="body" idx="1"/>
          </p:nvPr>
        </p:nvSpPr>
        <p:spPr>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Instructor:   Matthew Bardoe</a:t>
            </a:r>
            <a:endParaRPr dirty="0"/>
          </a:p>
          <a:p>
            <a:pPr marL="0" lvl="0" indent="0" algn="l" rtl="0">
              <a:spcBef>
                <a:spcPts val="1600"/>
              </a:spcBef>
              <a:spcAft>
                <a:spcPts val="0"/>
              </a:spcAft>
              <a:buNone/>
            </a:pPr>
            <a:r>
              <a:rPr lang="en" dirty="0"/>
              <a:t>mbardoe@wellington.org</a:t>
            </a:r>
            <a:endParaRPr dirty="0"/>
          </a:p>
          <a:p>
            <a:pPr marL="0" lvl="0" indent="0" algn="l" rtl="0">
              <a:spcBef>
                <a:spcPts val="1600"/>
              </a:spcBef>
              <a:spcAft>
                <a:spcPts val="0"/>
              </a:spcAft>
              <a:buNone/>
            </a:pPr>
            <a:r>
              <a:rPr lang="en" dirty="0"/>
              <a:t>Meeting Time:  1st period</a:t>
            </a:r>
            <a:endParaRPr dirty="0"/>
          </a:p>
          <a:p>
            <a:pPr marL="0" lvl="0" indent="0" algn="l" rtl="0">
              <a:spcBef>
                <a:spcPts val="1600"/>
              </a:spcBef>
              <a:spcAft>
                <a:spcPts val="0"/>
              </a:spcAft>
              <a:buNone/>
            </a:pPr>
            <a:r>
              <a:rPr lang="en" dirty="0"/>
              <a:t>Office hours: I am available during Task Time in A230 or A206. I am also free period 2 and 5. </a:t>
            </a:r>
            <a:endParaRPr dirty="0"/>
          </a:p>
          <a:p>
            <a:pPr marL="0" lvl="0" indent="0" algn="l" rtl="0">
              <a:spcBef>
                <a:spcPts val="1600"/>
              </a:spcBef>
              <a:spcAft>
                <a:spcPts val="0"/>
              </a:spcAft>
              <a:buNone/>
            </a:pPr>
            <a:endParaRPr dirty="0"/>
          </a:p>
          <a:p>
            <a:pPr marL="0" lvl="0" indent="0" algn="l" rtl="0">
              <a:spcBef>
                <a:spcPts val="1600"/>
              </a:spcBef>
              <a:spcAft>
                <a:spcPts val="0"/>
              </a:spcAft>
              <a:buNone/>
            </a:pPr>
            <a:endParaRPr dirty="0"/>
          </a:p>
          <a:p>
            <a:pPr marL="0" lvl="0" indent="0" algn="l" rtl="0">
              <a:spcBef>
                <a:spcPts val="1600"/>
              </a:spcBef>
              <a:spcAft>
                <a:spcPts val="1600"/>
              </a:spcAft>
              <a:buNone/>
            </a:pPr>
            <a:endParaRPr dirty="0"/>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59"/>
        <p:cNvGrpSpPr/>
        <p:nvPr/>
      </p:nvGrpSpPr>
      <p:grpSpPr>
        <a:xfrm>
          <a:off x="0" y="0"/>
          <a:ext cx="0" cy="0"/>
          <a:chOff x="0" y="0"/>
          <a:chExt cx="0" cy="0"/>
        </a:xfrm>
      </p:grpSpPr>
      <p:sp>
        <p:nvSpPr>
          <p:cNvPr id="60" name="Google Shape;60;p14"/>
          <p:cNvSpPr txBox="1">
            <a:spLocks noGrp="1"/>
          </p:cNvSpPr>
          <p:nvPr>
            <p:ph type="title"/>
          </p:nvPr>
        </p:nvSpPr>
        <p:spPr>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Class expectations</a:t>
            </a:r>
            <a:endParaRPr/>
          </a:p>
        </p:txBody>
      </p:sp>
      <p:sp>
        <p:nvSpPr>
          <p:cNvPr id="61" name="Google Shape;61;p14"/>
          <p:cNvSpPr txBox="1">
            <a:spLocks noGrp="1"/>
          </p:cNvSpPr>
          <p:nvPr>
            <p:ph type="body" idx="1"/>
          </p:nvPr>
        </p:nvSpPr>
        <p:spPr>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Attendance</a:t>
            </a:r>
            <a:endParaRPr/>
          </a:p>
          <a:p>
            <a:pPr marL="0" lvl="0" indent="0" algn="l" rtl="0">
              <a:spcBef>
                <a:spcPts val="1600"/>
              </a:spcBef>
              <a:spcAft>
                <a:spcPts val="0"/>
              </a:spcAft>
              <a:buNone/>
            </a:pPr>
            <a:r>
              <a:rPr lang="en"/>
              <a:t>Class participation</a:t>
            </a:r>
            <a:endParaRPr/>
          </a:p>
          <a:p>
            <a:pPr marL="0" lvl="0" indent="0" algn="l" rtl="0">
              <a:spcBef>
                <a:spcPts val="1600"/>
              </a:spcBef>
              <a:spcAft>
                <a:spcPts val="0"/>
              </a:spcAft>
              <a:buNone/>
            </a:pPr>
            <a:r>
              <a:rPr lang="en"/>
              <a:t>Assignments</a:t>
            </a:r>
            <a:endParaRPr/>
          </a:p>
          <a:p>
            <a:pPr marL="0" lvl="0" indent="0" algn="l" rtl="0">
              <a:spcBef>
                <a:spcPts val="1600"/>
              </a:spcBef>
              <a:spcAft>
                <a:spcPts val="0"/>
              </a:spcAft>
              <a:buNone/>
            </a:pPr>
            <a:r>
              <a:rPr lang="en"/>
              <a:t>Assessments</a:t>
            </a:r>
            <a:endParaRPr/>
          </a:p>
          <a:p>
            <a:pPr marL="0" lvl="0" indent="0" algn="l" rtl="0">
              <a:spcBef>
                <a:spcPts val="1600"/>
              </a:spcBef>
              <a:spcAft>
                <a:spcPts val="1600"/>
              </a:spcAft>
              <a:buNone/>
            </a:pPr>
            <a:r>
              <a:rPr lang="en"/>
              <a:t>Academic honesty</a:t>
            </a:r>
            <a:endParaRP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Assignments</a:t>
            </a:r>
            <a:endParaRPr/>
          </a:p>
        </p:txBody>
      </p:sp>
      <p:sp>
        <p:nvSpPr>
          <p:cNvPr id="67" name="Google Shape;67;p15"/>
          <p:cNvSpPr txBox="1">
            <a:spLocks noGrp="1"/>
          </p:cNvSpPr>
          <p:nvPr>
            <p:ph type="body" idx="1"/>
          </p:nvPr>
        </p:nvSpPr>
        <p:spPr>
          <a:prstGeom prst="rect">
            <a:avLst/>
          </a:prstGeom>
        </p:spPr>
        <p:txBody>
          <a:bodyPr spcFirstLastPara="1" wrap="square" lIns="91425" tIns="91425" rIns="91425" bIns="91425" anchor="t" anchorCtr="0">
            <a:noAutofit/>
          </a:bodyPr>
          <a:lstStyle/>
          <a:p>
            <a:pPr marL="457200" lvl="0" indent="-342900" algn="l" rtl="0">
              <a:spcBef>
                <a:spcPts val="0"/>
              </a:spcBef>
              <a:spcAft>
                <a:spcPts val="0"/>
              </a:spcAft>
              <a:buSzPts val="1800"/>
              <a:buChar char="●"/>
            </a:pPr>
            <a:r>
              <a:rPr lang="en"/>
              <a:t>The assignments in this class are intended to mirror an engineering environment.  </a:t>
            </a:r>
            <a:endParaRPr/>
          </a:p>
          <a:p>
            <a:pPr marL="457200" lvl="0" indent="-342900" algn="l" rtl="0">
              <a:spcBef>
                <a:spcPts val="0"/>
              </a:spcBef>
              <a:spcAft>
                <a:spcPts val="0"/>
              </a:spcAft>
              <a:buSzPts val="1800"/>
              <a:buChar char="●"/>
            </a:pPr>
            <a:r>
              <a:rPr lang="en"/>
              <a:t>Engineering requires very little memorization and a great deal of problem solving</a:t>
            </a:r>
            <a:endParaRPr/>
          </a:p>
          <a:p>
            <a:pPr marL="457200" lvl="0" indent="-342900" algn="l" rtl="0">
              <a:spcBef>
                <a:spcPts val="0"/>
              </a:spcBef>
              <a:spcAft>
                <a:spcPts val="0"/>
              </a:spcAft>
              <a:buSzPts val="1800"/>
              <a:buChar char="●"/>
            </a:pPr>
            <a:r>
              <a:rPr lang="en"/>
              <a:t>As such, much of the work in this class will be designed to develop your ability to solve problems</a:t>
            </a:r>
            <a:endParaRPr/>
          </a:p>
          <a:p>
            <a:pPr marL="457200" lvl="0" indent="-342900" algn="l" rtl="0">
              <a:spcBef>
                <a:spcPts val="0"/>
              </a:spcBef>
              <a:spcAft>
                <a:spcPts val="0"/>
              </a:spcAft>
              <a:buSzPts val="1800"/>
              <a:buChar char="●"/>
            </a:pPr>
            <a:r>
              <a:rPr lang="en"/>
              <a:t>Assessments will largely take the form of projects, presentations, or demonstrations, although we may have a few quizzes in certain subject areas.</a:t>
            </a:r>
            <a:endParaRPr/>
          </a:p>
          <a:p>
            <a:pPr marL="457200" lvl="0" indent="-342900" algn="l" rtl="0">
              <a:spcBef>
                <a:spcPts val="0"/>
              </a:spcBef>
              <a:spcAft>
                <a:spcPts val="0"/>
              </a:spcAft>
              <a:buSzPts val="1800"/>
              <a:buChar char="●"/>
            </a:pPr>
            <a:r>
              <a:rPr lang="en"/>
              <a:t>Unless otherwise noted, students are encouraged to use whatever resources they can find to assist with problem solving</a:t>
            </a:r>
            <a:endParaRP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71"/>
        <p:cNvGrpSpPr/>
        <p:nvPr/>
      </p:nvGrpSpPr>
      <p:grpSpPr>
        <a:xfrm>
          <a:off x="0" y="0"/>
          <a:ext cx="0" cy="0"/>
          <a:chOff x="0" y="0"/>
          <a:chExt cx="0" cy="0"/>
        </a:xfrm>
      </p:grpSpPr>
      <p:sp>
        <p:nvSpPr>
          <p:cNvPr id="72" name="Google Shape;72;p16"/>
          <p:cNvSpPr txBox="1">
            <a:spLocks noGrp="1"/>
          </p:cNvSpPr>
          <p:nvPr>
            <p:ph type="title"/>
          </p:nvPr>
        </p:nvSpPr>
        <p:spPr>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Instructions will be vague</a:t>
            </a:r>
            <a:endParaRPr/>
          </a:p>
        </p:txBody>
      </p:sp>
      <p:sp>
        <p:nvSpPr>
          <p:cNvPr id="73" name="Google Shape;73;p16"/>
          <p:cNvSpPr txBox="1">
            <a:spLocks noGrp="1"/>
          </p:cNvSpPr>
          <p:nvPr>
            <p:ph type="body" idx="1"/>
          </p:nvPr>
        </p:nvSpPr>
        <p:spPr>
          <a:prstGeom prst="rect">
            <a:avLst/>
          </a:prstGeom>
        </p:spPr>
        <p:txBody>
          <a:bodyPr spcFirstLastPara="1" wrap="square" lIns="91425" tIns="91425" rIns="91425" bIns="91425" anchor="t" anchorCtr="0">
            <a:noAutofit/>
          </a:bodyPr>
          <a:lstStyle/>
          <a:p>
            <a:pPr marL="457200" lvl="0" indent="-342900" algn="l" rtl="0">
              <a:spcBef>
                <a:spcPts val="0"/>
              </a:spcBef>
              <a:spcAft>
                <a:spcPts val="0"/>
              </a:spcAft>
              <a:buSzPts val="1800"/>
              <a:buChar char="●"/>
            </a:pPr>
            <a:r>
              <a:rPr lang="en"/>
              <a:t>Assignments and instructions in this class are intentionally vague</a:t>
            </a:r>
            <a:endParaRPr/>
          </a:p>
          <a:p>
            <a:pPr marL="457200" lvl="0" indent="-342900" algn="l" rtl="0">
              <a:spcBef>
                <a:spcPts val="0"/>
              </a:spcBef>
              <a:spcAft>
                <a:spcPts val="0"/>
              </a:spcAft>
              <a:buSzPts val="1800"/>
              <a:buChar char="●"/>
            </a:pPr>
            <a:r>
              <a:rPr lang="en"/>
              <a:t>You will generally be given a desired result, but some of the information required to get to that result will be missing.</a:t>
            </a:r>
            <a:endParaRPr/>
          </a:p>
          <a:p>
            <a:pPr marL="457200" lvl="0" indent="-342900" algn="l" rtl="0">
              <a:spcBef>
                <a:spcPts val="0"/>
              </a:spcBef>
              <a:spcAft>
                <a:spcPts val="0"/>
              </a:spcAft>
              <a:buSzPts val="1800"/>
              <a:buChar char="●"/>
            </a:pPr>
            <a:r>
              <a:rPr lang="en"/>
              <a:t>This is real world.   No engineer ever in the history of engineering has been given complete step by step instructions for solving a problem</a:t>
            </a:r>
            <a:endParaRPr/>
          </a:p>
          <a:p>
            <a:pPr marL="457200" lvl="0" indent="-342900" algn="l" rtl="0">
              <a:spcBef>
                <a:spcPts val="0"/>
              </a:spcBef>
              <a:spcAft>
                <a:spcPts val="0"/>
              </a:spcAft>
              <a:buSzPts val="1800"/>
              <a:buChar char="●"/>
            </a:pPr>
            <a:r>
              <a:rPr lang="en"/>
              <a:t>Google is your friend</a:t>
            </a:r>
            <a:endParaRPr/>
          </a:p>
          <a:p>
            <a:pPr marL="457200" lvl="0" indent="-342900" algn="l" rtl="0">
              <a:spcBef>
                <a:spcPts val="0"/>
              </a:spcBef>
              <a:spcAft>
                <a:spcPts val="0"/>
              </a:spcAft>
              <a:buSzPts val="1800"/>
              <a:buChar char="●"/>
            </a:pPr>
            <a:r>
              <a:rPr lang="en"/>
              <a:t>Work with your classmates to figure stuff out (give credit as appropriate)</a:t>
            </a:r>
            <a:endParaRPr/>
          </a:p>
          <a:p>
            <a:pPr marL="457200" lvl="0" indent="-342900" algn="l" rtl="0">
              <a:spcBef>
                <a:spcPts val="0"/>
              </a:spcBef>
              <a:spcAft>
                <a:spcPts val="0"/>
              </a:spcAft>
              <a:buSzPts val="1800"/>
              <a:buChar char="●"/>
            </a:pPr>
            <a:r>
              <a:rPr lang="en"/>
              <a:t>If you get stuck, ask for help</a:t>
            </a:r>
            <a:endParaRP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Academic Misconduct</a:t>
            </a:r>
            <a:endParaRPr/>
          </a:p>
        </p:txBody>
      </p:sp>
      <p:sp>
        <p:nvSpPr>
          <p:cNvPr id="79" name="Google Shape;79;p17"/>
          <p:cNvSpPr txBox="1">
            <a:spLocks noGrp="1"/>
          </p:cNvSpPr>
          <p:nvPr>
            <p:ph type="body" idx="1"/>
          </p:nvPr>
        </p:nvSpPr>
        <p:spPr>
          <a:prstGeom prst="rect">
            <a:avLst/>
          </a:prstGeom>
        </p:spPr>
        <p:txBody>
          <a:bodyPr spcFirstLastPara="1" wrap="square" lIns="91425" tIns="91425" rIns="91425" bIns="91425" anchor="t" anchorCtr="0">
            <a:noAutofit/>
          </a:bodyPr>
          <a:lstStyle/>
          <a:p>
            <a:pPr marL="457200" lvl="0" indent="-342900" algn="l" rtl="0">
              <a:spcBef>
                <a:spcPts val="0"/>
              </a:spcBef>
              <a:spcAft>
                <a:spcPts val="0"/>
              </a:spcAft>
              <a:buSzPts val="1800"/>
              <a:buChar char="●"/>
            </a:pPr>
            <a:r>
              <a:rPr lang="en"/>
              <a:t>Plagiarism is an attempt to pass off someone else’s work as your own</a:t>
            </a:r>
            <a:endParaRPr/>
          </a:p>
          <a:p>
            <a:pPr marL="914400" lvl="1" indent="-317500" algn="l" rtl="0">
              <a:spcBef>
                <a:spcPts val="0"/>
              </a:spcBef>
              <a:spcAft>
                <a:spcPts val="0"/>
              </a:spcAft>
              <a:buSzPts val="1400"/>
              <a:buChar char="○"/>
            </a:pPr>
            <a:r>
              <a:rPr lang="en"/>
              <a:t>Another Student</a:t>
            </a:r>
            <a:endParaRPr/>
          </a:p>
          <a:p>
            <a:pPr marL="914400" lvl="1" indent="-317500" algn="l" rtl="0">
              <a:spcBef>
                <a:spcPts val="0"/>
              </a:spcBef>
              <a:spcAft>
                <a:spcPts val="0"/>
              </a:spcAft>
              <a:buSzPts val="1400"/>
              <a:buChar char="○"/>
            </a:pPr>
            <a:r>
              <a:rPr lang="en"/>
              <a:t>An outside source</a:t>
            </a:r>
            <a:endParaRPr/>
          </a:p>
          <a:p>
            <a:pPr marL="457200" lvl="0" indent="-342900" algn="l" rtl="0">
              <a:spcBef>
                <a:spcPts val="0"/>
              </a:spcBef>
              <a:spcAft>
                <a:spcPts val="0"/>
              </a:spcAft>
              <a:buSzPts val="1800"/>
              <a:buChar char="●"/>
            </a:pPr>
            <a:r>
              <a:rPr lang="en"/>
              <a:t>Don’t copy someone else’s work</a:t>
            </a:r>
            <a:endParaRPr/>
          </a:p>
          <a:p>
            <a:pPr marL="457200" lvl="0" indent="-342900" algn="l" rtl="0">
              <a:spcBef>
                <a:spcPts val="0"/>
              </a:spcBef>
              <a:spcAft>
                <a:spcPts val="0"/>
              </a:spcAft>
              <a:buSzPts val="1800"/>
              <a:buChar char="●"/>
            </a:pPr>
            <a:r>
              <a:rPr lang="en"/>
              <a:t>Cite your sources appropriately</a:t>
            </a:r>
            <a:endParaRPr/>
          </a:p>
          <a:p>
            <a:pPr marL="457200" lvl="0" indent="-342900" algn="l" rtl="0">
              <a:spcBef>
                <a:spcPts val="0"/>
              </a:spcBef>
              <a:spcAft>
                <a:spcPts val="0"/>
              </a:spcAft>
              <a:buSzPts val="1800"/>
              <a:buChar char="●"/>
            </a:pPr>
            <a:r>
              <a:rPr lang="en"/>
              <a:t>On many projects, collaboration with other students will be permissible.  If you are collaborating, you should give credit as appropriate</a:t>
            </a:r>
            <a:endParaRPr/>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83"/>
        <p:cNvGrpSpPr/>
        <p:nvPr/>
      </p:nvGrpSpPr>
      <p:grpSpPr>
        <a:xfrm>
          <a:off x="0" y="0"/>
          <a:ext cx="0" cy="0"/>
          <a:chOff x="0" y="0"/>
          <a:chExt cx="0" cy="0"/>
        </a:xfrm>
      </p:grpSpPr>
      <p:sp>
        <p:nvSpPr>
          <p:cNvPr id="84" name="Google Shape;84;p18"/>
          <p:cNvSpPr txBox="1">
            <a:spLocks noGrp="1"/>
          </p:cNvSpPr>
          <p:nvPr>
            <p:ph type="title"/>
          </p:nvPr>
        </p:nvSpPr>
        <p:spPr>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Late Assignments</a:t>
            </a:r>
            <a:endParaRPr/>
          </a:p>
        </p:txBody>
      </p:sp>
      <p:sp>
        <p:nvSpPr>
          <p:cNvPr id="85" name="Google Shape;85;p18"/>
          <p:cNvSpPr txBox="1">
            <a:spLocks noGrp="1"/>
          </p:cNvSpPr>
          <p:nvPr>
            <p:ph type="body" idx="1"/>
          </p:nvPr>
        </p:nvSpPr>
        <p:spPr>
          <a:prstGeom prst="rect">
            <a:avLst/>
          </a:prstGeom>
        </p:spPr>
        <p:txBody>
          <a:bodyPr spcFirstLastPara="1" wrap="square" lIns="91425" tIns="91425" rIns="91425" bIns="91425" anchor="t" anchorCtr="0">
            <a:noAutofit/>
          </a:bodyPr>
          <a:lstStyle/>
          <a:p>
            <a:pPr marL="457200" lvl="0" indent="-342900" algn="l" rtl="0">
              <a:spcBef>
                <a:spcPts val="0"/>
              </a:spcBef>
              <a:spcAft>
                <a:spcPts val="0"/>
              </a:spcAft>
              <a:buSzPts val="1800"/>
              <a:buChar char="●"/>
            </a:pPr>
            <a:r>
              <a:rPr lang="en"/>
              <a:t>Assignments are due at the start of class on the day they are marked due</a:t>
            </a:r>
            <a:endParaRPr/>
          </a:p>
          <a:p>
            <a:pPr marL="457200" lvl="0" indent="-342900" algn="l" rtl="0">
              <a:spcBef>
                <a:spcPts val="0"/>
              </a:spcBef>
              <a:spcAft>
                <a:spcPts val="0"/>
              </a:spcAft>
              <a:buSzPts val="1800"/>
              <a:buChar char="●"/>
            </a:pPr>
            <a:r>
              <a:rPr lang="en"/>
              <a:t>If you anticipate needing additional time, contact me </a:t>
            </a:r>
            <a:r>
              <a:rPr lang="en" i="1"/>
              <a:t>in advance</a:t>
            </a:r>
            <a:r>
              <a:rPr lang="en"/>
              <a:t> of the due date (night before is acceptable if you are slammed with work)</a:t>
            </a:r>
            <a:endParaRPr/>
          </a:p>
          <a:p>
            <a:pPr marL="457200" lvl="0" indent="-342900" algn="l" rtl="0">
              <a:spcBef>
                <a:spcPts val="0"/>
              </a:spcBef>
              <a:spcAft>
                <a:spcPts val="0"/>
              </a:spcAft>
              <a:buSzPts val="1800"/>
              <a:buChar char="●"/>
            </a:pPr>
            <a:r>
              <a:rPr lang="en"/>
              <a:t>Unapproved late assignments 10% per day, up to 50% off.</a:t>
            </a:r>
            <a:endParaRPr/>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show="0">
  <p:cSld>
    <p:spTree>
      <p:nvGrpSpPr>
        <p:cNvPr id="1" name="Shape 89"/>
        <p:cNvGrpSpPr/>
        <p:nvPr/>
      </p:nvGrpSpPr>
      <p:grpSpPr>
        <a:xfrm>
          <a:off x="0" y="0"/>
          <a:ext cx="0" cy="0"/>
          <a:chOff x="0" y="0"/>
          <a:chExt cx="0" cy="0"/>
        </a:xfrm>
      </p:grpSpPr>
      <p:sp>
        <p:nvSpPr>
          <p:cNvPr id="90" name="Google Shape;90;p19"/>
          <p:cNvSpPr txBox="1">
            <a:spLocks noGrp="1"/>
          </p:cNvSpPr>
          <p:nvPr>
            <p:ph type="title"/>
          </p:nvPr>
        </p:nvSpPr>
        <p:spPr>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Course Content</a:t>
            </a:r>
            <a:endParaRPr/>
          </a:p>
        </p:txBody>
      </p:sp>
      <p:sp>
        <p:nvSpPr>
          <p:cNvPr id="91" name="Google Shape;91;p19"/>
          <p:cNvSpPr txBox="1">
            <a:spLocks noGrp="1"/>
          </p:cNvSpPr>
          <p:nvPr>
            <p:ph type="body" idx="1"/>
          </p:nvPr>
        </p:nvSpPr>
        <p:spPr>
          <a:prstGeom prst="rect">
            <a:avLst/>
          </a:prstGeom>
        </p:spPr>
        <p:txBody>
          <a:bodyPr spcFirstLastPara="1" wrap="square" lIns="91425" tIns="91425" rIns="91425" bIns="91425" anchor="t" anchorCtr="0">
            <a:noAutofit/>
          </a:bodyPr>
          <a:lstStyle/>
          <a:p>
            <a:pPr marL="457200" lvl="0" indent="-342900" algn="l" rtl="0">
              <a:spcBef>
                <a:spcPts val="0"/>
              </a:spcBef>
              <a:spcAft>
                <a:spcPts val="0"/>
              </a:spcAft>
              <a:buSzPts val="1800"/>
              <a:buChar char="●"/>
            </a:pPr>
            <a:r>
              <a:rPr lang="en"/>
              <a:t>What is engineering?   </a:t>
            </a:r>
            <a:endParaRPr/>
          </a:p>
          <a:p>
            <a:pPr marL="914400" lvl="1" indent="-317500" algn="l" rtl="0">
              <a:spcBef>
                <a:spcPts val="0"/>
              </a:spcBef>
              <a:spcAft>
                <a:spcPts val="0"/>
              </a:spcAft>
              <a:buSzPts val="1400"/>
              <a:buChar char="○"/>
            </a:pPr>
            <a:r>
              <a:rPr lang="en"/>
              <a:t>Majors</a:t>
            </a:r>
            <a:endParaRPr/>
          </a:p>
          <a:p>
            <a:pPr marL="914400" lvl="1" indent="-317500" algn="l" rtl="0">
              <a:spcBef>
                <a:spcPts val="0"/>
              </a:spcBef>
              <a:spcAft>
                <a:spcPts val="0"/>
              </a:spcAft>
              <a:buSzPts val="1400"/>
              <a:buChar char="○"/>
            </a:pPr>
            <a:r>
              <a:rPr lang="en"/>
              <a:t>Job opportunities</a:t>
            </a:r>
            <a:endParaRPr/>
          </a:p>
          <a:p>
            <a:pPr marL="457200" lvl="0" indent="-342900" algn="l" rtl="0">
              <a:spcBef>
                <a:spcPts val="0"/>
              </a:spcBef>
              <a:spcAft>
                <a:spcPts val="0"/>
              </a:spcAft>
              <a:buSzPts val="1800"/>
              <a:buChar char="●"/>
            </a:pPr>
            <a:r>
              <a:rPr lang="en"/>
              <a:t>Extreme computer literacy</a:t>
            </a:r>
            <a:endParaRPr/>
          </a:p>
          <a:p>
            <a:pPr marL="457200" lvl="0" indent="-342900" algn="l" rtl="0">
              <a:spcBef>
                <a:spcPts val="0"/>
              </a:spcBef>
              <a:spcAft>
                <a:spcPts val="0"/>
              </a:spcAft>
              <a:buSzPts val="1800"/>
              <a:buChar char="●"/>
            </a:pPr>
            <a:r>
              <a:rPr lang="en"/>
              <a:t>Python Programming for engineering</a:t>
            </a:r>
            <a:endParaRPr/>
          </a:p>
          <a:p>
            <a:pPr marL="457200" lvl="0" indent="-342900" algn="l" rtl="0">
              <a:spcBef>
                <a:spcPts val="0"/>
              </a:spcBef>
              <a:spcAft>
                <a:spcPts val="0"/>
              </a:spcAft>
              <a:buSzPts val="1800"/>
              <a:buChar char="●"/>
            </a:pPr>
            <a:r>
              <a:rPr lang="en"/>
              <a:t>Computer Aided Design</a:t>
            </a:r>
            <a:endParaRPr/>
          </a:p>
          <a:p>
            <a:pPr marL="914400" lvl="1" indent="-317500" algn="l" rtl="0">
              <a:spcBef>
                <a:spcPts val="0"/>
              </a:spcBef>
              <a:spcAft>
                <a:spcPts val="0"/>
              </a:spcAft>
              <a:buSzPts val="1400"/>
              <a:buChar char="○"/>
            </a:pPr>
            <a:r>
              <a:rPr lang="en"/>
              <a:t>Engineering Drawings</a:t>
            </a:r>
            <a:endParaRPr/>
          </a:p>
          <a:p>
            <a:pPr marL="914400" lvl="1" indent="-317500" algn="l" rtl="0">
              <a:spcBef>
                <a:spcPts val="0"/>
              </a:spcBef>
              <a:spcAft>
                <a:spcPts val="0"/>
              </a:spcAft>
              <a:buSzPts val="1400"/>
              <a:buChar char="○"/>
            </a:pPr>
            <a:r>
              <a:rPr lang="en"/>
              <a:t>3D modeling</a:t>
            </a:r>
            <a:endParaRPr/>
          </a:p>
          <a:p>
            <a:pPr marL="914400" lvl="1" indent="-317500" algn="l" rtl="0">
              <a:spcBef>
                <a:spcPts val="0"/>
              </a:spcBef>
              <a:spcAft>
                <a:spcPts val="0"/>
              </a:spcAft>
              <a:buSzPts val="1400"/>
              <a:buChar char="○"/>
            </a:pPr>
            <a:r>
              <a:rPr lang="en"/>
              <a:t>3D printing</a:t>
            </a:r>
            <a:endParaRPr/>
          </a:p>
          <a:p>
            <a:pPr marL="457200" lvl="0" indent="-342900" algn="l" rtl="0">
              <a:spcBef>
                <a:spcPts val="0"/>
              </a:spcBef>
              <a:spcAft>
                <a:spcPts val="0"/>
              </a:spcAft>
              <a:buSzPts val="1800"/>
              <a:buChar char="●"/>
            </a:pPr>
            <a:r>
              <a:rPr lang="en"/>
              <a:t>Circuits &amp; electronics</a:t>
            </a:r>
            <a:endParaRPr/>
          </a:p>
          <a:p>
            <a:pPr marL="457200" lvl="0" indent="-342900" algn="l" rtl="0">
              <a:spcBef>
                <a:spcPts val="0"/>
              </a:spcBef>
              <a:spcAft>
                <a:spcPts val="0"/>
              </a:spcAft>
              <a:buSzPts val="1800"/>
              <a:buChar char="●"/>
            </a:pPr>
            <a:r>
              <a:rPr lang="en"/>
              <a:t>Computer measurement</a:t>
            </a:r>
            <a:endParaRPr/>
          </a:p>
          <a:p>
            <a:pPr marL="457200" lvl="0" indent="-342900" algn="l" rtl="0">
              <a:spcBef>
                <a:spcPts val="0"/>
              </a:spcBef>
              <a:spcAft>
                <a:spcPts val="0"/>
              </a:spcAft>
              <a:buSzPts val="1800"/>
              <a:buChar char="●"/>
            </a:pPr>
            <a:r>
              <a:rPr lang="en"/>
              <a:t>Engineering mechanics</a:t>
            </a:r>
            <a:endParaRPr/>
          </a:p>
          <a:p>
            <a:pPr marL="457200" lvl="0" indent="-342900" algn="l" rtl="0">
              <a:spcBef>
                <a:spcPts val="0"/>
              </a:spcBef>
              <a:spcAft>
                <a:spcPts val="0"/>
              </a:spcAft>
              <a:buSzPts val="1800"/>
              <a:buChar char="●"/>
            </a:pPr>
            <a:r>
              <a:rPr lang="en"/>
              <a:t>Final design challenge / project</a:t>
            </a:r>
            <a:endParaRPr/>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95"/>
        <p:cNvGrpSpPr/>
        <p:nvPr/>
      </p:nvGrpSpPr>
      <p:grpSpPr>
        <a:xfrm>
          <a:off x="0" y="0"/>
          <a:ext cx="0" cy="0"/>
          <a:chOff x="0" y="0"/>
          <a:chExt cx="0" cy="0"/>
        </a:xfrm>
      </p:grpSpPr>
      <p:sp>
        <p:nvSpPr>
          <p:cNvPr id="96" name="Google Shape;96;p20"/>
          <p:cNvSpPr txBox="1">
            <a:spLocks noGrp="1"/>
          </p:cNvSpPr>
          <p:nvPr>
            <p:ph type="title"/>
          </p:nvPr>
        </p:nvSpPr>
        <p:spPr>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Course Content</a:t>
            </a:r>
            <a:endParaRPr/>
          </a:p>
        </p:txBody>
      </p:sp>
      <p:sp>
        <p:nvSpPr>
          <p:cNvPr id="97" name="Google Shape;97;p20"/>
          <p:cNvSpPr txBox="1">
            <a:spLocks noGrp="1"/>
          </p:cNvSpPr>
          <p:nvPr>
            <p:ph type="body" idx="1"/>
          </p:nvPr>
        </p:nvSpPr>
        <p:spPr>
          <a:prstGeom prst="rect">
            <a:avLst/>
          </a:prstGeom>
        </p:spPr>
        <p:txBody>
          <a:bodyPr spcFirstLastPara="1" wrap="square" lIns="91425" tIns="91425" rIns="91425" bIns="91425" anchor="t" anchorCtr="0">
            <a:noAutofit/>
          </a:bodyPr>
          <a:lstStyle/>
          <a:p>
            <a:pPr marL="457200" lvl="0" indent="-342900" algn="l" rtl="0">
              <a:spcBef>
                <a:spcPts val="0"/>
              </a:spcBef>
              <a:spcAft>
                <a:spcPts val="0"/>
              </a:spcAft>
              <a:buClr>
                <a:schemeClr val="dk1"/>
              </a:buClr>
              <a:buSzPts val="1800"/>
              <a:buChar char="●"/>
            </a:pPr>
            <a:r>
              <a:rPr lang="en">
                <a:solidFill>
                  <a:schemeClr val="dk1"/>
                </a:solidFill>
              </a:rPr>
              <a:t>Career exploration</a:t>
            </a:r>
            <a:endParaRPr>
              <a:solidFill>
                <a:schemeClr val="dk1"/>
              </a:solidFill>
            </a:endParaRPr>
          </a:p>
          <a:p>
            <a:pPr marL="457200" lvl="0" indent="-342900" algn="l" rtl="0">
              <a:spcBef>
                <a:spcPts val="0"/>
              </a:spcBef>
              <a:spcAft>
                <a:spcPts val="0"/>
              </a:spcAft>
              <a:buClr>
                <a:schemeClr val="dk1"/>
              </a:buClr>
              <a:buSzPts val="1800"/>
              <a:buChar char="●"/>
            </a:pPr>
            <a:r>
              <a:rPr lang="en">
                <a:solidFill>
                  <a:schemeClr val="dk1"/>
                </a:solidFill>
              </a:rPr>
              <a:t>Engineering design process in the real world</a:t>
            </a:r>
            <a:endParaRPr>
              <a:solidFill>
                <a:schemeClr val="dk1"/>
              </a:solidFill>
            </a:endParaRPr>
          </a:p>
          <a:p>
            <a:pPr marL="457200" lvl="0" indent="-342900" algn="l" rtl="0">
              <a:spcBef>
                <a:spcPts val="0"/>
              </a:spcBef>
              <a:spcAft>
                <a:spcPts val="0"/>
              </a:spcAft>
              <a:buClr>
                <a:schemeClr val="dk1"/>
              </a:buClr>
              <a:buSzPts val="1800"/>
              <a:buChar char="●"/>
            </a:pPr>
            <a:r>
              <a:rPr lang="en">
                <a:solidFill>
                  <a:schemeClr val="dk1"/>
                </a:solidFill>
              </a:rPr>
              <a:t>Computer aided design</a:t>
            </a:r>
            <a:endParaRPr>
              <a:solidFill>
                <a:schemeClr val="dk1"/>
              </a:solidFill>
            </a:endParaRPr>
          </a:p>
          <a:p>
            <a:pPr marL="457200" lvl="0" indent="-342900" algn="l" rtl="0">
              <a:spcBef>
                <a:spcPts val="0"/>
              </a:spcBef>
              <a:spcAft>
                <a:spcPts val="0"/>
              </a:spcAft>
              <a:buClr>
                <a:schemeClr val="dk1"/>
              </a:buClr>
              <a:buSzPts val="1800"/>
              <a:buChar char="●"/>
            </a:pPr>
            <a:r>
              <a:rPr lang="en">
                <a:solidFill>
                  <a:schemeClr val="dk1"/>
                </a:solidFill>
              </a:rPr>
              <a:t>Engineering drawings</a:t>
            </a:r>
            <a:endParaRPr>
              <a:solidFill>
                <a:schemeClr val="dk1"/>
              </a:solidFill>
            </a:endParaRPr>
          </a:p>
          <a:p>
            <a:pPr marL="457200" lvl="0" indent="-342900" algn="l" rtl="0">
              <a:spcBef>
                <a:spcPts val="0"/>
              </a:spcBef>
              <a:spcAft>
                <a:spcPts val="0"/>
              </a:spcAft>
              <a:buClr>
                <a:schemeClr val="dk1"/>
              </a:buClr>
              <a:buSzPts val="1800"/>
              <a:buChar char="●"/>
            </a:pPr>
            <a:r>
              <a:rPr lang="en">
                <a:solidFill>
                  <a:schemeClr val="dk1"/>
                </a:solidFill>
              </a:rPr>
              <a:t>3D printing for rapid prototyping</a:t>
            </a:r>
            <a:endParaRPr>
              <a:solidFill>
                <a:schemeClr val="dk1"/>
              </a:solidFill>
            </a:endParaRPr>
          </a:p>
          <a:p>
            <a:pPr marL="457200" lvl="0" indent="0" algn="l" rtl="0">
              <a:spcBef>
                <a:spcPts val="0"/>
              </a:spcBef>
              <a:spcAft>
                <a:spcPts val="0"/>
              </a:spcAft>
              <a:buNone/>
            </a:pPr>
            <a:endParaRPr>
              <a:solidFill>
                <a:schemeClr val="dk1"/>
              </a:solidFill>
            </a:endParaRPr>
          </a:p>
          <a:p>
            <a:pPr marL="0" lvl="0" indent="0" algn="l" rtl="0">
              <a:spcBef>
                <a:spcPts val="0"/>
              </a:spcBef>
              <a:spcAft>
                <a:spcPts val="0"/>
              </a:spcAft>
              <a:buClr>
                <a:schemeClr val="dk1"/>
              </a:buClr>
              <a:buSzPts val="1100"/>
              <a:buFont typeface="Arial"/>
              <a:buNone/>
            </a:pPr>
            <a:endParaRPr sz="1100">
              <a:solidFill>
                <a:schemeClr val="dk1"/>
              </a:solidFill>
            </a:endParaRPr>
          </a:p>
          <a:p>
            <a:pPr marL="0" lvl="0" indent="0" algn="l" rtl="0">
              <a:spcBef>
                <a:spcPts val="0"/>
              </a:spcBef>
              <a:spcAft>
                <a:spcPts val="1600"/>
              </a:spcAft>
              <a:buNone/>
            </a:pPr>
            <a:endParaRPr/>
          </a:p>
        </p:txBody>
      </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107"/>
        <p:cNvGrpSpPr/>
        <p:nvPr/>
      </p:nvGrpSpPr>
      <p:grpSpPr>
        <a:xfrm>
          <a:off x="0" y="0"/>
          <a:ext cx="0" cy="0"/>
          <a:chOff x="0" y="0"/>
          <a:chExt cx="0" cy="0"/>
        </a:xfrm>
      </p:grpSpPr>
      <p:sp>
        <p:nvSpPr>
          <p:cNvPr id="108" name="Google Shape;108;p22"/>
          <p:cNvSpPr txBox="1">
            <a:spLocks noGrp="1"/>
          </p:cNvSpPr>
          <p:nvPr>
            <p:ph type="title"/>
          </p:nvPr>
        </p:nvSpPr>
        <p:spPr>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What is Engineering</a:t>
            </a:r>
            <a:endParaRPr/>
          </a:p>
        </p:txBody>
      </p:sp>
      <p:sp>
        <p:nvSpPr>
          <p:cNvPr id="109" name="Google Shape;109;p22"/>
          <p:cNvSpPr txBox="1">
            <a:spLocks noGrp="1"/>
          </p:cNvSpPr>
          <p:nvPr>
            <p:ph type="body" idx="1"/>
          </p:nvPr>
        </p:nvSpPr>
        <p:spPr>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Roles of an engineer:</a:t>
            </a:r>
            <a:endParaRPr/>
          </a:p>
          <a:p>
            <a:pPr marL="0" lvl="0" indent="0" algn="l" rtl="0">
              <a:spcBef>
                <a:spcPts val="1600"/>
              </a:spcBef>
              <a:spcAft>
                <a:spcPts val="0"/>
              </a:spcAft>
              <a:buNone/>
            </a:pPr>
            <a:r>
              <a:rPr lang="en"/>
              <a:t> - Design - come up with a device to do something or a process to make something</a:t>
            </a:r>
            <a:endParaRPr/>
          </a:p>
          <a:p>
            <a:pPr marL="0" lvl="0" indent="0" algn="l" rtl="0">
              <a:spcBef>
                <a:spcPts val="1600"/>
              </a:spcBef>
              <a:spcAft>
                <a:spcPts val="0"/>
              </a:spcAft>
              <a:buNone/>
            </a:pPr>
            <a:r>
              <a:rPr lang="en"/>
              <a:t> - Analyze - predict how a device or process will behave under certain conditions</a:t>
            </a:r>
            <a:endParaRPr/>
          </a:p>
          <a:p>
            <a:pPr marL="0" lvl="0" indent="0" algn="l" rtl="0">
              <a:spcBef>
                <a:spcPts val="1600"/>
              </a:spcBef>
              <a:spcAft>
                <a:spcPts val="0"/>
              </a:spcAft>
              <a:buNone/>
            </a:pPr>
            <a:r>
              <a:rPr lang="en"/>
              <a:t> - Measure - quantify how a device or process is performing</a:t>
            </a:r>
            <a:endParaRPr/>
          </a:p>
          <a:p>
            <a:pPr marL="0" lvl="0" indent="0" algn="l" rtl="0">
              <a:spcBef>
                <a:spcPts val="1600"/>
              </a:spcBef>
              <a:spcAft>
                <a:spcPts val="0"/>
              </a:spcAft>
              <a:buNone/>
            </a:pPr>
            <a:r>
              <a:rPr lang="en"/>
              <a:t> - Troubleshoot / forensics - figure out why a device or process failed to perform as expected.   </a:t>
            </a:r>
            <a:endParaRPr/>
          </a:p>
          <a:p>
            <a:pPr marL="0" lvl="0" indent="0" algn="l" rtl="0">
              <a:spcBef>
                <a:spcPts val="1600"/>
              </a:spcBef>
              <a:spcAft>
                <a:spcPts val="1600"/>
              </a:spcAft>
              <a:buNone/>
            </a:pPr>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113"/>
        <p:cNvGrpSpPr/>
        <p:nvPr/>
      </p:nvGrpSpPr>
      <p:grpSpPr>
        <a:xfrm>
          <a:off x="0" y="0"/>
          <a:ext cx="0" cy="0"/>
          <a:chOff x="0" y="0"/>
          <a:chExt cx="0" cy="0"/>
        </a:xfrm>
      </p:grpSpPr>
      <p:sp>
        <p:nvSpPr>
          <p:cNvPr id="114" name="Google Shape;114;p23"/>
          <p:cNvSpPr txBox="1">
            <a:spLocks noGrp="1"/>
          </p:cNvSpPr>
          <p:nvPr>
            <p:ph type="title"/>
          </p:nvPr>
        </p:nvSpPr>
        <p:spPr>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Engineering Design Process</a:t>
            </a:r>
            <a:endParaRPr/>
          </a:p>
        </p:txBody>
      </p:sp>
      <p:sp>
        <p:nvSpPr>
          <p:cNvPr id="115" name="Google Shape;115;p23"/>
          <p:cNvSpPr txBox="1">
            <a:spLocks noGrp="1"/>
          </p:cNvSpPr>
          <p:nvPr>
            <p:ph type="body" idx="1"/>
          </p:nvPr>
        </p:nvSpPr>
        <p:spPr>
          <a:prstGeom prst="rect">
            <a:avLst/>
          </a:prstGeom>
        </p:spPr>
        <p:txBody>
          <a:bodyPr spcFirstLastPara="1" wrap="square" lIns="91425" tIns="91425" rIns="91425" bIns="91425" anchor="t" anchorCtr="0">
            <a:noAutofit/>
          </a:bodyPr>
          <a:lstStyle/>
          <a:p>
            <a:pPr marL="0" lvl="0" indent="0" algn="l" rtl="0">
              <a:spcBef>
                <a:spcPts val="0"/>
              </a:spcBef>
              <a:spcAft>
                <a:spcPts val="1600"/>
              </a:spcAft>
              <a:buNone/>
            </a:pPr>
            <a:endParaRPr/>
          </a:p>
        </p:txBody>
      </p:sp>
      <p:pic>
        <p:nvPicPr>
          <p:cNvPr id="116" name="Google Shape;116;p23"/>
          <p:cNvPicPr preferRelativeResize="0"/>
          <p:nvPr/>
        </p:nvPicPr>
        <p:blipFill>
          <a:blip r:embed="rId3">
            <a:alphaModFix/>
          </a:blip>
          <a:stretch>
            <a:fillRect/>
          </a:stretch>
        </p:blipFill>
        <p:spPr>
          <a:xfrm>
            <a:off x="2608225" y="1289073"/>
            <a:ext cx="3040100" cy="3565650"/>
          </a:xfrm>
          <a:prstGeom prst="rect">
            <a:avLst/>
          </a:prstGeom>
          <a:noFill/>
          <a:ln>
            <a:noFill/>
          </a:ln>
        </p:spPr>
      </p:pic>
      <p:sp>
        <p:nvSpPr>
          <p:cNvPr id="117" name="Google Shape;117;p23"/>
          <p:cNvSpPr txBox="1"/>
          <p:nvPr/>
        </p:nvSpPr>
        <p:spPr>
          <a:xfrm>
            <a:off x="5999825" y="4703625"/>
            <a:ext cx="3000000" cy="30000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700"/>
              <a:t>https://www.sciencebuddies.org/science-fair-projects/engineering-design-process/engineering-design-process-steps</a:t>
            </a:r>
            <a:endParaRPr sz="700"/>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121"/>
        <p:cNvGrpSpPr/>
        <p:nvPr/>
      </p:nvGrpSpPr>
      <p:grpSpPr>
        <a:xfrm>
          <a:off x="0" y="0"/>
          <a:ext cx="0" cy="0"/>
          <a:chOff x="0" y="0"/>
          <a:chExt cx="0" cy="0"/>
        </a:xfrm>
      </p:grpSpPr>
      <p:sp>
        <p:nvSpPr>
          <p:cNvPr id="122" name="Google Shape;122;p24"/>
          <p:cNvSpPr txBox="1">
            <a:spLocks noGrp="1"/>
          </p:cNvSpPr>
          <p:nvPr>
            <p:ph type="title"/>
          </p:nvPr>
        </p:nvSpPr>
        <p:spPr>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Engineering Design Process</a:t>
            </a:r>
            <a:endParaRPr/>
          </a:p>
        </p:txBody>
      </p:sp>
      <p:sp>
        <p:nvSpPr>
          <p:cNvPr id="123" name="Google Shape;123;p24"/>
          <p:cNvSpPr txBox="1">
            <a:spLocks noGrp="1"/>
          </p:cNvSpPr>
          <p:nvPr>
            <p:ph type="body" idx="1"/>
          </p:nvPr>
        </p:nvSpPr>
        <p:spPr>
          <a:prstGeom prst="rect">
            <a:avLst/>
          </a:prstGeom>
        </p:spPr>
        <p:txBody>
          <a:bodyPr spcFirstLastPara="1" wrap="square" lIns="91425" tIns="91425" rIns="91425" bIns="91425" anchor="t" anchorCtr="0">
            <a:noAutofit/>
          </a:bodyPr>
          <a:lstStyle/>
          <a:p>
            <a:pPr marL="0" lvl="0" indent="0" algn="l" rtl="0">
              <a:spcBef>
                <a:spcPts val="0"/>
              </a:spcBef>
              <a:spcAft>
                <a:spcPts val="1600"/>
              </a:spcAft>
              <a:buNone/>
            </a:pPr>
            <a:endParaRPr/>
          </a:p>
        </p:txBody>
      </p:sp>
      <p:pic>
        <p:nvPicPr>
          <p:cNvPr id="124" name="Google Shape;124;p24"/>
          <p:cNvPicPr preferRelativeResize="0"/>
          <p:nvPr/>
        </p:nvPicPr>
        <p:blipFill>
          <a:blip r:embed="rId3">
            <a:alphaModFix/>
          </a:blip>
          <a:stretch>
            <a:fillRect/>
          </a:stretch>
        </p:blipFill>
        <p:spPr>
          <a:xfrm>
            <a:off x="2608225" y="1289073"/>
            <a:ext cx="3040100" cy="3565650"/>
          </a:xfrm>
          <a:prstGeom prst="rect">
            <a:avLst/>
          </a:prstGeom>
          <a:noFill/>
          <a:ln>
            <a:noFill/>
          </a:ln>
        </p:spPr>
      </p:pic>
      <p:sp>
        <p:nvSpPr>
          <p:cNvPr id="125" name="Google Shape;125;p24"/>
          <p:cNvSpPr/>
          <p:nvPr/>
        </p:nvSpPr>
        <p:spPr>
          <a:xfrm>
            <a:off x="3028925" y="1221725"/>
            <a:ext cx="1692300" cy="1452000"/>
          </a:xfrm>
          <a:prstGeom prst="ellipse">
            <a:avLst/>
          </a:prstGeom>
          <a:noFill/>
          <a:ln w="76200" cap="flat" cmpd="sng">
            <a:solidFill>
              <a:srgbClr val="FF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26;p24"/>
          <p:cNvSpPr txBox="1"/>
          <p:nvPr/>
        </p:nvSpPr>
        <p:spPr>
          <a:xfrm>
            <a:off x="1211650" y="1673650"/>
            <a:ext cx="2067300" cy="6462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700">
                <a:solidFill>
                  <a:srgbClr val="FF0000"/>
                </a:solidFill>
              </a:rPr>
              <a:t>Knowledge and Experience</a:t>
            </a:r>
            <a:endParaRPr sz="1700">
              <a:solidFill>
                <a:srgbClr val="FF0000"/>
              </a:solidFill>
            </a:endParaRPr>
          </a:p>
        </p:txBody>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130"/>
        <p:cNvGrpSpPr/>
        <p:nvPr/>
      </p:nvGrpSpPr>
      <p:grpSpPr>
        <a:xfrm>
          <a:off x="0" y="0"/>
          <a:ext cx="0" cy="0"/>
          <a:chOff x="0" y="0"/>
          <a:chExt cx="0" cy="0"/>
        </a:xfrm>
      </p:grpSpPr>
      <p:sp>
        <p:nvSpPr>
          <p:cNvPr id="131" name="Google Shape;131;p25"/>
          <p:cNvSpPr txBox="1">
            <a:spLocks noGrp="1"/>
          </p:cNvSpPr>
          <p:nvPr>
            <p:ph type="title"/>
          </p:nvPr>
        </p:nvSpPr>
        <p:spPr>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Engineering Design Process</a:t>
            </a:r>
            <a:endParaRPr/>
          </a:p>
        </p:txBody>
      </p:sp>
      <p:sp>
        <p:nvSpPr>
          <p:cNvPr id="132" name="Google Shape;132;p25"/>
          <p:cNvSpPr txBox="1">
            <a:spLocks noGrp="1"/>
          </p:cNvSpPr>
          <p:nvPr>
            <p:ph type="body" idx="1"/>
          </p:nvPr>
        </p:nvSpPr>
        <p:spPr>
          <a:prstGeom prst="rect">
            <a:avLst/>
          </a:prstGeom>
        </p:spPr>
        <p:txBody>
          <a:bodyPr spcFirstLastPara="1" wrap="square" lIns="91425" tIns="91425" rIns="91425" bIns="91425" anchor="t" anchorCtr="0">
            <a:noAutofit/>
          </a:bodyPr>
          <a:lstStyle/>
          <a:p>
            <a:pPr marL="0" lvl="0" indent="0" algn="l" rtl="0">
              <a:spcBef>
                <a:spcPts val="0"/>
              </a:spcBef>
              <a:spcAft>
                <a:spcPts val="1600"/>
              </a:spcAft>
              <a:buNone/>
            </a:pPr>
            <a:endParaRPr/>
          </a:p>
        </p:txBody>
      </p:sp>
      <p:pic>
        <p:nvPicPr>
          <p:cNvPr id="133" name="Google Shape;133;p25"/>
          <p:cNvPicPr preferRelativeResize="0"/>
          <p:nvPr/>
        </p:nvPicPr>
        <p:blipFill>
          <a:blip r:embed="rId3">
            <a:alphaModFix/>
          </a:blip>
          <a:stretch>
            <a:fillRect/>
          </a:stretch>
        </p:blipFill>
        <p:spPr>
          <a:xfrm>
            <a:off x="2608225" y="1289073"/>
            <a:ext cx="3040100" cy="3565650"/>
          </a:xfrm>
          <a:prstGeom prst="rect">
            <a:avLst/>
          </a:prstGeom>
          <a:noFill/>
          <a:ln>
            <a:noFill/>
          </a:ln>
        </p:spPr>
      </p:pic>
      <p:sp>
        <p:nvSpPr>
          <p:cNvPr id="134" name="Google Shape;134;p25"/>
          <p:cNvSpPr/>
          <p:nvPr/>
        </p:nvSpPr>
        <p:spPr>
          <a:xfrm>
            <a:off x="3028925" y="1221725"/>
            <a:ext cx="1692300" cy="1452000"/>
          </a:xfrm>
          <a:prstGeom prst="ellipse">
            <a:avLst/>
          </a:prstGeom>
          <a:noFill/>
          <a:ln w="76200" cap="flat" cmpd="sng">
            <a:solidFill>
              <a:srgbClr val="FFE59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35;p25"/>
          <p:cNvSpPr txBox="1"/>
          <p:nvPr/>
        </p:nvSpPr>
        <p:spPr>
          <a:xfrm>
            <a:off x="1211650" y="1673650"/>
            <a:ext cx="2067300" cy="6462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700">
                <a:solidFill>
                  <a:srgbClr val="FFE599"/>
                </a:solidFill>
              </a:rPr>
              <a:t>Knowledge and Experience</a:t>
            </a:r>
            <a:endParaRPr sz="1700">
              <a:solidFill>
                <a:srgbClr val="FFE599"/>
              </a:solidFill>
            </a:endParaRPr>
          </a:p>
        </p:txBody>
      </p:sp>
      <p:sp>
        <p:nvSpPr>
          <p:cNvPr id="136" name="Google Shape;136;p25"/>
          <p:cNvSpPr/>
          <p:nvPr/>
        </p:nvSpPr>
        <p:spPr>
          <a:xfrm>
            <a:off x="3028925" y="2442875"/>
            <a:ext cx="1692300" cy="1682700"/>
          </a:xfrm>
          <a:prstGeom prst="ellipse">
            <a:avLst/>
          </a:prstGeom>
          <a:noFill/>
          <a:ln w="76200" cap="flat" cmpd="sng">
            <a:solidFill>
              <a:srgbClr val="FF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37;p25"/>
          <p:cNvSpPr txBox="1"/>
          <p:nvPr/>
        </p:nvSpPr>
        <p:spPr>
          <a:xfrm>
            <a:off x="899225" y="2571750"/>
            <a:ext cx="2129700" cy="3000000"/>
          </a:xfrm>
          <a:prstGeom prst="rect">
            <a:avLst/>
          </a:prstGeom>
          <a:noFill/>
          <a:ln>
            <a:noFill/>
          </a:ln>
        </p:spPr>
        <p:txBody>
          <a:bodyPr spcFirstLastPara="1" wrap="square" lIns="91425" tIns="91425" rIns="91425" bIns="91425" anchor="t" anchorCtr="0">
            <a:noAutofit/>
          </a:bodyPr>
          <a:lstStyle/>
          <a:p>
            <a:pPr marL="457200" lvl="0" indent="-336550" algn="l" rtl="0">
              <a:spcBef>
                <a:spcPts val="0"/>
              </a:spcBef>
              <a:spcAft>
                <a:spcPts val="0"/>
              </a:spcAft>
              <a:buClr>
                <a:srgbClr val="FF0000"/>
              </a:buClr>
              <a:buSzPts val="1700"/>
              <a:buChar char="●"/>
            </a:pPr>
            <a:r>
              <a:rPr lang="en" sz="1700">
                <a:solidFill>
                  <a:srgbClr val="FF0000"/>
                </a:solidFill>
              </a:rPr>
              <a:t>Analysis Tools</a:t>
            </a:r>
            <a:endParaRPr sz="1700">
              <a:solidFill>
                <a:srgbClr val="FF0000"/>
              </a:solidFill>
            </a:endParaRPr>
          </a:p>
          <a:p>
            <a:pPr marL="457200" lvl="0" indent="-336550" algn="l" rtl="0">
              <a:spcBef>
                <a:spcPts val="0"/>
              </a:spcBef>
              <a:spcAft>
                <a:spcPts val="0"/>
              </a:spcAft>
              <a:buClr>
                <a:srgbClr val="FF0000"/>
              </a:buClr>
              <a:buSzPts val="1700"/>
              <a:buChar char="●"/>
            </a:pPr>
            <a:r>
              <a:rPr lang="en" sz="1700">
                <a:solidFill>
                  <a:srgbClr val="FF0000"/>
                </a:solidFill>
              </a:rPr>
              <a:t>Experimental Design</a:t>
            </a:r>
            <a:endParaRPr sz="1700">
              <a:solidFill>
                <a:srgbClr val="FF0000"/>
              </a:solidFill>
            </a:endParaRPr>
          </a:p>
          <a:p>
            <a:pPr marL="457200" lvl="0" indent="-336550" algn="l" rtl="0">
              <a:spcBef>
                <a:spcPts val="0"/>
              </a:spcBef>
              <a:spcAft>
                <a:spcPts val="0"/>
              </a:spcAft>
              <a:buClr>
                <a:srgbClr val="FF0000"/>
              </a:buClr>
              <a:buSzPts val="1700"/>
              <a:buChar char="●"/>
            </a:pPr>
            <a:r>
              <a:rPr lang="en" sz="1700">
                <a:solidFill>
                  <a:srgbClr val="FF0000"/>
                </a:solidFill>
              </a:rPr>
              <a:t>Experimental Measurement</a:t>
            </a:r>
            <a:endParaRPr sz="1700">
              <a:solidFill>
                <a:srgbClr val="FF0000"/>
              </a:solidFill>
            </a:endParaRPr>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show="0">
  <p:cSld>
    <p:spTree>
      <p:nvGrpSpPr>
        <p:cNvPr id="1" name="Shape 147"/>
        <p:cNvGrpSpPr/>
        <p:nvPr/>
      </p:nvGrpSpPr>
      <p:grpSpPr>
        <a:xfrm>
          <a:off x="0" y="0"/>
          <a:ext cx="0" cy="0"/>
          <a:chOff x="0" y="0"/>
          <a:chExt cx="0" cy="0"/>
        </a:xfrm>
      </p:grpSpPr>
      <p:sp>
        <p:nvSpPr>
          <p:cNvPr id="148" name="Google Shape;148;p27"/>
          <p:cNvSpPr txBox="1">
            <a:spLocks noGrp="1"/>
          </p:cNvSpPr>
          <p:nvPr>
            <p:ph type="title"/>
          </p:nvPr>
        </p:nvSpPr>
        <p:spPr>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Quiz</a:t>
            </a:r>
            <a:endParaRPr/>
          </a:p>
        </p:txBody>
      </p:sp>
      <p:sp>
        <p:nvSpPr>
          <p:cNvPr id="149" name="Google Shape;149;p27"/>
          <p:cNvSpPr txBox="1">
            <a:spLocks noGrp="1"/>
          </p:cNvSpPr>
          <p:nvPr>
            <p:ph type="body" idx="1"/>
          </p:nvPr>
        </p:nvSpPr>
        <p:spPr>
          <a:prstGeom prst="rect">
            <a:avLst/>
          </a:prstGeom>
        </p:spPr>
        <p:txBody>
          <a:bodyPr spcFirstLastPara="1" wrap="square" lIns="91425" tIns="91425" rIns="91425" bIns="91425" anchor="t" anchorCtr="0">
            <a:noAutofit/>
          </a:bodyPr>
          <a:lstStyle/>
          <a:p>
            <a:pPr marL="457200" lvl="0" indent="-342900" algn="l" rtl="0">
              <a:lnSpc>
                <a:spcPct val="100000"/>
              </a:lnSpc>
              <a:spcBef>
                <a:spcPts val="0"/>
              </a:spcBef>
              <a:spcAft>
                <a:spcPts val="0"/>
              </a:spcAft>
              <a:buSzPts val="1800"/>
              <a:buChar char="-"/>
            </a:pPr>
            <a:r>
              <a:rPr lang="en"/>
              <a:t>What material(s) would you use to build a bridge?</a:t>
            </a:r>
            <a:endParaRPr/>
          </a:p>
          <a:p>
            <a:pPr marL="457200" lvl="0" indent="-342900" algn="l" rtl="0">
              <a:lnSpc>
                <a:spcPct val="100000"/>
              </a:lnSpc>
              <a:spcBef>
                <a:spcPts val="0"/>
              </a:spcBef>
              <a:spcAft>
                <a:spcPts val="0"/>
              </a:spcAft>
              <a:buSzPts val="1800"/>
              <a:buChar char="-"/>
            </a:pPr>
            <a:r>
              <a:rPr lang="en"/>
              <a:t>How would you design a fire escape from a 2nd floor classroom?</a:t>
            </a:r>
            <a:endParaRPr/>
          </a:p>
          <a:p>
            <a:pPr marL="457200" lvl="0" indent="-342900" algn="l" rtl="0">
              <a:lnSpc>
                <a:spcPct val="100000"/>
              </a:lnSpc>
              <a:spcBef>
                <a:spcPts val="0"/>
              </a:spcBef>
              <a:spcAft>
                <a:spcPts val="0"/>
              </a:spcAft>
              <a:buSzPts val="1800"/>
              <a:buChar char="-"/>
            </a:pPr>
            <a:r>
              <a:rPr lang="en"/>
              <a:t>List 5 ways a computer could “fail,” and the consequences of each failure mode</a:t>
            </a:r>
            <a:endParaRPr/>
          </a:p>
          <a:p>
            <a:pPr marL="457200" lvl="0" indent="-342900" algn="l" rtl="0">
              <a:lnSpc>
                <a:spcPct val="100000"/>
              </a:lnSpc>
              <a:spcBef>
                <a:spcPts val="0"/>
              </a:spcBef>
              <a:spcAft>
                <a:spcPts val="0"/>
              </a:spcAft>
              <a:buSzPts val="1800"/>
              <a:buChar char="-"/>
            </a:pPr>
            <a:r>
              <a:rPr lang="en"/>
              <a:t>You have been asked to make a drinking cup.   How would you make it if you need:</a:t>
            </a:r>
            <a:endParaRPr/>
          </a:p>
          <a:p>
            <a:pPr marL="914400" lvl="1" indent="-342900" algn="l" rtl="0">
              <a:lnSpc>
                <a:spcPct val="100000"/>
              </a:lnSpc>
              <a:spcBef>
                <a:spcPts val="0"/>
              </a:spcBef>
              <a:spcAft>
                <a:spcPts val="0"/>
              </a:spcAft>
              <a:buSzPts val="1800"/>
              <a:buChar char="-"/>
            </a:pPr>
            <a:r>
              <a:rPr lang="en" sz="1800"/>
              <a:t>1</a:t>
            </a:r>
            <a:endParaRPr sz="1800"/>
          </a:p>
          <a:p>
            <a:pPr marL="914400" lvl="1" indent="-342900" algn="l" rtl="0">
              <a:lnSpc>
                <a:spcPct val="100000"/>
              </a:lnSpc>
              <a:spcBef>
                <a:spcPts val="0"/>
              </a:spcBef>
              <a:spcAft>
                <a:spcPts val="0"/>
              </a:spcAft>
              <a:buSzPts val="1800"/>
              <a:buChar char="-"/>
            </a:pPr>
            <a:r>
              <a:rPr lang="en" sz="1800"/>
              <a:t>20</a:t>
            </a:r>
            <a:endParaRPr sz="1800"/>
          </a:p>
          <a:p>
            <a:pPr marL="914400" lvl="1" indent="-342900" algn="l" rtl="0">
              <a:lnSpc>
                <a:spcPct val="100000"/>
              </a:lnSpc>
              <a:spcBef>
                <a:spcPts val="0"/>
              </a:spcBef>
              <a:spcAft>
                <a:spcPts val="0"/>
              </a:spcAft>
              <a:buSzPts val="1800"/>
              <a:buChar char="-"/>
            </a:pPr>
            <a:r>
              <a:rPr lang="en" sz="1800"/>
              <a:t>500</a:t>
            </a:r>
            <a:endParaRPr sz="1800"/>
          </a:p>
          <a:p>
            <a:pPr marL="914400" lvl="1" indent="-342900" algn="l" rtl="0">
              <a:lnSpc>
                <a:spcPct val="100000"/>
              </a:lnSpc>
              <a:spcBef>
                <a:spcPts val="0"/>
              </a:spcBef>
              <a:spcAft>
                <a:spcPts val="0"/>
              </a:spcAft>
              <a:buSzPts val="1800"/>
              <a:buChar char="-"/>
            </a:pPr>
            <a:r>
              <a:rPr lang="en" sz="1800"/>
              <a:t>100,000</a:t>
            </a:r>
            <a:endParaRPr sz="1800"/>
          </a:p>
          <a:p>
            <a:pPr marL="457200" lvl="0" indent="-342900" algn="l" rtl="0">
              <a:lnSpc>
                <a:spcPct val="100000"/>
              </a:lnSpc>
              <a:spcBef>
                <a:spcPts val="0"/>
              </a:spcBef>
              <a:spcAft>
                <a:spcPts val="0"/>
              </a:spcAft>
              <a:buSzPts val="1800"/>
              <a:buChar char="-"/>
            </a:pPr>
            <a:r>
              <a:rPr lang="en"/>
              <a:t>Your company has been contracted to design a new truck wheel.   You are responsible for safety.   How will you confirm that the wheel won’t fail in service?</a:t>
            </a:r>
            <a:endParaRPr/>
          </a:p>
          <a:p>
            <a:pPr marL="0" lvl="0" indent="0" algn="l" rtl="0">
              <a:spcBef>
                <a:spcPts val="0"/>
              </a:spcBef>
              <a:spcAft>
                <a:spcPts val="1600"/>
              </a:spcAft>
              <a:buNone/>
            </a:pPr>
            <a:endParaRPr/>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153"/>
        <p:cNvGrpSpPr/>
        <p:nvPr/>
      </p:nvGrpSpPr>
      <p:grpSpPr>
        <a:xfrm>
          <a:off x="0" y="0"/>
          <a:ext cx="0" cy="0"/>
          <a:chOff x="0" y="0"/>
          <a:chExt cx="0" cy="0"/>
        </a:xfrm>
      </p:grpSpPr>
      <p:sp>
        <p:nvSpPr>
          <p:cNvPr id="154" name="Google Shape;154;p28"/>
          <p:cNvSpPr txBox="1">
            <a:spLocks noGrp="1"/>
          </p:cNvSpPr>
          <p:nvPr>
            <p:ph type="title"/>
          </p:nvPr>
        </p:nvSpPr>
        <p:spPr>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1200" dirty="0"/>
              <a:t>Engineering Design Process  (What does and engineer do) </a:t>
            </a:r>
            <a:endParaRPr sz="1200" dirty="0"/>
          </a:p>
          <a:p>
            <a:pPr marL="0" lvl="0" indent="0" algn="l" rtl="0">
              <a:spcBef>
                <a:spcPts val="0"/>
              </a:spcBef>
              <a:spcAft>
                <a:spcPts val="0"/>
              </a:spcAft>
              <a:buNone/>
            </a:pPr>
            <a:r>
              <a:rPr lang="en" sz="1200" dirty="0"/>
              <a:t>Greg Kremer, Ohio University Department of Mechanical Engineering</a:t>
            </a:r>
            <a:endParaRPr sz="1200" dirty="0"/>
          </a:p>
          <a:p>
            <a:pPr marL="0" lvl="0" indent="0" algn="l" rtl="0">
              <a:spcBef>
                <a:spcPts val="0"/>
              </a:spcBef>
              <a:spcAft>
                <a:spcPts val="0"/>
              </a:spcAft>
              <a:buNone/>
            </a:pPr>
            <a:r>
              <a:rPr lang="en" dirty="0"/>
              <a:t> </a:t>
            </a:r>
            <a:endParaRPr dirty="0"/>
          </a:p>
        </p:txBody>
      </p:sp>
      <p:sp>
        <p:nvSpPr>
          <p:cNvPr id="155" name="Google Shape;155;p28"/>
          <p:cNvSpPr txBox="1">
            <a:spLocks noGrp="1"/>
          </p:cNvSpPr>
          <p:nvPr>
            <p:ph type="body" idx="1"/>
          </p:nvPr>
        </p:nvSpPr>
        <p:spPr>
          <a:prstGeom prst="rect">
            <a:avLst/>
          </a:prstGeom>
        </p:spPr>
        <p:txBody>
          <a:bodyPr spcFirstLastPara="1" wrap="square" lIns="91425" tIns="91425" rIns="91425" bIns="91425" anchor="t" anchorCtr="0">
            <a:noAutofit/>
          </a:bodyPr>
          <a:lstStyle/>
          <a:p>
            <a:pPr marL="0" lvl="0" indent="0" algn="l" rtl="0">
              <a:lnSpc>
                <a:spcPct val="100000"/>
              </a:lnSpc>
              <a:spcBef>
                <a:spcPts val="0"/>
              </a:spcBef>
              <a:spcAft>
                <a:spcPts val="0"/>
              </a:spcAft>
              <a:buNone/>
            </a:pPr>
            <a:r>
              <a:rPr lang="en" sz="1000" dirty="0"/>
              <a:t>Design: Creatively uses methods and tools to devise and develop systems, components, and processes to meet customer needs with consideration for public health, safety, and welfare. </a:t>
            </a:r>
            <a:endParaRPr sz="1000" dirty="0"/>
          </a:p>
          <a:p>
            <a:pPr marL="0" lvl="0" indent="0" algn="l" rtl="0">
              <a:lnSpc>
                <a:spcPct val="100000"/>
              </a:lnSpc>
              <a:spcBef>
                <a:spcPts val="0"/>
              </a:spcBef>
              <a:spcAft>
                <a:spcPts val="0"/>
              </a:spcAft>
              <a:buNone/>
            </a:pPr>
            <a:endParaRPr sz="1000" dirty="0"/>
          </a:p>
          <a:p>
            <a:pPr marL="0" lvl="0" indent="0" algn="l" rtl="0">
              <a:lnSpc>
                <a:spcPct val="100000"/>
              </a:lnSpc>
              <a:spcBef>
                <a:spcPts val="0"/>
              </a:spcBef>
              <a:spcAft>
                <a:spcPts val="0"/>
              </a:spcAft>
              <a:buNone/>
            </a:pPr>
            <a:r>
              <a:rPr lang="en" sz="1000" dirty="0"/>
              <a:t>1. Develop and maintain knowledge of current types of systems, equipment, products, and information technology that accomplish specific design objectives. </a:t>
            </a:r>
            <a:endParaRPr sz="1000" dirty="0"/>
          </a:p>
          <a:p>
            <a:pPr marL="0" lvl="0" indent="0" algn="l" rtl="0">
              <a:lnSpc>
                <a:spcPct val="100000"/>
              </a:lnSpc>
              <a:spcBef>
                <a:spcPts val="0"/>
              </a:spcBef>
              <a:spcAft>
                <a:spcPts val="0"/>
              </a:spcAft>
              <a:buNone/>
            </a:pPr>
            <a:r>
              <a:rPr lang="en" sz="1000" dirty="0"/>
              <a:t>2. Identify pertinent technical, safety, environmental, economic, regulatory, cultural, global, and social project requirements and constraints. </a:t>
            </a:r>
            <a:endParaRPr sz="1000" dirty="0"/>
          </a:p>
          <a:p>
            <a:pPr marL="0" lvl="0" indent="0" algn="l" rtl="0">
              <a:lnSpc>
                <a:spcPct val="100000"/>
              </a:lnSpc>
              <a:spcBef>
                <a:spcPts val="0"/>
              </a:spcBef>
              <a:spcAft>
                <a:spcPts val="0"/>
              </a:spcAft>
              <a:buNone/>
            </a:pPr>
            <a:r>
              <a:rPr lang="en" sz="1000" dirty="0"/>
              <a:t>3. Gather information to fully understand, frame and define the problem to be solved. </a:t>
            </a:r>
            <a:endParaRPr sz="1000" dirty="0"/>
          </a:p>
          <a:p>
            <a:pPr marL="0" lvl="0" indent="0" algn="l" rtl="0">
              <a:lnSpc>
                <a:spcPct val="100000"/>
              </a:lnSpc>
              <a:spcBef>
                <a:spcPts val="0"/>
              </a:spcBef>
              <a:spcAft>
                <a:spcPts val="0"/>
              </a:spcAft>
              <a:buNone/>
            </a:pPr>
            <a:r>
              <a:rPr lang="en" sz="1000" dirty="0"/>
              <a:t>4. Generate alternatives, rapidly test (prototype) and analyze their pros and cons, develop improvements based on evidence, and assist in the selection of an optimized design alternative with consideration of system level effects and interfaces. </a:t>
            </a:r>
            <a:endParaRPr sz="1000" dirty="0"/>
          </a:p>
          <a:p>
            <a:pPr marL="0" lvl="0" indent="0" algn="l" rtl="0">
              <a:lnSpc>
                <a:spcPct val="100000"/>
              </a:lnSpc>
              <a:spcBef>
                <a:spcPts val="0"/>
              </a:spcBef>
              <a:spcAft>
                <a:spcPts val="0"/>
              </a:spcAft>
              <a:buNone/>
            </a:pPr>
            <a:r>
              <a:rPr lang="en" sz="1000" dirty="0"/>
              <a:t>5. Understand and apply heuristics (estimating), design analysis, design methods (FMEA (failure modes and effects analysis), DFMA (design for manufacture and assembly), DFS (design for sustainability)), failure theories, factors of safety, and a systems engineering mindset to complete a detailed design. </a:t>
            </a:r>
            <a:endParaRPr sz="1000" dirty="0"/>
          </a:p>
          <a:p>
            <a:pPr marL="0" lvl="0" indent="0" algn="l" rtl="0">
              <a:lnSpc>
                <a:spcPct val="100000"/>
              </a:lnSpc>
              <a:spcBef>
                <a:spcPts val="0"/>
              </a:spcBef>
              <a:spcAft>
                <a:spcPts val="0"/>
              </a:spcAft>
              <a:buNone/>
            </a:pPr>
            <a:r>
              <a:rPr lang="en" sz="1000" dirty="0"/>
              <a:t>6. Analyze the manufacturing feasibility of a project or product and consider ergonomics and safety for manufacturing and assembly workers. </a:t>
            </a:r>
            <a:endParaRPr sz="1000" dirty="0"/>
          </a:p>
          <a:p>
            <a:pPr marL="0" lvl="0" indent="0" algn="l" rtl="0">
              <a:lnSpc>
                <a:spcPct val="100000"/>
              </a:lnSpc>
              <a:spcBef>
                <a:spcPts val="0"/>
              </a:spcBef>
              <a:spcAft>
                <a:spcPts val="0"/>
              </a:spcAft>
              <a:buNone/>
            </a:pPr>
            <a:r>
              <a:rPr lang="en" sz="1000" dirty="0"/>
              <a:t>7. Identify and use appropriate strategies and processes to test the performance and effectiveness of a proposed solution to an engineering problem, with consideration of accuracy, precision, scale-ability, and similitude. </a:t>
            </a:r>
            <a:endParaRPr sz="1000" dirty="0"/>
          </a:p>
          <a:p>
            <a:pPr marL="0" lvl="0" indent="0" algn="l" rtl="0">
              <a:lnSpc>
                <a:spcPct val="100000"/>
              </a:lnSpc>
              <a:spcBef>
                <a:spcPts val="0"/>
              </a:spcBef>
              <a:spcAft>
                <a:spcPts val="0"/>
              </a:spcAft>
              <a:buNone/>
            </a:pPr>
            <a:r>
              <a:rPr lang="en" sz="1000" dirty="0"/>
              <a:t>8. Understand and apply concepts of safety, risk, reliability, and uncertainty in the design of structures, processes, or systems to protect the health and safety of the public. </a:t>
            </a:r>
            <a:endParaRPr sz="1000" dirty="0"/>
          </a:p>
        </p:txBody>
      </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159"/>
        <p:cNvGrpSpPr/>
        <p:nvPr/>
      </p:nvGrpSpPr>
      <p:grpSpPr>
        <a:xfrm>
          <a:off x="0" y="0"/>
          <a:ext cx="0" cy="0"/>
          <a:chOff x="0" y="0"/>
          <a:chExt cx="0" cy="0"/>
        </a:xfrm>
      </p:grpSpPr>
      <p:sp>
        <p:nvSpPr>
          <p:cNvPr id="160" name="Google Shape;160;p29"/>
          <p:cNvSpPr txBox="1">
            <a:spLocks noGrp="1"/>
          </p:cNvSpPr>
          <p:nvPr>
            <p:ph type="title"/>
          </p:nvPr>
        </p:nvSpPr>
        <p:spPr>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What does an engineer do?</a:t>
            </a:r>
            <a:endParaRPr/>
          </a:p>
        </p:txBody>
      </p:sp>
      <p:sp>
        <p:nvSpPr>
          <p:cNvPr id="161" name="Google Shape;161;p29"/>
          <p:cNvSpPr txBox="1">
            <a:spLocks noGrp="1"/>
          </p:cNvSpPr>
          <p:nvPr>
            <p:ph type="body" idx="1"/>
          </p:nvPr>
        </p:nvSpPr>
        <p:spPr>
          <a:prstGeom prst="rect">
            <a:avLst/>
          </a:prstGeom>
        </p:spPr>
        <p:txBody>
          <a:bodyPr spcFirstLastPara="1" wrap="square" lIns="91425" tIns="91425" rIns="91425" bIns="91425" anchor="t" anchorCtr="0">
            <a:noAutofit/>
          </a:bodyPr>
          <a:lstStyle/>
          <a:p>
            <a:pPr marL="0" lvl="0" indent="0" algn="l" rtl="0">
              <a:lnSpc>
                <a:spcPct val="100000"/>
              </a:lnSpc>
              <a:spcBef>
                <a:spcPts val="0"/>
              </a:spcBef>
              <a:spcAft>
                <a:spcPts val="0"/>
              </a:spcAft>
              <a:buNone/>
            </a:pPr>
            <a:r>
              <a:rPr lang="en" i="1"/>
              <a:t>Develop and maintain knowledge of current types of systems, equipment, products, and information technology that accomplish specific design objectives.</a:t>
            </a:r>
            <a:endParaRPr i="1"/>
          </a:p>
          <a:p>
            <a:pPr marL="0" lvl="0" indent="0" algn="l" rtl="0">
              <a:lnSpc>
                <a:spcPct val="100000"/>
              </a:lnSpc>
              <a:spcBef>
                <a:spcPts val="0"/>
              </a:spcBef>
              <a:spcAft>
                <a:spcPts val="0"/>
              </a:spcAft>
              <a:buNone/>
            </a:pPr>
            <a:endParaRPr i="1"/>
          </a:p>
          <a:p>
            <a:pPr marL="457200" lvl="0" indent="-342900" algn="l" rtl="0">
              <a:lnSpc>
                <a:spcPct val="100000"/>
              </a:lnSpc>
              <a:spcBef>
                <a:spcPts val="0"/>
              </a:spcBef>
              <a:spcAft>
                <a:spcPts val="0"/>
              </a:spcAft>
              <a:buSzPts val="1800"/>
              <a:buChar char="●"/>
            </a:pPr>
            <a:r>
              <a:rPr lang="en"/>
              <a:t>Continuing education - driven by curiosity and interest in your field</a:t>
            </a:r>
            <a:endParaRPr/>
          </a:p>
          <a:p>
            <a:pPr marL="457200" lvl="0" indent="-342900" algn="l" rtl="0">
              <a:lnSpc>
                <a:spcPct val="100000"/>
              </a:lnSpc>
              <a:spcBef>
                <a:spcPts val="0"/>
              </a:spcBef>
              <a:spcAft>
                <a:spcPts val="0"/>
              </a:spcAft>
              <a:buSzPts val="1800"/>
              <a:buChar char="●"/>
            </a:pPr>
            <a:r>
              <a:rPr lang="en"/>
              <a:t>Professional organizations</a:t>
            </a:r>
            <a:endParaRPr/>
          </a:p>
          <a:p>
            <a:pPr marL="914400" lvl="1" indent="-317500" algn="l" rtl="0">
              <a:lnSpc>
                <a:spcPct val="100000"/>
              </a:lnSpc>
              <a:spcBef>
                <a:spcPts val="0"/>
              </a:spcBef>
              <a:spcAft>
                <a:spcPts val="0"/>
              </a:spcAft>
              <a:buSzPts val="1400"/>
              <a:buChar char="○"/>
            </a:pPr>
            <a:r>
              <a:rPr lang="en"/>
              <a:t>American Society of Mechanical Engineers (ASME)</a:t>
            </a:r>
            <a:endParaRPr/>
          </a:p>
          <a:p>
            <a:pPr marL="914400" lvl="1" indent="-317500" algn="l" rtl="0">
              <a:lnSpc>
                <a:spcPct val="100000"/>
              </a:lnSpc>
              <a:spcBef>
                <a:spcPts val="0"/>
              </a:spcBef>
              <a:spcAft>
                <a:spcPts val="0"/>
              </a:spcAft>
              <a:buSzPts val="1400"/>
              <a:buChar char="○"/>
            </a:pPr>
            <a:r>
              <a:rPr lang="en"/>
              <a:t>Institute of Electrical and Electronics Engineers (IEEE)</a:t>
            </a:r>
            <a:endParaRPr/>
          </a:p>
          <a:p>
            <a:pPr marL="914400" lvl="1" indent="-317500" algn="l" rtl="0">
              <a:lnSpc>
                <a:spcPct val="100000"/>
              </a:lnSpc>
              <a:spcBef>
                <a:spcPts val="0"/>
              </a:spcBef>
              <a:spcAft>
                <a:spcPts val="0"/>
              </a:spcAft>
              <a:buSzPts val="1400"/>
              <a:buChar char="○"/>
            </a:pPr>
            <a:r>
              <a:rPr lang="en"/>
              <a:t>American Society of Materials (ASM)</a:t>
            </a:r>
            <a:endParaRPr/>
          </a:p>
          <a:p>
            <a:pPr marL="914400" lvl="1" indent="-317500" algn="l" rtl="0">
              <a:lnSpc>
                <a:spcPct val="100000"/>
              </a:lnSpc>
              <a:spcBef>
                <a:spcPts val="0"/>
              </a:spcBef>
              <a:spcAft>
                <a:spcPts val="0"/>
              </a:spcAft>
              <a:buSzPts val="1400"/>
              <a:buChar char="○"/>
            </a:pPr>
            <a:r>
              <a:rPr lang="en"/>
              <a:t>Society of Women Engineers (SWE)</a:t>
            </a:r>
            <a:endParaRPr/>
          </a:p>
          <a:p>
            <a:pPr marL="457200" lvl="0" indent="-342900" algn="l" rtl="0">
              <a:lnSpc>
                <a:spcPct val="100000"/>
              </a:lnSpc>
              <a:spcBef>
                <a:spcPts val="0"/>
              </a:spcBef>
              <a:spcAft>
                <a:spcPts val="0"/>
              </a:spcAft>
              <a:buSzPts val="1800"/>
              <a:buChar char="●"/>
            </a:pPr>
            <a:r>
              <a:rPr lang="en"/>
              <a:t>Trade magazines (generally free)</a:t>
            </a:r>
            <a:endParaRPr/>
          </a:p>
          <a:p>
            <a:pPr marL="457200" lvl="0" indent="-342900" algn="l" rtl="0">
              <a:lnSpc>
                <a:spcPct val="100000"/>
              </a:lnSpc>
              <a:spcBef>
                <a:spcPts val="0"/>
              </a:spcBef>
              <a:spcAft>
                <a:spcPts val="0"/>
              </a:spcAft>
              <a:buSzPts val="1800"/>
              <a:buChar char="●"/>
            </a:pPr>
            <a:r>
              <a:rPr lang="en"/>
              <a:t>Conferences and trade shows</a:t>
            </a:r>
            <a:endParaRPr/>
          </a:p>
          <a:p>
            <a:pPr marL="0" lvl="0" indent="0" algn="l" rtl="0">
              <a:lnSpc>
                <a:spcPct val="100000"/>
              </a:lnSpc>
              <a:spcBef>
                <a:spcPts val="0"/>
              </a:spcBef>
              <a:spcAft>
                <a:spcPts val="0"/>
              </a:spcAft>
              <a:buClr>
                <a:schemeClr val="dk1"/>
              </a:buClr>
              <a:buSzPts val="1100"/>
              <a:buFont typeface="Arial"/>
              <a:buNone/>
            </a:pPr>
            <a:r>
              <a:rPr lang="en" i="1"/>
              <a:t> </a:t>
            </a:r>
            <a:endParaRPr i="1"/>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165"/>
        <p:cNvGrpSpPr/>
        <p:nvPr/>
      </p:nvGrpSpPr>
      <p:grpSpPr>
        <a:xfrm>
          <a:off x="0" y="0"/>
          <a:ext cx="0" cy="0"/>
          <a:chOff x="0" y="0"/>
          <a:chExt cx="0" cy="0"/>
        </a:xfrm>
      </p:grpSpPr>
      <p:sp>
        <p:nvSpPr>
          <p:cNvPr id="166" name="Google Shape;166;p30"/>
          <p:cNvSpPr txBox="1">
            <a:spLocks noGrp="1"/>
          </p:cNvSpPr>
          <p:nvPr>
            <p:ph type="title"/>
          </p:nvPr>
        </p:nvSpPr>
        <p:spPr>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What does an engineer do?</a:t>
            </a:r>
            <a:endParaRPr/>
          </a:p>
        </p:txBody>
      </p:sp>
      <p:sp>
        <p:nvSpPr>
          <p:cNvPr id="167" name="Google Shape;167;p30"/>
          <p:cNvSpPr txBox="1">
            <a:spLocks noGrp="1"/>
          </p:cNvSpPr>
          <p:nvPr>
            <p:ph type="body" idx="1"/>
          </p:nvPr>
        </p:nvSpPr>
        <p:spPr>
          <a:prstGeom prst="rect">
            <a:avLst/>
          </a:prstGeom>
        </p:spPr>
        <p:txBody>
          <a:bodyPr spcFirstLastPara="1" wrap="square" lIns="91425" tIns="91425" rIns="91425" bIns="91425" anchor="t" anchorCtr="0">
            <a:noAutofit/>
          </a:bodyPr>
          <a:lstStyle/>
          <a:p>
            <a:pPr marL="0" lvl="0" indent="0" algn="l" rtl="0">
              <a:lnSpc>
                <a:spcPct val="100000"/>
              </a:lnSpc>
              <a:spcBef>
                <a:spcPts val="0"/>
              </a:spcBef>
              <a:spcAft>
                <a:spcPts val="0"/>
              </a:spcAft>
              <a:buNone/>
            </a:pPr>
            <a:r>
              <a:rPr lang="en" i="1"/>
              <a:t>Identify pertinent technical, safety, environmental, economic, regulatory, cultural, global, and social project requirements and constraints</a:t>
            </a:r>
            <a:endParaRPr i="1"/>
          </a:p>
          <a:p>
            <a:pPr marL="0" lvl="0" indent="0" algn="l" rtl="0">
              <a:lnSpc>
                <a:spcPct val="100000"/>
              </a:lnSpc>
              <a:spcBef>
                <a:spcPts val="0"/>
              </a:spcBef>
              <a:spcAft>
                <a:spcPts val="0"/>
              </a:spcAft>
              <a:buNone/>
            </a:pPr>
            <a:endParaRPr i="1"/>
          </a:p>
          <a:p>
            <a:pPr marL="457200" lvl="0" indent="-342900" algn="l" rtl="0">
              <a:lnSpc>
                <a:spcPct val="100000"/>
              </a:lnSpc>
              <a:spcBef>
                <a:spcPts val="0"/>
              </a:spcBef>
              <a:spcAft>
                <a:spcPts val="0"/>
              </a:spcAft>
              <a:buSzPts val="1800"/>
              <a:buChar char="●"/>
            </a:pPr>
            <a:r>
              <a:rPr lang="en"/>
              <a:t>Professional Societies</a:t>
            </a:r>
            <a:endParaRPr/>
          </a:p>
          <a:p>
            <a:pPr marL="457200" lvl="0" indent="-342900" algn="l" rtl="0">
              <a:lnSpc>
                <a:spcPct val="100000"/>
              </a:lnSpc>
              <a:spcBef>
                <a:spcPts val="0"/>
              </a:spcBef>
              <a:spcAft>
                <a:spcPts val="0"/>
              </a:spcAft>
              <a:buSzPts val="1800"/>
              <a:buChar char="●"/>
            </a:pPr>
            <a:r>
              <a:rPr lang="en"/>
              <a:t>Employer resources</a:t>
            </a:r>
            <a:endParaRPr/>
          </a:p>
          <a:p>
            <a:pPr marL="457200" lvl="0" indent="-342900" algn="l" rtl="0">
              <a:lnSpc>
                <a:spcPct val="100000"/>
              </a:lnSpc>
              <a:spcBef>
                <a:spcPts val="0"/>
              </a:spcBef>
              <a:spcAft>
                <a:spcPts val="0"/>
              </a:spcAft>
              <a:buSzPts val="1800"/>
              <a:buChar char="●"/>
            </a:pPr>
            <a:r>
              <a:rPr lang="en"/>
              <a:t>General awareness (read the news)</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171"/>
        <p:cNvGrpSpPr/>
        <p:nvPr/>
      </p:nvGrpSpPr>
      <p:grpSpPr>
        <a:xfrm>
          <a:off x="0" y="0"/>
          <a:ext cx="0" cy="0"/>
          <a:chOff x="0" y="0"/>
          <a:chExt cx="0" cy="0"/>
        </a:xfrm>
      </p:grpSpPr>
      <p:sp>
        <p:nvSpPr>
          <p:cNvPr id="172" name="Google Shape;172;p31"/>
          <p:cNvSpPr txBox="1">
            <a:spLocks noGrp="1"/>
          </p:cNvSpPr>
          <p:nvPr>
            <p:ph type="title"/>
          </p:nvPr>
        </p:nvSpPr>
        <p:spPr>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What does an engineer do?</a:t>
            </a:r>
            <a:endParaRPr/>
          </a:p>
        </p:txBody>
      </p:sp>
      <p:sp>
        <p:nvSpPr>
          <p:cNvPr id="173" name="Google Shape;173;p31"/>
          <p:cNvSpPr txBox="1">
            <a:spLocks noGrp="1"/>
          </p:cNvSpPr>
          <p:nvPr>
            <p:ph type="body" idx="1"/>
          </p:nvPr>
        </p:nvSpPr>
        <p:spPr>
          <a:prstGeom prst="rect">
            <a:avLst/>
          </a:prstGeom>
        </p:spPr>
        <p:txBody>
          <a:bodyPr spcFirstLastPara="1" wrap="square" lIns="91425" tIns="91425" rIns="91425" bIns="91425" anchor="t" anchorCtr="0">
            <a:noAutofit/>
          </a:bodyPr>
          <a:lstStyle/>
          <a:p>
            <a:pPr marL="0" lvl="0" indent="0" algn="l" rtl="0">
              <a:lnSpc>
                <a:spcPct val="100000"/>
              </a:lnSpc>
              <a:spcBef>
                <a:spcPts val="0"/>
              </a:spcBef>
              <a:spcAft>
                <a:spcPts val="0"/>
              </a:spcAft>
              <a:buNone/>
            </a:pPr>
            <a:r>
              <a:rPr lang="en" i="1"/>
              <a:t>Gather information to fully understand, frame and define the problem to be solved</a:t>
            </a:r>
            <a:endParaRPr i="1"/>
          </a:p>
          <a:p>
            <a:pPr marL="457200" lvl="0" indent="-342900" algn="l" rtl="0">
              <a:lnSpc>
                <a:spcPct val="100000"/>
              </a:lnSpc>
              <a:spcBef>
                <a:spcPts val="0"/>
              </a:spcBef>
              <a:spcAft>
                <a:spcPts val="0"/>
              </a:spcAft>
              <a:buSzPts val="1800"/>
              <a:buChar char="●"/>
            </a:pPr>
            <a:r>
              <a:rPr lang="en"/>
              <a:t>Understand the needs of the customer</a:t>
            </a:r>
            <a:endParaRPr/>
          </a:p>
          <a:p>
            <a:pPr marL="914400" lvl="1" indent="-317500" algn="l" rtl="0">
              <a:lnSpc>
                <a:spcPct val="100000"/>
              </a:lnSpc>
              <a:spcBef>
                <a:spcPts val="0"/>
              </a:spcBef>
              <a:spcAft>
                <a:spcPts val="0"/>
              </a:spcAft>
              <a:buSzPts val="1400"/>
              <a:buChar char="○"/>
            </a:pPr>
            <a:r>
              <a:rPr lang="en"/>
              <a:t>Who is your customer?</a:t>
            </a:r>
            <a:endParaRPr/>
          </a:p>
          <a:p>
            <a:pPr marL="457200" lvl="0" indent="-342900" algn="l" rtl="0">
              <a:lnSpc>
                <a:spcPct val="100000"/>
              </a:lnSpc>
              <a:spcBef>
                <a:spcPts val="0"/>
              </a:spcBef>
              <a:spcAft>
                <a:spcPts val="0"/>
              </a:spcAft>
              <a:buSzPts val="1800"/>
              <a:buChar char="●"/>
            </a:pPr>
            <a:r>
              <a:rPr lang="en"/>
              <a:t>Prior designs</a:t>
            </a:r>
            <a:endParaRPr/>
          </a:p>
          <a:p>
            <a:pPr marL="914400" lvl="1" indent="-317500" algn="l" rtl="0">
              <a:lnSpc>
                <a:spcPct val="100000"/>
              </a:lnSpc>
              <a:spcBef>
                <a:spcPts val="0"/>
              </a:spcBef>
              <a:spcAft>
                <a:spcPts val="0"/>
              </a:spcAft>
              <a:buSzPts val="1400"/>
              <a:buChar char="○"/>
            </a:pPr>
            <a:r>
              <a:rPr lang="en"/>
              <a:t>Analysis of what worked well</a:t>
            </a:r>
            <a:endParaRPr/>
          </a:p>
          <a:p>
            <a:pPr marL="914400" lvl="1" indent="-317500" algn="l" rtl="0">
              <a:lnSpc>
                <a:spcPct val="100000"/>
              </a:lnSpc>
              <a:spcBef>
                <a:spcPts val="0"/>
              </a:spcBef>
              <a:spcAft>
                <a:spcPts val="0"/>
              </a:spcAft>
              <a:buSzPts val="1400"/>
              <a:buChar char="○"/>
            </a:pPr>
            <a:r>
              <a:rPr lang="en"/>
              <a:t>Analysis of what needs improvement</a:t>
            </a:r>
            <a:endParaRPr/>
          </a:p>
          <a:p>
            <a:pPr marL="457200" lvl="0" indent="-342900" algn="l" rtl="0">
              <a:lnSpc>
                <a:spcPct val="100000"/>
              </a:lnSpc>
              <a:spcBef>
                <a:spcPts val="0"/>
              </a:spcBef>
              <a:spcAft>
                <a:spcPts val="0"/>
              </a:spcAft>
              <a:buSzPts val="1800"/>
              <a:buChar char="●"/>
            </a:pPr>
            <a:r>
              <a:rPr lang="en"/>
              <a:t>Are the customer’s requirements specific or general?</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177"/>
        <p:cNvGrpSpPr/>
        <p:nvPr/>
      </p:nvGrpSpPr>
      <p:grpSpPr>
        <a:xfrm>
          <a:off x="0" y="0"/>
          <a:ext cx="0" cy="0"/>
          <a:chOff x="0" y="0"/>
          <a:chExt cx="0" cy="0"/>
        </a:xfrm>
      </p:grpSpPr>
      <p:sp>
        <p:nvSpPr>
          <p:cNvPr id="178" name="Google Shape;178;p32"/>
          <p:cNvSpPr txBox="1">
            <a:spLocks noGrp="1"/>
          </p:cNvSpPr>
          <p:nvPr>
            <p:ph type="title"/>
          </p:nvPr>
        </p:nvSpPr>
        <p:spPr>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a:t>What does an engineer do?</a:t>
            </a:r>
            <a:endParaRPr/>
          </a:p>
          <a:p>
            <a:pPr marL="0" lvl="0" indent="0" algn="l" rtl="0">
              <a:spcBef>
                <a:spcPts val="0"/>
              </a:spcBef>
              <a:spcAft>
                <a:spcPts val="0"/>
              </a:spcAft>
              <a:buNone/>
            </a:pPr>
            <a:endParaRPr/>
          </a:p>
        </p:txBody>
      </p:sp>
      <p:sp>
        <p:nvSpPr>
          <p:cNvPr id="179" name="Google Shape;179;p32"/>
          <p:cNvSpPr txBox="1">
            <a:spLocks noGrp="1"/>
          </p:cNvSpPr>
          <p:nvPr>
            <p:ph type="body" idx="1"/>
          </p:nvPr>
        </p:nvSpPr>
        <p:spPr>
          <a:xfrm>
            <a:off x="203950" y="1152475"/>
            <a:ext cx="8761500" cy="3416400"/>
          </a:xfrm>
          <a:prstGeom prst="rect">
            <a:avLst/>
          </a:prstGeom>
        </p:spPr>
        <p:txBody>
          <a:bodyPr spcFirstLastPara="1" wrap="square" lIns="91425" tIns="91425" rIns="91425" bIns="91425" anchor="t" anchorCtr="0">
            <a:noAutofit/>
          </a:bodyPr>
          <a:lstStyle/>
          <a:p>
            <a:pPr marL="0" lvl="0" indent="0" algn="l" rtl="0">
              <a:lnSpc>
                <a:spcPct val="100000"/>
              </a:lnSpc>
              <a:spcBef>
                <a:spcPts val="0"/>
              </a:spcBef>
              <a:spcAft>
                <a:spcPts val="0"/>
              </a:spcAft>
              <a:buNone/>
            </a:pPr>
            <a:r>
              <a:rPr lang="en" i="1"/>
              <a:t>Generate alternatives, rapidly test (prototype) and analyze their pros and cons, develop improvements based on evidence, and assist in the selection of an optimized design alternative with consideration of system level effects and interfaces</a:t>
            </a:r>
            <a:endParaRPr i="1"/>
          </a:p>
          <a:p>
            <a:pPr marL="457200" lvl="0" indent="-342900" algn="l" rtl="0">
              <a:lnSpc>
                <a:spcPct val="100000"/>
              </a:lnSpc>
              <a:spcBef>
                <a:spcPts val="0"/>
              </a:spcBef>
              <a:spcAft>
                <a:spcPts val="0"/>
              </a:spcAft>
              <a:buSzPts val="1800"/>
              <a:buChar char="●"/>
            </a:pPr>
            <a:r>
              <a:rPr lang="en"/>
              <a:t>This is what is commonly referred to in K-12 STEM curriculum as “the engineering design process” or “design thinking.”</a:t>
            </a:r>
            <a:endParaRPr/>
          </a:p>
          <a:p>
            <a:pPr marL="457200" lvl="0" indent="-342900" algn="l" rtl="0">
              <a:lnSpc>
                <a:spcPct val="100000"/>
              </a:lnSpc>
              <a:spcBef>
                <a:spcPts val="0"/>
              </a:spcBef>
              <a:spcAft>
                <a:spcPts val="0"/>
              </a:spcAft>
              <a:buSzPts val="1800"/>
              <a:buChar char="●"/>
            </a:pPr>
            <a:r>
              <a:rPr lang="en"/>
              <a:t>It has traditionally been overlooked in education, but is fundamental to the engineering process</a:t>
            </a:r>
            <a:endParaRPr/>
          </a:p>
          <a:p>
            <a:pPr marL="457200" lvl="0" indent="-342900" algn="l" rtl="0">
              <a:lnSpc>
                <a:spcPct val="100000"/>
              </a:lnSpc>
              <a:spcBef>
                <a:spcPts val="0"/>
              </a:spcBef>
              <a:spcAft>
                <a:spcPts val="0"/>
              </a:spcAft>
              <a:buSzPts val="1800"/>
              <a:buChar char="●"/>
            </a:pPr>
            <a:r>
              <a:rPr lang="en"/>
              <a:t>Traditional engineering education tends to focus on the “rapidly test” item</a:t>
            </a:r>
            <a:endParaRPr/>
          </a:p>
          <a:p>
            <a:pPr marL="914400" lvl="1" indent="-317500" algn="l" rtl="0">
              <a:lnSpc>
                <a:spcPct val="100000"/>
              </a:lnSpc>
              <a:spcBef>
                <a:spcPts val="0"/>
              </a:spcBef>
              <a:spcAft>
                <a:spcPts val="0"/>
              </a:spcAft>
              <a:buSzPts val="1400"/>
              <a:buChar char="○"/>
            </a:pPr>
            <a:r>
              <a:rPr lang="en"/>
              <a:t>Mathematical &amp; analytical tools </a:t>
            </a:r>
            <a:endParaRPr/>
          </a:p>
          <a:p>
            <a:pPr marL="914400" lvl="1" indent="-317500" algn="l" rtl="0">
              <a:lnSpc>
                <a:spcPct val="100000"/>
              </a:lnSpc>
              <a:spcBef>
                <a:spcPts val="0"/>
              </a:spcBef>
              <a:spcAft>
                <a:spcPts val="0"/>
              </a:spcAft>
              <a:buSzPts val="1400"/>
              <a:buChar char="○"/>
            </a:pPr>
            <a:r>
              <a:rPr lang="en"/>
              <a:t>Developing mental heuristics based on experience (“gut feel”)</a:t>
            </a:r>
            <a:endParaRPr/>
          </a:p>
          <a:p>
            <a:pPr marL="457200" lvl="0" indent="0" algn="l" rtl="0">
              <a:lnSpc>
                <a:spcPct val="100000"/>
              </a:lnSpc>
              <a:spcBef>
                <a:spcPts val="0"/>
              </a:spcBef>
              <a:spcAft>
                <a:spcPts val="0"/>
              </a:spcAft>
              <a:buNone/>
            </a:pPr>
            <a:endParaRPr/>
          </a:p>
          <a:p>
            <a:pPr marL="0" lvl="0" indent="0" algn="l" rtl="0">
              <a:lnSpc>
                <a:spcPct val="100000"/>
              </a:lnSpc>
              <a:spcBef>
                <a:spcPts val="0"/>
              </a:spcBef>
              <a:spcAft>
                <a:spcPts val="0"/>
              </a:spcAft>
              <a:buClr>
                <a:schemeClr val="dk1"/>
              </a:buClr>
              <a:buSzPts val="1100"/>
              <a:buFont typeface="Arial"/>
              <a:buNone/>
            </a:pPr>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183"/>
        <p:cNvGrpSpPr/>
        <p:nvPr/>
      </p:nvGrpSpPr>
      <p:grpSpPr>
        <a:xfrm>
          <a:off x="0" y="0"/>
          <a:ext cx="0" cy="0"/>
          <a:chOff x="0" y="0"/>
          <a:chExt cx="0" cy="0"/>
        </a:xfrm>
      </p:grpSpPr>
      <p:sp>
        <p:nvSpPr>
          <p:cNvPr id="184" name="Google Shape;184;p33"/>
          <p:cNvSpPr txBox="1">
            <a:spLocks noGrp="1"/>
          </p:cNvSpPr>
          <p:nvPr>
            <p:ph type="title"/>
          </p:nvPr>
        </p:nvSpPr>
        <p:spPr>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a:t>What does an engineer do?</a:t>
            </a:r>
            <a:endParaRPr/>
          </a:p>
          <a:p>
            <a:pPr marL="0" lvl="0" indent="0" algn="l" rtl="0">
              <a:spcBef>
                <a:spcPts val="0"/>
              </a:spcBef>
              <a:spcAft>
                <a:spcPts val="0"/>
              </a:spcAft>
              <a:buNone/>
            </a:pPr>
            <a:endParaRPr/>
          </a:p>
        </p:txBody>
      </p:sp>
      <p:sp>
        <p:nvSpPr>
          <p:cNvPr id="185" name="Google Shape;185;p33"/>
          <p:cNvSpPr txBox="1">
            <a:spLocks noGrp="1"/>
          </p:cNvSpPr>
          <p:nvPr>
            <p:ph type="body" idx="1"/>
          </p:nvPr>
        </p:nvSpPr>
        <p:spPr>
          <a:prstGeom prst="rect">
            <a:avLst/>
          </a:prstGeom>
        </p:spPr>
        <p:txBody>
          <a:bodyPr spcFirstLastPara="1" wrap="square" lIns="91425" tIns="91425" rIns="91425" bIns="91425" anchor="t" anchorCtr="0">
            <a:noAutofit/>
          </a:bodyPr>
          <a:lstStyle/>
          <a:p>
            <a:pPr marL="0" lvl="0" indent="0" algn="l" rtl="0">
              <a:lnSpc>
                <a:spcPct val="100000"/>
              </a:lnSpc>
              <a:spcBef>
                <a:spcPts val="0"/>
              </a:spcBef>
              <a:spcAft>
                <a:spcPts val="0"/>
              </a:spcAft>
              <a:buNone/>
            </a:pPr>
            <a:r>
              <a:rPr lang="en" i="1"/>
              <a:t>Understand and apply heuristics (estimating), design analysis, design methods (FMEA (failure modes and effects analysis), DFMA (design for manufacture and assembly), DFS (design for sustainability)), failure theories, factors of safety, and a systems engineering mindset to complete a detailed design.</a:t>
            </a:r>
            <a:endParaRPr i="1"/>
          </a:p>
          <a:p>
            <a:pPr marL="457200" lvl="0" indent="-342900" algn="l" rtl="0">
              <a:lnSpc>
                <a:spcPct val="100000"/>
              </a:lnSpc>
              <a:spcBef>
                <a:spcPts val="0"/>
              </a:spcBef>
              <a:spcAft>
                <a:spcPts val="0"/>
              </a:spcAft>
              <a:buSzPts val="1800"/>
              <a:buChar char="●"/>
            </a:pPr>
            <a:r>
              <a:rPr lang="en"/>
              <a:t>These are all formalized approaches to design</a:t>
            </a:r>
            <a:endParaRPr/>
          </a:p>
          <a:p>
            <a:pPr marL="457200" lvl="0" indent="-342900" algn="l" rtl="0">
              <a:lnSpc>
                <a:spcPct val="100000"/>
              </a:lnSpc>
              <a:spcBef>
                <a:spcPts val="0"/>
              </a:spcBef>
              <a:spcAft>
                <a:spcPts val="0"/>
              </a:spcAft>
              <a:buSzPts val="1800"/>
              <a:buChar char="●"/>
            </a:pPr>
            <a:r>
              <a:rPr lang="en"/>
              <a:t>Summarized as:</a:t>
            </a:r>
            <a:endParaRPr/>
          </a:p>
          <a:p>
            <a:pPr marL="914400" lvl="1" indent="-317500" algn="l" rtl="0">
              <a:lnSpc>
                <a:spcPct val="100000"/>
              </a:lnSpc>
              <a:spcBef>
                <a:spcPts val="0"/>
              </a:spcBef>
              <a:spcAft>
                <a:spcPts val="0"/>
              </a:spcAft>
              <a:buSzPts val="1400"/>
              <a:buChar char="○"/>
            </a:pPr>
            <a:r>
              <a:rPr lang="en"/>
              <a:t>What can go wrong?</a:t>
            </a:r>
            <a:endParaRPr/>
          </a:p>
          <a:p>
            <a:pPr marL="914400" lvl="1" indent="-317500" algn="l" rtl="0">
              <a:lnSpc>
                <a:spcPct val="100000"/>
              </a:lnSpc>
              <a:spcBef>
                <a:spcPts val="0"/>
              </a:spcBef>
              <a:spcAft>
                <a:spcPts val="0"/>
              </a:spcAft>
              <a:buSzPts val="1400"/>
              <a:buChar char="○"/>
            </a:pPr>
            <a:r>
              <a:rPr lang="en"/>
              <a:t>What happens if it does go wrong?</a:t>
            </a:r>
            <a:endParaRPr/>
          </a:p>
          <a:p>
            <a:pPr marL="914400" lvl="1" indent="-317500" algn="l" rtl="0">
              <a:lnSpc>
                <a:spcPct val="100000"/>
              </a:lnSpc>
              <a:spcBef>
                <a:spcPts val="0"/>
              </a:spcBef>
              <a:spcAft>
                <a:spcPts val="0"/>
              </a:spcAft>
              <a:buSzPts val="1400"/>
              <a:buChar char="○"/>
            </a:pPr>
            <a:r>
              <a:rPr lang="en"/>
              <a:t>If it does go wrong, how do I minimize the impact?</a:t>
            </a:r>
            <a:endParaRPr/>
          </a:p>
          <a:p>
            <a:pPr marL="457200" lvl="0" indent="-342900" algn="l" rtl="0">
              <a:lnSpc>
                <a:spcPct val="100000"/>
              </a:lnSpc>
              <a:spcBef>
                <a:spcPts val="0"/>
              </a:spcBef>
              <a:spcAft>
                <a:spcPts val="0"/>
              </a:spcAft>
              <a:buSzPts val="1800"/>
              <a:buChar char="●"/>
            </a:pPr>
            <a:r>
              <a:rPr lang="en"/>
              <a:t>Relatively new concepts (last 20 years)</a:t>
            </a:r>
            <a:endParaRPr/>
          </a:p>
          <a:p>
            <a:pPr marL="457200" lvl="0" indent="-342900" algn="l" rtl="0">
              <a:lnSpc>
                <a:spcPct val="100000"/>
              </a:lnSpc>
              <a:spcBef>
                <a:spcPts val="0"/>
              </a:spcBef>
              <a:spcAft>
                <a:spcPts val="0"/>
              </a:spcAft>
              <a:buSzPts val="1800"/>
              <a:buChar char="●"/>
            </a:pPr>
            <a:r>
              <a:rPr lang="en"/>
              <a:t>Some engineering programs are introducing this in junior/senior level classes</a:t>
            </a:r>
            <a:endParaRPr/>
          </a:p>
          <a:p>
            <a:pPr marL="457200" lvl="0" indent="-342900" algn="l" rtl="0">
              <a:lnSpc>
                <a:spcPct val="100000"/>
              </a:lnSpc>
              <a:spcBef>
                <a:spcPts val="0"/>
              </a:spcBef>
              <a:spcAft>
                <a:spcPts val="0"/>
              </a:spcAft>
              <a:buSzPts val="1800"/>
              <a:buChar char="●"/>
            </a:pPr>
            <a:r>
              <a:rPr lang="en"/>
              <a:t>Varying implementation in industry -- can separate strong from struggling companies</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189"/>
        <p:cNvGrpSpPr/>
        <p:nvPr/>
      </p:nvGrpSpPr>
      <p:grpSpPr>
        <a:xfrm>
          <a:off x="0" y="0"/>
          <a:ext cx="0" cy="0"/>
          <a:chOff x="0" y="0"/>
          <a:chExt cx="0" cy="0"/>
        </a:xfrm>
      </p:grpSpPr>
      <p:sp>
        <p:nvSpPr>
          <p:cNvPr id="190" name="Google Shape;190;p34"/>
          <p:cNvSpPr txBox="1">
            <a:spLocks noGrp="1"/>
          </p:cNvSpPr>
          <p:nvPr>
            <p:ph type="title"/>
          </p:nvPr>
        </p:nvSpPr>
        <p:spPr>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a:t>What does an engineer do?</a:t>
            </a:r>
            <a:endParaRPr/>
          </a:p>
          <a:p>
            <a:pPr marL="0" lvl="0" indent="0" algn="l" rtl="0">
              <a:spcBef>
                <a:spcPts val="0"/>
              </a:spcBef>
              <a:spcAft>
                <a:spcPts val="0"/>
              </a:spcAft>
              <a:buNone/>
            </a:pPr>
            <a:endParaRPr/>
          </a:p>
        </p:txBody>
      </p:sp>
      <p:sp>
        <p:nvSpPr>
          <p:cNvPr id="191" name="Google Shape;191;p34"/>
          <p:cNvSpPr txBox="1">
            <a:spLocks noGrp="1"/>
          </p:cNvSpPr>
          <p:nvPr>
            <p:ph type="body" idx="1"/>
          </p:nvPr>
        </p:nvSpPr>
        <p:spPr>
          <a:prstGeom prst="rect">
            <a:avLst/>
          </a:prstGeom>
        </p:spPr>
        <p:txBody>
          <a:bodyPr spcFirstLastPara="1" wrap="square" lIns="91425" tIns="91425" rIns="91425" bIns="91425" anchor="t" anchorCtr="0">
            <a:noAutofit/>
          </a:bodyPr>
          <a:lstStyle/>
          <a:p>
            <a:pPr marL="0" lvl="0" indent="0" algn="l" rtl="0">
              <a:lnSpc>
                <a:spcPct val="100000"/>
              </a:lnSpc>
              <a:spcBef>
                <a:spcPts val="0"/>
              </a:spcBef>
              <a:spcAft>
                <a:spcPts val="0"/>
              </a:spcAft>
              <a:buNone/>
            </a:pPr>
            <a:r>
              <a:rPr lang="en" i="1"/>
              <a:t>Analyze the manufacturing feasibility of a project or product and consider ergonomics and safety for manufacturing and assembly workers.</a:t>
            </a:r>
            <a:endParaRPr i="1"/>
          </a:p>
          <a:p>
            <a:pPr marL="457200" lvl="0" indent="-342900" algn="l" rtl="0">
              <a:lnSpc>
                <a:spcPct val="100000"/>
              </a:lnSpc>
              <a:spcBef>
                <a:spcPts val="0"/>
              </a:spcBef>
              <a:spcAft>
                <a:spcPts val="0"/>
              </a:spcAft>
              <a:buSzPts val="1800"/>
              <a:buChar char="●"/>
            </a:pPr>
            <a:r>
              <a:rPr lang="en"/>
              <a:t>A key part of design is ensuring that what you design can be built</a:t>
            </a:r>
            <a:endParaRPr/>
          </a:p>
          <a:p>
            <a:pPr marL="914400" lvl="1" indent="-317500" algn="l" rtl="0">
              <a:lnSpc>
                <a:spcPct val="100000"/>
              </a:lnSpc>
              <a:spcBef>
                <a:spcPts val="0"/>
              </a:spcBef>
              <a:spcAft>
                <a:spcPts val="0"/>
              </a:spcAft>
              <a:buSzPts val="1400"/>
              <a:buChar char="○"/>
            </a:pPr>
            <a:r>
              <a:rPr lang="en"/>
              <a:t>Feasibility</a:t>
            </a:r>
            <a:endParaRPr/>
          </a:p>
          <a:p>
            <a:pPr marL="914400" lvl="1" indent="-317500" algn="l" rtl="0">
              <a:lnSpc>
                <a:spcPct val="100000"/>
              </a:lnSpc>
              <a:spcBef>
                <a:spcPts val="0"/>
              </a:spcBef>
              <a:spcAft>
                <a:spcPts val="0"/>
              </a:spcAft>
              <a:buSzPts val="1400"/>
              <a:buChar char="○"/>
            </a:pPr>
            <a:r>
              <a:rPr lang="en"/>
              <a:t>Cost</a:t>
            </a:r>
            <a:endParaRPr/>
          </a:p>
          <a:p>
            <a:pPr marL="457200" lvl="0" indent="-342900" algn="l" rtl="0">
              <a:lnSpc>
                <a:spcPct val="100000"/>
              </a:lnSpc>
              <a:spcBef>
                <a:spcPts val="0"/>
              </a:spcBef>
              <a:spcAft>
                <a:spcPts val="0"/>
              </a:spcAft>
              <a:buSzPts val="1800"/>
              <a:buChar char="●"/>
            </a:pPr>
            <a:r>
              <a:rPr lang="en"/>
              <a:t>Manufacturing feasibility often includes boring things like the current capabilities of the company.</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195"/>
        <p:cNvGrpSpPr/>
        <p:nvPr/>
      </p:nvGrpSpPr>
      <p:grpSpPr>
        <a:xfrm>
          <a:off x="0" y="0"/>
          <a:ext cx="0" cy="0"/>
          <a:chOff x="0" y="0"/>
          <a:chExt cx="0" cy="0"/>
        </a:xfrm>
      </p:grpSpPr>
      <p:sp>
        <p:nvSpPr>
          <p:cNvPr id="196" name="Google Shape;196;p35"/>
          <p:cNvSpPr txBox="1">
            <a:spLocks noGrp="1"/>
          </p:cNvSpPr>
          <p:nvPr>
            <p:ph type="title"/>
          </p:nvPr>
        </p:nvSpPr>
        <p:spPr>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a:t>What does an engineer do?</a:t>
            </a:r>
            <a:endParaRPr/>
          </a:p>
          <a:p>
            <a:pPr marL="0" lvl="0" indent="0" algn="l" rtl="0">
              <a:spcBef>
                <a:spcPts val="0"/>
              </a:spcBef>
              <a:spcAft>
                <a:spcPts val="0"/>
              </a:spcAft>
              <a:buNone/>
            </a:pPr>
            <a:endParaRPr/>
          </a:p>
        </p:txBody>
      </p:sp>
      <p:sp>
        <p:nvSpPr>
          <p:cNvPr id="197" name="Google Shape;197;p35"/>
          <p:cNvSpPr txBox="1">
            <a:spLocks noGrp="1"/>
          </p:cNvSpPr>
          <p:nvPr>
            <p:ph type="body" idx="1"/>
          </p:nvPr>
        </p:nvSpPr>
        <p:spPr>
          <a:prstGeom prst="rect">
            <a:avLst/>
          </a:prstGeom>
        </p:spPr>
        <p:txBody>
          <a:bodyPr spcFirstLastPara="1" wrap="square" lIns="91425" tIns="91425" rIns="91425" bIns="91425" anchor="t" anchorCtr="0">
            <a:noAutofit/>
          </a:bodyPr>
          <a:lstStyle/>
          <a:p>
            <a:pPr marL="0" lvl="0" indent="0" algn="l" rtl="0">
              <a:lnSpc>
                <a:spcPct val="100000"/>
              </a:lnSpc>
              <a:spcBef>
                <a:spcPts val="0"/>
              </a:spcBef>
              <a:spcAft>
                <a:spcPts val="0"/>
              </a:spcAft>
              <a:buNone/>
            </a:pPr>
            <a:r>
              <a:rPr lang="en" i="1"/>
              <a:t>Identify and use appropriate strategies and processes to test the performance and effectiveness of a proposed solution to an engineering problem, with consideration of accuracy, precision, scale-ability, and similitude.</a:t>
            </a:r>
            <a:endParaRPr i="1"/>
          </a:p>
          <a:p>
            <a:pPr marL="457200" lvl="0" indent="-342900" algn="l" rtl="0">
              <a:lnSpc>
                <a:spcPct val="100000"/>
              </a:lnSpc>
              <a:spcBef>
                <a:spcPts val="0"/>
              </a:spcBef>
              <a:spcAft>
                <a:spcPts val="0"/>
              </a:spcAft>
              <a:buSzPts val="1800"/>
              <a:buChar char="●"/>
            </a:pPr>
            <a:r>
              <a:rPr lang="en"/>
              <a:t>Modeling</a:t>
            </a:r>
            <a:endParaRPr/>
          </a:p>
          <a:p>
            <a:pPr marL="914400" lvl="1" indent="-317500" algn="l" rtl="0">
              <a:lnSpc>
                <a:spcPct val="100000"/>
              </a:lnSpc>
              <a:spcBef>
                <a:spcPts val="0"/>
              </a:spcBef>
              <a:spcAft>
                <a:spcPts val="0"/>
              </a:spcAft>
              <a:buSzPts val="1400"/>
              <a:buChar char="○"/>
            </a:pPr>
            <a:r>
              <a:rPr lang="en"/>
              <a:t>Heuristics</a:t>
            </a:r>
            <a:endParaRPr/>
          </a:p>
          <a:p>
            <a:pPr marL="914400" lvl="1" indent="-317500" algn="l" rtl="0">
              <a:lnSpc>
                <a:spcPct val="100000"/>
              </a:lnSpc>
              <a:spcBef>
                <a:spcPts val="0"/>
              </a:spcBef>
              <a:spcAft>
                <a:spcPts val="0"/>
              </a:spcAft>
              <a:buSzPts val="1400"/>
              <a:buChar char="○"/>
            </a:pPr>
            <a:r>
              <a:rPr lang="en"/>
              <a:t>Analytical models</a:t>
            </a:r>
            <a:endParaRPr/>
          </a:p>
          <a:p>
            <a:pPr marL="914400" lvl="1" indent="-317500" algn="l" rtl="0">
              <a:lnSpc>
                <a:spcPct val="100000"/>
              </a:lnSpc>
              <a:spcBef>
                <a:spcPts val="0"/>
              </a:spcBef>
              <a:spcAft>
                <a:spcPts val="0"/>
              </a:spcAft>
              <a:buSzPts val="1400"/>
              <a:buChar char="○"/>
            </a:pPr>
            <a:r>
              <a:rPr lang="en"/>
              <a:t>Computer models</a:t>
            </a:r>
            <a:endParaRPr/>
          </a:p>
          <a:p>
            <a:pPr marL="914400" lvl="1" indent="-317500" algn="l" rtl="0">
              <a:lnSpc>
                <a:spcPct val="100000"/>
              </a:lnSpc>
              <a:spcBef>
                <a:spcPts val="0"/>
              </a:spcBef>
              <a:spcAft>
                <a:spcPts val="0"/>
              </a:spcAft>
              <a:buSzPts val="1400"/>
              <a:buChar char="○"/>
            </a:pPr>
            <a:r>
              <a:rPr lang="en"/>
              <a:t>Subscale physical models</a:t>
            </a:r>
            <a:endParaRPr/>
          </a:p>
          <a:p>
            <a:pPr marL="914400" lvl="1" indent="-317500" algn="l" rtl="0">
              <a:lnSpc>
                <a:spcPct val="100000"/>
              </a:lnSpc>
              <a:spcBef>
                <a:spcPts val="0"/>
              </a:spcBef>
              <a:spcAft>
                <a:spcPts val="0"/>
              </a:spcAft>
              <a:buSzPts val="1400"/>
              <a:buChar char="○"/>
            </a:pPr>
            <a:r>
              <a:rPr lang="en"/>
              <a:t>Full scale prototypes</a:t>
            </a:r>
            <a:endParaRPr/>
          </a:p>
          <a:p>
            <a:pPr marL="457200" lvl="0" indent="0" algn="l" rtl="0">
              <a:lnSpc>
                <a:spcPct val="100000"/>
              </a:lnSpc>
              <a:spcBef>
                <a:spcPts val="0"/>
              </a:spcBef>
              <a:spcAft>
                <a:spcPts val="0"/>
              </a:spcAft>
              <a:buNone/>
            </a:pPr>
            <a:endParaRPr/>
          </a:p>
        </p:txBody>
      </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201"/>
        <p:cNvGrpSpPr/>
        <p:nvPr/>
      </p:nvGrpSpPr>
      <p:grpSpPr>
        <a:xfrm>
          <a:off x="0" y="0"/>
          <a:ext cx="0" cy="0"/>
          <a:chOff x="0" y="0"/>
          <a:chExt cx="0" cy="0"/>
        </a:xfrm>
      </p:grpSpPr>
      <p:sp>
        <p:nvSpPr>
          <p:cNvPr id="202" name="Google Shape;202;p36"/>
          <p:cNvSpPr txBox="1">
            <a:spLocks noGrp="1"/>
          </p:cNvSpPr>
          <p:nvPr>
            <p:ph type="title"/>
          </p:nvPr>
        </p:nvSpPr>
        <p:spPr>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a:t>What does an engineer do?</a:t>
            </a:r>
            <a:endParaRPr/>
          </a:p>
          <a:p>
            <a:pPr marL="0" lvl="0" indent="0" algn="l" rtl="0">
              <a:spcBef>
                <a:spcPts val="0"/>
              </a:spcBef>
              <a:spcAft>
                <a:spcPts val="0"/>
              </a:spcAft>
              <a:buClr>
                <a:schemeClr val="dk1"/>
              </a:buClr>
              <a:buSzPts val="1100"/>
              <a:buFont typeface="Arial"/>
              <a:buNone/>
            </a:pPr>
            <a:endParaRPr/>
          </a:p>
          <a:p>
            <a:pPr marL="0" lvl="0" indent="0" algn="l" rtl="0">
              <a:spcBef>
                <a:spcPts val="0"/>
              </a:spcBef>
              <a:spcAft>
                <a:spcPts val="0"/>
              </a:spcAft>
              <a:buNone/>
            </a:pPr>
            <a:endParaRPr/>
          </a:p>
        </p:txBody>
      </p:sp>
      <p:sp>
        <p:nvSpPr>
          <p:cNvPr id="203" name="Google Shape;203;p36"/>
          <p:cNvSpPr txBox="1">
            <a:spLocks noGrp="1"/>
          </p:cNvSpPr>
          <p:nvPr>
            <p:ph type="body" idx="1"/>
          </p:nvPr>
        </p:nvSpPr>
        <p:spPr>
          <a:prstGeom prst="rect">
            <a:avLst/>
          </a:prstGeom>
        </p:spPr>
        <p:txBody>
          <a:bodyPr spcFirstLastPara="1" wrap="square" lIns="91425" tIns="91425" rIns="91425" bIns="91425" anchor="t" anchorCtr="0">
            <a:noAutofit/>
          </a:bodyPr>
          <a:lstStyle/>
          <a:p>
            <a:pPr marL="0" lvl="0" indent="0" algn="l" rtl="0">
              <a:lnSpc>
                <a:spcPct val="100000"/>
              </a:lnSpc>
              <a:spcBef>
                <a:spcPts val="0"/>
              </a:spcBef>
              <a:spcAft>
                <a:spcPts val="0"/>
              </a:spcAft>
              <a:buNone/>
            </a:pPr>
            <a:r>
              <a:rPr lang="en" i="1"/>
              <a:t>Understand and apply concepts of safety, risk, reliability, and uncertainty in the design of structures, processes, or systems to protect the health and safety of the public.</a:t>
            </a:r>
            <a:endParaRPr i="1"/>
          </a:p>
          <a:p>
            <a:pPr marL="457200" lvl="0" indent="-342900" algn="l" rtl="0">
              <a:lnSpc>
                <a:spcPct val="100000"/>
              </a:lnSpc>
              <a:spcBef>
                <a:spcPts val="0"/>
              </a:spcBef>
              <a:spcAft>
                <a:spcPts val="0"/>
              </a:spcAft>
              <a:buSzPts val="1800"/>
              <a:buChar char="●"/>
            </a:pPr>
            <a:r>
              <a:rPr lang="en"/>
              <a:t>Murphy’s law:  “If anything can go wrong, it will”</a:t>
            </a:r>
            <a:endParaRPr/>
          </a:p>
          <a:p>
            <a:pPr marL="457200" lvl="0" indent="-342900" algn="l" rtl="0">
              <a:lnSpc>
                <a:spcPct val="100000"/>
              </a:lnSpc>
              <a:spcBef>
                <a:spcPts val="0"/>
              </a:spcBef>
              <a:spcAft>
                <a:spcPts val="0"/>
              </a:spcAft>
              <a:buSzPts val="1800"/>
              <a:buChar char="●"/>
            </a:pPr>
            <a:r>
              <a:rPr lang="en"/>
              <a:t>As an engineer, it is your job to keep Murphy at bay.</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207"/>
        <p:cNvGrpSpPr/>
        <p:nvPr/>
      </p:nvGrpSpPr>
      <p:grpSpPr>
        <a:xfrm>
          <a:off x="0" y="0"/>
          <a:ext cx="0" cy="0"/>
          <a:chOff x="0" y="0"/>
          <a:chExt cx="0" cy="0"/>
        </a:xfrm>
      </p:grpSpPr>
      <p:sp>
        <p:nvSpPr>
          <p:cNvPr id="208" name="Google Shape;208;p37"/>
          <p:cNvSpPr txBox="1">
            <a:spLocks noGrp="1"/>
          </p:cNvSpPr>
          <p:nvPr>
            <p:ph type="title"/>
          </p:nvPr>
        </p:nvSpPr>
        <p:spPr>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800" dirty="0"/>
              <a:t>Jobs and degrees similar to engineering</a:t>
            </a:r>
            <a:endParaRPr sz="2800" dirty="0"/>
          </a:p>
        </p:txBody>
      </p:sp>
      <p:sp>
        <p:nvSpPr>
          <p:cNvPr id="209" name="Google Shape;209;p37"/>
          <p:cNvSpPr txBox="1">
            <a:spLocks noGrp="1"/>
          </p:cNvSpPr>
          <p:nvPr>
            <p:ph type="body" idx="1"/>
          </p:nvPr>
        </p:nvSpPr>
        <p:spPr>
          <a:prstGeom prst="rect">
            <a:avLst/>
          </a:prstGeom>
        </p:spPr>
        <p:txBody>
          <a:bodyPr spcFirstLastPara="1" wrap="square" lIns="91425" tIns="91425" rIns="91425" bIns="91425" anchor="t" anchorCtr="0">
            <a:noAutofit/>
          </a:bodyPr>
          <a:lstStyle/>
          <a:p>
            <a:pPr marL="457200" lvl="0" indent="-342900" algn="l" rtl="0">
              <a:spcBef>
                <a:spcPts val="0"/>
              </a:spcBef>
              <a:spcAft>
                <a:spcPts val="0"/>
              </a:spcAft>
              <a:buSzPts val="1800"/>
              <a:buChar char="●"/>
            </a:pPr>
            <a:r>
              <a:rPr lang="en"/>
              <a:t>Technician</a:t>
            </a:r>
            <a:endParaRPr/>
          </a:p>
          <a:p>
            <a:pPr marL="914400" lvl="1" indent="-317500" algn="l" rtl="0">
              <a:spcBef>
                <a:spcPts val="0"/>
              </a:spcBef>
              <a:spcAft>
                <a:spcPts val="0"/>
              </a:spcAft>
              <a:buSzPts val="1400"/>
              <a:buChar char="○"/>
            </a:pPr>
            <a:r>
              <a:rPr lang="en"/>
              <a:t>Focus on operations rather than theory</a:t>
            </a:r>
            <a:endParaRPr/>
          </a:p>
          <a:p>
            <a:pPr marL="914400" lvl="1" indent="-317500" algn="l" rtl="0">
              <a:spcBef>
                <a:spcPts val="0"/>
              </a:spcBef>
              <a:spcAft>
                <a:spcPts val="0"/>
              </a:spcAft>
              <a:buSzPts val="1400"/>
              <a:buChar char="○"/>
            </a:pPr>
            <a:r>
              <a:rPr lang="en"/>
              <a:t>Audio Engineer</a:t>
            </a:r>
            <a:endParaRPr/>
          </a:p>
          <a:p>
            <a:pPr marL="914400" lvl="1" indent="-317500" algn="l" rtl="0">
              <a:spcBef>
                <a:spcPts val="0"/>
              </a:spcBef>
              <a:spcAft>
                <a:spcPts val="0"/>
              </a:spcAft>
              <a:buSzPts val="1400"/>
              <a:buChar char="○"/>
            </a:pPr>
            <a:r>
              <a:rPr lang="en"/>
              <a:t>Machine operator</a:t>
            </a:r>
            <a:endParaRPr/>
          </a:p>
          <a:p>
            <a:pPr marL="914400" lvl="1" indent="-317500" algn="l" rtl="0">
              <a:spcBef>
                <a:spcPts val="0"/>
              </a:spcBef>
              <a:spcAft>
                <a:spcPts val="0"/>
              </a:spcAft>
              <a:buSzPts val="1400"/>
              <a:buChar char="○"/>
            </a:pPr>
            <a:r>
              <a:rPr lang="en"/>
              <a:t>Maintenance technician</a:t>
            </a:r>
            <a:endParaRPr/>
          </a:p>
          <a:p>
            <a:pPr marL="457200" lvl="0" indent="-342900" algn="l" rtl="0">
              <a:spcBef>
                <a:spcPts val="0"/>
              </a:spcBef>
              <a:spcAft>
                <a:spcPts val="0"/>
              </a:spcAft>
              <a:buSzPts val="1800"/>
              <a:buChar char="●"/>
            </a:pPr>
            <a:r>
              <a:rPr lang="en"/>
              <a:t>Scientist</a:t>
            </a:r>
            <a:endParaRPr/>
          </a:p>
          <a:p>
            <a:pPr marL="914400" lvl="1" indent="-317500" algn="l" rtl="0">
              <a:spcBef>
                <a:spcPts val="0"/>
              </a:spcBef>
              <a:spcAft>
                <a:spcPts val="0"/>
              </a:spcAft>
              <a:buSzPts val="1400"/>
              <a:buChar char="○"/>
            </a:pPr>
            <a:r>
              <a:rPr lang="en"/>
              <a:t>Focus on very fundamental behavior vs application</a:t>
            </a:r>
            <a:endParaRPr/>
          </a:p>
          <a:p>
            <a:pPr marL="914400" lvl="1" indent="-317500" algn="l" rtl="0">
              <a:spcBef>
                <a:spcPts val="0"/>
              </a:spcBef>
              <a:spcAft>
                <a:spcPts val="0"/>
              </a:spcAft>
              <a:buSzPts val="1400"/>
              <a:buChar char="○"/>
            </a:pPr>
            <a:r>
              <a:rPr lang="en"/>
              <a:t>Chemist</a:t>
            </a:r>
            <a:endParaRPr/>
          </a:p>
          <a:p>
            <a:pPr marL="914400" lvl="1" indent="-317500" algn="l" rtl="0">
              <a:spcBef>
                <a:spcPts val="0"/>
              </a:spcBef>
              <a:spcAft>
                <a:spcPts val="0"/>
              </a:spcAft>
              <a:buSzPts val="1400"/>
              <a:buChar char="○"/>
            </a:pPr>
            <a:r>
              <a:rPr lang="en"/>
              <a:t>Physicist</a:t>
            </a:r>
            <a:endParaRPr/>
          </a:p>
          <a:p>
            <a:pPr marL="914400" lvl="1" indent="-317500" algn="l" rtl="0">
              <a:spcBef>
                <a:spcPts val="0"/>
              </a:spcBef>
              <a:spcAft>
                <a:spcPts val="0"/>
              </a:spcAft>
              <a:buSzPts val="1400"/>
              <a:buChar char="○"/>
            </a:pPr>
            <a:r>
              <a:rPr lang="en"/>
              <a:t>Biologist</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213"/>
        <p:cNvGrpSpPr/>
        <p:nvPr/>
      </p:nvGrpSpPr>
      <p:grpSpPr>
        <a:xfrm>
          <a:off x="0" y="0"/>
          <a:ext cx="0" cy="0"/>
          <a:chOff x="0" y="0"/>
          <a:chExt cx="0" cy="0"/>
        </a:xfrm>
      </p:grpSpPr>
      <p:sp>
        <p:nvSpPr>
          <p:cNvPr id="214" name="Google Shape;214;p38"/>
          <p:cNvSpPr txBox="1">
            <a:spLocks noGrp="1"/>
          </p:cNvSpPr>
          <p:nvPr>
            <p:ph type="title"/>
          </p:nvPr>
        </p:nvSpPr>
        <p:spPr>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What makes an “Engineer”</a:t>
            </a:r>
            <a:endParaRPr/>
          </a:p>
        </p:txBody>
      </p:sp>
      <p:sp>
        <p:nvSpPr>
          <p:cNvPr id="215" name="Google Shape;215;p38"/>
          <p:cNvSpPr txBox="1">
            <a:spLocks noGrp="1"/>
          </p:cNvSpPr>
          <p:nvPr>
            <p:ph type="body" idx="1"/>
          </p:nvPr>
        </p:nvSpPr>
        <p:spPr>
          <a:prstGeom prst="rect">
            <a:avLst/>
          </a:prstGeom>
        </p:spPr>
        <p:txBody>
          <a:bodyPr spcFirstLastPara="1" wrap="square" lIns="91425" tIns="91425" rIns="91425" bIns="91425" anchor="t" anchorCtr="0">
            <a:noAutofit/>
          </a:bodyPr>
          <a:lstStyle/>
          <a:p>
            <a:pPr marL="457200" lvl="0" indent="-342900" algn="l" rtl="0">
              <a:spcBef>
                <a:spcPts val="0"/>
              </a:spcBef>
              <a:spcAft>
                <a:spcPts val="0"/>
              </a:spcAft>
              <a:buSzPts val="1800"/>
              <a:buChar char="●"/>
            </a:pPr>
            <a:r>
              <a:rPr lang="en"/>
              <a:t>A “degreed engineer” is a graduate of a 4 year ABET accredited engineering program</a:t>
            </a:r>
            <a:endParaRPr/>
          </a:p>
          <a:p>
            <a:pPr marL="457200" lvl="0" indent="-342900" algn="l" rtl="0">
              <a:spcBef>
                <a:spcPts val="0"/>
              </a:spcBef>
              <a:spcAft>
                <a:spcPts val="0"/>
              </a:spcAft>
              <a:buSzPts val="1800"/>
              <a:buChar char="●"/>
            </a:pPr>
            <a:r>
              <a:rPr lang="en"/>
              <a:t>ABET - Accreditation Board for Engineering and Technology</a:t>
            </a:r>
            <a:endParaRPr/>
          </a:p>
          <a:p>
            <a:pPr marL="914400" lvl="1" indent="-317500" algn="l" rtl="0">
              <a:spcBef>
                <a:spcPts val="0"/>
              </a:spcBef>
              <a:spcAft>
                <a:spcPts val="0"/>
              </a:spcAft>
              <a:buSzPts val="1400"/>
              <a:buChar char="○"/>
            </a:pPr>
            <a:r>
              <a:rPr lang="en"/>
              <a:t>Sets standards for various degrees</a:t>
            </a:r>
            <a:endParaRPr/>
          </a:p>
          <a:p>
            <a:pPr marL="914400" lvl="1" indent="-317500" algn="l" rtl="0">
              <a:spcBef>
                <a:spcPts val="0"/>
              </a:spcBef>
              <a:spcAft>
                <a:spcPts val="0"/>
              </a:spcAft>
              <a:buSzPts val="1400"/>
              <a:buChar char="○"/>
            </a:pPr>
            <a:r>
              <a:rPr lang="en"/>
              <a:t>Audits school degree programs for content and outcomes</a:t>
            </a:r>
            <a:endParaRPr/>
          </a:p>
          <a:p>
            <a:pPr marL="457200" lvl="0" indent="-342900" algn="l" rtl="0">
              <a:spcBef>
                <a:spcPts val="0"/>
              </a:spcBef>
              <a:spcAft>
                <a:spcPts val="0"/>
              </a:spcAft>
              <a:buSzPts val="1800"/>
              <a:buChar char="●"/>
            </a:pPr>
            <a:r>
              <a:rPr lang="en"/>
              <a:t>A degree from an ABET program is often a requirement for jobs, certification, etc.</a:t>
            </a:r>
            <a:endParaRPr/>
          </a:p>
          <a:p>
            <a:pPr marL="457200" lvl="0" indent="-342900" algn="l" rtl="0">
              <a:spcBef>
                <a:spcPts val="0"/>
              </a:spcBef>
              <a:spcAft>
                <a:spcPts val="0"/>
              </a:spcAft>
              <a:buSzPts val="1800"/>
              <a:buChar char="●"/>
            </a:pPr>
            <a:r>
              <a:rPr lang="en"/>
              <a:t>A “Professional Engineer” (PE) is a degreed engineer with additional certification and testing</a:t>
            </a:r>
            <a:endParaRPr/>
          </a:p>
          <a:p>
            <a:pPr marL="914400" lvl="1" indent="-317500" algn="l" rtl="0">
              <a:spcBef>
                <a:spcPts val="0"/>
              </a:spcBef>
              <a:spcAft>
                <a:spcPts val="0"/>
              </a:spcAft>
              <a:buSzPts val="1400"/>
              <a:buChar char="○"/>
            </a:pPr>
            <a:r>
              <a:rPr lang="en"/>
              <a:t>Requires 5 years practical experience under supervision of a PE</a:t>
            </a:r>
            <a:endParaRPr/>
          </a:p>
          <a:p>
            <a:pPr marL="914400" lvl="1" indent="-317500" algn="l" rtl="0">
              <a:spcBef>
                <a:spcPts val="0"/>
              </a:spcBef>
              <a:spcAft>
                <a:spcPts val="0"/>
              </a:spcAft>
              <a:buSzPts val="1400"/>
              <a:buChar char="○"/>
            </a:pPr>
            <a:r>
              <a:rPr lang="en"/>
              <a:t>Certification is required to sign off on projects related to public safety</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219"/>
        <p:cNvGrpSpPr/>
        <p:nvPr/>
      </p:nvGrpSpPr>
      <p:grpSpPr>
        <a:xfrm>
          <a:off x="0" y="0"/>
          <a:ext cx="0" cy="0"/>
          <a:chOff x="0" y="0"/>
          <a:chExt cx="0" cy="0"/>
        </a:xfrm>
      </p:grpSpPr>
      <p:sp>
        <p:nvSpPr>
          <p:cNvPr id="220" name="Google Shape;220;p39"/>
          <p:cNvSpPr txBox="1">
            <a:spLocks noGrp="1"/>
          </p:cNvSpPr>
          <p:nvPr>
            <p:ph type="title"/>
          </p:nvPr>
        </p:nvSpPr>
        <p:spPr>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Engineering Degrees</a:t>
            </a:r>
            <a:endParaRPr/>
          </a:p>
        </p:txBody>
      </p:sp>
      <p:sp>
        <p:nvSpPr>
          <p:cNvPr id="221" name="Google Shape;221;p39"/>
          <p:cNvSpPr txBox="1">
            <a:spLocks noGrp="1"/>
          </p:cNvSpPr>
          <p:nvPr>
            <p:ph type="body" idx="1"/>
          </p:nvPr>
        </p:nvSpPr>
        <p:spPr>
          <a:prstGeom prst="rect">
            <a:avLst/>
          </a:prstGeom>
        </p:spPr>
        <p:txBody>
          <a:bodyPr spcFirstLastPara="1" wrap="square" lIns="91425" tIns="91425" rIns="91425" bIns="91425" anchor="t" anchorCtr="0">
            <a:noAutofit/>
          </a:bodyPr>
          <a:lstStyle/>
          <a:p>
            <a:pPr marL="457200" lvl="0" indent="-355600" algn="l" rtl="0">
              <a:spcBef>
                <a:spcPts val="0"/>
              </a:spcBef>
              <a:spcAft>
                <a:spcPts val="0"/>
              </a:spcAft>
              <a:buSzPts val="2000"/>
              <a:buChar char="●"/>
            </a:pPr>
            <a:r>
              <a:rPr lang="en" sz="2000"/>
              <a:t>Mechanical</a:t>
            </a:r>
            <a:endParaRPr sz="2000"/>
          </a:p>
          <a:p>
            <a:pPr marL="457200" lvl="0" indent="-355600" algn="l" rtl="0">
              <a:spcBef>
                <a:spcPts val="0"/>
              </a:spcBef>
              <a:spcAft>
                <a:spcPts val="0"/>
              </a:spcAft>
              <a:buSzPts val="2000"/>
              <a:buChar char="●"/>
            </a:pPr>
            <a:r>
              <a:rPr lang="en" sz="2000"/>
              <a:t>Electrical</a:t>
            </a:r>
            <a:endParaRPr sz="2000"/>
          </a:p>
          <a:p>
            <a:pPr marL="457200" lvl="0" indent="-355600" algn="l" rtl="0">
              <a:spcBef>
                <a:spcPts val="0"/>
              </a:spcBef>
              <a:spcAft>
                <a:spcPts val="0"/>
              </a:spcAft>
              <a:buSzPts val="2000"/>
              <a:buChar char="●"/>
            </a:pPr>
            <a:r>
              <a:rPr lang="en" sz="2000"/>
              <a:t>Civil</a:t>
            </a:r>
            <a:endParaRPr sz="2000"/>
          </a:p>
          <a:p>
            <a:pPr marL="457200" lvl="0" indent="-355600" algn="l" rtl="0">
              <a:spcBef>
                <a:spcPts val="0"/>
              </a:spcBef>
              <a:spcAft>
                <a:spcPts val="0"/>
              </a:spcAft>
              <a:buSzPts val="2000"/>
              <a:buChar char="●"/>
            </a:pPr>
            <a:r>
              <a:rPr lang="en" sz="2000"/>
              <a:t>Chemical</a:t>
            </a:r>
            <a:endParaRPr sz="2000"/>
          </a:p>
          <a:p>
            <a:pPr marL="457200" lvl="0" indent="-355600" algn="l" rtl="0">
              <a:spcBef>
                <a:spcPts val="0"/>
              </a:spcBef>
              <a:spcAft>
                <a:spcPts val="0"/>
              </a:spcAft>
              <a:buSzPts val="2000"/>
              <a:buChar char="●"/>
            </a:pPr>
            <a:r>
              <a:rPr lang="en" sz="2000"/>
              <a:t>Industrial</a:t>
            </a:r>
            <a:endParaRPr sz="2000"/>
          </a:p>
        </p:txBody>
      </p:sp>
      <p:sp>
        <p:nvSpPr>
          <p:cNvPr id="222" name="Google Shape;222;p39"/>
          <p:cNvSpPr txBox="1">
            <a:spLocks noGrp="1"/>
          </p:cNvSpPr>
          <p:nvPr>
            <p:ph type="body" idx="2"/>
          </p:nvPr>
        </p:nvSpPr>
        <p:spPr>
          <a:prstGeom prst="rect">
            <a:avLst/>
          </a:prstGeom>
        </p:spPr>
        <p:txBody>
          <a:bodyPr spcFirstLastPara="1" wrap="square" lIns="91425" tIns="91425" rIns="91425" bIns="91425" anchor="t" anchorCtr="0">
            <a:noAutofit/>
          </a:bodyPr>
          <a:lstStyle/>
          <a:p>
            <a:pPr marL="457200" lvl="0" indent="-355600" algn="l" rtl="0">
              <a:spcBef>
                <a:spcPts val="0"/>
              </a:spcBef>
              <a:spcAft>
                <a:spcPts val="0"/>
              </a:spcAft>
              <a:buSzPts val="2000"/>
              <a:buChar char="●"/>
            </a:pPr>
            <a:r>
              <a:rPr lang="en" sz="2000"/>
              <a:t>Materials Engineering</a:t>
            </a:r>
            <a:endParaRPr sz="2000"/>
          </a:p>
          <a:p>
            <a:pPr marL="457200" lvl="0" indent="-355600" algn="l" rtl="0">
              <a:spcBef>
                <a:spcPts val="0"/>
              </a:spcBef>
              <a:spcAft>
                <a:spcPts val="0"/>
              </a:spcAft>
              <a:buSzPts val="2000"/>
              <a:buChar char="●"/>
            </a:pPr>
            <a:r>
              <a:rPr lang="en" sz="2000"/>
              <a:t>Biomedical / Biomechanical</a:t>
            </a:r>
            <a:endParaRPr sz="2000"/>
          </a:p>
          <a:p>
            <a:pPr marL="457200" lvl="0" indent="-355600" algn="l" rtl="0">
              <a:spcBef>
                <a:spcPts val="0"/>
              </a:spcBef>
              <a:spcAft>
                <a:spcPts val="0"/>
              </a:spcAft>
              <a:buSzPts val="2000"/>
              <a:buChar char="●"/>
            </a:pPr>
            <a:r>
              <a:rPr lang="en" sz="2000"/>
              <a:t>Manufacturing</a:t>
            </a:r>
            <a:endParaRPr sz="2000"/>
          </a:p>
          <a:p>
            <a:pPr marL="457200" lvl="0" indent="-355600" algn="l" rtl="0">
              <a:spcBef>
                <a:spcPts val="0"/>
              </a:spcBef>
              <a:spcAft>
                <a:spcPts val="0"/>
              </a:spcAft>
              <a:buSzPts val="2000"/>
              <a:buChar char="●"/>
            </a:pPr>
            <a:r>
              <a:rPr lang="en" sz="2000"/>
              <a:t>Aerospace</a:t>
            </a:r>
            <a:endParaRPr sz="2000"/>
          </a:p>
          <a:p>
            <a:pPr marL="457200" lvl="0" indent="-355600" algn="l" rtl="0">
              <a:spcBef>
                <a:spcPts val="0"/>
              </a:spcBef>
              <a:spcAft>
                <a:spcPts val="0"/>
              </a:spcAft>
              <a:buSzPts val="2000"/>
              <a:buChar char="●"/>
            </a:pPr>
            <a:r>
              <a:rPr lang="en" sz="2000"/>
              <a:t>Mechatronics / Robotics</a:t>
            </a:r>
            <a:endParaRPr sz="2000"/>
          </a:p>
          <a:p>
            <a:pPr marL="457200" lvl="0" indent="-355600" algn="l" rtl="0">
              <a:spcBef>
                <a:spcPts val="0"/>
              </a:spcBef>
              <a:spcAft>
                <a:spcPts val="0"/>
              </a:spcAft>
              <a:buSzPts val="2000"/>
              <a:buChar char="●"/>
            </a:pPr>
            <a:r>
              <a:rPr lang="en" sz="2000"/>
              <a:t>Software Engineer</a:t>
            </a:r>
            <a:endParaRPr sz="2000"/>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226"/>
        <p:cNvGrpSpPr/>
        <p:nvPr/>
      </p:nvGrpSpPr>
      <p:grpSpPr>
        <a:xfrm>
          <a:off x="0" y="0"/>
          <a:ext cx="0" cy="0"/>
          <a:chOff x="0" y="0"/>
          <a:chExt cx="0" cy="0"/>
        </a:xfrm>
      </p:grpSpPr>
      <p:sp>
        <p:nvSpPr>
          <p:cNvPr id="227" name="Google Shape;227;p40"/>
          <p:cNvSpPr txBox="1">
            <a:spLocks noGrp="1"/>
          </p:cNvSpPr>
          <p:nvPr>
            <p:ph type="title"/>
          </p:nvPr>
        </p:nvSpPr>
        <p:spPr>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Engineer vs Scientist</a:t>
            </a:r>
            <a:endParaRPr/>
          </a:p>
        </p:txBody>
      </p:sp>
      <p:sp>
        <p:nvSpPr>
          <p:cNvPr id="228" name="Google Shape;228;p40"/>
          <p:cNvSpPr txBox="1">
            <a:spLocks noGrp="1"/>
          </p:cNvSpPr>
          <p:nvPr>
            <p:ph type="body" idx="1"/>
          </p:nvPr>
        </p:nvSpPr>
        <p:spPr>
          <a:prstGeom prst="rect">
            <a:avLst/>
          </a:prstGeom>
        </p:spPr>
        <p:txBody>
          <a:bodyPr spcFirstLastPara="1" wrap="square" lIns="91425" tIns="91425" rIns="91425" bIns="91425" anchor="t" anchorCtr="0">
            <a:noAutofit/>
          </a:bodyPr>
          <a:lstStyle/>
          <a:p>
            <a:pPr marL="457200" lvl="0" indent="-317500" algn="l" rtl="0">
              <a:spcBef>
                <a:spcPts val="0"/>
              </a:spcBef>
              <a:spcAft>
                <a:spcPts val="0"/>
              </a:spcAft>
              <a:buSzPts val="1400"/>
              <a:buChar char="●"/>
            </a:pPr>
            <a:r>
              <a:rPr lang="en"/>
              <a:t>Scientist seeks to understand and describe behavior of natural phenomena</a:t>
            </a:r>
            <a:endParaRPr/>
          </a:p>
          <a:p>
            <a:pPr marL="457200" lvl="0" indent="0" algn="l" rtl="0">
              <a:spcBef>
                <a:spcPts val="1600"/>
              </a:spcBef>
              <a:spcAft>
                <a:spcPts val="0"/>
              </a:spcAft>
              <a:buNone/>
            </a:pPr>
            <a:r>
              <a:rPr lang="en"/>
              <a:t> </a:t>
            </a:r>
            <a:endParaRPr/>
          </a:p>
          <a:p>
            <a:pPr marL="914400" lvl="1" indent="-304800" algn="l" rtl="0">
              <a:spcBef>
                <a:spcPts val="1600"/>
              </a:spcBef>
              <a:spcAft>
                <a:spcPts val="0"/>
              </a:spcAft>
              <a:buSzPts val="1200"/>
              <a:buChar char="○"/>
            </a:pPr>
            <a:r>
              <a:rPr lang="en"/>
              <a:t>Describe why materials break</a:t>
            </a:r>
            <a:endParaRPr/>
          </a:p>
          <a:p>
            <a:pPr marL="914400" lvl="1" indent="-304800" algn="l" rtl="0">
              <a:spcBef>
                <a:spcPts val="0"/>
              </a:spcBef>
              <a:spcAft>
                <a:spcPts val="0"/>
              </a:spcAft>
              <a:buSzPts val="1200"/>
              <a:buChar char="○"/>
            </a:pPr>
            <a:r>
              <a:rPr lang="en"/>
              <a:t>Understand how plastics decompose</a:t>
            </a:r>
            <a:endParaRPr/>
          </a:p>
          <a:p>
            <a:pPr marL="914400" lvl="1" indent="-304800" algn="l" rtl="0">
              <a:spcBef>
                <a:spcPts val="0"/>
              </a:spcBef>
              <a:spcAft>
                <a:spcPts val="0"/>
              </a:spcAft>
              <a:buSzPts val="1200"/>
              <a:buChar char="○"/>
            </a:pPr>
            <a:r>
              <a:rPr lang="en"/>
              <a:t>Understand how cancer cells respond to light</a:t>
            </a:r>
            <a:endParaRPr/>
          </a:p>
        </p:txBody>
      </p:sp>
      <p:sp>
        <p:nvSpPr>
          <p:cNvPr id="229" name="Google Shape;229;p40"/>
          <p:cNvSpPr txBox="1">
            <a:spLocks noGrp="1"/>
          </p:cNvSpPr>
          <p:nvPr>
            <p:ph type="body" idx="2"/>
          </p:nvPr>
        </p:nvSpPr>
        <p:spPr>
          <a:xfrm>
            <a:off x="4832400" y="1000075"/>
            <a:ext cx="3999900" cy="3416400"/>
          </a:xfrm>
          <a:prstGeom prst="rect">
            <a:avLst/>
          </a:prstGeom>
        </p:spPr>
        <p:txBody>
          <a:bodyPr spcFirstLastPara="1" wrap="square" lIns="91425" tIns="91425" rIns="91425" bIns="91425" anchor="t" anchorCtr="0">
            <a:noAutofit/>
          </a:bodyPr>
          <a:lstStyle/>
          <a:p>
            <a:pPr marL="457200" lvl="0" indent="-317500" algn="l" rtl="0">
              <a:spcBef>
                <a:spcPts val="0"/>
              </a:spcBef>
              <a:spcAft>
                <a:spcPts val="0"/>
              </a:spcAft>
              <a:buSzPts val="1400"/>
              <a:buChar char="●"/>
            </a:pPr>
            <a:r>
              <a:rPr lang="en"/>
              <a:t>Engineer applies knowledge gained from science, along with experience and practical considerations, to solve problems</a:t>
            </a:r>
            <a:endParaRPr/>
          </a:p>
          <a:p>
            <a:pPr marL="0" lvl="0" indent="0" algn="l" rtl="0">
              <a:spcBef>
                <a:spcPts val="1600"/>
              </a:spcBef>
              <a:spcAft>
                <a:spcPts val="0"/>
              </a:spcAft>
              <a:buNone/>
            </a:pPr>
            <a:endParaRPr/>
          </a:p>
          <a:p>
            <a:pPr marL="914400" lvl="1" indent="-304800" algn="l" rtl="0">
              <a:spcBef>
                <a:spcPts val="1600"/>
              </a:spcBef>
              <a:spcAft>
                <a:spcPts val="0"/>
              </a:spcAft>
              <a:buSzPts val="1200"/>
              <a:buChar char="○"/>
            </a:pPr>
            <a:r>
              <a:rPr lang="en"/>
              <a:t>Design a bridge to cross a river</a:t>
            </a:r>
            <a:endParaRPr/>
          </a:p>
          <a:p>
            <a:pPr marL="914400" lvl="1" indent="-304800" algn="l" rtl="0">
              <a:spcBef>
                <a:spcPts val="0"/>
              </a:spcBef>
              <a:spcAft>
                <a:spcPts val="0"/>
              </a:spcAft>
              <a:buSzPts val="1200"/>
              <a:buChar char="○"/>
            </a:pPr>
            <a:r>
              <a:rPr lang="en"/>
              <a:t>Make a product from biodegradable plastic</a:t>
            </a:r>
            <a:endParaRPr/>
          </a:p>
          <a:p>
            <a:pPr marL="914400" lvl="1" indent="-304800" algn="l" rtl="0">
              <a:spcBef>
                <a:spcPts val="0"/>
              </a:spcBef>
              <a:spcAft>
                <a:spcPts val="0"/>
              </a:spcAft>
              <a:buSzPts val="1200"/>
              <a:buChar char="○"/>
            </a:pPr>
            <a:r>
              <a:rPr lang="en"/>
              <a:t>Design a probe that doctors can use to check for skin cancer</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233"/>
        <p:cNvGrpSpPr/>
        <p:nvPr/>
      </p:nvGrpSpPr>
      <p:grpSpPr>
        <a:xfrm>
          <a:off x="0" y="0"/>
          <a:ext cx="0" cy="0"/>
          <a:chOff x="0" y="0"/>
          <a:chExt cx="0" cy="0"/>
        </a:xfrm>
      </p:grpSpPr>
      <p:sp>
        <p:nvSpPr>
          <p:cNvPr id="234" name="Google Shape;234;p41"/>
          <p:cNvSpPr txBox="1">
            <a:spLocks noGrp="1"/>
          </p:cNvSpPr>
          <p:nvPr>
            <p:ph type="title"/>
          </p:nvPr>
        </p:nvSpPr>
        <p:spPr>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Assignment</a:t>
            </a:r>
            <a:endParaRPr/>
          </a:p>
        </p:txBody>
      </p:sp>
      <p:sp>
        <p:nvSpPr>
          <p:cNvPr id="235" name="Google Shape;235;p41"/>
          <p:cNvSpPr txBox="1">
            <a:spLocks noGrp="1"/>
          </p:cNvSpPr>
          <p:nvPr>
            <p:ph type="body" idx="1"/>
          </p:nvPr>
        </p:nvSpPr>
        <p:spPr>
          <a:prstGeom prst="rect">
            <a:avLst/>
          </a:prstGeom>
        </p:spPr>
        <p:txBody>
          <a:bodyPr spcFirstLastPara="1" wrap="square" lIns="91425" tIns="91425" rIns="91425" bIns="91425" anchor="t" anchorCtr="0">
            <a:noAutofit/>
          </a:bodyPr>
          <a:lstStyle/>
          <a:p>
            <a:pPr marL="457200" lvl="0" indent="-342900" algn="l" rtl="0">
              <a:spcBef>
                <a:spcPts val="0"/>
              </a:spcBef>
              <a:spcAft>
                <a:spcPts val="0"/>
              </a:spcAft>
              <a:buSzPts val="1800"/>
              <a:buChar char="●"/>
            </a:pPr>
            <a:r>
              <a:rPr lang="en"/>
              <a:t>Pick a major from the list on the previous page (or another major with my approval) - 1 person per major, so you may not get your first choice</a:t>
            </a:r>
            <a:endParaRPr/>
          </a:p>
          <a:p>
            <a:pPr marL="457200" lvl="0" indent="-342900" algn="l" rtl="0">
              <a:spcBef>
                <a:spcPts val="0"/>
              </a:spcBef>
              <a:spcAft>
                <a:spcPts val="0"/>
              </a:spcAft>
              <a:buSzPts val="1800"/>
              <a:buChar char="●"/>
            </a:pPr>
            <a:r>
              <a:rPr lang="en"/>
              <a:t>Prepare a brief (5 minute - about 5 slides) presentation in Google Slides</a:t>
            </a:r>
            <a:endParaRPr/>
          </a:p>
          <a:p>
            <a:pPr marL="914400" lvl="1" indent="-317500" algn="l" rtl="0">
              <a:spcBef>
                <a:spcPts val="0"/>
              </a:spcBef>
              <a:spcAft>
                <a:spcPts val="0"/>
              </a:spcAft>
              <a:buSzPts val="1400"/>
              <a:buChar char="○"/>
            </a:pPr>
            <a:r>
              <a:rPr lang="en"/>
              <a:t>In general terms, what does this major do?</a:t>
            </a:r>
            <a:endParaRPr/>
          </a:p>
          <a:p>
            <a:pPr marL="914400" lvl="1" indent="-317500" algn="l" rtl="0">
              <a:spcBef>
                <a:spcPts val="0"/>
              </a:spcBef>
              <a:spcAft>
                <a:spcPts val="0"/>
              </a:spcAft>
              <a:buSzPts val="1400"/>
              <a:buChar char="○"/>
            </a:pPr>
            <a:r>
              <a:rPr lang="en"/>
              <a:t>Why are you interested in this major (or are you?)</a:t>
            </a:r>
            <a:endParaRPr/>
          </a:p>
          <a:p>
            <a:pPr marL="914400" lvl="1" indent="-317500" algn="l" rtl="0">
              <a:spcBef>
                <a:spcPts val="0"/>
              </a:spcBef>
              <a:spcAft>
                <a:spcPts val="0"/>
              </a:spcAft>
              <a:buSzPts val="1400"/>
              <a:buChar char="○"/>
            </a:pPr>
            <a:r>
              <a:rPr lang="en"/>
              <a:t>Give a specific example of a problem this type of engineer might address</a:t>
            </a:r>
            <a:endParaRPr/>
          </a:p>
          <a:p>
            <a:pPr marL="914400" lvl="1" indent="-317500" algn="l" rtl="0">
              <a:spcBef>
                <a:spcPts val="0"/>
              </a:spcBef>
              <a:spcAft>
                <a:spcPts val="0"/>
              </a:spcAft>
              <a:buSzPts val="1400"/>
              <a:buChar char="○"/>
            </a:pPr>
            <a:r>
              <a:rPr lang="en"/>
              <a:t>What colleges are strong in this field</a:t>
            </a:r>
            <a:endParaRPr/>
          </a:p>
          <a:p>
            <a:pPr marL="1371600" lvl="2" indent="-317500" algn="l" rtl="0">
              <a:spcBef>
                <a:spcPts val="0"/>
              </a:spcBef>
              <a:spcAft>
                <a:spcPts val="0"/>
              </a:spcAft>
              <a:buSzPts val="1400"/>
              <a:buChar char="■"/>
            </a:pPr>
            <a:r>
              <a:rPr lang="en"/>
              <a:t>In Ohio</a:t>
            </a:r>
            <a:endParaRPr/>
          </a:p>
          <a:p>
            <a:pPr marL="1371600" lvl="2" indent="-317500" algn="l" rtl="0">
              <a:spcBef>
                <a:spcPts val="0"/>
              </a:spcBef>
              <a:spcAft>
                <a:spcPts val="0"/>
              </a:spcAft>
              <a:buSzPts val="1400"/>
              <a:buChar char="■"/>
            </a:pPr>
            <a:r>
              <a:rPr lang="en"/>
              <a:t>Nationally</a:t>
            </a:r>
            <a:endParaRPr/>
          </a:p>
          <a:p>
            <a:pPr marL="914400" lvl="1" indent="-317500" algn="l" rtl="0">
              <a:spcBef>
                <a:spcPts val="0"/>
              </a:spcBef>
              <a:spcAft>
                <a:spcPts val="0"/>
              </a:spcAft>
              <a:buSzPts val="1400"/>
              <a:buChar char="○"/>
            </a:pPr>
            <a:r>
              <a:rPr lang="en"/>
              <a:t>For one of the schools, identify a subspecialty where they excel </a:t>
            </a:r>
            <a:endParaRPr/>
          </a:p>
          <a:p>
            <a:pPr marL="457200" lvl="0" indent="-342900" algn="l" rtl="0">
              <a:spcBef>
                <a:spcPts val="0"/>
              </a:spcBef>
              <a:spcAft>
                <a:spcPts val="0"/>
              </a:spcAft>
              <a:buSzPts val="1800"/>
              <a:buChar char="●"/>
            </a:pPr>
            <a:r>
              <a:rPr lang="en"/>
              <a:t>Resources</a:t>
            </a:r>
            <a:endParaRPr/>
          </a:p>
          <a:p>
            <a:pPr marL="914400" lvl="1" indent="-317500" algn="l" rtl="0">
              <a:spcBef>
                <a:spcPts val="0"/>
              </a:spcBef>
              <a:spcAft>
                <a:spcPts val="0"/>
              </a:spcAft>
              <a:buSzPts val="1400"/>
              <a:buChar char="○"/>
            </a:pPr>
            <a:r>
              <a:rPr lang="en"/>
              <a:t>University web sites</a:t>
            </a:r>
            <a:endParaRPr/>
          </a:p>
          <a:p>
            <a:pPr marL="914400" lvl="1" indent="-317500" algn="l" rtl="0">
              <a:spcBef>
                <a:spcPts val="0"/>
              </a:spcBef>
              <a:spcAft>
                <a:spcPts val="0"/>
              </a:spcAft>
              <a:buSzPts val="1400"/>
              <a:buChar char="○"/>
            </a:pPr>
            <a:r>
              <a:rPr lang="en"/>
              <a:t>Professional organizations (ASME, IEEE, SWE, ASM)</a:t>
            </a:r>
            <a:endParaRPr/>
          </a:p>
          <a:p>
            <a:pPr marL="914400" lvl="1" indent="-317500" algn="l" rtl="0">
              <a:spcBef>
                <a:spcPts val="0"/>
              </a:spcBef>
              <a:spcAft>
                <a:spcPts val="0"/>
              </a:spcAft>
              <a:buSzPts val="1400"/>
              <a:buChar char="○"/>
            </a:pPr>
            <a:r>
              <a:rPr lang="en"/>
              <a:t>See me if you are having trouble finding resources</a:t>
            </a:r>
            <a:endParaRPr/>
          </a:p>
          <a:p>
            <a:pPr marL="457200" lvl="0" indent="0" algn="l" rtl="0">
              <a:spcBef>
                <a:spcPts val="1600"/>
              </a:spcBef>
              <a:spcAft>
                <a:spcPts val="1600"/>
              </a:spcAft>
              <a:buNone/>
            </a:pPr>
            <a:endParaRPr/>
          </a:p>
        </p:txBody>
      </p:sp>
    </p:spTree>
  </p:cSld>
  <p:clrMapOvr>
    <a:masterClrMapping/>
  </p:clrMapOvr>
</p:sld>
</file>

<file path=ppt/theme/theme1.xml><?xml version="1.0" encoding="utf-8"?>
<a:theme xmlns:a="http://schemas.openxmlformats.org/drawingml/2006/main" name="Mechanical Engineering Degree for College by Slidesgo">
  <a:themeElements>
    <a:clrScheme name="Simple Light">
      <a:dk1>
        <a:srgbClr val="0D5BA2"/>
      </a:dk1>
      <a:lt1>
        <a:srgbClr val="EFEFEF"/>
      </a:lt1>
      <a:dk2>
        <a:srgbClr val="FFFFFF"/>
      </a:dk2>
      <a:lt2>
        <a:srgbClr val="FFFFFF"/>
      </a:lt2>
      <a:accent1>
        <a:srgbClr val="FFFFFF"/>
      </a:accent1>
      <a:accent2>
        <a:srgbClr val="FFFFFF"/>
      </a:accent2>
      <a:accent3>
        <a:srgbClr val="FFFFFF"/>
      </a:accent3>
      <a:accent4>
        <a:srgbClr val="FFFFFF"/>
      </a:accent4>
      <a:accent5>
        <a:srgbClr val="FFFFFF"/>
      </a:accent5>
      <a:accent6>
        <a:srgbClr val="FFFFFF"/>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emplate>Mechanical Engineering Degree for College by Slidesgo</Template>
  <TotalTime>1</TotalTime>
  <Words>1839</Words>
  <Application>Microsoft Office PowerPoint</Application>
  <PresentationFormat>On-screen Show (16:9)</PresentationFormat>
  <Paragraphs>213</Paragraphs>
  <Slides>27</Slides>
  <Notes>27</Notes>
  <HiddenSlides>2</HiddenSlides>
  <MMClips>0</MMClips>
  <ScaleCrop>false</ScaleCrop>
  <HeadingPairs>
    <vt:vector size="6" baseType="variant">
      <vt:variant>
        <vt:lpstr>Fonts Used</vt:lpstr>
      </vt:variant>
      <vt:variant>
        <vt:i4>7</vt:i4>
      </vt:variant>
      <vt:variant>
        <vt:lpstr>Theme</vt:lpstr>
      </vt:variant>
      <vt:variant>
        <vt:i4>2</vt:i4>
      </vt:variant>
      <vt:variant>
        <vt:lpstr>Slide Titles</vt:lpstr>
      </vt:variant>
      <vt:variant>
        <vt:i4>27</vt:i4>
      </vt:variant>
    </vt:vector>
  </HeadingPairs>
  <TitlesOfParts>
    <vt:vector size="36" baseType="lpstr">
      <vt:lpstr>Arial</vt:lpstr>
      <vt:lpstr>Nunito Light</vt:lpstr>
      <vt:lpstr>Poppins</vt:lpstr>
      <vt:lpstr>Poppins Medium</vt:lpstr>
      <vt:lpstr>Poppins SemiBold</vt:lpstr>
      <vt:lpstr>Proxima Nova</vt:lpstr>
      <vt:lpstr>PT Sans</vt:lpstr>
      <vt:lpstr>Mechanical Engineering Degree for College by Slidesgo</vt:lpstr>
      <vt:lpstr>Slidesgo Final Pages</vt:lpstr>
      <vt:lpstr>Introduction to Engineering</vt:lpstr>
      <vt:lpstr>Class expectations</vt:lpstr>
      <vt:lpstr>Assignments</vt:lpstr>
      <vt:lpstr>Instructions will be vague</vt:lpstr>
      <vt:lpstr>Academic Misconduct</vt:lpstr>
      <vt:lpstr>Late Assignments</vt:lpstr>
      <vt:lpstr>Course Content</vt:lpstr>
      <vt:lpstr>Course Content</vt:lpstr>
      <vt:lpstr>What is Engineering</vt:lpstr>
      <vt:lpstr>Engineering Design Process</vt:lpstr>
      <vt:lpstr>Engineering Design Process</vt:lpstr>
      <vt:lpstr>Engineering Design Process</vt:lpstr>
      <vt:lpstr>Quiz</vt:lpstr>
      <vt:lpstr>Engineering Design Process  (What does and engineer do)  Greg Kremer, Ohio University Department of Mechanical Engineering  </vt:lpstr>
      <vt:lpstr>What does an engineer do?</vt:lpstr>
      <vt:lpstr>What does an engineer do?</vt:lpstr>
      <vt:lpstr>What does an engineer do?</vt:lpstr>
      <vt:lpstr>What does an engineer do? </vt:lpstr>
      <vt:lpstr>What does an engineer do? </vt:lpstr>
      <vt:lpstr>What does an engineer do? </vt:lpstr>
      <vt:lpstr>What does an engineer do? </vt:lpstr>
      <vt:lpstr>What does an engineer do?  </vt:lpstr>
      <vt:lpstr>Jobs and degrees similar to engineering</vt:lpstr>
      <vt:lpstr>What makes an “Engineer”</vt:lpstr>
      <vt:lpstr>Engineering Degrees</vt:lpstr>
      <vt:lpstr>Engineer vs Scientist</vt:lpstr>
      <vt:lpstr>Assignment</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creator>Matthew Bardoe</dc:creator>
  <cp:lastModifiedBy>Matthew Bardoe</cp:lastModifiedBy>
  <cp:revision>1</cp:revision>
  <dcterms:modified xsi:type="dcterms:W3CDTF">2025-08-19T16:36:27Z</dcterms:modified>
</cp:coreProperties>
</file>